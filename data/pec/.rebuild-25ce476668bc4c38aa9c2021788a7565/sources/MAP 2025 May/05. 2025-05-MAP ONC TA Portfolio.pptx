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0" r:id="rId4"/>
    <p:sldMasterId id="2147483799" r:id="rId5"/>
    <p:sldMasterId id="2147483834" r:id="rId6"/>
  </p:sldMasterIdLst>
  <p:notesMasterIdLst>
    <p:notesMasterId r:id="rId16"/>
  </p:notesMasterIdLst>
  <p:sldIdLst>
    <p:sldId id="9848" r:id="rId7"/>
    <p:sldId id="2147483636" r:id="rId8"/>
    <p:sldId id="288" r:id="rId9"/>
    <p:sldId id="2147482020" r:id="rId10"/>
    <p:sldId id="2147483637" r:id="rId11"/>
    <p:sldId id="2147482017" r:id="rId12"/>
    <p:sldId id="2147483166" r:id="rId13"/>
    <p:sldId id="9815" r:id="rId14"/>
    <p:sldId id="258"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Hou,Jeana (HP Medicine) BII-CN-B" initials="JH" lastIdx="2" clrIdx="6">
    <p:extLst>
      <p:ext uri="{19B8F6BF-5375-455C-9EA6-DF929625EA0E}">
        <p15:presenceInfo xmlns:p15="http://schemas.microsoft.com/office/powerpoint/2012/main" userId="S::jeana.hou@boehringer-ingelheim.com::f83a34e5-4a59-4b5c-9851-689eaccd9430" providerId="AD"/>
      </p:ext>
    </p:extLst>
  </p:cmAuthor>
  <p:cmAuthor id="1" name="Liu,Dr.,Meiruo (HP Medicine) BII-CN-S" initials="L(MBCS" lastIdx="15" clrIdx="0">
    <p:extLst>
      <p:ext uri="{19B8F6BF-5375-455C-9EA6-DF929625EA0E}">
        <p15:presenceInfo xmlns:p15="http://schemas.microsoft.com/office/powerpoint/2012/main" userId="S::meiruo.liu@boehringer-ingelheim.com::ece9aa16-5bba-4d2f-b200-019c8e2ba0a0" providerId="AD"/>
      </p:ext>
    </p:extLst>
  </p:cmAuthor>
  <p:cmAuthor id="8" name="Klotz,Dr.,Daniel (MED TA Onc) BII-DE-B" initials="K(TOBDB" lastIdx="4" clrIdx="7">
    <p:extLst>
      <p:ext uri="{19B8F6BF-5375-455C-9EA6-DF929625EA0E}">
        <p15:presenceInfo xmlns:p15="http://schemas.microsoft.com/office/powerpoint/2012/main" userId="S::daniel.klotz@boehringer-ingelheim.com::ce36da1d-c1f4-4091-94d4-767c6d552cad" providerId="AD"/>
      </p:ext>
    </p:extLst>
  </p:cmAuthor>
  <p:cmAuthor id="2" name="Xue,Nick (HP Medicine) BII-CN-S" initials="X(MBCS" lastIdx="14" clrIdx="1">
    <p:extLst>
      <p:ext uri="{19B8F6BF-5375-455C-9EA6-DF929625EA0E}">
        <p15:presenceInfo xmlns:p15="http://schemas.microsoft.com/office/powerpoint/2012/main" userId="S::nick.xue@boehringer-ingelheim.com::ffcf8106-b8a5-4477-9fcd-3abbfcb5a5a5" providerId="AD"/>
      </p:ext>
    </p:extLst>
  </p:cmAuthor>
  <p:cmAuthor id="3" name="Yu,Elaine (HP Medicine) BII-CN-S" initials="YB" lastIdx="1" clrIdx="2">
    <p:extLst>
      <p:ext uri="{19B8F6BF-5375-455C-9EA6-DF929625EA0E}">
        <p15:presenceInfo xmlns:p15="http://schemas.microsoft.com/office/powerpoint/2012/main" userId="S::elaine.yu@boehringer-ingelheim.com::f45b98c4-0706-465f-a2e9-7f269489c8d8" providerId="AD"/>
      </p:ext>
    </p:extLst>
  </p:cmAuthor>
  <p:cmAuthor id="4" name="Zhu,Donglei (HP Medicine) BII-CN-S" initials="ZB" lastIdx="3" clrIdx="3">
    <p:extLst>
      <p:ext uri="{19B8F6BF-5375-455C-9EA6-DF929625EA0E}">
        <p15:presenceInfo xmlns:p15="http://schemas.microsoft.com/office/powerpoint/2012/main" userId="S::donglei.zhu@boehringer-ingelheim.com::1b17fa8b-a8cf-4b07-a3b3-65040d469537" providerId="AD"/>
      </p:ext>
    </p:extLst>
  </p:cmAuthor>
  <p:cmAuthor id="5" name="Hu,Dr.,Juno (HP Medicine) BII-CN-S" initials="H(MBCS" lastIdx="6" clrIdx="4">
    <p:extLst>
      <p:ext uri="{19B8F6BF-5375-455C-9EA6-DF929625EA0E}">
        <p15:presenceInfo xmlns:p15="http://schemas.microsoft.com/office/powerpoint/2012/main" userId="S::juno.hu@boehringer-ingelheim.com::57526551-c803-4e03-85b5-ab25fa8a0904" providerId="AD"/>
      </p:ext>
    </p:extLst>
  </p:cmAuthor>
  <p:cmAuthor id="6" name="Song,Dr.,Eric (MED BDS) BII-CN-S" initials="SB" lastIdx="1" clrIdx="5">
    <p:extLst>
      <p:ext uri="{19B8F6BF-5375-455C-9EA6-DF929625EA0E}">
        <p15:presenceInfo xmlns:p15="http://schemas.microsoft.com/office/powerpoint/2012/main" userId="S::eric.song@boehringer-ingelheim.com::360479e8-2ef7-4952-aa8a-f262dbd0cb3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6B6960-DEF0-4113-9C6F-AE0A96373AB9}" v="220" dt="2025-05-14T09:24:50.9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228" y="-6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slide" Target="slides/slide9.xml"/><Relationship Id="rId23"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Dr.,Jiaqi (HP Medicine) BII-CN-S" userId="8b183601-9cff-443d-8730-90ebdb48edb2" providerId="ADAL" clId="{CC36B509-4F2F-4D42-8E43-F6F62DDC1E85}"/>
    <pc:docChg chg="undo custSel addSld delSld modSld">
      <pc:chgData name="Lu,Dr.,Jiaqi (HP Medicine) BII-CN-S" userId="8b183601-9cff-443d-8730-90ebdb48edb2" providerId="ADAL" clId="{CC36B509-4F2F-4D42-8E43-F6F62DDC1E85}" dt="2025-03-19T02:48:44.278" v="313" actId="20577"/>
      <pc:docMkLst>
        <pc:docMk/>
      </pc:docMkLst>
      <pc:sldChg chg="addSp modSp mod">
        <pc:chgData name="Lu,Dr.,Jiaqi (HP Medicine) BII-CN-S" userId="8b183601-9cff-443d-8730-90ebdb48edb2" providerId="ADAL" clId="{CC36B509-4F2F-4D42-8E43-F6F62DDC1E85}" dt="2025-03-18T03:26:01.114" v="89" actId="12"/>
        <pc:sldMkLst>
          <pc:docMk/>
          <pc:sldMk cId="1242800623" sldId="260"/>
        </pc:sldMkLst>
        <pc:spChg chg="add mod">
          <ac:chgData name="Lu,Dr.,Jiaqi (HP Medicine) BII-CN-S" userId="8b183601-9cff-443d-8730-90ebdb48edb2" providerId="ADAL" clId="{CC36B509-4F2F-4D42-8E43-F6F62DDC1E85}" dt="2025-03-18T03:26:01.114" v="89" actId="12"/>
          <ac:spMkLst>
            <pc:docMk/>
            <pc:sldMk cId="1242800623" sldId="260"/>
            <ac:spMk id="3" creationId="{E12A7ACA-51A1-CA44-BC62-AE2B21410CEE}"/>
          </ac:spMkLst>
        </pc:spChg>
      </pc:sldChg>
      <pc:sldChg chg="modAnim">
        <pc:chgData name="Lu,Dr.,Jiaqi (HP Medicine) BII-CN-S" userId="8b183601-9cff-443d-8730-90ebdb48edb2" providerId="ADAL" clId="{CC36B509-4F2F-4D42-8E43-F6F62DDC1E85}" dt="2025-03-18T11:44:49.892" v="279"/>
        <pc:sldMkLst>
          <pc:docMk/>
          <pc:sldMk cId="2427368084" sldId="261"/>
        </pc:sldMkLst>
      </pc:sldChg>
      <pc:sldChg chg="modSp mod">
        <pc:chgData name="Lu,Dr.,Jiaqi (HP Medicine) BII-CN-S" userId="8b183601-9cff-443d-8730-90ebdb48edb2" providerId="ADAL" clId="{CC36B509-4F2F-4D42-8E43-F6F62DDC1E85}" dt="2025-03-19T02:48:44.278" v="313" actId="20577"/>
        <pc:sldMkLst>
          <pc:docMk/>
          <pc:sldMk cId="3463934604" sldId="266"/>
        </pc:sldMkLst>
        <pc:spChg chg="mod">
          <ac:chgData name="Lu,Dr.,Jiaqi (HP Medicine) BII-CN-S" userId="8b183601-9cff-443d-8730-90ebdb48edb2" providerId="ADAL" clId="{CC36B509-4F2F-4D42-8E43-F6F62DDC1E85}" dt="2025-03-19T02:48:44.278" v="313" actId="20577"/>
          <ac:spMkLst>
            <pc:docMk/>
            <pc:sldMk cId="3463934604" sldId="266"/>
            <ac:spMk id="214" creationId="{D913C8AF-91BF-E445-4FE5-87ECE1FA7BCB}"/>
          </ac:spMkLst>
        </pc:spChg>
      </pc:sldChg>
      <pc:sldChg chg="addSp modSp mod modAnim">
        <pc:chgData name="Lu,Dr.,Jiaqi (HP Medicine) BII-CN-S" userId="8b183601-9cff-443d-8730-90ebdb48edb2" providerId="ADAL" clId="{CC36B509-4F2F-4D42-8E43-F6F62DDC1E85}" dt="2025-03-18T11:56:20.299" v="309"/>
        <pc:sldMkLst>
          <pc:docMk/>
          <pc:sldMk cId="4239279178" sldId="271"/>
        </pc:sldMkLst>
        <pc:spChg chg="add mod">
          <ac:chgData name="Lu,Dr.,Jiaqi (HP Medicine) BII-CN-S" userId="8b183601-9cff-443d-8730-90ebdb48edb2" providerId="ADAL" clId="{CC36B509-4F2F-4D42-8E43-F6F62DDC1E85}" dt="2025-03-18T11:55:56.880" v="307" actId="693"/>
          <ac:spMkLst>
            <pc:docMk/>
            <pc:sldMk cId="4239279178" sldId="271"/>
            <ac:spMk id="31" creationId="{E7DD426F-F14B-6707-A291-D759654C09B9}"/>
          </ac:spMkLst>
        </pc:spChg>
      </pc:sldChg>
      <pc:sldChg chg="modSp mod">
        <pc:chgData name="Lu,Dr.,Jiaqi (HP Medicine) BII-CN-S" userId="8b183601-9cff-443d-8730-90ebdb48edb2" providerId="ADAL" clId="{CC36B509-4F2F-4D42-8E43-F6F62DDC1E85}" dt="2025-03-18T11:53:45.720" v="302" actId="20577"/>
        <pc:sldMkLst>
          <pc:docMk/>
          <pc:sldMk cId="2403642064" sldId="2147482017"/>
        </pc:sldMkLst>
        <pc:graphicFrameChg chg="modGraphic">
          <ac:chgData name="Lu,Dr.,Jiaqi (HP Medicine) BII-CN-S" userId="8b183601-9cff-443d-8730-90ebdb48edb2" providerId="ADAL" clId="{CC36B509-4F2F-4D42-8E43-F6F62DDC1E85}" dt="2025-03-18T11:53:45.720" v="302" actId="20577"/>
          <ac:graphicFrameMkLst>
            <pc:docMk/>
            <pc:sldMk cId="2403642064" sldId="2147482017"/>
            <ac:graphicFrameMk id="6" creationId="{99E71C16-9E1E-F011-B398-2DD75D956D8F}"/>
          </ac:graphicFrameMkLst>
        </pc:graphicFrameChg>
      </pc:sldChg>
      <pc:sldChg chg="modSp del mod modNotesTx">
        <pc:chgData name="Lu,Dr.,Jiaqi (HP Medicine) BII-CN-S" userId="8b183601-9cff-443d-8730-90ebdb48edb2" providerId="ADAL" clId="{CC36B509-4F2F-4D42-8E43-F6F62DDC1E85}" dt="2025-03-18T10:56:30.066" v="204" actId="47"/>
        <pc:sldMkLst>
          <pc:docMk/>
          <pc:sldMk cId="3000621635" sldId="2147483298"/>
        </pc:sldMkLst>
        <pc:spChg chg="mod">
          <ac:chgData name="Lu,Dr.,Jiaqi (HP Medicine) BII-CN-S" userId="8b183601-9cff-443d-8730-90ebdb48edb2" providerId="ADAL" clId="{CC36B509-4F2F-4D42-8E43-F6F62DDC1E85}" dt="2025-03-18T03:25:02.290" v="65" actId="20577"/>
          <ac:spMkLst>
            <pc:docMk/>
            <pc:sldMk cId="3000621635" sldId="2147483298"/>
            <ac:spMk id="4" creationId="{E7D0E375-5BF4-31B2-2D76-044889E76110}"/>
          </ac:spMkLst>
        </pc:spChg>
        <pc:spChg chg="mod">
          <ac:chgData name="Lu,Dr.,Jiaqi (HP Medicine) BII-CN-S" userId="8b183601-9cff-443d-8730-90ebdb48edb2" providerId="ADAL" clId="{CC36B509-4F2F-4D42-8E43-F6F62DDC1E85}" dt="2025-03-18T03:30:01.980" v="144" actId="20577"/>
          <ac:spMkLst>
            <pc:docMk/>
            <pc:sldMk cId="3000621635" sldId="2147483298"/>
            <ac:spMk id="11" creationId="{DB9B0FDD-F7D6-E17E-F8A6-E5F31BF22972}"/>
          </ac:spMkLst>
        </pc:spChg>
        <pc:spChg chg="mod">
          <ac:chgData name="Lu,Dr.,Jiaqi (HP Medicine) BII-CN-S" userId="8b183601-9cff-443d-8730-90ebdb48edb2" providerId="ADAL" clId="{CC36B509-4F2F-4D42-8E43-F6F62DDC1E85}" dt="2025-03-18T03:28:55.861" v="128" actId="20577"/>
          <ac:spMkLst>
            <pc:docMk/>
            <pc:sldMk cId="3000621635" sldId="2147483298"/>
            <ac:spMk id="14" creationId="{32EAAC52-7C03-8013-2A4F-4D68531E1D7C}"/>
          </ac:spMkLst>
        </pc:spChg>
      </pc:sldChg>
      <pc:sldChg chg="add del">
        <pc:chgData name="Lu,Dr.,Jiaqi (HP Medicine) BII-CN-S" userId="8b183601-9cff-443d-8730-90ebdb48edb2" providerId="ADAL" clId="{CC36B509-4F2F-4D42-8E43-F6F62DDC1E85}" dt="2025-03-19T01:50:52.308" v="312"/>
        <pc:sldMkLst>
          <pc:docMk/>
          <pc:sldMk cId="304134651" sldId="2147483550"/>
        </pc:sldMkLst>
      </pc:sldChg>
      <pc:sldChg chg="addSp delSp modSp mod delAnim modAnim">
        <pc:chgData name="Lu,Dr.,Jiaqi (HP Medicine) BII-CN-S" userId="8b183601-9cff-443d-8730-90ebdb48edb2" providerId="ADAL" clId="{CC36B509-4F2F-4D42-8E43-F6F62DDC1E85}" dt="2025-03-18T11:49:29.323" v="280"/>
        <pc:sldMkLst>
          <pc:docMk/>
          <pc:sldMk cId="3621052450" sldId="2147483559"/>
        </pc:sldMkLst>
        <pc:spChg chg="mod">
          <ac:chgData name="Lu,Dr.,Jiaqi (HP Medicine) BII-CN-S" userId="8b183601-9cff-443d-8730-90ebdb48edb2" providerId="ADAL" clId="{CC36B509-4F2F-4D42-8E43-F6F62DDC1E85}" dt="2025-03-18T05:47:16.133" v="146" actId="1076"/>
          <ac:spMkLst>
            <pc:docMk/>
            <pc:sldMk cId="3621052450" sldId="2147483559"/>
            <ac:spMk id="4" creationId="{EB6CE6DF-6961-3731-1CFB-A78068BF68FC}"/>
          </ac:spMkLst>
        </pc:spChg>
        <pc:spChg chg="add mod">
          <ac:chgData name="Lu,Dr.,Jiaqi (HP Medicine) BII-CN-S" userId="8b183601-9cff-443d-8730-90ebdb48edb2" providerId="ADAL" clId="{CC36B509-4F2F-4D42-8E43-F6F62DDC1E85}" dt="2025-03-18T05:47:27.424" v="149" actId="1076"/>
          <ac:spMkLst>
            <pc:docMk/>
            <pc:sldMk cId="3621052450" sldId="2147483559"/>
            <ac:spMk id="5" creationId="{45750D6E-7BF9-388D-E5F9-0DC173F1CD10}"/>
          </ac:spMkLst>
        </pc:spChg>
        <pc:spChg chg="mod">
          <ac:chgData name="Lu,Dr.,Jiaqi (HP Medicine) BII-CN-S" userId="8b183601-9cff-443d-8730-90ebdb48edb2" providerId="ADAL" clId="{CC36B509-4F2F-4D42-8E43-F6F62DDC1E85}" dt="2025-03-18T05:47:16.133" v="146" actId="1076"/>
          <ac:spMkLst>
            <pc:docMk/>
            <pc:sldMk cId="3621052450" sldId="2147483559"/>
            <ac:spMk id="7" creationId="{D5C01C61-5C5B-03AE-9640-4F630431314B}"/>
          </ac:spMkLst>
        </pc:spChg>
        <pc:spChg chg="mod">
          <ac:chgData name="Lu,Dr.,Jiaqi (HP Medicine) BII-CN-S" userId="8b183601-9cff-443d-8730-90ebdb48edb2" providerId="ADAL" clId="{CC36B509-4F2F-4D42-8E43-F6F62DDC1E85}" dt="2025-03-18T01:23:10.585" v="48" actId="6549"/>
          <ac:spMkLst>
            <pc:docMk/>
            <pc:sldMk cId="3621052450" sldId="2147483559"/>
            <ac:spMk id="8" creationId="{575548C1-F79E-3AC0-85CF-2AC1363573CA}"/>
          </ac:spMkLst>
        </pc:spChg>
        <pc:spChg chg="del">
          <ac:chgData name="Lu,Dr.,Jiaqi (HP Medicine) BII-CN-S" userId="8b183601-9cff-443d-8730-90ebdb48edb2" providerId="ADAL" clId="{CC36B509-4F2F-4D42-8E43-F6F62DDC1E85}" dt="2025-03-18T05:47:04.489" v="145" actId="21"/>
          <ac:spMkLst>
            <pc:docMk/>
            <pc:sldMk cId="3621052450" sldId="2147483559"/>
            <ac:spMk id="9" creationId="{2FB398EE-EC1C-5D24-CA39-3A8C337716D5}"/>
          </ac:spMkLst>
        </pc:spChg>
        <pc:spChg chg="del mod">
          <ac:chgData name="Lu,Dr.,Jiaqi (HP Medicine) BII-CN-S" userId="8b183601-9cff-443d-8730-90ebdb48edb2" providerId="ADAL" clId="{CC36B509-4F2F-4D42-8E43-F6F62DDC1E85}" dt="2025-03-18T05:47:04.489" v="145" actId="21"/>
          <ac:spMkLst>
            <pc:docMk/>
            <pc:sldMk cId="3621052450" sldId="2147483559"/>
            <ac:spMk id="12" creationId="{45750D6E-7BF9-388D-E5F9-0DC173F1CD10}"/>
          </ac:spMkLst>
        </pc:spChg>
        <pc:spChg chg="add mod">
          <ac:chgData name="Lu,Dr.,Jiaqi (HP Medicine) BII-CN-S" userId="8b183601-9cff-443d-8730-90ebdb48edb2" providerId="ADAL" clId="{CC36B509-4F2F-4D42-8E43-F6F62DDC1E85}" dt="2025-03-18T05:47:27.424" v="149" actId="1076"/>
          <ac:spMkLst>
            <pc:docMk/>
            <pc:sldMk cId="3621052450" sldId="2147483559"/>
            <ac:spMk id="13" creationId="{2FB398EE-EC1C-5D24-CA39-3A8C337716D5}"/>
          </ac:spMkLst>
        </pc:spChg>
        <pc:picChg chg="mod">
          <ac:chgData name="Lu,Dr.,Jiaqi (HP Medicine) BII-CN-S" userId="8b183601-9cff-443d-8730-90ebdb48edb2" providerId="ADAL" clId="{CC36B509-4F2F-4D42-8E43-F6F62DDC1E85}" dt="2025-03-18T05:47:18.913" v="147" actId="1076"/>
          <ac:picMkLst>
            <pc:docMk/>
            <pc:sldMk cId="3621052450" sldId="2147483559"/>
            <ac:picMk id="10" creationId="{164D3655-E6D4-E234-9022-E267873DB8FD}"/>
          </ac:picMkLst>
        </pc:picChg>
        <pc:picChg chg="add mod">
          <ac:chgData name="Lu,Dr.,Jiaqi (HP Medicine) BII-CN-S" userId="8b183601-9cff-443d-8730-90ebdb48edb2" providerId="ADAL" clId="{CC36B509-4F2F-4D42-8E43-F6F62DDC1E85}" dt="2025-03-18T05:47:27.424" v="149" actId="1076"/>
          <ac:picMkLst>
            <pc:docMk/>
            <pc:sldMk cId="3621052450" sldId="2147483559"/>
            <ac:picMk id="14" creationId="{F7D10AD9-7E33-C528-8800-D552B2486020}"/>
          </ac:picMkLst>
        </pc:picChg>
        <pc:picChg chg="del">
          <ac:chgData name="Lu,Dr.,Jiaqi (HP Medicine) BII-CN-S" userId="8b183601-9cff-443d-8730-90ebdb48edb2" providerId="ADAL" clId="{CC36B509-4F2F-4D42-8E43-F6F62DDC1E85}" dt="2025-03-18T05:47:04.489" v="145" actId="21"/>
          <ac:picMkLst>
            <pc:docMk/>
            <pc:sldMk cId="3621052450" sldId="2147483559"/>
            <ac:picMk id="16" creationId="{F7D10AD9-7E33-C528-8800-D552B2486020}"/>
          </ac:picMkLst>
        </pc:picChg>
      </pc:sldChg>
      <pc:sldChg chg="addSp delSp modSp add mod">
        <pc:chgData name="Lu,Dr.,Jiaqi (HP Medicine) BII-CN-S" userId="8b183601-9cff-443d-8730-90ebdb48edb2" providerId="ADAL" clId="{CC36B509-4F2F-4D42-8E43-F6F62DDC1E85}" dt="2025-03-19T01:03:37.306" v="310" actId="20577"/>
        <pc:sldMkLst>
          <pc:docMk/>
          <pc:sldMk cId="2409190097" sldId="2147483564"/>
        </pc:sldMkLst>
        <pc:spChg chg="mod">
          <ac:chgData name="Lu,Dr.,Jiaqi (HP Medicine) BII-CN-S" userId="8b183601-9cff-443d-8730-90ebdb48edb2" providerId="ADAL" clId="{CC36B509-4F2F-4D42-8E43-F6F62DDC1E85}" dt="2025-03-18T10:55:41.397" v="191" actId="1076"/>
          <ac:spMkLst>
            <pc:docMk/>
            <pc:sldMk cId="2409190097" sldId="2147483564"/>
            <ac:spMk id="4" creationId="{E7D0E375-5BF4-31B2-2D76-044889E76110}"/>
          </ac:spMkLst>
        </pc:spChg>
        <pc:spChg chg="add mod">
          <ac:chgData name="Lu,Dr.,Jiaqi (HP Medicine) BII-CN-S" userId="8b183601-9cff-443d-8730-90ebdb48edb2" providerId="ADAL" clId="{CC36B509-4F2F-4D42-8E43-F6F62DDC1E85}" dt="2025-03-18T10:57:05.021" v="207" actId="1076"/>
          <ac:spMkLst>
            <pc:docMk/>
            <pc:sldMk cId="2409190097" sldId="2147483564"/>
            <ac:spMk id="5" creationId="{E780244B-DB8F-0DF6-4B5E-FEE4B6B27DE7}"/>
          </ac:spMkLst>
        </pc:spChg>
        <pc:spChg chg="add mod">
          <ac:chgData name="Lu,Dr.,Jiaqi (HP Medicine) BII-CN-S" userId="8b183601-9cff-443d-8730-90ebdb48edb2" providerId="ADAL" clId="{CC36B509-4F2F-4D42-8E43-F6F62DDC1E85}" dt="2025-03-18T10:56:25.656" v="203" actId="1076"/>
          <ac:spMkLst>
            <pc:docMk/>
            <pc:sldMk cId="2409190097" sldId="2147483564"/>
            <ac:spMk id="6" creationId="{3406FF70-FE1C-E767-E9EF-EDEB026A16D8}"/>
          </ac:spMkLst>
        </pc:spChg>
        <pc:spChg chg="del">
          <ac:chgData name="Lu,Dr.,Jiaqi (HP Medicine) BII-CN-S" userId="8b183601-9cff-443d-8730-90ebdb48edb2" providerId="ADAL" clId="{CC36B509-4F2F-4D42-8E43-F6F62DDC1E85}" dt="2025-03-18T10:54:25.776" v="153" actId="478"/>
          <ac:spMkLst>
            <pc:docMk/>
            <pc:sldMk cId="2409190097" sldId="2147483564"/>
            <ac:spMk id="7" creationId="{502409BF-497D-41B0-5C11-EF6A8905010E}"/>
          </ac:spMkLst>
        </pc:spChg>
        <pc:spChg chg="del">
          <ac:chgData name="Lu,Dr.,Jiaqi (HP Medicine) BII-CN-S" userId="8b183601-9cff-443d-8730-90ebdb48edb2" providerId="ADAL" clId="{CC36B509-4F2F-4D42-8E43-F6F62DDC1E85}" dt="2025-03-18T10:54:25.776" v="153" actId="478"/>
          <ac:spMkLst>
            <pc:docMk/>
            <pc:sldMk cId="2409190097" sldId="2147483564"/>
            <ac:spMk id="8" creationId="{2CF31794-9570-AC36-710B-5651337370B6}"/>
          </ac:spMkLst>
        </pc:spChg>
        <pc:spChg chg="del">
          <ac:chgData name="Lu,Dr.,Jiaqi (HP Medicine) BII-CN-S" userId="8b183601-9cff-443d-8730-90ebdb48edb2" providerId="ADAL" clId="{CC36B509-4F2F-4D42-8E43-F6F62DDC1E85}" dt="2025-03-18T10:54:19.904" v="152" actId="478"/>
          <ac:spMkLst>
            <pc:docMk/>
            <pc:sldMk cId="2409190097" sldId="2147483564"/>
            <ac:spMk id="9" creationId="{1FC396FE-7D9A-C830-606C-ED8D00C3EA74}"/>
          </ac:spMkLst>
        </pc:spChg>
        <pc:spChg chg="del">
          <ac:chgData name="Lu,Dr.,Jiaqi (HP Medicine) BII-CN-S" userId="8b183601-9cff-443d-8730-90ebdb48edb2" providerId="ADAL" clId="{CC36B509-4F2F-4D42-8E43-F6F62DDC1E85}" dt="2025-03-18T10:54:19.904" v="152" actId="478"/>
          <ac:spMkLst>
            <pc:docMk/>
            <pc:sldMk cId="2409190097" sldId="2147483564"/>
            <ac:spMk id="10" creationId="{FB1F2B13-E77A-F89C-9C43-EFF45B1085CB}"/>
          </ac:spMkLst>
        </pc:spChg>
        <pc:spChg chg="mod">
          <ac:chgData name="Lu,Dr.,Jiaqi (HP Medicine) BII-CN-S" userId="8b183601-9cff-443d-8730-90ebdb48edb2" providerId="ADAL" clId="{CC36B509-4F2F-4D42-8E43-F6F62DDC1E85}" dt="2025-03-19T01:03:37.306" v="310" actId="20577"/>
          <ac:spMkLst>
            <pc:docMk/>
            <pc:sldMk cId="2409190097" sldId="2147483564"/>
            <ac:spMk id="11" creationId="{DB9B0FDD-F7D6-E17E-F8A6-E5F31BF22972}"/>
          </ac:spMkLst>
        </pc:spChg>
        <pc:spChg chg="del">
          <ac:chgData name="Lu,Dr.,Jiaqi (HP Medicine) BII-CN-S" userId="8b183601-9cff-443d-8730-90ebdb48edb2" providerId="ADAL" clId="{CC36B509-4F2F-4D42-8E43-F6F62DDC1E85}" dt="2025-03-18T10:55:12.109" v="178" actId="478"/>
          <ac:spMkLst>
            <pc:docMk/>
            <pc:sldMk cId="2409190097" sldId="2147483564"/>
            <ac:spMk id="14" creationId="{32EAAC52-7C03-8013-2A4F-4D68531E1D7C}"/>
          </ac:spMkLst>
        </pc:spChg>
        <pc:spChg chg="mod">
          <ac:chgData name="Lu,Dr.,Jiaqi (HP Medicine) BII-CN-S" userId="8b183601-9cff-443d-8730-90ebdb48edb2" providerId="ADAL" clId="{CC36B509-4F2F-4D42-8E43-F6F62DDC1E85}" dt="2025-03-18T10:56:04.636" v="197" actId="14100"/>
          <ac:spMkLst>
            <pc:docMk/>
            <pc:sldMk cId="2409190097" sldId="2147483564"/>
            <ac:spMk id="15" creationId="{7FF3C046-3221-8F1F-47F5-9173EA35EF2B}"/>
          </ac:spMkLst>
        </pc:spChg>
        <pc:spChg chg="mod">
          <ac:chgData name="Lu,Dr.,Jiaqi (HP Medicine) BII-CN-S" userId="8b183601-9cff-443d-8730-90ebdb48edb2" providerId="ADAL" clId="{CC36B509-4F2F-4D42-8E43-F6F62DDC1E85}" dt="2025-03-18T10:56:13.871" v="200" actId="21"/>
          <ac:spMkLst>
            <pc:docMk/>
            <pc:sldMk cId="2409190097" sldId="2147483564"/>
            <ac:spMk id="16" creationId="{EE5D14EF-BD4C-B58E-D5B8-DCFEFDE8F0F9}"/>
          </ac:spMkLst>
        </pc:spChg>
      </pc:sldChg>
    </pc:docChg>
  </pc:docChgLst>
  <pc:docChgLst>
    <pc:chgData name="Lu,Dr.,Jiaqi (HP Medicine) BII-CN-S" userId="8b183601-9cff-443d-8730-90ebdb48edb2" providerId="ADAL" clId="{976B6960-DEF0-4113-9C6F-AE0A96373AB9}"/>
    <pc:docChg chg="undo custSel addSld delSld modSld">
      <pc:chgData name="Lu,Dr.,Jiaqi (HP Medicine) BII-CN-S" userId="8b183601-9cff-443d-8730-90ebdb48edb2" providerId="ADAL" clId="{976B6960-DEF0-4113-9C6F-AE0A96373AB9}" dt="2025-05-14T09:24:52.705" v="522" actId="729"/>
      <pc:docMkLst>
        <pc:docMk/>
      </pc:docMkLst>
      <pc:sldChg chg="addSp delSp modSp mod addAnim delAnim modAnim">
        <pc:chgData name="Lu,Dr.,Jiaqi (HP Medicine) BII-CN-S" userId="8b183601-9cff-443d-8730-90ebdb48edb2" providerId="ADAL" clId="{976B6960-DEF0-4113-9C6F-AE0A96373AB9}" dt="2025-05-13T09:31:51.358" v="277" actId="1076"/>
        <pc:sldMkLst>
          <pc:docMk/>
          <pc:sldMk cId="1694068931" sldId="288"/>
        </pc:sldMkLst>
        <pc:spChg chg="add mod">
          <ac:chgData name="Lu,Dr.,Jiaqi (HP Medicine) BII-CN-S" userId="8b183601-9cff-443d-8730-90ebdb48edb2" providerId="ADAL" clId="{976B6960-DEF0-4113-9C6F-AE0A96373AB9}" dt="2025-05-13T09:20:54.378" v="136" actId="164"/>
          <ac:spMkLst>
            <pc:docMk/>
            <pc:sldMk cId="1694068931" sldId="288"/>
            <ac:spMk id="53" creationId="{77FA17D1-79FD-DFC4-BBB0-1F98A581FB8C}"/>
          </ac:spMkLst>
        </pc:spChg>
        <pc:spChg chg="add mod">
          <ac:chgData name="Lu,Dr.,Jiaqi (HP Medicine) BII-CN-S" userId="8b183601-9cff-443d-8730-90ebdb48edb2" providerId="ADAL" clId="{976B6960-DEF0-4113-9C6F-AE0A96373AB9}" dt="2025-05-13T08:58:56.390" v="75" actId="1036"/>
          <ac:spMkLst>
            <pc:docMk/>
            <pc:sldMk cId="1694068931" sldId="288"/>
            <ac:spMk id="59" creationId="{FAB77688-936A-F529-D1A6-8D5AA87366F0}"/>
          </ac:spMkLst>
        </pc:spChg>
        <pc:spChg chg="add mod">
          <ac:chgData name="Lu,Dr.,Jiaqi (HP Medicine) BII-CN-S" userId="8b183601-9cff-443d-8730-90ebdb48edb2" providerId="ADAL" clId="{976B6960-DEF0-4113-9C6F-AE0A96373AB9}" dt="2025-05-13T08:59:56.404" v="83" actId="164"/>
          <ac:spMkLst>
            <pc:docMk/>
            <pc:sldMk cId="1694068931" sldId="288"/>
            <ac:spMk id="62" creationId="{02892379-6BD3-527E-77E2-5D95E9266715}"/>
          </ac:spMkLst>
        </pc:spChg>
        <pc:spChg chg="add mod">
          <ac:chgData name="Lu,Dr.,Jiaqi (HP Medicine) BII-CN-S" userId="8b183601-9cff-443d-8730-90ebdb48edb2" providerId="ADAL" clId="{976B6960-DEF0-4113-9C6F-AE0A96373AB9}" dt="2025-05-13T09:21:36.894" v="145"/>
          <ac:spMkLst>
            <pc:docMk/>
            <pc:sldMk cId="1694068931" sldId="288"/>
            <ac:spMk id="68" creationId="{2A7A3B7A-8ECC-15CC-3879-4241ACF76121}"/>
          </ac:spMkLst>
        </pc:spChg>
        <pc:spChg chg="mod">
          <ac:chgData name="Lu,Dr.,Jiaqi (HP Medicine) BII-CN-S" userId="8b183601-9cff-443d-8730-90ebdb48edb2" providerId="ADAL" clId="{976B6960-DEF0-4113-9C6F-AE0A96373AB9}" dt="2025-05-13T09:21:42.024" v="146"/>
          <ac:spMkLst>
            <pc:docMk/>
            <pc:sldMk cId="1694068931" sldId="288"/>
            <ac:spMk id="71" creationId="{ABFE615A-AC86-B30D-87AA-CD8A3D0D598F}"/>
          </ac:spMkLst>
        </pc:spChg>
        <pc:spChg chg="mod">
          <ac:chgData name="Lu,Dr.,Jiaqi (HP Medicine) BII-CN-S" userId="8b183601-9cff-443d-8730-90ebdb48edb2" providerId="ADAL" clId="{976B6960-DEF0-4113-9C6F-AE0A96373AB9}" dt="2025-05-13T09:21:42.024" v="146"/>
          <ac:spMkLst>
            <pc:docMk/>
            <pc:sldMk cId="1694068931" sldId="288"/>
            <ac:spMk id="73" creationId="{1021F80B-AE85-5E25-1C5F-A514DEBB2D8E}"/>
          </ac:spMkLst>
        </pc:spChg>
        <pc:spChg chg="mod">
          <ac:chgData name="Lu,Dr.,Jiaqi (HP Medicine) BII-CN-S" userId="8b183601-9cff-443d-8730-90ebdb48edb2" providerId="ADAL" clId="{976B6960-DEF0-4113-9C6F-AE0A96373AB9}" dt="2025-05-13T09:09:54.246" v="98" actId="207"/>
          <ac:spMkLst>
            <pc:docMk/>
            <pc:sldMk cId="1694068931" sldId="288"/>
            <ac:spMk id="137" creationId="{ECAC613F-65A1-90D7-607F-8AA728A61674}"/>
          </ac:spMkLst>
        </pc:spChg>
        <pc:spChg chg="mod">
          <ac:chgData name="Lu,Dr.,Jiaqi (HP Medicine) BII-CN-S" userId="8b183601-9cff-443d-8730-90ebdb48edb2" providerId="ADAL" clId="{976B6960-DEF0-4113-9C6F-AE0A96373AB9}" dt="2025-05-13T09:20:54.378" v="136" actId="164"/>
          <ac:spMkLst>
            <pc:docMk/>
            <pc:sldMk cId="1694068931" sldId="288"/>
            <ac:spMk id="171" creationId="{48AC9D6B-08B0-5B28-DB7F-D957F5967249}"/>
          </ac:spMkLst>
        </pc:spChg>
        <pc:spChg chg="mod">
          <ac:chgData name="Lu,Dr.,Jiaqi (HP Medicine) BII-CN-S" userId="8b183601-9cff-443d-8730-90ebdb48edb2" providerId="ADAL" clId="{976B6960-DEF0-4113-9C6F-AE0A96373AB9}" dt="2025-05-13T09:20:54.378" v="136" actId="164"/>
          <ac:spMkLst>
            <pc:docMk/>
            <pc:sldMk cId="1694068931" sldId="288"/>
            <ac:spMk id="172" creationId="{688EC735-59C3-074F-57F6-EACB1C4A82E7}"/>
          </ac:spMkLst>
        </pc:spChg>
        <pc:spChg chg="add mod">
          <ac:chgData name="Lu,Dr.,Jiaqi (HP Medicine) BII-CN-S" userId="8b183601-9cff-443d-8730-90ebdb48edb2" providerId="ADAL" clId="{976B6960-DEF0-4113-9C6F-AE0A96373AB9}" dt="2025-05-13T09:31:51.358" v="277" actId="1076"/>
          <ac:spMkLst>
            <pc:docMk/>
            <pc:sldMk cId="1694068931" sldId="288"/>
            <ac:spMk id="256" creationId="{05D538FE-3C2E-4095-5FB8-36AEA24A1071}"/>
          </ac:spMkLst>
        </pc:spChg>
        <pc:spChg chg="mod">
          <ac:chgData name="Lu,Dr.,Jiaqi (HP Medicine) BII-CN-S" userId="8b183601-9cff-443d-8730-90ebdb48edb2" providerId="ADAL" clId="{976B6960-DEF0-4113-9C6F-AE0A96373AB9}" dt="2025-05-13T09:20:54.378" v="136" actId="164"/>
          <ac:spMkLst>
            <pc:docMk/>
            <pc:sldMk cId="1694068931" sldId="288"/>
            <ac:spMk id="260" creationId="{3BC71492-5B96-EB58-5309-1D3B48FD3010}"/>
          </ac:spMkLst>
        </pc:spChg>
        <pc:spChg chg="mod">
          <ac:chgData name="Lu,Dr.,Jiaqi (HP Medicine) BII-CN-S" userId="8b183601-9cff-443d-8730-90ebdb48edb2" providerId="ADAL" clId="{976B6960-DEF0-4113-9C6F-AE0A96373AB9}" dt="2025-05-13T09:20:54.378" v="136" actId="164"/>
          <ac:spMkLst>
            <pc:docMk/>
            <pc:sldMk cId="1694068931" sldId="288"/>
            <ac:spMk id="261" creationId="{570EFCEA-0E58-8895-DFD0-80EC203F0724}"/>
          </ac:spMkLst>
        </pc:spChg>
        <pc:spChg chg="mod">
          <ac:chgData name="Lu,Dr.,Jiaqi (HP Medicine) BII-CN-S" userId="8b183601-9cff-443d-8730-90ebdb48edb2" providerId="ADAL" clId="{976B6960-DEF0-4113-9C6F-AE0A96373AB9}" dt="2025-05-13T09:20:54.378" v="136" actId="164"/>
          <ac:spMkLst>
            <pc:docMk/>
            <pc:sldMk cId="1694068931" sldId="288"/>
            <ac:spMk id="264" creationId="{BCAD9CB0-45AE-03C4-A4F8-992A848C21E5}"/>
          </ac:spMkLst>
        </pc:spChg>
        <pc:spChg chg="mod">
          <ac:chgData name="Lu,Dr.,Jiaqi (HP Medicine) BII-CN-S" userId="8b183601-9cff-443d-8730-90ebdb48edb2" providerId="ADAL" clId="{976B6960-DEF0-4113-9C6F-AE0A96373AB9}" dt="2025-05-13T09:20:54.378" v="136" actId="164"/>
          <ac:spMkLst>
            <pc:docMk/>
            <pc:sldMk cId="1694068931" sldId="288"/>
            <ac:spMk id="265" creationId="{95458B5A-FBF2-967F-B13F-2CF58374DA25}"/>
          </ac:spMkLst>
        </pc:spChg>
        <pc:spChg chg="mod">
          <ac:chgData name="Lu,Dr.,Jiaqi (HP Medicine) BII-CN-S" userId="8b183601-9cff-443d-8730-90ebdb48edb2" providerId="ADAL" clId="{976B6960-DEF0-4113-9C6F-AE0A96373AB9}" dt="2025-05-13T09:20:54.378" v="136" actId="164"/>
          <ac:spMkLst>
            <pc:docMk/>
            <pc:sldMk cId="1694068931" sldId="288"/>
            <ac:spMk id="266" creationId="{E855B396-90ED-6C30-A74B-8060283F2DFA}"/>
          </ac:spMkLst>
        </pc:spChg>
        <pc:spChg chg="mod">
          <ac:chgData name="Lu,Dr.,Jiaqi (HP Medicine) BII-CN-S" userId="8b183601-9cff-443d-8730-90ebdb48edb2" providerId="ADAL" clId="{976B6960-DEF0-4113-9C6F-AE0A96373AB9}" dt="2025-05-13T09:20:54.378" v="136" actId="164"/>
          <ac:spMkLst>
            <pc:docMk/>
            <pc:sldMk cId="1694068931" sldId="288"/>
            <ac:spMk id="267" creationId="{6A881379-3C94-39CA-B009-520608DEEB6D}"/>
          </ac:spMkLst>
        </pc:spChg>
        <pc:spChg chg="mod">
          <ac:chgData name="Lu,Dr.,Jiaqi (HP Medicine) BII-CN-S" userId="8b183601-9cff-443d-8730-90ebdb48edb2" providerId="ADAL" clId="{976B6960-DEF0-4113-9C6F-AE0A96373AB9}" dt="2025-05-13T08:58:56.390" v="75" actId="1036"/>
          <ac:spMkLst>
            <pc:docMk/>
            <pc:sldMk cId="1694068931" sldId="288"/>
            <ac:spMk id="278" creationId="{FDAFBB75-8571-4E0F-4D1B-F826757A374F}"/>
          </ac:spMkLst>
        </pc:spChg>
        <pc:spChg chg="mod">
          <ac:chgData name="Lu,Dr.,Jiaqi (HP Medicine) BII-CN-S" userId="8b183601-9cff-443d-8730-90ebdb48edb2" providerId="ADAL" clId="{976B6960-DEF0-4113-9C6F-AE0A96373AB9}" dt="2025-05-13T08:58:56.390" v="75" actId="1036"/>
          <ac:spMkLst>
            <pc:docMk/>
            <pc:sldMk cId="1694068931" sldId="288"/>
            <ac:spMk id="279" creationId="{D41343D4-52BD-33D7-D259-C533EC1C9BB7}"/>
          </ac:spMkLst>
        </pc:spChg>
        <pc:spChg chg="mod">
          <ac:chgData name="Lu,Dr.,Jiaqi (HP Medicine) BII-CN-S" userId="8b183601-9cff-443d-8730-90ebdb48edb2" providerId="ADAL" clId="{976B6960-DEF0-4113-9C6F-AE0A96373AB9}" dt="2025-05-13T09:26:32.258" v="154" actId="164"/>
          <ac:spMkLst>
            <pc:docMk/>
            <pc:sldMk cId="1694068931" sldId="288"/>
            <ac:spMk id="281" creationId="{F803F064-0E90-7E3F-DBF8-F702C7A87849}"/>
          </ac:spMkLst>
        </pc:spChg>
        <pc:spChg chg="mod">
          <ac:chgData name="Lu,Dr.,Jiaqi (HP Medicine) BII-CN-S" userId="8b183601-9cff-443d-8730-90ebdb48edb2" providerId="ADAL" clId="{976B6960-DEF0-4113-9C6F-AE0A96373AB9}" dt="2025-05-13T09:26:32.258" v="154" actId="164"/>
          <ac:spMkLst>
            <pc:docMk/>
            <pc:sldMk cId="1694068931" sldId="288"/>
            <ac:spMk id="282" creationId="{487F1006-6DA8-26E9-6151-BFB63E4469C3}"/>
          </ac:spMkLst>
        </pc:spChg>
        <pc:grpChg chg="mod">
          <ac:chgData name="Lu,Dr.,Jiaqi (HP Medicine) BII-CN-S" userId="8b183601-9cff-443d-8730-90ebdb48edb2" providerId="ADAL" clId="{976B6960-DEF0-4113-9C6F-AE0A96373AB9}" dt="2025-05-13T08:59:56.404" v="83" actId="164"/>
          <ac:grpSpMkLst>
            <pc:docMk/>
            <pc:sldMk cId="1694068931" sldId="288"/>
            <ac:grpSpMk id="31" creationId="{11385317-3E70-D699-FDCA-30AF26A314A9}"/>
          </ac:grpSpMkLst>
        </pc:grpChg>
        <pc:grpChg chg="mod">
          <ac:chgData name="Lu,Dr.,Jiaqi (HP Medicine) BII-CN-S" userId="8b183601-9cff-443d-8730-90ebdb48edb2" providerId="ADAL" clId="{976B6960-DEF0-4113-9C6F-AE0A96373AB9}" dt="2025-05-13T09:26:32.258" v="154" actId="164"/>
          <ac:grpSpMkLst>
            <pc:docMk/>
            <pc:sldMk cId="1694068931" sldId="288"/>
            <ac:grpSpMk id="48" creationId="{718479F9-3DA9-F5B1-5D0E-904F83E1081A}"/>
          </ac:grpSpMkLst>
        </pc:grpChg>
        <pc:grpChg chg="mod">
          <ac:chgData name="Lu,Dr.,Jiaqi (HP Medicine) BII-CN-S" userId="8b183601-9cff-443d-8730-90ebdb48edb2" providerId="ADAL" clId="{976B6960-DEF0-4113-9C6F-AE0A96373AB9}" dt="2025-05-13T09:00:49.574" v="93" actId="164"/>
          <ac:grpSpMkLst>
            <pc:docMk/>
            <pc:sldMk cId="1694068931" sldId="288"/>
            <ac:grpSpMk id="50" creationId="{3A645429-CF12-ABB0-D3B2-6664D8077445}"/>
          </ac:grpSpMkLst>
        </pc:grpChg>
        <pc:grpChg chg="mod">
          <ac:chgData name="Lu,Dr.,Jiaqi (HP Medicine) BII-CN-S" userId="8b183601-9cff-443d-8730-90ebdb48edb2" providerId="ADAL" clId="{976B6960-DEF0-4113-9C6F-AE0A96373AB9}" dt="2025-05-13T09:20:54.378" v="136" actId="164"/>
          <ac:grpSpMkLst>
            <pc:docMk/>
            <pc:sldMk cId="1694068931" sldId="288"/>
            <ac:grpSpMk id="51" creationId="{AA2AAA6E-9174-7887-FBBA-5EADE6878F22}"/>
          </ac:grpSpMkLst>
        </pc:grpChg>
        <pc:grpChg chg="mod">
          <ac:chgData name="Lu,Dr.,Jiaqi (HP Medicine) BII-CN-S" userId="8b183601-9cff-443d-8730-90ebdb48edb2" providerId="ADAL" clId="{976B6960-DEF0-4113-9C6F-AE0A96373AB9}" dt="2025-05-13T08:57:42.056" v="23" actId="164"/>
          <ac:grpSpMkLst>
            <pc:docMk/>
            <pc:sldMk cId="1694068931" sldId="288"/>
            <ac:grpSpMk id="52" creationId="{E5B66C06-B2EB-B2B4-0DDB-78E00EB504E2}"/>
          </ac:grpSpMkLst>
        </pc:grpChg>
        <pc:grpChg chg="add mod">
          <ac:chgData name="Lu,Dr.,Jiaqi (HP Medicine) BII-CN-S" userId="8b183601-9cff-443d-8730-90ebdb48edb2" providerId="ADAL" clId="{976B6960-DEF0-4113-9C6F-AE0A96373AB9}" dt="2025-05-13T08:55:45.177" v="12" actId="164"/>
          <ac:grpSpMkLst>
            <pc:docMk/>
            <pc:sldMk cId="1694068931" sldId="288"/>
            <ac:grpSpMk id="54" creationId="{B07640D1-1EEA-F759-2846-0CDCCB4C0E72}"/>
          </ac:grpSpMkLst>
        </pc:grpChg>
        <pc:grpChg chg="add mod">
          <ac:chgData name="Lu,Dr.,Jiaqi (HP Medicine) BII-CN-S" userId="8b183601-9cff-443d-8730-90ebdb48edb2" providerId="ADAL" clId="{976B6960-DEF0-4113-9C6F-AE0A96373AB9}" dt="2025-05-13T09:20:54.378" v="136" actId="164"/>
          <ac:grpSpMkLst>
            <pc:docMk/>
            <pc:sldMk cId="1694068931" sldId="288"/>
            <ac:grpSpMk id="55" creationId="{DD05A233-364C-D946-F167-8F7192C3992C}"/>
          </ac:grpSpMkLst>
        </pc:grpChg>
        <pc:grpChg chg="add mod">
          <ac:chgData name="Lu,Dr.,Jiaqi (HP Medicine) BII-CN-S" userId="8b183601-9cff-443d-8730-90ebdb48edb2" providerId="ADAL" clId="{976B6960-DEF0-4113-9C6F-AE0A96373AB9}" dt="2025-05-13T08:59:12.780" v="78" actId="1076"/>
          <ac:grpSpMkLst>
            <pc:docMk/>
            <pc:sldMk cId="1694068931" sldId="288"/>
            <ac:grpSpMk id="60" creationId="{04191F8D-6962-891D-DB74-D1DB318BD2C5}"/>
          </ac:grpSpMkLst>
        </pc:grpChg>
        <pc:grpChg chg="add mod">
          <ac:chgData name="Lu,Dr.,Jiaqi (HP Medicine) BII-CN-S" userId="8b183601-9cff-443d-8730-90ebdb48edb2" providerId="ADAL" clId="{976B6960-DEF0-4113-9C6F-AE0A96373AB9}" dt="2025-05-13T09:10:19.217" v="116" actId="1037"/>
          <ac:grpSpMkLst>
            <pc:docMk/>
            <pc:sldMk cId="1694068931" sldId="288"/>
            <ac:grpSpMk id="63" creationId="{47E3E291-E0C2-E54D-DD01-6028C1CB474E}"/>
          </ac:grpSpMkLst>
        </pc:grpChg>
        <pc:grpChg chg="add mod">
          <ac:chgData name="Lu,Dr.,Jiaqi (HP Medicine) BII-CN-S" userId="8b183601-9cff-443d-8730-90ebdb48edb2" providerId="ADAL" clId="{976B6960-DEF0-4113-9C6F-AE0A96373AB9}" dt="2025-05-13T09:20:54.378" v="136" actId="164"/>
          <ac:grpSpMkLst>
            <pc:docMk/>
            <pc:sldMk cId="1694068931" sldId="288"/>
            <ac:grpSpMk id="65" creationId="{AE7E5B80-05A3-B96B-A877-08BE163DB8E0}"/>
          </ac:grpSpMkLst>
        </pc:grpChg>
        <pc:grpChg chg="add mod">
          <ac:chgData name="Lu,Dr.,Jiaqi (HP Medicine) BII-CN-S" userId="8b183601-9cff-443d-8730-90ebdb48edb2" providerId="ADAL" clId="{976B6960-DEF0-4113-9C6F-AE0A96373AB9}" dt="2025-05-13T09:21:51.419" v="148" actId="164"/>
          <ac:grpSpMkLst>
            <pc:docMk/>
            <pc:sldMk cId="1694068931" sldId="288"/>
            <ac:grpSpMk id="69" creationId="{D33167EE-F212-A048-2818-DFF29404CE11}"/>
          </ac:grpSpMkLst>
        </pc:grpChg>
        <pc:grpChg chg="mod">
          <ac:chgData name="Lu,Dr.,Jiaqi (HP Medicine) BII-CN-S" userId="8b183601-9cff-443d-8730-90ebdb48edb2" providerId="ADAL" clId="{976B6960-DEF0-4113-9C6F-AE0A96373AB9}" dt="2025-05-13T09:21:42.024" v="146"/>
          <ac:grpSpMkLst>
            <pc:docMk/>
            <pc:sldMk cId="1694068931" sldId="288"/>
            <ac:grpSpMk id="72" creationId="{1513B95F-4D2C-F4DE-76FD-CE938D32D78A}"/>
          </ac:grpSpMkLst>
        </pc:grpChg>
        <pc:grpChg chg="add mod">
          <ac:chgData name="Lu,Dr.,Jiaqi (HP Medicine) BII-CN-S" userId="8b183601-9cff-443d-8730-90ebdb48edb2" providerId="ADAL" clId="{976B6960-DEF0-4113-9C6F-AE0A96373AB9}" dt="2025-05-13T09:21:51.419" v="148" actId="164"/>
          <ac:grpSpMkLst>
            <pc:docMk/>
            <pc:sldMk cId="1694068931" sldId="288"/>
            <ac:grpSpMk id="75" creationId="{4DF8BCEF-5B1C-9F64-2769-16E75DCB96EA}"/>
          </ac:grpSpMkLst>
        </pc:grpChg>
        <pc:grpChg chg="add mod">
          <ac:chgData name="Lu,Dr.,Jiaqi (HP Medicine) BII-CN-S" userId="8b183601-9cff-443d-8730-90ebdb48edb2" providerId="ADAL" clId="{976B6960-DEF0-4113-9C6F-AE0A96373AB9}" dt="2025-05-13T09:26:32.258" v="154" actId="164"/>
          <ac:grpSpMkLst>
            <pc:docMk/>
            <pc:sldMk cId="1694068931" sldId="288"/>
            <ac:grpSpMk id="76" creationId="{AA9C3EEC-2CCC-6A42-AB90-E30E0B3AF859}"/>
          </ac:grpSpMkLst>
        </pc:grpChg>
        <pc:grpChg chg="mod">
          <ac:chgData name="Lu,Dr.,Jiaqi (HP Medicine) BII-CN-S" userId="8b183601-9cff-443d-8730-90ebdb48edb2" providerId="ADAL" clId="{976B6960-DEF0-4113-9C6F-AE0A96373AB9}" dt="2025-05-13T09:20:54.378" v="136" actId="164"/>
          <ac:grpSpMkLst>
            <pc:docMk/>
            <pc:sldMk cId="1694068931" sldId="288"/>
            <ac:grpSpMk id="259" creationId="{0F2D2AD8-C2BE-3487-F54A-AFFCFEB382BE}"/>
          </ac:grpSpMkLst>
        </pc:grpChg>
        <pc:grpChg chg="add del mod">
          <ac:chgData name="Lu,Dr.,Jiaqi (HP Medicine) BII-CN-S" userId="8b183601-9cff-443d-8730-90ebdb48edb2" providerId="ADAL" clId="{976B6960-DEF0-4113-9C6F-AE0A96373AB9}" dt="2025-05-13T09:18:34.620" v="119" actId="21"/>
          <ac:grpSpMkLst>
            <pc:docMk/>
            <pc:sldMk cId="1694068931" sldId="288"/>
            <ac:grpSpMk id="268" creationId="{94B7301B-B5AA-9024-8194-F298C4B1C351}"/>
          </ac:grpSpMkLst>
        </pc:grpChg>
        <pc:grpChg chg="add mod">
          <ac:chgData name="Lu,Dr.,Jiaqi (HP Medicine) BII-CN-S" userId="8b183601-9cff-443d-8730-90ebdb48edb2" providerId="ADAL" clId="{976B6960-DEF0-4113-9C6F-AE0A96373AB9}" dt="2025-05-13T09:21:51.419" v="148" actId="164"/>
          <ac:grpSpMkLst>
            <pc:docMk/>
            <pc:sldMk cId="1694068931" sldId="288"/>
            <ac:grpSpMk id="275" creationId="{ADCB4018-B673-7678-3C9E-79A6FE83C743}"/>
          </ac:grpSpMkLst>
        </pc:grpChg>
        <pc:picChg chg="mod">
          <ac:chgData name="Lu,Dr.,Jiaqi (HP Medicine) BII-CN-S" userId="8b183601-9cff-443d-8730-90ebdb48edb2" providerId="ADAL" clId="{976B6960-DEF0-4113-9C6F-AE0A96373AB9}" dt="2025-05-13T09:21:42.024" v="146"/>
          <ac:picMkLst>
            <pc:docMk/>
            <pc:sldMk cId="1694068931" sldId="288"/>
            <ac:picMk id="74" creationId="{205171B9-6968-4A5D-250F-E8FCAD5AEB5B}"/>
          </ac:picMkLst>
        </pc:picChg>
        <pc:picChg chg="mod">
          <ac:chgData name="Lu,Dr.,Jiaqi (HP Medicine) BII-CN-S" userId="8b183601-9cff-443d-8730-90ebdb48edb2" providerId="ADAL" clId="{976B6960-DEF0-4113-9C6F-AE0A96373AB9}" dt="2025-05-13T09:20:54.378" v="136" actId="164"/>
          <ac:picMkLst>
            <pc:docMk/>
            <pc:sldMk cId="1694068931" sldId="288"/>
            <ac:picMk id="263" creationId="{D54D7FB6-9609-2692-7D28-1853A5049160}"/>
          </ac:picMkLst>
        </pc:picChg>
        <pc:cxnChg chg="mod">
          <ac:chgData name="Lu,Dr.,Jiaqi (HP Medicine) BII-CN-S" userId="8b183601-9cff-443d-8730-90ebdb48edb2" providerId="ADAL" clId="{976B6960-DEF0-4113-9C6F-AE0A96373AB9}" dt="2025-05-13T09:18:34.620" v="119" actId="21"/>
          <ac:cxnSpMkLst>
            <pc:docMk/>
            <pc:sldMk cId="1694068931" sldId="288"/>
            <ac:cxnSpMk id="64" creationId="{0248D6CA-E3F4-5A41-A737-0BE83FBF3B8F}"/>
          </ac:cxnSpMkLst>
        </pc:cxnChg>
        <pc:cxnChg chg="mod">
          <ac:chgData name="Lu,Dr.,Jiaqi (HP Medicine) BII-CN-S" userId="8b183601-9cff-443d-8730-90ebdb48edb2" providerId="ADAL" clId="{976B6960-DEF0-4113-9C6F-AE0A96373AB9}" dt="2025-05-13T09:20:54.378" v="136" actId="164"/>
          <ac:cxnSpMkLst>
            <pc:docMk/>
            <pc:sldMk cId="1694068931" sldId="288"/>
            <ac:cxnSpMk id="258" creationId="{7DCFDEB2-784A-90A3-BBCA-CF536CE72470}"/>
          </ac:cxnSpMkLst>
        </pc:cxnChg>
        <pc:cxnChg chg="add mod">
          <ac:chgData name="Lu,Dr.,Jiaqi (HP Medicine) BII-CN-S" userId="8b183601-9cff-443d-8730-90ebdb48edb2" providerId="ADAL" clId="{976B6960-DEF0-4113-9C6F-AE0A96373AB9}" dt="2025-05-13T09:20:54.378" v="136" actId="164"/>
          <ac:cxnSpMkLst>
            <pc:docMk/>
            <pc:sldMk cId="1694068931" sldId="288"/>
            <ac:cxnSpMk id="269" creationId="{8816245E-7C29-F2B2-24D8-779031FC8C62}"/>
          </ac:cxnSpMkLst>
        </pc:cxnChg>
        <pc:cxnChg chg="mod">
          <ac:chgData name="Lu,Dr.,Jiaqi (HP Medicine) BII-CN-S" userId="8b183601-9cff-443d-8730-90ebdb48edb2" providerId="ADAL" clId="{976B6960-DEF0-4113-9C6F-AE0A96373AB9}" dt="2025-05-13T08:59:04.892" v="76" actId="14100"/>
          <ac:cxnSpMkLst>
            <pc:docMk/>
            <pc:sldMk cId="1694068931" sldId="288"/>
            <ac:cxnSpMk id="274" creationId="{94A05A4A-F39E-5634-C5B2-139A89E85B22}"/>
          </ac:cxnSpMkLst>
        </pc:cxnChg>
        <pc:cxnChg chg="mod">
          <ac:chgData name="Lu,Dr.,Jiaqi (HP Medicine) BII-CN-S" userId="8b183601-9cff-443d-8730-90ebdb48edb2" providerId="ADAL" clId="{976B6960-DEF0-4113-9C6F-AE0A96373AB9}" dt="2025-05-13T09:26:32.258" v="154" actId="164"/>
          <ac:cxnSpMkLst>
            <pc:docMk/>
            <pc:sldMk cId="1694068931" sldId="288"/>
            <ac:cxnSpMk id="283" creationId="{B6915761-9632-EE6B-3DA6-75CB5F5E5E7D}"/>
          </ac:cxnSpMkLst>
        </pc:cxnChg>
      </pc:sldChg>
      <pc:sldChg chg="modSp mod">
        <pc:chgData name="Lu,Dr.,Jiaqi (HP Medicine) BII-CN-S" userId="8b183601-9cff-443d-8730-90ebdb48edb2" providerId="ADAL" clId="{976B6960-DEF0-4113-9C6F-AE0A96373AB9}" dt="2025-05-14T05:20:51.345" v="518" actId="20577"/>
        <pc:sldMkLst>
          <pc:docMk/>
          <pc:sldMk cId="2312365965" sldId="2147482020"/>
        </pc:sldMkLst>
        <pc:graphicFrameChg chg="mod modGraphic">
          <ac:chgData name="Lu,Dr.,Jiaqi (HP Medicine) BII-CN-S" userId="8b183601-9cff-443d-8730-90ebdb48edb2" providerId="ADAL" clId="{976B6960-DEF0-4113-9C6F-AE0A96373AB9}" dt="2025-05-14T05:20:51.345" v="518" actId="20577"/>
          <ac:graphicFrameMkLst>
            <pc:docMk/>
            <pc:sldMk cId="2312365965" sldId="2147482020"/>
            <ac:graphicFrameMk id="6" creationId="{99E71C16-9E1E-F011-B398-2DD75D956D8F}"/>
          </ac:graphicFrameMkLst>
        </pc:graphicFrameChg>
      </pc:sldChg>
      <pc:sldChg chg="add del mod modShow">
        <pc:chgData name="Lu,Dr.,Jiaqi (HP Medicine) BII-CN-S" userId="8b183601-9cff-443d-8730-90ebdb48edb2" providerId="ADAL" clId="{976B6960-DEF0-4113-9C6F-AE0A96373AB9}" dt="2025-05-14T09:24:52.705" v="522" actId="729"/>
        <pc:sldMkLst>
          <pc:docMk/>
          <pc:sldMk cId="383048560" sldId="2147483166"/>
        </pc:sldMkLst>
      </pc:sldChg>
    </pc:docChg>
  </pc:docChgLst>
  <pc:docChgLst>
    <pc:chgData name="Zhu,Donglei (HP Medicine) BII-CN-S" userId="1b17fa8b-a8cf-4b07-a3b3-65040d469537" providerId="ADAL" clId="{A54EFCAE-1E2D-4F1E-933E-16E135F26B37}"/>
    <pc:docChg chg="undo custSel modSld">
      <pc:chgData name="Zhu,Donglei (HP Medicine) BII-CN-S" userId="1b17fa8b-a8cf-4b07-a3b3-65040d469537" providerId="ADAL" clId="{A54EFCAE-1E2D-4F1E-933E-16E135F26B37}" dt="2025-05-13T03:04:26.909" v="514" actId="313"/>
      <pc:docMkLst>
        <pc:docMk/>
      </pc:docMkLst>
      <pc:sldChg chg="modSp mod">
        <pc:chgData name="Zhu,Donglei (HP Medicine) BII-CN-S" userId="1b17fa8b-a8cf-4b07-a3b3-65040d469537" providerId="ADAL" clId="{A54EFCAE-1E2D-4F1E-933E-16E135F26B37}" dt="2025-05-13T03:04:26.909" v="514" actId="313"/>
        <pc:sldMkLst>
          <pc:docMk/>
          <pc:sldMk cId="2312365965" sldId="2147482020"/>
        </pc:sldMkLst>
        <pc:graphicFrameChg chg="mod modGraphic">
          <ac:chgData name="Zhu,Donglei (HP Medicine) BII-CN-S" userId="1b17fa8b-a8cf-4b07-a3b3-65040d469537" providerId="ADAL" clId="{A54EFCAE-1E2D-4F1E-933E-16E135F26B37}" dt="2025-05-13T03:04:26.909" v="514" actId="313"/>
          <ac:graphicFrameMkLst>
            <pc:docMk/>
            <pc:sldMk cId="2312365965" sldId="2147482020"/>
            <ac:graphicFrameMk id="6" creationId="{99E71C16-9E1E-F011-B398-2DD75D956D8F}"/>
          </ac:graphicFrameMkLst>
        </pc:graphicFrameChg>
      </pc:sldChg>
    </pc:docChg>
  </pc:docChgLst>
  <pc:docChgLst>
    <pc:chgData name="Xue,Nick (HP Medicine) BII-CN-S" userId="S::nick.xue@boehringer-ingelheim.com::ffcf8106-b8a5-4477-9fcd-3abbfcb5a5a5" providerId="AD" clId="Web-{AC9959B1-A60E-D09C-46D0-F00B36806016}"/>
    <pc:docChg chg="modSld">
      <pc:chgData name="Xue,Nick (HP Medicine) BII-CN-S" userId="S::nick.xue@boehringer-ingelheim.com::ffcf8106-b8a5-4477-9fcd-3abbfcb5a5a5" providerId="AD" clId="Web-{AC9959B1-A60E-D09C-46D0-F00B36806016}" dt="2025-05-12T08:26:10.075" v="0"/>
      <pc:docMkLst>
        <pc:docMk/>
      </pc:docMkLst>
      <pc:sldChg chg="mod modShow">
        <pc:chgData name="Xue,Nick (HP Medicine) BII-CN-S" userId="S::nick.xue@boehringer-ingelheim.com::ffcf8106-b8a5-4477-9fcd-3abbfcb5a5a5" providerId="AD" clId="Web-{AC9959B1-A60E-D09C-46D0-F00B36806016}" dt="2025-05-12T08:26:10.075" v="0"/>
        <pc:sldMkLst>
          <pc:docMk/>
          <pc:sldMk cId="2403941500" sldId="2147479481"/>
        </pc:sldMkLst>
      </pc:sldChg>
    </pc:docChg>
  </pc:docChgLst>
  <pc:docChgLst>
    <pc:chgData name="Li,Yuting (HP Medicine) BII-CN-S" userId="ce8fbb54-122c-426d-b8da-fdcc5e1b5022" providerId="ADAL" clId="{617F1930-964B-490F-B5DE-44983F423615}"/>
    <pc:docChg chg="modSld">
      <pc:chgData name="Li,Yuting (HP Medicine) BII-CN-S" userId="ce8fbb54-122c-426d-b8da-fdcc5e1b5022" providerId="ADAL" clId="{617F1930-964B-490F-B5DE-44983F423615}" dt="2025-03-19T02:41:29.309" v="0" actId="729"/>
      <pc:docMkLst>
        <pc:docMk/>
      </pc:docMkLst>
      <pc:sldChg chg="mod modShow">
        <pc:chgData name="Li,Yuting (HP Medicine) BII-CN-S" userId="ce8fbb54-122c-426d-b8da-fdcc5e1b5022" providerId="ADAL" clId="{617F1930-964B-490F-B5DE-44983F423615}" dt="2025-03-19T02:41:29.309" v="0" actId="729"/>
        <pc:sldMkLst>
          <pc:docMk/>
          <pc:sldMk cId="2599587051" sldId="2147483560"/>
        </pc:sldMkLst>
      </pc:sldChg>
    </pc:docChg>
  </pc:docChgLst>
  <pc:docChgLst>
    <pc:chgData name="Lu,Dr.,Jun (DEV) BII-CN-S" userId="S::jun.lu@boehringer-ingelheim.com::ada9f8c4-b385-4812-a8a7-d09abfa5bd19" providerId="AD" clId="Web-{624E11AA-04DE-2BDE-9BA7-78B80EFB15B9}"/>
    <pc:docChg chg="modSld">
      <pc:chgData name="Lu,Dr.,Jun (DEV) BII-CN-S" userId="S::jun.lu@boehringer-ingelheim.com::ada9f8c4-b385-4812-a8a7-d09abfa5bd19" providerId="AD" clId="Web-{624E11AA-04DE-2BDE-9BA7-78B80EFB15B9}" dt="2025-03-21T08:09:09.230" v="0" actId="1076"/>
      <pc:docMkLst>
        <pc:docMk/>
      </pc:docMkLst>
      <pc:sldChg chg="modSp">
        <pc:chgData name="Lu,Dr.,Jun (DEV) BII-CN-S" userId="S::jun.lu@boehringer-ingelheim.com::ada9f8c4-b385-4812-a8a7-d09abfa5bd19" providerId="AD" clId="Web-{624E11AA-04DE-2BDE-9BA7-78B80EFB15B9}" dt="2025-03-21T08:09:09.230" v="0" actId="1076"/>
        <pc:sldMkLst>
          <pc:docMk/>
          <pc:sldMk cId="4137408665" sldId="2147483383"/>
        </pc:sldMkLst>
        <pc:picChg chg="mod">
          <ac:chgData name="Lu,Dr.,Jun (DEV) BII-CN-S" userId="S::jun.lu@boehringer-ingelheim.com::ada9f8c4-b385-4812-a8a7-d09abfa5bd19" providerId="AD" clId="Web-{624E11AA-04DE-2BDE-9BA7-78B80EFB15B9}" dt="2025-03-21T08:09:09.230" v="0" actId="1076"/>
          <ac:picMkLst>
            <pc:docMk/>
            <pc:sldMk cId="4137408665" sldId="2147483383"/>
            <ac:picMk id="8" creationId="{6F90E172-D519-F9FF-0F9B-37C0B6CE27CF}"/>
          </ac:picMkLst>
        </pc:picChg>
      </pc:sldChg>
    </pc:docChg>
  </pc:docChgLst>
  <pc:docChgLst>
    <pc:chgData name="Xue,Nick (HP Medicine) BII-CN-S" userId="ffcf8106-b8a5-4477-9fcd-3abbfcb5a5a5" providerId="ADAL" clId="{F7145F6C-5FE1-47A0-AE5E-592CC4FEEB80}"/>
    <pc:docChg chg="custSel delSld modSld delMainMaster">
      <pc:chgData name="Xue,Nick (HP Medicine) BII-CN-S" userId="ffcf8106-b8a5-4477-9fcd-3abbfcb5a5a5" providerId="ADAL" clId="{F7145F6C-5FE1-47A0-AE5E-592CC4FEEB80}" dt="2025-05-13T03:10:08.775" v="1887" actId="20577"/>
      <pc:docMkLst>
        <pc:docMk/>
      </pc:docMkLst>
      <pc:sldChg chg="del">
        <pc:chgData name="Xue,Nick (HP Medicine) BII-CN-S" userId="ffcf8106-b8a5-4477-9fcd-3abbfcb5a5a5" providerId="ADAL" clId="{F7145F6C-5FE1-47A0-AE5E-592CC4FEEB80}" dt="2025-05-13T02:13:34.708" v="1879" actId="47"/>
        <pc:sldMkLst>
          <pc:docMk/>
          <pc:sldMk cId="445943265" sldId="9861"/>
        </pc:sldMkLst>
      </pc:sldChg>
      <pc:sldChg chg="del">
        <pc:chgData name="Xue,Nick (HP Medicine) BII-CN-S" userId="ffcf8106-b8a5-4477-9fcd-3abbfcb5a5a5" providerId="ADAL" clId="{F7145F6C-5FE1-47A0-AE5E-592CC4FEEB80}" dt="2025-05-13T02:13:29.040" v="1878" actId="47"/>
        <pc:sldMkLst>
          <pc:docMk/>
          <pc:sldMk cId="1811456729" sldId="2147480030"/>
        </pc:sldMkLst>
      </pc:sldChg>
      <pc:sldChg chg="modSp mod modCm">
        <pc:chgData name="Xue,Nick (HP Medicine) BII-CN-S" userId="ffcf8106-b8a5-4477-9fcd-3abbfcb5a5a5" providerId="ADAL" clId="{F7145F6C-5FE1-47A0-AE5E-592CC4FEEB80}" dt="2025-05-13T03:10:08.775" v="1887" actId="20577"/>
        <pc:sldMkLst>
          <pc:docMk/>
          <pc:sldMk cId="2403642064" sldId="2147482017"/>
        </pc:sldMkLst>
        <pc:graphicFrameChg chg="mod modGraphic">
          <ac:chgData name="Xue,Nick (HP Medicine) BII-CN-S" userId="ffcf8106-b8a5-4477-9fcd-3abbfcb5a5a5" providerId="ADAL" clId="{F7145F6C-5FE1-47A0-AE5E-592CC4FEEB80}" dt="2025-05-13T03:10:08.775" v="1887" actId="20577"/>
          <ac:graphicFrameMkLst>
            <pc:docMk/>
            <pc:sldMk cId="2403642064" sldId="2147482017"/>
            <ac:graphicFrameMk id="6" creationId="{99E71C16-9E1E-F011-B398-2DD75D956D8F}"/>
          </ac:graphicFrameMkLst>
        </pc:graphicFrameChg>
      </pc:sldChg>
      <pc:sldChg chg="modSp mod modCm">
        <pc:chgData name="Xue,Nick (HP Medicine) BII-CN-S" userId="ffcf8106-b8a5-4477-9fcd-3abbfcb5a5a5" providerId="ADAL" clId="{F7145F6C-5FE1-47A0-AE5E-592CC4FEEB80}" dt="2025-05-13T02:09:43.869" v="1877" actId="20577"/>
        <pc:sldMkLst>
          <pc:docMk/>
          <pc:sldMk cId="2312365965" sldId="2147482020"/>
        </pc:sldMkLst>
        <pc:graphicFrameChg chg="mod modGraphic">
          <ac:chgData name="Xue,Nick (HP Medicine) BII-CN-S" userId="ffcf8106-b8a5-4477-9fcd-3abbfcb5a5a5" providerId="ADAL" clId="{F7145F6C-5FE1-47A0-AE5E-592CC4FEEB80}" dt="2025-05-13T02:09:43.869" v="1877" actId="20577"/>
          <ac:graphicFrameMkLst>
            <pc:docMk/>
            <pc:sldMk cId="2312365965" sldId="2147482020"/>
            <ac:graphicFrameMk id="6" creationId="{99E71C16-9E1E-F011-B398-2DD75D956D8F}"/>
          </ac:graphicFrameMkLst>
        </pc:graphicFrameChg>
      </pc:sldChg>
      <pc:sldMasterChg chg="del delSldLayout">
        <pc:chgData name="Xue,Nick (HP Medicine) BII-CN-S" userId="ffcf8106-b8a5-4477-9fcd-3abbfcb5a5a5" providerId="ADAL" clId="{F7145F6C-5FE1-47A0-AE5E-592CC4FEEB80}" dt="2025-05-13T02:13:34.708" v="1879" actId="47"/>
        <pc:sldMasterMkLst>
          <pc:docMk/>
          <pc:sldMasterMk cId="3304341634" sldId="2147483869"/>
        </pc:sldMasterMkLst>
        <pc:sldLayoutChg chg="del">
          <pc:chgData name="Xue,Nick (HP Medicine) BII-CN-S" userId="ffcf8106-b8a5-4477-9fcd-3abbfcb5a5a5" providerId="ADAL" clId="{F7145F6C-5FE1-47A0-AE5E-592CC4FEEB80}" dt="2025-05-13T02:13:34.708" v="1879" actId="47"/>
          <pc:sldLayoutMkLst>
            <pc:docMk/>
            <pc:sldMasterMk cId="3304341634" sldId="2147483869"/>
            <pc:sldLayoutMk cId="2553128943" sldId="2147483870"/>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1364627281" sldId="2147483871"/>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2716498088" sldId="2147483872"/>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1653541942" sldId="2147483873"/>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3876336195" sldId="2147483874"/>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4043809358" sldId="2147483875"/>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1691333440" sldId="2147483876"/>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1218548446" sldId="2147483877"/>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1349702853" sldId="2147483878"/>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2144760016" sldId="2147483879"/>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3288881121" sldId="2147483880"/>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1547077643" sldId="2147483881"/>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2537886301" sldId="2147483882"/>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2340434378" sldId="2147483883"/>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2392258471" sldId="2147483884"/>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291489363" sldId="2147483885"/>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2541689719" sldId="2147483886"/>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3492831535" sldId="2147483887"/>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1283210198" sldId="2147483888"/>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3457167737" sldId="2147483889"/>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2154008916" sldId="2147483890"/>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2555882423" sldId="2147483891"/>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2033711165" sldId="2147483892"/>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703991550" sldId="2147483893"/>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777044128" sldId="2147483894"/>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1744694089" sldId="2147483895"/>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4126663055" sldId="2147483896"/>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1476549953" sldId="2147483897"/>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3173851347" sldId="2147483898"/>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1677711610" sldId="2147483899"/>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63823240" sldId="2147483900"/>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855251288" sldId="2147483901"/>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2045212528" sldId="2147483902"/>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3586957537" sldId="2147483903"/>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4232152001" sldId="2147483904"/>
          </pc:sldLayoutMkLst>
        </pc:sldLayoutChg>
        <pc:sldLayoutChg chg="del">
          <pc:chgData name="Xue,Nick (HP Medicine) BII-CN-S" userId="ffcf8106-b8a5-4477-9fcd-3abbfcb5a5a5" providerId="ADAL" clId="{F7145F6C-5FE1-47A0-AE5E-592CC4FEEB80}" dt="2025-05-13T02:13:34.708" v="1879" actId="47"/>
          <pc:sldLayoutMkLst>
            <pc:docMk/>
            <pc:sldMasterMk cId="3304341634" sldId="2147483869"/>
            <pc:sldLayoutMk cId="753092279" sldId="2147483905"/>
          </pc:sldLayoutMkLst>
        </pc:sldLayoutChg>
      </pc:sldMasterChg>
    </pc:docChg>
  </pc:docChgLst>
  <pc:docChgLst>
    <pc:chgData name="Lu,Dr.,Jiaqi (HP Medicine) BII-CN-S" userId="8b183601-9cff-443d-8730-90ebdb48edb2" providerId="ADAL" clId="{66284CB8-3663-455C-BF3E-B0A379FEDA19}"/>
    <pc:docChg chg="undo redo custSel addSld delSld modSld sldOrd addMainMaster delMainMaster">
      <pc:chgData name="Lu,Dr.,Jiaqi (HP Medicine) BII-CN-S" userId="8b183601-9cff-443d-8730-90ebdb48edb2" providerId="ADAL" clId="{66284CB8-3663-455C-BF3E-B0A379FEDA19}" dt="2025-05-13T07:38:38.870" v="682" actId="20577"/>
      <pc:docMkLst>
        <pc:docMk/>
      </pc:docMkLst>
      <pc:sldChg chg="addSp modSp del mod modShow">
        <pc:chgData name="Lu,Dr.,Jiaqi (HP Medicine) BII-CN-S" userId="8b183601-9cff-443d-8730-90ebdb48edb2" providerId="ADAL" clId="{66284CB8-3663-455C-BF3E-B0A379FEDA19}" dt="2025-05-13T01:48:53.292" v="564" actId="47"/>
        <pc:sldMkLst>
          <pc:docMk/>
          <pc:sldMk cId="3913407974" sldId="259"/>
        </pc:sldMkLst>
        <pc:spChg chg="mod">
          <ac:chgData name="Lu,Dr.,Jiaqi (HP Medicine) BII-CN-S" userId="8b183601-9cff-443d-8730-90ebdb48edb2" providerId="ADAL" clId="{66284CB8-3663-455C-BF3E-B0A379FEDA19}" dt="2025-05-12T03:32:15.329" v="16" actId="20577"/>
          <ac:spMkLst>
            <pc:docMk/>
            <pc:sldMk cId="3913407974" sldId="259"/>
            <ac:spMk id="2" creationId="{A2A3D7C7-1B9F-EBBD-DF90-F016194D15A4}"/>
          </ac:spMkLst>
        </pc:spChg>
        <pc:graphicFrameChg chg="modGraphic">
          <ac:chgData name="Lu,Dr.,Jiaqi (HP Medicine) BII-CN-S" userId="8b183601-9cff-443d-8730-90ebdb48edb2" providerId="ADAL" clId="{66284CB8-3663-455C-BF3E-B0A379FEDA19}" dt="2025-05-12T09:43:04.766" v="19" actId="6549"/>
          <ac:graphicFrameMkLst>
            <pc:docMk/>
            <pc:sldMk cId="3913407974" sldId="259"/>
            <ac:graphicFrameMk id="7" creationId="{E6411E77-F747-00CB-4205-62F6D5F0D34E}"/>
          </ac:graphicFrameMkLst>
        </pc:graphicFrameChg>
        <pc:picChg chg="add">
          <ac:chgData name="Lu,Dr.,Jiaqi (HP Medicine) BII-CN-S" userId="8b183601-9cff-443d-8730-90ebdb48edb2" providerId="ADAL" clId="{66284CB8-3663-455C-BF3E-B0A379FEDA19}" dt="2025-05-12T09:54:18.347" v="27"/>
          <ac:picMkLst>
            <pc:docMk/>
            <pc:sldMk cId="3913407974" sldId="259"/>
            <ac:picMk id="1026" creationId="{098F76E7-884D-F958-531D-1245724C7B3E}"/>
          </ac:picMkLst>
        </pc:picChg>
      </pc:sldChg>
      <pc:sldChg chg="del">
        <pc:chgData name="Lu,Dr.,Jiaqi (HP Medicine) BII-CN-S" userId="8b183601-9cff-443d-8730-90ebdb48edb2" providerId="ADAL" clId="{66284CB8-3663-455C-BF3E-B0A379FEDA19}" dt="2025-05-12T09:44:11.918" v="22" actId="47"/>
        <pc:sldMkLst>
          <pc:docMk/>
          <pc:sldMk cId="1242800623" sldId="260"/>
        </pc:sldMkLst>
      </pc:sldChg>
      <pc:sldChg chg="del">
        <pc:chgData name="Lu,Dr.,Jiaqi (HP Medicine) BII-CN-S" userId="8b183601-9cff-443d-8730-90ebdb48edb2" providerId="ADAL" clId="{66284CB8-3663-455C-BF3E-B0A379FEDA19}" dt="2025-05-12T03:30:54.204" v="3" actId="47"/>
        <pc:sldMkLst>
          <pc:docMk/>
          <pc:sldMk cId="2427368084" sldId="261"/>
        </pc:sldMkLst>
      </pc:sldChg>
      <pc:sldChg chg="del">
        <pc:chgData name="Lu,Dr.,Jiaqi (HP Medicine) BII-CN-S" userId="8b183601-9cff-443d-8730-90ebdb48edb2" providerId="ADAL" clId="{66284CB8-3663-455C-BF3E-B0A379FEDA19}" dt="2025-05-12T03:32:07.517" v="9" actId="47"/>
        <pc:sldMkLst>
          <pc:docMk/>
          <pc:sldMk cId="412382922" sldId="262"/>
        </pc:sldMkLst>
      </pc:sldChg>
      <pc:sldChg chg="del">
        <pc:chgData name="Lu,Dr.,Jiaqi (HP Medicine) BII-CN-S" userId="8b183601-9cff-443d-8730-90ebdb48edb2" providerId="ADAL" clId="{66284CB8-3663-455C-BF3E-B0A379FEDA19}" dt="2025-05-12T03:32:07.517" v="9" actId="47"/>
        <pc:sldMkLst>
          <pc:docMk/>
          <pc:sldMk cId="1076094881" sldId="263"/>
        </pc:sldMkLst>
      </pc:sldChg>
      <pc:sldChg chg="del">
        <pc:chgData name="Lu,Dr.,Jiaqi (HP Medicine) BII-CN-S" userId="8b183601-9cff-443d-8730-90ebdb48edb2" providerId="ADAL" clId="{66284CB8-3663-455C-BF3E-B0A379FEDA19}" dt="2025-05-12T03:32:07.517" v="9" actId="47"/>
        <pc:sldMkLst>
          <pc:docMk/>
          <pc:sldMk cId="4230137375" sldId="264"/>
        </pc:sldMkLst>
      </pc:sldChg>
      <pc:sldChg chg="del">
        <pc:chgData name="Lu,Dr.,Jiaqi (HP Medicine) BII-CN-S" userId="8b183601-9cff-443d-8730-90ebdb48edb2" providerId="ADAL" clId="{66284CB8-3663-455C-BF3E-B0A379FEDA19}" dt="2025-05-12T09:43:53.105" v="21" actId="47"/>
        <pc:sldMkLst>
          <pc:docMk/>
          <pc:sldMk cId="4154466867" sldId="265"/>
        </pc:sldMkLst>
      </pc:sldChg>
      <pc:sldChg chg="del">
        <pc:chgData name="Lu,Dr.,Jiaqi (HP Medicine) BII-CN-S" userId="8b183601-9cff-443d-8730-90ebdb48edb2" providerId="ADAL" clId="{66284CB8-3663-455C-BF3E-B0A379FEDA19}" dt="2025-05-12T09:43:53.105" v="21" actId="47"/>
        <pc:sldMkLst>
          <pc:docMk/>
          <pc:sldMk cId="3463934604" sldId="266"/>
        </pc:sldMkLst>
      </pc:sldChg>
      <pc:sldChg chg="del">
        <pc:chgData name="Lu,Dr.,Jiaqi (HP Medicine) BII-CN-S" userId="8b183601-9cff-443d-8730-90ebdb48edb2" providerId="ADAL" clId="{66284CB8-3663-455C-BF3E-B0A379FEDA19}" dt="2025-05-12T03:30:54.204" v="3" actId="47"/>
        <pc:sldMkLst>
          <pc:docMk/>
          <pc:sldMk cId="4239279178" sldId="271"/>
        </pc:sldMkLst>
      </pc:sldChg>
      <pc:sldChg chg="modSp add del mod modAnim modShow">
        <pc:chgData name="Lu,Dr.,Jiaqi (HP Medicine) BII-CN-S" userId="8b183601-9cff-443d-8730-90ebdb48edb2" providerId="ADAL" clId="{66284CB8-3663-455C-BF3E-B0A379FEDA19}" dt="2025-05-13T07:17:51.666" v="639"/>
        <pc:sldMkLst>
          <pc:docMk/>
          <pc:sldMk cId="1694068931" sldId="288"/>
        </pc:sldMkLst>
        <pc:grpChg chg="ord">
          <ac:chgData name="Lu,Dr.,Jiaqi (HP Medicine) BII-CN-S" userId="8b183601-9cff-443d-8730-90ebdb48edb2" providerId="ADAL" clId="{66284CB8-3663-455C-BF3E-B0A379FEDA19}" dt="2025-05-13T02:57:44.464" v="565" actId="166"/>
          <ac:grpSpMkLst>
            <pc:docMk/>
            <pc:sldMk cId="1694068931" sldId="288"/>
            <ac:grpSpMk id="51" creationId="{AA2AAA6E-9174-7887-FBBA-5EADE6878F22}"/>
          </ac:grpSpMkLst>
        </pc:grpChg>
      </pc:sldChg>
      <pc:sldChg chg="add del mod modShow">
        <pc:chgData name="Lu,Dr.,Jiaqi (HP Medicine) BII-CN-S" userId="8b183601-9cff-443d-8730-90ebdb48edb2" providerId="ADAL" clId="{66284CB8-3663-455C-BF3E-B0A379FEDA19}" dt="2025-05-13T01:48:02.778" v="533" actId="729"/>
        <pc:sldMkLst>
          <pc:docMk/>
          <pc:sldMk cId="615763375" sldId="9815"/>
        </pc:sldMkLst>
      </pc:sldChg>
      <pc:sldChg chg="modSp mod">
        <pc:chgData name="Lu,Dr.,Jiaqi (HP Medicine) BII-CN-S" userId="8b183601-9cff-443d-8730-90ebdb48edb2" providerId="ADAL" clId="{66284CB8-3663-455C-BF3E-B0A379FEDA19}" dt="2025-05-12T03:30:43.712" v="2" actId="20577"/>
        <pc:sldMkLst>
          <pc:docMk/>
          <pc:sldMk cId="1922158299" sldId="9848"/>
        </pc:sldMkLst>
        <pc:spChg chg="mod">
          <ac:chgData name="Lu,Dr.,Jiaqi (HP Medicine) BII-CN-S" userId="8b183601-9cff-443d-8730-90ebdb48edb2" providerId="ADAL" clId="{66284CB8-3663-455C-BF3E-B0A379FEDA19}" dt="2025-05-12T03:30:43.712" v="2" actId="20577"/>
          <ac:spMkLst>
            <pc:docMk/>
            <pc:sldMk cId="1922158299" sldId="9848"/>
            <ac:spMk id="3" creationId="{692796CB-E2C8-8508-DF5A-FC10693F0AFB}"/>
          </ac:spMkLst>
        </pc:spChg>
      </pc:sldChg>
      <pc:sldChg chg="add del mod ord modShow">
        <pc:chgData name="Lu,Dr.,Jiaqi (HP Medicine) BII-CN-S" userId="8b183601-9cff-443d-8730-90ebdb48edb2" providerId="ADAL" clId="{66284CB8-3663-455C-BF3E-B0A379FEDA19}" dt="2025-05-13T01:38:31.217" v="207"/>
        <pc:sldMkLst>
          <pc:docMk/>
          <pc:sldMk cId="445943265" sldId="9861"/>
        </pc:sldMkLst>
      </pc:sldChg>
      <pc:sldChg chg="del">
        <pc:chgData name="Lu,Dr.,Jiaqi (HP Medicine) BII-CN-S" userId="8b183601-9cff-443d-8730-90ebdb48edb2" providerId="ADAL" clId="{66284CB8-3663-455C-BF3E-B0A379FEDA19}" dt="2025-05-13T01:38:28.986" v="205" actId="47"/>
        <pc:sldMkLst>
          <pc:docMk/>
          <pc:sldMk cId="2403941500" sldId="2147479481"/>
        </pc:sldMkLst>
      </pc:sldChg>
      <pc:sldChg chg="del">
        <pc:chgData name="Lu,Dr.,Jiaqi (HP Medicine) BII-CN-S" userId="8b183601-9cff-443d-8730-90ebdb48edb2" providerId="ADAL" clId="{66284CB8-3663-455C-BF3E-B0A379FEDA19}" dt="2025-05-12T09:44:11.918" v="22" actId="47"/>
        <pc:sldMkLst>
          <pc:docMk/>
          <pc:sldMk cId="1811456729" sldId="2147480030"/>
        </pc:sldMkLst>
      </pc:sldChg>
      <pc:sldChg chg="modSp mod">
        <pc:chgData name="Lu,Dr.,Jiaqi (HP Medicine) BII-CN-S" userId="8b183601-9cff-443d-8730-90ebdb48edb2" providerId="ADAL" clId="{66284CB8-3663-455C-BF3E-B0A379FEDA19}" dt="2025-05-13T07:38:38.870" v="682" actId="20577"/>
        <pc:sldMkLst>
          <pc:docMk/>
          <pc:sldMk cId="2403642064" sldId="2147482017"/>
        </pc:sldMkLst>
        <pc:graphicFrameChg chg="mod modGraphic">
          <ac:chgData name="Lu,Dr.,Jiaqi (HP Medicine) BII-CN-S" userId="8b183601-9cff-443d-8730-90ebdb48edb2" providerId="ADAL" clId="{66284CB8-3663-455C-BF3E-B0A379FEDA19}" dt="2025-05-13T07:38:38.870" v="682" actId="20577"/>
          <ac:graphicFrameMkLst>
            <pc:docMk/>
            <pc:sldMk cId="2403642064" sldId="2147482017"/>
            <ac:graphicFrameMk id="6" creationId="{99E71C16-9E1E-F011-B398-2DD75D956D8F}"/>
          </ac:graphicFrameMkLst>
        </pc:graphicFrameChg>
      </pc:sldChg>
      <pc:sldChg chg="modSp mod ord">
        <pc:chgData name="Lu,Dr.,Jiaqi (HP Medicine) BII-CN-S" userId="8b183601-9cff-443d-8730-90ebdb48edb2" providerId="ADAL" clId="{66284CB8-3663-455C-BF3E-B0A379FEDA19}" dt="2025-05-13T07:37:17.565" v="681" actId="1076"/>
        <pc:sldMkLst>
          <pc:docMk/>
          <pc:sldMk cId="2312365965" sldId="2147482020"/>
        </pc:sldMkLst>
        <pc:spChg chg="mod">
          <ac:chgData name="Lu,Dr.,Jiaqi (HP Medicine) BII-CN-S" userId="8b183601-9cff-443d-8730-90ebdb48edb2" providerId="ADAL" clId="{66284CB8-3663-455C-BF3E-B0A379FEDA19}" dt="2025-05-13T07:37:17.565" v="681" actId="1076"/>
          <ac:spMkLst>
            <pc:docMk/>
            <pc:sldMk cId="2312365965" sldId="2147482020"/>
            <ac:spMk id="11" creationId="{7104E3B0-A385-491A-68DF-93F38CDB65E5}"/>
          </ac:spMkLst>
        </pc:spChg>
        <pc:spChg chg="mod">
          <ac:chgData name="Lu,Dr.,Jiaqi (HP Medicine) BII-CN-S" userId="8b183601-9cff-443d-8730-90ebdb48edb2" providerId="ADAL" clId="{66284CB8-3663-455C-BF3E-B0A379FEDA19}" dt="2025-05-13T07:37:17.565" v="681" actId="1076"/>
          <ac:spMkLst>
            <pc:docMk/>
            <pc:sldMk cId="2312365965" sldId="2147482020"/>
            <ac:spMk id="12" creationId="{828FA8B4-1632-34E2-85CA-9771417FD3DB}"/>
          </ac:spMkLst>
        </pc:spChg>
        <pc:spChg chg="mod">
          <ac:chgData name="Lu,Dr.,Jiaqi (HP Medicine) BII-CN-S" userId="8b183601-9cff-443d-8730-90ebdb48edb2" providerId="ADAL" clId="{66284CB8-3663-455C-BF3E-B0A379FEDA19}" dt="2025-05-13T07:37:17.565" v="681" actId="1076"/>
          <ac:spMkLst>
            <pc:docMk/>
            <pc:sldMk cId="2312365965" sldId="2147482020"/>
            <ac:spMk id="13" creationId="{ABAA68EE-A24B-6453-449D-0C81D4589AE6}"/>
          </ac:spMkLst>
        </pc:spChg>
        <pc:spChg chg="mod">
          <ac:chgData name="Lu,Dr.,Jiaqi (HP Medicine) BII-CN-S" userId="8b183601-9cff-443d-8730-90ebdb48edb2" providerId="ADAL" clId="{66284CB8-3663-455C-BF3E-B0A379FEDA19}" dt="2025-05-13T07:37:17.565" v="681" actId="1076"/>
          <ac:spMkLst>
            <pc:docMk/>
            <pc:sldMk cId="2312365965" sldId="2147482020"/>
            <ac:spMk id="14" creationId="{FC468952-BCBE-275F-8436-15F0E1D700BD}"/>
          </ac:spMkLst>
        </pc:spChg>
        <pc:graphicFrameChg chg="mod modGraphic">
          <ac:chgData name="Lu,Dr.,Jiaqi (HP Medicine) BII-CN-S" userId="8b183601-9cff-443d-8730-90ebdb48edb2" providerId="ADAL" clId="{66284CB8-3663-455C-BF3E-B0A379FEDA19}" dt="2025-05-13T07:36:58.926" v="680" actId="13926"/>
          <ac:graphicFrameMkLst>
            <pc:docMk/>
            <pc:sldMk cId="2312365965" sldId="2147482020"/>
            <ac:graphicFrameMk id="6" creationId="{99E71C16-9E1E-F011-B398-2DD75D956D8F}"/>
          </ac:graphicFrameMkLst>
        </pc:graphicFrameChg>
      </pc:sldChg>
      <pc:sldChg chg="add del">
        <pc:chgData name="Lu,Dr.,Jiaqi (HP Medicine) BII-CN-S" userId="8b183601-9cff-443d-8730-90ebdb48edb2" providerId="ADAL" clId="{66284CB8-3663-455C-BF3E-B0A379FEDA19}" dt="2025-05-12T09:44:43.425" v="25" actId="47"/>
        <pc:sldMkLst>
          <pc:docMk/>
          <pc:sldMk cId="3851571110" sldId="2147482737"/>
        </pc:sldMkLst>
      </pc:sldChg>
      <pc:sldChg chg="del">
        <pc:chgData name="Lu,Dr.,Jiaqi (HP Medicine) BII-CN-S" userId="8b183601-9cff-443d-8730-90ebdb48edb2" providerId="ADAL" clId="{66284CB8-3663-455C-BF3E-B0A379FEDA19}" dt="2025-05-12T09:44:11.918" v="22" actId="47"/>
        <pc:sldMkLst>
          <pc:docMk/>
          <pc:sldMk cId="1746500318" sldId="2147483307"/>
        </pc:sldMkLst>
      </pc:sldChg>
      <pc:sldChg chg="del">
        <pc:chgData name="Lu,Dr.,Jiaqi (HP Medicine) BII-CN-S" userId="8b183601-9cff-443d-8730-90ebdb48edb2" providerId="ADAL" clId="{66284CB8-3663-455C-BF3E-B0A379FEDA19}" dt="2025-05-13T01:48:48.674" v="563" actId="47"/>
        <pc:sldMkLst>
          <pc:docMk/>
          <pc:sldMk cId="4137408665" sldId="2147483383"/>
        </pc:sldMkLst>
      </pc:sldChg>
      <pc:sldChg chg="del">
        <pc:chgData name="Lu,Dr.,Jiaqi (HP Medicine) BII-CN-S" userId="8b183601-9cff-443d-8730-90ebdb48edb2" providerId="ADAL" clId="{66284CB8-3663-455C-BF3E-B0A379FEDA19}" dt="2025-05-12T03:32:07.517" v="9" actId="47"/>
        <pc:sldMkLst>
          <pc:docMk/>
          <pc:sldMk cId="3621052450" sldId="2147483559"/>
        </pc:sldMkLst>
      </pc:sldChg>
      <pc:sldChg chg="add del mod modShow">
        <pc:chgData name="Lu,Dr.,Jiaqi (HP Medicine) BII-CN-S" userId="8b183601-9cff-443d-8730-90ebdb48edb2" providerId="ADAL" clId="{66284CB8-3663-455C-BF3E-B0A379FEDA19}" dt="2025-05-12T09:59:46.842" v="128" actId="47"/>
        <pc:sldMkLst>
          <pc:docMk/>
          <pc:sldMk cId="2599587051" sldId="2147483560"/>
        </pc:sldMkLst>
      </pc:sldChg>
      <pc:sldChg chg="del">
        <pc:chgData name="Lu,Dr.,Jiaqi (HP Medicine) BII-CN-S" userId="8b183601-9cff-443d-8730-90ebdb48edb2" providerId="ADAL" clId="{66284CB8-3663-455C-BF3E-B0A379FEDA19}" dt="2025-05-12T09:44:11.918" v="22" actId="47"/>
        <pc:sldMkLst>
          <pc:docMk/>
          <pc:sldMk cId="1451915959" sldId="2147483561"/>
        </pc:sldMkLst>
      </pc:sldChg>
      <pc:sldChg chg="del">
        <pc:chgData name="Lu,Dr.,Jiaqi (HP Medicine) BII-CN-S" userId="8b183601-9cff-443d-8730-90ebdb48edb2" providerId="ADAL" clId="{66284CB8-3663-455C-BF3E-B0A379FEDA19}" dt="2025-05-12T03:32:07.517" v="9" actId="47"/>
        <pc:sldMkLst>
          <pc:docMk/>
          <pc:sldMk cId="1453380712" sldId="2147483563"/>
        </pc:sldMkLst>
      </pc:sldChg>
      <pc:sldChg chg="del">
        <pc:chgData name="Lu,Dr.,Jiaqi (HP Medicine) BII-CN-S" userId="8b183601-9cff-443d-8730-90ebdb48edb2" providerId="ADAL" clId="{66284CB8-3663-455C-BF3E-B0A379FEDA19}" dt="2025-05-12T09:44:11.918" v="22" actId="47"/>
        <pc:sldMkLst>
          <pc:docMk/>
          <pc:sldMk cId="2409190097" sldId="2147483564"/>
        </pc:sldMkLst>
      </pc:sldChg>
      <pc:sldChg chg="add del">
        <pc:chgData name="Lu,Dr.,Jiaqi (HP Medicine) BII-CN-S" userId="8b183601-9cff-443d-8730-90ebdb48edb2" providerId="ADAL" clId="{66284CB8-3663-455C-BF3E-B0A379FEDA19}" dt="2025-05-12T03:31:13.828" v="6"/>
        <pc:sldMkLst>
          <pc:docMk/>
          <pc:sldMk cId="919598383" sldId="2147483636"/>
        </pc:sldMkLst>
      </pc:sldChg>
      <pc:sldChg chg="addSp delSp modSp new mod ord">
        <pc:chgData name="Lu,Dr.,Jiaqi (HP Medicine) BII-CN-S" userId="8b183601-9cff-443d-8730-90ebdb48edb2" providerId="ADAL" clId="{66284CB8-3663-455C-BF3E-B0A379FEDA19}" dt="2025-05-13T05:53:36.294" v="637" actId="207"/>
        <pc:sldMkLst>
          <pc:docMk/>
          <pc:sldMk cId="3138329897" sldId="2147483637"/>
        </pc:sldMkLst>
        <pc:spChg chg="del">
          <ac:chgData name="Lu,Dr.,Jiaqi (HP Medicine) BII-CN-S" userId="8b183601-9cff-443d-8730-90ebdb48edb2" providerId="ADAL" clId="{66284CB8-3663-455C-BF3E-B0A379FEDA19}" dt="2025-05-12T09:54:25.971" v="29" actId="478"/>
          <ac:spMkLst>
            <pc:docMk/>
            <pc:sldMk cId="3138329897" sldId="2147483637"/>
            <ac:spMk id="2" creationId="{1513E9AA-9684-59BA-517F-5138DBBE088F}"/>
          </ac:spMkLst>
        </pc:spChg>
        <pc:spChg chg="del">
          <ac:chgData name="Lu,Dr.,Jiaqi (HP Medicine) BII-CN-S" userId="8b183601-9cff-443d-8730-90ebdb48edb2" providerId="ADAL" clId="{66284CB8-3663-455C-BF3E-B0A379FEDA19}" dt="2025-05-12T09:54:25.971" v="29" actId="478"/>
          <ac:spMkLst>
            <pc:docMk/>
            <pc:sldMk cId="3138329897" sldId="2147483637"/>
            <ac:spMk id="3" creationId="{5C3B5DFB-4082-1B8D-9D88-A563E96E56E6}"/>
          </ac:spMkLst>
        </pc:spChg>
        <pc:spChg chg="del">
          <ac:chgData name="Lu,Dr.,Jiaqi (HP Medicine) BII-CN-S" userId="8b183601-9cff-443d-8730-90ebdb48edb2" providerId="ADAL" clId="{66284CB8-3663-455C-BF3E-B0A379FEDA19}" dt="2025-05-12T09:54:25.971" v="29" actId="478"/>
          <ac:spMkLst>
            <pc:docMk/>
            <pc:sldMk cId="3138329897" sldId="2147483637"/>
            <ac:spMk id="4" creationId="{78A08C0A-700E-8354-1B3E-D2169DFF6691}"/>
          </ac:spMkLst>
        </pc:spChg>
        <pc:spChg chg="del">
          <ac:chgData name="Lu,Dr.,Jiaqi (HP Medicine) BII-CN-S" userId="8b183601-9cff-443d-8730-90ebdb48edb2" providerId="ADAL" clId="{66284CB8-3663-455C-BF3E-B0A379FEDA19}" dt="2025-05-12T09:54:25.971" v="29" actId="478"/>
          <ac:spMkLst>
            <pc:docMk/>
            <pc:sldMk cId="3138329897" sldId="2147483637"/>
            <ac:spMk id="5" creationId="{EE5FD02F-0895-4DEC-806D-5E6D617A48A1}"/>
          </ac:spMkLst>
        </pc:spChg>
        <pc:spChg chg="add mod">
          <ac:chgData name="Lu,Dr.,Jiaqi (HP Medicine) BII-CN-S" userId="8b183601-9cff-443d-8730-90ebdb48edb2" providerId="ADAL" clId="{66284CB8-3663-455C-BF3E-B0A379FEDA19}" dt="2025-05-13T05:53:36.294" v="637" actId="207"/>
          <ac:spMkLst>
            <pc:docMk/>
            <pc:sldMk cId="3138329897" sldId="2147483637"/>
            <ac:spMk id="6" creationId="{C2F41166-C0CD-A0C4-131A-86ED5F6A08FF}"/>
          </ac:spMkLst>
        </pc:spChg>
        <pc:spChg chg="add del">
          <ac:chgData name="Lu,Dr.,Jiaqi (HP Medicine) BII-CN-S" userId="8b183601-9cff-443d-8730-90ebdb48edb2" providerId="ADAL" clId="{66284CB8-3663-455C-BF3E-B0A379FEDA19}" dt="2025-05-13T03:28:54.080" v="600" actId="478"/>
          <ac:spMkLst>
            <pc:docMk/>
            <pc:sldMk cId="3138329897" sldId="2147483637"/>
            <ac:spMk id="7" creationId="{2DCF20B1-F371-6E48-50DD-C04492B5581B}"/>
          </ac:spMkLst>
        </pc:spChg>
        <pc:grpChg chg="add mod">
          <ac:chgData name="Lu,Dr.,Jiaqi (HP Medicine) BII-CN-S" userId="8b183601-9cff-443d-8730-90ebdb48edb2" providerId="ADAL" clId="{66284CB8-3663-455C-BF3E-B0A379FEDA19}" dt="2025-05-13T05:19:05.898" v="633" actId="1076"/>
          <ac:grpSpMkLst>
            <pc:docMk/>
            <pc:sldMk cId="3138329897" sldId="2147483637"/>
            <ac:grpSpMk id="9" creationId="{F9EF16DF-1B97-B665-35BC-02FF5CFF3C37}"/>
          </ac:grpSpMkLst>
        </pc:grpChg>
        <pc:picChg chg="add mod modCrop">
          <ac:chgData name="Lu,Dr.,Jiaqi (HP Medicine) BII-CN-S" userId="8b183601-9cff-443d-8730-90ebdb48edb2" providerId="ADAL" clId="{66284CB8-3663-455C-BF3E-B0A379FEDA19}" dt="2025-05-13T05:19:01.467" v="632" actId="164"/>
          <ac:picMkLst>
            <pc:docMk/>
            <pc:sldMk cId="3138329897" sldId="2147483637"/>
            <ac:picMk id="3" creationId="{39B58E5E-AFA5-4067-C620-E899D2F689DE}"/>
          </ac:picMkLst>
        </pc:picChg>
        <pc:picChg chg="add mod">
          <ac:chgData name="Lu,Dr.,Jiaqi (HP Medicine) BII-CN-S" userId="8b183601-9cff-443d-8730-90ebdb48edb2" providerId="ADAL" clId="{66284CB8-3663-455C-BF3E-B0A379FEDA19}" dt="2025-05-13T05:19:01.467" v="632" actId="164"/>
          <ac:picMkLst>
            <pc:docMk/>
            <pc:sldMk cId="3138329897" sldId="2147483637"/>
            <ac:picMk id="5" creationId="{15DB8987-6C5D-8DEA-7CD8-A6DB188C9135}"/>
          </ac:picMkLst>
        </pc:picChg>
        <pc:picChg chg="add mod">
          <ac:chgData name="Lu,Dr.,Jiaqi (HP Medicine) BII-CN-S" userId="8b183601-9cff-443d-8730-90ebdb48edb2" providerId="ADAL" clId="{66284CB8-3663-455C-BF3E-B0A379FEDA19}" dt="2025-05-13T05:19:01.467" v="632" actId="164"/>
          <ac:picMkLst>
            <pc:docMk/>
            <pc:sldMk cId="3138329897" sldId="2147483637"/>
            <ac:picMk id="8" creationId="{F4CB1B1A-1E83-2041-EF5E-C79D39D1BF04}"/>
          </ac:picMkLst>
        </pc:picChg>
        <pc:picChg chg="add del mod">
          <ac:chgData name="Lu,Dr.,Jiaqi (HP Medicine) BII-CN-S" userId="8b183601-9cff-443d-8730-90ebdb48edb2" providerId="ADAL" clId="{66284CB8-3663-455C-BF3E-B0A379FEDA19}" dt="2025-05-13T03:15:30.387" v="572" actId="478"/>
          <ac:picMkLst>
            <pc:docMk/>
            <pc:sldMk cId="3138329897" sldId="2147483637"/>
            <ac:picMk id="2050" creationId="{5040BAE2-48F8-336B-D0CC-3208E2E86C53}"/>
          </ac:picMkLst>
        </pc:picChg>
      </pc:sldChg>
      <pc:sldMasterChg chg="del delSldLayout">
        <pc:chgData name="Lu,Dr.,Jiaqi (HP Medicine) BII-CN-S" userId="8b183601-9cff-443d-8730-90ebdb48edb2" providerId="ADAL" clId="{66284CB8-3663-455C-BF3E-B0A379FEDA19}" dt="2025-05-12T03:30:54.204" v="3" actId="47"/>
        <pc:sldMasterMkLst>
          <pc:docMk/>
          <pc:sldMasterMk cId="1466940769" sldId="2147483765"/>
        </pc:sldMasterMkLst>
        <pc:sldLayoutChg chg="del">
          <pc:chgData name="Lu,Dr.,Jiaqi (HP Medicine) BII-CN-S" userId="8b183601-9cff-443d-8730-90ebdb48edb2" providerId="ADAL" clId="{66284CB8-3663-455C-BF3E-B0A379FEDA19}" dt="2025-05-12T03:30:54.204" v="3" actId="47"/>
          <pc:sldLayoutMkLst>
            <pc:docMk/>
            <pc:sldMasterMk cId="1466940769" sldId="2147483765"/>
            <pc:sldLayoutMk cId="2330787194" sldId="2147483766"/>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4101675350" sldId="2147483767"/>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2498243325" sldId="2147483768"/>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61473868" sldId="2147483769"/>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3635083237" sldId="2147483770"/>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380458120" sldId="2147483771"/>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1569564419" sldId="2147483772"/>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3504767011" sldId="2147483773"/>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78460783" sldId="2147483774"/>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1502002799" sldId="2147483775"/>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735896710" sldId="2147483776"/>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1309763861" sldId="2147483777"/>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3383559493" sldId="2147483778"/>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2728026843" sldId="2147483779"/>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1876829281" sldId="2147483780"/>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4005959848" sldId="2147483781"/>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2834553027" sldId="2147483782"/>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3569614565" sldId="2147483783"/>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4000731228" sldId="2147483784"/>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124958369" sldId="2147483785"/>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544715451" sldId="2147483786"/>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1063141807" sldId="2147483787"/>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1820563126" sldId="2147483788"/>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3976928767" sldId="2147483789"/>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4090137285" sldId="2147483790"/>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2557946727" sldId="2147483791"/>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1361324128" sldId="2147483792"/>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3699195738" sldId="2147483793"/>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2335637882" sldId="2147483794"/>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1715587650" sldId="2147483795"/>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3029527783" sldId="2147483796"/>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3527638304" sldId="2147483797"/>
          </pc:sldLayoutMkLst>
        </pc:sldLayoutChg>
        <pc:sldLayoutChg chg="del">
          <pc:chgData name="Lu,Dr.,Jiaqi (HP Medicine) BII-CN-S" userId="8b183601-9cff-443d-8730-90ebdb48edb2" providerId="ADAL" clId="{66284CB8-3663-455C-BF3E-B0A379FEDA19}" dt="2025-05-12T03:30:54.204" v="3" actId="47"/>
          <pc:sldLayoutMkLst>
            <pc:docMk/>
            <pc:sldMasterMk cId="1466940769" sldId="2147483765"/>
            <pc:sldLayoutMk cId="226688957" sldId="2147483798"/>
          </pc:sldLayoutMkLst>
        </pc:sldLayoutChg>
      </pc:sldMasterChg>
      <pc:sldMasterChg chg="add del addSldLayout delSldLayout">
        <pc:chgData name="Lu,Dr.,Jiaqi (HP Medicine) BII-CN-S" userId="8b183601-9cff-443d-8730-90ebdb48edb2" providerId="ADAL" clId="{66284CB8-3663-455C-BF3E-B0A379FEDA19}" dt="2025-05-12T09:44:43.425" v="25" actId="47"/>
        <pc:sldMasterMkLst>
          <pc:docMk/>
          <pc:sldMasterMk cId="2356563503" sldId="2147483834"/>
        </pc:sldMasterMkLst>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2716706824" sldId="2147483835"/>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3500346009" sldId="2147483836"/>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192209302" sldId="2147483837"/>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24967204" sldId="2147483838"/>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3940465082" sldId="2147483839"/>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562907658" sldId="2147483840"/>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3429925250" sldId="2147483841"/>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3603006118" sldId="2147483842"/>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3444759351" sldId="2147483843"/>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3045982899" sldId="2147483844"/>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2031877458" sldId="2147483845"/>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3160146127" sldId="2147483846"/>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3029951641" sldId="2147483847"/>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639844236" sldId="2147483848"/>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2661742252" sldId="2147483849"/>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1636086964" sldId="2147483850"/>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477008038" sldId="2147483851"/>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3446519153" sldId="2147483852"/>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3976274565" sldId="2147483853"/>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2401417273" sldId="2147483854"/>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105557899" sldId="2147483855"/>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1583701606" sldId="2147483856"/>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1638377643" sldId="2147483857"/>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1471771223" sldId="2147483858"/>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2402416753" sldId="2147483859"/>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1037283789" sldId="2147483860"/>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4075991505" sldId="2147483861"/>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3566289180" sldId="2147483862"/>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1557777834" sldId="2147483863"/>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232670566" sldId="2147483864"/>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3302147559" sldId="2147483865"/>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1819583076" sldId="2147483866"/>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1775998926" sldId="2147483867"/>
          </pc:sldLayoutMkLst>
        </pc:sldLayoutChg>
        <pc:sldLayoutChg chg="add del">
          <pc:chgData name="Lu,Dr.,Jiaqi (HP Medicine) BII-CN-S" userId="8b183601-9cff-443d-8730-90ebdb48edb2" providerId="ADAL" clId="{66284CB8-3663-455C-BF3E-B0A379FEDA19}" dt="2025-05-12T09:44:43.425" v="25" actId="47"/>
          <pc:sldLayoutMkLst>
            <pc:docMk/>
            <pc:sldMasterMk cId="2356563503" sldId="2147483834"/>
            <pc:sldLayoutMk cId="3101943572" sldId="2147483868"/>
          </pc:sldLayoutMkLst>
        </pc:sldLayoutChg>
      </pc:sldMasterChg>
      <pc:sldMasterChg chg="add del addSldLayout delSldLayout">
        <pc:chgData name="Lu,Dr.,Jiaqi (HP Medicine) BII-CN-S" userId="8b183601-9cff-443d-8730-90ebdb48edb2" providerId="ADAL" clId="{66284CB8-3663-455C-BF3E-B0A379FEDA19}" dt="2025-05-12T09:59:46.842" v="128" actId="47"/>
        <pc:sldMasterMkLst>
          <pc:docMk/>
          <pc:sldMasterMk cId="1529458990" sldId="2147483869"/>
        </pc:sldMasterMkLst>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110978262" sldId="2147483870"/>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470214933" sldId="2147483871"/>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4206798192" sldId="2147483872"/>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2600542709" sldId="2147483873"/>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1239996899" sldId="2147483874"/>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2274772549" sldId="2147483875"/>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3290220188" sldId="2147483876"/>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2373817806" sldId="2147483877"/>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2793479005" sldId="2147483878"/>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2167353730" sldId="2147483879"/>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1187721407" sldId="2147483880"/>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355461906" sldId="2147483881"/>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2696107169" sldId="2147483882"/>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2249853727" sldId="2147483883"/>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3096431701" sldId="2147483884"/>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615217784" sldId="2147483885"/>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1557943699" sldId="2147483886"/>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562627450" sldId="2147483887"/>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1229347040" sldId="2147483888"/>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3839391325" sldId="2147483889"/>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3269369915" sldId="2147483890"/>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3443547011" sldId="2147483891"/>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1806707917" sldId="2147483892"/>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37196904" sldId="2147483893"/>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1652767971" sldId="2147483894"/>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2250053147" sldId="2147483895"/>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1370472924" sldId="2147483896"/>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3753553032" sldId="2147483897"/>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3910459605" sldId="2147483898"/>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3849447182" sldId="2147483899"/>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335756652" sldId="2147483900"/>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3459793683" sldId="2147483901"/>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3303166978" sldId="2147483902"/>
          </pc:sldLayoutMkLst>
        </pc:sldLayoutChg>
        <pc:sldLayoutChg chg="add del">
          <pc:chgData name="Lu,Dr.,Jiaqi (HP Medicine) BII-CN-S" userId="8b183601-9cff-443d-8730-90ebdb48edb2" providerId="ADAL" clId="{66284CB8-3663-455C-BF3E-B0A379FEDA19}" dt="2025-05-12T09:59:46.842" v="128" actId="47"/>
          <pc:sldLayoutMkLst>
            <pc:docMk/>
            <pc:sldMasterMk cId="1529458990" sldId="2147483869"/>
            <pc:sldLayoutMk cId="3236916592" sldId="2147483903"/>
          </pc:sldLayoutMkLst>
        </pc:sldLayoutChg>
      </pc:sldMasterChg>
    </pc:docChg>
  </pc:docChgLst>
  <pc:docChgLst>
    <pc:chgData name="Hu,Dr.,Juno (HP Medicine) BII-CN-S" userId="57526551-c803-4e03-85b5-ab25fa8a0904" providerId="ADAL" clId="{5FA12482-29DE-4D84-AFD0-147F215C3F44}"/>
    <pc:docChg chg="undo custSel modSld">
      <pc:chgData name="Hu,Dr.,Juno (HP Medicine) BII-CN-S" userId="57526551-c803-4e03-85b5-ab25fa8a0904" providerId="ADAL" clId="{5FA12482-29DE-4D84-AFD0-147F215C3F44}" dt="2025-05-13T02:42:36.021" v="768" actId="20577"/>
      <pc:docMkLst>
        <pc:docMk/>
      </pc:docMkLst>
      <pc:sldChg chg="modSp mod">
        <pc:chgData name="Hu,Dr.,Juno (HP Medicine) BII-CN-S" userId="57526551-c803-4e03-85b5-ab25fa8a0904" providerId="ADAL" clId="{5FA12482-29DE-4D84-AFD0-147F215C3F44}" dt="2025-05-13T02:42:36.021" v="768" actId="20577"/>
        <pc:sldMkLst>
          <pc:docMk/>
          <pc:sldMk cId="2312365965" sldId="2147482020"/>
        </pc:sldMkLst>
        <pc:graphicFrameChg chg="mod modGraphic">
          <ac:chgData name="Hu,Dr.,Juno (HP Medicine) BII-CN-S" userId="57526551-c803-4e03-85b5-ab25fa8a0904" providerId="ADAL" clId="{5FA12482-29DE-4D84-AFD0-147F215C3F44}" dt="2025-05-13T02:42:36.021" v="768" actId="20577"/>
          <ac:graphicFrameMkLst>
            <pc:docMk/>
            <pc:sldMk cId="2312365965" sldId="2147482020"/>
            <ac:graphicFrameMk id="6" creationId="{99E71C16-9E1E-F011-B398-2DD75D956D8F}"/>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1463-0001 Revised Enrollment Plan vs Actuals</a:t>
            </a:r>
          </a:p>
        </c:rich>
      </c:tx>
      <c:layout>
        <c:manualLayout>
          <c:xMode val="edge"/>
          <c:yMode val="edge"/>
          <c:x val="0.34119410481202245"/>
          <c:y val="7.3302780888175739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manualLayout>
          <c:layoutTarget val="inner"/>
          <c:xMode val="edge"/>
          <c:yMode val="edge"/>
          <c:x val="7.9211035899038482E-2"/>
          <c:y val="0.17131206205917324"/>
          <c:w val="0.90519718522073467"/>
          <c:h val="0.55662849382413004"/>
        </c:manualLayout>
      </c:layout>
      <c:lineChart>
        <c:grouping val="standard"/>
        <c:varyColors val="0"/>
        <c:ser>
          <c:idx val="0"/>
          <c:order val="0"/>
          <c:tx>
            <c:strRef>
              <c:f>'[CDOL_CD137-FAP 1463-0001 Revised_SIV_enrollment 15apr25.xlsx]Sara_24MAR25'!$D$3</c:f>
              <c:strCache>
                <c:ptCount val="1"/>
                <c:pt idx="0">
                  <c:v>Enrollment Plan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'[CDOL_CD137-FAP 1463-0001 Revised_SIV_enrollment 15apr25.xlsx]Sara_24MAR25'!$A$4:$A$29</c:f>
              <c:numCache>
                <c:formatCode>[$-409]mmm\-yy;@</c:formatCode>
                <c:ptCount val="26"/>
                <c:pt idx="0">
                  <c:v>45626</c:v>
                </c:pt>
                <c:pt idx="1">
                  <c:v>45656</c:v>
                </c:pt>
                <c:pt idx="2">
                  <c:v>45687</c:v>
                </c:pt>
                <c:pt idx="3">
                  <c:v>45716</c:v>
                </c:pt>
                <c:pt idx="4">
                  <c:v>45746</c:v>
                </c:pt>
                <c:pt idx="5">
                  <c:v>45777</c:v>
                </c:pt>
                <c:pt idx="6">
                  <c:v>45807</c:v>
                </c:pt>
                <c:pt idx="7">
                  <c:v>45838</c:v>
                </c:pt>
                <c:pt idx="8">
                  <c:v>45868</c:v>
                </c:pt>
                <c:pt idx="9">
                  <c:v>45899</c:v>
                </c:pt>
                <c:pt idx="10">
                  <c:v>45930</c:v>
                </c:pt>
                <c:pt idx="11">
                  <c:v>45960</c:v>
                </c:pt>
                <c:pt idx="12">
                  <c:v>45991</c:v>
                </c:pt>
                <c:pt idx="13">
                  <c:v>46021</c:v>
                </c:pt>
                <c:pt idx="14">
                  <c:v>46053</c:v>
                </c:pt>
                <c:pt idx="15">
                  <c:v>46081</c:v>
                </c:pt>
                <c:pt idx="16">
                  <c:v>46111</c:v>
                </c:pt>
                <c:pt idx="17">
                  <c:v>46142</c:v>
                </c:pt>
                <c:pt idx="18">
                  <c:v>46172</c:v>
                </c:pt>
                <c:pt idx="19">
                  <c:v>46203</c:v>
                </c:pt>
                <c:pt idx="20">
                  <c:v>46233</c:v>
                </c:pt>
                <c:pt idx="21">
                  <c:v>46264</c:v>
                </c:pt>
                <c:pt idx="22">
                  <c:v>46291</c:v>
                </c:pt>
                <c:pt idx="23">
                  <c:v>46321</c:v>
                </c:pt>
                <c:pt idx="24">
                  <c:v>46356</c:v>
                </c:pt>
                <c:pt idx="25">
                  <c:v>46386</c:v>
                </c:pt>
              </c:numCache>
            </c:numRef>
          </c:cat>
          <c:val>
            <c:numRef>
              <c:f>'[CDOL_CD137-FAP 1463-0001 Revised_SIV_enrollment 15apr25.xlsx]Sara_24MAR25'!$D$4:$D$29</c:f>
              <c:numCache>
                <c:formatCode>0</c:formatCode>
                <c:ptCount val="26"/>
                <c:pt idx="0" formatCode="General">
                  <c:v>0</c:v>
                </c:pt>
                <c:pt idx="1">
                  <c:v>0.15000000000000002</c:v>
                </c:pt>
                <c:pt idx="2">
                  <c:v>0.55000000000000004</c:v>
                </c:pt>
                <c:pt idx="3">
                  <c:v>1.3</c:v>
                </c:pt>
                <c:pt idx="4">
                  <c:v>2.25</c:v>
                </c:pt>
                <c:pt idx="5">
                  <c:v>3.4000000000000004</c:v>
                </c:pt>
                <c:pt idx="6">
                  <c:v>4.75</c:v>
                </c:pt>
                <c:pt idx="7">
                  <c:v>6.4</c:v>
                </c:pt>
                <c:pt idx="8">
                  <c:v>8.25</c:v>
                </c:pt>
                <c:pt idx="9">
                  <c:v>10.199999999999999</c:v>
                </c:pt>
                <c:pt idx="10">
                  <c:v>12.25</c:v>
                </c:pt>
                <c:pt idx="11">
                  <c:v>14.45</c:v>
                </c:pt>
                <c:pt idx="12">
                  <c:v>16.649999999999999</c:v>
                </c:pt>
                <c:pt idx="13">
                  <c:v>18.849999999999998</c:v>
                </c:pt>
                <c:pt idx="14">
                  <c:v>21.049999999999997</c:v>
                </c:pt>
                <c:pt idx="15">
                  <c:v>25.449999999999996</c:v>
                </c:pt>
                <c:pt idx="16">
                  <c:v>29.849999999999994</c:v>
                </c:pt>
                <c:pt idx="17">
                  <c:v>34.249999999999993</c:v>
                </c:pt>
                <c:pt idx="18">
                  <c:v>38.649999999999991</c:v>
                </c:pt>
                <c:pt idx="19">
                  <c:v>43.04999999999999</c:v>
                </c:pt>
                <c:pt idx="20">
                  <c:v>47.449999999999989</c:v>
                </c:pt>
                <c:pt idx="21">
                  <c:v>51.849999999999987</c:v>
                </c:pt>
                <c:pt idx="22">
                  <c:v>56.249999999999986</c:v>
                </c:pt>
                <c:pt idx="23">
                  <c:v>60</c:v>
                </c:pt>
                <c:pt idx="24" formatCode="General">
                  <c:v>60</c:v>
                </c:pt>
                <c:pt idx="25" formatCode="General">
                  <c:v>60</c:v>
                </c:pt>
              </c:numCache>
            </c:numRef>
          </c:val>
          <c:smooth val="0"/>
          <c:extLst>
            <c:ext xmlns:c16="http://schemas.microsoft.com/office/drawing/2014/chart" uri="{C3380CC4-5D6E-409C-BE32-E72D297353CC}">
              <c16:uniqueId val="{00000000-13A7-4B0A-BFF4-D204590D4045}"/>
            </c:ext>
          </c:extLst>
        </c:ser>
        <c:ser>
          <c:idx val="1"/>
          <c:order val="1"/>
          <c:tx>
            <c:strRef>
              <c:f>'[CDOL_CD137-FAP 1463-0001 Revised_SIV_enrollment 15apr25.xlsx]Sara_24MAR25'!$E$3</c:f>
              <c:strCache>
                <c:ptCount val="1"/>
                <c:pt idx="0">
                  <c:v>Enrollment Actual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'[CDOL_CD137-FAP 1463-0001 Revised_SIV_enrollment 15apr25.xlsx]Sara_24MAR25'!$A$4:$A$29</c:f>
              <c:numCache>
                <c:formatCode>[$-409]mmm\-yy;@</c:formatCode>
                <c:ptCount val="26"/>
                <c:pt idx="0">
                  <c:v>45626</c:v>
                </c:pt>
                <c:pt idx="1">
                  <c:v>45656</c:v>
                </c:pt>
                <c:pt idx="2">
                  <c:v>45687</c:v>
                </c:pt>
                <c:pt idx="3">
                  <c:v>45716</c:v>
                </c:pt>
                <c:pt idx="4">
                  <c:v>45746</c:v>
                </c:pt>
                <c:pt idx="5">
                  <c:v>45777</c:v>
                </c:pt>
                <c:pt idx="6">
                  <c:v>45807</c:v>
                </c:pt>
                <c:pt idx="7">
                  <c:v>45838</c:v>
                </c:pt>
                <c:pt idx="8">
                  <c:v>45868</c:v>
                </c:pt>
                <c:pt idx="9">
                  <c:v>45899</c:v>
                </c:pt>
                <c:pt idx="10">
                  <c:v>45930</c:v>
                </c:pt>
                <c:pt idx="11">
                  <c:v>45960</c:v>
                </c:pt>
                <c:pt idx="12">
                  <c:v>45991</c:v>
                </c:pt>
                <c:pt idx="13">
                  <c:v>46021</c:v>
                </c:pt>
                <c:pt idx="14">
                  <c:v>46053</c:v>
                </c:pt>
                <c:pt idx="15">
                  <c:v>46081</c:v>
                </c:pt>
                <c:pt idx="16">
                  <c:v>46111</c:v>
                </c:pt>
                <c:pt idx="17">
                  <c:v>46142</c:v>
                </c:pt>
                <c:pt idx="18">
                  <c:v>46172</c:v>
                </c:pt>
                <c:pt idx="19">
                  <c:v>46203</c:v>
                </c:pt>
                <c:pt idx="20">
                  <c:v>46233</c:v>
                </c:pt>
                <c:pt idx="21">
                  <c:v>46264</c:v>
                </c:pt>
                <c:pt idx="22">
                  <c:v>46291</c:v>
                </c:pt>
                <c:pt idx="23">
                  <c:v>46321</c:v>
                </c:pt>
                <c:pt idx="24">
                  <c:v>46356</c:v>
                </c:pt>
                <c:pt idx="25">
                  <c:v>46386</c:v>
                </c:pt>
              </c:numCache>
            </c:numRef>
          </c:cat>
          <c:val>
            <c:numRef>
              <c:f>'[CDOL_CD137-FAP 1463-0001 Revised_SIV_enrollment 15apr25.xlsx]Sara_24MAR25'!$E$4:$E$29</c:f>
              <c:numCache>
                <c:formatCode>General</c:formatCode>
                <c:ptCount val="26"/>
                <c:pt idx="0">
                  <c:v>0</c:v>
                </c:pt>
                <c:pt idx="1">
                  <c:v>0</c:v>
                </c:pt>
                <c:pt idx="2">
                  <c:v>0</c:v>
                </c:pt>
                <c:pt idx="3">
                  <c:v>0</c:v>
                </c:pt>
                <c:pt idx="4">
                  <c:v>3</c:v>
                </c:pt>
                <c:pt idx="5">
                  <c:v>3</c:v>
                </c:pt>
              </c:numCache>
            </c:numRef>
          </c:val>
          <c:smooth val="0"/>
          <c:extLst>
            <c:ext xmlns:c16="http://schemas.microsoft.com/office/drawing/2014/chart" uri="{C3380CC4-5D6E-409C-BE32-E72D297353CC}">
              <c16:uniqueId val="{00000001-13A7-4B0A-BFF4-D204590D4045}"/>
            </c:ext>
          </c:extLst>
        </c:ser>
        <c:dLbls>
          <c:showLegendKey val="0"/>
          <c:showVal val="0"/>
          <c:showCatName val="0"/>
          <c:showSerName val="0"/>
          <c:showPercent val="0"/>
          <c:showBubbleSize val="0"/>
        </c:dLbls>
        <c:marker val="1"/>
        <c:smooth val="0"/>
        <c:axId val="674513432"/>
        <c:axId val="674510912"/>
      </c:lineChart>
      <c:dateAx>
        <c:axId val="674513432"/>
        <c:scaling>
          <c:orientation val="minMax"/>
        </c:scaling>
        <c:delete val="0"/>
        <c:axPos val="b"/>
        <c:numFmt formatCode="[$-409]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674510912"/>
        <c:crosses val="autoZero"/>
        <c:auto val="1"/>
        <c:lblOffset val="100"/>
        <c:baseTimeUnit val="months"/>
      </c:dateAx>
      <c:valAx>
        <c:axId val="674510912"/>
        <c:scaling>
          <c:orientation val="minMax"/>
          <c:max val="6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Number of Patients</a:t>
                </a:r>
              </a:p>
            </c:rich>
          </c:tx>
          <c:layout>
            <c:manualLayout>
              <c:xMode val="edge"/>
              <c:yMode val="edge"/>
              <c:x val="1.4174344436569808E-2"/>
              <c:y val="0.27376804628412094"/>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6745134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1AF16-6F8D-4DA0-840B-A855AE3206B0}" type="datetimeFigureOut">
              <a:rPr lang="zh-CN" altLang="en-US" smtClean="0"/>
              <a:t>2025/5/13</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B4BB5-E309-45E5-BB7A-A4E8DEB85991}" type="slidenum">
              <a:rPr lang="zh-CN" altLang="en-US" smtClean="0"/>
              <a:t>‹#›</a:t>
            </a:fld>
            <a:endParaRPr lang="zh-CN" altLang="en-US"/>
          </a:p>
        </p:txBody>
      </p:sp>
    </p:spTree>
    <p:extLst>
      <p:ext uri="{BB962C8B-B14F-4D97-AF65-F5344CB8AC3E}">
        <p14:creationId xmlns:p14="http://schemas.microsoft.com/office/powerpoint/2010/main" val="954593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de-DE"/>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1</a:t>
            </a:fld>
            <a:endParaRPr lang="en-US" sz="800">
              <a:solidFill>
                <a:schemeClr val="bg2"/>
              </a:solidFill>
            </a:endParaRPr>
          </a:p>
        </p:txBody>
      </p:sp>
    </p:spTree>
    <p:extLst>
      <p:ext uri="{BB962C8B-B14F-4D97-AF65-F5344CB8AC3E}">
        <p14:creationId xmlns:p14="http://schemas.microsoft.com/office/powerpoint/2010/main" val="3423096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1200" i="0" kern="1200">
              <a:solidFill>
                <a:schemeClr val="tx1"/>
              </a:solidFill>
              <a:latin typeface="+mn-lt"/>
              <a:ea typeface="+mn-ea"/>
              <a:cs typeface="+mn-cs"/>
            </a:endParaRPr>
          </a:p>
          <a:p>
            <a:r>
              <a:rPr lang="en-US" altLang="zh-CN" err="1"/>
              <a:t>Beamion</a:t>
            </a:r>
            <a:r>
              <a:rPr lang="en-US" altLang="zh-CN"/>
              <a:t> LUNG-3 CTA sub. </a:t>
            </a:r>
            <a:endParaRPr lang="zh-CN" altLang="en-US"/>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4</a:t>
            </a:fld>
            <a:endParaRPr lang="zh-CN" altLang="en-US"/>
          </a:p>
        </p:txBody>
      </p:sp>
    </p:spTree>
    <p:extLst>
      <p:ext uri="{BB962C8B-B14F-4D97-AF65-F5344CB8AC3E}">
        <p14:creationId xmlns:p14="http://schemas.microsoft.com/office/powerpoint/2010/main" val="160550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6</a:t>
            </a:fld>
            <a:endParaRPr lang="zh-CN" altLang="en-US"/>
          </a:p>
        </p:txBody>
      </p:sp>
    </p:spTree>
    <p:extLst>
      <p:ext uri="{BB962C8B-B14F-4D97-AF65-F5344CB8AC3E}">
        <p14:creationId xmlns:p14="http://schemas.microsoft.com/office/powerpoint/2010/main" val="995397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14485801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3.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Master" Target="../slideMasters/slideMaster3.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 Id="rId9" Type="http://schemas.openxmlformats.org/officeDocument/2006/relationships/image" Target="../media/image2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17022956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115943342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6281037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9098181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82163031"/>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ltLang="zh-CN"/>
              <a:t>MAP</a:t>
            </a:r>
            <a:r>
              <a:rPr lang="en-US"/>
              <a:t>|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3573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447488523"/>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125540777"/>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312061585"/>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22032130"/>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ltLang="zh-CN"/>
              <a:t>MAP</a:t>
            </a:r>
            <a:r>
              <a:rPr lang="en-US"/>
              <a:t>|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762468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3245736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741783536"/>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17899186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6867471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98037640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ltLang="zh-CN"/>
              <a:t>MAP </a:t>
            </a:r>
            <a:r>
              <a:rPr lang="en-US"/>
              <a:t>|    ONLY FOR INTERNAL USE</a:t>
            </a:r>
          </a:p>
        </p:txBody>
      </p:sp>
    </p:spTree>
    <p:extLst>
      <p:ext uri="{BB962C8B-B14F-4D97-AF65-F5344CB8AC3E}">
        <p14:creationId xmlns:p14="http://schemas.microsoft.com/office/powerpoint/2010/main" val="703606034"/>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808366308"/>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48131237"/>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3317082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4024118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604792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7634716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5383837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841462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69071367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21007831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8825583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97824397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ltLang="zh-CN"/>
              <a:t>MAP </a:t>
            </a:r>
            <a:r>
              <a:rPr lang="en-US"/>
              <a:t>|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6670209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MAP </a:t>
            </a:r>
            <a:r>
              <a:rPr lang="en-US"/>
              <a:t>|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1049304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90688019"/>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MAP </a:t>
            </a:r>
            <a:r>
              <a:rPr lang="en-US"/>
              <a:t>|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2348667501"/>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13/05/2025</a:t>
            </a:fld>
            <a:endParaRPr lang="en-GB" noProof="0"/>
          </a:p>
        </p:txBody>
      </p:sp>
      <p:sp>
        <p:nvSpPr>
          <p:cNvPr id="3" name="Fußzeilenplatzhalter 2"/>
          <p:cNvSpPr>
            <a:spLocks noGrp="1"/>
          </p:cNvSpPr>
          <p:nvPr>
            <p:ph type="ftr" sz="quarter" idx="11"/>
          </p:nvPr>
        </p:nvSpPr>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571112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Presentation title    |    ONLY FOR INTERNAL USE</a:t>
            </a:r>
          </a:p>
        </p:txBody>
      </p:sp>
    </p:spTree>
    <p:extLst>
      <p:ext uri="{BB962C8B-B14F-4D97-AF65-F5344CB8AC3E}">
        <p14:creationId xmlns:p14="http://schemas.microsoft.com/office/powerpoint/2010/main" val="570516654"/>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591354709"/>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Presentation title    |    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43906064"/>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Presentation title    |    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1845683"/>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Presentation title    |    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0236844"/>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79944230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54020985"/>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1706662765"/>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200277500"/>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88076714"/>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2361959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9642958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178288748"/>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64253409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283632790"/>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953444044"/>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762904727"/>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48776085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84699309"/>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6121571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6068928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94961568"/>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1593236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4760482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9859096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05766176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97479531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801756983"/>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728548675"/>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87644998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92167150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85326334"/>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4007961730"/>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GB" noProof="0"/>
          </a:p>
        </p:txBody>
      </p:sp>
      <p:sp>
        <p:nvSpPr>
          <p:cNvPr id="3" name="Fußzeilenplatzhalter 2"/>
          <p:cNvSpPr>
            <a:spLocks noGrp="1"/>
          </p:cNvSpPr>
          <p:nvPr>
            <p:ph type="ftr" sz="quarter" idx="11"/>
          </p:nvPr>
        </p:nvSpPr>
        <p:spPr/>
        <p:txBody>
          <a:bodyPr/>
          <a:lstStyle/>
          <a:p>
            <a:r>
              <a:rPr lang="en-US" noProof="0"/>
              <a:t>Presentation title    |    ONLY FOR INTERNAL USE</a:t>
            </a:r>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267345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2554826486"/>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1487562171"/>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23753988"/>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69545710"/>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4669254"/>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00009362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098218815"/>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1362599821"/>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2072708471"/>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82829091"/>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00606910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67550953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736647767"/>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73799524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080721715"/>
      </p:ext>
    </p:extLst>
  </p:cSld>
  <p:clrMapOvr>
    <a:masterClrMapping/>
  </p:clrMapOvr>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607432421"/>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269624781"/>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30324547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93173866"/>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7489915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2792325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55285480"/>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3211806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1074252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50583672"/>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65282452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17996803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223407973"/>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754714099"/>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64696483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99498245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62945421"/>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3300165524"/>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Headline, Subhead, &amp;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Content slide title goes here in Arial Bold</a:t>
            </a:r>
            <a:br>
              <a:rPr lang="en-US"/>
            </a:br>
            <a:r>
              <a:rPr lang="en-US"/>
              <a:t>sentence case 30/36 pts lorem ipsum dolor sit</a:t>
            </a:r>
          </a:p>
        </p:txBody>
      </p:sp>
      <p:sp>
        <p:nvSpPr>
          <p:cNvPr id="3" name="Content Placeholder 2"/>
          <p:cNvSpPr>
            <a:spLocks noGrp="1"/>
          </p:cNvSpPr>
          <p:nvPr>
            <p:ph idx="1"/>
          </p:nvPr>
        </p:nvSpPr>
        <p:spPr>
          <a:xfrm>
            <a:off x="588085" y="2151395"/>
            <a:ext cx="11030174" cy="33166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1F58AAA6-7A18-3374-2B6F-3750114ACF1A}"/>
              </a:ext>
            </a:extLst>
          </p:cNvPr>
          <p:cNvSpPr>
            <a:spLocks noGrp="1"/>
          </p:cNvSpPr>
          <p:nvPr>
            <p:ph type="ftr" sz="quarter" idx="10"/>
          </p:nvPr>
        </p:nvSpPr>
        <p:spPr/>
        <p:txBody>
          <a:bodyPr/>
          <a:lstStyle/>
          <a:p>
            <a:r>
              <a:rPr lang="en-US"/>
              <a:t>Boehringer Ingelheim Confidential. For internal use only.</a:t>
            </a:r>
          </a:p>
        </p:txBody>
      </p:sp>
      <p:sp>
        <p:nvSpPr>
          <p:cNvPr id="9" name="Slide Number Placeholder 8">
            <a:extLst>
              <a:ext uri="{FF2B5EF4-FFF2-40B4-BE49-F238E27FC236}">
                <a16:creationId xmlns:a16="http://schemas.microsoft.com/office/drawing/2014/main" id="{ED589CF1-834D-41A6-F429-9B547DD50815}"/>
              </a:ext>
            </a:extLst>
          </p:cNvPr>
          <p:cNvSpPr>
            <a:spLocks noGrp="1"/>
          </p:cNvSpPr>
          <p:nvPr>
            <p:ph type="sldNum" sz="quarter" idx="11"/>
          </p:nvPr>
        </p:nvSpPr>
        <p:spPr/>
        <p:txBody>
          <a:bodyPr/>
          <a:lstStyle/>
          <a:p>
            <a:fld id="{7AF8E309-D608-654D-B811-6A2C46C88181}" type="slidenum">
              <a:rPr lang="en-US" smtClean="0"/>
              <a:pPr/>
              <a:t>‹#›</a:t>
            </a:fld>
            <a:endParaRPr lang="en-US"/>
          </a:p>
        </p:txBody>
      </p:sp>
      <p:sp>
        <p:nvSpPr>
          <p:cNvPr id="11" name="Text Placeholder 10">
            <a:extLst>
              <a:ext uri="{FF2B5EF4-FFF2-40B4-BE49-F238E27FC236}">
                <a16:creationId xmlns:a16="http://schemas.microsoft.com/office/drawing/2014/main" id="{51FF533C-DE8E-84F4-958B-9C98A8CFA25F}"/>
              </a:ext>
            </a:extLst>
          </p:cNvPr>
          <p:cNvSpPr>
            <a:spLocks noGrp="1"/>
          </p:cNvSpPr>
          <p:nvPr>
            <p:ph type="body" sz="quarter" idx="12" hasCustomPrompt="1"/>
          </p:nvPr>
        </p:nvSpPr>
        <p:spPr>
          <a:xfrm>
            <a:off x="588086" y="1817928"/>
            <a:ext cx="11030174" cy="246221"/>
          </a:xfrm>
          <a:prstGeom prst="rect">
            <a:avLst/>
          </a:prstGeom>
        </p:spPr>
        <p:txBody>
          <a:bodyPr wrap="square" anchor="b" anchorCtr="0">
            <a:spAutoFit/>
          </a:bodyPr>
          <a:lstStyle>
            <a:lvl1pPr>
              <a:defRPr sz="1600" b="1">
                <a:solidFill>
                  <a:schemeClr val="tx2"/>
                </a:solidFill>
              </a:defRPr>
            </a:lvl1pPr>
          </a:lstStyle>
          <a:p>
            <a:pPr lvl="0"/>
            <a:r>
              <a:rPr lang="en-US"/>
              <a:t>Subhead text here in arial bold 16 pts</a:t>
            </a:r>
          </a:p>
        </p:txBody>
      </p:sp>
      <p:sp>
        <p:nvSpPr>
          <p:cNvPr id="12" name="Content Placeholder 2">
            <a:extLst>
              <a:ext uri="{FF2B5EF4-FFF2-40B4-BE49-F238E27FC236}">
                <a16:creationId xmlns:a16="http://schemas.microsoft.com/office/drawing/2014/main" id="{6788C588-18E4-4B73-EC2D-BC07602A0FC5}"/>
              </a:ext>
            </a:extLst>
          </p:cNvPr>
          <p:cNvSpPr>
            <a:spLocks noGrp="1"/>
          </p:cNvSpPr>
          <p:nvPr>
            <p:ph idx="13" hasCustomPrompt="1"/>
          </p:nvPr>
        </p:nvSpPr>
        <p:spPr>
          <a:xfrm>
            <a:off x="588085" y="5468033"/>
            <a:ext cx="11027664" cy="373949"/>
          </a:xfrm>
          <a:prstGeom prst="rect">
            <a:avLst/>
          </a:prstGeom>
        </p:spPr>
        <p:txBody>
          <a:bodyPr rIns="91440" anchor="t" anchorCtr="0">
            <a:spAutoFit/>
          </a:bodyPr>
          <a:lstStyle>
            <a:lvl1pPr>
              <a:lnSpc>
                <a:spcPct val="90000"/>
              </a:lnSpc>
              <a:spcBef>
                <a:spcPts val="0"/>
              </a:spcBef>
              <a:defRPr sz="900" i="0"/>
            </a:lvl1pPr>
          </a:lstStyle>
          <a:p>
            <a:pPr lvl="0"/>
            <a:r>
              <a:rPr lang="en-US"/>
              <a:t>Footnote text goes here in Arial Regular 9 pts sentence case lorem ipsum dolor sit </a:t>
            </a:r>
            <a:r>
              <a:rPr lang="en-US" err="1"/>
              <a:t>amet</a:t>
            </a:r>
            <a:r>
              <a:rPr lang="en-US"/>
              <a:t>, </a:t>
            </a:r>
            <a:r>
              <a:rPr lang="en-US" err="1"/>
              <a:t>consectetuer</a:t>
            </a:r>
            <a:br>
              <a:rPr lang="en-US"/>
            </a:b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laoreet</a:t>
            </a:r>
            <a:r>
              <a:rPr lang="en-US"/>
              <a:t> dolore </a:t>
            </a:r>
            <a:r>
              <a:rPr lang="en-US" err="1"/>
              <a:t>magnaexercitation</a:t>
            </a:r>
            <a:r>
              <a:rPr lang="en-US"/>
              <a:t>.</a:t>
            </a:r>
          </a:p>
        </p:txBody>
      </p:sp>
    </p:spTree>
    <p:extLst>
      <p:ext uri="{BB962C8B-B14F-4D97-AF65-F5344CB8AC3E}">
        <p14:creationId xmlns:p14="http://schemas.microsoft.com/office/powerpoint/2010/main" val="125392668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Benefit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4E05CB5-FFE7-29FC-056B-E190963223E6}"/>
              </a:ext>
            </a:extLst>
          </p:cNvPr>
          <p:cNvSpPr>
            <a:spLocks/>
          </p:cNvSpPr>
          <p:nvPr userDrawn="1"/>
        </p:nvSpPr>
        <p:spPr bwMode="gray">
          <a:xfrm>
            <a:off x="304802" y="1506022"/>
            <a:ext cx="11407773" cy="402772"/>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GB" sz="1600">
              <a:solidFill>
                <a:schemeClr val="tx1"/>
              </a:solidFill>
            </a:endParaRPr>
          </a:p>
        </p:txBody>
      </p:sp>
      <p:sp>
        <p:nvSpPr>
          <p:cNvPr id="4" name="Freeform: Shape 3">
            <a:extLst>
              <a:ext uri="{FF2B5EF4-FFF2-40B4-BE49-F238E27FC236}">
                <a16:creationId xmlns:a16="http://schemas.microsoft.com/office/drawing/2014/main" id="{BA95A82F-801E-4894-0D0A-1D6DAA9464C2}"/>
              </a:ext>
            </a:extLst>
          </p:cNvPr>
          <p:cNvSpPr/>
          <p:nvPr userDrawn="1"/>
        </p:nvSpPr>
        <p:spPr bwMode="gray">
          <a:xfrm>
            <a:off x="5918199" y="0"/>
            <a:ext cx="5794375" cy="1412874"/>
          </a:xfrm>
          <a:custGeom>
            <a:avLst/>
            <a:gdLst>
              <a:gd name="connsiteX0" fmla="*/ 0 w 5892686"/>
              <a:gd name="connsiteY0" fmla="*/ 0 h 4696419"/>
              <a:gd name="connsiteX1" fmla="*/ 5892686 w 5892686"/>
              <a:gd name="connsiteY1" fmla="*/ 0 h 4696419"/>
              <a:gd name="connsiteX2" fmla="*/ 5892686 w 5892686"/>
              <a:gd name="connsiteY2" fmla="*/ 4696419 h 4696419"/>
              <a:gd name="connsiteX3" fmla="*/ 0 w 5892686"/>
              <a:gd name="connsiteY3" fmla="*/ 4696419 h 4696419"/>
            </a:gdLst>
            <a:ahLst/>
            <a:cxnLst>
              <a:cxn ang="0">
                <a:pos x="connsiteX0" y="connsiteY0"/>
              </a:cxn>
              <a:cxn ang="0">
                <a:pos x="connsiteX1" y="connsiteY1"/>
              </a:cxn>
              <a:cxn ang="0">
                <a:pos x="connsiteX2" y="connsiteY2"/>
              </a:cxn>
              <a:cxn ang="0">
                <a:pos x="connsiteX3" y="connsiteY3"/>
              </a:cxn>
            </a:cxnLst>
            <a:rect l="l" t="t" r="r" b="b"/>
            <a:pathLst>
              <a:path w="5892686" h="4696419">
                <a:moveTo>
                  <a:pt x="0" y="0"/>
                </a:moveTo>
                <a:lnTo>
                  <a:pt x="5892686" y="0"/>
                </a:lnTo>
                <a:lnTo>
                  <a:pt x="5892686" y="4696419"/>
                </a:lnTo>
                <a:lnTo>
                  <a:pt x="0" y="4696419"/>
                </a:lnTo>
                <a:close/>
              </a:path>
            </a:pathLst>
          </a:custGeom>
          <a:solidFill>
            <a:srgbClr val="F6F5F3"/>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GB" sz="1600">
              <a:solidFill>
                <a:schemeClr val="tx1"/>
              </a:solidFill>
            </a:endParaRPr>
          </a:p>
        </p:txBody>
      </p:sp>
      <p:sp>
        <p:nvSpPr>
          <p:cNvPr id="5" name="Freeform: Shape 4">
            <a:extLst>
              <a:ext uri="{FF2B5EF4-FFF2-40B4-BE49-F238E27FC236}">
                <a16:creationId xmlns:a16="http://schemas.microsoft.com/office/drawing/2014/main" id="{66287F45-2473-8AC5-7C1E-0A27E7B72D97}"/>
              </a:ext>
            </a:extLst>
          </p:cNvPr>
          <p:cNvSpPr/>
          <p:nvPr userDrawn="1"/>
        </p:nvSpPr>
        <p:spPr bwMode="gray">
          <a:xfrm>
            <a:off x="11811001" y="1668733"/>
            <a:ext cx="381000" cy="4025355"/>
          </a:xfrm>
          <a:custGeom>
            <a:avLst/>
            <a:gdLst>
              <a:gd name="connsiteX0" fmla="*/ 0 w 5892686"/>
              <a:gd name="connsiteY0" fmla="*/ 0 h 4696419"/>
              <a:gd name="connsiteX1" fmla="*/ 5892686 w 5892686"/>
              <a:gd name="connsiteY1" fmla="*/ 0 h 4696419"/>
              <a:gd name="connsiteX2" fmla="*/ 5892686 w 5892686"/>
              <a:gd name="connsiteY2" fmla="*/ 4696419 h 4696419"/>
              <a:gd name="connsiteX3" fmla="*/ 0 w 5892686"/>
              <a:gd name="connsiteY3" fmla="*/ 4696419 h 4696419"/>
            </a:gdLst>
            <a:ahLst/>
            <a:cxnLst>
              <a:cxn ang="0">
                <a:pos x="connsiteX0" y="connsiteY0"/>
              </a:cxn>
              <a:cxn ang="0">
                <a:pos x="connsiteX1" y="connsiteY1"/>
              </a:cxn>
              <a:cxn ang="0">
                <a:pos x="connsiteX2" y="connsiteY2"/>
              </a:cxn>
              <a:cxn ang="0">
                <a:pos x="connsiteX3" y="connsiteY3"/>
              </a:cxn>
            </a:cxnLst>
            <a:rect l="l" t="t" r="r" b="b"/>
            <a:pathLst>
              <a:path w="5892686" h="4696419">
                <a:moveTo>
                  <a:pt x="0" y="0"/>
                </a:moveTo>
                <a:lnTo>
                  <a:pt x="5892686" y="0"/>
                </a:lnTo>
                <a:lnTo>
                  <a:pt x="5892686" y="4696419"/>
                </a:lnTo>
                <a:lnTo>
                  <a:pt x="0" y="4696419"/>
                </a:lnTo>
                <a:close/>
              </a:path>
            </a:pathLst>
          </a:cu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GB" sz="1600">
              <a:solidFill>
                <a:schemeClr val="tx1"/>
              </a:solidFill>
            </a:endParaRPr>
          </a:p>
        </p:txBody>
      </p:sp>
      <p:sp>
        <p:nvSpPr>
          <p:cNvPr id="6" name="Arrow: Up 5">
            <a:extLst>
              <a:ext uri="{FF2B5EF4-FFF2-40B4-BE49-F238E27FC236}">
                <a16:creationId xmlns:a16="http://schemas.microsoft.com/office/drawing/2014/main" id="{19181427-D334-831C-0B50-EBD660D56A3B}"/>
              </a:ext>
            </a:extLst>
          </p:cNvPr>
          <p:cNvSpPr/>
          <p:nvPr userDrawn="1"/>
        </p:nvSpPr>
        <p:spPr bwMode="gray">
          <a:xfrm>
            <a:off x="482601" y="2031949"/>
            <a:ext cx="1325434" cy="3719240"/>
          </a:xfrm>
          <a:prstGeom prst="upArrow">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GB" sz="1600">
              <a:solidFill>
                <a:schemeClr val="tx1"/>
              </a:solidFill>
            </a:endParaRPr>
          </a:p>
        </p:txBody>
      </p:sp>
      <p:sp>
        <p:nvSpPr>
          <p:cNvPr id="8" name="Arrow: Up 7">
            <a:extLst>
              <a:ext uri="{FF2B5EF4-FFF2-40B4-BE49-F238E27FC236}">
                <a16:creationId xmlns:a16="http://schemas.microsoft.com/office/drawing/2014/main" id="{0F3C17E4-2691-4411-8812-14AE4147137B}"/>
              </a:ext>
            </a:extLst>
          </p:cNvPr>
          <p:cNvSpPr/>
          <p:nvPr userDrawn="1"/>
        </p:nvSpPr>
        <p:spPr bwMode="gray">
          <a:xfrm>
            <a:off x="1551707" y="3087363"/>
            <a:ext cx="1325434" cy="2663826"/>
          </a:xfrm>
          <a:prstGeom prst="upArrow">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GB" sz="1600">
              <a:solidFill>
                <a:schemeClr val="tx1"/>
              </a:solidFill>
            </a:endParaRPr>
          </a:p>
        </p:txBody>
      </p:sp>
      <p:sp>
        <p:nvSpPr>
          <p:cNvPr id="9" name="Arrow: Up 8">
            <a:extLst>
              <a:ext uri="{FF2B5EF4-FFF2-40B4-BE49-F238E27FC236}">
                <a16:creationId xmlns:a16="http://schemas.microsoft.com/office/drawing/2014/main" id="{48EE3A99-E0A9-0892-B5DF-92FCF02C22F3}"/>
              </a:ext>
            </a:extLst>
          </p:cNvPr>
          <p:cNvSpPr/>
          <p:nvPr userDrawn="1"/>
        </p:nvSpPr>
        <p:spPr bwMode="gray">
          <a:xfrm>
            <a:off x="2620813" y="4154163"/>
            <a:ext cx="1325434" cy="1597024"/>
          </a:xfrm>
          <a:prstGeom prst="upArrow">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GB" sz="1600">
              <a:solidFill>
                <a:schemeClr val="tx1"/>
              </a:solidFill>
            </a:endParaRPr>
          </a:p>
        </p:txBody>
      </p:sp>
      <p:sp>
        <p:nvSpPr>
          <p:cNvPr id="26" name="Content Placeholder 25">
            <a:extLst>
              <a:ext uri="{FF2B5EF4-FFF2-40B4-BE49-F238E27FC236}">
                <a16:creationId xmlns:a16="http://schemas.microsoft.com/office/drawing/2014/main" id="{8B59FFE0-8CAA-033F-1459-586583344873}"/>
              </a:ext>
            </a:extLst>
          </p:cNvPr>
          <p:cNvSpPr>
            <a:spLocks noGrp="1"/>
          </p:cNvSpPr>
          <p:nvPr>
            <p:ph sz="quarter" idx="14" hasCustomPrompt="1"/>
          </p:nvPr>
        </p:nvSpPr>
        <p:spPr>
          <a:xfrm>
            <a:off x="482600" y="1536748"/>
            <a:ext cx="11156084" cy="315920"/>
          </a:xfrm>
        </p:spPr>
        <p:txBody>
          <a:bodyPr anchor="ctr"/>
          <a:lstStyle>
            <a:lvl1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1pPr>
            <a:lvl2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2pPr>
            <a:lvl3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3pPr>
            <a:lvl4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4pPr>
            <a:lvl5pPr marL="0" indent="0" algn="l" defTabSz="914400" rtl="0" eaLnBrk="1" latinLnBrk="0" hangingPunct="1">
              <a:lnSpc>
                <a:spcPct val="140000"/>
              </a:lnSpc>
              <a:spcBef>
                <a:spcPts val="0"/>
              </a:spcBef>
              <a:spcAft>
                <a:spcPts val="600"/>
              </a:spcAft>
              <a:buFont typeface="Arial" panose="020B0604020202020204" pitchFamily="34" charset="0"/>
              <a:buNone/>
              <a:defRPr lang="en-GB" sz="1600" b="1" kern="1200" dirty="0">
                <a:solidFill>
                  <a:schemeClr val="bg1"/>
                </a:solidFill>
                <a:latin typeface="+mn-lt"/>
                <a:ea typeface="+mn-ea"/>
                <a:cs typeface="+mn-cs"/>
              </a:defRPr>
            </a:lvl5pPr>
          </a:lstStyle>
          <a:p>
            <a:pPr lvl="0"/>
            <a:r>
              <a:rPr lang="en-US"/>
              <a:t>Click to add text</a:t>
            </a:r>
            <a:endParaRPr lang="en-GB"/>
          </a:p>
        </p:txBody>
      </p:sp>
      <p:pic>
        <p:nvPicPr>
          <p:cNvPr id="13" name="Graphic 12">
            <a:extLst>
              <a:ext uri="{FF2B5EF4-FFF2-40B4-BE49-F238E27FC236}">
                <a16:creationId xmlns:a16="http://schemas.microsoft.com/office/drawing/2014/main" id="{200BE4AA-A7FE-C0BB-5D56-FF5BA906093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76811" y="5238407"/>
            <a:ext cx="413437" cy="413437"/>
          </a:xfrm>
          <a:prstGeom prst="rect">
            <a:avLst/>
          </a:prstGeom>
        </p:spPr>
      </p:pic>
      <p:pic>
        <p:nvPicPr>
          <p:cNvPr id="14" name="Graphic 13">
            <a:extLst>
              <a:ext uri="{FF2B5EF4-FFF2-40B4-BE49-F238E27FC236}">
                <a16:creationId xmlns:a16="http://schemas.microsoft.com/office/drawing/2014/main" id="{21B71F7B-D713-4269-C7C9-527261D2A61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38600" y="5238407"/>
            <a:ext cx="413437" cy="413437"/>
          </a:xfrm>
          <a:prstGeom prst="rect">
            <a:avLst/>
          </a:prstGeom>
        </p:spPr>
      </p:pic>
      <p:pic>
        <p:nvPicPr>
          <p:cNvPr id="15" name="Graphic 14">
            <a:extLst>
              <a:ext uri="{FF2B5EF4-FFF2-40B4-BE49-F238E27FC236}">
                <a16:creationId xmlns:a16="http://schemas.microsoft.com/office/drawing/2014/main" id="{40674D9A-1BA6-6D3B-E00C-0E8D68300D8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007706" y="5238407"/>
            <a:ext cx="413437" cy="413437"/>
          </a:xfrm>
          <a:prstGeom prst="rect">
            <a:avLst/>
          </a:prstGeom>
        </p:spPr>
      </p:pic>
      <p:sp>
        <p:nvSpPr>
          <p:cNvPr id="16" name="Freeform: Shape 15">
            <a:extLst>
              <a:ext uri="{FF2B5EF4-FFF2-40B4-BE49-F238E27FC236}">
                <a16:creationId xmlns:a16="http://schemas.microsoft.com/office/drawing/2014/main" id="{0DC3819E-A161-D8CB-0CCF-9D2DFC344641}"/>
              </a:ext>
            </a:extLst>
          </p:cNvPr>
          <p:cNvSpPr/>
          <p:nvPr userDrawn="1"/>
        </p:nvSpPr>
        <p:spPr bwMode="gray">
          <a:xfrm flipH="1" flipV="1">
            <a:off x="203197" y="1412874"/>
            <a:ext cx="11607803" cy="4537074"/>
          </a:xfrm>
          <a:custGeom>
            <a:avLst/>
            <a:gdLst>
              <a:gd name="connsiteX0" fmla="*/ 0 w 7576457"/>
              <a:gd name="connsiteY0" fmla="*/ 0 h 5471885"/>
              <a:gd name="connsiteX1" fmla="*/ 0 w 7576457"/>
              <a:gd name="connsiteY1" fmla="*/ 5471885 h 5471885"/>
              <a:gd name="connsiteX2" fmla="*/ 7576457 w 7576457"/>
              <a:gd name="connsiteY2" fmla="*/ 5471885 h 5471885"/>
              <a:gd name="connsiteX3" fmla="*/ 7576457 w 7576457"/>
              <a:gd name="connsiteY3" fmla="*/ 5210628 h 5471885"/>
            </a:gdLst>
            <a:ahLst/>
            <a:cxnLst>
              <a:cxn ang="0">
                <a:pos x="connsiteX0" y="connsiteY0"/>
              </a:cxn>
              <a:cxn ang="0">
                <a:pos x="connsiteX1" y="connsiteY1"/>
              </a:cxn>
              <a:cxn ang="0">
                <a:pos x="connsiteX2" y="connsiteY2"/>
              </a:cxn>
              <a:cxn ang="0">
                <a:pos x="connsiteX3" y="connsiteY3"/>
              </a:cxn>
            </a:cxnLst>
            <a:rect l="l" t="t" r="r" b="b"/>
            <a:pathLst>
              <a:path w="7576457" h="5471885">
                <a:moveTo>
                  <a:pt x="0" y="0"/>
                </a:moveTo>
                <a:lnTo>
                  <a:pt x="0" y="5471885"/>
                </a:lnTo>
                <a:lnTo>
                  <a:pt x="7576457" y="5471885"/>
                </a:lnTo>
                <a:lnTo>
                  <a:pt x="7576457" y="5210628"/>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FA8C979F-61CF-324A-FBD4-DD550CF64C75}"/>
              </a:ext>
            </a:extLst>
          </p:cNvPr>
          <p:cNvSpPr>
            <a:spLocks/>
          </p:cNvSpPr>
          <p:nvPr userDrawn="1"/>
        </p:nvSpPr>
        <p:spPr bwMode="gray">
          <a:xfrm>
            <a:off x="304802" y="393700"/>
            <a:ext cx="2876548" cy="5683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IN" sz="1600">
              <a:solidFill>
                <a:schemeClr val="tx2"/>
              </a:solidFill>
            </a:endParaRPr>
          </a:p>
        </p:txBody>
      </p:sp>
      <p:sp>
        <p:nvSpPr>
          <p:cNvPr id="21" name="Rectangle 20">
            <a:extLst>
              <a:ext uri="{FF2B5EF4-FFF2-40B4-BE49-F238E27FC236}">
                <a16:creationId xmlns:a16="http://schemas.microsoft.com/office/drawing/2014/main" id="{DBF57E71-AEDC-D72F-6268-5FFE9CE6BF86}"/>
              </a:ext>
            </a:extLst>
          </p:cNvPr>
          <p:cNvSpPr/>
          <p:nvPr userDrawn="1"/>
        </p:nvSpPr>
        <p:spPr bwMode="gray">
          <a:xfrm>
            <a:off x="1" y="0"/>
            <a:ext cx="203198" cy="3175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IN" sz="1600">
              <a:solidFill>
                <a:schemeClr val="tx1"/>
              </a:solidFill>
            </a:endParaRPr>
          </a:p>
        </p:txBody>
      </p:sp>
      <p:sp>
        <p:nvSpPr>
          <p:cNvPr id="22" name="Freeform: Shape 21">
            <a:extLst>
              <a:ext uri="{FF2B5EF4-FFF2-40B4-BE49-F238E27FC236}">
                <a16:creationId xmlns:a16="http://schemas.microsoft.com/office/drawing/2014/main" id="{87997F9C-0FD1-AFE3-7FD9-CBAF549A42A6}"/>
              </a:ext>
            </a:extLst>
          </p:cNvPr>
          <p:cNvSpPr/>
          <p:nvPr userDrawn="1"/>
        </p:nvSpPr>
        <p:spPr bwMode="gray">
          <a:xfrm>
            <a:off x="203200" y="0"/>
            <a:ext cx="812800" cy="1066800"/>
          </a:xfrm>
          <a:custGeom>
            <a:avLst/>
            <a:gdLst>
              <a:gd name="connsiteX0" fmla="*/ 0 w 6197600"/>
              <a:gd name="connsiteY0" fmla="*/ 0 h 1257300"/>
              <a:gd name="connsiteX1" fmla="*/ 0 w 6197600"/>
              <a:gd name="connsiteY1" fmla="*/ 1257300 h 1257300"/>
              <a:gd name="connsiteX2" fmla="*/ 6197600 w 6197600"/>
              <a:gd name="connsiteY2" fmla="*/ 1257300 h 1257300"/>
            </a:gdLst>
            <a:ahLst/>
            <a:cxnLst>
              <a:cxn ang="0">
                <a:pos x="connsiteX0" y="connsiteY0"/>
              </a:cxn>
              <a:cxn ang="0">
                <a:pos x="connsiteX1" y="connsiteY1"/>
              </a:cxn>
              <a:cxn ang="0">
                <a:pos x="connsiteX2" y="connsiteY2"/>
              </a:cxn>
            </a:cxnLst>
            <a:rect l="l" t="t" r="r" b="b"/>
            <a:pathLst>
              <a:path w="6197600" h="1257300">
                <a:moveTo>
                  <a:pt x="0" y="0"/>
                </a:moveTo>
                <a:lnTo>
                  <a:pt x="0" y="1257300"/>
                </a:lnTo>
                <a:lnTo>
                  <a:pt x="6197600" y="1257300"/>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 name="Titel 1"/>
          <p:cNvSpPr>
            <a:spLocks noGrp="1"/>
          </p:cNvSpPr>
          <p:nvPr>
            <p:ph type="title" hasCustomPrompt="1"/>
          </p:nvPr>
        </p:nvSpPr>
        <p:spPr bwMode="gray">
          <a:xfrm>
            <a:off x="479424" y="439323"/>
            <a:ext cx="2182814" cy="477054"/>
          </a:xfrm>
        </p:spPr>
        <p:txBody>
          <a:bodyPr anchor="ctr">
            <a:normAutofit/>
          </a:bodyPr>
          <a:lstStyle>
            <a:lvl1pPr marL="0" algn="l" defTabSz="914400" rtl="0" eaLnBrk="1" latinLnBrk="0" hangingPunct="1">
              <a:lnSpc>
                <a:spcPct val="100000"/>
              </a:lnSpc>
              <a:spcBef>
                <a:spcPct val="0"/>
              </a:spcBef>
              <a:buNone/>
              <a:defRPr lang="en-US" sz="2500" b="1" kern="1200" dirty="0">
                <a:solidFill>
                  <a:schemeClr val="tx2"/>
                </a:solidFill>
                <a:latin typeface="+mj-lt"/>
                <a:ea typeface="+mj-ea"/>
                <a:cs typeface="+mj-cs"/>
              </a:defRPr>
            </a:lvl1pPr>
          </a:lstStyle>
          <a:p>
            <a:r>
              <a:rPr lang="en-US" err="1"/>
              <a:t>Folientitel</a:t>
            </a:r>
            <a:endParaRPr lang="en-US"/>
          </a:p>
        </p:txBody>
      </p:sp>
      <p:pic>
        <p:nvPicPr>
          <p:cNvPr id="24" name="Graphic 23">
            <a:extLst>
              <a:ext uri="{FF2B5EF4-FFF2-40B4-BE49-F238E27FC236}">
                <a16:creationId xmlns:a16="http://schemas.microsoft.com/office/drawing/2014/main" id="{488FF35A-046C-D305-21C9-2AF11B35EF8D}"/>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700424" y="502320"/>
            <a:ext cx="351060" cy="351060"/>
          </a:xfrm>
          <a:prstGeom prst="rect">
            <a:avLst/>
          </a:prstGeom>
        </p:spPr>
      </p:pic>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1463-0001 Mitigations APR-2025  |  ONLY FOR INTERNAL USE</a:t>
            </a:r>
            <a:endParaRPr lang="en-GB"/>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FCF8AB89-CCA6-49AF-9A2B-6F497D46071B}" type="slidenum">
              <a:rPr lang="en-GB" smtClean="0"/>
              <a:t>‹#›</a:t>
            </a:fld>
            <a:endParaRPr lang="en-GB"/>
          </a:p>
        </p:txBody>
      </p:sp>
      <p:sp>
        <p:nvSpPr>
          <p:cNvPr id="27" name="Content Placeholder 25">
            <a:extLst>
              <a:ext uri="{FF2B5EF4-FFF2-40B4-BE49-F238E27FC236}">
                <a16:creationId xmlns:a16="http://schemas.microsoft.com/office/drawing/2014/main" id="{0A0C31AC-0C35-BF3F-1F5F-4C18FF494A5C}"/>
              </a:ext>
            </a:extLst>
          </p:cNvPr>
          <p:cNvSpPr>
            <a:spLocks noGrp="1"/>
          </p:cNvSpPr>
          <p:nvPr>
            <p:ph sz="quarter" idx="15" hasCustomPrompt="1"/>
          </p:nvPr>
        </p:nvSpPr>
        <p:spPr>
          <a:xfrm>
            <a:off x="1916834" y="2347869"/>
            <a:ext cx="9795740" cy="719552"/>
          </a:xfrm>
        </p:spPr>
        <p:txBody>
          <a:bodyPr anchor="t"/>
          <a:lstStyle>
            <a:lvl1pPr marL="0" indent="0" algn="l" defTabSz="914400" rtl="0" eaLnBrk="1" latinLnBrk="0" hangingPunct="1">
              <a:lnSpc>
                <a:spcPct val="120000"/>
              </a:lnSpc>
              <a:spcBef>
                <a:spcPts val="0"/>
              </a:spcBef>
              <a:spcAft>
                <a:spcPts val="300"/>
              </a:spcAft>
              <a:buFont typeface="Arial" panose="020B0604020202020204" pitchFamily="34" charset="0"/>
              <a:buNone/>
              <a:defRPr lang="en-GB" sz="1400" kern="1200" dirty="0">
                <a:solidFill>
                  <a:schemeClr val="tx1"/>
                </a:solidFill>
                <a:latin typeface="+mn-lt"/>
                <a:ea typeface="+mn-ea"/>
                <a:cs typeface="+mn-cs"/>
              </a:defRPr>
            </a:lvl1pPr>
            <a:lvl2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2pPr>
            <a:lvl3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3pPr>
            <a:lvl4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4pPr>
            <a:lvl5pPr marL="0" indent="0" algn="l" defTabSz="914400" rtl="0" eaLnBrk="1" latinLnBrk="0" hangingPunct="1">
              <a:lnSpc>
                <a:spcPct val="140000"/>
              </a:lnSpc>
              <a:spcBef>
                <a:spcPts val="0"/>
              </a:spcBef>
              <a:spcAft>
                <a:spcPts val="600"/>
              </a:spcAft>
              <a:buFont typeface="Arial" panose="020B0604020202020204" pitchFamily="34" charset="0"/>
              <a:buNone/>
              <a:defRPr lang="en-GB" sz="1600" b="1" kern="1200" dirty="0">
                <a:solidFill>
                  <a:schemeClr val="bg1"/>
                </a:solidFill>
                <a:latin typeface="+mn-lt"/>
                <a:ea typeface="+mn-ea"/>
                <a:cs typeface="+mn-cs"/>
              </a:defRPr>
            </a:lvl5pPr>
          </a:lstStyle>
          <a:p>
            <a:pPr lvl="0"/>
            <a:r>
              <a:rPr lang="en-US"/>
              <a:t>Click to add text</a:t>
            </a:r>
            <a:endParaRPr lang="en-GB"/>
          </a:p>
        </p:txBody>
      </p:sp>
      <p:sp>
        <p:nvSpPr>
          <p:cNvPr id="28" name="Content Placeholder 25">
            <a:extLst>
              <a:ext uri="{FF2B5EF4-FFF2-40B4-BE49-F238E27FC236}">
                <a16:creationId xmlns:a16="http://schemas.microsoft.com/office/drawing/2014/main" id="{3410DD18-5AFA-CA5D-44AA-3261DDDA5B21}"/>
              </a:ext>
            </a:extLst>
          </p:cNvPr>
          <p:cNvSpPr>
            <a:spLocks noGrp="1"/>
          </p:cNvSpPr>
          <p:nvPr>
            <p:ph sz="quarter" idx="16" hasCustomPrompt="1"/>
          </p:nvPr>
        </p:nvSpPr>
        <p:spPr>
          <a:xfrm>
            <a:off x="1916834" y="2031949"/>
            <a:ext cx="9795740" cy="315920"/>
          </a:xfrm>
        </p:spPr>
        <p:txBody>
          <a:bodyPr anchor="ctr"/>
          <a:lstStyle>
            <a:lvl1pPr marL="0" marR="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kumimoji="0" lang="en-GB" sz="1600" b="1" i="0" u="none" strike="noStrike" kern="1200" cap="none" spc="0" normalizeH="0" baseline="0" dirty="0">
                <a:ln>
                  <a:noFill/>
                </a:ln>
                <a:solidFill>
                  <a:schemeClr val="bg2"/>
                </a:solidFill>
                <a:effectLst/>
                <a:uLnTx/>
                <a:uFillTx/>
                <a:latin typeface="+mn-lt"/>
                <a:ea typeface="+mn-ea"/>
                <a:cs typeface="+mn-cs"/>
              </a:defRPr>
            </a:lvl1pPr>
            <a:lvl2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2pPr>
            <a:lvl3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3pPr>
            <a:lvl4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4pPr>
            <a:lvl5pPr marL="0" indent="0" algn="l" defTabSz="914400" rtl="0" eaLnBrk="1" latinLnBrk="0" hangingPunct="1">
              <a:lnSpc>
                <a:spcPct val="140000"/>
              </a:lnSpc>
              <a:spcBef>
                <a:spcPts val="0"/>
              </a:spcBef>
              <a:spcAft>
                <a:spcPts val="600"/>
              </a:spcAft>
              <a:buFont typeface="Arial" panose="020B0604020202020204" pitchFamily="34" charset="0"/>
              <a:buNone/>
              <a:defRPr lang="en-GB" sz="1600" b="1" kern="1200" dirty="0">
                <a:solidFill>
                  <a:schemeClr val="bg1"/>
                </a:solidFill>
                <a:latin typeface="+mn-lt"/>
                <a:ea typeface="+mn-ea"/>
                <a:cs typeface="+mn-cs"/>
              </a:defRPr>
            </a:lvl5pPr>
          </a:lstStyle>
          <a:p>
            <a:pPr lvl="0"/>
            <a:r>
              <a:rPr lang="en-US"/>
              <a:t>Click to add text</a:t>
            </a:r>
            <a:endParaRPr lang="en-GB"/>
          </a:p>
        </p:txBody>
      </p:sp>
      <p:sp>
        <p:nvSpPr>
          <p:cNvPr id="29" name="Content Placeholder 25">
            <a:extLst>
              <a:ext uri="{FF2B5EF4-FFF2-40B4-BE49-F238E27FC236}">
                <a16:creationId xmlns:a16="http://schemas.microsoft.com/office/drawing/2014/main" id="{61B57673-E308-3EDE-FE1C-B9546077F290}"/>
              </a:ext>
            </a:extLst>
          </p:cNvPr>
          <p:cNvSpPr>
            <a:spLocks noGrp="1"/>
          </p:cNvSpPr>
          <p:nvPr>
            <p:ph sz="quarter" idx="17" hasCustomPrompt="1"/>
          </p:nvPr>
        </p:nvSpPr>
        <p:spPr>
          <a:xfrm>
            <a:off x="3051484" y="3403283"/>
            <a:ext cx="8661089" cy="719552"/>
          </a:xfrm>
        </p:spPr>
        <p:txBody>
          <a:bodyPr anchor="t"/>
          <a:lstStyle>
            <a:lvl1pPr marL="0" indent="0" algn="l" defTabSz="914400" rtl="0" eaLnBrk="1" latinLnBrk="0" hangingPunct="1">
              <a:lnSpc>
                <a:spcPct val="120000"/>
              </a:lnSpc>
              <a:spcBef>
                <a:spcPts val="0"/>
              </a:spcBef>
              <a:spcAft>
                <a:spcPts val="300"/>
              </a:spcAft>
              <a:buFont typeface="Arial" panose="020B0604020202020204" pitchFamily="34" charset="0"/>
              <a:buNone/>
              <a:defRPr lang="en-GB" sz="1400" kern="1200" dirty="0">
                <a:solidFill>
                  <a:schemeClr val="tx1"/>
                </a:solidFill>
                <a:latin typeface="+mn-lt"/>
                <a:ea typeface="+mn-ea"/>
                <a:cs typeface="+mn-cs"/>
              </a:defRPr>
            </a:lvl1pPr>
            <a:lvl2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2pPr>
            <a:lvl3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3pPr>
            <a:lvl4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4pPr>
            <a:lvl5pPr marL="0" indent="0" algn="l" defTabSz="914400" rtl="0" eaLnBrk="1" latinLnBrk="0" hangingPunct="1">
              <a:lnSpc>
                <a:spcPct val="140000"/>
              </a:lnSpc>
              <a:spcBef>
                <a:spcPts val="0"/>
              </a:spcBef>
              <a:spcAft>
                <a:spcPts val="600"/>
              </a:spcAft>
              <a:buFont typeface="Arial" panose="020B0604020202020204" pitchFamily="34" charset="0"/>
              <a:buNone/>
              <a:defRPr lang="en-GB" sz="1600" b="1" kern="1200" dirty="0">
                <a:solidFill>
                  <a:schemeClr val="bg1"/>
                </a:solidFill>
                <a:latin typeface="+mn-lt"/>
                <a:ea typeface="+mn-ea"/>
                <a:cs typeface="+mn-cs"/>
              </a:defRPr>
            </a:lvl5pPr>
          </a:lstStyle>
          <a:p>
            <a:pPr lvl="0"/>
            <a:r>
              <a:rPr lang="en-US"/>
              <a:t>Click to add text</a:t>
            </a:r>
            <a:endParaRPr lang="en-GB"/>
          </a:p>
        </p:txBody>
      </p:sp>
      <p:sp>
        <p:nvSpPr>
          <p:cNvPr id="30" name="Content Placeholder 25">
            <a:extLst>
              <a:ext uri="{FF2B5EF4-FFF2-40B4-BE49-F238E27FC236}">
                <a16:creationId xmlns:a16="http://schemas.microsoft.com/office/drawing/2014/main" id="{30ECB019-D3E3-7897-1819-61A3BD94219B}"/>
              </a:ext>
            </a:extLst>
          </p:cNvPr>
          <p:cNvSpPr>
            <a:spLocks noGrp="1"/>
          </p:cNvSpPr>
          <p:nvPr>
            <p:ph sz="quarter" idx="18" hasCustomPrompt="1"/>
          </p:nvPr>
        </p:nvSpPr>
        <p:spPr>
          <a:xfrm>
            <a:off x="3051484" y="3087363"/>
            <a:ext cx="8661089" cy="315920"/>
          </a:xfrm>
        </p:spPr>
        <p:txBody>
          <a:bodyPr anchor="ctr"/>
          <a:lstStyle>
            <a:lvl1pPr marL="0" marR="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kumimoji="0" lang="en-GB" sz="1600" b="1" i="0" u="none" strike="noStrike" kern="1200" cap="none" spc="0" normalizeH="0" baseline="0" dirty="0">
                <a:ln>
                  <a:noFill/>
                </a:ln>
                <a:solidFill>
                  <a:schemeClr val="bg2"/>
                </a:solidFill>
                <a:effectLst/>
                <a:uLnTx/>
                <a:uFillTx/>
                <a:latin typeface="+mn-lt"/>
                <a:ea typeface="+mn-ea"/>
                <a:cs typeface="+mn-cs"/>
              </a:defRPr>
            </a:lvl1pPr>
            <a:lvl2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2pPr>
            <a:lvl3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3pPr>
            <a:lvl4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4pPr>
            <a:lvl5pPr marL="0" indent="0" algn="l" defTabSz="914400" rtl="0" eaLnBrk="1" latinLnBrk="0" hangingPunct="1">
              <a:lnSpc>
                <a:spcPct val="140000"/>
              </a:lnSpc>
              <a:spcBef>
                <a:spcPts val="0"/>
              </a:spcBef>
              <a:spcAft>
                <a:spcPts val="600"/>
              </a:spcAft>
              <a:buFont typeface="Arial" panose="020B0604020202020204" pitchFamily="34" charset="0"/>
              <a:buNone/>
              <a:defRPr lang="en-GB" sz="1600" b="1" kern="1200" dirty="0">
                <a:solidFill>
                  <a:schemeClr val="bg1"/>
                </a:solidFill>
                <a:latin typeface="+mn-lt"/>
                <a:ea typeface="+mn-ea"/>
                <a:cs typeface="+mn-cs"/>
              </a:defRPr>
            </a:lvl5pPr>
          </a:lstStyle>
          <a:p>
            <a:pPr lvl="0"/>
            <a:r>
              <a:rPr lang="en-US"/>
              <a:t>Click to add text</a:t>
            </a:r>
            <a:endParaRPr lang="en-GB"/>
          </a:p>
        </p:txBody>
      </p:sp>
      <p:sp>
        <p:nvSpPr>
          <p:cNvPr id="31" name="Content Placeholder 25">
            <a:extLst>
              <a:ext uri="{FF2B5EF4-FFF2-40B4-BE49-F238E27FC236}">
                <a16:creationId xmlns:a16="http://schemas.microsoft.com/office/drawing/2014/main" id="{2BBCEC64-E85E-AF07-B6E5-AC1893ACC208}"/>
              </a:ext>
            </a:extLst>
          </p:cNvPr>
          <p:cNvSpPr>
            <a:spLocks noGrp="1"/>
          </p:cNvSpPr>
          <p:nvPr>
            <p:ph sz="quarter" idx="19" hasCustomPrompt="1"/>
          </p:nvPr>
        </p:nvSpPr>
        <p:spPr>
          <a:xfrm>
            <a:off x="4145917" y="4470083"/>
            <a:ext cx="7566656" cy="719552"/>
          </a:xfrm>
        </p:spPr>
        <p:txBody>
          <a:bodyPr anchor="t"/>
          <a:lstStyle>
            <a:lvl1pPr marL="0" indent="0" algn="l" defTabSz="914400" rtl="0" eaLnBrk="1" latinLnBrk="0" hangingPunct="1">
              <a:lnSpc>
                <a:spcPct val="120000"/>
              </a:lnSpc>
              <a:spcBef>
                <a:spcPts val="0"/>
              </a:spcBef>
              <a:spcAft>
                <a:spcPts val="300"/>
              </a:spcAft>
              <a:buFont typeface="Arial" panose="020B0604020202020204" pitchFamily="34" charset="0"/>
              <a:buNone/>
              <a:defRPr lang="en-GB" sz="1400" kern="1200" dirty="0">
                <a:solidFill>
                  <a:schemeClr val="tx1"/>
                </a:solidFill>
                <a:latin typeface="+mn-lt"/>
                <a:ea typeface="+mn-ea"/>
                <a:cs typeface="+mn-cs"/>
              </a:defRPr>
            </a:lvl1pPr>
            <a:lvl2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2pPr>
            <a:lvl3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3pPr>
            <a:lvl4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4pPr>
            <a:lvl5pPr marL="0" indent="0" algn="l" defTabSz="914400" rtl="0" eaLnBrk="1" latinLnBrk="0" hangingPunct="1">
              <a:lnSpc>
                <a:spcPct val="140000"/>
              </a:lnSpc>
              <a:spcBef>
                <a:spcPts val="0"/>
              </a:spcBef>
              <a:spcAft>
                <a:spcPts val="600"/>
              </a:spcAft>
              <a:buFont typeface="Arial" panose="020B0604020202020204" pitchFamily="34" charset="0"/>
              <a:buNone/>
              <a:defRPr lang="en-GB" sz="1600" b="1" kern="1200" dirty="0">
                <a:solidFill>
                  <a:schemeClr val="bg1"/>
                </a:solidFill>
                <a:latin typeface="+mn-lt"/>
                <a:ea typeface="+mn-ea"/>
                <a:cs typeface="+mn-cs"/>
              </a:defRPr>
            </a:lvl5pPr>
          </a:lstStyle>
          <a:p>
            <a:pPr lvl="0"/>
            <a:r>
              <a:rPr lang="en-US"/>
              <a:t>Click to add text</a:t>
            </a:r>
            <a:endParaRPr lang="en-GB"/>
          </a:p>
        </p:txBody>
      </p:sp>
      <p:sp>
        <p:nvSpPr>
          <p:cNvPr id="32" name="Content Placeholder 25">
            <a:extLst>
              <a:ext uri="{FF2B5EF4-FFF2-40B4-BE49-F238E27FC236}">
                <a16:creationId xmlns:a16="http://schemas.microsoft.com/office/drawing/2014/main" id="{33106453-FE25-B3A7-44EE-EB37CE894657}"/>
              </a:ext>
            </a:extLst>
          </p:cNvPr>
          <p:cNvSpPr>
            <a:spLocks noGrp="1"/>
          </p:cNvSpPr>
          <p:nvPr>
            <p:ph sz="quarter" idx="20" hasCustomPrompt="1"/>
          </p:nvPr>
        </p:nvSpPr>
        <p:spPr>
          <a:xfrm>
            <a:off x="4145917" y="4154163"/>
            <a:ext cx="7566656" cy="315920"/>
          </a:xfrm>
        </p:spPr>
        <p:txBody>
          <a:bodyPr anchor="ctr"/>
          <a:lstStyle>
            <a:lvl1pPr marL="0" marR="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kumimoji="0" lang="en-GB" sz="1600" b="1" i="0" u="none" strike="noStrike" kern="1200" cap="none" spc="0" normalizeH="0" baseline="0" dirty="0">
                <a:ln>
                  <a:noFill/>
                </a:ln>
                <a:solidFill>
                  <a:schemeClr val="bg2"/>
                </a:solidFill>
                <a:effectLst/>
                <a:uLnTx/>
                <a:uFillTx/>
                <a:latin typeface="+mn-lt"/>
                <a:ea typeface="+mn-ea"/>
                <a:cs typeface="+mn-cs"/>
              </a:defRPr>
            </a:lvl1pPr>
            <a:lvl2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2pPr>
            <a:lvl3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3pPr>
            <a:lvl4pPr marL="0" indent="0" algn="l" defTabSz="914400" rtl="0" eaLnBrk="1" latinLnBrk="0" hangingPunct="1">
              <a:lnSpc>
                <a:spcPct val="140000"/>
              </a:lnSpc>
              <a:spcBef>
                <a:spcPts val="0"/>
              </a:spcBef>
              <a:spcAft>
                <a:spcPts val="600"/>
              </a:spcAft>
              <a:buFont typeface="Arial" panose="020B0604020202020204" pitchFamily="34" charset="0"/>
              <a:buNone/>
              <a:defRPr lang="en-US" sz="1600" b="1" kern="1200" dirty="0" smtClean="0">
                <a:solidFill>
                  <a:schemeClr val="bg1"/>
                </a:solidFill>
                <a:latin typeface="+mn-lt"/>
                <a:ea typeface="+mn-ea"/>
                <a:cs typeface="+mn-cs"/>
              </a:defRPr>
            </a:lvl4pPr>
            <a:lvl5pPr marL="0" indent="0" algn="l" defTabSz="914400" rtl="0" eaLnBrk="1" latinLnBrk="0" hangingPunct="1">
              <a:lnSpc>
                <a:spcPct val="140000"/>
              </a:lnSpc>
              <a:spcBef>
                <a:spcPts val="0"/>
              </a:spcBef>
              <a:spcAft>
                <a:spcPts val="600"/>
              </a:spcAft>
              <a:buFont typeface="Arial" panose="020B0604020202020204" pitchFamily="34" charset="0"/>
              <a:buNone/>
              <a:defRPr lang="en-GB" sz="1600" b="1" kern="1200" dirty="0">
                <a:solidFill>
                  <a:schemeClr val="bg1"/>
                </a:solidFill>
                <a:latin typeface="+mn-lt"/>
                <a:ea typeface="+mn-ea"/>
                <a:cs typeface="+mn-cs"/>
              </a:defRPr>
            </a:lvl5pPr>
          </a:lstStyle>
          <a:p>
            <a:pPr lvl="0"/>
            <a:r>
              <a:rPr lang="en-US"/>
              <a:t>Click to add text</a:t>
            </a:r>
            <a:endParaRPr lang="en-GB"/>
          </a:p>
        </p:txBody>
      </p:sp>
    </p:spTree>
    <p:extLst>
      <p:ext uri="{BB962C8B-B14F-4D97-AF65-F5344CB8AC3E}">
        <p14:creationId xmlns:p14="http://schemas.microsoft.com/office/powerpoint/2010/main" val="532358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slideLayout" Target="../slideLayouts/slideLayout52.xml"/><Relationship Id="rId26" Type="http://schemas.openxmlformats.org/officeDocument/2006/relationships/slideLayout" Target="../slideLayouts/slideLayout60.xml"/><Relationship Id="rId3" Type="http://schemas.openxmlformats.org/officeDocument/2006/relationships/slideLayout" Target="../slideLayouts/slideLayout37.xml"/><Relationship Id="rId21" Type="http://schemas.openxmlformats.org/officeDocument/2006/relationships/slideLayout" Target="../slideLayouts/slideLayout55.xml"/><Relationship Id="rId34" Type="http://schemas.openxmlformats.org/officeDocument/2006/relationships/slideLayout" Target="../slideLayouts/slideLayout68.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openxmlformats.org/officeDocument/2006/relationships/slideLayout" Target="../slideLayouts/slideLayout59.xml"/><Relationship Id="rId33" Type="http://schemas.openxmlformats.org/officeDocument/2006/relationships/slideLayout" Target="../slideLayouts/slideLayout67.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slideLayout" Target="../slideLayouts/slideLayout54.xml"/><Relationship Id="rId29" Type="http://schemas.openxmlformats.org/officeDocument/2006/relationships/slideLayout" Target="../slideLayouts/slideLayout63.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24" Type="http://schemas.openxmlformats.org/officeDocument/2006/relationships/slideLayout" Target="../slideLayouts/slideLayout58.xml"/><Relationship Id="rId32" Type="http://schemas.openxmlformats.org/officeDocument/2006/relationships/slideLayout" Target="../slideLayouts/slideLayout66.xml"/><Relationship Id="rId37" Type="http://schemas.openxmlformats.org/officeDocument/2006/relationships/image" Target="../media/image2.svg"/><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28" Type="http://schemas.openxmlformats.org/officeDocument/2006/relationships/slideLayout" Target="../slideLayouts/slideLayout62.xml"/><Relationship Id="rId36" Type="http://schemas.openxmlformats.org/officeDocument/2006/relationships/image" Target="../media/image1.png"/><Relationship Id="rId10" Type="http://schemas.openxmlformats.org/officeDocument/2006/relationships/slideLayout" Target="../slideLayouts/slideLayout44.xml"/><Relationship Id="rId19" Type="http://schemas.openxmlformats.org/officeDocument/2006/relationships/slideLayout" Target="../slideLayouts/slideLayout53.xml"/><Relationship Id="rId31" Type="http://schemas.openxmlformats.org/officeDocument/2006/relationships/slideLayout" Target="../slideLayouts/slideLayout65.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 Id="rId27" Type="http://schemas.openxmlformats.org/officeDocument/2006/relationships/slideLayout" Target="../slideLayouts/slideLayout61.xml"/><Relationship Id="rId30" Type="http://schemas.openxmlformats.org/officeDocument/2006/relationships/slideLayout" Target="../slideLayouts/slideLayout64.xml"/><Relationship Id="rId3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slideLayout" Target="../slideLayouts/slideLayout81.xml"/><Relationship Id="rId18" Type="http://schemas.openxmlformats.org/officeDocument/2006/relationships/slideLayout" Target="../slideLayouts/slideLayout86.xml"/><Relationship Id="rId26" Type="http://schemas.openxmlformats.org/officeDocument/2006/relationships/slideLayout" Target="../slideLayouts/slideLayout94.xml"/><Relationship Id="rId3" Type="http://schemas.openxmlformats.org/officeDocument/2006/relationships/slideLayout" Target="../slideLayouts/slideLayout71.xml"/><Relationship Id="rId21" Type="http://schemas.openxmlformats.org/officeDocument/2006/relationships/slideLayout" Target="../slideLayouts/slideLayout89.xml"/><Relationship Id="rId34" Type="http://schemas.openxmlformats.org/officeDocument/2006/relationships/slideLayout" Target="../slideLayouts/slideLayout102.xml"/><Relationship Id="rId7" Type="http://schemas.openxmlformats.org/officeDocument/2006/relationships/slideLayout" Target="../slideLayouts/slideLayout75.xml"/><Relationship Id="rId12" Type="http://schemas.openxmlformats.org/officeDocument/2006/relationships/slideLayout" Target="../slideLayouts/slideLayout80.xml"/><Relationship Id="rId17" Type="http://schemas.openxmlformats.org/officeDocument/2006/relationships/slideLayout" Target="../slideLayouts/slideLayout85.xml"/><Relationship Id="rId25" Type="http://schemas.openxmlformats.org/officeDocument/2006/relationships/slideLayout" Target="../slideLayouts/slideLayout93.xml"/><Relationship Id="rId33" Type="http://schemas.openxmlformats.org/officeDocument/2006/relationships/slideLayout" Target="../slideLayouts/slideLayout101.xml"/><Relationship Id="rId38" Type="http://schemas.openxmlformats.org/officeDocument/2006/relationships/image" Target="../media/image2.svg"/><Relationship Id="rId2" Type="http://schemas.openxmlformats.org/officeDocument/2006/relationships/slideLayout" Target="../slideLayouts/slideLayout70.xml"/><Relationship Id="rId16" Type="http://schemas.openxmlformats.org/officeDocument/2006/relationships/slideLayout" Target="../slideLayouts/slideLayout84.xml"/><Relationship Id="rId20" Type="http://schemas.openxmlformats.org/officeDocument/2006/relationships/slideLayout" Target="../slideLayouts/slideLayout88.xml"/><Relationship Id="rId29" Type="http://schemas.openxmlformats.org/officeDocument/2006/relationships/slideLayout" Target="../slideLayouts/slideLayout97.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24" Type="http://schemas.openxmlformats.org/officeDocument/2006/relationships/slideLayout" Target="../slideLayouts/slideLayout92.xml"/><Relationship Id="rId32" Type="http://schemas.openxmlformats.org/officeDocument/2006/relationships/slideLayout" Target="../slideLayouts/slideLayout100.xml"/><Relationship Id="rId37" Type="http://schemas.openxmlformats.org/officeDocument/2006/relationships/image" Target="../media/image1.png"/><Relationship Id="rId5" Type="http://schemas.openxmlformats.org/officeDocument/2006/relationships/slideLayout" Target="../slideLayouts/slideLayout73.xml"/><Relationship Id="rId15" Type="http://schemas.openxmlformats.org/officeDocument/2006/relationships/slideLayout" Target="../slideLayouts/slideLayout83.xml"/><Relationship Id="rId23" Type="http://schemas.openxmlformats.org/officeDocument/2006/relationships/slideLayout" Target="../slideLayouts/slideLayout91.xml"/><Relationship Id="rId28" Type="http://schemas.openxmlformats.org/officeDocument/2006/relationships/slideLayout" Target="../slideLayouts/slideLayout96.xml"/><Relationship Id="rId36" Type="http://schemas.openxmlformats.org/officeDocument/2006/relationships/theme" Target="../theme/theme3.xml"/><Relationship Id="rId10" Type="http://schemas.openxmlformats.org/officeDocument/2006/relationships/slideLayout" Target="../slideLayouts/slideLayout78.xml"/><Relationship Id="rId19" Type="http://schemas.openxmlformats.org/officeDocument/2006/relationships/slideLayout" Target="../slideLayouts/slideLayout87.xml"/><Relationship Id="rId31" Type="http://schemas.openxmlformats.org/officeDocument/2006/relationships/slideLayout" Target="../slideLayouts/slideLayout99.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slideLayout" Target="../slideLayouts/slideLayout82.xml"/><Relationship Id="rId22" Type="http://schemas.openxmlformats.org/officeDocument/2006/relationships/slideLayout" Target="../slideLayouts/slideLayout90.xml"/><Relationship Id="rId27" Type="http://schemas.openxmlformats.org/officeDocument/2006/relationships/slideLayout" Target="../slideLayouts/slideLayout95.xml"/><Relationship Id="rId30" Type="http://schemas.openxmlformats.org/officeDocument/2006/relationships/slideLayout" Target="../slideLayouts/slideLayout98.xml"/><Relationship Id="rId35" Type="http://schemas.openxmlformats.org/officeDocument/2006/relationships/slideLayout" Target="../slideLayouts/slideLayout10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ltLang="zh-CN"/>
              <a:t>MAP </a:t>
            </a:r>
            <a:r>
              <a:rPr lang="en-US"/>
              <a:t>|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037658778"/>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 id="2147483747" r:id="rId17"/>
    <p:sldLayoutId id="2147483748" r:id="rId18"/>
    <p:sldLayoutId id="2147483749" r:id="rId19"/>
    <p:sldLayoutId id="2147483750" r:id="rId20"/>
    <p:sldLayoutId id="2147483751" r:id="rId21"/>
    <p:sldLayoutId id="2147483752" r:id="rId22"/>
    <p:sldLayoutId id="2147483753" r:id="rId23"/>
    <p:sldLayoutId id="2147483754" r:id="rId24"/>
    <p:sldLayoutId id="2147483755" r:id="rId25"/>
    <p:sldLayoutId id="2147483756" r:id="rId26"/>
    <p:sldLayoutId id="2147483757" r:id="rId27"/>
    <p:sldLayoutId id="2147483758" r:id="rId28"/>
    <p:sldLayoutId id="2147483759" r:id="rId29"/>
    <p:sldLayoutId id="2147483760" r:id="rId30"/>
    <p:sldLayoutId id="2147483761" r:id="rId31"/>
    <p:sldLayoutId id="2147483762" r:id="rId32"/>
    <p:sldLayoutId id="2147483763" r:id="rId33"/>
    <p:sldLayoutId id="2147483764" r:id="rId34"/>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597051126"/>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 id="2147483819" r:id="rId20"/>
    <p:sldLayoutId id="2147483820" r:id="rId21"/>
    <p:sldLayoutId id="2147483821" r:id="rId22"/>
    <p:sldLayoutId id="2147483822" r:id="rId23"/>
    <p:sldLayoutId id="2147483823" r:id="rId24"/>
    <p:sldLayoutId id="2147483824" r:id="rId25"/>
    <p:sldLayoutId id="2147483825" r:id="rId26"/>
    <p:sldLayoutId id="2147483826" r:id="rId27"/>
    <p:sldLayoutId id="2147483827" r:id="rId28"/>
    <p:sldLayoutId id="2147483828" r:id="rId29"/>
    <p:sldLayoutId id="2147483829" r:id="rId30"/>
    <p:sldLayoutId id="2147483830" r:id="rId31"/>
    <p:sldLayoutId id="2147483831" r:id="rId32"/>
    <p:sldLayoutId id="2147483832" r:id="rId33"/>
    <p:sldLayoutId id="2147483833" r:id="rId34"/>
  </p:sldLayoutIdLst>
  <p:hf hdr="0" ft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896770512"/>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 id="2147483846" r:id="rId12"/>
    <p:sldLayoutId id="2147483847" r:id="rId13"/>
    <p:sldLayoutId id="2147483848" r:id="rId14"/>
    <p:sldLayoutId id="2147483849" r:id="rId15"/>
    <p:sldLayoutId id="2147483850" r:id="rId16"/>
    <p:sldLayoutId id="2147483851" r:id="rId17"/>
    <p:sldLayoutId id="2147483852" r:id="rId18"/>
    <p:sldLayoutId id="2147483853" r:id="rId19"/>
    <p:sldLayoutId id="2147483854" r:id="rId20"/>
    <p:sldLayoutId id="2147483855" r:id="rId21"/>
    <p:sldLayoutId id="2147483856" r:id="rId22"/>
    <p:sldLayoutId id="2147483857" r:id="rId23"/>
    <p:sldLayoutId id="2147483858" r:id="rId24"/>
    <p:sldLayoutId id="2147483859" r:id="rId25"/>
    <p:sldLayoutId id="2147483860" r:id="rId26"/>
    <p:sldLayoutId id="2147483861" r:id="rId27"/>
    <p:sldLayoutId id="2147483862" r:id="rId28"/>
    <p:sldLayoutId id="2147483863" r:id="rId29"/>
    <p:sldLayoutId id="2147483864" r:id="rId30"/>
    <p:sldLayoutId id="2147483865" r:id="rId31"/>
    <p:sldLayoutId id="2147483866" r:id="rId32"/>
    <p:sldLayoutId id="2147483867" r:id="rId33"/>
    <p:sldLayoutId id="2147483868" r:id="rId34"/>
    <p:sldLayoutId id="2147483869" r:id="rId35"/>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image" Target="../media/image27.png"/><Relationship Id="rId1" Type="http://schemas.openxmlformats.org/officeDocument/2006/relationships/slideLayout" Target="../slideLayouts/slideLayout45.xml"/><Relationship Id="rId6" Type="http://schemas.openxmlformats.org/officeDocument/2006/relationships/image" Target="../media/image31.png"/><Relationship Id="rId5" Type="http://schemas.openxmlformats.org/officeDocument/2006/relationships/image" Target="../media/image30.sv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svg"/></Relationships>
</file>

<file path=ppt/slides/_rels/slide3.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36.png"/><Relationship Id="rId1" Type="http://schemas.openxmlformats.org/officeDocument/2006/relationships/slideLayout" Target="../slideLayouts/slideLayout45.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39.sv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46.jpeg"/><Relationship Id="rId1" Type="http://schemas.openxmlformats.org/officeDocument/2006/relationships/slideLayout" Target="../slideLayouts/slideLayout6.xml"/><Relationship Id="rId4" Type="http://schemas.openxmlformats.org/officeDocument/2006/relationships/image" Target="../media/image48.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7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9">
            <a:extLst>
              <a:ext uri="{FF2B5EF4-FFF2-40B4-BE49-F238E27FC236}">
                <a16:creationId xmlns:a16="http://schemas.microsoft.com/office/drawing/2014/main" id="{8D17EF76-2217-4565-20CD-D65D723EE31F}"/>
              </a:ext>
            </a:extLst>
          </p:cNvPr>
          <p:cNvSpPr>
            <a:spLocks noGrp="1"/>
          </p:cNvSpPr>
          <p:nvPr>
            <p:ph type="ctrTitle"/>
          </p:nvPr>
        </p:nvSpPr>
        <p:spPr bwMode="gray">
          <a:xfrm>
            <a:off x="479425" y="2637000"/>
            <a:ext cx="11587237" cy="1584000"/>
          </a:xfrm>
        </p:spPr>
        <p:txBody>
          <a:bodyPr anchor="t"/>
          <a:lstStyle/>
          <a:p>
            <a:r>
              <a:rPr lang="en-US" sz="3200"/>
              <a:t>Medical Advisory Panel (MAP) Meeting</a:t>
            </a:r>
            <a:br>
              <a:rPr lang="en-US" sz="3200"/>
            </a:br>
            <a:r>
              <a:rPr lang="en-US" sz="3200"/>
              <a:t>TA ONCO Update</a:t>
            </a:r>
          </a:p>
        </p:txBody>
      </p:sp>
      <p:sp>
        <p:nvSpPr>
          <p:cNvPr id="3" name="Untertitel 2">
            <a:extLst>
              <a:ext uri="{FF2B5EF4-FFF2-40B4-BE49-F238E27FC236}">
                <a16:creationId xmlns:a16="http://schemas.microsoft.com/office/drawing/2014/main" id="{692796CB-E2C8-8508-DF5A-FC10693F0AFB}"/>
              </a:ext>
            </a:extLst>
          </p:cNvPr>
          <p:cNvSpPr>
            <a:spLocks noGrp="1"/>
          </p:cNvSpPr>
          <p:nvPr>
            <p:ph type="subTitle" idx="1"/>
          </p:nvPr>
        </p:nvSpPr>
        <p:spPr bwMode="gray">
          <a:xfrm>
            <a:off x="479425" y="4437120"/>
            <a:ext cx="8281375" cy="936000"/>
          </a:xfrm>
        </p:spPr>
        <p:txBody>
          <a:bodyPr/>
          <a:lstStyle/>
          <a:p>
            <a:pPr lvl="1"/>
            <a:r>
              <a:rPr lang="en-US" altLang="zh-CN" dirty="0"/>
              <a:t>Sally Chen, Jiaqi Lu</a:t>
            </a:r>
            <a:r>
              <a:rPr lang="en-US" dirty="0"/>
              <a:t> | May 2025</a:t>
            </a:r>
          </a:p>
        </p:txBody>
      </p:sp>
      <p:sp>
        <p:nvSpPr>
          <p:cNvPr id="17" name="Fußzeilenplatzhalter 16">
            <a:extLst>
              <a:ext uri="{FF2B5EF4-FFF2-40B4-BE49-F238E27FC236}">
                <a16:creationId xmlns:a16="http://schemas.microsoft.com/office/drawing/2014/main" id="{F654D22F-3A89-4EFD-C1CD-0566D4DCFD4D}"/>
              </a:ext>
            </a:extLst>
          </p:cNvPr>
          <p:cNvSpPr>
            <a:spLocks noGrp="1"/>
          </p:cNvSpPr>
          <p:nvPr>
            <p:ph type="ftr" sz="quarter" idx="19"/>
          </p:nvPr>
        </p:nvSpPr>
        <p:spPr bwMode="gray">
          <a:xfrm>
            <a:off x="479936" y="6165328"/>
            <a:ext cx="5040000" cy="216000"/>
          </a:xfrm>
        </p:spPr>
        <p:txBody>
          <a:bodyPr/>
          <a:lstStyle/>
          <a:p>
            <a:r>
              <a:rPr lang="en-US"/>
              <a:t>ONLY FOR INTERNAL USE</a:t>
            </a:r>
          </a:p>
        </p:txBody>
      </p:sp>
      <p:sp>
        <p:nvSpPr>
          <p:cNvPr id="5" name="Textfeld 4">
            <a:extLst>
              <a:ext uri="{FF2B5EF4-FFF2-40B4-BE49-F238E27FC236}">
                <a16:creationId xmlns:a16="http://schemas.microsoft.com/office/drawing/2014/main" id="{839FA9F0-3369-8108-E195-C7D33FD09D0A}"/>
              </a:ext>
            </a:extLst>
          </p:cNvPr>
          <p:cNvSpPr txBox="1"/>
          <p:nvPr/>
        </p:nvSpPr>
        <p:spPr bwMode="gray">
          <a:xfrm>
            <a:off x="1964267" y="1027289"/>
            <a:ext cx="0" cy="0"/>
          </a:xfrm>
          <a:prstGeom prst="rect">
            <a:avLst/>
          </a:prstGeom>
          <a:noFill/>
        </p:spPr>
        <p:txBody>
          <a:bodyPr wrap="none" lIns="0" tIns="0" rIns="0" bIns="0" rtlCol="0">
            <a:noAutofit/>
          </a:bodyPr>
          <a:lstStyle/>
          <a:p>
            <a:pPr marL="180000" indent="-180000" algn="l">
              <a:buFont typeface="Arial" panose="020B0604020202020204" pitchFamily="34" charset="0"/>
              <a:buChar char="•"/>
            </a:pPr>
            <a:endParaRPr lang="en-US" sz="1600"/>
          </a:p>
        </p:txBody>
      </p:sp>
      <p:sp>
        <p:nvSpPr>
          <p:cNvPr id="9" name="TextBox 7">
            <a:extLst>
              <a:ext uri="{FF2B5EF4-FFF2-40B4-BE49-F238E27FC236}">
                <a16:creationId xmlns:a16="http://schemas.microsoft.com/office/drawing/2014/main" id="{28576732-9C88-DCDA-879A-44699A5FB4E6}"/>
              </a:ext>
            </a:extLst>
          </p:cNvPr>
          <p:cNvSpPr txBox="1">
            <a:spLocks noGrp="1" noRot="1" noMove="1" noResize="1" noEditPoints="1" noAdjustHandles="1" noChangeArrowheads="1" noChangeShapeType="1"/>
          </p:cNvSpPr>
          <p:nvPr/>
        </p:nvSpPr>
        <p:spPr bwMode="gray">
          <a:xfrm>
            <a:off x="12399976" y="-1"/>
            <a:ext cx="1715078" cy="3017521"/>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wordmark:</a:t>
            </a:r>
          </a:p>
          <a:p>
            <a:pPr marL="144000" indent="-144000">
              <a:lnSpc>
                <a:spcPct val="120000"/>
              </a:lnSpc>
              <a:spcAft>
                <a:spcPts val="600"/>
              </a:spcAft>
              <a:buFont typeface="+mj-lt"/>
              <a:buAutoNum type="arabicPeriod"/>
            </a:pPr>
            <a:r>
              <a:rPr lang="en-US" sz="900">
                <a:solidFill>
                  <a:schemeClr val="tx1"/>
                </a:solidFill>
                <a:effectLst/>
                <a:latin typeface="+mn-lt"/>
              </a:rPr>
              <a:t>Add (e.g. via drag and drop) your wordmark file (in RGB) to this slide (in alignment with our brand governance and architecture guidelines)</a:t>
            </a:r>
          </a:p>
          <a:p>
            <a:pPr marL="144000" indent="-144000">
              <a:lnSpc>
                <a:spcPct val="120000"/>
              </a:lnSpc>
              <a:spcAft>
                <a:spcPts val="600"/>
              </a:spcAft>
              <a:buFont typeface="+mj-lt"/>
              <a:buAutoNum type="arabicPeriod"/>
            </a:pPr>
            <a:r>
              <a:rPr lang="en-US" sz="900">
                <a:solidFill>
                  <a:schemeClr val="tx1"/>
                </a:solidFill>
                <a:effectLst/>
                <a:latin typeface="+mn-lt"/>
              </a:rPr>
              <a:t>Change the size of the wordmark according to the height reference (magenta placeholder)</a:t>
            </a:r>
          </a:p>
          <a:p>
            <a:pPr marL="144000" indent="-144000">
              <a:lnSpc>
                <a:spcPct val="120000"/>
              </a:lnSpc>
              <a:spcAft>
                <a:spcPts val="600"/>
              </a:spcAft>
              <a:buFont typeface="+mj-lt"/>
              <a:buAutoNum type="arabicPeriod"/>
            </a:pPr>
            <a:r>
              <a:rPr lang="en-US" sz="900">
                <a:solidFill>
                  <a:schemeClr val="tx1"/>
                </a:solidFill>
                <a:effectLst/>
                <a:latin typeface="+mn-lt"/>
              </a:rPr>
              <a:t>Select the “guides” in the navigation bar and move the wordmark to the right and top line (orange)</a:t>
            </a:r>
            <a:endParaRPr lang="en-US" sz="900">
              <a:solidFill>
                <a:schemeClr val="tx1"/>
              </a:solidFill>
              <a:latin typeface="+mn-lt"/>
            </a:endParaRPr>
          </a:p>
        </p:txBody>
      </p:sp>
      <p:pic>
        <p:nvPicPr>
          <p:cNvPr id="10" name="Grafik 9">
            <a:extLst>
              <a:ext uri="{FF2B5EF4-FFF2-40B4-BE49-F238E27FC236}">
                <a16:creationId xmlns:a16="http://schemas.microsoft.com/office/drawing/2014/main" id="{3ABF3C48-BECA-13B1-0740-A1DC728D6B9E}"/>
              </a:ext>
            </a:extLst>
          </p:cNvPr>
          <p:cNvPicPr>
            <a:picLocks noGrp="1" noRot="1" noChangeAspect="1" noMove="1" noResize="1" noEditPoints="1" noAdjustHandles="1" noChangeArrowheads="1" noChangeShapeType="1" noCrop="1"/>
          </p:cNvPicPr>
          <p:nvPr/>
        </p:nvPicPr>
        <p:blipFill>
          <a:blip r:embed="rId3"/>
          <a:stretch>
            <a:fillRect/>
          </a:stretch>
        </p:blipFill>
        <p:spPr>
          <a:xfrm>
            <a:off x="12399976" y="3212976"/>
            <a:ext cx="2448273" cy="815185"/>
          </a:xfrm>
          <a:prstGeom prst="rect">
            <a:avLst/>
          </a:prstGeom>
        </p:spPr>
      </p:pic>
    </p:spTree>
    <p:extLst>
      <p:ext uri="{BB962C8B-B14F-4D97-AF65-F5344CB8AC3E}">
        <p14:creationId xmlns:p14="http://schemas.microsoft.com/office/powerpoint/2010/main" val="1922158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Oval 10">
            <a:extLst>
              <a:ext uri="{FF2B5EF4-FFF2-40B4-BE49-F238E27FC236}">
                <a16:creationId xmlns:a16="http://schemas.microsoft.com/office/drawing/2014/main" id="{03BA13E3-FC98-76F6-DE32-826F13E2A070}"/>
              </a:ext>
            </a:extLst>
          </p:cNvPr>
          <p:cNvSpPr>
            <a:spLocks noChangeAspect="1"/>
          </p:cNvSpPr>
          <p:nvPr/>
        </p:nvSpPr>
        <p:spPr>
          <a:xfrm>
            <a:off x="9448641" y="4735087"/>
            <a:ext cx="1015221" cy="1001708"/>
          </a:xfrm>
          <a:prstGeom prst="ellipse">
            <a:avLst/>
          </a:prstGeom>
          <a:solidFill>
            <a:schemeClr val="tx2"/>
          </a:solidFill>
          <a:ln w="38100">
            <a:solidFill>
              <a:schemeClr val="bg1"/>
            </a:solidFill>
          </a:ln>
          <a:effectLst>
            <a:outerShdw blurRad="635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BISansOpti"/>
              <a:ea typeface="+mn-ea"/>
              <a:cs typeface="+mn-cs"/>
            </a:endParaRPr>
          </a:p>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BISansOpti"/>
              <a:ea typeface="+mn-ea"/>
              <a:cs typeface="+mn-cs"/>
            </a:endParaRPr>
          </a:p>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BISansOpti"/>
              <a:ea typeface="+mn-ea"/>
              <a:cs typeface="+mn-cs"/>
            </a:endParaRPr>
          </a:p>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Helvetica Neue Medium"/>
            </a:endParaRPr>
          </a:p>
        </p:txBody>
      </p:sp>
      <p:sp>
        <p:nvSpPr>
          <p:cNvPr id="72" name="Oval 10">
            <a:extLst>
              <a:ext uri="{FF2B5EF4-FFF2-40B4-BE49-F238E27FC236}">
                <a16:creationId xmlns:a16="http://schemas.microsoft.com/office/drawing/2014/main" id="{A04333AC-05C2-48C3-3340-B9E8D9B97462}"/>
              </a:ext>
            </a:extLst>
          </p:cNvPr>
          <p:cNvSpPr>
            <a:spLocks noChangeAspect="1"/>
          </p:cNvSpPr>
          <p:nvPr/>
        </p:nvSpPr>
        <p:spPr>
          <a:xfrm>
            <a:off x="6835298" y="4732803"/>
            <a:ext cx="1001708" cy="1001708"/>
          </a:xfrm>
          <a:prstGeom prst="ellipse">
            <a:avLst/>
          </a:prstGeom>
          <a:solidFill>
            <a:schemeClr val="tx2"/>
          </a:solidFill>
          <a:ln w="38100">
            <a:solidFill>
              <a:schemeClr val="bg1"/>
            </a:solidFill>
          </a:ln>
          <a:effectLst>
            <a:outerShdw blurRad="635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Helvetica Neue Medium"/>
            </a:endParaRPr>
          </a:p>
        </p:txBody>
      </p:sp>
      <p:sp>
        <p:nvSpPr>
          <p:cNvPr id="3" name="Titel 2">
            <a:extLst>
              <a:ext uri="{FF2B5EF4-FFF2-40B4-BE49-F238E27FC236}">
                <a16:creationId xmlns:a16="http://schemas.microsoft.com/office/drawing/2014/main" id="{525F6AE6-D64E-F04A-C787-610B5880A084}"/>
              </a:ext>
            </a:extLst>
          </p:cNvPr>
          <p:cNvSpPr>
            <a:spLocks noGrp="1"/>
          </p:cNvSpPr>
          <p:nvPr>
            <p:ph type="title"/>
          </p:nvPr>
        </p:nvSpPr>
        <p:spPr>
          <a:xfrm>
            <a:off x="790145" y="320694"/>
            <a:ext cx="11044803" cy="720000"/>
          </a:xfrm>
        </p:spPr>
        <p:txBody>
          <a:bodyPr/>
          <a:lstStyle/>
          <a:p>
            <a:r>
              <a:rPr lang="en-GB" sz="2400" b="1">
                <a:ln w="6350" cap="flat">
                  <a:noFill/>
                  <a:miter lim="800000"/>
                </a:ln>
                <a:latin typeface="+mj-lt"/>
                <a:cs typeface="Arial" panose="020B0604020202020204" pitchFamily="34" charset="0"/>
                <a:sym typeface="BISans" panose="02000503040000020004" pitchFamily="2" charset="0"/>
              </a:rPr>
              <a:t>WE PRIORITIZE</a:t>
            </a:r>
            <a:r>
              <a:rPr lang="en-GB" sz="2400">
                <a:solidFill>
                  <a:srgbClr val="003366"/>
                </a:solidFill>
                <a:latin typeface="BISansOptiCond"/>
                <a:cs typeface="+mj-cs"/>
              </a:rPr>
              <a:t> </a:t>
            </a:r>
            <a:r>
              <a:rPr lang="en-GB" sz="2400">
                <a:ln w="6350" cap="flat">
                  <a:noFill/>
                  <a:miter lim="800000"/>
                </a:ln>
                <a:cs typeface="Arial" panose="020B0604020202020204" pitchFamily="34" charset="0"/>
              </a:rPr>
              <a:t>OUR PORTFOLIO</a:t>
            </a:r>
            <a:br>
              <a:rPr lang="en-GB" sz="2400" b="1">
                <a:ln w="6350" cap="flat">
                  <a:noFill/>
                  <a:miter lim="800000"/>
                </a:ln>
                <a:latin typeface="+mj-lt"/>
                <a:cs typeface="Arial" panose="020B0604020202020204" pitchFamily="34" charset="0"/>
                <a:sym typeface="BISans" panose="02000503040000020004" pitchFamily="2" charset="0"/>
              </a:rPr>
            </a:br>
            <a:r>
              <a:rPr lang="en-US" sz="1600" b="1" kern="0">
                <a:solidFill>
                  <a:schemeClr val="accent1"/>
                </a:solidFill>
                <a:latin typeface="Arial"/>
                <a:sym typeface="Helvetica Neue"/>
              </a:rPr>
              <a:t>… based on in-depth competitive scenario planning, allowing us to accelerate development of our leading assets</a:t>
            </a:r>
            <a:endParaRPr lang="de-DE" sz="1600"/>
          </a:p>
        </p:txBody>
      </p:sp>
      <p:sp>
        <p:nvSpPr>
          <p:cNvPr id="8" name="Freeform: Shape 77">
            <a:extLst>
              <a:ext uri="{FF2B5EF4-FFF2-40B4-BE49-F238E27FC236}">
                <a16:creationId xmlns:a16="http://schemas.microsoft.com/office/drawing/2014/main" id="{C4D504CC-9103-11F0-20ED-F29821ABD893}"/>
              </a:ext>
            </a:extLst>
          </p:cNvPr>
          <p:cNvSpPr/>
          <p:nvPr/>
        </p:nvSpPr>
        <p:spPr>
          <a:xfrm flipH="1">
            <a:off x="3313770" y="2095792"/>
            <a:ext cx="8088084" cy="2480708"/>
          </a:xfrm>
          <a:custGeom>
            <a:avLst/>
            <a:gdLst>
              <a:gd name="connsiteX0" fmla="*/ 6034100 w 12068200"/>
              <a:gd name="connsiteY0" fmla="*/ 0 h 4246400"/>
              <a:gd name="connsiteX1" fmla="*/ 6000844 w 12068200"/>
              <a:gd name="connsiteY1" fmla="*/ 1456 h 4246400"/>
              <a:gd name="connsiteX2" fmla="*/ 3110596 w 12068200"/>
              <a:gd name="connsiteY2" fmla="*/ 2143662 h 4246400"/>
              <a:gd name="connsiteX3" fmla="*/ 0 w 12068200"/>
              <a:gd name="connsiteY3" fmla="*/ 2723328 h 4246400"/>
              <a:gd name="connsiteX4" fmla="*/ 0 w 12068200"/>
              <a:gd name="connsiteY4" fmla="*/ 4246400 h 4246400"/>
              <a:gd name="connsiteX5" fmla="*/ 6034100 w 12068200"/>
              <a:gd name="connsiteY5" fmla="*/ 4246400 h 4246400"/>
              <a:gd name="connsiteX6" fmla="*/ 12068200 w 12068200"/>
              <a:gd name="connsiteY6" fmla="*/ 4246400 h 4246400"/>
              <a:gd name="connsiteX7" fmla="*/ 12068200 w 12068200"/>
              <a:gd name="connsiteY7" fmla="*/ 2723328 h 4246400"/>
              <a:gd name="connsiteX8" fmla="*/ 8957604 w 12068200"/>
              <a:gd name="connsiteY8" fmla="*/ 2143662 h 4246400"/>
              <a:gd name="connsiteX9" fmla="*/ 6067356 w 12068200"/>
              <a:gd name="connsiteY9" fmla="*/ 1456 h 4246400"/>
              <a:gd name="connsiteX0" fmla="*/ 6001101 w 12068200"/>
              <a:gd name="connsiteY0" fmla="*/ 0 h 4246400"/>
              <a:gd name="connsiteX1" fmla="*/ 6000844 w 12068200"/>
              <a:gd name="connsiteY1" fmla="*/ 1456 h 4246400"/>
              <a:gd name="connsiteX2" fmla="*/ 3110596 w 12068200"/>
              <a:gd name="connsiteY2" fmla="*/ 2143662 h 4246400"/>
              <a:gd name="connsiteX3" fmla="*/ 0 w 12068200"/>
              <a:gd name="connsiteY3" fmla="*/ 2723328 h 4246400"/>
              <a:gd name="connsiteX4" fmla="*/ 0 w 12068200"/>
              <a:gd name="connsiteY4" fmla="*/ 4246400 h 4246400"/>
              <a:gd name="connsiteX5" fmla="*/ 6034100 w 12068200"/>
              <a:gd name="connsiteY5" fmla="*/ 4246400 h 4246400"/>
              <a:gd name="connsiteX6" fmla="*/ 12068200 w 12068200"/>
              <a:gd name="connsiteY6" fmla="*/ 4246400 h 4246400"/>
              <a:gd name="connsiteX7" fmla="*/ 12068200 w 12068200"/>
              <a:gd name="connsiteY7" fmla="*/ 2723328 h 4246400"/>
              <a:gd name="connsiteX8" fmla="*/ 8957604 w 12068200"/>
              <a:gd name="connsiteY8" fmla="*/ 2143662 h 4246400"/>
              <a:gd name="connsiteX9" fmla="*/ 6067356 w 12068200"/>
              <a:gd name="connsiteY9" fmla="*/ 1456 h 4246400"/>
              <a:gd name="connsiteX10" fmla="*/ 6001101 w 12068200"/>
              <a:gd name="connsiteY10" fmla="*/ 0 h 4246400"/>
              <a:gd name="connsiteX0" fmla="*/ 6001101 w 12068200"/>
              <a:gd name="connsiteY0" fmla="*/ 0 h 4246400"/>
              <a:gd name="connsiteX1" fmla="*/ 6000844 w 12068200"/>
              <a:gd name="connsiteY1" fmla="*/ 1456 h 4246400"/>
              <a:gd name="connsiteX2" fmla="*/ 3110596 w 12068200"/>
              <a:gd name="connsiteY2" fmla="*/ 2143662 h 4246400"/>
              <a:gd name="connsiteX3" fmla="*/ 0 w 12068200"/>
              <a:gd name="connsiteY3" fmla="*/ 2723328 h 4246400"/>
              <a:gd name="connsiteX4" fmla="*/ 0 w 12068200"/>
              <a:gd name="connsiteY4" fmla="*/ 4246400 h 4246400"/>
              <a:gd name="connsiteX5" fmla="*/ 6034100 w 12068200"/>
              <a:gd name="connsiteY5" fmla="*/ 4246400 h 4246400"/>
              <a:gd name="connsiteX6" fmla="*/ 12068200 w 12068200"/>
              <a:gd name="connsiteY6" fmla="*/ 4246400 h 4246400"/>
              <a:gd name="connsiteX7" fmla="*/ 12068200 w 12068200"/>
              <a:gd name="connsiteY7" fmla="*/ 2723328 h 4246400"/>
              <a:gd name="connsiteX8" fmla="*/ 8957604 w 12068200"/>
              <a:gd name="connsiteY8" fmla="*/ 2143662 h 4246400"/>
              <a:gd name="connsiteX9" fmla="*/ 6076784 w 12068200"/>
              <a:gd name="connsiteY9" fmla="*/ 6218 h 4246400"/>
              <a:gd name="connsiteX10" fmla="*/ 6001101 w 12068200"/>
              <a:gd name="connsiteY10" fmla="*/ 0 h 4246400"/>
              <a:gd name="connsiteX0" fmla="*/ 6076784 w 12068200"/>
              <a:gd name="connsiteY0" fmla="*/ 269869 h 4510051"/>
              <a:gd name="connsiteX1" fmla="*/ 6000844 w 12068200"/>
              <a:gd name="connsiteY1" fmla="*/ 265107 h 4510051"/>
              <a:gd name="connsiteX2" fmla="*/ 3110596 w 12068200"/>
              <a:gd name="connsiteY2" fmla="*/ 2407313 h 4510051"/>
              <a:gd name="connsiteX3" fmla="*/ 0 w 12068200"/>
              <a:gd name="connsiteY3" fmla="*/ 2986979 h 4510051"/>
              <a:gd name="connsiteX4" fmla="*/ 0 w 12068200"/>
              <a:gd name="connsiteY4" fmla="*/ 4510051 h 4510051"/>
              <a:gd name="connsiteX5" fmla="*/ 6034100 w 12068200"/>
              <a:gd name="connsiteY5" fmla="*/ 4510051 h 4510051"/>
              <a:gd name="connsiteX6" fmla="*/ 12068200 w 12068200"/>
              <a:gd name="connsiteY6" fmla="*/ 4510051 h 4510051"/>
              <a:gd name="connsiteX7" fmla="*/ 12068200 w 12068200"/>
              <a:gd name="connsiteY7" fmla="*/ 2986979 h 4510051"/>
              <a:gd name="connsiteX8" fmla="*/ 8957604 w 12068200"/>
              <a:gd name="connsiteY8" fmla="*/ 2407313 h 4510051"/>
              <a:gd name="connsiteX9" fmla="*/ 6076784 w 12068200"/>
              <a:gd name="connsiteY9" fmla="*/ 269869 h 4510051"/>
              <a:gd name="connsiteX0" fmla="*/ 6076784 w 12068200"/>
              <a:gd name="connsiteY0" fmla="*/ 4762 h 4244944"/>
              <a:gd name="connsiteX1" fmla="*/ 6000844 w 12068200"/>
              <a:gd name="connsiteY1" fmla="*/ 0 h 4244944"/>
              <a:gd name="connsiteX2" fmla="*/ 3110596 w 12068200"/>
              <a:gd name="connsiteY2" fmla="*/ 2142206 h 4244944"/>
              <a:gd name="connsiteX3" fmla="*/ 0 w 12068200"/>
              <a:gd name="connsiteY3" fmla="*/ 2721872 h 4244944"/>
              <a:gd name="connsiteX4" fmla="*/ 0 w 12068200"/>
              <a:gd name="connsiteY4" fmla="*/ 4244944 h 4244944"/>
              <a:gd name="connsiteX5" fmla="*/ 6034100 w 12068200"/>
              <a:gd name="connsiteY5" fmla="*/ 4244944 h 4244944"/>
              <a:gd name="connsiteX6" fmla="*/ 12068200 w 12068200"/>
              <a:gd name="connsiteY6" fmla="*/ 4244944 h 4244944"/>
              <a:gd name="connsiteX7" fmla="*/ 12068200 w 12068200"/>
              <a:gd name="connsiteY7" fmla="*/ 2721872 h 4244944"/>
              <a:gd name="connsiteX8" fmla="*/ 8957604 w 12068200"/>
              <a:gd name="connsiteY8" fmla="*/ 2142206 h 4244944"/>
              <a:gd name="connsiteX9" fmla="*/ 6076784 w 12068200"/>
              <a:gd name="connsiteY9" fmla="*/ 4762 h 4244944"/>
              <a:gd name="connsiteX0" fmla="*/ 6076784 w 12068200"/>
              <a:gd name="connsiteY0" fmla="*/ 4762 h 4244944"/>
              <a:gd name="connsiteX1" fmla="*/ 5986702 w 12068200"/>
              <a:gd name="connsiteY1" fmla="*/ 0 h 4244944"/>
              <a:gd name="connsiteX2" fmla="*/ 3110596 w 12068200"/>
              <a:gd name="connsiteY2" fmla="*/ 2142206 h 4244944"/>
              <a:gd name="connsiteX3" fmla="*/ 0 w 12068200"/>
              <a:gd name="connsiteY3" fmla="*/ 2721872 h 4244944"/>
              <a:gd name="connsiteX4" fmla="*/ 0 w 12068200"/>
              <a:gd name="connsiteY4" fmla="*/ 4244944 h 4244944"/>
              <a:gd name="connsiteX5" fmla="*/ 6034100 w 12068200"/>
              <a:gd name="connsiteY5" fmla="*/ 4244944 h 4244944"/>
              <a:gd name="connsiteX6" fmla="*/ 12068200 w 12068200"/>
              <a:gd name="connsiteY6" fmla="*/ 4244944 h 4244944"/>
              <a:gd name="connsiteX7" fmla="*/ 12068200 w 12068200"/>
              <a:gd name="connsiteY7" fmla="*/ 2721872 h 4244944"/>
              <a:gd name="connsiteX8" fmla="*/ 8957604 w 12068200"/>
              <a:gd name="connsiteY8" fmla="*/ 2142206 h 4244944"/>
              <a:gd name="connsiteX9" fmla="*/ 6076784 w 12068200"/>
              <a:gd name="connsiteY9" fmla="*/ 4762 h 4244944"/>
              <a:gd name="connsiteX0" fmla="*/ 6081499 w 12068200"/>
              <a:gd name="connsiteY0" fmla="*/ 0 h 4244944"/>
              <a:gd name="connsiteX1" fmla="*/ 5986702 w 12068200"/>
              <a:gd name="connsiteY1" fmla="*/ 0 h 4244944"/>
              <a:gd name="connsiteX2" fmla="*/ 3110596 w 12068200"/>
              <a:gd name="connsiteY2" fmla="*/ 2142206 h 4244944"/>
              <a:gd name="connsiteX3" fmla="*/ 0 w 12068200"/>
              <a:gd name="connsiteY3" fmla="*/ 2721872 h 4244944"/>
              <a:gd name="connsiteX4" fmla="*/ 0 w 12068200"/>
              <a:gd name="connsiteY4" fmla="*/ 4244944 h 4244944"/>
              <a:gd name="connsiteX5" fmla="*/ 6034100 w 12068200"/>
              <a:gd name="connsiteY5" fmla="*/ 4244944 h 4244944"/>
              <a:gd name="connsiteX6" fmla="*/ 12068200 w 12068200"/>
              <a:gd name="connsiteY6" fmla="*/ 4244944 h 4244944"/>
              <a:gd name="connsiteX7" fmla="*/ 12068200 w 12068200"/>
              <a:gd name="connsiteY7" fmla="*/ 2721872 h 4244944"/>
              <a:gd name="connsiteX8" fmla="*/ 8957604 w 12068200"/>
              <a:gd name="connsiteY8" fmla="*/ 2142206 h 4244944"/>
              <a:gd name="connsiteX9" fmla="*/ 6081499 w 12068200"/>
              <a:gd name="connsiteY9" fmla="*/ 0 h 4244944"/>
              <a:gd name="connsiteX0" fmla="*/ 6081499 w 12068200"/>
              <a:gd name="connsiteY0" fmla="*/ 0 h 4244944"/>
              <a:gd name="connsiteX1" fmla="*/ 5986702 w 12068200"/>
              <a:gd name="connsiteY1" fmla="*/ 0 h 4244944"/>
              <a:gd name="connsiteX2" fmla="*/ 3110596 w 12068200"/>
              <a:gd name="connsiteY2" fmla="*/ 2142206 h 4244944"/>
              <a:gd name="connsiteX3" fmla="*/ 0 w 12068200"/>
              <a:gd name="connsiteY3" fmla="*/ 2721872 h 4244944"/>
              <a:gd name="connsiteX4" fmla="*/ 6034100 w 12068200"/>
              <a:gd name="connsiteY4" fmla="*/ 4244944 h 4244944"/>
              <a:gd name="connsiteX5" fmla="*/ 12068200 w 12068200"/>
              <a:gd name="connsiteY5" fmla="*/ 4244944 h 4244944"/>
              <a:gd name="connsiteX6" fmla="*/ 12068200 w 12068200"/>
              <a:gd name="connsiteY6" fmla="*/ 2721872 h 4244944"/>
              <a:gd name="connsiteX7" fmla="*/ 8957604 w 12068200"/>
              <a:gd name="connsiteY7" fmla="*/ 2142206 h 4244944"/>
              <a:gd name="connsiteX8" fmla="*/ 6081499 w 12068200"/>
              <a:gd name="connsiteY8" fmla="*/ 0 h 4244944"/>
              <a:gd name="connsiteX0" fmla="*/ 6081499 w 12068200"/>
              <a:gd name="connsiteY0" fmla="*/ 0 h 4244944"/>
              <a:gd name="connsiteX1" fmla="*/ 5986702 w 12068200"/>
              <a:gd name="connsiteY1" fmla="*/ 0 h 4244944"/>
              <a:gd name="connsiteX2" fmla="*/ 3110596 w 12068200"/>
              <a:gd name="connsiteY2" fmla="*/ 2142206 h 4244944"/>
              <a:gd name="connsiteX3" fmla="*/ 0 w 12068200"/>
              <a:gd name="connsiteY3" fmla="*/ 2721872 h 4244944"/>
              <a:gd name="connsiteX4" fmla="*/ 6034100 w 12068200"/>
              <a:gd name="connsiteY4" fmla="*/ 4244944 h 4244944"/>
              <a:gd name="connsiteX5" fmla="*/ 12068200 w 12068200"/>
              <a:gd name="connsiteY5" fmla="*/ 2721872 h 4244944"/>
              <a:gd name="connsiteX6" fmla="*/ 8957604 w 12068200"/>
              <a:gd name="connsiteY6" fmla="*/ 2142206 h 4244944"/>
              <a:gd name="connsiteX7" fmla="*/ 6081499 w 12068200"/>
              <a:gd name="connsiteY7" fmla="*/ 0 h 4244944"/>
              <a:gd name="connsiteX0" fmla="*/ 6081499 w 12068200"/>
              <a:gd name="connsiteY0" fmla="*/ 0 h 2721872"/>
              <a:gd name="connsiteX1" fmla="*/ 5986702 w 12068200"/>
              <a:gd name="connsiteY1" fmla="*/ 0 h 2721872"/>
              <a:gd name="connsiteX2" fmla="*/ 3110596 w 12068200"/>
              <a:gd name="connsiteY2" fmla="*/ 2142206 h 2721872"/>
              <a:gd name="connsiteX3" fmla="*/ 0 w 12068200"/>
              <a:gd name="connsiteY3" fmla="*/ 2721872 h 2721872"/>
              <a:gd name="connsiteX4" fmla="*/ 12068200 w 12068200"/>
              <a:gd name="connsiteY4" fmla="*/ 2721872 h 2721872"/>
              <a:gd name="connsiteX5" fmla="*/ 8957604 w 12068200"/>
              <a:gd name="connsiteY5" fmla="*/ 2142206 h 2721872"/>
              <a:gd name="connsiteX6" fmla="*/ 6081499 w 12068200"/>
              <a:gd name="connsiteY6" fmla="*/ 0 h 2721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68200" h="2721872">
                <a:moveTo>
                  <a:pt x="6081499" y="0"/>
                </a:moveTo>
                <a:lnTo>
                  <a:pt x="5986702" y="0"/>
                </a:lnTo>
                <a:cubicBezTo>
                  <a:pt x="4817929" y="97279"/>
                  <a:pt x="4108380" y="1688561"/>
                  <a:pt x="3110596" y="2142206"/>
                </a:cubicBezTo>
                <a:cubicBezTo>
                  <a:pt x="2112812" y="2595851"/>
                  <a:pt x="1040948" y="2657166"/>
                  <a:pt x="0" y="2721872"/>
                </a:cubicBezTo>
                <a:lnTo>
                  <a:pt x="12068200" y="2721872"/>
                </a:lnTo>
                <a:cubicBezTo>
                  <a:pt x="11027252" y="2657166"/>
                  <a:pt x="9905688" y="2730767"/>
                  <a:pt x="8957604" y="2142206"/>
                </a:cubicBezTo>
                <a:cubicBezTo>
                  <a:pt x="8057278" y="1583293"/>
                  <a:pt x="7250272" y="97279"/>
                  <a:pt x="6081499" y="0"/>
                </a:cubicBezTo>
                <a:close/>
              </a:path>
            </a:pathLst>
          </a:custGeom>
          <a:solidFill>
            <a:schemeClr val="tx2"/>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endParaRPr kumimoji="0" lang="de-DE" sz="1600" b="0" i="0" u="none" strike="noStrike" kern="0" cap="none" spc="0" normalizeH="0" baseline="0" noProof="0">
              <a:ln>
                <a:noFill/>
              </a:ln>
              <a:solidFill>
                <a:srgbClr val="FFFFFF"/>
              </a:solidFill>
              <a:effectLst/>
              <a:uLnTx/>
              <a:uFillTx/>
              <a:latin typeface="BISansOpti"/>
              <a:ea typeface="+mn-ea"/>
              <a:cs typeface="+mn-cs"/>
            </a:endParaRPr>
          </a:p>
        </p:txBody>
      </p:sp>
      <p:sp>
        <p:nvSpPr>
          <p:cNvPr id="9" name="TextBox 3">
            <a:extLst>
              <a:ext uri="{FF2B5EF4-FFF2-40B4-BE49-F238E27FC236}">
                <a16:creationId xmlns:a16="http://schemas.microsoft.com/office/drawing/2014/main" id="{D887E969-E471-F923-DDDD-64126902386D}"/>
              </a:ext>
            </a:extLst>
          </p:cNvPr>
          <p:cNvSpPr txBox="1"/>
          <p:nvPr/>
        </p:nvSpPr>
        <p:spPr>
          <a:xfrm>
            <a:off x="1314165" y="5773295"/>
            <a:ext cx="1575527" cy="307777"/>
          </a:xfrm>
          <a:prstGeom prst="rect">
            <a:avLst/>
          </a:prstGeom>
          <a:noFill/>
          <a:ln>
            <a:noFill/>
          </a:ln>
        </p:spPr>
        <p:txBody>
          <a:bodyPr wrap="square" lIns="0" tIns="0" rIns="0" bIns="0" rtlCol="0">
            <a:spAutoFit/>
          </a:bodyPr>
          <a:lstStyle/>
          <a:p>
            <a:pPr marL="0" marR="0" lvl="0" indent="0" algn="ctr" defTabSz="1219050" rtl="0" eaLnBrk="1" fontAlgn="auto" latinLnBrk="0" hangingPunct="1">
              <a:lnSpc>
                <a:spcPct val="100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08312A"/>
                </a:solidFill>
                <a:effectLst/>
                <a:uLnTx/>
                <a:uFillTx/>
                <a:latin typeface="BISansOpti"/>
                <a:ea typeface="+mn-ea"/>
                <a:cs typeface="+mn-cs"/>
              </a:rPr>
              <a:t>Reallocation of resourcing to priority assets</a:t>
            </a:r>
          </a:p>
        </p:txBody>
      </p:sp>
      <p:sp>
        <p:nvSpPr>
          <p:cNvPr id="10" name="TextBox 90">
            <a:extLst>
              <a:ext uri="{FF2B5EF4-FFF2-40B4-BE49-F238E27FC236}">
                <a16:creationId xmlns:a16="http://schemas.microsoft.com/office/drawing/2014/main" id="{81645926-4EBF-2B49-BB32-4FAD68311F34}"/>
              </a:ext>
            </a:extLst>
          </p:cNvPr>
          <p:cNvSpPr txBox="1"/>
          <p:nvPr/>
        </p:nvSpPr>
        <p:spPr>
          <a:xfrm>
            <a:off x="3409444" y="5776860"/>
            <a:ext cx="2220079" cy="461665"/>
          </a:xfrm>
          <a:prstGeom prst="rect">
            <a:avLst/>
          </a:prstGeom>
          <a:noFill/>
          <a:ln>
            <a:noFill/>
          </a:ln>
        </p:spPr>
        <p:txBody>
          <a:bodyPr wrap="square" lIns="0" tIns="0" rIns="0" bIns="0" rtlCol="0">
            <a:spAutoFit/>
          </a:bodyPr>
          <a:lstStyle/>
          <a:p>
            <a:pPr marL="0" marR="0" lvl="0" indent="0" algn="ctr" defTabSz="1219050" rtl="0" eaLnBrk="1" fontAlgn="auto" latinLnBrk="0" hangingPunct="1">
              <a:lnSpc>
                <a:spcPct val="100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08312A"/>
                </a:solidFill>
                <a:effectLst/>
                <a:uLnTx/>
                <a:uFillTx/>
                <a:latin typeface="BISansOpti"/>
                <a:ea typeface="+mn-ea"/>
                <a:cs typeface="+mn-cs"/>
              </a:rPr>
              <a:t>Lean development via smart backloading and resource minimalization until inflection point </a:t>
            </a:r>
          </a:p>
        </p:txBody>
      </p:sp>
      <p:sp>
        <p:nvSpPr>
          <p:cNvPr id="11" name="TextBox 91">
            <a:extLst>
              <a:ext uri="{FF2B5EF4-FFF2-40B4-BE49-F238E27FC236}">
                <a16:creationId xmlns:a16="http://schemas.microsoft.com/office/drawing/2014/main" id="{AEFD042C-683B-86B8-9965-B0926025C925}"/>
              </a:ext>
            </a:extLst>
          </p:cNvPr>
          <p:cNvSpPr txBox="1"/>
          <p:nvPr/>
        </p:nvSpPr>
        <p:spPr>
          <a:xfrm>
            <a:off x="6544376" y="5773298"/>
            <a:ext cx="1575527" cy="461664"/>
          </a:xfrm>
          <a:prstGeom prst="rect">
            <a:avLst/>
          </a:prstGeom>
          <a:noFill/>
          <a:ln>
            <a:noFill/>
          </a:ln>
        </p:spPr>
        <p:txBody>
          <a:bodyPr wrap="square" lIns="0" tIns="0" rIns="0" bIns="0" rtlCol="0">
            <a:spAutoFit/>
          </a:bodyPr>
          <a:lstStyle/>
          <a:p>
            <a:pPr marL="0" marR="0" lvl="0" indent="0" algn="ctr" defTabSz="1219050" rtl="0" eaLnBrk="1" fontAlgn="auto" latinLnBrk="0" hangingPunct="1">
              <a:lnSpc>
                <a:spcPct val="100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08312A"/>
                </a:solidFill>
                <a:effectLst/>
                <a:uLnTx/>
                <a:uFillTx/>
                <a:latin typeface="BISansOpti"/>
                <a:ea typeface="+mn-ea"/>
                <a:cs typeface="+mn-cs"/>
              </a:rPr>
              <a:t>Keep speed and investments as planned until inflection point</a:t>
            </a:r>
          </a:p>
        </p:txBody>
      </p:sp>
      <p:sp>
        <p:nvSpPr>
          <p:cNvPr id="12" name="TextBox 92">
            <a:extLst>
              <a:ext uri="{FF2B5EF4-FFF2-40B4-BE49-F238E27FC236}">
                <a16:creationId xmlns:a16="http://schemas.microsoft.com/office/drawing/2014/main" id="{0D9C7A10-57A8-4DCA-A3F0-B051AF2B75EA}"/>
              </a:ext>
            </a:extLst>
          </p:cNvPr>
          <p:cNvSpPr txBox="1"/>
          <p:nvPr/>
        </p:nvSpPr>
        <p:spPr>
          <a:xfrm>
            <a:off x="8983704" y="5773297"/>
            <a:ext cx="1911454" cy="461665"/>
          </a:xfrm>
          <a:prstGeom prst="rect">
            <a:avLst/>
          </a:prstGeom>
          <a:noFill/>
          <a:ln>
            <a:noFill/>
          </a:ln>
        </p:spPr>
        <p:txBody>
          <a:bodyPr wrap="square" lIns="0" tIns="0" rIns="0" bIns="0" rtlCol="0">
            <a:spAutoFit/>
          </a:bodyPr>
          <a:lstStyle/>
          <a:p>
            <a:pPr marL="0" marR="0" lvl="0" indent="0" algn="ctr" defTabSz="1219050" rtl="0" eaLnBrk="1" fontAlgn="auto" latinLnBrk="0" hangingPunct="1">
              <a:lnSpc>
                <a:spcPct val="100000"/>
              </a:lnSpc>
              <a:spcBef>
                <a:spcPts val="600"/>
              </a:spcBef>
              <a:spcAft>
                <a:spcPts val="0"/>
              </a:spcAft>
              <a:buClrTx/>
              <a:buSzTx/>
              <a:buFontTx/>
              <a:buNone/>
              <a:tabLst/>
              <a:defRPr/>
            </a:pPr>
            <a:r>
              <a:rPr kumimoji="0" lang="en-US" sz="1000" b="1" i="0" u="none" strike="noStrike" kern="1200" cap="none" spc="0" normalizeH="0" baseline="0" noProof="0">
                <a:ln>
                  <a:noFill/>
                </a:ln>
                <a:solidFill>
                  <a:srgbClr val="08312A"/>
                </a:solidFill>
                <a:effectLst/>
                <a:uLnTx/>
                <a:uFillTx/>
                <a:latin typeface="BISansOpti"/>
                <a:ea typeface="+mn-ea"/>
                <a:cs typeface="+mn-cs"/>
              </a:rPr>
              <a:t>Acceleration via significant frontloading and additional resourcing </a:t>
            </a:r>
          </a:p>
        </p:txBody>
      </p:sp>
      <p:sp>
        <p:nvSpPr>
          <p:cNvPr id="15" name="Rectangle: Rounded Corners 62">
            <a:extLst>
              <a:ext uri="{FF2B5EF4-FFF2-40B4-BE49-F238E27FC236}">
                <a16:creationId xmlns:a16="http://schemas.microsoft.com/office/drawing/2014/main" id="{FA2728DE-2B09-035D-336D-DD7E2E3FB14F}"/>
              </a:ext>
            </a:extLst>
          </p:cNvPr>
          <p:cNvSpPr/>
          <p:nvPr/>
        </p:nvSpPr>
        <p:spPr>
          <a:xfrm>
            <a:off x="7406195" y="3711961"/>
            <a:ext cx="1344240" cy="211320"/>
          </a:xfrm>
          <a:prstGeom prst="rect">
            <a:avLst/>
          </a:prstGeom>
          <a:solidFill>
            <a:schemeClr val="accent3"/>
          </a:solidFill>
          <a:ln w="28575" cap="sq"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900" b="1" i="0" u="none" strike="noStrike" kern="0" cap="none" spc="0" normalizeH="0" baseline="0" noProof="0">
                <a:ln>
                  <a:noFill/>
                </a:ln>
                <a:solidFill>
                  <a:srgbClr val="08312A"/>
                </a:solidFill>
                <a:effectLst/>
                <a:uLnTx/>
                <a:uFillTx/>
                <a:latin typeface="BISansOpti"/>
                <a:ea typeface="+mn-ea"/>
                <a:cs typeface="Calibri" panose="020F0502020204030204" pitchFamily="34" charset="0"/>
              </a:rPr>
              <a:t>SIRP</a:t>
            </a:r>
            <a:r>
              <a:rPr kumimoji="0" lang="el-GR" sz="900" b="1" i="0" u="none" strike="noStrike" kern="0" cap="none" spc="0" normalizeH="0" baseline="0" noProof="0">
                <a:ln>
                  <a:noFill/>
                </a:ln>
                <a:solidFill>
                  <a:srgbClr val="08312A"/>
                </a:solidFill>
                <a:effectLst/>
                <a:uLnTx/>
                <a:uFillTx/>
                <a:latin typeface="BISansOpti"/>
                <a:ea typeface="+mn-ea"/>
                <a:cs typeface="Calibri" panose="020F0502020204030204" pitchFamily="34" charset="0"/>
              </a:rPr>
              <a:t>α </a:t>
            </a:r>
            <a:r>
              <a:rPr kumimoji="0" lang="de-DE" sz="900" b="1" i="0" u="none" strike="noStrike" kern="0" cap="none" spc="0" normalizeH="0" baseline="0" noProof="0">
                <a:ln>
                  <a:noFill/>
                </a:ln>
                <a:solidFill>
                  <a:srgbClr val="08312A"/>
                </a:solidFill>
                <a:effectLst/>
                <a:uLnTx/>
                <a:uFillTx/>
                <a:latin typeface="BISansOpti"/>
                <a:ea typeface="+mn-ea"/>
                <a:cs typeface="Calibri" panose="020F0502020204030204" pitchFamily="34" charset="0"/>
              </a:rPr>
              <a:t>NG</a:t>
            </a:r>
          </a:p>
        </p:txBody>
      </p:sp>
      <p:sp>
        <p:nvSpPr>
          <p:cNvPr id="17" name="Rectangle: Rounded Corners 62">
            <a:extLst>
              <a:ext uri="{FF2B5EF4-FFF2-40B4-BE49-F238E27FC236}">
                <a16:creationId xmlns:a16="http://schemas.microsoft.com/office/drawing/2014/main" id="{7E2084B4-0C71-CD7C-1BC5-3A0CFD9888F4}"/>
              </a:ext>
            </a:extLst>
          </p:cNvPr>
          <p:cNvSpPr/>
          <p:nvPr/>
        </p:nvSpPr>
        <p:spPr>
          <a:xfrm>
            <a:off x="7406195" y="4289573"/>
            <a:ext cx="1352098" cy="213849"/>
          </a:xfrm>
          <a:prstGeom prst="rect">
            <a:avLst/>
          </a:prstGeom>
          <a:solidFill>
            <a:schemeClr val="bg2"/>
          </a:solidFill>
          <a:ln w="12700" cap="sq" cmpd="sng" algn="ctr">
            <a:solidFill>
              <a:schemeClr val="bg2"/>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900" b="1" i="0" u="none" strike="noStrike" kern="0" cap="none" spc="0" normalizeH="0" baseline="0" noProof="0">
                <a:ln>
                  <a:noFill/>
                </a:ln>
                <a:solidFill>
                  <a:srgbClr val="FFFFFF"/>
                </a:solidFill>
                <a:effectLst/>
                <a:uLnTx/>
                <a:uFillTx/>
                <a:latin typeface="BISansOpti"/>
                <a:ea typeface="+mn-ea"/>
                <a:cs typeface="Calibri" panose="020F0502020204030204" pitchFamily="34" charset="0"/>
              </a:rPr>
              <a:t>VSV-GP</a:t>
            </a:r>
          </a:p>
        </p:txBody>
      </p:sp>
      <p:sp>
        <p:nvSpPr>
          <p:cNvPr id="18" name="Rectangle: Rounded Corners 62">
            <a:extLst>
              <a:ext uri="{FF2B5EF4-FFF2-40B4-BE49-F238E27FC236}">
                <a16:creationId xmlns:a16="http://schemas.microsoft.com/office/drawing/2014/main" id="{14E36D81-A602-517F-C915-7BB29392DF71}"/>
              </a:ext>
            </a:extLst>
          </p:cNvPr>
          <p:cNvSpPr/>
          <p:nvPr/>
        </p:nvSpPr>
        <p:spPr>
          <a:xfrm>
            <a:off x="3954092" y="3721751"/>
            <a:ext cx="1379566" cy="220589"/>
          </a:xfrm>
          <a:prstGeom prst="rect">
            <a:avLst/>
          </a:prstGeom>
          <a:solidFill>
            <a:schemeClr val="bg2"/>
          </a:solidFill>
          <a:ln w="12700" cap="sq" cmpd="sng" algn="ctr">
            <a:solidFill>
              <a:schemeClr val="bg2"/>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900" b="1" i="0" u="none" strike="noStrike" kern="0" cap="none" spc="0" normalizeH="0" baseline="0" noProof="0">
                <a:ln>
                  <a:noFill/>
                </a:ln>
                <a:solidFill>
                  <a:srgbClr val="FFFFFF"/>
                </a:solidFill>
                <a:effectLst/>
                <a:uLnTx/>
                <a:uFillTx/>
                <a:latin typeface="BISansOpti"/>
                <a:ea typeface="+mn-ea"/>
                <a:cs typeface="Calibri" panose="020F0502020204030204" pitchFamily="34" charset="0"/>
              </a:rPr>
              <a:t>GDP KRAS</a:t>
            </a:r>
          </a:p>
        </p:txBody>
      </p:sp>
      <p:sp>
        <p:nvSpPr>
          <p:cNvPr id="19" name="Rectangle: Rounded Corners 62">
            <a:extLst>
              <a:ext uri="{FF2B5EF4-FFF2-40B4-BE49-F238E27FC236}">
                <a16:creationId xmlns:a16="http://schemas.microsoft.com/office/drawing/2014/main" id="{69D3A8B1-9566-AA3E-58B4-BD6EBA0A4571}"/>
              </a:ext>
            </a:extLst>
          </p:cNvPr>
          <p:cNvSpPr/>
          <p:nvPr/>
        </p:nvSpPr>
        <p:spPr>
          <a:xfrm>
            <a:off x="5981343" y="3427108"/>
            <a:ext cx="1319509" cy="221686"/>
          </a:xfrm>
          <a:prstGeom prst="rect">
            <a:avLst/>
          </a:prstGeom>
          <a:solidFill>
            <a:schemeClr val="accent3"/>
          </a:solidFill>
          <a:ln w="28575" cap="sq"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900" b="1" i="0" u="none" strike="noStrike" kern="0" cap="none" spc="0" normalizeH="0" baseline="0" noProof="0">
                <a:ln>
                  <a:noFill/>
                </a:ln>
                <a:solidFill>
                  <a:srgbClr val="08312A"/>
                </a:solidFill>
                <a:effectLst/>
                <a:uLnTx/>
                <a:uFillTx/>
                <a:latin typeface="BISansOpti"/>
                <a:ea typeface="+mn-ea"/>
                <a:cs typeface="Calibri" panose="020F0502020204030204" pitchFamily="34" charset="0"/>
              </a:rPr>
              <a:t>CD137/FAP</a:t>
            </a:r>
          </a:p>
        </p:txBody>
      </p:sp>
      <p:sp>
        <p:nvSpPr>
          <p:cNvPr id="21" name="Rectangle: Rounded Corners 62">
            <a:extLst>
              <a:ext uri="{FF2B5EF4-FFF2-40B4-BE49-F238E27FC236}">
                <a16:creationId xmlns:a16="http://schemas.microsoft.com/office/drawing/2014/main" id="{2ED70896-DCF9-8224-4DD2-76BEB5F5296B}"/>
              </a:ext>
            </a:extLst>
          </p:cNvPr>
          <p:cNvSpPr/>
          <p:nvPr/>
        </p:nvSpPr>
        <p:spPr>
          <a:xfrm>
            <a:off x="5993668" y="3124569"/>
            <a:ext cx="1307184" cy="265642"/>
          </a:xfrm>
          <a:prstGeom prst="rect">
            <a:avLst/>
          </a:prstGeom>
          <a:solidFill>
            <a:srgbClr val="C5C3EE"/>
          </a:solidFill>
          <a:ln w="28575" cap="sq"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900" b="1" i="0" u="none" strike="noStrike" kern="0" cap="none" spc="0" normalizeH="0" baseline="0" noProof="0" err="1">
                <a:ln>
                  <a:noFill/>
                </a:ln>
                <a:solidFill>
                  <a:srgbClr val="08312A"/>
                </a:solidFill>
                <a:effectLst/>
                <a:uLnTx/>
                <a:uFillTx/>
                <a:latin typeface="BISansOpti"/>
                <a:ea typeface="+mn-ea"/>
                <a:cs typeface="Calibri" panose="020F0502020204030204" pitchFamily="34" charset="0"/>
              </a:rPr>
              <a:t>ezabenlimab</a:t>
            </a:r>
            <a:endParaRPr kumimoji="0" lang="de-DE" sz="900" b="1" i="0" u="none" strike="noStrike" kern="0" cap="none" spc="0" normalizeH="0" baseline="0" noProof="0">
              <a:ln>
                <a:noFill/>
              </a:ln>
              <a:solidFill>
                <a:srgbClr val="08312A"/>
              </a:solidFill>
              <a:effectLst/>
              <a:uLnTx/>
              <a:uFillTx/>
              <a:latin typeface="BISansOpti"/>
              <a:ea typeface="+mn-ea"/>
              <a:cs typeface="Calibri" panose="020F0502020204030204" pitchFamily="34" charset="0"/>
            </a:endParaRPr>
          </a:p>
        </p:txBody>
      </p:sp>
      <p:sp>
        <p:nvSpPr>
          <p:cNvPr id="22" name="Rectangle: Rounded Corners 62">
            <a:extLst>
              <a:ext uri="{FF2B5EF4-FFF2-40B4-BE49-F238E27FC236}">
                <a16:creationId xmlns:a16="http://schemas.microsoft.com/office/drawing/2014/main" id="{1E3E00E0-14E6-73A5-47D7-9D9F64A5E537}"/>
              </a:ext>
            </a:extLst>
          </p:cNvPr>
          <p:cNvSpPr/>
          <p:nvPr/>
        </p:nvSpPr>
        <p:spPr>
          <a:xfrm>
            <a:off x="6010695" y="3721751"/>
            <a:ext cx="1290157" cy="184756"/>
          </a:xfrm>
          <a:prstGeom prst="rect">
            <a:avLst/>
          </a:prstGeom>
          <a:solidFill>
            <a:schemeClr val="bg2"/>
          </a:solidFill>
          <a:ln w="38100" cap="sq" cmpd="sng" algn="ctr">
            <a:solidFill>
              <a:schemeClr val="bg2"/>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900" b="1" i="0" u="none" strike="noStrike" kern="0" cap="none" spc="0" normalizeH="0" baseline="0" noProof="0">
                <a:ln>
                  <a:noFill/>
                </a:ln>
                <a:solidFill>
                  <a:srgbClr val="FFFFFF"/>
                </a:solidFill>
                <a:effectLst/>
                <a:uLnTx/>
                <a:uFillTx/>
                <a:latin typeface="BISansOpti"/>
                <a:ea typeface="+mn-ea"/>
                <a:cs typeface="Calibri" panose="020F0502020204030204" pitchFamily="34" charset="0"/>
              </a:rPr>
              <a:t>Non-CDN STING FR</a:t>
            </a:r>
          </a:p>
        </p:txBody>
      </p:sp>
      <p:sp>
        <p:nvSpPr>
          <p:cNvPr id="32" name="TextBox 89">
            <a:extLst>
              <a:ext uri="{FF2B5EF4-FFF2-40B4-BE49-F238E27FC236}">
                <a16:creationId xmlns:a16="http://schemas.microsoft.com/office/drawing/2014/main" id="{96572540-14ED-2A4A-B9FE-3565367BBC11}"/>
              </a:ext>
            </a:extLst>
          </p:cNvPr>
          <p:cNvSpPr txBox="1"/>
          <p:nvPr/>
        </p:nvSpPr>
        <p:spPr>
          <a:xfrm>
            <a:off x="4056995" y="5379060"/>
            <a:ext cx="1045028" cy="184665"/>
          </a:xfrm>
          <a:prstGeom prst="rect">
            <a:avLst/>
          </a:prstGeom>
          <a:noFill/>
          <a:ln>
            <a:noFill/>
          </a:ln>
        </p:spPr>
        <p:txBody>
          <a:bodyPr wrap="square" lIns="0" tIns="0" rIns="0" bIns="0" rtlCol="0">
            <a:spAutoFit/>
          </a:bodyPr>
          <a:lstStyle/>
          <a:p>
            <a:pPr marL="0" marR="0" lvl="0" indent="0" algn="ctr" defTabSz="121905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BISansOpti"/>
                <a:ea typeface="+mn-ea"/>
                <a:cs typeface="+mn-cs"/>
              </a:rPr>
              <a:t>Sustain</a:t>
            </a:r>
          </a:p>
        </p:txBody>
      </p:sp>
      <p:pic>
        <p:nvPicPr>
          <p:cNvPr id="33" name="Graphic 219" descr="Walk outline">
            <a:extLst>
              <a:ext uri="{FF2B5EF4-FFF2-40B4-BE49-F238E27FC236}">
                <a16:creationId xmlns:a16="http://schemas.microsoft.com/office/drawing/2014/main" id="{FB3CE22C-5DBD-6EF8-5DC4-F23CAA7844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09777" y="4824185"/>
            <a:ext cx="523647" cy="523647"/>
          </a:xfrm>
          <a:prstGeom prst="rect">
            <a:avLst/>
          </a:prstGeom>
        </p:spPr>
      </p:pic>
      <p:sp>
        <p:nvSpPr>
          <p:cNvPr id="36" name="TextBox 112">
            <a:extLst>
              <a:ext uri="{FF2B5EF4-FFF2-40B4-BE49-F238E27FC236}">
                <a16:creationId xmlns:a16="http://schemas.microsoft.com/office/drawing/2014/main" id="{17048A94-4AD6-25B3-CD3F-ED9E056C69B4}"/>
              </a:ext>
            </a:extLst>
          </p:cNvPr>
          <p:cNvSpPr txBox="1"/>
          <p:nvPr/>
        </p:nvSpPr>
        <p:spPr>
          <a:xfrm>
            <a:off x="6835298" y="5361372"/>
            <a:ext cx="1045028" cy="184665"/>
          </a:xfrm>
          <a:prstGeom prst="rect">
            <a:avLst/>
          </a:prstGeom>
          <a:noFill/>
          <a:ln>
            <a:noFill/>
          </a:ln>
        </p:spPr>
        <p:txBody>
          <a:bodyPr wrap="square" lIns="0" tIns="0" rIns="0" bIns="0" rtlCol="0">
            <a:spAutoFit/>
          </a:bodyPr>
          <a:lstStyle/>
          <a:p>
            <a:pPr marL="0" marR="0" lvl="0" indent="0" algn="ctr" defTabSz="121905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BISansOpti"/>
                <a:ea typeface="+mn-ea"/>
                <a:cs typeface="+mn-cs"/>
              </a:rPr>
              <a:t>Continue</a:t>
            </a:r>
          </a:p>
        </p:txBody>
      </p:sp>
      <p:pic>
        <p:nvPicPr>
          <p:cNvPr id="37" name="Graphic 221" descr="Run outline">
            <a:extLst>
              <a:ext uri="{FF2B5EF4-FFF2-40B4-BE49-F238E27FC236}">
                <a16:creationId xmlns:a16="http://schemas.microsoft.com/office/drawing/2014/main" id="{6CB444D9-2ADB-6358-9B86-C9D594C2F0C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71508" y="4856239"/>
            <a:ext cx="490899" cy="490899"/>
          </a:xfrm>
          <a:prstGeom prst="rect">
            <a:avLst/>
          </a:prstGeom>
        </p:spPr>
      </p:pic>
      <p:pic>
        <p:nvPicPr>
          <p:cNvPr id="41" name="Graphic 220" descr="Airplane outline">
            <a:extLst>
              <a:ext uri="{FF2B5EF4-FFF2-40B4-BE49-F238E27FC236}">
                <a16:creationId xmlns:a16="http://schemas.microsoft.com/office/drawing/2014/main" id="{160C783D-A330-B6E0-7DBC-AE971B45F97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699011" y="4869899"/>
            <a:ext cx="477239" cy="477239"/>
          </a:xfrm>
          <a:prstGeom prst="rect">
            <a:avLst/>
          </a:prstGeom>
        </p:spPr>
      </p:pic>
      <p:sp>
        <p:nvSpPr>
          <p:cNvPr id="48" name="Rectangle: Rounded Corners 62">
            <a:extLst>
              <a:ext uri="{FF2B5EF4-FFF2-40B4-BE49-F238E27FC236}">
                <a16:creationId xmlns:a16="http://schemas.microsoft.com/office/drawing/2014/main" id="{D1318DEE-BADC-A68B-83A0-434EBD7EE684}"/>
              </a:ext>
            </a:extLst>
          </p:cNvPr>
          <p:cNvSpPr/>
          <p:nvPr/>
        </p:nvSpPr>
        <p:spPr>
          <a:xfrm>
            <a:off x="9261357" y="4274485"/>
            <a:ext cx="1320662" cy="213848"/>
          </a:xfrm>
          <a:prstGeom prst="rect">
            <a:avLst/>
          </a:prstGeom>
          <a:solidFill>
            <a:schemeClr val="bg2"/>
          </a:solidFill>
          <a:ln w="28575" cap="sq"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900" b="1" i="0" u="none" strike="noStrike" kern="0" cap="none" spc="0" normalizeH="0" baseline="0" noProof="0">
                <a:ln>
                  <a:noFill/>
                </a:ln>
                <a:solidFill>
                  <a:prstClr val="white"/>
                </a:solidFill>
                <a:effectLst/>
                <a:uLnTx/>
                <a:uFillTx/>
                <a:latin typeface="BISansOpti"/>
                <a:ea typeface="+mn-ea"/>
                <a:cs typeface="Calibri" panose="020F0502020204030204" pitchFamily="34" charset="0"/>
              </a:rPr>
              <a:t>B7H6/CD3</a:t>
            </a:r>
          </a:p>
        </p:txBody>
      </p:sp>
      <p:sp>
        <p:nvSpPr>
          <p:cNvPr id="52" name="Rectangle: Rounded Corners 62">
            <a:extLst>
              <a:ext uri="{FF2B5EF4-FFF2-40B4-BE49-F238E27FC236}">
                <a16:creationId xmlns:a16="http://schemas.microsoft.com/office/drawing/2014/main" id="{998110DD-25E6-59E8-4E31-644755E532EA}"/>
              </a:ext>
            </a:extLst>
          </p:cNvPr>
          <p:cNvSpPr/>
          <p:nvPr/>
        </p:nvSpPr>
        <p:spPr>
          <a:xfrm>
            <a:off x="3957986" y="4274483"/>
            <a:ext cx="1380965" cy="238817"/>
          </a:xfrm>
          <a:prstGeom prst="rect">
            <a:avLst/>
          </a:prstGeom>
          <a:solidFill>
            <a:schemeClr val="bg2"/>
          </a:solidFill>
          <a:ln w="12700" cap="sq" cmpd="sng" algn="ctr">
            <a:solidFill>
              <a:schemeClr val="accent1"/>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900" b="1" i="0" u="none" strike="noStrike" kern="0" cap="none" spc="0" normalizeH="0" baseline="0" noProof="0">
                <a:ln>
                  <a:noFill/>
                </a:ln>
                <a:solidFill>
                  <a:srgbClr val="FFFFFF"/>
                </a:solidFill>
                <a:effectLst/>
                <a:uLnTx/>
                <a:uFillTx/>
                <a:latin typeface="BISansOpti"/>
                <a:ea typeface="+mn-ea"/>
                <a:cs typeface="Calibri" panose="020F0502020204030204" pitchFamily="34" charset="0"/>
              </a:rPr>
              <a:t>TRAILR2/CDH3</a:t>
            </a:r>
          </a:p>
        </p:txBody>
      </p:sp>
      <p:sp>
        <p:nvSpPr>
          <p:cNvPr id="54" name="Rectangle: Rounded Corners 62">
            <a:extLst>
              <a:ext uri="{FF2B5EF4-FFF2-40B4-BE49-F238E27FC236}">
                <a16:creationId xmlns:a16="http://schemas.microsoft.com/office/drawing/2014/main" id="{CAABCAED-A2BB-9A5B-AE6F-D7087C9D1CCC}"/>
              </a:ext>
            </a:extLst>
          </p:cNvPr>
          <p:cNvSpPr/>
          <p:nvPr/>
        </p:nvSpPr>
        <p:spPr>
          <a:xfrm>
            <a:off x="3954092" y="4001426"/>
            <a:ext cx="1379567" cy="227382"/>
          </a:xfrm>
          <a:prstGeom prst="rect">
            <a:avLst/>
          </a:prstGeom>
          <a:solidFill>
            <a:schemeClr val="bg2"/>
          </a:solidFill>
          <a:ln w="38100" cap="sq"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900" b="1" i="0" u="none" strike="noStrike" kern="0" cap="none" spc="0" normalizeH="0" baseline="0" noProof="0">
                <a:ln>
                  <a:noFill/>
                </a:ln>
                <a:solidFill>
                  <a:srgbClr val="FFFFFF"/>
                </a:solidFill>
                <a:effectLst/>
                <a:uLnTx/>
                <a:uFillTx/>
                <a:latin typeface="BISansOpti"/>
                <a:ea typeface="+mn-ea"/>
                <a:cs typeface="Calibri" panose="020F0502020204030204" pitchFamily="34" charset="0"/>
              </a:rPr>
              <a:t>ODC-IL12 </a:t>
            </a:r>
          </a:p>
        </p:txBody>
      </p:sp>
      <p:sp>
        <p:nvSpPr>
          <p:cNvPr id="55" name="TextBox 48">
            <a:extLst>
              <a:ext uri="{FF2B5EF4-FFF2-40B4-BE49-F238E27FC236}">
                <a16:creationId xmlns:a16="http://schemas.microsoft.com/office/drawing/2014/main" id="{ED9D7D9E-791C-F589-5762-2D70D5EB6051}"/>
              </a:ext>
            </a:extLst>
          </p:cNvPr>
          <p:cNvSpPr txBox="1"/>
          <p:nvPr/>
        </p:nvSpPr>
        <p:spPr>
          <a:xfrm>
            <a:off x="1119151" y="1623993"/>
            <a:ext cx="1550449" cy="193487"/>
          </a:xfrm>
          <a:prstGeom prst="rect">
            <a:avLst/>
          </a:prstGeom>
          <a:noFill/>
          <a:ln w="12700" cap="sq"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defTabSz="914354">
              <a:spcBef>
                <a:spcPts val="300"/>
              </a:spcBef>
              <a:spcAft>
                <a:spcPts val="300"/>
              </a:spcAft>
              <a:defRPr sz="1100">
                <a:solidFill>
                  <a:schemeClr val="accent1"/>
                </a:solidFill>
                <a:latin typeface="+mj-lt"/>
                <a:cs typeface="Calibri" panose="020F0502020204030204" pitchFamily="34" charset="0"/>
              </a:defRPr>
            </a:lvl1pPr>
          </a:lstStyle>
          <a:p>
            <a:pPr marL="0" marR="0" lvl="0" indent="0" algn="l" defTabSz="914241" rtl="0" eaLnBrk="1" fontAlgn="auto" latinLnBrk="0" hangingPunct="1">
              <a:lnSpc>
                <a:spcPct val="100000"/>
              </a:lnSpc>
              <a:spcBef>
                <a:spcPts val="300"/>
              </a:spcBef>
              <a:spcAft>
                <a:spcPts val="300"/>
              </a:spcAft>
              <a:buClrTx/>
              <a:buSzTx/>
              <a:buFontTx/>
              <a:buNone/>
              <a:tabLst/>
              <a:defRPr/>
            </a:pPr>
            <a:r>
              <a:rPr kumimoji="0" lang="en-US" sz="1000" b="0" i="0" u="none" strike="noStrike" kern="0" cap="none" spc="0" normalizeH="0" baseline="0" noProof="0">
                <a:ln>
                  <a:noFill/>
                </a:ln>
                <a:solidFill>
                  <a:srgbClr val="08312A"/>
                </a:solidFill>
                <a:effectLst/>
                <a:uLnTx/>
                <a:uFillTx/>
                <a:latin typeface="BISansOptiCond"/>
                <a:ea typeface="+mn-ea"/>
                <a:cs typeface="Calibri" panose="020F0502020204030204" pitchFamily="34" charset="0"/>
              </a:rPr>
              <a:t>Planned</a:t>
            </a:r>
            <a:r>
              <a:rPr kumimoji="0" lang="de-DE" sz="1000" b="0" i="0" u="none" strike="noStrike" kern="0" cap="none" spc="0" normalizeH="0" baseline="0" noProof="0">
                <a:ln>
                  <a:noFill/>
                </a:ln>
                <a:solidFill>
                  <a:srgbClr val="08312A"/>
                </a:solidFill>
                <a:effectLst/>
                <a:uLnTx/>
                <a:uFillTx/>
                <a:latin typeface="BISansOptiCond"/>
                <a:ea typeface="+mn-ea"/>
                <a:cs typeface="Calibri" panose="020F0502020204030204" pitchFamily="34" charset="0"/>
              </a:rPr>
              <a:t> launch </a:t>
            </a:r>
            <a:r>
              <a:rPr kumimoji="0" lang="en-US" sz="1000" b="0" i="0" u="none" strike="noStrike" kern="0" cap="none" spc="0" normalizeH="0" baseline="0" noProof="0">
                <a:ln>
                  <a:noFill/>
                </a:ln>
                <a:solidFill>
                  <a:srgbClr val="08312A"/>
                </a:solidFill>
                <a:effectLst/>
                <a:uLnTx/>
                <a:uFillTx/>
                <a:latin typeface="BISansOptiCond"/>
                <a:ea typeface="+mn-ea"/>
                <a:cs typeface="Calibri" panose="020F0502020204030204" pitchFamily="34" charset="0"/>
              </a:rPr>
              <a:t>year</a:t>
            </a:r>
            <a:r>
              <a:rPr kumimoji="0" lang="de-DE" sz="1000" b="0" i="0" u="none" strike="noStrike" kern="0" cap="none" spc="0" normalizeH="0" baseline="0" noProof="0">
                <a:ln>
                  <a:noFill/>
                </a:ln>
                <a:solidFill>
                  <a:srgbClr val="08312A"/>
                </a:solidFill>
                <a:effectLst/>
                <a:uLnTx/>
                <a:uFillTx/>
                <a:latin typeface="BISansOptiCond"/>
                <a:ea typeface="+mn-ea"/>
                <a:cs typeface="Calibri" panose="020F0502020204030204" pitchFamily="34" charset="0"/>
              </a:rPr>
              <a:t> </a:t>
            </a:r>
            <a:endParaRPr kumimoji="0" lang="en-US" sz="1000" b="0" i="0" u="none" strike="noStrike" kern="0" cap="none" spc="0" normalizeH="0" baseline="0" noProof="0">
              <a:ln>
                <a:noFill/>
              </a:ln>
              <a:solidFill>
                <a:srgbClr val="08312A"/>
              </a:solidFill>
              <a:effectLst/>
              <a:uLnTx/>
              <a:uFillTx/>
              <a:latin typeface="BISansOptiCond"/>
              <a:ea typeface="+mn-ea"/>
              <a:cs typeface="Calibri" panose="020F0502020204030204" pitchFamily="34" charset="0"/>
            </a:endParaRPr>
          </a:p>
        </p:txBody>
      </p:sp>
      <p:sp>
        <p:nvSpPr>
          <p:cNvPr id="56" name="Ellipse 5">
            <a:extLst>
              <a:ext uri="{FF2B5EF4-FFF2-40B4-BE49-F238E27FC236}">
                <a16:creationId xmlns:a16="http://schemas.microsoft.com/office/drawing/2014/main" id="{84ED3E23-EF99-C7D5-D1C4-2FAAFF31166E}"/>
              </a:ext>
            </a:extLst>
          </p:cNvPr>
          <p:cNvSpPr/>
          <p:nvPr/>
        </p:nvSpPr>
        <p:spPr>
          <a:xfrm>
            <a:off x="905014" y="1643243"/>
            <a:ext cx="180897" cy="182835"/>
          </a:xfrm>
          <a:prstGeom prst="ellipse">
            <a:avLst/>
          </a:prstGeom>
          <a:solidFill>
            <a:srgbClr val="FFFFFF">
              <a:lumMod val="50000"/>
            </a:srgbClr>
          </a:solidFill>
          <a:ln w="6350" cap="sq" cmpd="sng" algn="ctr">
            <a:noFill/>
            <a:prstDash val="solid"/>
            <a:miter lim="800000"/>
          </a:ln>
          <a:effectLst>
            <a:glow rad="25400">
              <a:srgbClr val="FFFFFF">
                <a:lumMod val="75000"/>
                <a:alpha val="40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endParaRPr kumimoji="0" lang="en-US" sz="800" b="0" i="0" u="none" strike="noStrike" kern="0" cap="none" spc="0" normalizeH="0" baseline="0" noProof="0">
              <a:ln>
                <a:noFill/>
              </a:ln>
              <a:solidFill>
                <a:srgbClr val="FFFFFF"/>
              </a:solidFill>
              <a:effectLst/>
              <a:uLnTx/>
              <a:uFillTx/>
              <a:latin typeface="BISansOpti"/>
              <a:ea typeface="+mn-ea"/>
              <a:cs typeface="+mn-cs"/>
            </a:endParaRPr>
          </a:p>
        </p:txBody>
      </p:sp>
      <p:sp>
        <p:nvSpPr>
          <p:cNvPr id="4" name="Fußzeilenplatzhalter 3">
            <a:extLst>
              <a:ext uri="{FF2B5EF4-FFF2-40B4-BE49-F238E27FC236}">
                <a16:creationId xmlns:a16="http://schemas.microsoft.com/office/drawing/2014/main" id="{42B90853-1120-08E7-4185-0889FEB88513}"/>
              </a:ext>
            </a:extLst>
          </p:cNvPr>
          <p:cNvSpPr>
            <a:spLocks noGrp="1"/>
          </p:cNvSpPr>
          <p:nvPr>
            <p:ph type="ftr" sz="quarter" idx="19"/>
          </p:nvPr>
        </p:nvSpPr>
        <p:spPr>
          <a:xfrm>
            <a:off x="6275537" y="6539392"/>
            <a:ext cx="5193404" cy="202059"/>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post HPSC April, 2025 | CONFIDENTIAL</a:t>
            </a:r>
          </a:p>
        </p:txBody>
      </p:sp>
      <p:sp>
        <p:nvSpPr>
          <p:cNvPr id="30" name="Oval 10">
            <a:extLst>
              <a:ext uri="{FF2B5EF4-FFF2-40B4-BE49-F238E27FC236}">
                <a16:creationId xmlns:a16="http://schemas.microsoft.com/office/drawing/2014/main" id="{CFF65BB8-3CBC-0B35-60D1-F6BD9757B378}"/>
              </a:ext>
            </a:extLst>
          </p:cNvPr>
          <p:cNvSpPr>
            <a:spLocks noChangeAspect="1"/>
          </p:cNvSpPr>
          <p:nvPr/>
        </p:nvSpPr>
        <p:spPr>
          <a:xfrm>
            <a:off x="1687796" y="4638212"/>
            <a:ext cx="1001708" cy="1001708"/>
          </a:xfrm>
          <a:prstGeom prst="ellipse">
            <a:avLst/>
          </a:prstGeom>
          <a:solidFill>
            <a:schemeClr val="tx2"/>
          </a:solidFill>
          <a:ln w="38100">
            <a:solidFill>
              <a:schemeClr val="bg1"/>
            </a:solidFill>
          </a:ln>
          <a:effectLst>
            <a:outerShdw blurRad="635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Helvetica Neue Medium"/>
            </a:endParaRPr>
          </a:p>
        </p:txBody>
      </p:sp>
      <p:pic>
        <p:nvPicPr>
          <p:cNvPr id="28" name="Graphic 9">
            <a:extLst>
              <a:ext uri="{FF2B5EF4-FFF2-40B4-BE49-F238E27FC236}">
                <a16:creationId xmlns:a16="http://schemas.microsoft.com/office/drawing/2014/main" id="{44945DE8-1EE1-3E5A-27AD-B5F7DE22CA7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005414" y="4722589"/>
            <a:ext cx="432589" cy="387528"/>
          </a:xfrm>
          <a:prstGeom prst="rect">
            <a:avLst/>
          </a:prstGeom>
        </p:spPr>
      </p:pic>
      <p:sp>
        <p:nvSpPr>
          <p:cNvPr id="29" name="TextBox 81">
            <a:extLst>
              <a:ext uri="{FF2B5EF4-FFF2-40B4-BE49-F238E27FC236}">
                <a16:creationId xmlns:a16="http://schemas.microsoft.com/office/drawing/2014/main" id="{17D0DF59-65EF-34E3-41B0-B7E6189A6A80}"/>
              </a:ext>
            </a:extLst>
          </p:cNvPr>
          <p:cNvSpPr txBox="1"/>
          <p:nvPr/>
        </p:nvSpPr>
        <p:spPr>
          <a:xfrm>
            <a:off x="1687796" y="5162582"/>
            <a:ext cx="1045028" cy="369332"/>
          </a:xfrm>
          <a:prstGeom prst="rect">
            <a:avLst/>
          </a:prstGeom>
          <a:noFill/>
          <a:ln>
            <a:noFill/>
          </a:ln>
        </p:spPr>
        <p:txBody>
          <a:bodyPr wrap="square" lIns="0" tIns="0" rIns="0" bIns="0" rtlCol="0">
            <a:spAutoFit/>
          </a:bodyPr>
          <a:lstStyle/>
          <a:p>
            <a:pPr marL="0" marR="0" lvl="0" indent="0" algn="ctr" defTabSz="121905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BISansOpti"/>
                <a:ea typeface="+mn-ea"/>
                <a:cs typeface="+mn-cs"/>
              </a:rPr>
              <a:t>Stop/</a:t>
            </a:r>
            <a:br>
              <a:rPr kumimoji="0" lang="en-US" sz="1200" b="1" i="0" u="none" strike="noStrike" kern="1200" cap="none" spc="0" normalizeH="0" baseline="0" noProof="0">
                <a:ln>
                  <a:noFill/>
                </a:ln>
                <a:solidFill>
                  <a:srgbClr val="FFFFFF"/>
                </a:solidFill>
                <a:effectLst/>
                <a:uLnTx/>
                <a:uFillTx/>
                <a:latin typeface="BISansOpti"/>
                <a:ea typeface="+mn-ea"/>
                <a:cs typeface="+mn-cs"/>
              </a:rPr>
            </a:br>
            <a:r>
              <a:rPr kumimoji="0" lang="en-US" sz="1200" b="1" i="0" u="none" strike="noStrike" kern="1200" cap="none" spc="0" normalizeH="0" baseline="0" noProof="0">
                <a:ln>
                  <a:noFill/>
                </a:ln>
                <a:solidFill>
                  <a:srgbClr val="FFFFFF"/>
                </a:solidFill>
                <a:effectLst/>
                <a:uLnTx/>
                <a:uFillTx/>
                <a:latin typeface="BISansOpti"/>
                <a:ea typeface="+mn-ea"/>
                <a:cs typeface="+mn-cs"/>
              </a:rPr>
              <a:t>Park</a:t>
            </a:r>
          </a:p>
        </p:txBody>
      </p:sp>
      <p:sp>
        <p:nvSpPr>
          <p:cNvPr id="38" name="Oval 10">
            <a:extLst>
              <a:ext uri="{FF2B5EF4-FFF2-40B4-BE49-F238E27FC236}">
                <a16:creationId xmlns:a16="http://schemas.microsoft.com/office/drawing/2014/main" id="{91A6E5BC-5AF1-DECE-6D4E-80B1FDF48557}"/>
              </a:ext>
            </a:extLst>
          </p:cNvPr>
          <p:cNvSpPr>
            <a:spLocks noChangeAspect="1"/>
          </p:cNvSpPr>
          <p:nvPr/>
        </p:nvSpPr>
        <p:spPr>
          <a:xfrm>
            <a:off x="4003088" y="4668798"/>
            <a:ext cx="1001708" cy="1001708"/>
          </a:xfrm>
          <a:prstGeom prst="ellipse">
            <a:avLst/>
          </a:prstGeom>
          <a:solidFill>
            <a:schemeClr val="tx2"/>
          </a:solidFill>
          <a:ln w="38100">
            <a:solidFill>
              <a:schemeClr val="bg1"/>
            </a:solidFill>
          </a:ln>
          <a:effectLst>
            <a:outerShdw blurRad="635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Helvetica Neue Medium"/>
            </a:endParaRPr>
          </a:p>
        </p:txBody>
      </p:sp>
      <p:sp>
        <p:nvSpPr>
          <p:cNvPr id="62" name="TextBox 89">
            <a:extLst>
              <a:ext uri="{FF2B5EF4-FFF2-40B4-BE49-F238E27FC236}">
                <a16:creationId xmlns:a16="http://schemas.microsoft.com/office/drawing/2014/main" id="{0672AE6A-C03E-C4DC-F724-FC2A10E7CF86}"/>
              </a:ext>
            </a:extLst>
          </p:cNvPr>
          <p:cNvSpPr txBox="1"/>
          <p:nvPr/>
        </p:nvSpPr>
        <p:spPr>
          <a:xfrm>
            <a:off x="4015002" y="5347249"/>
            <a:ext cx="1045028" cy="184665"/>
          </a:xfrm>
          <a:prstGeom prst="rect">
            <a:avLst/>
          </a:prstGeom>
          <a:noFill/>
          <a:ln>
            <a:noFill/>
          </a:ln>
        </p:spPr>
        <p:txBody>
          <a:bodyPr wrap="square" lIns="0" tIns="0" rIns="0" bIns="0" rtlCol="0">
            <a:spAutoFit/>
          </a:bodyPr>
          <a:lstStyle/>
          <a:p>
            <a:pPr marL="0" marR="0" lvl="0" indent="0" algn="ctr" defTabSz="121905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BISansOpti"/>
                <a:ea typeface="+mn-ea"/>
                <a:cs typeface="+mn-cs"/>
              </a:rPr>
              <a:t>Sustain</a:t>
            </a:r>
          </a:p>
        </p:txBody>
      </p:sp>
      <p:pic>
        <p:nvPicPr>
          <p:cNvPr id="66" name="Graphic 219" descr="Walk outline">
            <a:extLst>
              <a:ext uri="{FF2B5EF4-FFF2-40B4-BE49-F238E27FC236}">
                <a16:creationId xmlns:a16="http://schemas.microsoft.com/office/drawing/2014/main" id="{8924742B-CC0B-AF08-397B-E99C9FDDDB8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67784" y="4792374"/>
            <a:ext cx="523647" cy="523647"/>
          </a:xfrm>
          <a:prstGeom prst="rect">
            <a:avLst/>
          </a:prstGeom>
        </p:spPr>
      </p:pic>
      <p:sp>
        <p:nvSpPr>
          <p:cNvPr id="74" name="TextBox 112">
            <a:extLst>
              <a:ext uri="{FF2B5EF4-FFF2-40B4-BE49-F238E27FC236}">
                <a16:creationId xmlns:a16="http://schemas.microsoft.com/office/drawing/2014/main" id="{BB64C4D4-EF6F-02BE-E5B3-55B8122C5F3C}"/>
              </a:ext>
            </a:extLst>
          </p:cNvPr>
          <p:cNvSpPr txBox="1"/>
          <p:nvPr/>
        </p:nvSpPr>
        <p:spPr>
          <a:xfrm>
            <a:off x="9448641" y="5415371"/>
            <a:ext cx="1045028" cy="184665"/>
          </a:xfrm>
          <a:prstGeom prst="rect">
            <a:avLst/>
          </a:prstGeom>
          <a:noFill/>
          <a:ln>
            <a:noFill/>
          </a:ln>
        </p:spPr>
        <p:txBody>
          <a:bodyPr wrap="square" lIns="0" tIns="0" rIns="0" bIns="0" rtlCol="0">
            <a:spAutoFit/>
          </a:bodyPr>
          <a:lstStyle/>
          <a:p>
            <a:pPr marL="0" marR="0" lvl="0" indent="0" algn="ctr" defTabSz="121905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BISansOpti"/>
                <a:ea typeface="+mn-ea"/>
                <a:cs typeface="+mn-cs"/>
              </a:rPr>
              <a:t>Priority</a:t>
            </a:r>
          </a:p>
        </p:txBody>
      </p:sp>
      <p:sp>
        <p:nvSpPr>
          <p:cNvPr id="31" name="Rectangle: Rounded Corners 62">
            <a:extLst>
              <a:ext uri="{FF2B5EF4-FFF2-40B4-BE49-F238E27FC236}">
                <a16:creationId xmlns:a16="http://schemas.microsoft.com/office/drawing/2014/main" id="{FB61077C-552D-30DC-1DE6-7F26D8C29B44}"/>
              </a:ext>
            </a:extLst>
          </p:cNvPr>
          <p:cNvSpPr/>
          <p:nvPr/>
        </p:nvSpPr>
        <p:spPr>
          <a:xfrm>
            <a:off x="9273688" y="4026301"/>
            <a:ext cx="1283669" cy="196112"/>
          </a:xfrm>
          <a:prstGeom prst="rect">
            <a:avLst/>
          </a:prstGeom>
          <a:solidFill>
            <a:schemeClr val="bg2"/>
          </a:solidFill>
          <a:ln w="28575" cap="sq" cmpd="sng" algn="ctr">
            <a:solidFill>
              <a:schemeClr val="bg2"/>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900" b="1" i="0" u="none" strike="noStrike" kern="0" cap="none" spc="0" normalizeH="0" baseline="0" noProof="0">
                <a:ln>
                  <a:noFill/>
                </a:ln>
                <a:solidFill>
                  <a:srgbClr val="FFFFFF"/>
                </a:solidFill>
                <a:effectLst/>
                <a:uLnTx/>
                <a:uFillTx/>
                <a:latin typeface="BISansOpti"/>
                <a:ea typeface="+mn-ea"/>
                <a:cs typeface="Calibri" panose="020F0502020204030204" pitchFamily="34" charset="0"/>
              </a:rPr>
              <a:t>KISIMA-2 </a:t>
            </a:r>
          </a:p>
        </p:txBody>
      </p:sp>
      <p:sp>
        <p:nvSpPr>
          <p:cNvPr id="24" name="Rectangle: Rounded Corners 62">
            <a:extLst>
              <a:ext uri="{FF2B5EF4-FFF2-40B4-BE49-F238E27FC236}">
                <a16:creationId xmlns:a16="http://schemas.microsoft.com/office/drawing/2014/main" id="{8DC00FFF-356A-BBCE-AF92-BFE9256C2657}"/>
              </a:ext>
            </a:extLst>
          </p:cNvPr>
          <p:cNvSpPr/>
          <p:nvPr/>
        </p:nvSpPr>
        <p:spPr>
          <a:xfrm>
            <a:off x="7406195" y="3992614"/>
            <a:ext cx="1352098" cy="229799"/>
          </a:xfrm>
          <a:prstGeom prst="rect">
            <a:avLst/>
          </a:prstGeom>
          <a:solidFill>
            <a:schemeClr val="bg2"/>
          </a:solidFill>
          <a:ln w="12700" cap="sq" cmpd="sng" algn="ctr">
            <a:solidFill>
              <a:schemeClr val="bg2"/>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900" b="1" i="0" u="none" strike="noStrike" kern="0" cap="none" spc="0" normalizeH="0" baseline="0" noProof="0">
                <a:ln>
                  <a:noFill/>
                </a:ln>
                <a:solidFill>
                  <a:srgbClr val="FFFFFF"/>
                </a:solidFill>
                <a:effectLst/>
                <a:uLnTx/>
                <a:uFillTx/>
                <a:latin typeface="BISansOpti"/>
                <a:ea typeface="+mn-ea"/>
                <a:cs typeface="Calibri"/>
              </a:rPr>
              <a:t>VS</a:t>
            </a:r>
            <a:r>
              <a:rPr kumimoji="0" lang="de-DE" sz="800" b="1" i="0" u="none" strike="noStrike" kern="0" cap="none" spc="0" normalizeH="0" baseline="0" noProof="0">
                <a:ln>
                  <a:noFill/>
                </a:ln>
                <a:solidFill>
                  <a:srgbClr val="FFFFFF"/>
                </a:solidFill>
                <a:effectLst/>
                <a:uLnTx/>
                <a:uFillTx/>
                <a:latin typeface="BISansOpti"/>
                <a:ea typeface="+mn-ea"/>
                <a:cs typeface="Calibri"/>
              </a:rPr>
              <a:t>V-GP-GSDME-IL12</a:t>
            </a:r>
            <a:endParaRPr kumimoji="0" lang="de-DE" sz="800" b="1" i="0" u="none" strike="noStrike" kern="0" cap="none" spc="0" normalizeH="0" baseline="0" noProof="0">
              <a:ln>
                <a:noFill/>
              </a:ln>
              <a:solidFill>
                <a:srgbClr val="FFFFFF"/>
              </a:solidFill>
              <a:effectLst/>
              <a:uLnTx/>
              <a:uFillTx/>
              <a:latin typeface="BISansOpti"/>
              <a:ea typeface="+mn-ea"/>
              <a:cs typeface="Calibri" panose="020F0502020204030204" pitchFamily="34" charset="0"/>
            </a:endParaRPr>
          </a:p>
        </p:txBody>
      </p:sp>
      <p:sp>
        <p:nvSpPr>
          <p:cNvPr id="16" name="Rechteck 15">
            <a:extLst>
              <a:ext uri="{FF2B5EF4-FFF2-40B4-BE49-F238E27FC236}">
                <a16:creationId xmlns:a16="http://schemas.microsoft.com/office/drawing/2014/main" id="{A48B2728-E89A-7052-F08B-1BA5DB7E0545}"/>
              </a:ext>
            </a:extLst>
          </p:cNvPr>
          <p:cNvSpPr/>
          <p:nvPr/>
        </p:nvSpPr>
        <p:spPr bwMode="gray">
          <a:xfrm>
            <a:off x="9243201" y="1225872"/>
            <a:ext cx="1314156" cy="231382"/>
          </a:xfrm>
          <a:prstGeom prst="rect">
            <a:avLst/>
          </a:prstGeom>
          <a:solidFill>
            <a:schemeClr val="accent3">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err="1">
                <a:ln>
                  <a:noFill/>
                </a:ln>
                <a:solidFill>
                  <a:srgbClr val="08312A"/>
                </a:solidFill>
                <a:effectLst/>
                <a:uLnTx/>
                <a:uFillTx/>
                <a:latin typeface="Boehringer Forward Text"/>
                <a:ea typeface="+mn-ea"/>
                <a:cs typeface="+mn-cs"/>
              </a:rPr>
              <a:t>OneHP</a:t>
            </a:r>
            <a:r>
              <a:rPr kumimoji="0" lang="en-US" sz="800" b="1" i="0" u="none" strike="noStrike" kern="1200" cap="none" spc="0" normalizeH="0" baseline="0" noProof="0">
                <a:ln>
                  <a:noFill/>
                </a:ln>
                <a:solidFill>
                  <a:srgbClr val="08312A"/>
                </a:solidFill>
                <a:effectLst/>
                <a:uLnTx/>
                <a:uFillTx/>
                <a:latin typeface="Boehringer Forward Text"/>
                <a:ea typeface="+mn-ea"/>
                <a:cs typeface="+mn-cs"/>
              </a:rPr>
              <a:t> Priority</a:t>
            </a:r>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7" name="Rectangle: Rounded Corners 62">
            <a:extLst>
              <a:ext uri="{FF2B5EF4-FFF2-40B4-BE49-F238E27FC236}">
                <a16:creationId xmlns:a16="http://schemas.microsoft.com/office/drawing/2014/main" id="{31B28B92-80E9-96CA-23CE-EBD76C2C8A7A}"/>
              </a:ext>
            </a:extLst>
          </p:cNvPr>
          <p:cNvSpPr/>
          <p:nvPr/>
        </p:nvSpPr>
        <p:spPr>
          <a:xfrm>
            <a:off x="6004852" y="3998804"/>
            <a:ext cx="1296000" cy="188193"/>
          </a:xfrm>
          <a:prstGeom prst="rect">
            <a:avLst/>
          </a:prstGeom>
          <a:solidFill>
            <a:schemeClr val="bg2"/>
          </a:solidFill>
          <a:ln w="38100" cap="sq" cmpd="sng" algn="ctr">
            <a:solidFill>
              <a:schemeClr val="bg2"/>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900" b="1" i="0" u="none" strike="noStrike" kern="0" cap="none" spc="0" normalizeH="0" baseline="0" noProof="0" err="1">
                <a:ln>
                  <a:noFill/>
                </a:ln>
                <a:solidFill>
                  <a:srgbClr val="FFFFFF"/>
                </a:solidFill>
                <a:effectLst/>
                <a:uLnTx/>
                <a:uFillTx/>
                <a:latin typeface="BISansOpti"/>
                <a:ea typeface="+mn-ea"/>
                <a:cs typeface="Calibri"/>
              </a:rPr>
              <a:t>KRAS</a:t>
            </a:r>
            <a:r>
              <a:rPr kumimoji="0" lang="de-DE" sz="900" b="1" i="0" u="none" strike="noStrike" kern="0" cap="none" spc="0" normalizeH="0" baseline="30000" noProof="0" err="1">
                <a:ln>
                  <a:noFill/>
                </a:ln>
                <a:solidFill>
                  <a:srgbClr val="FFFFFF"/>
                </a:solidFill>
                <a:effectLst/>
                <a:uLnTx/>
                <a:uFillTx/>
                <a:latin typeface="BISansOpti"/>
                <a:ea typeface="+mn-ea"/>
                <a:cs typeface="Calibri"/>
              </a:rPr>
              <a:t>multi</a:t>
            </a:r>
            <a:r>
              <a:rPr kumimoji="0" lang="de-DE" sz="900" b="1" i="0" u="none" strike="noStrike" kern="0" cap="none" spc="0" normalizeH="0" baseline="0" noProof="0">
                <a:ln>
                  <a:noFill/>
                </a:ln>
                <a:solidFill>
                  <a:srgbClr val="FFFFFF"/>
                </a:solidFill>
                <a:effectLst/>
                <a:uLnTx/>
                <a:uFillTx/>
                <a:latin typeface="BISansOpti"/>
                <a:ea typeface="+mn-ea"/>
                <a:cs typeface="Calibri"/>
              </a:rPr>
              <a:t> </a:t>
            </a:r>
            <a:r>
              <a:rPr kumimoji="0" lang="de-DE" sz="900" b="1" i="0" u="none" strike="noStrike" kern="0" cap="none" spc="0" normalizeH="0" baseline="0" noProof="0" err="1">
                <a:ln>
                  <a:noFill/>
                </a:ln>
                <a:solidFill>
                  <a:srgbClr val="FFFFFF"/>
                </a:solidFill>
                <a:effectLst/>
                <a:uLnTx/>
                <a:uFillTx/>
                <a:latin typeface="BISansOpti"/>
                <a:ea typeface="+mn-ea"/>
                <a:cs typeface="Calibri"/>
              </a:rPr>
              <a:t>degrader</a:t>
            </a:r>
            <a:endParaRPr kumimoji="0" lang="de-DE" sz="900" b="1" i="0" u="none" strike="noStrike" kern="0" cap="none" spc="0" normalizeH="0" baseline="0" noProof="0">
              <a:ln>
                <a:noFill/>
              </a:ln>
              <a:solidFill>
                <a:srgbClr val="FFFFFF"/>
              </a:solidFill>
              <a:effectLst/>
              <a:uLnTx/>
              <a:uFillTx/>
              <a:latin typeface="BISansOpti"/>
              <a:ea typeface="+mn-ea"/>
              <a:cs typeface="Calibri" panose="020F0502020204030204" pitchFamily="34" charset="0"/>
            </a:endParaRPr>
          </a:p>
        </p:txBody>
      </p:sp>
      <p:sp>
        <p:nvSpPr>
          <p:cNvPr id="25" name="Rectangle: Rounded Corners 62">
            <a:extLst>
              <a:ext uri="{FF2B5EF4-FFF2-40B4-BE49-F238E27FC236}">
                <a16:creationId xmlns:a16="http://schemas.microsoft.com/office/drawing/2014/main" id="{700636FD-A82B-48B8-53AF-E120A5A26A74}"/>
              </a:ext>
            </a:extLst>
          </p:cNvPr>
          <p:cNvSpPr/>
          <p:nvPr/>
        </p:nvSpPr>
        <p:spPr>
          <a:xfrm>
            <a:off x="1520458" y="4289574"/>
            <a:ext cx="1336383" cy="213848"/>
          </a:xfrm>
          <a:prstGeom prst="rect">
            <a:avLst/>
          </a:prstGeom>
          <a:solidFill>
            <a:schemeClr val="bg1">
              <a:lumMod val="75000"/>
            </a:schemeClr>
          </a:solidFill>
          <a:ln w="38100" cap="sq" cmpd="sng" algn="ctr">
            <a:solidFill>
              <a:schemeClr val="bg1">
                <a:lumMod val="75000"/>
              </a:schemeClr>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900" b="1" i="0" u="none" strike="noStrike" kern="0" cap="none" spc="0" normalizeH="0" baseline="0" noProof="0">
                <a:ln>
                  <a:noFill/>
                </a:ln>
                <a:solidFill>
                  <a:srgbClr val="FFFFFF"/>
                </a:solidFill>
                <a:effectLst/>
                <a:uLnTx/>
                <a:uFillTx/>
                <a:latin typeface="BISansOpti"/>
                <a:ea typeface="+mn-ea"/>
                <a:cs typeface="Calibri" panose="020F0502020204030204" pitchFamily="34" charset="0"/>
              </a:rPr>
              <a:t>KRAS G12D FR </a:t>
            </a:r>
          </a:p>
        </p:txBody>
      </p:sp>
      <p:sp>
        <p:nvSpPr>
          <p:cNvPr id="2" name="Rectangle: Rounded Corners 62">
            <a:extLst>
              <a:ext uri="{FF2B5EF4-FFF2-40B4-BE49-F238E27FC236}">
                <a16:creationId xmlns:a16="http://schemas.microsoft.com/office/drawing/2014/main" id="{2BC04DFD-AFB8-F3F4-1704-7CF3021C5A6D}"/>
              </a:ext>
            </a:extLst>
          </p:cNvPr>
          <p:cNvSpPr/>
          <p:nvPr/>
        </p:nvSpPr>
        <p:spPr>
          <a:xfrm>
            <a:off x="6010695" y="4274484"/>
            <a:ext cx="1296000" cy="221685"/>
          </a:xfrm>
          <a:prstGeom prst="rect">
            <a:avLst/>
          </a:prstGeom>
          <a:solidFill>
            <a:schemeClr val="bg2"/>
          </a:solidFill>
          <a:ln w="38100" cap="sq" cmpd="sng" algn="ctr">
            <a:solidFill>
              <a:schemeClr val="bg2"/>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900" b="1" i="0" u="none" strike="noStrike" kern="0" cap="none" spc="0" normalizeH="0" baseline="0" noProof="0">
                <a:ln>
                  <a:noFill/>
                </a:ln>
                <a:solidFill>
                  <a:srgbClr val="FFFFFF"/>
                </a:solidFill>
                <a:effectLst/>
                <a:uLnTx/>
                <a:uFillTx/>
                <a:latin typeface="BISansOpti"/>
                <a:ea typeface="+mn-ea"/>
                <a:cs typeface="Calibri"/>
              </a:rPr>
              <a:t>Anti-LAYN AB</a:t>
            </a:r>
            <a:endParaRPr kumimoji="0" lang="de-DE" sz="900" b="1" i="0" u="none" strike="noStrike" kern="0" cap="none" spc="0" normalizeH="0" baseline="0" noProof="0">
              <a:ln>
                <a:noFill/>
              </a:ln>
              <a:solidFill>
                <a:srgbClr val="FFFFFF"/>
              </a:solidFill>
              <a:effectLst/>
              <a:uLnTx/>
              <a:uFillTx/>
              <a:latin typeface="BISansOpti"/>
              <a:ea typeface="+mn-ea"/>
              <a:cs typeface="Calibri" panose="020F0502020204030204" pitchFamily="34" charset="0"/>
            </a:endParaRPr>
          </a:p>
        </p:txBody>
      </p:sp>
      <p:sp>
        <p:nvSpPr>
          <p:cNvPr id="61" name="Rectangle: Rounded Corners 62">
            <a:extLst>
              <a:ext uri="{FF2B5EF4-FFF2-40B4-BE49-F238E27FC236}">
                <a16:creationId xmlns:a16="http://schemas.microsoft.com/office/drawing/2014/main" id="{0A48DA7E-317D-C03B-55DD-8E1B5727489E}"/>
              </a:ext>
            </a:extLst>
          </p:cNvPr>
          <p:cNvSpPr/>
          <p:nvPr/>
        </p:nvSpPr>
        <p:spPr>
          <a:xfrm>
            <a:off x="2097694" y="1314838"/>
            <a:ext cx="1143812" cy="227335"/>
          </a:xfrm>
          <a:prstGeom prst="rect">
            <a:avLst/>
          </a:prstGeom>
          <a:solidFill>
            <a:schemeClr val="accent3"/>
          </a:solidFill>
          <a:ln w="38100" cap="sq"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w="6350" cap="flat">
                  <a:noFill/>
                  <a:miter lim="800000"/>
                </a:ln>
                <a:solidFill>
                  <a:srgbClr val="08312A"/>
                </a:solidFill>
                <a:effectLst/>
                <a:uLnTx/>
                <a:uFillTx/>
                <a:latin typeface="BISansOptiCond"/>
                <a:ea typeface="+mn-ea"/>
                <a:cs typeface="Arial" panose="020B0604020202020204" pitchFamily="34" charset="0"/>
              </a:rPr>
              <a:t>post- PoCP </a:t>
            </a:r>
          </a:p>
        </p:txBody>
      </p:sp>
      <p:sp>
        <p:nvSpPr>
          <p:cNvPr id="69" name="Rectangle: Rounded Corners 62">
            <a:extLst>
              <a:ext uri="{FF2B5EF4-FFF2-40B4-BE49-F238E27FC236}">
                <a16:creationId xmlns:a16="http://schemas.microsoft.com/office/drawing/2014/main" id="{0D8A061A-7FE9-A1F4-8B96-B51BCAC8E6FE}"/>
              </a:ext>
            </a:extLst>
          </p:cNvPr>
          <p:cNvSpPr/>
          <p:nvPr/>
        </p:nvSpPr>
        <p:spPr>
          <a:xfrm>
            <a:off x="835595" y="1308587"/>
            <a:ext cx="1162409" cy="241000"/>
          </a:xfrm>
          <a:prstGeom prst="rect">
            <a:avLst/>
          </a:prstGeom>
          <a:solidFill>
            <a:schemeClr val="bg2"/>
          </a:solidFill>
          <a:ln w="12700" cap="sq" cmpd="sng" algn="ctr">
            <a:solidFill>
              <a:schemeClr val="bg2"/>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900" b="1" i="0" u="none" strike="noStrike" kern="0" cap="none" spc="0" normalizeH="0" baseline="0" noProof="0" err="1">
                <a:ln>
                  <a:noFill/>
                </a:ln>
                <a:solidFill>
                  <a:srgbClr val="FFFFFF"/>
                </a:solidFill>
                <a:effectLst/>
                <a:uLnTx/>
                <a:uFillTx/>
                <a:latin typeface="BISansOpti"/>
                <a:ea typeface="+mn-ea"/>
                <a:cs typeface="Calibri" panose="020F0502020204030204" pitchFamily="34" charset="0"/>
              </a:rPr>
              <a:t>Pre-PoCP</a:t>
            </a:r>
            <a:endParaRPr kumimoji="0" lang="de-DE" sz="900" b="1" i="0" u="none" strike="noStrike" kern="0" cap="none" spc="0" normalizeH="0" baseline="0" noProof="0">
              <a:ln>
                <a:noFill/>
              </a:ln>
              <a:solidFill>
                <a:srgbClr val="FFFFFF"/>
              </a:solidFill>
              <a:effectLst/>
              <a:uLnTx/>
              <a:uFillTx/>
              <a:latin typeface="BISansOpti"/>
              <a:ea typeface="+mn-ea"/>
              <a:cs typeface="Calibri" panose="020F0502020204030204" pitchFamily="34" charset="0"/>
            </a:endParaRPr>
          </a:p>
        </p:txBody>
      </p:sp>
      <p:sp>
        <p:nvSpPr>
          <p:cNvPr id="13" name="Rectangle: Rounded Corners 62">
            <a:extLst>
              <a:ext uri="{FF2B5EF4-FFF2-40B4-BE49-F238E27FC236}">
                <a16:creationId xmlns:a16="http://schemas.microsoft.com/office/drawing/2014/main" id="{0C40F8A3-C3FC-69D1-058D-7D1733105D41}"/>
              </a:ext>
            </a:extLst>
          </p:cNvPr>
          <p:cNvSpPr/>
          <p:nvPr/>
        </p:nvSpPr>
        <p:spPr>
          <a:xfrm>
            <a:off x="9273688" y="3746480"/>
            <a:ext cx="1305896" cy="213848"/>
          </a:xfrm>
          <a:prstGeom prst="rect">
            <a:avLst/>
          </a:prstGeom>
          <a:solidFill>
            <a:schemeClr val="bg2"/>
          </a:solidFill>
          <a:ln w="28575" cap="sq"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800" b="1" i="0" u="none" strike="noStrike" kern="0" cap="none" spc="0" normalizeH="0" baseline="0" noProof="0">
                <a:ln>
                  <a:noFill/>
                </a:ln>
                <a:solidFill>
                  <a:srgbClr val="FFFFFF"/>
                </a:solidFill>
                <a:effectLst/>
                <a:uLnTx/>
                <a:uFillTx/>
                <a:latin typeface="BISansOpti"/>
                <a:ea typeface="+mn-ea"/>
                <a:cs typeface="Calibri" panose="020F0502020204030204" pitchFamily="34" charset="0"/>
              </a:rPr>
              <a:t>ALPG/CD3</a:t>
            </a:r>
          </a:p>
        </p:txBody>
      </p:sp>
      <p:graphicFrame>
        <p:nvGraphicFramePr>
          <p:cNvPr id="14" name="Tabelle 13">
            <a:extLst>
              <a:ext uri="{FF2B5EF4-FFF2-40B4-BE49-F238E27FC236}">
                <a16:creationId xmlns:a16="http://schemas.microsoft.com/office/drawing/2014/main" id="{73D029BE-5B50-351E-265B-45263AC9D553}"/>
              </a:ext>
            </a:extLst>
          </p:cNvPr>
          <p:cNvGraphicFramePr>
            <a:graphicFrameLocks noGrp="1"/>
          </p:cNvGraphicFramePr>
          <p:nvPr/>
        </p:nvGraphicFramePr>
        <p:xfrm>
          <a:off x="9261357" y="2920130"/>
          <a:ext cx="1320662" cy="723900"/>
        </p:xfrm>
        <a:graphic>
          <a:graphicData uri="http://schemas.openxmlformats.org/drawingml/2006/table">
            <a:tbl>
              <a:tblPr firstRow="1" bandRow="1">
                <a:tableStyleId>{F5AB1C69-6EDB-4FF4-983F-18BD219EF322}</a:tableStyleId>
              </a:tblPr>
              <a:tblGrid>
                <a:gridCol w="1320662">
                  <a:extLst>
                    <a:ext uri="{9D8B030D-6E8A-4147-A177-3AD203B41FA5}">
                      <a16:colId xmlns:a16="http://schemas.microsoft.com/office/drawing/2014/main" val="4245598997"/>
                    </a:ext>
                  </a:extLst>
                </a:gridCol>
              </a:tblGrid>
              <a:tr h="158174">
                <a:tc>
                  <a:txBody>
                    <a:bodyPr/>
                    <a:lstStyle/>
                    <a:p>
                      <a:pPr marL="0" marR="0" lvl="0" indent="0" algn="ctr" defTabSz="914241" rtl="0" eaLnBrk="1" fontAlgn="auto" latinLnBrk="0" hangingPunct="1">
                        <a:lnSpc>
                          <a:spcPct val="100000"/>
                        </a:lnSpc>
                        <a:buClrTx/>
                        <a:buSzTx/>
                        <a:buFontTx/>
                        <a:buNone/>
                        <a:tabLst/>
                        <a:defRPr/>
                      </a:pPr>
                      <a:r>
                        <a:rPr lang="de-DE" sz="900" b="1" kern="0">
                          <a:solidFill>
                            <a:schemeClr val="bg2"/>
                          </a:solidFill>
                          <a:latin typeface="BISansOpti"/>
                          <a:cs typeface="Calibri"/>
                        </a:rPr>
                        <a:t>obrixtamig</a:t>
                      </a:r>
                      <a:endParaRPr lang="de-DE" sz="900" b="1" i="0" u="none" strike="noStrike" kern="0" cap="none" spc="0" normalizeH="0" baseline="0" noProof="0">
                        <a:ln>
                          <a:noFill/>
                        </a:ln>
                        <a:solidFill>
                          <a:schemeClr val="bg2"/>
                        </a:solidFill>
                        <a:effectLst/>
                        <a:uLnTx/>
                        <a:uFillTx/>
                        <a:latin typeface="BISansOpti"/>
                        <a:cs typeface="Calibri"/>
                      </a:endParaRPr>
                    </a:p>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600" b="1" i="0" u="none" strike="noStrike" kern="0" cap="none" spc="0" normalizeH="0" baseline="0" noProof="0">
                          <a:ln>
                            <a:noFill/>
                          </a:ln>
                          <a:solidFill>
                            <a:schemeClr val="bg2"/>
                          </a:solidFill>
                          <a:effectLst/>
                          <a:uLnTx/>
                          <a:uFillTx/>
                          <a:latin typeface="BISansOptiCond"/>
                          <a:ea typeface="+mn-ea"/>
                          <a:cs typeface="Calibri"/>
                        </a:rPr>
                        <a:t>Lead indication: 2L </a:t>
                      </a:r>
                      <a:r>
                        <a:rPr lang="de-DE" sz="600" b="1" kern="0">
                          <a:solidFill>
                            <a:schemeClr val="bg2"/>
                          </a:solidFill>
                          <a:latin typeface="BISansOptiCond"/>
                          <a:cs typeface="Calibri"/>
                        </a:rPr>
                        <a:t>epNEC</a:t>
                      </a:r>
                      <a:endParaRPr lang="de-DE" sz="600"/>
                    </a:p>
                  </a:txBody>
                  <a:tcPr/>
                </a:tc>
                <a:extLst>
                  <a:ext uri="{0D108BD9-81ED-4DB2-BD59-A6C34878D82A}">
                    <a16:rowId xmlns:a16="http://schemas.microsoft.com/office/drawing/2014/main" val="186307024"/>
                  </a:ext>
                </a:extLst>
              </a:tr>
              <a:tr h="158174">
                <a:tc>
                  <a:txBody>
                    <a:bodyPr/>
                    <a:lstStyle/>
                    <a:p>
                      <a:pPr algn="ctr"/>
                      <a:r>
                        <a:rPr lang="de-DE" sz="600">
                          <a:solidFill>
                            <a:schemeClr val="accent3">
                              <a:lumMod val="50000"/>
                            </a:schemeClr>
                          </a:solidFill>
                        </a:rPr>
                        <a:t>1L SCLC </a:t>
                      </a:r>
                    </a:p>
                  </a:txBody>
                  <a:tcPr/>
                </a:tc>
                <a:extLst>
                  <a:ext uri="{0D108BD9-81ED-4DB2-BD59-A6C34878D82A}">
                    <a16:rowId xmlns:a16="http://schemas.microsoft.com/office/drawing/2014/main" val="1194513473"/>
                  </a:ext>
                </a:extLst>
              </a:tr>
              <a:tr h="158174">
                <a:tc>
                  <a:txBody>
                    <a:bodyPr/>
                    <a:lstStyle/>
                    <a:p>
                      <a:pPr algn="ctr"/>
                      <a:r>
                        <a:rPr lang="de-DE" sz="600">
                          <a:solidFill>
                            <a:schemeClr val="accent3">
                              <a:lumMod val="50000"/>
                            </a:schemeClr>
                          </a:solidFill>
                        </a:rPr>
                        <a:t>2L SCLC </a:t>
                      </a:r>
                    </a:p>
                  </a:txBody>
                  <a:tcPr/>
                </a:tc>
                <a:extLst>
                  <a:ext uri="{0D108BD9-81ED-4DB2-BD59-A6C34878D82A}">
                    <a16:rowId xmlns:a16="http://schemas.microsoft.com/office/drawing/2014/main" val="33890377"/>
                  </a:ext>
                </a:extLst>
              </a:tr>
            </a:tbl>
          </a:graphicData>
        </a:graphic>
      </p:graphicFrame>
      <p:sp>
        <p:nvSpPr>
          <p:cNvPr id="49" name="Ellipse 109">
            <a:extLst>
              <a:ext uri="{FF2B5EF4-FFF2-40B4-BE49-F238E27FC236}">
                <a16:creationId xmlns:a16="http://schemas.microsoft.com/office/drawing/2014/main" id="{D721EE28-B8A6-6F25-30F8-E99A15279428}"/>
              </a:ext>
            </a:extLst>
          </p:cNvPr>
          <p:cNvSpPr/>
          <p:nvPr/>
        </p:nvSpPr>
        <p:spPr>
          <a:xfrm>
            <a:off x="10467297" y="2892115"/>
            <a:ext cx="455076" cy="455076"/>
          </a:xfrm>
          <a:prstGeom prst="ellipse">
            <a:avLst/>
          </a:prstGeom>
          <a:solidFill>
            <a:srgbClr val="FFFFFF">
              <a:lumMod val="50000"/>
            </a:srgbClr>
          </a:solidFill>
          <a:ln w="28575" cap="sq" cmpd="sng" algn="ctr">
            <a:noFill/>
            <a:prstDash val="solid"/>
            <a:miter lim="800000"/>
          </a:ln>
          <a:effectLst>
            <a:glow rad="25400">
              <a:srgbClr val="FFFFFF">
                <a:lumMod val="75000"/>
                <a:alpha val="40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1000" b="1" i="0" u="none" strike="noStrike" kern="0" cap="none" spc="0" normalizeH="0" baseline="0" noProof="0">
                <a:ln>
                  <a:noFill/>
                </a:ln>
                <a:solidFill>
                  <a:srgbClr val="FFFFFF"/>
                </a:solidFill>
                <a:effectLst/>
                <a:uLnTx/>
                <a:uFillTx/>
                <a:latin typeface="BISansOpti"/>
                <a:ea typeface="+mn-ea"/>
                <a:cs typeface="+mn-cs"/>
              </a:rPr>
              <a:t>2027</a:t>
            </a:r>
            <a:endParaRPr kumimoji="0" lang="en-US" sz="1000" b="1" i="0" u="none" strike="noStrike" kern="0" cap="none" spc="0" normalizeH="0" baseline="0" noProof="0">
              <a:ln>
                <a:noFill/>
              </a:ln>
              <a:solidFill>
                <a:srgbClr val="FFFFFF"/>
              </a:solidFill>
              <a:effectLst/>
              <a:uLnTx/>
              <a:uFillTx/>
              <a:latin typeface="BISansOpti"/>
              <a:ea typeface="+mn-ea"/>
              <a:cs typeface="+mn-cs"/>
            </a:endParaRPr>
          </a:p>
        </p:txBody>
      </p:sp>
      <p:graphicFrame>
        <p:nvGraphicFramePr>
          <p:cNvPr id="40" name="Tabelle 39">
            <a:extLst>
              <a:ext uri="{FF2B5EF4-FFF2-40B4-BE49-F238E27FC236}">
                <a16:creationId xmlns:a16="http://schemas.microsoft.com/office/drawing/2014/main" id="{F01BA3CA-56BD-7225-B94D-D81173930836}"/>
              </a:ext>
            </a:extLst>
          </p:cNvPr>
          <p:cNvGraphicFramePr>
            <a:graphicFrameLocks noGrp="1"/>
          </p:cNvGraphicFramePr>
          <p:nvPr/>
        </p:nvGraphicFramePr>
        <p:xfrm>
          <a:off x="9249026" y="1453729"/>
          <a:ext cx="1320662" cy="1318260"/>
        </p:xfrm>
        <a:graphic>
          <a:graphicData uri="http://schemas.openxmlformats.org/drawingml/2006/table">
            <a:tbl>
              <a:tblPr firstRow="1" bandRow="1">
                <a:tableStyleId>{F5AB1C69-6EDB-4FF4-983F-18BD219EF322}</a:tableStyleId>
              </a:tblPr>
              <a:tblGrid>
                <a:gridCol w="1320662">
                  <a:extLst>
                    <a:ext uri="{9D8B030D-6E8A-4147-A177-3AD203B41FA5}">
                      <a16:colId xmlns:a16="http://schemas.microsoft.com/office/drawing/2014/main" val="4245598997"/>
                    </a:ext>
                  </a:extLst>
                </a:gridCol>
              </a:tblGrid>
              <a:tr h="375769">
                <a:tc>
                  <a:txBody>
                    <a:bodyPr/>
                    <a:lstStyle/>
                    <a:p>
                      <a:pPr marL="0" marR="0" lvl="0" indent="0" algn="ctr" defTabSz="914241" rtl="0" eaLnBrk="1" fontAlgn="auto" latinLnBrk="0" hangingPunct="1">
                        <a:lnSpc>
                          <a:spcPct val="100000"/>
                        </a:lnSpc>
                        <a:buClrTx/>
                        <a:buSzTx/>
                        <a:buFontTx/>
                        <a:buNone/>
                        <a:tabLst/>
                        <a:defRPr/>
                      </a:pPr>
                      <a:r>
                        <a:rPr lang="de-DE" sz="1200" b="1" i="0" u="none" strike="noStrike" kern="0" cap="none" spc="0" normalizeH="0" baseline="0" noProof="0" err="1">
                          <a:ln>
                            <a:noFill/>
                          </a:ln>
                          <a:solidFill>
                            <a:schemeClr val="bg2"/>
                          </a:solidFill>
                          <a:effectLst/>
                          <a:uLnTx/>
                          <a:uFillTx/>
                          <a:latin typeface="BISansOpti"/>
                          <a:cs typeface="Calibri"/>
                        </a:rPr>
                        <a:t>zongertinib</a:t>
                      </a:r>
                      <a:r>
                        <a:rPr lang="de-DE" sz="1200" b="1" i="0" u="none" strike="noStrike" kern="0" cap="none" spc="0" normalizeH="0" baseline="0" noProof="0">
                          <a:ln>
                            <a:noFill/>
                          </a:ln>
                          <a:solidFill>
                            <a:schemeClr val="bg2"/>
                          </a:solidFill>
                          <a:effectLst/>
                          <a:uLnTx/>
                          <a:uFillTx/>
                          <a:latin typeface="BISansOpti"/>
                          <a:cs typeface="Calibri"/>
                        </a:rPr>
                        <a:t> </a:t>
                      </a:r>
                    </a:p>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600" b="1" i="0" u="none" strike="noStrike" kern="0" cap="none" spc="0" normalizeH="0" baseline="0" noProof="0">
                          <a:ln>
                            <a:noFill/>
                          </a:ln>
                          <a:solidFill>
                            <a:schemeClr val="bg2"/>
                          </a:solidFill>
                          <a:effectLst/>
                          <a:uLnTx/>
                          <a:uFillTx/>
                          <a:latin typeface="BISansOptiCond"/>
                          <a:ea typeface="+mn-ea"/>
                          <a:cs typeface="Calibri"/>
                        </a:rPr>
                        <a:t>Lead </a:t>
                      </a:r>
                      <a:r>
                        <a:rPr kumimoji="0" lang="de-DE" sz="600" b="1" i="0" u="none" strike="noStrike" kern="0" cap="none" spc="0" normalizeH="0" baseline="0" noProof="0" err="1">
                          <a:ln>
                            <a:noFill/>
                          </a:ln>
                          <a:solidFill>
                            <a:schemeClr val="bg2"/>
                          </a:solidFill>
                          <a:effectLst/>
                          <a:uLnTx/>
                          <a:uFillTx/>
                          <a:latin typeface="BISansOptiCond"/>
                          <a:ea typeface="+mn-ea"/>
                          <a:cs typeface="Calibri"/>
                        </a:rPr>
                        <a:t>indication</a:t>
                      </a:r>
                      <a:r>
                        <a:rPr kumimoji="0" lang="de-DE" sz="600" b="1" i="0" u="none" strike="noStrike" kern="0" cap="none" spc="0" normalizeH="0" baseline="0" noProof="0">
                          <a:ln>
                            <a:noFill/>
                          </a:ln>
                          <a:solidFill>
                            <a:schemeClr val="bg2"/>
                          </a:solidFill>
                          <a:effectLst/>
                          <a:uLnTx/>
                          <a:uFillTx/>
                          <a:latin typeface="BISansOptiCond"/>
                          <a:ea typeface="+mn-ea"/>
                          <a:cs typeface="Calibri"/>
                        </a:rPr>
                        <a:t>: 2L NSCLC</a:t>
                      </a:r>
                      <a:endParaRPr lang="de-DE" sz="600"/>
                    </a:p>
                  </a:txBody>
                  <a:tcPr/>
                </a:tc>
                <a:extLst>
                  <a:ext uri="{0D108BD9-81ED-4DB2-BD59-A6C34878D82A}">
                    <a16:rowId xmlns:a16="http://schemas.microsoft.com/office/drawing/2014/main" val="186307024"/>
                  </a:ext>
                </a:extLst>
              </a:tr>
              <a:tr h="170160">
                <a:tc>
                  <a:txBody>
                    <a:bodyPr/>
                    <a:lstStyle/>
                    <a:p>
                      <a:pPr algn="ctr"/>
                      <a:r>
                        <a:rPr lang="de-DE" sz="600">
                          <a:solidFill>
                            <a:schemeClr val="accent3">
                              <a:lumMod val="50000"/>
                            </a:schemeClr>
                          </a:solidFill>
                        </a:rPr>
                        <a:t>2L NSCLC</a:t>
                      </a:r>
                    </a:p>
                  </a:txBody>
                  <a:tcPr/>
                </a:tc>
                <a:extLst>
                  <a:ext uri="{0D108BD9-81ED-4DB2-BD59-A6C34878D82A}">
                    <a16:rowId xmlns:a16="http://schemas.microsoft.com/office/drawing/2014/main" val="3280457632"/>
                  </a:ext>
                </a:extLst>
              </a:tr>
              <a:tr h="170160">
                <a:tc>
                  <a:txBody>
                    <a:bodyPr/>
                    <a:lstStyle/>
                    <a:p>
                      <a:pPr algn="ctr"/>
                      <a:r>
                        <a:rPr lang="de-DE" sz="600">
                          <a:solidFill>
                            <a:schemeClr val="accent3">
                              <a:lumMod val="50000"/>
                            </a:schemeClr>
                          </a:solidFill>
                        </a:rPr>
                        <a:t>1L NSCLC</a:t>
                      </a:r>
                    </a:p>
                  </a:txBody>
                  <a:tcPr/>
                </a:tc>
                <a:extLst>
                  <a:ext uri="{0D108BD9-81ED-4DB2-BD59-A6C34878D82A}">
                    <a16:rowId xmlns:a16="http://schemas.microsoft.com/office/drawing/2014/main" val="1130840362"/>
                  </a:ext>
                </a:extLst>
              </a:tr>
              <a:tr h="170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600">
                          <a:solidFill>
                            <a:schemeClr val="accent3">
                              <a:lumMod val="50000"/>
                            </a:schemeClr>
                          </a:solidFill>
                        </a:rPr>
                        <a:t>3L+ BC</a:t>
                      </a:r>
                    </a:p>
                  </a:txBody>
                  <a:tcPr/>
                </a:tc>
                <a:extLst>
                  <a:ext uri="{0D108BD9-81ED-4DB2-BD59-A6C34878D82A}">
                    <a16:rowId xmlns:a16="http://schemas.microsoft.com/office/drawing/2014/main" val="1194513473"/>
                  </a:ext>
                </a:extLst>
              </a:tr>
              <a:tr h="170160">
                <a:tc>
                  <a:txBody>
                    <a:bodyPr/>
                    <a:lstStyle/>
                    <a:p>
                      <a:pPr algn="ctr"/>
                      <a:r>
                        <a:rPr lang="de-DE" sz="600">
                          <a:solidFill>
                            <a:schemeClr val="accent3">
                              <a:lumMod val="50000"/>
                            </a:schemeClr>
                          </a:solidFill>
                        </a:rPr>
                        <a:t>2L  BC</a:t>
                      </a:r>
                    </a:p>
                  </a:txBody>
                  <a:tcPr/>
                </a:tc>
                <a:extLst>
                  <a:ext uri="{0D108BD9-81ED-4DB2-BD59-A6C34878D82A}">
                    <a16:rowId xmlns:a16="http://schemas.microsoft.com/office/drawing/2014/main" val="33890377"/>
                  </a:ext>
                </a:extLst>
              </a:tr>
              <a:tr h="170160">
                <a:tc>
                  <a:txBody>
                    <a:bodyPr/>
                    <a:lstStyle/>
                    <a:p>
                      <a:pPr algn="ctr"/>
                      <a:r>
                        <a:rPr lang="de-DE" sz="600">
                          <a:solidFill>
                            <a:schemeClr val="accent3">
                              <a:lumMod val="50000"/>
                            </a:schemeClr>
                          </a:solidFill>
                        </a:rPr>
                        <a:t>Adjuvant NSCLC </a:t>
                      </a:r>
                    </a:p>
                  </a:txBody>
                  <a:tcPr/>
                </a:tc>
                <a:extLst>
                  <a:ext uri="{0D108BD9-81ED-4DB2-BD59-A6C34878D82A}">
                    <a16:rowId xmlns:a16="http://schemas.microsoft.com/office/drawing/2014/main" val="1359003554"/>
                  </a:ext>
                </a:extLst>
              </a:tr>
            </a:tbl>
          </a:graphicData>
        </a:graphic>
      </p:graphicFrame>
      <p:sp>
        <p:nvSpPr>
          <p:cNvPr id="46" name="Ellipse 59">
            <a:extLst>
              <a:ext uri="{FF2B5EF4-FFF2-40B4-BE49-F238E27FC236}">
                <a16:creationId xmlns:a16="http://schemas.microsoft.com/office/drawing/2014/main" id="{8D536036-0DBF-BF82-EB68-A7C17552C1D7}"/>
              </a:ext>
            </a:extLst>
          </p:cNvPr>
          <p:cNvSpPr/>
          <p:nvPr/>
        </p:nvSpPr>
        <p:spPr>
          <a:xfrm>
            <a:off x="10440082" y="1431705"/>
            <a:ext cx="455076" cy="455076"/>
          </a:xfrm>
          <a:prstGeom prst="ellipse">
            <a:avLst/>
          </a:prstGeom>
          <a:solidFill>
            <a:srgbClr val="FFFFFF">
              <a:lumMod val="50000"/>
            </a:srgbClr>
          </a:solidFill>
          <a:ln w="28575" cap="sq" cmpd="sng" algn="ctr">
            <a:noFill/>
            <a:prstDash val="solid"/>
            <a:miter lim="800000"/>
          </a:ln>
          <a:effectLst>
            <a:glow rad="25400">
              <a:srgbClr val="FFFFFF">
                <a:lumMod val="75000"/>
                <a:alpha val="40000"/>
              </a:srgbClr>
            </a:glo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sz="1000" b="1" i="0" u="none" strike="noStrike" kern="0" cap="none" spc="0" normalizeH="0" baseline="0" noProof="0">
                <a:ln>
                  <a:noFill/>
                </a:ln>
                <a:solidFill>
                  <a:srgbClr val="FFFFFF"/>
                </a:solidFill>
                <a:effectLst/>
                <a:uLnTx/>
                <a:uFillTx/>
                <a:latin typeface="BISansOpti"/>
                <a:ea typeface="+mn-ea"/>
                <a:cs typeface="+mn-cs"/>
              </a:rPr>
              <a:t>2025</a:t>
            </a:r>
            <a:endParaRPr kumimoji="0" lang="en-US" sz="1000" b="1" i="0" u="none" strike="noStrike" kern="0" cap="none" spc="0" normalizeH="0" baseline="0" noProof="0">
              <a:ln>
                <a:noFill/>
              </a:ln>
              <a:solidFill>
                <a:srgbClr val="FFFFFF"/>
              </a:solidFill>
              <a:effectLst/>
              <a:uLnTx/>
              <a:uFillTx/>
              <a:latin typeface="BISansOpti"/>
              <a:ea typeface="+mn-ea"/>
              <a:cs typeface="+mn-cs"/>
            </a:endParaRPr>
          </a:p>
        </p:txBody>
      </p:sp>
      <p:graphicFrame>
        <p:nvGraphicFramePr>
          <p:cNvPr id="42" name="Tabelle 41">
            <a:extLst>
              <a:ext uri="{FF2B5EF4-FFF2-40B4-BE49-F238E27FC236}">
                <a16:creationId xmlns:a16="http://schemas.microsoft.com/office/drawing/2014/main" id="{D33AF4BF-B780-99DD-AE8D-D1D9B0EFA234}"/>
              </a:ext>
            </a:extLst>
          </p:cNvPr>
          <p:cNvGraphicFramePr>
            <a:graphicFrameLocks noGrp="1"/>
          </p:cNvGraphicFramePr>
          <p:nvPr/>
        </p:nvGraphicFramePr>
        <p:xfrm>
          <a:off x="6710736" y="2458574"/>
          <a:ext cx="1294151" cy="411480"/>
        </p:xfrm>
        <a:graphic>
          <a:graphicData uri="http://schemas.openxmlformats.org/drawingml/2006/table">
            <a:tbl>
              <a:tblPr firstRow="1" bandRow="1">
                <a:tableStyleId>{F5AB1C69-6EDB-4FF4-983F-18BD219EF322}</a:tableStyleId>
              </a:tblPr>
              <a:tblGrid>
                <a:gridCol w="1294151">
                  <a:extLst>
                    <a:ext uri="{9D8B030D-6E8A-4147-A177-3AD203B41FA5}">
                      <a16:colId xmlns:a16="http://schemas.microsoft.com/office/drawing/2014/main" val="4245598997"/>
                    </a:ext>
                  </a:extLst>
                </a:gridCol>
              </a:tblGrid>
              <a:tr h="0">
                <a:tc>
                  <a:txBody>
                    <a:body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err="1">
                          <a:ln>
                            <a:noFill/>
                          </a:ln>
                          <a:solidFill>
                            <a:schemeClr val="bg2"/>
                          </a:solidFill>
                          <a:effectLst/>
                          <a:uLnTx/>
                          <a:uFillTx/>
                          <a:latin typeface="BISansOpti"/>
                          <a:cs typeface="Calibri"/>
                        </a:rPr>
                        <a:t>zongertinib</a:t>
                      </a:r>
                      <a:endParaRPr lang="de-DE" sz="900" b="1" i="0" u="none" strike="noStrike" kern="0" cap="none" spc="0" normalizeH="0" baseline="0" noProof="0">
                        <a:ln>
                          <a:noFill/>
                        </a:ln>
                        <a:solidFill>
                          <a:schemeClr val="bg2"/>
                        </a:solidFill>
                        <a:effectLst/>
                        <a:uLnTx/>
                        <a:uFillTx/>
                        <a:latin typeface="BISansOpti"/>
                        <a:cs typeface="Calibri"/>
                      </a:endParaRPr>
                    </a:p>
                  </a:txBody>
                  <a:tcPr/>
                </a:tc>
                <a:extLst>
                  <a:ext uri="{0D108BD9-81ED-4DB2-BD59-A6C34878D82A}">
                    <a16:rowId xmlns:a16="http://schemas.microsoft.com/office/drawing/2014/main" val="186307024"/>
                  </a:ext>
                </a:extLst>
              </a:tr>
              <a:tr h="0">
                <a:tc>
                  <a:txBody>
                    <a:bodyPr/>
                    <a:lstStyle/>
                    <a:p>
                      <a:pPr algn="ctr"/>
                      <a:r>
                        <a:rPr lang="de-DE" sz="600">
                          <a:solidFill>
                            <a:schemeClr val="accent3">
                              <a:lumMod val="50000"/>
                            </a:schemeClr>
                          </a:solidFill>
                        </a:rPr>
                        <a:t>2L GC</a:t>
                      </a:r>
                    </a:p>
                  </a:txBody>
                  <a:tcPr/>
                </a:tc>
                <a:extLst>
                  <a:ext uri="{0D108BD9-81ED-4DB2-BD59-A6C34878D82A}">
                    <a16:rowId xmlns:a16="http://schemas.microsoft.com/office/drawing/2014/main" val="1194513473"/>
                  </a:ext>
                </a:extLst>
              </a:tr>
            </a:tbl>
          </a:graphicData>
        </a:graphic>
      </p:graphicFrame>
      <p:graphicFrame>
        <p:nvGraphicFramePr>
          <p:cNvPr id="43" name="Tabelle 42">
            <a:extLst>
              <a:ext uri="{FF2B5EF4-FFF2-40B4-BE49-F238E27FC236}">
                <a16:creationId xmlns:a16="http://schemas.microsoft.com/office/drawing/2014/main" id="{2D52A0D3-3C8C-4C5D-B126-67F0C07BE26E}"/>
              </a:ext>
            </a:extLst>
          </p:cNvPr>
          <p:cNvGraphicFramePr>
            <a:graphicFrameLocks noGrp="1"/>
          </p:cNvGraphicFramePr>
          <p:nvPr/>
        </p:nvGraphicFramePr>
        <p:xfrm>
          <a:off x="7414053" y="3004324"/>
          <a:ext cx="1344240" cy="606255"/>
        </p:xfrm>
        <a:graphic>
          <a:graphicData uri="http://schemas.openxmlformats.org/drawingml/2006/table">
            <a:tbl>
              <a:tblPr firstRow="1" bandRow="1">
                <a:tableStyleId>{F5AB1C69-6EDB-4FF4-983F-18BD219EF322}</a:tableStyleId>
              </a:tblPr>
              <a:tblGrid>
                <a:gridCol w="1344240">
                  <a:extLst>
                    <a:ext uri="{9D8B030D-6E8A-4147-A177-3AD203B41FA5}">
                      <a16:colId xmlns:a16="http://schemas.microsoft.com/office/drawing/2014/main" val="4245598997"/>
                    </a:ext>
                  </a:extLst>
                </a:gridCol>
              </a:tblGrid>
              <a:tr h="240495">
                <a:tc>
                  <a:txBody>
                    <a:bodyPr/>
                    <a:lstStyle/>
                    <a:p>
                      <a:pPr marL="0" marR="0" lvl="0" indent="0" algn="ctr" defTabSz="914241" rtl="0" eaLnBrk="1" fontAlgn="auto" latinLnBrk="0" hangingPunct="1">
                        <a:lnSpc>
                          <a:spcPct val="100000"/>
                        </a:lnSpc>
                        <a:buClrTx/>
                        <a:buSzTx/>
                        <a:buFontTx/>
                        <a:buNone/>
                        <a:tabLst/>
                        <a:defRPr/>
                      </a:pPr>
                      <a:r>
                        <a:rPr lang="de-DE" sz="900" b="1" kern="0" err="1">
                          <a:solidFill>
                            <a:schemeClr val="bg2"/>
                          </a:solidFill>
                          <a:latin typeface="BISansOpti"/>
                          <a:cs typeface="Calibri"/>
                        </a:rPr>
                        <a:t>obrixtamig</a:t>
                      </a:r>
                      <a:endParaRPr lang="de-DE" sz="900" b="1" i="0" u="none" strike="noStrike" kern="0" cap="none" spc="0" normalizeH="0" baseline="0" noProof="0">
                        <a:ln>
                          <a:noFill/>
                        </a:ln>
                        <a:solidFill>
                          <a:schemeClr val="bg2"/>
                        </a:solidFill>
                        <a:effectLst/>
                        <a:uLnTx/>
                        <a:uFillTx/>
                        <a:latin typeface="BISansOpti"/>
                        <a:cs typeface="Calibri"/>
                      </a:endParaRPr>
                    </a:p>
                  </a:txBody>
                  <a:tcPr/>
                </a:tc>
                <a:extLst>
                  <a:ext uri="{0D108BD9-81ED-4DB2-BD59-A6C34878D82A}">
                    <a16:rowId xmlns:a16="http://schemas.microsoft.com/office/drawing/2014/main" val="186307024"/>
                  </a:ext>
                </a:extLst>
              </a:tr>
              <a:tr h="146969">
                <a:tc>
                  <a:txBody>
                    <a:bodyPr/>
                    <a:lstStyle/>
                    <a:p>
                      <a:pPr algn="ctr"/>
                      <a:r>
                        <a:rPr lang="de-DE" sz="600">
                          <a:solidFill>
                            <a:schemeClr val="accent3">
                              <a:lumMod val="50000"/>
                            </a:schemeClr>
                          </a:solidFill>
                        </a:rPr>
                        <a:t>2L </a:t>
                      </a:r>
                      <a:r>
                        <a:rPr lang="de-DE" sz="600" err="1">
                          <a:solidFill>
                            <a:schemeClr val="accent3">
                              <a:lumMod val="50000"/>
                            </a:schemeClr>
                          </a:solidFill>
                        </a:rPr>
                        <a:t>epNEC</a:t>
                      </a:r>
                      <a:endParaRPr lang="de-DE" sz="600">
                        <a:solidFill>
                          <a:schemeClr val="accent3">
                            <a:lumMod val="50000"/>
                          </a:schemeClr>
                        </a:solidFill>
                      </a:endParaRPr>
                    </a:p>
                  </a:txBody>
                  <a:tcPr/>
                </a:tc>
                <a:extLst>
                  <a:ext uri="{0D108BD9-81ED-4DB2-BD59-A6C34878D82A}">
                    <a16:rowId xmlns:a16="http://schemas.microsoft.com/office/drawing/2014/main" val="1194513473"/>
                  </a:ext>
                </a:extLst>
              </a:tr>
              <a:tr h="146969">
                <a:tc>
                  <a:txBody>
                    <a:bodyPr/>
                    <a:lstStyle/>
                    <a:p>
                      <a:pPr algn="ctr"/>
                      <a:r>
                        <a:rPr lang="de-DE" sz="600">
                          <a:solidFill>
                            <a:schemeClr val="accent3">
                              <a:lumMod val="50000"/>
                            </a:schemeClr>
                          </a:solidFill>
                        </a:rPr>
                        <a:t>1L </a:t>
                      </a:r>
                      <a:r>
                        <a:rPr lang="de-DE" sz="600" err="1">
                          <a:solidFill>
                            <a:schemeClr val="accent3">
                              <a:lumMod val="50000"/>
                            </a:schemeClr>
                          </a:solidFill>
                        </a:rPr>
                        <a:t>epNEC</a:t>
                      </a:r>
                      <a:endParaRPr lang="de-DE" sz="600">
                        <a:solidFill>
                          <a:schemeClr val="accent3">
                            <a:lumMod val="50000"/>
                          </a:schemeClr>
                        </a:solidFill>
                      </a:endParaRPr>
                    </a:p>
                  </a:txBody>
                  <a:tcPr/>
                </a:tc>
                <a:extLst>
                  <a:ext uri="{0D108BD9-81ED-4DB2-BD59-A6C34878D82A}">
                    <a16:rowId xmlns:a16="http://schemas.microsoft.com/office/drawing/2014/main" val="33890377"/>
                  </a:ext>
                </a:extLst>
              </a:tr>
            </a:tbl>
          </a:graphicData>
        </a:graphic>
      </p:graphicFrame>
      <p:sp>
        <p:nvSpPr>
          <p:cNvPr id="5" name="Rectangle: Rounded Corners 4">
            <a:extLst>
              <a:ext uri="{FF2B5EF4-FFF2-40B4-BE49-F238E27FC236}">
                <a16:creationId xmlns:a16="http://schemas.microsoft.com/office/drawing/2014/main" id="{C56B717C-B274-46D0-9036-AC7D8B567759}"/>
              </a:ext>
            </a:extLst>
          </p:cNvPr>
          <p:cNvSpPr/>
          <p:nvPr/>
        </p:nvSpPr>
        <p:spPr bwMode="gray">
          <a:xfrm>
            <a:off x="9231123" y="3729028"/>
            <a:ext cx="1379566" cy="240135"/>
          </a:xfrm>
          <a:prstGeom prst="roundRect">
            <a:avLst/>
          </a:prstGeom>
          <a:noFill/>
          <a:ln w="28575">
            <a:solidFill>
              <a:schemeClr val="accent2"/>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pic>
        <p:nvPicPr>
          <p:cNvPr id="27" name="Picture 26">
            <a:extLst>
              <a:ext uri="{FF2B5EF4-FFF2-40B4-BE49-F238E27FC236}">
                <a16:creationId xmlns:a16="http://schemas.microsoft.com/office/drawing/2014/main" id="{C148083B-4302-4076-8A54-F9158CE353A3}"/>
              </a:ext>
            </a:extLst>
          </p:cNvPr>
          <p:cNvPicPr>
            <a:picLocks noChangeAspect="1"/>
          </p:cNvPicPr>
          <p:nvPr/>
        </p:nvPicPr>
        <p:blipFill>
          <a:blip r:embed="rId10"/>
          <a:stretch>
            <a:fillRect/>
          </a:stretch>
        </p:blipFill>
        <p:spPr>
          <a:xfrm>
            <a:off x="10688368" y="3643355"/>
            <a:ext cx="413579" cy="411480"/>
          </a:xfrm>
          <a:prstGeom prst="rect">
            <a:avLst/>
          </a:prstGeom>
        </p:spPr>
      </p:pic>
    </p:spTree>
    <p:extLst>
      <p:ext uri="{BB962C8B-B14F-4D97-AF65-F5344CB8AC3E}">
        <p14:creationId xmlns:p14="http://schemas.microsoft.com/office/powerpoint/2010/main" val="919598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32">
            <a:extLst>
              <a:ext uri="{FF2B5EF4-FFF2-40B4-BE49-F238E27FC236}">
                <a16:creationId xmlns:a16="http://schemas.microsoft.com/office/drawing/2014/main" id="{C8F44642-57D6-FA14-5031-C1B67395A45A}"/>
              </a:ext>
            </a:extLst>
          </p:cNvPr>
          <p:cNvGrpSpPr/>
          <p:nvPr/>
        </p:nvGrpSpPr>
        <p:grpSpPr>
          <a:xfrm>
            <a:off x="8764388" y="3319976"/>
            <a:ext cx="263250" cy="263249"/>
            <a:chOff x="5311199" y="2962865"/>
            <a:chExt cx="324000" cy="324000"/>
          </a:xfrm>
        </p:grpSpPr>
        <p:sp>
          <p:nvSpPr>
            <p:cNvPr id="34" name="Oval 336">
              <a:extLst>
                <a:ext uri="{FF2B5EF4-FFF2-40B4-BE49-F238E27FC236}">
                  <a16:creationId xmlns:a16="http://schemas.microsoft.com/office/drawing/2014/main" id="{7A8F4A1F-C079-7A8B-8712-8E784A1A415F}"/>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35" name="Group 337">
              <a:extLst>
                <a:ext uri="{FF2B5EF4-FFF2-40B4-BE49-F238E27FC236}">
                  <a16:creationId xmlns:a16="http://schemas.microsoft.com/office/drawing/2014/main" id="{277C738F-C936-B998-58D4-0EA5D98B52D6}"/>
                </a:ext>
              </a:extLst>
            </p:cNvPr>
            <p:cNvGrpSpPr/>
            <p:nvPr/>
          </p:nvGrpSpPr>
          <p:grpSpPr>
            <a:xfrm>
              <a:off x="5373950" y="3024278"/>
              <a:ext cx="198000" cy="198000"/>
              <a:chOff x="5411047" y="3113464"/>
              <a:chExt cx="198000" cy="198000"/>
            </a:xfrm>
          </p:grpSpPr>
          <p:sp>
            <p:nvSpPr>
              <p:cNvPr id="36" name="Oval 338">
                <a:extLst>
                  <a:ext uri="{FF2B5EF4-FFF2-40B4-BE49-F238E27FC236}">
                    <a16:creationId xmlns:a16="http://schemas.microsoft.com/office/drawing/2014/main" id="{57BCAD0D-D250-4517-EDEB-E3EEF71B589A}"/>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37" name="Graphic 339" descr="Play outline">
                <a:extLst>
                  <a:ext uri="{FF2B5EF4-FFF2-40B4-BE49-F238E27FC236}">
                    <a16:creationId xmlns:a16="http://schemas.microsoft.com/office/drawing/2014/main" id="{E2B5F66E-C8C2-231A-DCC4-97053379F93F}"/>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sp>
        <p:nvSpPr>
          <p:cNvPr id="80" name="Rectangle 373">
            <a:extLst>
              <a:ext uri="{FF2B5EF4-FFF2-40B4-BE49-F238E27FC236}">
                <a16:creationId xmlns:a16="http://schemas.microsoft.com/office/drawing/2014/main" id="{65EC4E6D-05C4-ED0E-C33B-0F80AE500443}"/>
              </a:ext>
            </a:extLst>
          </p:cNvPr>
          <p:cNvSpPr/>
          <p:nvPr/>
        </p:nvSpPr>
        <p:spPr>
          <a:xfrm flipH="1">
            <a:off x="8516018" y="2495866"/>
            <a:ext cx="1096590" cy="309210"/>
          </a:xfrm>
          <a:prstGeom prst="rect">
            <a:avLst/>
          </a:prstGeom>
          <a:solidFill>
            <a:schemeClr val="bg1"/>
          </a:solidFill>
          <a:ln w="12700">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PoCP</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for VSV-GP OV (Melanoma)</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sp>
        <p:nvSpPr>
          <p:cNvPr id="2" name="Title 1">
            <a:extLst>
              <a:ext uri="{FF2B5EF4-FFF2-40B4-BE49-F238E27FC236}">
                <a16:creationId xmlns:a16="http://schemas.microsoft.com/office/drawing/2014/main" id="{98114A56-9EC2-88D7-2296-459725E092E6}"/>
              </a:ext>
            </a:extLst>
          </p:cNvPr>
          <p:cNvSpPr>
            <a:spLocks noGrp="1"/>
          </p:cNvSpPr>
          <p:nvPr>
            <p:ph type="title"/>
          </p:nvPr>
        </p:nvSpPr>
        <p:spPr/>
        <p:txBody>
          <a:bodyPr/>
          <a:lstStyle/>
          <a:p>
            <a:r>
              <a:rPr lang="en-US" altLang="zh-CN"/>
              <a:t>2025 ONC Key Milestone Overview</a:t>
            </a:r>
            <a:endParaRPr lang="zh-CN" altLang="en-US"/>
          </a:p>
        </p:txBody>
      </p:sp>
      <p:sp>
        <p:nvSpPr>
          <p:cNvPr id="6" name="AutoShape 2">
            <a:extLst>
              <a:ext uri="{FF2B5EF4-FFF2-40B4-BE49-F238E27FC236}">
                <a16:creationId xmlns:a16="http://schemas.microsoft.com/office/drawing/2014/main" id="{89AD5275-B674-612C-DE89-E0F90FFB39EC}"/>
              </a:ext>
            </a:extLst>
          </p:cNvPr>
          <p:cNvSpPr>
            <a:spLocks noChangeArrowheads="1"/>
          </p:cNvSpPr>
          <p:nvPr/>
        </p:nvSpPr>
        <p:spPr bwMode="gray">
          <a:xfrm>
            <a:off x="479424" y="3337560"/>
            <a:ext cx="11232000" cy="218440"/>
          </a:xfrm>
          <a:custGeom>
            <a:avLst/>
            <a:gdLst>
              <a:gd name="connsiteX0" fmla="*/ 0 w 10440925"/>
              <a:gd name="connsiteY0" fmla="*/ 0 h 199566"/>
              <a:gd name="connsiteX1" fmla="*/ 10379714 w 10440925"/>
              <a:gd name="connsiteY1" fmla="*/ 0 h 199566"/>
              <a:gd name="connsiteX2" fmla="*/ 10440925 w 10440925"/>
              <a:gd name="connsiteY2" fmla="*/ 99783 h 199566"/>
              <a:gd name="connsiteX3" fmla="*/ 10379714 w 10440925"/>
              <a:gd name="connsiteY3" fmla="*/ 199566 h 199566"/>
              <a:gd name="connsiteX4" fmla="*/ 0 w 10440925"/>
              <a:gd name="connsiteY4" fmla="*/ 199566 h 199566"/>
              <a:gd name="connsiteX5" fmla="*/ 61211 w 10440925"/>
              <a:gd name="connsiteY5" fmla="*/ 99783 h 199566"/>
              <a:gd name="connsiteX6" fmla="*/ 0 w 10440925"/>
              <a:gd name="connsiteY6" fmla="*/ 0 h 199566"/>
              <a:gd name="connsiteX0" fmla="*/ 0 w 10440925"/>
              <a:gd name="connsiteY0" fmla="*/ 0 h 199566"/>
              <a:gd name="connsiteX1" fmla="*/ 10379714 w 10440925"/>
              <a:gd name="connsiteY1" fmla="*/ 0 h 199566"/>
              <a:gd name="connsiteX2" fmla="*/ 10440925 w 10440925"/>
              <a:gd name="connsiteY2" fmla="*/ 99783 h 199566"/>
              <a:gd name="connsiteX3" fmla="*/ 10379714 w 10440925"/>
              <a:gd name="connsiteY3" fmla="*/ 199566 h 199566"/>
              <a:gd name="connsiteX4" fmla="*/ 0 w 10440925"/>
              <a:gd name="connsiteY4" fmla="*/ 199566 h 199566"/>
              <a:gd name="connsiteX5" fmla="*/ 0 w 10440925"/>
              <a:gd name="connsiteY5" fmla="*/ 0 h 199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40925" h="199566">
                <a:moveTo>
                  <a:pt x="0" y="0"/>
                </a:moveTo>
                <a:lnTo>
                  <a:pt x="10379714" y="0"/>
                </a:lnTo>
                <a:lnTo>
                  <a:pt x="10440925" y="99783"/>
                </a:lnTo>
                <a:lnTo>
                  <a:pt x="10379714" y="199566"/>
                </a:lnTo>
                <a:lnTo>
                  <a:pt x="0" y="199566"/>
                </a:lnTo>
                <a:lnTo>
                  <a:pt x="0" y="0"/>
                </a:lnTo>
                <a:close/>
              </a:path>
            </a:pathLst>
          </a:cu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ot="0" spcFirstLastPara="0" vertOverflow="overflow" horzOverflow="overflow" vert="horz" wrap="square" lIns="0" tIns="37148" rIns="74295" bIns="37148" numCol="1" spcCol="0" rtlCol="0" fromWordArt="0" anchor="ctr" anchorCtr="0" forceAA="0" compatLnSpc="1">
            <a:prstTxWarp prst="textNoShape">
              <a:avLst/>
            </a:prstTxWarp>
            <a:noAutofit/>
          </a:bodyPr>
          <a:lstStyle/>
          <a:p>
            <a:pPr marL="93896" marR="0" lvl="0" indent="0" algn="l" defTabSz="914400" rtl="0" eaLnBrk="0" fontAlgn="base" latinLnBrk="0" hangingPunct="0">
              <a:lnSpc>
                <a:spcPct val="100000"/>
              </a:lnSpc>
              <a:spcBef>
                <a:spcPct val="0"/>
              </a:spcBef>
              <a:spcAft>
                <a:spcPct val="0"/>
              </a:spcAft>
              <a:buClrTx/>
              <a:buSzTx/>
              <a:buFontTx/>
              <a:buNone/>
              <a:tabLst/>
              <a:defRPr/>
            </a:pPr>
            <a:endParaRPr kumimoji="0" lang="en-US" sz="975" b="1" i="1" u="none" strike="noStrike" kern="1200" cap="none" spc="0" normalizeH="0" baseline="0" noProof="0">
              <a:ln>
                <a:noFill/>
              </a:ln>
              <a:solidFill>
                <a:srgbClr val="FFFFFF"/>
              </a:solidFill>
              <a:effectLst/>
              <a:uLnTx/>
              <a:uFillTx/>
              <a:latin typeface="Boehringer Forward Text"/>
              <a:ea typeface="+mn-ea"/>
              <a:cs typeface="Arial" panose="020B0604020202020204" pitchFamily="34" charset="0"/>
            </a:endParaRPr>
          </a:p>
        </p:txBody>
      </p:sp>
      <p:graphicFrame>
        <p:nvGraphicFramePr>
          <p:cNvPr id="7" name="Table 6">
            <a:extLst>
              <a:ext uri="{FF2B5EF4-FFF2-40B4-BE49-F238E27FC236}">
                <a16:creationId xmlns:a16="http://schemas.microsoft.com/office/drawing/2014/main" id="{650E13CB-63CA-14D6-60B5-150FCB066E70}"/>
              </a:ext>
            </a:extLst>
          </p:cNvPr>
          <p:cNvGraphicFramePr>
            <a:graphicFrameLocks noGrp="1"/>
          </p:cNvGraphicFramePr>
          <p:nvPr/>
        </p:nvGraphicFramePr>
        <p:xfrm>
          <a:off x="479424" y="3556000"/>
          <a:ext cx="11232000" cy="370840"/>
        </p:xfrm>
        <a:graphic>
          <a:graphicData uri="http://schemas.openxmlformats.org/drawingml/2006/table">
            <a:tbl>
              <a:tblPr firstRow="1" bandRow="1">
                <a:tableStyleId>{2D5ABB26-0587-4C30-8999-92F81FD0307C}</a:tableStyleId>
              </a:tblPr>
              <a:tblGrid>
                <a:gridCol w="936000">
                  <a:extLst>
                    <a:ext uri="{9D8B030D-6E8A-4147-A177-3AD203B41FA5}">
                      <a16:colId xmlns:a16="http://schemas.microsoft.com/office/drawing/2014/main" val="3259948014"/>
                    </a:ext>
                  </a:extLst>
                </a:gridCol>
                <a:gridCol w="936000">
                  <a:extLst>
                    <a:ext uri="{9D8B030D-6E8A-4147-A177-3AD203B41FA5}">
                      <a16:colId xmlns:a16="http://schemas.microsoft.com/office/drawing/2014/main" val="1754446377"/>
                    </a:ext>
                  </a:extLst>
                </a:gridCol>
                <a:gridCol w="936000">
                  <a:extLst>
                    <a:ext uri="{9D8B030D-6E8A-4147-A177-3AD203B41FA5}">
                      <a16:colId xmlns:a16="http://schemas.microsoft.com/office/drawing/2014/main" val="1217927104"/>
                    </a:ext>
                  </a:extLst>
                </a:gridCol>
                <a:gridCol w="936000">
                  <a:extLst>
                    <a:ext uri="{9D8B030D-6E8A-4147-A177-3AD203B41FA5}">
                      <a16:colId xmlns:a16="http://schemas.microsoft.com/office/drawing/2014/main" val="1536033202"/>
                    </a:ext>
                  </a:extLst>
                </a:gridCol>
                <a:gridCol w="936000">
                  <a:extLst>
                    <a:ext uri="{9D8B030D-6E8A-4147-A177-3AD203B41FA5}">
                      <a16:colId xmlns:a16="http://schemas.microsoft.com/office/drawing/2014/main" val="4043156477"/>
                    </a:ext>
                  </a:extLst>
                </a:gridCol>
                <a:gridCol w="936000">
                  <a:extLst>
                    <a:ext uri="{9D8B030D-6E8A-4147-A177-3AD203B41FA5}">
                      <a16:colId xmlns:a16="http://schemas.microsoft.com/office/drawing/2014/main" val="2059884406"/>
                    </a:ext>
                  </a:extLst>
                </a:gridCol>
                <a:gridCol w="936000">
                  <a:extLst>
                    <a:ext uri="{9D8B030D-6E8A-4147-A177-3AD203B41FA5}">
                      <a16:colId xmlns:a16="http://schemas.microsoft.com/office/drawing/2014/main" val="1431727528"/>
                    </a:ext>
                  </a:extLst>
                </a:gridCol>
                <a:gridCol w="936000">
                  <a:extLst>
                    <a:ext uri="{9D8B030D-6E8A-4147-A177-3AD203B41FA5}">
                      <a16:colId xmlns:a16="http://schemas.microsoft.com/office/drawing/2014/main" val="2665324006"/>
                    </a:ext>
                  </a:extLst>
                </a:gridCol>
                <a:gridCol w="936000">
                  <a:extLst>
                    <a:ext uri="{9D8B030D-6E8A-4147-A177-3AD203B41FA5}">
                      <a16:colId xmlns:a16="http://schemas.microsoft.com/office/drawing/2014/main" val="788781497"/>
                    </a:ext>
                  </a:extLst>
                </a:gridCol>
                <a:gridCol w="936000">
                  <a:extLst>
                    <a:ext uri="{9D8B030D-6E8A-4147-A177-3AD203B41FA5}">
                      <a16:colId xmlns:a16="http://schemas.microsoft.com/office/drawing/2014/main" val="3205292133"/>
                    </a:ext>
                  </a:extLst>
                </a:gridCol>
                <a:gridCol w="936000">
                  <a:extLst>
                    <a:ext uri="{9D8B030D-6E8A-4147-A177-3AD203B41FA5}">
                      <a16:colId xmlns:a16="http://schemas.microsoft.com/office/drawing/2014/main" val="3860680305"/>
                    </a:ext>
                  </a:extLst>
                </a:gridCol>
                <a:gridCol w="936000">
                  <a:extLst>
                    <a:ext uri="{9D8B030D-6E8A-4147-A177-3AD203B41FA5}">
                      <a16:colId xmlns:a16="http://schemas.microsoft.com/office/drawing/2014/main" val="770187199"/>
                    </a:ext>
                  </a:extLst>
                </a:gridCol>
              </a:tblGrid>
              <a:tr h="370840">
                <a:tc>
                  <a:txBody>
                    <a:bodyPr/>
                    <a:lstStyle/>
                    <a:p>
                      <a:pPr algn="ctr"/>
                      <a:r>
                        <a:rPr lang="en-US" altLang="zh-CN" sz="1200">
                          <a:solidFill>
                            <a:srgbClr val="147485"/>
                          </a:solidFill>
                        </a:rPr>
                        <a:t>JAN</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FEB</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highlight>
                            <a:srgbClr val="FFFFFF"/>
                          </a:highlight>
                        </a:rPr>
                        <a:t>MAR</a:t>
                      </a:r>
                      <a:endParaRPr lang="zh-CN" altLang="en-US" sz="1200">
                        <a:solidFill>
                          <a:srgbClr val="147485"/>
                        </a:solidFill>
                        <a:highlight>
                          <a:srgbClr val="FFFFFF"/>
                        </a:highligh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APR</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MAY</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JUN</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JUL</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AUG</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SEP</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OCT</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NOV</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DEC</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1547686"/>
                  </a:ext>
                </a:extLst>
              </a:tr>
            </a:tbl>
          </a:graphicData>
        </a:graphic>
      </p:graphicFrame>
      <p:cxnSp>
        <p:nvCxnSpPr>
          <p:cNvPr id="11" name="Straight Connector 93">
            <a:extLst>
              <a:ext uri="{FF2B5EF4-FFF2-40B4-BE49-F238E27FC236}">
                <a16:creationId xmlns:a16="http://schemas.microsoft.com/office/drawing/2014/main" id="{817C5B6E-5655-951A-F50A-7AB55DCD868B}"/>
              </a:ext>
            </a:extLst>
          </p:cNvPr>
          <p:cNvCxnSpPr>
            <a:cxnSpLocks/>
            <a:stCxn id="14" idx="0"/>
            <a:endCxn id="13" idx="1"/>
          </p:cNvCxnSpPr>
          <p:nvPr/>
        </p:nvCxnSpPr>
        <p:spPr>
          <a:xfrm flipV="1">
            <a:off x="2144815" y="2951108"/>
            <a:ext cx="5865" cy="36404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nvGrpSpPr>
          <p:cNvPr id="12" name="Group 94">
            <a:extLst>
              <a:ext uri="{FF2B5EF4-FFF2-40B4-BE49-F238E27FC236}">
                <a16:creationId xmlns:a16="http://schemas.microsoft.com/office/drawing/2014/main" id="{920F280D-B07B-A4D4-EAA0-F2CCC4A8CE01}"/>
              </a:ext>
            </a:extLst>
          </p:cNvPr>
          <p:cNvGrpSpPr/>
          <p:nvPr/>
        </p:nvGrpSpPr>
        <p:grpSpPr>
          <a:xfrm>
            <a:off x="2013190" y="3315154"/>
            <a:ext cx="263250" cy="263252"/>
            <a:chOff x="2124108" y="2977434"/>
            <a:chExt cx="324000" cy="324000"/>
          </a:xfrm>
        </p:grpSpPr>
        <p:sp>
          <p:nvSpPr>
            <p:cNvPr id="14" name="Oval 95">
              <a:extLst>
                <a:ext uri="{FF2B5EF4-FFF2-40B4-BE49-F238E27FC236}">
                  <a16:creationId xmlns:a16="http://schemas.microsoft.com/office/drawing/2014/main" id="{4D31325A-0C4D-5661-FEE1-F28D7336E6EC}"/>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5" name="Oval 96">
              <a:extLst>
                <a:ext uri="{FF2B5EF4-FFF2-40B4-BE49-F238E27FC236}">
                  <a16:creationId xmlns:a16="http://schemas.microsoft.com/office/drawing/2014/main" id="{9D03B971-61F2-35F4-9D03-697438A7410A}"/>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6" name="Graphic 97" descr="Diamond with solid fill">
              <a:extLst>
                <a:ext uri="{FF2B5EF4-FFF2-40B4-BE49-F238E27FC236}">
                  <a16:creationId xmlns:a16="http://schemas.microsoft.com/office/drawing/2014/main" id="{6350F1DA-7213-F3C1-31D1-713DA3E569E3}"/>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sp>
        <p:nvSpPr>
          <p:cNvPr id="13" name="Arrow: Right 53">
            <a:extLst>
              <a:ext uri="{FF2B5EF4-FFF2-40B4-BE49-F238E27FC236}">
                <a16:creationId xmlns:a16="http://schemas.microsoft.com/office/drawing/2014/main" id="{78DCAAA1-AB07-9767-33CD-D16CA4BAF46F}"/>
              </a:ext>
            </a:extLst>
          </p:cNvPr>
          <p:cNvSpPr/>
          <p:nvPr/>
        </p:nvSpPr>
        <p:spPr>
          <a:xfrm flipH="1">
            <a:off x="2062930" y="2907232"/>
            <a:ext cx="87750" cy="87751"/>
          </a:xfrm>
          <a:prstGeom prst="rect">
            <a:avLst/>
          </a:prstGeom>
          <a:solidFill>
            <a:srgbClr val="123563"/>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0" name="Rectangle 373">
            <a:extLst>
              <a:ext uri="{FF2B5EF4-FFF2-40B4-BE49-F238E27FC236}">
                <a16:creationId xmlns:a16="http://schemas.microsoft.com/office/drawing/2014/main" id="{F0C89B68-5446-898D-B539-D30AAF7EA94F}"/>
              </a:ext>
            </a:extLst>
          </p:cNvPr>
          <p:cNvSpPr/>
          <p:nvPr/>
        </p:nvSpPr>
        <p:spPr>
          <a:xfrm flipH="1">
            <a:off x="791509" y="2809626"/>
            <a:ext cx="1270243" cy="30921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RoFD</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for </a:t>
            </a: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Zongertinib</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in Adjuvant NSCLC</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sp>
        <p:nvSpPr>
          <p:cNvPr id="104" name="Rectangle 373">
            <a:extLst>
              <a:ext uri="{FF2B5EF4-FFF2-40B4-BE49-F238E27FC236}">
                <a16:creationId xmlns:a16="http://schemas.microsoft.com/office/drawing/2014/main" id="{823A2347-89CC-26EF-B1BD-488B3000957E}"/>
              </a:ext>
            </a:extLst>
          </p:cNvPr>
          <p:cNvSpPr/>
          <p:nvPr/>
        </p:nvSpPr>
        <p:spPr>
          <a:xfrm flipH="1">
            <a:off x="9024292" y="4823569"/>
            <a:ext cx="1749300" cy="394569"/>
          </a:xfrm>
          <a:prstGeom prst="rect">
            <a:avLst/>
          </a:prstGeom>
          <a:no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13" b="0" i="0" u="none" strike="noStrike" kern="1200" cap="none" spc="0" normalizeH="0" baseline="0" noProof="0">
                <a:ln>
                  <a:noFill/>
                </a:ln>
                <a:solidFill>
                  <a:srgbClr val="123563"/>
                </a:solidFill>
                <a:effectLst/>
                <a:uLnTx/>
                <a:uFillTx/>
                <a:latin typeface="Boehringer Forward Text"/>
                <a:ea typeface="+mn-ea"/>
                <a:cs typeface="+mn-cs"/>
              </a:rPr>
              <a:t>Ph1 Part 2 SIV </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B7H6 – CRC/GC</a:t>
            </a:r>
          </a:p>
        </p:txBody>
      </p:sp>
      <p:sp>
        <p:nvSpPr>
          <p:cNvPr id="108" name="Arrow: Right 53">
            <a:extLst>
              <a:ext uri="{FF2B5EF4-FFF2-40B4-BE49-F238E27FC236}">
                <a16:creationId xmlns:a16="http://schemas.microsoft.com/office/drawing/2014/main" id="{A64CA0E4-C860-C9B9-2BFA-32442FFED803}"/>
              </a:ext>
            </a:extLst>
          </p:cNvPr>
          <p:cNvSpPr/>
          <p:nvPr/>
        </p:nvSpPr>
        <p:spPr>
          <a:xfrm flipH="1">
            <a:off x="8936605" y="4980162"/>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191" name="Group 164">
            <a:extLst>
              <a:ext uri="{FF2B5EF4-FFF2-40B4-BE49-F238E27FC236}">
                <a16:creationId xmlns:a16="http://schemas.microsoft.com/office/drawing/2014/main" id="{07F04166-F3A2-917B-7B80-5EEFE4B79B8C}"/>
              </a:ext>
            </a:extLst>
          </p:cNvPr>
          <p:cNvGrpSpPr/>
          <p:nvPr/>
        </p:nvGrpSpPr>
        <p:grpSpPr>
          <a:xfrm>
            <a:off x="5564711" y="6414969"/>
            <a:ext cx="1114559" cy="146250"/>
            <a:chOff x="6141015" y="6387982"/>
            <a:chExt cx="1371765" cy="180000"/>
          </a:xfrm>
        </p:grpSpPr>
        <p:sp>
          <p:nvSpPr>
            <p:cNvPr id="192" name="Oval 303">
              <a:extLst>
                <a:ext uri="{FF2B5EF4-FFF2-40B4-BE49-F238E27FC236}">
                  <a16:creationId xmlns:a16="http://schemas.microsoft.com/office/drawing/2014/main" id="{1292D7B1-5C81-6918-8365-BB6158C53E70}"/>
                </a:ext>
              </a:extLst>
            </p:cNvPr>
            <p:cNvSpPr/>
            <p:nvPr/>
          </p:nvSpPr>
          <p:spPr>
            <a:xfrm>
              <a:off x="6141015" y="6387982"/>
              <a:ext cx="180000" cy="180000"/>
            </a:xfrm>
            <a:prstGeom prst="ellipse">
              <a:avLst/>
            </a:prstGeom>
            <a:no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BISansCond"/>
                <a:ea typeface="+mn-ea"/>
                <a:cs typeface="+mn-cs"/>
              </a:endParaRPr>
            </a:p>
          </p:txBody>
        </p:sp>
        <p:grpSp>
          <p:nvGrpSpPr>
            <p:cNvPr id="193" name="Group 166">
              <a:extLst>
                <a:ext uri="{FF2B5EF4-FFF2-40B4-BE49-F238E27FC236}">
                  <a16:creationId xmlns:a16="http://schemas.microsoft.com/office/drawing/2014/main" id="{F4FC6E86-F99A-2F56-D742-0D90F3CF9402}"/>
                </a:ext>
              </a:extLst>
            </p:cNvPr>
            <p:cNvGrpSpPr/>
            <p:nvPr/>
          </p:nvGrpSpPr>
          <p:grpSpPr>
            <a:xfrm>
              <a:off x="6174848" y="6403684"/>
              <a:ext cx="1337932" cy="160991"/>
              <a:chOff x="6896208" y="6402948"/>
              <a:chExt cx="1337932" cy="160991"/>
            </a:xfrm>
          </p:grpSpPr>
          <p:sp>
            <p:nvSpPr>
              <p:cNvPr id="194" name="TextBox 167">
                <a:extLst>
                  <a:ext uri="{FF2B5EF4-FFF2-40B4-BE49-F238E27FC236}">
                    <a16:creationId xmlns:a16="http://schemas.microsoft.com/office/drawing/2014/main" id="{F87398A4-4B6D-13C5-46F3-CE0B4CAF3645}"/>
                  </a:ext>
                </a:extLst>
              </p:cNvPr>
              <p:cNvSpPr txBox="1"/>
              <p:nvPr/>
            </p:nvSpPr>
            <p:spPr>
              <a:xfrm>
                <a:off x="7083161" y="6402948"/>
                <a:ext cx="1150979" cy="160991"/>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94" b="0" i="1" u="none" strike="noStrike" kern="1200" cap="none" spc="0" normalizeH="0" baseline="0" noProof="0">
                    <a:ln>
                      <a:noFill/>
                    </a:ln>
                    <a:solidFill>
                      <a:srgbClr val="4A6588"/>
                    </a:solidFill>
                    <a:effectLst/>
                    <a:uLnTx/>
                    <a:uFillTx/>
                    <a:latin typeface="Boehringer Forward Text"/>
                    <a:ea typeface="+mn-ea"/>
                    <a:cs typeface="+mn-cs"/>
                  </a:rPr>
                  <a:t>Termination</a:t>
                </a:r>
              </a:p>
            </p:txBody>
          </p:sp>
          <p:sp>
            <p:nvSpPr>
              <p:cNvPr id="195" name="Freeform 61">
                <a:extLst>
                  <a:ext uri="{FF2B5EF4-FFF2-40B4-BE49-F238E27FC236}">
                    <a16:creationId xmlns:a16="http://schemas.microsoft.com/office/drawing/2014/main" id="{3CD0DB7A-62D1-BE10-0400-7D3C6F93BDE4}"/>
                  </a:ext>
                </a:extLst>
              </p:cNvPr>
              <p:cNvSpPr>
                <a:spLocks noChangeAspect="1" noEditPoints="1"/>
              </p:cNvSpPr>
              <p:nvPr/>
            </p:nvSpPr>
            <p:spPr bwMode="auto">
              <a:xfrm>
                <a:off x="6896208" y="6421815"/>
                <a:ext cx="112334" cy="112334"/>
              </a:xfrm>
              <a:custGeom>
                <a:avLst/>
                <a:gdLst>
                  <a:gd name="T0" fmla="*/ 100 w 200"/>
                  <a:gd name="T1" fmla="*/ 0 h 200"/>
                  <a:gd name="T2" fmla="*/ 0 w 200"/>
                  <a:gd name="T3" fmla="*/ 100 h 200"/>
                  <a:gd name="T4" fmla="*/ 100 w 200"/>
                  <a:gd name="T5" fmla="*/ 200 h 200"/>
                  <a:gd name="T6" fmla="*/ 200 w 200"/>
                  <a:gd name="T7" fmla="*/ 100 h 200"/>
                  <a:gd name="T8" fmla="*/ 100 w 200"/>
                  <a:gd name="T9" fmla="*/ 0 h 200"/>
                  <a:gd name="T10" fmla="*/ 100 w 200"/>
                  <a:gd name="T11" fmla="*/ 188 h 200"/>
                  <a:gd name="T12" fmla="*/ 12 w 200"/>
                  <a:gd name="T13" fmla="*/ 100 h 200"/>
                  <a:gd name="T14" fmla="*/ 100 w 200"/>
                  <a:gd name="T15" fmla="*/ 13 h 200"/>
                  <a:gd name="T16" fmla="*/ 187 w 200"/>
                  <a:gd name="T17" fmla="*/ 100 h 200"/>
                  <a:gd name="T18" fmla="*/ 100 w 200"/>
                  <a:gd name="T19" fmla="*/ 188 h 200"/>
                  <a:gd name="T20" fmla="*/ 131 w 200"/>
                  <a:gd name="T21" fmla="*/ 60 h 200"/>
                  <a:gd name="T22" fmla="*/ 100 w 200"/>
                  <a:gd name="T23" fmla="*/ 92 h 200"/>
                  <a:gd name="T24" fmla="*/ 69 w 200"/>
                  <a:gd name="T25" fmla="*/ 60 h 200"/>
                  <a:gd name="T26" fmla="*/ 60 w 200"/>
                  <a:gd name="T27" fmla="*/ 69 h 200"/>
                  <a:gd name="T28" fmla="*/ 91 w 200"/>
                  <a:gd name="T29" fmla="*/ 100 h 200"/>
                  <a:gd name="T30" fmla="*/ 60 w 200"/>
                  <a:gd name="T31" fmla="*/ 132 h 200"/>
                  <a:gd name="T32" fmla="*/ 69 w 200"/>
                  <a:gd name="T33" fmla="*/ 140 h 200"/>
                  <a:gd name="T34" fmla="*/ 100 w 200"/>
                  <a:gd name="T35" fmla="*/ 109 h 200"/>
                  <a:gd name="T36" fmla="*/ 131 w 200"/>
                  <a:gd name="T37" fmla="*/ 140 h 200"/>
                  <a:gd name="T38" fmla="*/ 140 w 200"/>
                  <a:gd name="T39" fmla="*/ 132 h 200"/>
                  <a:gd name="T40" fmla="*/ 109 w 200"/>
                  <a:gd name="T41" fmla="*/ 100 h 200"/>
                  <a:gd name="T42" fmla="*/ 140 w 200"/>
                  <a:gd name="T43" fmla="*/ 69 h 200"/>
                  <a:gd name="T44" fmla="*/ 131 w 200"/>
                  <a:gd name="T45" fmla="*/ 6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0" h="200">
                    <a:moveTo>
                      <a:pt x="100" y="0"/>
                    </a:moveTo>
                    <a:cubicBezTo>
                      <a:pt x="45" y="0"/>
                      <a:pt x="0" y="45"/>
                      <a:pt x="0" y="100"/>
                    </a:cubicBezTo>
                    <a:cubicBezTo>
                      <a:pt x="0" y="156"/>
                      <a:pt x="45" y="200"/>
                      <a:pt x="100" y="200"/>
                    </a:cubicBezTo>
                    <a:cubicBezTo>
                      <a:pt x="155" y="200"/>
                      <a:pt x="200" y="156"/>
                      <a:pt x="200" y="100"/>
                    </a:cubicBezTo>
                    <a:cubicBezTo>
                      <a:pt x="200" y="45"/>
                      <a:pt x="155" y="0"/>
                      <a:pt x="100" y="0"/>
                    </a:cubicBezTo>
                    <a:close/>
                    <a:moveTo>
                      <a:pt x="100" y="188"/>
                    </a:moveTo>
                    <a:cubicBezTo>
                      <a:pt x="52" y="188"/>
                      <a:pt x="12" y="149"/>
                      <a:pt x="12" y="100"/>
                    </a:cubicBezTo>
                    <a:cubicBezTo>
                      <a:pt x="12" y="52"/>
                      <a:pt x="52" y="13"/>
                      <a:pt x="100" y="13"/>
                    </a:cubicBezTo>
                    <a:cubicBezTo>
                      <a:pt x="148" y="13"/>
                      <a:pt x="187" y="52"/>
                      <a:pt x="187" y="100"/>
                    </a:cubicBezTo>
                    <a:cubicBezTo>
                      <a:pt x="187" y="149"/>
                      <a:pt x="148" y="188"/>
                      <a:pt x="100" y="188"/>
                    </a:cubicBezTo>
                    <a:close/>
                    <a:moveTo>
                      <a:pt x="131" y="60"/>
                    </a:moveTo>
                    <a:cubicBezTo>
                      <a:pt x="100" y="92"/>
                      <a:pt x="100" y="92"/>
                      <a:pt x="100" y="92"/>
                    </a:cubicBezTo>
                    <a:cubicBezTo>
                      <a:pt x="69" y="60"/>
                      <a:pt x="69" y="60"/>
                      <a:pt x="69" y="60"/>
                    </a:cubicBezTo>
                    <a:cubicBezTo>
                      <a:pt x="60" y="69"/>
                      <a:pt x="60" y="69"/>
                      <a:pt x="60" y="69"/>
                    </a:cubicBezTo>
                    <a:cubicBezTo>
                      <a:pt x="91" y="100"/>
                      <a:pt x="91" y="100"/>
                      <a:pt x="91" y="100"/>
                    </a:cubicBezTo>
                    <a:cubicBezTo>
                      <a:pt x="60" y="132"/>
                      <a:pt x="60" y="132"/>
                      <a:pt x="60" y="132"/>
                    </a:cubicBezTo>
                    <a:cubicBezTo>
                      <a:pt x="69" y="140"/>
                      <a:pt x="69" y="140"/>
                      <a:pt x="69" y="140"/>
                    </a:cubicBezTo>
                    <a:cubicBezTo>
                      <a:pt x="100" y="109"/>
                      <a:pt x="100" y="109"/>
                      <a:pt x="100" y="109"/>
                    </a:cubicBezTo>
                    <a:cubicBezTo>
                      <a:pt x="131" y="140"/>
                      <a:pt x="131" y="140"/>
                      <a:pt x="131" y="140"/>
                    </a:cubicBezTo>
                    <a:cubicBezTo>
                      <a:pt x="140" y="132"/>
                      <a:pt x="140" y="132"/>
                      <a:pt x="140" y="132"/>
                    </a:cubicBezTo>
                    <a:cubicBezTo>
                      <a:pt x="109" y="100"/>
                      <a:pt x="109" y="100"/>
                      <a:pt x="109" y="100"/>
                    </a:cubicBezTo>
                    <a:cubicBezTo>
                      <a:pt x="140" y="69"/>
                      <a:pt x="140" y="69"/>
                      <a:pt x="140" y="69"/>
                    </a:cubicBezTo>
                    <a:lnTo>
                      <a:pt x="131" y="60"/>
                    </a:lnTo>
                    <a:close/>
                  </a:path>
                </a:pathLst>
              </a:custGeom>
              <a:solidFill>
                <a:srgbClr val="000000"/>
              </a:solidFill>
              <a:ln>
                <a:solidFill>
                  <a:srgbClr val="123563"/>
                </a:solidFill>
              </a:ln>
            </p:spPr>
            <p:txBody>
              <a:bodyPr vert="horz" wrap="square" lIns="63530" tIns="31766" rIns="63530" bIns="3176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a:ln>
                    <a:noFill/>
                  </a:ln>
                  <a:solidFill>
                    <a:srgbClr val="58595B"/>
                  </a:solidFill>
                  <a:effectLst/>
                  <a:uLnTx/>
                  <a:uFillTx/>
                  <a:latin typeface="BISansCond"/>
                  <a:ea typeface="+mn-ea"/>
                  <a:cs typeface="+mn-cs"/>
                </a:endParaRPr>
              </a:p>
            </p:txBody>
          </p:sp>
        </p:grpSp>
      </p:grpSp>
      <p:grpSp>
        <p:nvGrpSpPr>
          <p:cNvPr id="196" name="Group 146">
            <a:extLst>
              <a:ext uri="{FF2B5EF4-FFF2-40B4-BE49-F238E27FC236}">
                <a16:creationId xmlns:a16="http://schemas.microsoft.com/office/drawing/2014/main" id="{01CCAB13-A9C7-06DC-0509-7C161213D1AB}"/>
              </a:ext>
            </a:extLst>
          </p:cNvPr>
          <p:cNvGrpSpPr/>
          <p:nvPr/>
        </p:nvGrpSpPr>
        <p:grpSpPr>
          <a:xfrm>
            <a:off x="5559802" y="6182684"/>
            <a:ext cx="1559532" cy="148147"/>
            <a:chOff x="5301740" y="6562619"/>
            <a:chExt cx="1919425" cy="182334"/>
          </a:xfrm>
        </p:grpSpPr>
        <p:sp>
          <p:nvSpPr>
            <p:cNvPr id="197" name="TextBox 147">
              <a:extLst>
                <a:ext uri="{FF2B5EF4-FFF2-40B4-BE49-F238E27FC236}">
                  <a16:creationId xmlns:a16="http://schemas.microsoft.com/office/drawing/2014/main" id="{3B9D8A18-1AB3-3725-4616-F80AF019C86F}"/>
                </a:ext>
              </a:extLst>
            </p:cNvPr>
            <p:cNvSpPr txBox="1"/>
            <p:nvPr/>
          </p:nvSpPr>
          <p:spPr>
            <a:xfrm>
              <a:off x="5520591" y="6562619"/>
              <a:ext cx="1700574" cy="180000"/>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94" b="0" i="1" u="none" strike="noStrike" kern="1200" cap="none" spc="0" normalizeH="0" baseline="0" noProof="0">
                  <a:ln>
                    <a:noFill/>
                  </a:ln>
                  <a:solidFill>
                    <a:srgbClr val="4A6588"/>
                  </a:solidFill>
                  <a:effectLst/>
                  <a:uLnTx/>
                  <a:uFillTx/>
                  <a:latin typeface="Boehringer Forward Text"/>
                  <a:ea typeface="+mn-ea"/>
                  <a:cs typeface="+mn-cs"/>
                </a:rPr>
                <a:t>Study start/ read-out</a:t>
              </a:r>
            </a:p>
          </p:txBody>
        </p:sp>
        <p:grpSp>
          <p:nvGrpSpPr>
            <p:cNvPr id="198" name="Group 148">
              <a:extLst>
                <a:ext uri="{FF2B5EF4-FFF2-40B4-BE49-F238E27FC236}">
                  <a16:creationId xmlns:a16="http://schemas.microsoft.com/office/drawing/2014/main" id="{43F021B5-8F8C-591A-2D3B-706016037DC1}"/>
                </a:ext>
              </a:extLst>
            </p:cNvPr>
            <p:cNvGrpSpPr/>
            <p:nvPr/>
          </p:nvGrpSpPr>
          <p:grpSpPr>
            <a:xfrm>
              <a:off x="5301740" y="6564953"/>
              <a:ext cx="180000" cy="180000"/>
              <a:chOff x="5411047" y="3113464"/>
              <a:chExt cx="198000" cy="198000"/>
            </a:xfrm>
            <a:noFill/>
          </p:grpSpPr>
          <p:sp>
            <p:nvSpPr>
              <p:cNvPr id="199" name="Oval 149">
                <a:extLst>
                  <a:ext uri="{FF2B5EF4-FFF2-40B4-BE49-F238E27FC236}">
                    <a16:creationId xmlns:a16="http://schemas.microsoft.com/office/drawing/2014/main" id="{C5B2CDA0-0D71-78E9-1AF5-F36A92E4F326}"/>
                  </a:ext>
                </a:extLst>
              </p:cNvPr>
              <p:cNvSpPr/>
              <p:nvPr/>
            </p:nvSpPr>
            <p:spPr>
              <a:xfrm>
                <a:off x="5411047" y="3113464"/>
                <a:ext cx="198000" cy="198000"/>
              </a:xfrm>
              <a:prstGeom prst="ellipse">
                <a:avLst/>
              </a:prstGeom>
              <a:grp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650" b="0" i="0" u="none" strike="noStrike" kern="1200" cap="none" spc="0" normalizeH="0" baseline="0" noProof="0">
                  <a:ln>
                    <a:noFill/>
                  </a:ln>
                  <a:solidFill>
                    <a:srgbClr val="123563"/>
                  </a:solidFill>
                  <a:effectLst/>
                  <a:uLnTx/>
                  <a:uFillTx/>
                  <a:latin typeface="BISans"/>
                  <a:ea typeface="+mn-ea"/>
                  <a:cs typeface="+mn-cs"/>
                </a:endParaRPr>
              </a:p>
            </p:txBody>
          </p:sp>
          <p:pic>
            <p:nvPicPr>
              <p:cNvPr id="200" name="Graphic 150" descr="Play outline">
                <a:extLst>
                  <a:ext uri="{FF2B5EF4-FFF2-40B4-BE49-F238E27FC236}">
                    <a16:creationId xmlns:a16="http://schemas.microsoft.com/office/drawing/2014/main" id="{CAD2D33D-B69B-D5B2-39C6-66A1956F84D2}"/>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437974" y="3129735"/>
                <a:ext cx="169716" cy="169715"/>
              </a:xfrm>
              <a:prstGeom prst="rect">
                <a:avLst/>
              </a:prstGeom>
            </p:spPr>
          </p:pic>
        </p:grpSp>
      </p:grpSp>
      <p:sp>
        <p:nvSpPr>
          <p:cNvPr id="201" name="TextBox 161">
            <a:extLst>
              <a:ext uri="{FF2B5EF4-FFF2-40B4-BE49-F238E27FC236}">
                <a16:creationId xmlns:a16="http://schemas.microsoft.com/office/drawing/2014/main" id="{575A2256-3667-B9B5-FE8D-8AA1EFF4D27F}"/>
              </a:ext>
            </a:extLst>
          </p:cNvPr>
          <p:cNvSpPr txBox="1"/>
          <p:nvPr/>
        </p:nvSpPr>
        <p:spPr>
          <a:xfrm>
            <a:off x="5744099" y="6663569"/>
            <a:ext cx="1072530" cy="125665"/>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94" b="0" i="1" u="none" strike="noStrike" kern="1200" cap="none" spc="0" normalizeH="0" baseline="0" noProof="0">
                <a:ln>
                  <a:noFill/>
                </a:ln>
                <a:solidFill>
                  <a:srgbClr val="4A6588"/>
                </a:solidFill>
                <a:effectLst/>
                <a:uLnTx/>
                <a:uFillTx/>
                <a:latin typeface="Boehringer Forward Text"/>
                <a:ea typeface="+mn-ea"/>
                <a:cs typeface="+mn-cs"/>
              </a:rPr>
              <a:t>Milestone</a:t>
            </a:r>
          </a:p>
        </p:txBody>
      </p:sp>
      <p:grpSp>
        <p:nvGrpSpPr>
          <p:cNvPr id="202" name="Group 32">
            <a:extLst>
              <a:ext uri="{FF2B5EF4-FFF2-40B4-BE49-F238E27FC236}">
                <a16:creationId xmlns:a16="http://schemas.microsoft.com/office/drawing/2014/main" id="{14C8D578-4452-3616-20F6-A099058685C4}"/>
              </a:ext>
            </a:extLst>
          </p:cNvPr>
          <p:cNvGrpSpPr/>
          <p:nvPr/>
        </p:nvGrpSpPr>
        <p:grpSpPr>
          <a:xfrm>
            <a:off x="5565229" y="6645618"/>
            <a:ext cx="146250" cy="146250"/>
            <a:chOff x="6984831" y="6315887"/>
            <a:chExt cx="180000" cy="180000"/>
          </a:xfrm>
        </p:grpSpPr>
        <p:sp>
          <p:nvSpPr>
            <p:cNvPr id="203" name="Oval 162">
              <a:extLst>
                <a:ext uri="{FF2B5EF4-FFF2-40B4-BE49-F238E27FC236}">
                  <a16:creationId xmlns:a16="http://schemas.microsoft.com/office/drawing/2014/main" id="{3FE840A0-FFAA-2342-7AD3-3173F8FF083C}"/>
                </a:ext>
              </a:extLst>
            </p:cNvPr>
            <p:cNvSpPr/>
            <p:nvPr/>
          </p:nvSpPr>
          <p:spPr>
            <a:xfrm>
              <a:off x="6984831" y="6315887"/>
              <a:ext cx="180000" cy="180000"/>
            </a:xfrm>
            <a:prstGeom prst="ellipse">
              <a:avLst/>
            </a:prstGeom>
            <a:no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ISans"/>
                <a:ea typeface="+mn-ea"/>
                <a:cs typeface="+mn-cs"/>
              </a:endParaRPr>
            </a:p>
          </p:txBody>
        </p:sp>
        <p:pic>
          <p:nvPicPr>
            <p:cNvPr id="204" name="Graphic 163" descr="Diamond with solid fill">
              <a:extLst>
                <a:ext uri="{FF2B5EF4-FFF2-40B4-BE49-F238E27FC236}">
                  <a16:creationId xmlns:a16="http://schemas.microsoft.com/office/drawing/2014/main" id="{AA0B845D-53A7-181A-7133-4EF5E2DF9F05}"/>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997688" y="6337980"/>
              <a:ext cx="154286" cy="154286"/>
            </a:xfrm>
            <a:prstGeom prst="rect">
              <a:avLst/>
            </a:prstGeom>
          </p:spPr>
        </p:pic>
      </p:grpSp>
      <p:sp>
        <p:nvSpPr>
          <p:cNvPr id="205" name="Arrow: Right 53">
            <a:extLst>
              <a:ext uri="{FF2B5EF4-FFF2-40B4-BE49-F238E27FC236}">
                <a16:creationId xmlns:a16="http://schemas.microsoft.com/office/drawing/2014/main" id="{899BC268-AF45-0D9E-3F11-F9CE0B6ADFF6}"/>
              </a:ext>
            </a:extLst>
          </p:cNvPr>
          <p:cNvSpPr/>
          <p:nvPr/>
        </p:nvSpPr>
        <p:spPr>
          <a:xfrm flipH="1">
            <a:off x="3558248" y="6217514"/>
            <a:ext cx="87750" cy="87750"/>
          </a:xfrm>
          <a:prstGeom prst="rect">
            <a:avLst/>
          </a:prstGeom>
          <a:solidFill>
            <a:srgbClr val="C73635"/>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06" name="TextBox 21">
            <a:extLst>
              <a:ext uri="{FF2B5EF4-FFF2-40B4-BE49-F238E27FC236}">
                <a16:creationId xmlns:a16="http://schemas.microsoft.com/office/drawing/2014/main" id="{5E459839-C7E9-8981-59BD-15AC025222CE}"/>
              </a:ext>
            </a:extLst>
          </p:cNvPr>
          <p:cNvSpPr txBox="1"/>
          <p:nvPr/>
        </p:nvSpPr>
        <p:spPr bwMode="gray">
          <a:xfrm>
            <a:off x="3727936" y="6197094"/>
            <a:ext cx="642805" cy="137602"/>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94" b="0" i="1" u="none" strike="noStrike" kern="1200" cap="none" spc="0" normalizeH="0" baseline="0" noProof="0">
                <a:ln>
                  <a:noFill/>
                </a:ln>
                <a:solidFill>
                  <a:srgbClr val="4A6588"/>
                </a:solidFill>
                <a:effectLst/>
                <a:uLnTx/>
                <a:uFillTx/>
                <a:latin typeface="Boehringer Forward Text"/>
                <a:ea typeface="+mn-ea"/>
                <a:cs typeface="+mn-cs"/>
              </a:rPr>
              <a:t>Termination</a:t>
            </a:r>
            <a:endParaRPr kumimoji="0" lang="zh-CN" altLang="en-US" sz="894" b="0" i="1" u="none" strike="noStrike" kern="1200" cap="none" spc="0" normalizeH="0" baseline="0" noProof="0">
              <a:ln>
                <a:noFill/>
              </a:ln>
              <a:solidFill>
                <a:srgbClr val="4A6588"/>
              </a:solidFill>
              <a:effectLst/>
              <a:uLnTx/>
              <a:uFillTx/>
              <a:latin typeface="Boehringer Forward Text"/>
              <a:ea typeface="+mn-ea"/>
              <a:cs typeface="+mn-cs"/>
            </a:endParaRPr>
          </a:p>
        </p:txBody>
      </p:sp>
      <p:sp>
        <p:nvSpPr>
          <p:cNvPr id="207" name="Arrow: Right 53">
            <a:extLst>
              <a:ext uri="{FF2B5EF4-FFF2-40B4-BE49-F238E27FC236}">
                <a16:creationId xmlns:a16="http://schemas.microsoft.com/office/drawing/2014/main" id="{F0EC5B18-9507-36EF-C8B4-8744FC4E5229}"/>
              </a:ext>
            </a:extLst>
          </p:cNvPr>
          <p:cNvSpPr/>
          <p:nvPr/>
        </p:nvSpPr>
        <p:spPr>
          <a:xfrm flipH="1">
            <a:off x="2094839" y="6217514"/>
            <a:ext cx="87750" cy="87750"/>
          </a:xfrm>
          <a:prstGeom prst="rect">
            <a:avLst/>
          </a:prstGeom>
          <a:solidFill>
            <a:srgbClr val="123563"/>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08" name="TextBox 23">
            <a:extLst>
              <a:ext uri="{FF2B5EF4-FFF2-40B4-BE49-F238E27FC236}">
                <a16:creationId xmlns:a16="http://schemas.microsoft.com/office/drawing/2014/main" id="{1DA3E2A7-D123-F9EF-7D24-ED4E4EDC14C2}"/>
              </a:ext>
            </a:extLst>
          </p:cNvPr>
          <p:cNvSpPr txBox="1"/>
          <p:nvPr/>
        </p:nvSpPr>
        <p:spPr bwMode="gray">
          <a:xfrm>
            <a:off x="2269525" y="6193206"/>
            <a:ext cx="930433" cy="137602"/>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94" b="0" i="1" u="none" strike="noStrike" kern="1200" cap="none" spc="0" normalizeH="0" baseline="0" noProof="0" err="1">
                <a:ln>
                  <a:noFill/>
                </a:ln>
                <a:solidFill>
                  <a:srgbClr val="4A6588"/>
                </a:solidFill>
                <a:effectLst/>
                <a:uLnTx/>
                <a:uFillTx/>
                <a:latin typeface="Boehringer Forward Text"/>
                <a:ea typeface="+mn-ea"/>
                <a:cs typeface="+mn-cs"/>
              </a:rPr>
              <a:t>SoD</a:t>
            </a:r>
            <a:r>
              <a:rPr kumimoji="0" lang="en-US" altLang="zh-CN" sz="894" b="0" i="1" u="none" strike="noStrike" kern="1200" cap="none" spc="0" normalizeH="0" baseline="0" noProof="0">
                <a:ln>
                  <a:noFill/>
                </a:ln>
                <a:solidFill>
                  <a:srgbClr val="4A6588"/>
                </a:solidFill>
                <a:effectLst/>
                <a:uLnTx/>
                <a:uFillTx/>
                <a:latin typeface="Boehringer Forward Text"/>
                <a:ea typeface="+mn-ea"/>
                <a:cs typeface="+mn-cs"/>
              </a:rPr>
              <a:t>/</a:t>
            </a:r>
            <a:r>
              <a:rPr kumimoji="0" lang="en-US" altLang="zh-CN" sz="894" b="0" i="1" u="none" strike="noStrike" kern="1200" cap="none" spc="0" normalizeH="0" baseline="0" noProof="0" err="1">
                <a:ln>
                  <a:noFill/>
                </a:ln>
                <a:solidFill>
                  <a:srgbClr val="4A6588"/>
                </a:solidFill>
                <a:effectLst/>
                <a:uLnTx/>
                <a:uFillTx/>
                <a:latin typeface="Boehringer Forward Text"/>
                <a:ea typeface="+mn-ea"/>
                <a:cs typeface="+mn-cs"/>
              </a:rPr>
              <a:t>PoCP</a:t>
            </a:r>
            <a:r>
              <a:rPr kumimoji="0" lang="en-US" altLang="zh-CN" sz="894" b="0" i="1" u="none" strike="noStrike" kern="1200" cap="none" spc="0" normalizeH="0" baseline="0" noProof="0">
                <a:ln>
                  <a:noFill/>
                </a:ln>
                <a:solidFill>
                  <a:srgbClr val="4A6588"/>
                </a:solidFill>
                <a:effectLst/>
                <a:uLnTx/>
                <a:uFillTx/>
                <a:latin typeface="Boehringer Forward Text"/>
                <a:ea typeface="+mn-ea"/>
                <a:cs typeface="+mn-cs"/>
              </a:rPr>
              <a:t>/</a:t>
            </a:r>
            <a:r>
              <a:rPr kumimoji="0" lang="en-US" altLang="zh-CN" sz="894" b="0" i="1" u="none" strike="noStrike" kern="1200" cap="none" spc="0" normalizeH="0" baseline="0" noProof="0" err="1">
                <a:ln>
                  <a:noFill/>
                </a:ln>
                <a:solidFill>
                  <a:srgbClr val="4A6588"/>
                </a:solidFill>
                <a:effectLst/>
                <a:uLnTx/>
                <a:uFillTx/>
                <a:latin typeface="Boehringer Forward Text"/>
                <a:ea typeface="+mn-ea"/>
                <a:cs typeface="+mn-cs"/>
              </a:rPr>
              <a:t>RoFD</a:t>
            </a:r>
            <a:endParaRPr kumimoji="0" lang="zh-CN" altLang="en-US" sz="894" b="0" i="1" u="none" strike="noStrike" kern="1200" cap="none" spc="0" normalizeH="0" baseline="0" noProof="0">
              <a:ln>
                <a:noFill/>
              </a:ln>
              <a:solidFill>
                <a:srgbClr val="4A6588"/>
              </a:solidFill>
              <a:effectLst/>
              <a:uLnTx/>
              <a:uFillTx/>
              <a:latin typeface="Boehringer Forward Text"/>
              <a:ea typeface="+mn-ea"/>
              <a:cs typeface="+mn-cs"/>
            </a:endParaRPr>
          </a:p>
        </p:txBody>
      </p:sp>
      <p:sp>
        <p:nvSpPr>
          <p:cNvPr id="209" name="Arrow: Right 53">
            <a:extLst>
              <a:ext uri="{FF2B5EF4-FFF2-40B4-BE49-F238E27FC236}">
                <a16:creationId xmlns:a16="http://schemas.microsoft.com/office/drawing/2014/main" id="{DC9DB2E8-18ED-33BE-5587-218758BC17BF}"/>
              </a:ext>
            </a:extLst>
          </p:cNvPr>
          <p:cNvSpPr/>
          <p:nvPr/>
        </p:nvSpPr>
        <p:spPr>
          <a:xfrm flipH="1">
            <a:off x="4734036" y="6217514"/>
            <a:ext cx="87750" cy="87750"/>
          </a:xfrm>
          <a:prstGeom prst="rect">
            <a:avLst/>
          </a:prstGeom>
          <a:solidFill>
            <a:srgbClr val="00B0F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10" name="TextBox 201">
            <a:extLst>
              <a:ext uri="{FF2B5EF4-FFF2-40B4-BE49-F238E27FC236}">
                <a16:creationId xmlns:a16="http://schemas.microsoft.com/office/drawing/2014/main" id="{CABE4427-F6F1-C3A7-7C4F-D05F71DB003E}"/>
              </a:ext>
            </a:extLst>
          </p:cNvPr>
          <p:cNvSpPr txBox="1"/>
          <p:nvPr/>
        </p:nvSpPr>
        <p:spPr bwMode="gray">
          <a:xfrm>
            <a:off x="4891978" y="6192588"/>
            <a:ext cx="205785" cy="137602"/>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94" b="0" i="1" u="none" strike="noStrike" kern="1200" cap="none" spc="0" normalizeH="0" baseline="0" noProof="0">
                <a:ln>
                  <a:noFill/>
                </a:ln>
                <a:solidFill>
                  <a:srgbClr val="4A6588"/>
                </a:solidFill>
                <a:effectLst/>
                <a:uLnTx/>
                <a:uFillTx/>
                <a:latin typeface="Boehringer Forward Text"/>
                <a:ea typeface="+mn-ea"/>
                <a:cs typeface="+mn-cs"/>
              </a:rPr>
              <a:t>TLR</a:t>
            </a:r>
            <a:endParaRPr kumimoji="0" lang="zh-CN" altLang="en-US" sz="894" b="0" i="1" u="none" strike="noStrike" kern="1200" cap="none" spc="0" normalizeH="0" baseline="0" noProof="0">
              <a:ln>
                <a:noFill/>
              </a:ln>
              <a:solidFill>
                <a:srgbClr val="4A6588"/>
              </a:solidFill>
              <a:effectLst/>
              <a:uLnTx/>
              <a:uFillTx/>
              <a:latin typeface="Boehringer Forward Text"/>
              <a:ea typeface="+mn-ea"/>
              <a:cs typeface="+mn-cs"/>
            </a:endParaRPr>
          </a:p>
        </p:txBody>
      </p:sp>
      <p:sp>
        <p:nvSpPr>
          <p:cNvPr id="211" name="Arrow: Right 53">
            <a:extLst>
              <a:ext uri="{FF2B5EF4-FFF2-40B4-BE49-F238E27FC236}">
                <a16:creationId xmlns:a16="http://schemas.microsoft.com/office/drawing/2014/main" id="{8E489DB1-A23C-3AA0-4DA5-86C446B3F52B}"/>
              </a:ext>
            </a:extLst>
          </p:cNvPr>
          <p:cNvSpPr/>
          <p:nvPr/>
        </p:nvSpPr>
        <p:spPr>
          <a:xfrm flipH="1">
            <a:off x="2094839" y="6488094"/>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12" name="TextBox 203">
            <a:extLst>
              <a:ext uri="{FF2B5EF4-FFF2-40B4-BE49-F238E27FC236}">
                <a16:creationId xmlns:a16="http://schemas.microsoft.com/office/drawing/2014/main" id="{97D91A05-A819-E65E-E3D5-6ED3F6A12CBD}"/>
              </a:ext>
            </a:extLst>
          </p:cNvPr>
          <p:cNvSpPr txBox="1"/>
          <p:nvPr/>
        </p:nvSpPr>
        <p:spPr bwMode="gray">
          <a:xfrm>
            <a:off x="2269871" y="6463168"/>
            <a:ext cx="464871" cy="13760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94" b="0" i="1" u="none" strike="noStrike" kern="1200" cap="none" spc="0" normalizeH="0" baseline="0" noProof="0">
                <a:ln>
                  <a:noFill/>
                </a:ln>
                <a:solidFill>
                  <a:srgbClr val="4A6588"/>
                </a:solidFill>
                <a:effectLst/>
                <a:uLnTx/>
                <a:uFillTx/>
                <a:latin typeface="Boehringer Forward Text"/>
                <a:ea typeface="+mn-ea"/>
                <a:cs typeface="+mn-cs"/>
              </a:rPr>
              <a:t>CTA/SIV</a:t>
            </a:r>
            <a:endParaRPr kumimoji="0" lang="zh-CN" altLang="en-US" sz="894" b="0" i="1" u="none" strike="noStrike" kern="1200" cap="none" spc="0" normalizeH="0" baseline="0" noProof="0">
              <a:ln>
                <a:noFill/>
              </a:ln>
              <a:solidFill>
                <a:srgbClr val="4A6588"/>
              </a:solidFill>
              <a:effectLst/>
              <a:uLnTx/>
              <a:uFillTx/>
              <a:latin typeface="Boehringer Forward Text"/>
              <a:ea typeface="+mn-ea"/>
              <a:cs typeface="+mn-cs"/>
            </a:endParaRPr>
          </a:p>
        </p:txBody>
      </p:sp>
      <p:sp>
        <p:nvSpPr>
          <p:cNvPr id="213" name="Arrow: Right 53">
            <a:extLst>
              <a:ext uri="{FF2B5EF4-FFF2-40B4-BE49-F238E27FC236}">
                <a16:creationId xmlns:a16="http://schemas.microsoft.com/office/drawing/2014/main" id="{20680D06-2EB8-45FD-75B9-04DB97B5B61A}"/>
              </a:ext>
            </a:extLst>
          </p:cNvPr>
          <p:cNvSpPr/>
          <p:nvPr/>
        </p:nvSpPr>
        <p:spPr>
          <a:xfrm flipH="1">
            <a:off x="3559865" y="6488094"/>
            <a:ext cx="87750" cy="8775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14" name="TextBox 304">
            <a:extLst>
              <a:ext uri="{FF2B5EF4-FFF2-40B4-BE49-F238E27FC236}">
                <a16:creationId xmlns:a16="http://schemas.microsoft.com/office/drawing/2014/main" id="{6AA178D1-2977-6400-E934-6F420402E244}"/>
              </a:ext>
            </a:extLst>
          </p:cNvPr>
          <p:cNvSpPr txBox="1"/>
          <p:nvPr/>
        </p:nvSpPr>
        <p:spPr bwMode="gray">
          <a:xfrm>
            <a:off x="3719460" y="6463168"/>
            <a:ext cx="527388" cy="137602"/>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94" b="0" i="1" u="none" strike="noStrike" kern="1200" cap="none" spc="0" normalizeH="0" baseline="0" noProof="0">
                <a:ln>
                  <a:noFill/>
                </a:ln>
                <a:solidFill>
                  <a:srgbClr val="4A6588"/>
                </a:solidFill>
                <a:effectLst/>
                <a:uLnTx/>
                <a:uFillTx/>
                <a:latin typeface="Boehringer Forward Text"/>
                <a:ea typeface="+mn-ea"/>
                <a:cs typeface="+mn-cs"/>
              </a:rPr>
              <a:t>BTD/NDA</a:t>
            </a:r>
            <a:endParaRPr kumimoji="0" lang="zh-CN" altLang="en-US" sz="894" b="0" i="1" u="none" strike="noStrike" kern="1200" cap="none" spc="0" normalizeH="0" baseline="0" noProof="0">
              <a:ln>
                <a:noFill/>
              </a:ln>
              <a:solidFill>
                <a:srgbClr val="4A6588"/>
              </a:solidFill>
              <a:effectLst/>
              <a:uLnTx/>
              <a:uFillTx/>
              <a:latin typeface="Boehringer Forward Text"/>
              <a:ea typeface="+mn-ea"/>
              <a:cs typeface="+mn-cs"/>
            </a:endParaRPr>
          </a:p>
        </p:txBody>
      </p:sp>
      <p:sp>
        <p:nvSpPr>
          <p:cNvPr id="3" name="TextBox 2">
            <a:extLst>
              <a:ext uri="{FF2B5EF4-FFF2-40B4-BE49-F238E27FC236}">
                <a16:creationId xmlns:a16="http://schemas.microsoft.com/office/drawing/2014/main" id="{2D96626F-7772-C5C0-1022-6E8A0FC64504}"/>
              </a:ext>
            </a:extLst>
          </p:cNvPr>
          <p:cNvSpPr txBox="1"/>
          <p:nvPr/>
        </p:nvSpPr>
        <p:spPr>
          <a:xfrm>
            <a:off x="236699" y="2028882"/>
            <a:ext cx="986994" cy="577759"/>
          </a:xfrm>
          <a:prstGeom prst="rect">
            <a:avLst/>
          </a:prstGeom>
          <a:solidFill>
            <a:schemeClr val="bg1"/>
          </a:solidFill>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1" u="none" strike="noStrike" kern="1200" cap="none" spc="0" normalizeH="0" baseline="0" noProof="0">
                <a:ln>
                  <a:noFill/>
                </a:ln>
                <a:solidFill>
                  <a:srgbClr val="000000"/>
                </a:solidFill>
                <a:effectLst/>
                <a:uLnTx/>
                <a:uFillTx/>
                <a:latin typeface="Boehringer Forward Text"/>
                <a:ea typeface="+mn-ea"/>
                <a:cs typeface="+mn-cs"/>
              </a:rPr>
              <a:t>Global milestones</a:t>
            </a:r>
          </a:p>
        </p:txBody>
      </p:sp>
      <p:sp>
        <p:nvSpPr>
          <p:cNvPr id="4" name="TextBox 3">
            <a:extLst>
              <a:ext uri="{FF2B5EF4-FFF2-40B4-BE49-F238E27FC236}">
                <a16:creationId xmlns:a16="http://schemas.microsoft.com/office/drawing/2014/main" id="{72784B0A-9119-8D90-24D1-DD58E2CD8B79}"/>
              </a:ext>
            </a:extLst>
          </p:cNvPr>
          <p:cNvSpPr txBox="1"/>
          <p:nvPr/>
        </p:nvSpPr>
        <p:spPr>
          <a:xfrm>
            <a:off x="275544" y="4556502"/>
            <a:ext cx="986994" cy="488967"/>
          </a:xfrm>
          <a:prstGeom prst="rect">
            <a:avLst/>
          </a:prstGeom>
          <a:noFill/>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altLang="zh-CN" sz="1400" b="1" i="1" u="none" strike="noStrike" kern="1200" cap="none" spc="0" normalizeH="0" baseline="0" noProof="0">
                <a:ln>
                  <a:noFill/>
                </a:ln>
                <a:solidFill>
                  <a:srgbClr val="000000"/>
                </a:solidFill>
                <a:effectLst/>
                <a:uLnTx/>
                <a:uFillTx/>
                <a:latin typeface="Boehringer Forward Text"/>
                <a:ea typeface="+mn-ea"/>
                <a:cs typeface="+mn-cs"/>
              </a:rPr>
              <a:t>China </a:t>
            </a:r>
            <a:r>
              <a:rPr kumimoji="0" lang="en-US" sz="1400" b="1" i="1" u="none" strike="noStrike" kern="1200" cap="none" spc="0" normalizeH="0" baseline="0" noProof="0">
                <a:ln>
                  <a:noFill/>
                </a:ln>
                <a:solidFill>
                  <a:srgbClr val="000000"/>
                </a:solidFill>
                <a:effectLst/>
                <a:uLnTx/>
                <a:uFillTx/>
                <a:latin typeface="Boehringer Forward Text"/>
                <a:ea typeface="+mn-ea"/>
                <a:cs typeface="+mn-cs"/>
              </a:rPr>
              <a:t> milestones</a:t>
            </a:r>
          </a:p>
        </p:txBody>
      </p:sp>
      <p:sp>
        <p:nvSpPr>
          <p:cNvPr id="257" name="Arrow: Right 53">
            <a:extLst>
              <a:ext uri="{FF2B5EF4-FFF2-40B4-BE49-F238E27FC236}">
                <a16:creationId xmlns:a16="http://schemas.microsoft.com/office/drawing/2014/main" id="{C1F963E9-9E7B-8652-3035-4961C9BBA96E}"/>
              </a:ext>
            </a:extLst>
          </p:cNvPr>
          <p:cNvSpPr/>
          <p:nvPr/>
        </p:nvSpPr>
        <p:spPr>
          <a:xfrm flipH="1">
            <a:off x="1020010" y="4267805"/>
            <a:ext cx="87750" cy="8775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62" name="Rectangle 373">
            <a:extLst>
              <a:ext uri="{FF2B5EF4-FFF2-40B4-BE49-F238E27FC236}">
                <a16:creationId xmlns:a16="http://schemas.microsoft.com/office/drawing/2014/main" id="{6BBB7D09-F517-8382-F88D-6A0DAD5835F1}"/>
              </a:ext>
            </a:extLst>
          </p:cNvPr>
          <p:cNvSpPr/>
          <p:nvPr/>
        </p:nvSpPr>
        <p:spPr>
          <a:xfrm flipH="1">
            <a:off x="1097198" y="4193791"/>
            <a:ext cx="1247788" cy="222029"/>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NDA Sub. for </a:t>
            </a: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Zongertinib</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in 2L NSCLC</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grpSp>
        <p:nvGrpSpPr>
          <p:cNvPr id="76" name="Group 75">
            <a:extLst>
              <a:ext uri="{FF2B5EF4-FFF2-40B4-BE49-F238E27FC236}">
                <a16:creationId xmlns:a16="http://schemas.microsoft.com/office/drawing/2014/main" id="{AA9C3EEC-2CCC-6A42-AB90-E30E0B3AF859}"/>
              </a:ext>
            </a:extLst>
          </p:cNvPr>
          <p:cNvGrpSpPr/>
          <p:nvPr/>
        </p:nvGrpSpPr>
        <p:grpSpPr>
          <a:xfrm>
            <a:off x="7878348" y="1987499"/>
            <a:ext cx="2294316" cy="1588595"/>
            <a:chOff x="7878348" y="1987499"/>
            <a:chExt cx="2294316" cy="1588595"/>
          </a:xfrm>
        </p:grpSpPr>
        <p:grpSp>
          <p:nvGrpSpPr>
            <p:cNvPr id="48" name="Group 295">
              <a:extLst>
                <a:ext uri="{FF2B5EF4-FFF2-40B4-BE49-F238E27FC236}">
                  <a16:creationId xmlns:a16="http://schemas.microsoft.com/office/drawing/2014/main" id="{718479F9-3DA9-F5B1-5D0E-904F83E1081A}"/>
                </a:ext>
              </a:extLst>
            </p:cNvPr>
            <p:cNvGrpSpPr/>
            <p:nvPr/>
          </p:nvGrpSpPr>
          <p:grpSpPr>
            <a:xfrm>
              <a:off x="7878348" y="3312844"/>
              <a:ext cx="263250" cy="263250"/>
              <a:chOff x="2124108" y="2977434"/>
              <a:chExt cx="324000" cy="324000"/>
            </a:xfrm>
          </p:grpSpPr>
          <p:sp>
            <p:nvSpPr>
              <p:cNvPr id="49" name="Oval 296">
                <a:extLst>
                  <a:ext uri="{FF2B5EF4-FFF2-40B4-BE49-F238E27FC236}">
                    <a16:creationId xmlns:a16="http://schemas.microsoft.com/office/drawing/2014/main" id="{7E0C1A55-6A71-2A0C-EF11-2EAE3EDC3E29}"/>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57" name="Oval 297">
                <a:extLst>
                  <a:ext uri="{FF2B5EF4-FFF2-40B4-BE49-F238E27FC236}">
                    <a16:creationId xmlns:a16="http://schemas.microsoft.com/office/drawing/2014/main" id="{2748A4C5-3A5E-E3A1-16C0-BA2BE1680C84}"/>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58" name="Graphic 298" descr="Diamond with solid fill">
                <a:extLst>
                  <a:ext uri="{FF2B5EF4-FFF2-40B4-BE49-F238E27FC236}">
                    <a16:creationId xmlns:a16="http://schemas.microsoft.com/office/drawing/2014/main" id="{72441322-8B70-AC2C-B75A-68DA8DFECED9}"/>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sp>
          <p:nvSpPr>
            <p:cNvPr id="281" name="Arrow: Right 53">
              <a:extLst>
                <a:ext uri="{FF2B5EF4-FFF2-40B4-BE49-F238E27FC236}">
                  <a16:creationId xmlns:a16="http://schemas.microsoft.com/office/drawing/2014/main" id="{F803F064-0E90-7E3F-DBF8-F702C7A87849}"/>
                </a:ext>
              </a:extLst>
            </p:cNvPr>
            <p:cNvSpPr/>
            <p:nvPr/>
          </p:nvSpPr>
          <p:spPr>
            <a:xfrm flipH="1">
              <a:off x="8013774" y="2174382"/>
              <a:ext cx="87750" cy="8775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82" name="Rectangle 373">
              <a:extLst>
                <a:ext uri="{FF2B5EF4-FFF2-40B4-BE49-F238E27FC236}">
                  <a16:creationId xmlns:a16="http://schemas.microsoft.com/office/drawing/2014/main" id="{487F1006-6DA8-26E9-6151-BFB63E4469C3}"/>
                </a:ext>
              </a:extLst>
            </p:cNvPr>
            <p:cNvSpPr/>
            <p:nvPr/>
          </p:nvSpPr>
          <p:spPr>
            <a:xfrm flipH="1">
              <a:off x="8090411" y="1987499"/>
              <a:ext cx="2082253" cy="293987"/>
            </a:xfrm>
            <a:prstGeom prst="rect">
              <a:avLst/>
            </a:prstGeom>
            <a:no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13" b="0" i="0" u="none" strike="noStrike" kern="1200" cap="none" spc="0" normalizeH="0" baseline="0" noProof="0" dirty="0">
                  <a:ln>
                    <a:noFill/>
                  </a:ln>
                  <a:solidFill>
                    <a:srgbClr val="123563"/>
                  </a:solidFill>
                  <a:effectLst/>
                  <a:uLnTx/>
                  <a:uFillTx/>
                  <a:latin typeface="Boehringer Forward Text"/>
                  <a:ea typeface="+mn-ea"/>
                  <a:cs typeface="+mn-cs"/>
                </a:rPr>
                <a:t>US Sub. for </a:t>
              </a:r>
              <a:r>
                <a:rPr kumimoji="0" lang="en-US" sz="813" b="0" i="0" u="none" strike="noStrike" kern="1200" cap="none" spc="0" normalizeH="0" baseline="0" noProof="0" dirty="0" err="1">
                  <a:ln>
                    <a:noFill/>
                  </a:ln>
                  <a:solidFill>
                    <a:srgbClr val="123563"/>
                  </a:solidFill>
                  <a:effectLst/>
                  <a:uLnTx/>
                  <a:uFillTx/>
                  <a:latin typeface="Boehringer Forward Text"/>
                  <a:ea typeface="+mn-ea"/>
                  <a:cs typeface="+mn-cs"/>
                </a:rPr>
                <a:t>Zongertinib</a:t>
              </a:r>
              <a:r>
                <a:rPr kumimoji="0" lang="en-US" sz="813" b="0" i="0" u="none" strike="noStrike" kern="1200" cap="none" spc="0" normalizeH="0" baseline="0" noProof="0" dirty="0">
                  <a:ln>
                    <a:noFill/>
                  </a:ln>
                  <a:solidFill>
                    <a:srgbClr val="123563"/>
                  </a:solidFill>
                  <a:effectLst/>
                  <a:uLnTx/>
                  <a:uFillTx/>
                  <a:latin typeface="Boehringer Forward Text"/>
                  <a:ea typeface="+mn-ea"/>
                  <a:cs typeface="+mn-cs"/>
                </a:rPr>
                <a:t> in 1L NSCLC</a:t>
              </a:r>
            </a:p>
          </p:txBody>
        </p:sp>
        <p:cxnSp>
          <p:nvCxnSpPr>
            <p:cNvPr id="283" name="Straight Connector 379">
              <a:extLst>
                <a:ext uri="{FF2B5EF4-FFF2-40B4-BE49-F238E27FC236}">
                  <a16:creationId xmlns:a16="http://schemas.microsoft.com/office/drawing/2014/main" id="{B6915761-9632-EE6B-3DA6-75CB5F5E5E7D}"/>
                </a:ext>
              </a:extLst>
            </p:cNvPr>
            <p:cNvCxnSpPr>
              <a:cxnSpLocks/>
              <a:stCxn id="281" idx="3"/>
              <a:endCxn id="49" idx="0"/>
            </p:cNvCxnSpPr>
            <p:nvPr/>
          </p:nvCxnSpPr>
          <p:spPr>
            <a:xfrm flipH="1">
              <a:off x="8009973" y="2218257"/>
              <a:ext cx="3801" cy="1094587"/>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87" name="Group 295">
            <a:extLst>
              <a:ext uri="{FF2B5EF4-FFF2-40B4-BE49-F238E27FC236}">
                <a16:creationId xmlns:a16="http://schemas.microsoft.com/office/drawing/2014/main" id="{489E6C73-994D-126E-2007-71DC2D99AB85}"/>
              </a:ext>
            </a:extLst>
          </p:cNvPr>
          <p:cNvGrpSpPr/>
          <p:nvPr/>
        </p:nvGrpSpPr>
        <p:grpSpPr>
          <a:xfrm>
            <a:off x="8303955" y="3328930"/>
            <a:ext cx="263250" cy="263250"/>
            <a:chOff x="2124108" y="2977434"/>
            <a:chExt cx="324000" cy="324000"/>
          </a:xfrm>
        </p:grpSpPr>
        <p:sp>
          <p:nvSpPr>
            <p:cNvPr id="66" name="Oval 296">
              <a:extLst>
                <a:ext uri="{FF2B5EF4-FFF2-40B4-BE49-F238E27FC236}">
                  <a16:creationId xmlns:a16="http://schemas.microsoft.com/office/drawing/2014/main" id="{C1EDDED4-4702-19DF-2E55-6ED85EF7AA99}"/>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67" name="Oval 297">
              <a:extLst>
                <a:ext uri="{FF2B5EF4-FFF2-40B4-BE49-F238E27FC236}">
                  <a16:creationId xmlns:a16="http://schemas.microsoft.com/office/drawing/2014/main" id="{E0E60FFB-4BBC-18B8-A829-1B691B21BCB9}"/>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70" name="Graphic 298" descr="Diamond with solid fill">
              <a:extLst>
                <a:ext uri="{FF2B5EF4-FFF2-40B4-BE49-F238E27FC236}">
                  <a16:creationId xmlns:a16="http://schemas.microsoft.com/office/drawing/2014/main" id="{56431A27-4DE7-FBD2-F66D-7CBBA42E03FC}"/>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sp>
        <p:nvSpPr>
          <p:cNvPr id="79" name="Arrow: Right 53">
            <a:extLst>
              <a:ext uri="{FF2B5EF4-FFF2-40B4-BE49-F238E27FC236}">
                <a16:creationId xmlns:a16="http://schemas.microsoft.com/office/drawing/2014/main" id="{2E5ACF20-5918-A020-2765-5B41F05CC5EF}"/>
              </a:ext>
            </a:extLst>
          </p:cNvPr>
          <p:cNvSpPr/>
          <p:nvPr/>
        </p:nvSpPr>
        <p:spPr>
          <a:xfrm flipH="1">
            <a:off x="8434864" y="2617161"/>
            <a:ext cx="87750" cy="87751"/>
          </a:xfrm>
          <a:prstGeom prst="rect">
            <a:avLst/>
          </a:prstGeom>
          <a:solidFill>
            <a:srgbClr val="123563"/>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81" name="Straight Connector 379">
            <a:extLst>
              <a:ext uri="{FF2B5EF4-FFF2-40B4-BE49-F238E27FC236}">
                <a16:creationId xmlns:a16="http://schemas.microsoft.com/office/drawing/2014/main" id="{A8017F1C-1527-193C-2ACB-1B6E6659FB49}"/>
              </a:ext>
            </a:extLst>
          </p:cNvPr>
          <p:cNvCxnSpPr>
            <a:cxnSpLocks/>
            <a:stCxn id="66" idx="0"/>
            <a:endCxn id="79" idx="3"/>
          </p:cNvCxnSpPr>
          <p:nvPr/>
        </p:nvCxnSpPr>
        <p:spPr>
          <a:xfrm flipH="1" flipV="1">
            <a:off x="8434864" y="2661037"/>
            <a:ext cx="716" cy="667893"/>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nvGrpSpPr>
          <p:cNvPr id="153" name="Group 332">
            <a:extLst>
              <a:ext uri="{FF2B5EF4-FFF2-40B4-BE49-F238E27FC236}">
                <a16:creationId xmlns:a16="http://schemas.microsoft.com/office/drawing/2014/main" id="{DF119738-176A-258C-BAA0-64F94BF279A6}"/>
              </a:ext>
            </a:extLst>
          </p:cNvPr>
          <p:cNvGrpSpPr/>
          <p:nvPr/>
        </p:nvGrpSpPr>
        <p:grpSpPr>
          <a:xfrm>
            <a:off x="6938333" y="3322359"/>
            <a:ext cx="263250" cy="263249"/>
            <a:chOff x="5311199" y="2962865"/>
            <a:chExt cx="324000" cy="324000"/>
          </a:xfrm>
        </p:grpSpPr>
        <p:sp>
          <p:nvSpPr>
            <p:cNvPr id="156" name="Oval 336">
              <a:extLst>
                <a:ext uri="{FF2B5EF4-FFF2-40B4-BE49-F238E27FC236}">
                  <a16:creationId xmlns:a16="http://schemas.microsoft.com/office/drawing/2014/main" id="{7E9F9E2D-A549-13E9-9039-863808874394}"/>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157" name="Group 337">
              <a:extLst>
                <a:ext uri="{FF2B5EF4-FFF2-40B4-BE49-F238E27FC236}">
                  <a16:creationId xmlns:a16="http://schemas.microsoft.com/office/drawing/2014/main" id="{92EB6824-EB9C-2084-B319-5CE8CAEA5EC9}"/>
                </a:ext>
              </a:extLst>
            </p:cNvPr>
            <p:cNvGrpSpPr/>
            <p:nvPr/>
          </p:nvGrpSpPr>
          <p:grpSpPr>
            <a:xfrm>
              <a:off x="5373950" y="3024278"/>
              <a:ext cx="198000" cy="198000"/>
              <a:chOff x="5411047" y="3113464"/>
              <a:chExt cx="198000" cy="198000"/>
            </a:xfrm>
          </p:grpSpPr>
          <p:sp>
            <p:nvSpPr>
              <p:cNvPr id="158" name="Oval 338">
                <a:extLst>
                  <a:ext uri="{FF2B5EF4-FFF2-40B4-BE49-F238E27FC236}">
                    <a16:creationId xmlns:a16="http://schemas.microsoft.com/office/drawing/2014/main" id="{9C6FF90A-CA92-0CC7-3369-E3CDEE53E09D}"/>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59" name="Graphic 339" descr="Play outline">
                <a:extLst>
                  <a:ext uri="{FF2B5EF4-FFF2-40B4-BE49-F238E27FC236}">
                    <a16:creationId xmlns:a16="http://schemas.microsoft.com/office/drawing/2014/main" id="{F0DD6CC1-C3AA-8970-705A-99E637D2ADAF}"/>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grpSp>
        <p:nvGrpSpPr>
          <p:cNvPr id="183" name="Group 94">
            <a:extLst>
              <a:ext uri="{FF2B5EF4-FFF2-40B4-BE49-F238E27FC236}">
                <a16:creationId xmlns:a16="http://schemas.microsoft.com/office/drawing/2014/main" id="{9A7F63FB-FAB5-A9BF-CF21-D8F18A2EF8B1}"/>
              </a:ext>
            </a:extLst>
          </p:cNvPr>
          <p:cNvGrpSpPr/>
          <p:nvPr/>
        </p:nvGrpSpPr>
        <p:grpSpPr>
          <a:xfrm>
            <a:off x="885135" y="3310635"/>
            <a:ext cx="263250" cy="263252"/>
            <a:chOff x="2124108" y="2977434"/>
            <a:chExt cx="324000" cy="324000"/>
          </a:xfrm>
        </p:grpSpPr>
        <p:sp>
          <p:nvSpPr>
            <p:cNvPr id="184" name="Oval 95">
              <a:extLst>
                <a:ext uri="{FF2B5EF4-FFF2-40B4-BE49-F238E27FC236}">
                  <a16:creationId xmlns:a16="http://schemas.microsoft.com/office/drawing/2014/main" id="{64DAB595-AE7B-C6BA-4162-2B06B897E275}"/>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85" name="Oval 96">
              <a:extLst>
                <a:ext uri="{FF2B5EF4-FFF2-40B4-BE49-F238E27FC236}">
                  <a16:creationId xmlns:a16="http://schemas.microsoft.com/office/drawing/2014/main" id="{6DFA8C9E-940C-4C90-2F6D-1C897D91527E}"/>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86" name="Graphic 97" descr="Diamond with solid fill">
              <a:extLst>
                <a:ext uri="{FF2B5EF4-FFF2-40B4-BE49-F238E27FC236}">
                  <a16:creationId xmlns:a16="http://schemas.microsoft.com/office/drawing/2014/main" id="{7C4E20C1-CBBE-E08C-B8BC-095465A966D8}"/>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cxnSp>
        <p:nvCxnSpPr>
          <p:cNvPr id="187" name="Straight Connector 379">
            <a:extLst>
              <a:ext uri="{FF2B5EF4-FFF2-40B4-BE49-F238E27FC236}">
                <a16:creationId xmlns:a16="http://schemas.microsoft.com/office/drawing/2014/main" id="{BCBB5E36-BDCC-1EA3-4EF9-1CC9996921AD}"/>
              </a:ext>
            </a:extLst>
          </p:cNvPr>
          <p:cNvCxnSpPr>
            <a:cxnSpLocks/>
            <a:stCxn id="257" idx="3"/>
            <a:endCxn id="184" idx="4"/>
          </p:cNvCxnSpPr>
          <p:nvPr/>
        </p:nvCxnSpPr>
        <p:spPr>
          <a:xfrm flipH="1" flipV="1">
            <a:off x="1016760" y="3573887"/>
            <a:ext cx="3250" cy="737793"/>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nvGrpSpPr>
          <p:cNvPr id="190" name="Group 94">
            <a:extLst>
              <a:ext uri="{FF2B5EF4-FFF2-40B4-BE49-F238E27FC236}">
                <a16:creationId xmlns:a16="http://schemas.microsoft.com/office/drawing/2014/main" id="{C947BB11-8949-AB1F-FE86-E3F5E615AEAF}"/>
              </a:ext>
            </a:extLst>
          </p:cNvPr>
          <p:cNvGrpSpPr/>
          <p:nvPr/>
        </p:nvGrpSpPr>
        <p:grpSpPr>
          <a:xfrm>
            <a:off x="8812237" y="3333277"/>
            <a:ext cx="263250" cy="263252"/>
            <a:chOff x="2124108" y="2977434"/>
            <a:chExt cx="324000" cy="324000"/>
          </a:xfrm>
        </p:grpSpPr>
        <p:sp>
          <p:nvSpPr>
            <p:cNvPr id="215" name="Oval 95">
              <a:extLst>
                <a:ext uri="{FF2B5EF4-FFF2-40B4-BE49-F238E27FC236}">
                  <a16:creationId xmlns:a16="http://schemas.microsoft.com/office/drawing/2014/main" id="{CBA40593-4D41-18C4-B48E-AFFEE1B6866F}"/>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16" name="Oval 96">
              <a:extLst>
                <a:ext uri="{FF2B5EF4-FFF2-40B4-BE49-F238E27FC236}">
                  <a16:creationId xmlns:a16="http://schemas.microsoft.com/office/drawing/2014/main" id="{44181B4D-D486-B10B-FBAC-6AF4FED2BE6F}"/>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17" name="Graphic 97" descr="Diamond with solid fill">
              <a:extLst>
                <a:ext uri="{FF2B5EF4-FFF2-40B4-BE49-F238E27FC236}">
                  <a16:creationId xmlns:a16="http://schemas.microsoft.com/office/drawing/2014/main" id="{AF98DC4C-BC67-6E08-B676-68EFF9DFD1AE}"/>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sp>
        <p:nvSpPr>
          <p:cNvPr id="218" name="Arrow: Right 53">
            <a:extLst>
              <a:ext uri="{FF2B5EF4-FFF2-40B4-BE49-F238E27FC236}">
                <a16:creationId xmlns:a16="http://schemas.microsoft.com/office/drawing/2014/main" id="{2E8C2618-D766-CA3B-3A3A-3DBE8824F26C}"/>
              </a:ext>
            </a:extLst>
          </p:cNvPr>
          <p:cNvSpPr/>
          <p:nvPr/>
        </p:nvSpPr>
        <p:spPr>
          <a:xfrm flipH="1">
            <a:off x="8936543" y="4414626"/>
            <a:ext cx="87750" cy="8775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219" name="Straight Connector 379">
            <a:extLst>
              <a:ext uri="{FF2B5EF4-FFF2-40B4-BE49-F238E27FC236}">
                <a16:creationId xmlns:a16="http://schemas.microsoft.com/office/drawing/2014/main" id="{58E90FB0-65F4-A901-BA9F-598B8DEE0B00}"/>
              </a:ext>
            </a:extLst>
          </p:cNvPr>
          <p:cNvCxnSpPr>
            <a:cxnSpLocks/>
            <a:stCxn id="218" idx="3"/>
            <a:endCxn id="215" idx="4"/>
          </p:cNvCxnSpPr>
          <p:nvPr/>
        </p:nvCxnSpPr>
        <p:spPr>
          <a:xfrm flipV="1">
            <a:off x="8936543" y="3596529"/>
            <a:ext cx="7319" cy="861972"/>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22" name="Rectangle 373">
            <a:extLst>
              <a:ext uri="{FF2B5EF4-FFF2-40B4-BE49-F238E27FC236}">
                <a16:creationId xmlns:a16="http://schemas.microsoft.com/office/drawing/2014/main" id="{0E7CB6AC-B610-80B2-44E6-1A315E9951A1}"/>
              </a:ext>
            </a:extLst>
          </p:cNvPr>
          <p:cNvSpPr/>
          <p:nvPr/>
        </p:nvSpPr>
        <p:spPr>
          <a:xfrm flipH="1">
            <a:off x="9049812" y="4336171"/>
            <a:ext cx="1247788" cy="222029"/>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NDA Sub. for </a:t>
            </a: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Zongertinib</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in 1L NSCLC</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sp>
        <p:nvSpPr>
          <p:cNvPr id="19" name="Rectangle 373">
            <a:extLst>
              <a:ext uri="{FF2B5EF4-FFF2-40B4-BE49-F238E27FC236}">
                <a16:creationId xmlns:a16="http://schemas.microsoft.com/office/drawing/2014/main" id="{CA3C31C5-A2F2-6988-DB15-A1C17EF6D5A6}"/>
              </a:ext>
            </a:extLst>
          </p:cNvPr>
          <p:cNvSpPr/>
          <p:nvPr/>
        </p:nvSpPr>
        <p:spPr>
          <a:xfrm flipH="1">
            <a:off x="7174423" y="4213361"/>
            <a:ext cx="1256059" cy="284387"/>
          </a:xfrm>
          <a:prstGeom prst="rect">
            <a:avLst/>
          </a:prstGeom>
          <a:no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13" b="0" i="0" u="none" strike="noStrike" kern="1200" cap="none" spc="0" normalizeH="0" baseline="0" noProof="0">
                <a:ln>
                  <a:noFill/>
                </a:ln>
                <a:solidFill>
                  <a:srgbClr val="123563"/>
                </a:solidFill>
                <a:effectLst/>
                <a:uLnTx/>
                <a:uFillTx/>
                <a:latin typeface="Boehringer Forward Text"/>
                <a:ea typeface="+mn-ea"/>
                <a:cs typeface="+mn-cs"/>
              </a:rPr>
              <a:t>Dareon-Lung-1 CTA Sub.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Obrixtamig</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 1L SCLC </a:t>
            </a:r>
          </a:p>
        </p:txBody>
      </p:sp>
      <p:sp>
        <p:nvSpPr>
          <p:cNvPr id="22" name="Arrow: Right 53">
            <a:extLst>
              <a:ext uri="{FF2B5EF4-FFF2-40B4-BE49-F238E27FC236}">
                <a16:creationId xmlns:a16="http://schemas.microsoft.com/office/drawing/2014/main" id="{DB3CF25B-AFD5-D795-12AE-4FC0748D4E74}"/>
              </a:ext>
            </a:extLst>
          </p:cNvPr>
          <p:cNvSpPr/>
          <p:nvPr/>
        </p:nvSpPr>
        <p:spPr>
          <a:xfrm flipH="1">
            <a:off x="7070423" y="4309980"/>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23" name="Straight Connector 379">
            <a:extLst>
              <a:ext uri="{FF2B5EF4-FFF2-40B4-BE49-F238E27FC236}">
                <a16:creationId xmlns:a16="http://schemas.microsoft.com/office/drawing/2014/main" id="{C1AD98F7-63CB-EE52-7434-6BB84BEB4FF0}"/>
              </a:ext>
            </a:extLst>
          </p:cNvPr>
          <p:cNvCxnSpPr>
            <a:cxnSpLocks/>
            <a:stCxn id="22" idx="3"/>
            <a:endCxn id="156" idx="4"/>
          </p:cNvCxnSpPr>
          <p:nvPr/>
        </p:nvCxnSpPr>
        <p:spPr>
          <a:xfrm flipH="1" flipV="1">
            <a:off x="7069958" y="3585608"/>
            <a:ext cx="465" cy="768247"/>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8" name="Rectangle 373">
            <a:extLst>
              <a:ext uri="{FF2B5EF4-FFF2-40B4-BE49-F238E27FC236}">
                <a16:creationId xmlns:a16="http://schemas.microsoft.com/office/drawing/2014/main" id="{4464DCED-C954-869E-7C8A-EED8233E0574}"/>
              </a:ext>
            </a:extLst>
          </p:cNvPr>
          <p:cNvSpPr/>
          <p:nvPr/>
        </p:nvSpPr>
        <p:spPr>
          <a:xfrm flipH="1">
            <a:off x="2385950" y="4718405"/>
            <a:ext cx="1546457" cy="284387"/>
          </a:xfrm>
          <a:prstGeom prst="rect">
            <a:avLst/>
          </a:prstGeom>
          <a:no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13" b="0" i="0" u="none" strike="noStrike" kern="1200" cap="none" spc="0" normalizeH="0" baseline="0" noProof="0">
                <a:ln>
                  <a:noFill/>
                </a:ln>
                <a:solidFill>
                  <a:srgbClr val="123563"/>
                </a:solidFill>
                <a:effectLst/>
                <a:uLnTx/>
                <a:uFillTx/>
                <a:latin typeface="Boehringer Forward Text"/>
                <a:ea typeface="+mn-ea"/>
                <a:cs typeface="+mn-cs"/>
              </a:rPr>
              <a:t>Dareon-5 Type II Meeting Sub.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Obrixtamig</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 NEC</a:t>
            </a:r>
          </a:p>
        </p:txBody>
      </p:sp>
      <p:sp>
        <p:nvSpPr>
          <p:cNvPr id="9" name="Arrow: Right 53">
            <a:extLst>
              <a:ext uri="{FF2B5EF4-FFF2-40B4-BE49-F238E27FC236}">
                <a16:creationId xmlns:a16="http://schemas.microsoft.com/office/drawing/2014/main" id="{3EEE5F11-5561-A68E-8F1F-9CF03BE6E30C}"/>
              </a:ext>
            </a:extLst>
          </p:cNvPr>
          <p:cNvSpPr/>
          <p:nvPr/>
        </p:nvSpPr>
        <p:spPr>
          <a:xfrm flipH="1">
            <a:off x="2281951" y="4815024"/>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17" name="Group 332">
            <a:extLst>
              <a:ext uri="{FF2B5EF4-FFF2-40B4-BE49-F238E27FC236}">
                <a16:creationId xmlns:a16="http://schemas.microsoft.com/office/drawing/2014/main" id="{7A6754F0-7B2A-9021-4DCB-85EE7030457C}"/>
              </a:ext>
            </a:extLst>
          </p:cNvPr>
          <p:cNvGrpSpPr/>
          <p:nvPr/>
        </p:nvGrpSpPr>
        <p:grpSpPr>
          <a:xfrm>
            <a:off x="2151383" y="3331923"/>
            <a:ext cx="263250" cy="263250"/>
            <a:chOff x="5311199" y="2962865"/>
            <a:chExt cx="324000" cy="324000"/>
          </a:xfrm>
        </p:grpSpPr>
        <p:sp>
          <p:nvSpPr>
            <p:cNvPr id="18" name="Oval 336">
              <a:extLst>
                <a:ext uri="{FF2B5EF4-FFF2-40B4-BE49-F238E27FC236}">
                  <a16:creationId xmlns:a16="http://schemas.microsoft.com/office/drawing/2014/main" id="{B5903C37-F955-3131-4C41-E9E1E5BEFFDD}"/>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24" name="Group 337">
              <a:extLst>
                <a:ext uri="{FF2B5EF4-FFF2-40B4-BE49-F238E27FC236}">
                  <a16:creationId xmlns:a16="http://schemas.microsoft.com/office/drawing/2014/main" id="{F82151B2-1835-2E72-98FD-B905632DED9D}"/>
                </a:ext>
              </a:extLst>
            </p:cNvPr>
            <p:cNvGrpSpPr/>
            <p:nvPr/>
          </p:nvGrpSpPr>
          <p:grpSpPr>
            <a:xfrm>
              <a:off x="5373950" y="3024278"/>
              <a:ext cx="198000" cy="198000"/>
              <a:chOff x="5411047" y="3113464"/>
              <a:chExt cx="198000" cy="198000"/>
            </a:xfrm>
          </p:grpSpPr>
          <p:sp>
            <p:nvSpPr>
              <p:cNvPr id="25" name="Oval 338">
                <a:extLst>
                  <a:ext uri="{FF2B5EF4-FFF2-40B4-BE49-F238E27FC236}">
                    <a16:creationId xmlns:a16="http://schemas.microsoft.com/office/drawing/2014/main" id="{D03A0A85-3861-15E9-AF09-E486CB148E14}"/>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6" name="Graphic 339" descr="Play outline">
                <a:extLst>
                  <a:ext uri="{FF2B5EF4-FFF2-40B4-BE49-F238E27FC236}">
                    <a16:creationId xmlns:a16="http://schemas.microsoft.com/office/drawing/2014/main" id="{5702E2BF-3F32-E8E1-5A6E-6751C4825C7B}"/>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cxnSp>
        <p:nvCxnSpPr>
          <p:cNvPr id="27" name="Straight Connector 379">
            <a:extLst>
              <a:ext uri="{FF2B5EF4-FFF2-40B4-BE49-F238E27FC236}">
                <a16:creationId xmlns:a16="http://schemas.microsoft.com/office/drawing/2014/main" id="{6C7E6768-C1FB-FE5F-D85A-DAEA88C534CE}"/>
              </a:ext>
            </a:extLst>
          </p:cNvPr>
          <p:cNvCxnSpPr>
            <a:cxnSpLocks/>
            <a:stCxn id="9" idx="3"/>
            <a:endCxn id="18" idx="4"/>
          </p:cNvCxnSpPr>
          <p:nvPr/>
        </p:nvCxnSpPr>
        <p:spPr>
          <a:xfrm flipV="1">
            <a:off x="2281951" y="3595173"/>
            <a:ext cx="1057" cy="126372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9">
            <a:extLst>
              <a:ext uri="{FF2B5EF4-FFF2-40B4-BE49-F238E27FC236}">
                <a16:creationId xmlns:a16="http://schemas.microsoft.com/office/drawing/2014/main" id="{D6A5FBC9-D716-BFB8-A9EA-3FF11A34C83A}"/>
              </a:ext>
            </a:extLst>
          </p:cNvPr>
          <p:cNvCxnSpPr>
            <a:cxnSpLocks/>
            <a:stCxn id="108" idx="3"/>
            <a:endCxn id="215" idx="4"/>
          </p:cNvCxnSpPr>
          <p:nvPr/>
        </p:nvCxnSpPr>
        <p:spPr>
          <a:xfrm flipV="1">
            <a:off x="8936605" y="3596529"/>
            <a:ext cx="7257" cy="1427508"/>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40" name="Rectangle 373">
            <a:extLst>
              <a:ext uri="{FF2B5EF4-FFF2-40B4-BE49-F238E27FC236}">
                <a16:creationId xmlns:a16="http://schemas.microsoft.com/office/drawing/2014/main" id="{10376DA0-9817-8DCA-D9D9-DFBB14F297F5}"/>
              </a:ext>
            </a:extLst>
          </p:cNvPr>
          <p:cNvSpPr/>
          <p:nvPr/>
        </p:nvSpPr>
        <p:spPr>
          <a:xfrm flipH="1">
            <a:off x="2033935" y="5244396"/>
            <a:ext cx="1441098" cy="284387"/>
          </a:xfrm>
          <a:prstGeom prst="rect">
            <a:avLst/>
          </a:prstGeom>
          <a:no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Ph1b 1</a:t>
            </a:r>
            <a:r>
              <a:rPr kumimoji="0" lang="en-US" altLang="zh-CN" sz="813" b="0" i="0" u="none" strike="noStrike" kern="1200" cap="none" spc="0" normalizeH="0" baseline="30000" noProof="0">
                <a:ln>
                  <a:noFill/>
                </a:ln>
                <a:solidFill>
                  <a:srgbClr val="123563"/>
                </a:solidFill>
                <a:effectLst/>
                <a:uLnTx/>
                <a:uFillTx/>
                <a:latin typeface="Boehringer Forward Text"/>
                <a:ea typeface="+mn-ea"/>
                <a:cs typeface="+mn-cs"/>
              </a:rPr>
              <a:t>st</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SIV</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CD137/FAP – 1L HNSCC</a:t>
            </a:r>
          </a:p>
        </p:txBody>
      </p:sp>
      <p:sp>
        <p:nvSpPr>
          <p:cNvPr id="41" name="Arrow: Right 53">
            <a:extLst>
              <a:ext uri="{FF2B5EF4-FFF2-40B4-BE49-F238E27FC236}">
                <a16:creationId xmlns:a16="http://schemas.microsoft.com/office/drawing/2014/main" id="{282AF8CF-4ADC-F45A-BBD4-786CF662B900}"/>
              </a:ext>
            </a:extLst>
          </p:cNvPr>
          <p:cNvSpPr/>
          <p:nvPr/>
        </p:nvSpPr>
        <p:spPr>
          <a:xfrm flipH="1">
            <a:off x="1929938" y="5341015"/>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42" name="Group 332">
            <a:extLst>
              <a:ext uri="{FF2B5EF4-FFF2-40B4-BE49-F238E27FC236}">
                <a16:creationId xmlns:a16="http://schemas.microsoft.com/office/drawing/2014/main" id="{A14D25A2-4D43-529A-F9AC-1841B2C2E3E9}"/>
              </a:ext>
            </a:extLst>
          </p:cNvPr>
          <p:cNvGrpSpPr/>
          <p:nvPr/>
        </p:nvGrpSpPr>
        <p:grpSpPr>
          <a:xfrm>
            <a:off x="1796805" y="3321802"/>
            <a:ext cx="263250" cy="263250"/>
            <a:chOff x="5311199" y="2962865"/>
            <a:chExt cx="324000" cy="324000"/>
          </a:xfrm>
        </p:grpSpPr>
        <p:sp>
          <p:nvSpPr>
            <p:cNvPr id="43" name="Oval 336">
              <a:extLst>
                <a:ext uri="{FF2B5EF4-FFF2-40B4-BE49-F238E27FC236}">
                  <a16:creationId xmlns:a16="http://schemas.microsoft.com/office/drawing/2014/main" id="{F80EC0AE-6C19-C436-AF95-BD8C010EC6E4}"/>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44" name="Group 337">
              <a:extLst>
                <a:ext uri="{FF2B5EF4-FFF2-40B4-BE49-F238E27FC236}">
                  <a16:creationId xmlns:a16="http://schemas.microsoft.com/office/drawing/2014/main" id="{3F5D70D2-E4D0-B708-1184-0B52C20AEFC4}"/>
                </a:ext>
              </a:extLst>
            </p:cNvPr>
            <p:cNvGrpSpPr/>
            <p:nvPr/>
          </p:nvGrpSpPr>
          <p:grpSpPr>
            <a:xfrm>
              <a:off x="5373950" y="3024278"/>
              <a:ext cx="198000" cy="198000"/>
              <a:chOff x="5411047" y="3113464"/>
              <a:chExt cx="198000" cy="198000"/>
            </a:xfrm>
          </p:grpSpPr>
          <p:sp>
            <p:nvSpPr>
              <p:cNvPr id="45" name="Oval 338">
                <a:extLst>
                  <a:ext uri="{FF2B5EF4-FFF2-40B4-BE49-F238E27FC236}">
                    <a16:creationId xmlns:a16="http://schemas.microsoft.com/office/drawing/2014/main" id="{34E785F7-120D-4452-48DF-EECD91F39768}"/>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46" name="Graphic 339" descr="Play outline">
                <a:extLst>
                  <a:ext uri="{FF2B5EF4-FFF2-40B4-BE49-F238E27FC236}">
                    <a16:creationId xmlns:a16="http://schemas.microsoft.com/office/drawing/2014/main" id="{6E38EFC4-BE58-BB9A-0363-8E3812D86D84}"/>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cxnSp>
        <p:nvCxnSpPr>
          <p:cNvPr id="47" name="Straight Connector 379">
            <a:extLst>
              <a:ext uri="{FF2B5EF4-FFF2-40B4-BE49-F238E27FC236}">
                <a16:creationId xmlns:a16="http://schemas.microsoft.com/office/drawing/2014/main" id="{9C23E554-DDBA-1FC2-2B54-EED4C97E5B44}"/>
              </a:ext>
            </a:extLst>
          </p:cNvPr>
          <p:cNvCxnSpPr>
            <a:cxnSpLocks/>
            <a:stCxn id="41" idx="3"/>
            <a:endCxn id="43" idx="4"/>
          </p:cNvCxnSpPr>
          <p:nvPr/>
        </p:nvCxnSpPr>
        <p:spPr>
          <a:xfrm flipH="1" flipV="1">
            <a:off x="1928430" y="3585052"/>
            <a:ext cx="1508" cy="1799838"/>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556B1BA-6AA1-244C-98C5-B76E17FDFD8E}"/>
              </a:ext>
            </a:extLst>
          </p:cNvPr>
          <p:cNvGrpSpPr/>
          <p:nvPr/>
        </p:nvGrpSpPr>
        <p:grpSpPr>
          <a:xfrm>
            <a:off x="4312946" y="1218472"/>
            <a:ext cx="350222" cy="5528783"/>
            <a:chOff x="5281149" y="428790"/>
            <a:chExt cx="288541" cy="6061621"/>
          </a:xfrm>
        </p:grpSpPr>
        <p:sp>
          <p:nvSpPr>
            <p:cNvPr id="28" name="TextBox 27">
              <a:extLst>
                <a:ext uri="{FF2B5EF4-FFF2-40B4-BE49-F238E27FC236}">
                  <a16:creationId xmlns:a16="http://schemas.microsoft.com/office/drawing/2014/main" id="{D58241F2-03CE-FFBF-4DAE-4A8DC25E6393}"/>
                </a:ext>
              </a:extLst>
            </p:cNvPr>
            <p:cNvSpPr txBox="1"/>
            <p:nvPr/>
          </p:nvSpPr>
          <p:spPr>
            <a:xfrm>
              <a:off x="5281149" y="428790"/>
              <a:ext cx="288541"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FFFFFF"/>
                  </a:solidFill>
                  <a:effectLst/>
                  <a:highlight>
                    <a:srgbClr val="FF0000"/>
                  </a:highlight>
                  <a:uLnTx/>
                  <a:uFillTx/>
                  <a:latin typeface="Boehringer Forward Text"/>
                  <a:ea typeface="+mn-ea"/>
                  <a:cs typeface="+mn-cs"/>
                </a:rPr>
                <a:t>today</a:t>
              </a:r>
              <a:endParaRPr kumimoji="0" lang="zh-CN" altLang="en-US" sz="800" b="1" i="0" u="none" strike="noStrike" kern="1200" cap="none" spc="0" normalizeH="0" baseline="0" noProof="0">
                <a:ln>
                  <a:noFill/>
                </a:ln>
                <a:solidFill>
                  <a:srgbClr val="FFFFFF"/>
                </a:solidFill>
                <a:effectLst/>
                <a:highlight>
                  <a:srgbClr val="FF0000"/>
                </a:highlight>
                <a:uLnTx/>
                <a:uFillTx/>
                <a:latin typeface="Boehringer Forward Text"/>
                <a:ea typeface="+mn-ea"/>
                <a:cs typeface="+mn-cs"/>
              </a:endParaRPr>
            </a:p>
          </p:txBody>
        </p:sp>
        <p:cxnSp>
          <p:nvCxnSpPr>
            <p:cNvPr id="29" name="Straight Connector 28">
              <a:extLst>
                <a:ext uri="{FF2B5EF4-FFF2-40B4-BE49-F238E27FC236}">
                  <a16:creationId xmlns:a16="http://schemas.microsoft.com/office/drawing/2014/main" id="{55597F7D-2565-F512-F605-FAA190FB5D77}"/>
                </a:ext>
              </a:extLst>
            </p:cNvPr>
            <p:cNvCxnSpPr>
              <a:cxnSpLocks/>
            </p:cNvCxnSpPr>
            <p:nvPr/>
          </p:nvCxnSpPr>
          <p:spPr>
            <a:xfrm>
              <a:off x="5432636" y="608387"/>
              <a:ext cx="0" cy="5882024"/>
            </a:xfrm>
            <a:prstGeom prst="line">
              <a:avLst/>
            </a:prstGeom>
            <a:ln w="12700">
              <a:solidFill>
                <a:srgbClr val="FF0000"/>
              </a:solidFill>
              <a:prstDash val="sysDot"/>
            </a:ln>
          </p:spPr>
          <p:style>
            <a:lnRef idx="1">
              <a:schemeClr val="accent1"/>
            </a:lnRef>
            <a:fillRef idx="0">
              <a:schemeClr val="accent1"/>
            </a:fillRef>
            <a:effectRef idx="0">
              <a:schemeClr val="accent1"/>
            </a:effectRef>
            <a:fontRef idx="minor">
              <a:schemeClr val="tx1"/>
            </a:fontRef>
          </p:style>
        </p:cxnSp>
      </p:grpSp>
      <p:pic>
        <p:nvPicPr>
          <p:cNvPr id="30" name="Graphic 29" descr="Badge Tick with solid fill">
            <a:extLst>
              <a:ext uri="{FF2B5EF4-FFF2-40B4-BE49-F238E27FC236}">
                <a16:creationId xmlns:a16="http://schemas.microsoft.com/office/drawing/2014/main" id="{6989C0B8-1176-C7D5-8BD8-F395DFA29249}"/>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801705" y="3957933"/>
            <a:ext cx="389214" cy="389214"/>
          </a:xfrm>
          <a:prstGeom prst="rect">
            <a:avLst/>
          </a:prstGeom>
        </p:spPr>
      </p:pic>
      <p:pic>
        <p:nvPicPr>
          <p:cNvPr id="32" name="Graphic 31" descr="Badge Tick with solid fill">
            <a:extLst>
              <a:ext uri="{FF2B5EF4-FFF2-40B4-BE49-F238E27FC236}">
                <a16:creationId xmlns:a16="http://schemas.microsoft.com/office/drawing/2014/main" id="{39D70C33-6AF9-B267-13E6-CD2F57456CA4}"/>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482583" y="4398162"/>
            <a:ext cx="389214" cy="389214"/>
          </a:xfrm>
          <a:prstGeom prst="rect">
            <a:avLst/>
          </a:prstGeom>
        </p:spPr>
      </p:pic>
      <p:pic>
        <p:nvPicPr>
          <p:cNvPr id="39" name="Graphic 38" descr="Badge Tick with solid fill">
            <a:extLst>
              <a:ext uri="{FF2B5EF4-FFF2-40B4-BE49-F238E27FC236}">
                <a16:creationId xmlns:a16="http://schemas.microsoft.com/office/drawing/2014/main" id="{0351D321-9E67-457A-0569-BB04E296E821}"/>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908757" y="5038638"/>
            <a:ext cx="389214" cy="389214"/>
          </a:xfrm>
          <a:prstGeom prst="rect">
            <a:avLst/>
          </a:prstGeom>
        </p:spPr>
      </p:pic>
      <p:pic>
        <p:nvPicPr>
          <p:cNvPr id="56" name="Graphic 55" descr="Badge Tick with solid fill">
            <a:extLst>
              <a:ext uri="{FF2B5EF4-FFF2-40B4-BE49-F238E27FC236}">
                <a16:creationId xmlns:a16="http://schemas.microsoft.com/office/drawing/2014/main" id="{895AC4CD-7939-23A9-E20F-B4B171B0D221}"/>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74434" y="2711004"/>
            <a:ext cx="389214" cy="389214"/>
          </a:xfrm>
          <a:prstGeom prst="rect">
            <a:avLst/>
          </a:prstGeom>
        </p:spPr>
      </p:pic>
      <p:grpSp>
        <p:nvGrpSpPr>
          <p:cNvPr id="55" name="Group 54">
            <a:extLst>
              <a:ext uri="{FF2B5EF4-FFF2-40B4-BE49-F238E27FC236}">
                <a16:creationId xmlns:a16="http://schemas.microsoft.com/office/drawing/2014/main" id="{DD05A233-364C-D946-F167-8F7192C3992C}"/>
              </a:ext>
            </a:extLst>
          </p:cNvPr>
          <p:cNvGrpSpPr/>
          <p:nvPr/>
        </p:nvGrpSpPr>
        <p:grpSpPr>
          <a:xfrm>
            <a:off x="2344986" y="2119602"/>
            <a:ext cx="1537406" cy="1472578"/>
            <a:chOff x="2344986" y="2119602"/>
            <a:chExt cx="1537406" cy="1472578"/>
          </a:xfrm>
        </p:grpSpPr>
        <p:grpSp>
          <p:nvGrpSpPr>
            <p:cNvPr id="51" name="Group 50">
              <a:extLst>
                <a:ext uri="{FF2B5EF4-FFF2-40B4-BE49-F238E27FC236}">
                  <a16:creationId xmlns:a16="http://schemas.microsoft.com/office/drawing/2014/main" id="{AA2AAA6E-9174-7887-FBBA-5EADE6878F22}"/>
                </a:ext>
              </a:extLst>
            </p:cNvPr>
            <p:cNvGrpSpPr/>
            <p:nvPr/>
          </p:nvGrpSpPr>
          <p:grpSpPr>
            <a:xfrm>
              <a:off x="2400087" y="2345870"/>
              <a:ext cx="1482305" cy="1246310"/>
              <a:chOff x="2400087" y="2345870"/>
              <a:chExt cx="1482305" cy="1246310"/>
            </a:xfrm>
          </p:grpSpPr>
          <p:cxnSp>
            <p:nvCxnSpPr>
              <p:cNvPr id="258" name="Straight Connector 93">
                <a:extLst>
                  <a:ext uri="{FF2B5EF4-FFF2-40B4-BE49-F238E27FC236}">
                    <a16:creationId xmlns:a16="http://schemas.microsoft.com/office/drawing/2014/main" id="{7DCFDEB2-784A-90A3-BBCA-CF536CE72470}"/>
                  </a:ext>
                </a:extLst>
              </p:cNvPr>
              <p:cNvCxnSpPr>
                <a:cxnSpLocks/>
                <a:stCxn id="260" idx="0"/>
                <a:endCxn id="264" idx="1"/>
              </p:cNvCxnSpPr>
              <p:nvPr/>
            </p:nvCxnSpPr>
            <p:spPr>
              <a:xfrm flipV="1">
                <a:off x="3750767" y="2491848"/>
                <a:ext cx="13460" cy="83708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nvGrpSpPr>
              <p:cNvPr id="259" name="Group 94">
                <a:extLst>
                  <a:ext uri="{FF2B5EF4-FFF2-40B4-BE49-F238E27FC236}">
                    <a16:creationId xmlns:a16="http://schemas.microsoft.com/office/drawing/2014/main" id="{0F2D2AD8-C2BE-3487-F54A-AFFCFEB382BE}"/>
                  </a:ext>
                </a:extLst>
              </p:cNvPr>
              <p:cNvGrpSpPr/>
              <p:nvPr/>
            </p:nvGrpSpPr>
            <p:grpSpPr>
              <a:xfrm>
                <a:off x="3619142" y="3328928"/>
                <a:ext cx="263250" cy="263252"/>
                <a:chOff x="2124108" y="2977434"/>
                <a:chExt cx="324000" cy="324000"/>
              </a:xfrm>
            </p:grpSpPr>
            <p:sp>
              <p:nvSpPr>
                <p:cNvPr id="260" name="Oval 95">
                  <a:extLst>
                    <a:ext uri="{FF2B5EF4-FFF2-40B4-BE49-F238E27FC236}">
                      <a16:creationId xmlns:a16="http://schemas.microsoft.com/office/drawing/2014/main" id="{3BC71492-5B96-EB58-5309-1D3B48FD3010}"/>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61" name="Oval 96">
                  <a:extLst>
                    <a:ext uri="{FF2B5EF4-FFF2-40B4-BE49-F238E27FC236}">
                      <a16:creationId xmlns:a16="http://schemas.microsoft.com/office/drawing/2014/main" id="{570EFCEA-0E58-8895-DFD0-80EC203F0724}"/>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63" name="Graphic 97" descr="Diamond with solid fill">
                  <a:extLst>
                    <a:ext uri="{FF2B5EF4-FFF2-40B4-BE49-F238E27FC236}">
                      <a16:creationId xmlns:a16="http://schemas.microsoft.com/office/drawing/2014/main" id="{D54D7FB6-9609-2692-7D28-1853A5049160}"/>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sp>
            <p:nvSpPr>
              <p:cNvPr id="264" name="Arrow: Right 53">
                <a:extLst>
                  <a:ext uri="{FF2B5EF4-FFF2-40B4-BE49-F238E27FC236}">
                    <a16:creationId xmlns:a16="http://schemas.microsoft.com/office/drawing/2014/main" id="{BCAD9CB0-45AE-03C4-A4F8-992A848C21E5}"/>
                  </a:ext>
                </a:extLst>
              </p:cNvPr>
              <p:cNvSpPr/>
              <p:nvPr/>
            </p:nvSpPr>
            <p:spPr>
              <a:xfrm flipH="1">
                <a:off x="3676477" y="2447972"/>
                <a:ext cx="87750" cy="87751"/>
              </a:xfrm>
              <a:prstGeom prst="rect">
                <a:avLst/>
              </a:prstGeom>
              <a:solidFill>
                <a:srgbClr val="123563"/>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66" name="Arrow: Right 53">
                <a:extLst>
                  <a:ext uri="{FF2B5EF4-FFF2-40B4-BE49-F238E27FC236}">
                    <a16:creationId xmlns:a16="http://schemas.microsoft.com/office/drawing/2014/main" id="{E855B396-90ED-6C30-A74B-8060283F2DFA}"/>
                  </a:ext>
                </a:extLst>
              </p:cNvPr>
              <p:cNvSpPr/>
              <p:nvPr/>
            </p:nvSpPr>
            <p:spPr>
              <a:xfrm flipH="1">
                <a:off x="3665690" y="2809520"/>
                <a:ext cx="87750" cy="87751"/>
              </a:xfrm>
              <a:prstGeom prst="rect">
                <a:avLst/>
              </a:prstGeom>
              <a:solidFill>
                <a:srgbClr val="123563"/>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65" name="Rectangle 373">
                <a:extLst>
                  <a:ext uri="{FF2B5EF4-FFF2-40B4-BE49-F238E27FC236}">
                    <a16:creationId xmlns:a16="http://schemas.microsoft.com/office/drawing/2014/main" id="{95458B5A-FBF2-967F-B13F-2CF58374DA25}"/>
                  </a:ext>
                </a:extLst>
              </p:cNvPr>
              <p:cNvSpPr/>
              <p:nvPr/>
            </p:nvSpPr>
            <p:spPr>
              <a:xfrm flipH="1">
                <a:off x="2408117" y="2345870"/>
                <a:ext cx="1270243" cy="30921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RoFD</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for </a:t>
                </a: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Obrixtamig</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in 1L SCLC</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sp>
            <p:nvSpPr>
              <p:cNvPr id="267" name="Rectangle 373">
                <a:extLst>
                  <a:ext uri="{FF2B5EF4-FFF2-40B4-BE49-F238E27FC236}">
                    <a16:creationId xmlns:a16="http://schemas.microsoft.com/office/drawing/2014/main" id="{6A881379-3C94-39CA-B009-520608DEEB6D}"/>
                  </a:ext>
                </a:extLst>
              </p:cNvPr>
              <p:cNvSpPr/>
              <p:nvPr/>
            </p:nvSpPr>
            <p:spPr>
              <a:xfrm flipH="1">
                <a:off x="2400087" y="2705880"/>
                <a:ext cx="1270243" cy="30921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dirty="0" err="1">
                    <a:ln>
                      <a:noFill/>
                    </a:ln>
                    <a:solidFill>
                      <a:srgbClr val="123563"/>
                    </a:solidFill>
                    <a:effectLst/>
                    <a:uLnTx/>
                    <a:uFillTx/>
                    <a:latin typeface="Boehringer Forward Text"/>
                    <a:ea typeface="+mn-ea"/>
                    <a:cs typeface="+mn-cs"/>
                  </a:rPr>
                  <a:t>RoFD</a:t>
                </a:r>
                <a:r>
                  <a:rPr kumimoji="0" lang="en-US" altLang="zh-CN" sz="813" b="0" i="0" u="none" strike="noStrike" kern="1200" cap="none" spc="0" normalizeH="0" baseline="0" noProof="0" dirty="0">
                    <a:ln>
                      <a:noFill/>
                    </a:ln>
                    <a:solidFill>
                      <a:srgbClr val="123563"/>
                    </a:solidFill>
                    <a:effectLst/>
                    <a:uLnTx/>
                    <a:uFillTx/>
                    <a:latin typeface="Boehringer Forward Text"/>
                    <a:ea typeface="+mn-ea"/>
                    <a:cs typeface="+mn-cs"/>
                  </a:rPr>
                  <a:t> for </a:t>
                </a:r>
                <a:r>
                  <a:rPr kumimoji="0" lang="en-US" altLang="zh-CN" sz="813" b="0" i="0" u="none" strike="noStrike" kern="1200" cap="none" spc="0" normalizeH="0" baseline="0" noProof="0" dirty="0" err="1">
                    <a:ln>
                      <a:noFill/>
                    </a:ln>
                    <a:solidFill>
                      <a:srgbClr val="123563"/>
                    </a:solidFill>
                    <a:effectLst/>
                    <a:uLnTx/>
                    <a:uFillTx/>
                    <a:latin typeface="Boehringer Forward Text"/>
                    <a:ea typeface="+mn-ea"/>
                    <a:cs typeface="+mn-cs"/>
                  </a:rPr>
                  <a:t>Obrixtamig</a:t>
                </a:r>
                <a:r>
                  <a:rPr kumimoji="0" lang="en-US" altLang="zh-CN" sz="813" b="0" i="0" u="none" strike="noStrike" kern="1200" cap="none" spc="0" normalizeH="0" baseline="0" noProof="0" dirty="0">
                    <a:ln>
                      <a:noFill/>
                    </a:ln>
                    <a:solidFill>
                      <a:srgbClr val="123563"/>
                    </a:solidFill>
                    <a:effectLst/>
                    <a:uLnTx/>
                    <a:uFillTx/>
                    <a:latin typeface="Boehringer Forward Text"/>
                    <a:ea typeface="+mn-ea"/>
                    <a:cs typeface="+mn-cs"/>
                  </a:rPr>
                  <a:t> in 2L SCLC</a:t>
                </a:r>
                <a:endParaRPr kumimoji="0" lang="en-US" sz="813" b="0" i="0" u="none" strike="noStrike" kern="1200" cap="none" spc="0" normalizeH="0" baseline="0" noProof="0" dirty="0">
                  <a:ln>
                    <a:noFill/>
                  </a:ln>
                  <a:solidFill>
                    <a:srgbClr val="123563"/>
                  </a:solidFill>
                  <a:effectLst/>
                  <a:uLnTx/>
                  <a:uFillTx/>
                  <a:latin typeface="Boehringer Forward Text"/>
                  <a:ea typeface="+mn-ea"/>
                  <a:cs typeface="+mn-cs"/>
                </a:endParaRPr>
              </a:p>
            </p:txBody>
          </p:sp>
        </p:grpSp>
        <p:sp>
          <p:nvSpPr>
            <p:cNvPr id="53" name="Flowchart: Connector 52">
              <a:extLst>
                <a:ext uri="{FF2B5EF4-FFF2-40B4-BE49-F238E27FC236}">
                  <a16:creationId xmlns:a16="http://schemas.microsoft.com/office/drawing/2014/main" id="{77FA17D1-79FD-DFC4-BBB0-1F98A581FB8C}"/>
                </a:ext>
              </a:extLst>
            </p:cNvPr>
            <p:cNvSpPr/>
            <p:nvPr/>
          </p:nvSpPr>
          <p:spPr bwMode="gray">
            <a:xfrm>
              <a:off x="2344986" y="2119602"/>
              <a:ext cx="251523" cy="251523"/>
            </a:xfrm>
            <a:prstGeom prst="flowChartConnector">
              <a:avLst/>
            </a:prstGeom>
            <a:solidFill>
              <a:schemeClr val="accent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050" b="1" dirty="0">
                  <a:solidFill>
                    <a:schemeClr val="tx1"/>
                  </a:solidFill>
                </a:rPr>
                <a:t>1</a:t>
              </a:r>
              <a:endParaRPr lang="zh-CN" altLang="en-US" sz="1050" b="1" dirty="0">
                <a:solidFill>
                  <a:schemeClr val="tx1"/>
                </a:solidFill>
              </a:endParaRPr>
            </a:p>
          </p:txBody>
        </p:sp>
      </p:grpSp>
      <p:grpSp>
        <p:nvGrpSpPr>
          <p:cNvPr id="60" name="Group 59">
            <a:extLst>
              <a:ext uri="{FF2B5EF4-FFF2-40B4-BE49-F238E27FC236}">
                <a16:creationId xmlns:a16="http://schemas.microsoft.com/office/drawing/2014/main" id="{04191F8D-6962-891D-DB74-D1DB318BD2C5}"/>
              </a:ext>
            </a:extLst>
          </p:cNvPr>
          <p:cNvGrpSpPr/>
          <p:nvPr/>
        </p:nvGrpSpPr>
        <p:grpSpPr>
          <a:xfrm>
            <a:off x="3800783" y="1464536"/>
            <a:ext cx="2474659" cy="2125332"/>
            <a:chOff x="3800783" y="1464536"/>
            <a:chExt cx="2474659" cy="2125332"/>
          </a:xfrm>
        </p:grpSpPr>
        <p:grpSp>
          <p:nvGrpSpPr>
            <p:cNvPr id="52" name="Group 51">
              <a:extLst>
                <a:ext uri="{FF2B5EF4-FFF2-40B4-BE49-F238E27FC236}">
                  <a16:creationId xmlns:a16="http://schemas.microsoft.com/office/drawing/2014/main" id="{E5B66C06-B2EB-B2B4-0DDB-78E00EB504E2}"/>
                </a:ext>
              </a:extLst>
            </p:cNvPr>
            <p:cNvGrpSpPr/>
            <p:nvPr/>
          </p:nvGrpSpPr>
          <p:grpSpPr>
            <a:xfrm>
              <a:off x="3800783" y="1691076"/>
              <a:ext cx="2474659" cy="1898792"/>
              <a:chOff x="3800783" y="1691076"/>
              <a:chExt cx="2474659" cy="1898792"/>
            </a:xfrm>
          </p:grpSpPr>
          <p:grpSp>
            <p:nvGrpSpPr>
              <p:cNvPr id="270" name="Group 94">
                <a:extLst>
                  <a:ext uri="{FF2B5EF4-FFF2-40B4-BE49-F238E27FC236}">
                    <a16:creationId xmlns:a16="http://schemas.microsoft.com/office/drawing/2014/main" id="{D2C86AA8-DD1F-32EF-9BE1-316D5AFD8849}"/>
                  </a:ext>
                </a:extLst>
              </p:cNvPr>
              <p:cNvGrpSpPr/>
              <p:nvPr/>
            </p:nvGrpSpPr>
            <p:grpSpPr>
              <a:xfrm>
                <a:off x="3800783" y="3326616"/>
                <a:ext cx="263250" cy="263252"/>
                <a:chOff x="2124108" y="2977434"/>
                <a:chExt cx="324000" cy="324000"/>
              </a:xfrm>
            </p:grpSpPr>
            <p:sp>
              <p:nvSpPr>
                <p:cNvPr id="271" name="Oval 95">
                  <a:extLst>
                    <a:ext uri="{FF2B5EF4-FFF2-40B4-BE49-F238E27FC236}">
                      <a16:creationId xmlns:a16="http://schemas.microsoft.com/office/drawing/2014/main" id="{D66743DD-56BB-9E7D-AF13-409D27DAB769}"/>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72" name="Oval 96">
                  <a:extLst>
                    <a:ext uri="{FF2B5EF4-FFF2-40B4-BE49-F238E27FC236}">
                      <a16:creationId xmlns:a16="http://schemas.microsoft.com/office/drawing/2014/main" id="{A7DF7193-E9B4-D81A-96DF-E1A58BD2E039}"/>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73" name="Graphic 97" descr="Diamond with solid fill">
                  <a:extLst>
                    <a:ext uri="{FF2B5EF4-FFF2-40B4-BE49-F238E27FC236}">
                      <a16:creationId xmlns:a16="http://schemas.microsoft.com/office/drawing/2014/main" id="{F6FE4888-181E-E712-D3CC-D84500C54C26}"/>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cxnSp>
            <p:nvCxnSpPr>
              <p:cNvPr id="274" name="Straight Connector 93">
                <a:extLst>
                  <a:ext uri="{FF2B5EF4-FFF2-40B4-BE49-F238E27FC236}">
                    <a16:creationId xmlns:a16="http://schemas.microsoft.com/office/drawing/2014/main" id="{94A05A4A-F39E-5634-C5B2-139A89E85B22}"/>
                  </a:ext>
                </a:extLst>
              </p:cNvPr>
              <p:cNvCxnSpPr>
                <a:cxnSpLocks/>
                <a:stCxn id="271" idx="0"/>
                <a:endCxn id="278" idx="3"/>
              </p:cNvCxnSpPr>
              <p:nvPr/>
            </p:nvCxnSpPr>
            <p:spPr>
              <a:xfrm flipV="1">
                <a:off x="3932408" y="1844435"/>
                <a:ext cx="9397" cy="148218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nvGrpSpPr>
              <p:cNvPr id="277" name="Group 238">
                <a:extLst>
                  <a:ext uri="{FF2B5EF4-FFF2-40B4-BE49-F238E27FC236}">
                    <a16:creationId xmlns:a16="http://schemas.microsoft.com/office/drawing/2014/main" id="{BD0917B2-958D-D487-8A9E-0044CBAA705C}"/>
                  </a:ext>
                </a:extLst>
              </p:cNvPr>
              <p:cNvGrpSpPr/>
              <p:nvPr/>
            </p:nvGrpSpPr>
            <p:grpSpPr>
              <a:xfrm>
                <a:off x="3941805" y="1691076"/>
                <a:ext cx="2333637" cy="293987"/>
                <a:chOff x="4467381" y="186054"/>
                <a:chExt cx="2872168" cy="361830"/>
              </a:xfrm>
            </p:grpSpPr>
            <p:sp>
              <p:nvSpPr>
                <p:cNvPr id="278" name="Arrow: Right 53">
                  <a:extLst>
                    <a:ext uri="{FF2B5EF4-FFF2-40B4-BE49-F238E27FC236}">
                      <a16:creationId xmlns:a16="http://schemas.microsoft.com/office/drawing/2014/main" id="{FDAFBB75-8571-4E0F-4D1B-F826757A374F}"/>
                    </a:ext>
                  </a:extLst>
                </p:cNvPr>
                <p:cNvSpPr/>
                <p:nvPr/>
              </p:nvSpPr>
              <p:spPr>
                <a:xfrm flipH="1">
                  <a:off x="4467381" y="320804"/>
                  <a:ext cx="108000" cy="10800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79" name="Rectangle 373">
                  <a:extLst>
                    <a:ext uri="{FF2B5EF4-FFF2-40B4-BE49-F238E27FC236}">
                      <a16:creationId xmlns:a16="http://schemas.microsoft.com/office/drawing/2014/main" id="{D41343D4-52BD-33D7-D259-C533EC1C9BB7}"/>
                    </a:ext>
                  </a:extLst>
                </p:cNvPr>
                <p:cNvSpPr/>
                <p:nvPr/>
              </p:nvSpPr>
              <p:spPr>
                <a:xfrm flipH="1">
                  <a:off x="4569612" y="186054"/>
                  <a:ext cx="2769937" cy="36183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13" b="0" i="0" u="none" strike="noStrike" kern="1200" cap="none" spc="0" normalizeH="0" baseline="0" noProof="0">
                      <a:ln>
                        <a:noFill/>
                      </a:ln>
                      <a:solidFill>
                        <a:srgbClr val="123563"/>
                      </a:solidFill>
                      <a:effectLst/>
                      <a:uLnTx/>
                      <a:uFillTx/>
                      <a:latin typeface="Boehringer Forward Text"/>
                      <a:ea typeface="+mn-ea"/>
                      <a:cs typeface="+mn-cs"/>
                    </a:rPr>
                    <a:t>US launch for </a:t>
                  </a:r>
                  <a:r>
                    <a:rPr kumimoji="0" lang="en-US" sz="813" b="0" i="0" u="none" strike="noStrike" kern="1200" cap="none" spc="0" normalizeH="0" baseline="0" noProof="0" err="1">
                      <a:ln>
                        <a:noFill/>
                      </a:ln>
                      <a:solidFill>
                        <a:srgbClr val="123563"/>
                      </a:solidFill>
                      <a:effectLst/>
                      <a:uLnTx/>
                      <a:uFillTx/>
                      <a:latin typeface="Boehringer Forward Text"/>
                      <a:ea typeface="+mn-ea"/>
                      <a:cs typeface="+mn-cs"/>
                    </a:rPr>
                    <a:t>Zongertinib</a:t>
                  </a:r>
                  <a:r>
                    <a:rPr kumimoji="0" lang="en-US" sz="813" b="0" i="0" u="none" strike="noStrike" kern="1200" cap="none" spc="0" normalizeH="0" baseline="0" noProof="0">
                      <a:ln>
                        <a:noFill/>
                      </a:ln>
                      <a:solidFill>
                        <a:srgbClr val="123563"/>
                      </a:solidFill>
                      <a:effectLst/>
                      <a:uLnTx/>
                      <a:uFillTx/>
                      <a:latin typeface="Boehringer Forward Text"/>
                      <a:ea typeface="+mn-ea"/>
                      <a:cs typeface="+mn-cs"/>
                    </a:rPr>
                    <a:t> in 2L NSCLC</a:t>
                  </a:r>
                </a:p>
              </p:txBody>
            </p:sp>
          </p:grpSp>
        </p:grpSp>
        <p:sp>
          <p:nvSpPr>
            <p:cNvPr id="59" name="Flowchart: Connector 58">
              <a:extLst>
                <a:ext uri="{FF2B5EF4-FFF2-40B4-BE49-F238E27FC236}">
                  <a16:creationId xmlns:a16="http://schemas.microsoft.com/office/drawing/2014/main" id="{FAB77688-936A-F529-D1A6-8D5AA87366F0}"/>
                </a:ext>
              </a:extLst>
            </p:cNvPr>
            <p:cNvSpPr/>
            <p:nvPr/>
          </p:nvSpPr>
          <p:spPr bwMode="gray">
            <a:xfrm>
              <a:off x="3932407" y="1464536"/>
              <a:ext cx="251523" cy="251523"/>
            </a:xfrm>
            <a:prstGeom prst="flowChartConnector">
              <a:avLst/>
            </a:prstGeom>
            <a:solidFill>
              <a:schemeClr val="accent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050" b="1" dirty="0">
                  <a:solidFill>
                    <a:schemeClr val="tx1"/>
                  </a:solidFill>
                </a:rPr>
                <a:t>2</a:t>
              </a:r>
              <a:endParaRPr lang="zh-CN" altLang="en-US" sz="1050" b="1" dirty="0">
                <a:solidFill>
                  <a:schemeClr val="tx1"/>
                </a:solidFill>
              </a:endParaRPr>
            </a:p>
          </p:txBody>
        </p:sp>
      </p:grpSp>
      <p:grpSp>
        <p:nvGrpSpPr>
          <p:cNvPr id="63" name="Group 62">
            <a:extLst>
              <a:ext uri="{FF2B5EF4-FFF2-40B4-BE49-F238E27FC236}">
                <a16:creationId xmlns:a16="http://schemas.microsoft.com/office/drawing/2014/main" id="{47E3E291-E0C2-E54D-DD01-6028C1CB474E}"/>
              </a:ext>
            </a:extLst>
          </p:cNvPr>
          <p:cNvGrpSpPr/>
          <p:nvPr/>
        </p:nvGrpSpPr>
        <p:grpSpPr>
          <a:xfrm>
            <a:off x="4794161" y="2542054"/>
            <a:ext cx="1840740" cy="1046779"/>
            <a:chOff x="4967411" y="2542054"/>
            <a:chExt cx="1840740" cy="1046779"/>
          </a:xfrm>
        </p:grpSpPr>
        <p:grpSp>
          <p:nvGrpSpPr>
            <p:cNvPr id="31" name="Group 30">
              <a:extLst>
                <a:ext uri="{FF2B5EF4-FFF2-40B4-BE49-F238E27FC236}">
                  <a16:creationId xmlns:a16="http://schemas.microsoft.com/office/drawing/2014/main" id="{11385317-3E70-D699-FDCA-30AF26A314A9}"/>
                </a:ext>
              </a:extLst>
            </p:cNvPr>
            <p:cNvGrpSpPr/>
            <p:nvPr/>
          </p:nvGrpSpPr>
          <p:grpSpPr>
            <a:xfrm>
              <a:off x="4967411" y="2697882"/>
              <a:ext cx="1840740" cy="890951"/>
              <a:chOff x="4967411" y="2697882"/>
              <a:chExt cx="1840740" cy="890951"/>
            </a:xfrm>
          </p:grpSpPr>
          <p:grpSp>
            <p:nvGrpSpPr>
              <p:cNvPr id="129" name="Group 332">
                <a:extLst>
                  <a:ext uri="{FF2B5EF4-FFF2-40B4-BE49-F238E27FC236}">
                    <a16:creationId xmlns:a16="http://schemas.microsoft.com/office/drawing/2014/main" id="{FCEB0193-2789-B032-D5C0-B22DC4AB14B5}"/>
                  </a:ext>
                </a:extLst>
              </p:cNvPr>
              <p:cNvGrpSpPr/>
              <p:nvPr/>
            </p:nvGrpSpPr>
            <p:grpSpPr>
              <a:xfrm>
                <a:off x="4967411" y="3325583"/>
                <a:ext cx="263250" cy="263250"/>
                <a:chOff x="5311199" y="2962865"/>
                <a:chExt cx="324000" cy="324000"/>
              </a:xfrm>
            </p:grpSpPr>
            <p:sp>
              <p:nvSpPr>
                <p:cNvPr id="130" name="Oval 336">
                  <a:extLst>
                    <a:ext uri="{FF2B5EF4-FFF2-40B4-BE49-F238E27FC236}">
                      <a16:creationId xmlns:a16="http://schemas.microsoft.com/office/drawing/2014/main" id="{92B0C16F-452D-7E43-CFDD-A131DD69BF48}"/>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131" name="Group 337">
                  <a:extLst>
                    <a:ext uri="{FF2B5EF4-FFF2-40B4-BE49-F238E27FC236}">
                      <a16:creationId xmlns:a16="http://schemas.microsoft.com/office/drawing/2014/main" id="{67569ECE-2EB3-7A9F-84B0-1E08E6CF2F00}"/>
                    </a:ext>
                  </a:extLst>
                </p:cNvPr>
                <p:cNvGrpSpPr/>
                <p:nvPr/>
              </p:nvGrpSpPr>
              <p:grpSpPr>
                <a:xfrm>
                  <a:off x="5373950" y="3024278"/>
                  <a:ext cx="198000" cy="198000"/>
                  <a:chOff x="5411047" y="3113464"/>
                  <a:chExt cx="198000" cy="198000"/>
                </a:xfrm>
              </p:grpSpPr>
              <p:sp>
                <p:nvSpPr>
                  <p:cNvPr id="133" name="Oval 338">
                    <a:extLst>
                      <a:ext uri="{FF2B5EF4-FFF2-40B4-BE49-F238E27FC236}">
                        <a16:creationId xmlns:a16="http://schemas.microsoft.com/office/drawing/2014/main" id="{9E541914-3F63-F966-CAD8-469F617CE9F2}"/>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34" name="Graphic 339" descr="Play outline">
                    <a:extLst>
                      <a:ext uri="{FF2B5EF4-FFF2-40B4-BE49-F238E27FC236}">
                        <a16:creationId xmlns:a16="http://schemas.microsoft.com/office/drawing/2014/main" id="{E9387503-F99C-916B-07EB-9CCB8B57306E}"/>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cxnSp>
            <p:nvCxnSpPr>
              <p:cNvPr id="135" name="Straight Connector 93">
                <a:extLst>
                  <a:ext uri="{FF2B5EF4-FFF2-40B4-BE49-F238E27FC236}">
                    <a16:creationId xmlns:a16="http://schemas.microsoft.com/office/drawing/2014/main" id="{C748839A-2BA7-B82C-0A81-061547B849F1}"/>
                  </a:ext>
                </a:extLst>
              </p:cNvPr>
              <p:cNvCxnSpPr>
                <a:cxnSpLocks/>
                <a:stCxn id="130" idx="0"/>
                <a:endCxn id="136" idx="3"/>
              </p:cNvCxnSpPr>
              <p:nvPr/>
            </p:nvCxnSpPr>
            <p:spPr>
              <a:xfrm flipH="1" flipV="1">
                <a:off x="5098715" y="2909027"/>
                <a:ext cx="321" cy="41655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36" name="Arrow: Right 53">
                <a:extLst>
                  <a:ext uri="{FF2B5EF4-FFF2-40B4-BE49-F238E27FC236}">
                    <a16:creationId xmlns:a16="http://schemas.microsoft.com/office/drawing/2014/main" id="{90BCFD2E-1573-44D4-B1F3-655732601C99}"/>
                  </a:ext>
                </a:extLst>
              </p:cNvPr>
              <p:cNvSpPr/>
              <p:nvPr/>
            </p:nvSpPr>
            <p:spPr>
              <a:xfrm flipH="1">
                <a:off x="5098715" y="2865152"/>
                <a:ext cx="87750" cy="87750"/>
              </a:xfrm>
              <a:prstGeom prst="rect">
                <a:avLst/>
              </a:prstGeom>
              <a:solidFill>
                <a:srgbClr val="00B0F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37" name="Rectangle 373">
                <a:extLst>
                  <a:ext uri="{FF2B5EF4-FFF2-40B4-BE49-F238E27FC236}">
                    <a16:creationId xmlns:a16="http://schemas.microsoft.com/office/drawing/2014/main" id="{ECAC613F-65A1-90D7-607F-8AA728A61674}"/>
                  </a:ext>
                </a:extLst>
              </p:cNvPr>
              <p:cNvSpPr/>
              <p:nvPr/>
            </p:nvSpPr>
            <p:spPr>
              <a:xfrm flipH="1">
                <a:off x="5179381" y="2697882"/>
                <a:ext cx="1628770" cy="426103"/>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altLang="zh-CN" sz="813" b="0" i="0" u="none" strike="noStrike" kern="1200" cap="none" spc="0" normalizeH="0" baseline="0" noProof="0" dirty="0">
                    <a:ln>
                      <a:noFill/>
                    </a:ln>
                    <a:solidFill>
                      <a:srgbClr val="123563"/>
                    </a:solidFill>
                    <a:effectLst/>
                    <a:uLnTx/>
                    <a:uFillTx/>
                    <a:latin typeface="Boehringer Forward Text"/>
                    <a:ea typeface="+mn-ea"/>
                    <a:cs typeface="+mn-cs"/>
                  </a:rPr>
                  <a:t>Beamion Lung-1 Cohort 2 TLR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altLang="zh-CN" sz="813" b="0" i="0" u="none" strike="noStrike" kern="1200" cap="none" spc="0" normalizeH="0" baseline="0" noProof="0" dirty="0">
                    <a:ln>
                      <a:noFill/>
                    </a:ln>
                    <a:solidFill>
                      <a:srgbClr val="123563"/>
                    </a:solidFill>
                    <a:effectLst/>
                    <a:uLnTx/>
                    <a:uFillTx/>
                    <a:latin typeface="Boehringer Forward Text"/>
                    <a:ea typeface="+mn-ea"/>
                    <a:cs typeface="+mn-cs"/>
                  </a:rPr>
                  <a:t>Zongertinib – 1L NSCLC </a:t>
                </a:r>
              </a:p>
            </p:txBody>
          </p:sp>
        </p:grpSp>
        <p:sp>
          <p:nvSpPr>
            <p:cNvPr id="62" name="Flowchart: Connector 61">
              <a:extLst>
                <a:ext uri="{FF2B5EF4-FFF2-40B4-BE49-F238E27FC236}">
                  <a16:creationId xmlns:a16="http://schemas.microsoft.com/office/drawing/2014/main" id="{02892379-6BD3-527E-77E2-5D95E9266715}"/>
                </a:ext>
              </a:extLst>
            </p:cNvPr>
            <p:cNvSpPr/>
            <p:nvPr/>
          </p:nvSpPr>
          <p:spPr bwMode="gray">
            <a:xfrm>
              <a:off x="4994870" y="2542054"/>
              <a:ext cx="251523" cy="251523"/>
            </a:xfrm>
            <a:prstGeom prst="flowChartConnector">
              <a:avLst/>
            </a:prstGeom>
            <a:solidFill>
              <a:schemeClr val="accent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050" b="1" dirty="0">
                  <a:solidFill>
                    <a:schemeClr val="tx1"/>
                  </a:solidFill>
                </a:rPr>
                <a:t>3</a:t>
              </a:r>
              <a:endParaRPr lang="zh-CN" altLang="en-US" sz="1050" b="1" dirty="0">
                <a:solidFill>
                  <a:schemeClr val="tx1"/>
                </a:solidFill>
              </a:endParaRPr>
            </a:p>
          </p:txBody>
        </p:sp>
      </p:grpSp>
      <p:grpSp>
        <p:nvGrpSpPr>
          <p:cNvPr id="268" name="Group 267">
            <a:extLst>
              <a:ext uri="{FF2B5EF4-FFF2-40B4-BE49-F238E27FC236}">
                <a16:creationId xmlns:a16="http://schemas.microsoft.com/office/drawing/2014/main" id="{94B7301B-B5AA-9024-8194-F298C4B1C351}"/>
              </a:ext>
            </a:extLst>
          </p:cNvPr>
          <p:cNvGrpSpPr/>
          <p:nvPr/>
        </p:nvGrpSpPr>
        <p:grpSpPr>
          <a:xfrm>
            <a:off x="5785808" y="3321219"/>
            <a:ext cx="2154410" cy="1935541"/>
            <a:chOff x="5785808" y="3321219"/>
            <a:chExt cx="2154410" cy="1935541"/>
          </a:xfrm>
        </p:grpSpPr>
        <p:grpSp>
          <p:nvGrpSpPr>
            <p:cNvPr id="50" name="Group 49">
              <a:extLst>
                <a:ext uri="{FF2B5EF4-FFF2-40B4-BE49-F238E27FC236}">
                  <a16:creationId xmlns:a16="http://schemas.microsoft.com/office/drawing/2014/main" id="{3A645429-CF12-ABB0-D3B2-6664D8077445}"/>
                </a:ext>
              </a:extLst>
            </p:cNvPr>
            <p:cNvGrpSpPr/>
            <p:nvPr/>
          </p:nvGrpSpPr>
          <p:grpSpPr>
            <a:xfrm>
              <a:off x="5968747" y="3321219"/>
              <a:ext cx="1971471" cy="1935541"/>
              <a:chOff x="5968747" y="3321219"/>
              <a:chExt cx="1971471" cy="1935541"/>
            </a:xfrm>
          </p:grpSpPr>
          <p:sp>
            <p:nvSpPr>
              <p:cNvPr id="20" name="Rectangle 373">
                <a:extLst>
                  <a:ext uri="{FF2B5EF4-FFF2-40B4-BE49-F238E27FC236}">
                    <a16:creationId xmlns:a16="http://schemas.microsoft.com/office/drawing/2014/main" id="{B25CEB2E-429B-86A2-0686-628B1E1BDD5F}"/>
                  </a:ext>
                </a:extLst>
              </p:cNvPr>
              <p:cNvSpPr/>
              <p:nvPr/>
            </p:nvSpPr>
            <p:spPr>
              <a:xfrm flipH="1">
                <a:off x="6189813" y="4972373"/>
                <a:ext cx="1750405" cy="284387"/>
              </a:xfrm>
              <a:prstGeom prst="rect">
                <a:avLst/>
              </a:prstGeom>
              <a:no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13" b="0" i="0" u="none" strike="noStrike" kern="1200" cap="none" spc="0" normalizeH="0" baseline="0" noProof="0" dirty="0" err="1">
                    <a:ln>
                      <a:noFill/>
                    </a:ln>
                    <a:solidFill>
                      <a:srgbClr val="123563"/>
                    </a:solidFill>
                    <a:effectLst/>
                    <a:uLnTx/>
                    <a:uFillTx/>
                    <a:latin typeface="Boehringer Forward Text"/>
                    <a:ea typeface="+mn-ea"/>
                    <a:cs typeface="+mn-cs"/>
                  </a:rPr>
                  <a:t>PhIb</a:t>
                </a:r>
                <a:r>
                  <a:rPr kumimoji="0" lang="en-US" sz="813" b="0" i="0" u="none" strike="noStrike" kern="1200" cap="none" spc="0" normalizeH="0" baseline="0" noProof="0" dirty="0">
                    <a:ln>
                      <a:noFill/>
                    </a:ln>
                    <a:solidFill>
                      <a:srgbClr val="123563"/>
                    </a:solidFill>
                    <a:effectLst/>
                    <a:uLnTx/>
                    <a:uFillTx/>
                    <a:latin typeface="Boehringer Forward Text"/>
                    <a:ea typeface="+mn-ea"/>
                    <a:cs typeface="+mn-cs"/>
                  </a:rPr>
                  <a:t>/II CTA Sub.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dirty="0">
                    <a:ln>
                      <a:noFill/>
                    </a:ln>
                    <a:solidFill>
                      <a:srgbClr val="123563"/>
                    </a:solidFill>
                    <a:effectLst/>
                    <a:uLnTx/>
                    <a:uFillTx/>
                    <a:latin typeface="Boehringer Forward Text"/>
                    <a:ea typeface="+mn-ea"/>
                    <a:cs typeface="+mn-cs"/>
                  </a:rPr>
                  <a:t>Systemic STING ago. FR – NSCLC </a:t>
                </a:r>
              </a:p>
            </p:txBody>
          </p:sp>
          <p:sp>
            <p:nvSpPr>
              <p:cNvPr id="21" name="Arrow: Right 53">
                <a:extLst>
                  <a:ext uri="{FF2B5EF4-FFF2-40B4-BE49-F238E27FC236}">
                    <a16:creationId xmlns:a16="http://schemas.microsoft.com/office/drawing/2014/main" id="{E18BEDF9-646E-BA4B-0D9C-7FF643D1172A}"/>
                  </a:ext>
                </a:extLst>
              </p:cNvPr>
              <p:cNvSpPr/>
              <p:nvPr/>
            </p:nvSpPr>
            <p:spPr>
              <a:xfrm flipH="1">
                <a:off x="6103230" y="5068992"/>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276" name="Group 332">
                <a:extLst>
                  <a:ext uri="{FF2B5EF4-FFF2-40B4-BE49-F238E27FC236}">
                    <a16:creationId xmlns:a16="http://schemas.microsoft.com/office/drawing/2014/main" id="{34EF0ED4-9519-F7B8-C594-D5845B7A3545}"/>
                  </a:ext>
                </a:extLst>
              </p:cNvPr>
              <p:cNvGrpSpPr/>
              <p:nvPr/>
            </p:nvGrpSpPr>
            <p:grpSpPr>
              <a:xfrm>
                <a:off x="5968747" y="3321219"/>
                <a:ext cx="263250" cy="263249"/>
                <a:chOff x="5311199" y="2962865"/>
                <a:chExt cx="324000" cy="324000"/>
              </a:xfrm>
            </p:grpSpPr>
            <p:sp>
              <p:nvSpPr>
                <p:cNvPr id="280" name="Oval 336">
                  <a:extLst>
                    <a:ext uri="{FF2B5EF4-FFF2-40B4-BE49-F238E27FC236}">
                      <a16:creationId xmlns:a16="http://schemas.microsoft.com/office/drawing/2014/main" id="{C5069B6C-D6D4-814F-C4FB-5C2674B8786C}"/>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284" name="Group 337">
                  <a:extLst>
                    <a:ext uri="{FF2B5EF4-FFF2-40B4-BE49-F238E27FC236}">
                      <a16:creationId xmlns:a16="http://schemas.microsoft.com/office/drawing/2014/main" id="{7D7B89C9-FE8F-DDB4-278C-9B8A08AFC94C}"/>
                    </a:ext>
                  </a:extLst>
                </p:cNvPr>
                <p:cNvGrpSpPr/>
                <p:nvPr/>
              </p:nvGrpSpPr>
              <p:grpSpPr>
                <a:xfrm>
                  <a:off x="5373950" y="3024278"/>
                  <a:ext cx="198000" cy="198000"/>
                  <a:chOff x="5411047" y="3113464"/>
                  <a:chExt cx="198000" cy="198000"/>
                </a:xfrm>
              </p:grpSpPr>
              <p:sp>
                <p:nvSpPr>
                  <p:cNvPr id="285" name="Oval 338">
                    <a:extLst>
                      <a:ext uri="{FF2B5EF4-FFF2-40B4-BE49-F238E27FC236}">
                        <a16:creationId xmlns:a16="http://schemas.microsoft.com/office/drawing/2014/main" id="{ECA9CB72-6C56-75E0-F5F5-37D3D365B2C2}"/>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86" name="Graphic 339" descr="Play outline">
                    <a:extLst>
                      <a:ext uri="{FF2B5EF4-FFF2-40B4-BE49-F238E27FC236}">
                        <a16:creationId xmlns:a16="http://schemas.microsoft.com/office/drawing/2014/main" id="{0EE4DFDE-9DCB-536E-C264-68D1B5A7E525}"/>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cxnSp>
            <p:nvCxnSpPr>
              <p:cNvPr id="64" name="Straight Connector 379">
                <a:extLst>
                  <a:ext uri="{FF2B5EF4-FFF2-40B4-BE49-F238E27FC236}">
                    <a16:creationId xmlns:a16="http://schemas.microsoft.com/office/drawing/2014/main" id="{0248D6CA-E3F4-5A41-A737-0BE83FBF3B8F}"/>
                  </a:ext>
                </a:extLst>
              </p:cNvPr>
              <p:cNvCxnSpPr>
                <a:cxnSpLocks/>
                <a:stCxn id="21" idx="3"/>
                <a:endCxn id="280" idx="4"/>
              </p:cNvCxnSpPr>
              <p:nvPr/>
            </p:nvCxnSpPr>
            <p:spPr>
              <a:xfrm flipH="1" flipV="1">
                <a:off x="6100372" y="3584468"/>
                <a:ext cx="2858" cy="1528399"/>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sp>
          <p:nvSpPr>
            <p:cNvPr id="256" name="Flowchart: Connector 255">
              <a:extLst>
                <a:ext uri="{FF2B5EF4-FFF2-40B4-BE49-F238E27FC236}">
                  <a16:creationId xmlns:a16="http://schemas.microsoft.com/office/drawing/2014/main" id="{05D538FE-3C2E-4095-5FB8-36AEA24A1071}"/>
                </a:ext>
              </a:extLst>
            </p:cNvPr>
            <p:cNvSpPr/>
            <p:nvPr/>
          </p:nvSpPr>
          <p:spPr bwMode="gray">
            <a:xfrm>
              <a:off x="5785808" y="4981722"/>
              <a:ext cx="251523" cy="251523"/>
            </a:xfrm>
            <a:prstGeom prst="flowChartConnector">
              <a:avLst/>
            </a:prstGeom>
            <a:solidFill>
              <a:schemeClr val="accent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050" b="1" dirty="0">
                  <a:solidFill>
                    <a:schemeClr val="tx1"/>
                  </a:solidFill>
                </a:rPr>
                <a:t>4</a:t>
              </a:r>
              <a:endParaRPr lang="zh-CN" altLang="en-US" sz="1050" b="1" dirty="0">
                <a:solidFill>
                  <a:schemeClr val="tx1"/>
                </a:solidFill>
              </a:endParaRPr>
            </a:p>
          </p:txBody>
        </p:sp>
      </p:grpSp>
      <p:grpSp>
        <p:nvGrpSpPr>
          <p:cNvPr id="75" name="Group 74">
            <a:extLst>
              <a:ext uri="{FF2B5EF4-FFF2-40B4-BE49-F238E27FC236}">
                <a16:creationId xmlns:a16="http://schemas.microsoft.com/office/drawing/2014/main" id="{4DF8BCEF-5B1C-9F64-2769-16E75DCB96EA}"/>
              </a:ext>
            </a:extLst>
          </p:cNvPr>
          <p:cNvGrpSpPr/>
          <p:nvPr/>
        </p:nvGrpSpPr>
        <p:grpSpPr>
          <a:xfrm>
            <a:off x="5963799" y="3330589"/>
            <a:ext cx="1530873" cy="1531027"/>
            <a:chOff x="5963799" y="3330589"/>
            <a:chExt cx="1530873" cy="1531027"/>
          </a:xfrm>
        </p:grpSpPr>
        <p:grpSp>
          <p:nvGrpSpPr>
            <p:cNvPr id="275" name="Group 274">
              <a:extLst>
                <a:ext uri="{FF2B5EF4-FFF2-40B4-BE49-F238E27FC236}">
                  <a16:creationId xmlns:a16="http://schemas.microsoft.com/office/drawing/2014/main" id="{ADCB4018-B673-7678-3C9E-79A6FE83C743}"/>
                </a:ext>
              </a:extLst>
            </p:cNvPr>
            <p:cNvGrpSpPr/>
            <p:nvPr/>
          </p:nvGrpSpPr>
          <p:grpSpPr>
            <a:xfrm>
              <a:off x="6105871" y="3582022"/>
              <a:ext cx="1388801" cy="1279594"/>
              <a:chOff x="6105871" y="3582022"/>
              <a:chExt cx="1388801" cy="1279594"/>
            </a:xfrm>
          </p:grpSpPr>
          <p:sp>
            <p:nvSpPr>
              <p:cNvPr id="171" name="Rectangle 373">
                <a:extLst>
                  <a:ext uri="{FF2B5EF4-FFF2-40B4-BE49-F238E27FC236}">
                    <a16:creationId xmlns:a16="http://schemas.microsoft.com/office/drawing/2014/main" id="{48AC9D6B-08B0-5B28-DB7F-D957F5967249}"/>
                  </a:ext>
                </a:extLst>
              </p:cNvPr>
              <p:cNvSpPr/>
              <p:nvPr/>
            </p:nvSpPr>
            <p:spPr>
              <a:xfrm flipH="1">
                <a:off x="6194086" y="4577229"/>
                <a:ext cx="1300586" cy="284387"/>
              </a:xfrm>
              <a:prstGeom prst="rect">
                <a:avLst/>
              </a:prstGeom>
              <a:no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13" b="0" i="0" u="none" strike="noStrike" kern="1200" cap="none" spc="0" normalizeH="0" baseline="0" noProof="0" dirty="0">
                    <a:ln>
                      <a:noFill/>
                    </a:ln>
                    <a:solidFill>
                      <a:srgbClr val="123563"/>
                    </a:solidFill>
                    <a:effectLst/>
                    <a:uLnTx/>
                    <a:uFillTx/>
                    <a:latin typeface="Boehringer Forward Text"/>
                    <a:ea typeface="+mn-ea"/>
                    <a:cs typeface="+mn-cs"/>
                  </a:rPr>
                  <a:t>Dareon-Lung-2 CTA Sub.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dirty="0" err="1">
                    <a:ln>
                      <a:noFill/>
                    </a:ln>
                    <a:solidFill>
                      <a:srgbClr val="123563"/>
                    </a:solidFill>
                    <a:effectLst/>
                    <a:uLnTx/>
                    <a:uFillTx/>
                    <a:latin typeface="Boehringer Forward Text"/>
                    <a:ea typeface="+mn-ea"/>
                    <a:cs typeface="+mn-cs"/>
                  </a:rPr>
                  <a:t>Obrixtamig</a:t>
                </a:r>
                <a:r>
                  <a:rPr kumimoji="0" lang="en-US" altLang="zh-CN" sz="813" b="0" i="0" u="none" strike="noStrike" kern="1200" cap="none" spc="0" normalizeH="0" baseline="0" noProof="0" dirty="0">
                    <a:ln>
                      <a:noFill/>
                    </a:ln>
                    <a:solidFill>
                      <a:srgbClr val="123563"/>
                    </a:solidFill>
                    <a:effectLst/>
                    <a:uLnTx/>
                    <a:uFillTx/>
                    <a:latin typeface="Boehringer Forward Text"/>
                    <a:ea typeface="+mn-ea"/>
                    <a:cs typeface="+mn-cs"/>
                  </a:rPr>
                  <a:t> – 2L SCLC </a:t>
                </a:r>
              </a:p>
            </p:txBody>
          </p:sp>
          <p:sp>
            <p:nvSpPr>
              <p:cNvPr id="172" name="Arrow: Right 53">
                <a:extLst>
                  <a:ext uri="{FF2B5EF4-FFF2-40B4-BE49-F238E27FC236}">
                    <a16:creationId xmlns:a16="http://schemas.microsoft.com/office/drawing/2014/main" id="{688EC735-59C3-074F-57F6-EACB1C4A82E7}"/>
                  </a:ext>
                </a:extLst>
              </p:cNvPr>
              <p:cNvSpPr/>
              <p:nvPr/>
            </p:nvSpPr>
            <p:spPr>
              <a:xfrm flipH="1">
                <a:off x="6107503" y="4673848"/>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269" name="Straight Connector 379">
                <a:extLst>
                  <a:ext uri="{FF2B5EF4-FFF2-40B4-BE49-F238E27FC236}">
                    <a16:creationId xmlns:a16="http://schemas.microsoft.com/office/drawing/2014/main" id="{8816245E-7C29-F2B2-24D8-779031FC8C62}"/>
                  </a:ext>
                </a:extLst>
              </p:cNvPr>
              <p:cNvCxnSpPr>
                <a:cxnSpLocks/>
              </p:cNvCxnSpPr>
              <p:nvPr/>
            </p:nvCxnSpPr>
            <p:spPr>
              <a:xfrm flipH="1" flipV="1">
                <a:off x="6105871" y="3582022"/>
                <a:ext cx="465" cy="1115568"/>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69" name="Group 332">
              <a:extLst>
                <a:ext uri="{FF2B5EF4-FFF2-40B4-BE49-F238E27FC236}">
                  <a16:creationId xmlns:a16="http://schemas.microsoft.com/office/drawing/2014/main" id="{D33167EE-F212-A048-2818-DFF29404CE11}"/>
                </a:ext>
              </a:extLst>
            </p:cNvPr>
            <p:cNvGrpSpPr/>
            <p:nvPr/>
          </p:nvGrpSpPr>
          <p:grpSpPr>
            <a:xfrm>
              <a:off x="5963799" y="3330589"/>
              <a:ext cx="263250" cy="263249"/>
              <a:chOff x="5311199" y="2962865"/>
              <a:chExt cx="324000" cy="324000"/>
            </a:xfrm>
          </p:grpSpPr>
          <p:sp>
            <p:nvSpPr>
              <p:cNvPr id="71" name="Oval 336">
                <a:extLst>
                  <a:ext uri="{FF2B5EF4-FFF2-40B4-BE49-F238E27FC236}">
                    <a16:creationId xmlns:a16="http://schemas.microsoft.com/office/drawing/2014/main" id="{ABFE615A-AC86-B30D-87AA-CD8A3D0D598F}"/>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72" name="Group 337">
                <a:extLst>
                  <a:ext uri="{FF2B5EF4-FFF2-40B4-BE49-F238E27FC236}">
                    <a16:creationId xmlns:a16="http://schemas.microsoft.com/office/drawing/2014/main" id="{1513B95F-4D2C-F4DE-76FD-CE938D32D78A}"/>
                  </a:ext>
                </a:extLst>
              </p:cNvPr>
              <p:cNvGrpSpPr/>
              <p:nvPr/>
            </p:nvGrpSpPr>
            <p:grpSpPr>
              <a:xfrm>
                <a:off x="5373950" y="3024278"/>
                <a:ext cx="198000" cy="198000"/>
                <a:chOff x="5411047" y="3113464"/>
                <a:chExt cx="198000" cy="198000"/>
              </a:xfrm>
            </p:grpSpPr>
            <p:sp>
              <p:nvSpPr>
                <p:cNvPr id="73" name="Oval 338">
                  <a:extLst>
                    <a:ext uri="{FF2B5EF4-FFF2-40B4-BE49-F238E27FC236}">
                      <a16:creationId xmlns:a16="http://schemas.microsoft.com/office/drawing/2014/main" id="{1021F80B-AE85-5E25-1C5F-A514DEBB2D8E}"/>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74" name="Graphic 339" descr="Play outline">
                  <a:extLst>
                    <a:ext uri="{FF2B5EF4-FFF2-40B4-BE49-F238E27FC236}">
                      <a16:creationId xmlns:a16="http://schemas.microsoft.com/office/drawing/2014/main" id="{205171B9-6968-4A5D-250F-E8FCAD5AEB5B}"/>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grpSp>
    </p:spTree>
    <p:extLst>
      <p:ext uri="{BB962C8B-B14F-4D97-AF65-F5344CB8AC3E}">
        <p14:creationId xmlns:p14="http://schemas.microsoft.com/office/powerpoint/2010/main" val="1694068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1.45833E-6 4.81481E-6 L 0.32396 0.00162 " pathEditMode="relative" rAng="0" ptsTypes="AA">
                                      <p:cBhvr>
                                        <p:cTn id="6" dur="2000" fill="hold"/>
                                        <p:tgtEl>
                                          <p:spTgt spid="55"/>
                                        </p:tgtEl>
                                        <p:attrNameLst>
                                          <p:attrName>ppt_x</p:attrName>
                                          <p:attrName>ppt_y</p:attrName>
                                        </p:attrNameLst>
                                      </p:cBhvr>
                                      <p:rCtr x="16198" y="69"/>
                                    </p:animMotion>
                                  </p:childTnLst>
                                </p:cTn>
                              </p:par>
                              <p:par>
                                <p:cTn id="7" presetID="63" presetClass="path" presetSubtype="0" accel="50000" decel="50000" fill="hold" nodeType="withEffect">
                                  <p:stCondLst>
                                    <p:cond delay="0"/>
                                  </p:stCondLst>
                                  <p:childTnLst>
                                    <p:animMotion origin="layout" path="M -3.125E-6 -2.22222E-6 L 0.38256 -0.00231 " pathEditMode="relative" rAng="0" ptsTypes="AA">
                                      <p:cBhvr>
                                        <p:cTn id="8" dur="2000" fill="hold"/>
                                        <p:tgtEl>
                                          <p:spTgt spid="75"/>
                                        </p:tgtEl>
                                        <p:attrNameLst>
                                          <p:attrName>ppt_x</p:attrName>
                                          <p:attrName>ppt_y</p:attrName>
                                        </p:attrNameLst>
                                      </p:cBhvr>
                                      <p:rCtr x="19128" y="-116"/>
                                    </p:animMotion>
                                  </p:childTnLst>
                                </p:cTn>
                              </p:par>
                            </p:childTnLst>
                          </p:cTn>
                        </p:par>
                      </p:childTnLst>
                    </p:cTn>
                  </p:par>
                  <p:par>
                    <p:cTn id="9" fill="hold">
                      <p:stCondLst>
                        <p:cond delay="indefinite"/>
                      </p:stCondLst>
                      <p:childTnLst>
                        <p:par>
                          <p:cTn id="10" fill="hold">
                            <p:stCondLst>
                              <p:cond delay="0"/>
                            </p:stCondLst>
                            <p:childTnLst>
                              <p:par>
                                <p:cTn id="11" presetID="63" presetClass="path" presetSubtype="0" accel="50000" decel="50000" fill="hold" nodeType="clickEffect">
                                  <p:stCondLst>
                                    <p:cond delay="0"/>
                                  </p:stCondLst>
                                  <p:childTnLst>
                                    <p:animMotion origin="layout" path="M -1.04167E-6 1.48148E-6 L 0.29427 0.00162 " pathEditMode="relative" rAng="0" ptsTypes="AA">
                                      <p:cBhvr>
                                        <p:cTn id="12" dur="2000" fill="hold"/>
                                        <p:tgtEl>
                                          <p:spTgt spid="60"/>
                                        </p:tgtEl>
                                        <p:attrNameLst>
                                          <p:attrName>ppt_x</p:attrName>
                                          <p:attrName>ppt_y</p:attrName>
                                        </p:attrNameLst>
                                      </p:cBhvr>
                                      <p:rCtr x="14714" y="69"/>
                                    </p:animMotion>
                                  </p:childTnLst>
                                </p:cTn>
                              </p:par>
                              <p:par>
                                <p:cTn id="13" presetID="10" presetClass="exit" presetSubtype="0" fill="hold" nodeType="withEffect">
                                  <p:stCondLst>
                                    <p:cond delay="0"/>
                                  </p:stCondLst>
                                  <p:childTnLst>
                                    <p:animEffect transition="out" filter="fade">
                                      <p:cBhvr>
                                        <p:cTn id="14" dur="500"/>
                                        <p:tgtEl>
                                          <p:spTgt spid="76"/>
                                        </p:tgtEl>
                                      </p:cBhvr>
                                    </p:animEffect>
                                    <p:set>
                                      <p:cBhvr>
                                        <p:cTn id="15" dur="1" fill="hold">
                                          <p:stCondLst>
                                            <p:cond delay="499"/>
                                          </p:stCondLst>
                                        </p:cTn>
                                        <p:tgtEl>
                                          <p:spTgt spid="76"/>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63" presetClass="path" presetSubtype="0" accel="50000" decel="50000" fill="hold" nodeType="clickEffect">
                                  <p:stCondLst>
                                    <p:cond delay="0"/>
                                  </p:stCondLst>
                                  <p:childTnLst>
                                    <p:animMotion origin="layout" path="M 2.08333E-7 -7.40741E-7 L 0.38099 -0.00046 " pathEditMode="relative" rAng="0" ptsTypes="AA">
                                      <p:cBhvr>
                                        <p:cTn id="19" dur="2000" fill="hold"/>
                                        <p:tgtEl>
                                          <p:spTgt spid="63"/>
                                        </p:tgtEl>
                                        <p:attrNameLst>
                                          <p:attrName>ppt_x</p:attrName>
                                          <p:attrName>ppt_y</p:attrName>
                                        </p:attrNameLst>
                                      </p:cBhvr>
                                      <p:rCtr x="19049" y="-23"/>
                                    </p:animMotion>
                                  </p:childTnLst>
                                </p:cTn>
                              </p:par>
                            </p:childTnLst>
                          </p:cTn>
                        </p:par>
                      </p:childTnLst>
                    </p:cTn>
                  </p:par>
                  <p:par>
                    <p:cTn id="20" fill="hold">
                      <p:stCondLst>
                        <p:cond delay="indefinite"/>
                      </p:stCondLst>
                      <p:childTnLst>
                        <p:par>
                          <p:cTn id="21" fill="hold">
                            <p:stCondLst>
                              <p:cond delay="0"/>
                            </p:stCondLst>
                            <p:childTnLst>
                              <p:par>
                                <p:cTn id="22" presetID="63" presetClass="path" presetSubtype="0" accel="50000" decel="50000" fill="hold" nodeType="clickEffect">
                                  <p:stCondLst>
                                    <p:cond delay="0"/>
                                  </p:stCondLst>
                                  <p:childTnLst>
                                    <p:animMotion origin="layout" path="M -6.25E-7 -1.48148E-6 L 0.12396 0.00116 " pathEditMode="relative" rAng="0" ptsTypes="AA">
                                      <p:cBhvr>
                                        <p:cTn id="23" dur="2000" fill="hold"/>
                                        <p:tgtEl>
                                          <p:spTgt spid="268"/>
                                        </p:tgtEl>
                                        <p:attrNameLst>
                                          <p:attrName>ppt_x</p:attrName>
                                          <p:attrName>ppt_y</p:attrName>
                                        </p:attrNameLst>
                                      </p:cBhvr>
                                      <p:rCtr x="6198" y="4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1918F-D4B9-CB22-8347-C74577AED3F9}"/>
              </a:ext>
            </a:extLst>
          </p:cNvPr>
          <p:cNvSpPr>
            <a:spLocks noGrp="1"/>
          </p:cNvSpPr>
          <p:nvPr>
            <p:ph type="title"/>
          </p:nvPr>
        </p:nvSpPr>
        <p:spPr/>
        <p:txBody>
          <a:bodyPr/>
          <a:lstStyle/>
          <a:p>
            <a:r>
              <a:rPr lang="en-US" altLang="zh-CN" dirty="0"/>
              <a:t>ONC Portfolio Key Update – Late-Stage Assets</a:t>
            </a:r>
            <a:endParaRPr lang="zh-CN" altLang="en-US" dirty="0"/>
          </a:p>
        </p:txBody>
      </p:sp>
      <p:sp>
        <p:nvSpPr>
          <p:cNvPr id="4" name="Footer Placeholder 3">
            <a:extLst>
              <a:ext uri="{FF2B5EF4-FFF2-40B4-BE49-F238E27FC236}">
                <a16:creationId xmlns:a16="http://schemas.microsoft.com/office/drawing/2014/main" id="{DCC1BB9F-CAEF-31DF-2BBC-093AAE66D508}"/>
              </a:ext>
            </a:extLst>
          </p:cNvPr>
          <p:cNvSpPr>
            <a:spLocks noGrp="1"/>
          </p:cNvSpPr>
          <p:nvPr>
            <p:ph type="ftr" sz="quarter" idx="16"/>
          </p:nvPr>
        </p:nvSpPr>
        <p:spPr/>
        <p:txBody>
          <a:bodyPr/>
          <a:lstStyle/>
          <a:p>
            <a:r>
              <a:rPr lang="en-US" altLang="zh-CN"/>
              <a:t>MAP </a:t>
            </a:r>
            <a:r>
              <a:rPr lang="en-US"/>
              <a:t>|    ONLY FOR INTERNAL USE</a:t>
            </a:r>
          </a:p>
        </p:txBody>
      </p:sp>
      <p:sp>
        <p:nvSpPr>
          <p:cNvPr id="5" name="Slide Number Placeholder 4">
            <a:extLst>
              <a:ext uri="{FF2B5EF4-FFF2-40B4-BE49-F238E27FC236}">
                <a16:creationId xmlns:a16="http://schemas.microsoft.com/office/drawing/2014/main" id="{972F87C9-9F4C-7797-F365-BE8A4ED44AB6}"/>
              </a:ext>
            </a:extLst>
          </p:cNvPr>
          <p:cNvSpPr>
            <a:spLocks noGrp="1"/>
          </p:cNvSpPr>
          <p:nvPr>
            <p:ph type="sldNum" sz="quarter" idx="17"/>
          </p:nvPr>
        </p:nvSpPr>
        <p:spPr/>
        <p:txBody>
          <a:bodyPr/>
          <a:lstStyle/>
          <a:p>
            <a:fld id="{8FF9B0DE-3FEB-4AA0-B465-B80EF7C1333D}" type="slidenum">
              <a:rPr lang="en-US" smtClean="0"/>
              <a:pPr/>
              <a:t>4</a:t>
            </a:fld>
            <a:endParaRPr lang="en-US"/>
          </a:p>
        </p:txBody>
      </p:sp>
      <p:graphicFrame>
        <p:nvGraphicFramePr>
          <p:cNvPr id="6" name="Table 6">
            <a:extLst>
              <a:ext uri="{FF2B5EF4-FFF2-40B4-BE49-F238E27FC236}">
                <a16:creationId xmlns:a16="http://schemas.microsoft.com/office/drawing/2014/main" id="{99E71C16-9E1E-F011-B398-2DD75D956D8F}"/>
              </a:ext>
            </a:extLst>
          </p:cNvPr>
          <p:cNvGraphicFramePr>
            <a:graphicFrameLocks noGrp="1"/>
          </p:cNvGraphicFramePr>
          <p:nvPr>
            <p:extLst>
              <p:ext uri="{D42A27DB-BD31-4B8C-83A1-F6EECF244321}">
                <p14:modId xmlns:p14="http://schemas.microsoft.com/office/powerpoint/2010/main" val="3402366226"/>
              </p:ext>
            </p:extLst>
          </p:nvPr>
        </p:nvGraphicFramePr>
        <p:xfrm>
          <a:off x="399097" y="909293"/>
          <a:ext cx="11393806" cy="5256841"/>
        </p:xfrm>
        <a:graphic>
          <a:graphicData uri="http://schemas.openxmlformats.org/drawingml/2006/table">
            <a:tbl>
              <a:tblPr firstRow="1" bandRow="1">
                <a:tableStyleId>{7E9639D4-E3E2-4D34-9284-5A2195B3D0D7}</a:tableStyleId>
              </a:tblPr>
              <a:tblGrid>
                <a:gridCol w="1263662">
                  <a:extLst>
                    <a:ext uri="{9D8B030D-6E8A-4147-A177-3AD203B41FA5}">
                      <a16:colId xmlns:a16="http://schemas.microsoft.com/office/drawing/2014/main" val="3183558779"/>
                    </a:ext>
                  </a:extLst>
                </a:gridCol>
                <a:gridCol w="1202032">
                  <a:extLst>
                    <a:ext uri="{9D8B030D-6E8A-4147-A177-3AD203B41FA5}">
                      <a16:colId xmlns:a16="http://schemas.microsoft.com/office/drawing/2014/main" val="4060529730"/>
                    </a:ext>
                  </a:extLst>
                </a:gridCol>
                <a:gridCol w="1033474">
                  <a:extLst>
                    <a:ext uri="{9D8B030D-6E8A-4147-A177-3AD203B41FA5}">
                      <a16:colId xmlns:a16="http://schemas.microsoft.com/office/drawing/2014/main" val="1540706906"/>
                    </a:ext>
                  </a:extLst>
                </a:gridCol>
                <a:gridCol w="4889119">
                  <a:extLst>
                    <a:ext uri="{9D8B030D-6E8A-4147-A177-3AD203B41FA5}">
                      <a16:colId xmlns:a16="http://schemas.microsoft.com/office/drawing/2014/main" val="1815427223"/>
                    </a:ext>
                  </a:extLst>
                </a:gridCol>
                <a:gridCol w="3005519">
                  <a:extLst>
                    <a:ext uri="{9D8B030D-6E8A-4147-A177-3AD203B41FA5}">
                      <a16:colId xmlns:a16="http://schemas.microsoft.com/office/drawing/2014/main" val="3539556881"/>
                    </a:ext>
                  </a:extLst>
                </a:gridCol>
              </a:tblGrid>
              <a:tr h="492246">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000"/>
                        <a:t>Asset Name (MoA)</a:t>
                      </a:r>
                      <a:endParaRPr lang="zh-CN" altLang="en-US" sz="1000"/>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076D7E"/>
                    </a:solidFill>
                  </a:tcPr>
                </a:tc>
                <a:tc>
                  <a:txBody>
                    <a:bodyPr/>
                    <a:lstStyle/>
                    <a:p>
                      <a:pPr algn="ctr"/>
                      <a:r>
                        <a:rPr lang="en-US" altLang="zh-CN" sz="1000"/>
                        <a:t>Indication</a:t>
                      </a:r>
                      <a:endParaRPr lang="zh-CN" altLang="en-US" sz="1000"/>
                    </a:p>
                  </a:txBody>
                  <a:tcPr anchor="ctr">
                    <a:lnL w="12700" cap="flat" cmpd="sng" algn="ctr">
                      <a:noFill/>
                      <a:prstDash val="solid"/>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076D7E"/>
                    </a:solidFill>
                  </a:tcPr>
                </a:tc>
                <a:tc>
                  <a:txBody>
                    <a:bodyPr/>
                    <a:lstStyle/>
                    <a:p>
                      <a:pPr algn="ctr"/>
                      <a:r>
                        <a:rPr lang="en-US" altLang="zh-CN" sz="1000"/>
                        <a:t>China Approval </a:t>
                      </a:r>
                    </a:p>
                    <a:p>
                      <a:pPr lvl="0" algn="ctr">
                        <a:buNone/>
                      </a:pPr>
                      <a:r>
                        <a:rPr lang="en-US" altLang="zh-CN" sz="1000"/>
                        <a:t>(base case)</a:t>
                      </a:r>
                    </a:p>
                  </a:txBody>
                  <a:tcPr anchor="ctr">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076D7E"/>
                    </a:solidFill>
                  </a:tcPr>
                </a:tc>
                <a:tc>
                  <a:txBody>
                    <a:bodyPr/>
                    <a:lstStyle/>
                    <a:p>
                      <a:pPr algn="ctr"/>
                      <a:r>
                        <a:rPr lang="en-US" altLang="zh-CN" sz="1000"/>
                        <a:t>Update</a:t>
                      </a:r>
                      <a:endParaRPr lang="zh-CN" altLang="en-US" sz="1000" i="1">
                        <a:solidFill>
                          <a:schemeClr val="bg1">
                            <a:lumMod val="75000"/>
                          </a:schemeClr>
                        </a:solidFill>
                      </a:endParaRPr>
                    </a:p>
                  </a:txBody>
                  <a:tcPr anchor="ctr">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076D7E"/>
                    </a:solidFill>
                  </a:tcPr>
                </a:tc>
                <a:tc>
                  <a:txBody>
                    <a:bodyPr/>
                    <a:lstStyle/>
                    <a:p>
                      <a:pPr algn="ctr"/>
                      <a:r>
                        <a:rPr lang="en-US" altLang="zh-CN" sz="1000"/>
                        <a:t>Next Step</a:t>
                      </a:r>
                      <a:endParaRPr lang="zh-CN" altLang="en-US" sz="1000"/>
                    </a:p>
                  </a:txBody>
                  <a:tcPr anchor="ctr">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076D7E"/>
                    </a:solidFill>
                  </a:tcPr>
                </a:tc>
                <a:extLst>
                  <a:ext uri="{0D108BD9-81ED-4DB2-BD59-A6C34878D82A}">
                    <a16:rowId xmlns:a16="http://schemas.microsoft.com/office/drawing/2014/main" val="4731445"/>
                  </a:ext>
                </a:extLst>
              </a:tr>
              <a:tr h="648793">
                <a:tc rowSpan="5">
                  <a:txBody>
                    <a:bodyPr/>
                    <a:lstStyle/>
                    <a:p>
                      <a:r>
                        <a:rPr kumimoji="1" lang="en-US" altLang="zh-CN" sz="800" b="1" i="0" kern="1200">
                          <a:solidFill>
                            <a:schemeClr val="tx1"/>
                          </a:solidFill>
                          <a:latin typeface="+mn-lt"/>
                          <a:ea typeface="+mn-ea"/>
                          <a:cs typeface="+mn-cs"/>
                        </a:rPr>
                        <a:t>Zongertinib</a:t>
                      </a:r>
                      <a:r>
                        <a:rPr lang="en-US" altLang="zh-CN" sz="800" i="0" kern="1200">
                          <a:solidFill>
                            <a:schemeClr val="tx1"/>
                          </a:solidFill>
                          <a:latin typeface="+mn-lt"/>
                          <a:ea typeface="+mn-ea"/>
                          <a:cs typeface="+mn-cs"/>
                        </a:rPr>
                        <a:t> </a:t>
                      </a:r>
                      <a:endParaRPr kumimoji="1" lang="en-US" altLang="zh-CN" sz="800" i="0" kern="1200">
                        <a:solidFill>
                          <a:schemeClr val="tx1"/>
                        </a:solidFill>
                        <a:latin typeface="+mn-lt"/>
                        <a:ea typeface="+mn-ea"/>
                        <a:cs typeface="+mn-cs"/>
                      </a:endParaRPr>
                    </a:p>
                    <a:p>
                      <a:r>
                        <a:rPr kumimoji="1" lang="en-US" altLang="zh-CN" sz="800" i="0" kern="1200">
                          <a:solidFill>
                            <a:schemeClr val="tx1"/>
                          </a:solidFill>
                          <a:latin typeface="+mn-lt"/>
                          <a:ea typeface="+mn-ea"/>
                          <a:cs typeface="+mn-cs"/>
                        </a:rPr>
                        <a:t>(HER2 TKI)</a:t>
                      </a:r>
                      <a:endParaRPr kumimoji="1" lang="zh-CN" altLang="en-US" sz="800" i="0" kern="1200">
                        <a:solidFill>
                          <a:schemeClr val="tx1"/>
                        </a:solidFill>
                        <a:latin typeface="+mn-lt"/>
                        <a:ea typeface="+mn-ea"/>
                        <a:cs typeface="+mn-cs"/>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800" i="0" kern="1200" dirty="0">
                          <a:solidFill>
                            <a:schemeClr val="tx1"/>
                          </a:solidFill>
                          <a:latin typeface="+mn-lt"/>
                          <a:ea typeface="+mn-ea"/>
                          <a:cs typeface="+mn-cs"/>
                        </a:rPr>
                        <a:t>2L NSCLC</a:t>
                      </a:r>
                      <a:endParaRPr kumimoji="1" lang="zh-CN" altLang="en-US" sz="800" i="0" kern="1200" dirty="0">
                        <a:solidFill>
                          <a:schemeClr val="tx1"/>
                        </a:solidFill>
                        <a:latin typeface="+mn-lt"/>
                        <a:ea typeface="+mn-ea"/>
                        <a:cs typeface="+mn-cs"/>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800" i="0" kern="1200" dirty="0">
                          <a:solidFill>
                            <a:schemeClr val="tx1"/>
                          </a:solidFill>
                          <a:latin typeface="+mn-lt"/>
                          <a:ea typeface="+mn-ea"/>
                          <a:cs typeface="+mn-cs"/>
                        </a:rPr>
                        <a:t>Jan 2026</a:t>
                      </a:r>
                      <a:endParaRPr kumimoji="1" lang="zh-CN" altLang="en-US" sz="800" i="0" kern="1200" dirty="0">
                        <a:solidFill>
                          <a:schemeClr val="tx1"/>
                        </a:solidFill>
                        <a:latin typeface="+mn-lt"/>
                        <a:ea typeface="+mn-ea"/>
                        <a:cs typeface="+mn-cs"/>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800" i="0" kern="1200" dirty="0">
                          <a:solidFill>
                            <a:schemeClr val="tx1"/>
                          </a:solidFill>
                          <a:latin typeface="+mn-lt"/>
                          <a:ea typeface="+mn-ea"/>
                          <a:cs typeface="+mn-cs"/>
                        </a:rPr>
                        <a:t>CFDI &amp; FDA GCP inspection accomplished in Apr</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800" i="0" kern="1200" dirty="0">
                          <a:solidFill>
                            <a:schemeClr val="tx1"/>
                          </a:solidFill>
                          <a:latin typeface="+mn-lt"/>
                          <a:ea typeface="+mn-ea"/>
                          <a:cs typeface="+mn-cs"/>
                        </a:rPr>
                        <a:t>Technical review by CDE was initiated in Jan 2025.</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800" i="0" kern="1200" dirty="0">
                          <a:solidFill>
                            <a:schemeClr val="tx1"/>
                          </a:solidFill>
                          <a:latin typeface="+mn-lt"/>
                          <a:ea typeface="+mn-ea"/>
                          <a:cs typeface="+mn-cs"/>
                        </a:rPr>
                        <a:t>2</a:t>
                      </a:r>
                      <a:r>
                        <a:rPr kumimoji="1" lang="en-US" altLang="zh-CN" sz="800" i="0" kern="1200" baseline="30000" dirty="0">
                          <a:solidFill>
                            <a:schemeClr val="tx1"/>
                          </a:solidFill>
                          <a:latin typeface="+mn-lt"/>
                          <a:ea typeface="+mn-ea"/>
                          <a:cs typeface="+mn-cs"/>
                        </a:rPr>
                        <a:t>nd</a:t>
                      </a:r>
                      <a:r>
                        <a:rPr kumimoji="1" lang="en-US" altLang="zh-CN" sz="800" i="0" kern="1200" dirty="0">
                          <a:solidFill>
                            <a:schemeClr val="tx1"/>
                          </a:solidFill>
                          <a:latin typeface="+mn-lt"/>
                          <a:ea typeface="+mn-ea"/>
                          <a:cs typeface="+mn-cs"/>
                        </a:rPr>
                        <a:t>  rolling submissions (PK study report and PI update) in Mar</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800" i="0" kern="1200" dirty="0">
                          <a:solidFill>
                            <a:schemeClr val="tx1"/>
                          </a:solidFill>
                          <a:latin typeface="+mn-lt"/>
                          <a:ea typeface="+mn-ea"/>
                          <a:cs typeface="+mn-cs"/>
                        </a:rPr>
                        <a:t>CTP v 7.0 and local amendment submitted on 9 May, approval expected in Aug.</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800" i="0" kern="1200" dirty="0">
                          <a:solidFill>
                            <a:schemeClr val="tx1"/>
                          </a:solidFill>
                          <a:latin typeface="+mn-lt"/>
                          <a:ea typeface="+mn-ea"/>
                          <a:cs typeface="+mn-cs"/>
                        </a:rPr>
                        <a:t>DSUR submitted in May</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0" lvl="0" indent="-2286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800" i="0" kern="1200" dirty="0">
                          <a:solidFill>
                            <a:schemeClr val="tx1"/>
                          </a:solidFill>
                          <a:latin typeface="+mn-lt"/>
                          <a:ea typeface="+mn-ea"/>
                          <a:cs typeface="+mn-cs"/>
                        </a:rPr>
                        <a:t>Prepare for 3</a:t>
                      </a:r>
                      <a:r>
                        <a:rPr kumimoji="1" lang="en-US" altLang="zh-CN" sz="800" i="0" kern="1200" baseline="30000" dirty="0">
                          <a:solidFill>
                            <a:schemeClr val="tx1"/>
                          </a:solidFill>
                          <a:latin typeface="+mn-lt"/>
                          <a:ea typeface="+mn-ea"/>
                          <a:cs typeface="+mn-cs"/>
                        </a:rPr>
                        <a:t>rd</a:t>
                      </a:r>
                      <a:r>
                        <a:rPr kumimoji="1" lang="en-US" altLang="zh-CN" sz="800" i="0" kern="1200" dirty="0">
                          <a:solidFill>
                            <a:schemeClr val="tx1"/>
                          </a:solidFill>
                          <a:latin typeface="+mn-lt"/>
                          <a:ea typeface="+mn-ea"/>
                          <a:cs typeface="+mn-cs"/>
                        </a:rPr>
                        <a:t> rolling submission (</a:t>
                      </a:r>
                      <a:r>
                        <a:rPr lang="en-US" altLang="zh-CN" sz="800" dirty="0">
                          <a:solidFill>
                            <a:schemeClr val="tx1"/>
                          </a:solidFill>
                          <a:latin typeface="Boehringer Forward Head (标题)"/>
                        </a:rPr>
                        <a:t>Updated 12months efficacy and safety data) in May based on cohort 1 updated data in May</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04128368"/>
                  </a:ext>
                </a:extLst>
              </a:tr>
              <a:tr h="628981">
                <a:tc vMerge="1">
                  <a:txBody>
                    <a:bodyPr/>
                    <a:lstStyle/>
                    <a:p>
                      <a:endParaRPr kumimoji="1" lang="zh-CN" altLang="en-US" sz="1200" i="1" kern="1200">
                        <a:solidFill>
                          <a:schemeClr val="bg1">
                            <a:lumMod val="65000"/>
                          </a:schemeClr>
                        </a:solidFill>
                        <a:latin typeface="+mn-lt"/>
                        <a:ea typeface="+mn-ea"/>
                        <a:cs typeface="+mn-cs"/>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800" i="0" kern="1200">
                          <a:solidFill>
                            <a:schemeClr val="tx1"/>
                          </a:solidFill>
                          <a:latin typeface="+mn-lt"/>
                          <a:ea typeface="+mn-ea"/>
                          <a:cs typeface="+mn-cs"/>
                        </a:rPr>
                        <a:t>1L NSCLC</a:t>
                      </a:r>
                      <a:endParaRPr kumimoji="1" lang="zh-CN" altLang="en-US" sz="800" i="0" kern="1200">
                        <a:solidFill>
                          <a:schemeClr val="tx1"/>
                        </a:solidFill>
                        <a:latin typeface="+mn-lt"/>
                        <a:ea typeface="+mn-ea"/>
                        <a:cs typeface="+mn-cs"/>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800" i="0" kern="1200" dirty="0">
                          <a:solidFill>
                            <a:schemeClr val="tx1"/>
                          </a:solidFill>
                          <a:latin typeface="+mn-lt"/>
                          <a:ea typeface="+mn-ea"/>
                          <a:cs typeface="+mn-cs"/>
                        </a:rPr>
                        <a:t>Jan 2027</a:t>
                      </a:r>
                      <a:endParaRPr kumimoji="1" lang="zh-CN" altLang="en-US" sz="800" i="0" kern="1200" dirty="0">
                        <a:solidFill>
                          <a:schemeClr val="tx1"/>
                        </a:solidFill>
                        <a:latin typeface="+mn-lt"/>
                        <a:ea typeface="+mn-ea"/>
                        <a:cs typeface="+mn-cs"/>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69863" marR="0" lvl="0" indent="-169863"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i="0" kern="1200" dirty="0">
                          <a:solidFill>
                            <a:schemeClr val="tx1"/>
                          </a:solidFill>
                          <a:latin typeface="+mn-lt"/>
                          <a:ea typeface="+mn-ea"/>
                          <a:cs typeface="+mn-cs"/>
                        </a:rPr>
                        <a:t>HA interaction request for </a:t>
                      </a:r>
                      <a:r>
                        <a:rPr lang="en-US" altLang="zh-CN" sz="800" i="0" kern="1200" dirty="0" err="1">
                          <a:solidFill>
                            <a:schemeClr val="tx1"/>
                          </a:solidFill>
                          <a:latin typeface="+mn-lt"/>
                          <a:ea typeface="+mn-ea"/>
                          <a:cs typeface="+mn-cs"/>
                        </a:rPr>
                        <a:t>Beamion</a:t>
                      </a:r>
                      <a:r>
                        <a:rPr lang="en-US" altLang="zh-CN" sz="800" i="0" kern="1200" dirty="0">
                          <a:solidFill>
                            <a:schemeClr val="tx1"/>
                          </a:solidFill>
                          <a:latin typeface="+mn-lt"/>
                          <a:ea typeface="+mn-ea"/>
                          <a:cs typeface="+mn-cs"/>
                        </a:rPr>
                        <a:t> LUNG-2 CTP amendment (v5.0) based on FDA feedback has been submitted  in May</a:t>
                      </a:r>
                    </a:p>
                    <a:p>
                      <a:pPr marL="169863" marR="0" lvl="0" indent="-169863"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i="0" kern="1200" dirty="0">
                          <a:solidFill>
                            <a:schemeClr val="tx1"/>
                          </a:solidFill>
                          <a:latin typeface="+mn-lt"/>
                          <a:ea typeface="+mn-ea"/>
                          <a:cs typeface="+mn-cs"/>
                        </a:rPr>
                        <a:t>Global: </a:t>
                      </a:r>
                      <a:r>
                        <a:rPr lang="en-US" altLang="zh-CN" sz="800" i="0" kern="1200" dirty="0" err="1">
                          <a:solidFill>
                            <a:schemeClr val="tx1"/>
                          </a:solidFill>
                          <a:latin typeface="+mn-lt"/>
                          <a:ea typeface="+mn-ea"/>
                          <a:cs typeface="+mn-cs"/>
                        </a:rPr>
                        <a:t>Beamion</a:t>
                      </a:r>
                      <a:r>
                        <a:rPr lang="en-US" altLang="zh-CN" sz="800" i="0" kern="1200" dirty="0">
                          <a:solidFill>
                            <a:schemeClr val="tx1"/>
                          </a:solidFill>
                          <a:latin typeface="+mn-lt"/>
                          <a:ea typeface="+mn-ea"/>
                          <a:cs typeface="+mn-cs"/>
                        </a:rPr>
                        <a:t> LUNG-2 Completed the Initial Recruitment (270 pts) with 65 CN patients (216% commitment)</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0" lvl="0" indent="-2286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800" i="0" kern="1200" dirty="0">
                          <a:solidFill>
                            <a:schemeClr val="tx1"/>
                          </a:solidFill>
                          <a:latin typeface="+mn-lt"/>
                          <a:ea typeface="+mn-ea"/>
                          <a:cs typeface="+mn-cs"/>
                        </a:rPr>
                        <a:t>Prepare for BTD application based on topline result of </a:t>
                      </a:r>
                      <a:r>
                        <a:rPr kumimoji="1" lang="en-US" altLang="zh-CN" sz="800" i="0" kern="1200" dirty="0" err="1">
                          <a:solidFill>
                            <a:schemeClr val="tx1"/>
                          </a:solidFill>
                          <a:latin typeface="+mn-lt"/>
                          <a:ea typeface="+mn-ea"/>
                          <a:cs typeface="+mn-cs"/>
                        </a:rPr>
                        <a:t>Beamion</a:t>
                      </a:r>
                      <a:r>
                        <a:rPr kumimoji="1" lang="en-US" altLang="zh-CN" sz="800" i="0" kern="1200" dirty="0">
                          <a:solidFill>
                            <a:schemeClr val="tx1"/>
                          </a:solidFill>
                          <a:latin typeface="+mn-lt"/>
                          <a:ea typeface="+mn-ea"/>
                          <a:cs typeface="+mn-cs"/>
                        </a:rPr>
                        <a:t> LUNG-1 cohort 2 in May, expect to sub. in Jun</a:t>
                      </a:r>
                    </a:p>
                    <a:p>
                      <a:pPr marL="228600" marR="0" lvl="0" indent="-2286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800" i="0" kern="1200" dirty="0">
                          <a:solidFill>
                            <a:schemeClr val="tx1"/>
                          </a:solidFill>
                          <a:latin typeface="+mn-lt"/>
                          <a:ea typeface="+mn-ea"/>
                          <a:cs typeface="+mn-cs"/>
                        </a:rPr>
                        <a:t>HA interaction regarding SAT for AA in Q3</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2708110"/>
                  </a:ext>
                </a:extLst>
              </a:tr>
              <a:tr h="410205">
                <a:tc vMerge="1">
                  <a:txBody>
                    <a:bodyPr/>
                    <a:lstStyle/>
                    <a:p>
                      <a:endParaRPr lang="zh-CN" altLang="en-US"/>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800" i="0" kern="1200">
                          <a:solidFill>
                            <a:schemeClr val="tx1"/>
                          </a:solidFill>
                          <a:latin typeface="+mn-lt"/>
                          <a:ea typeface="+mn-ea"/>
                          <a:cs typeface="+mn-cs"/>
                        </a:rPr>
                        <a:t>Adjuvant NSCLC</a:t>
                      </a:r>
                      <a:endParaRPr kumimoji="1" lang="zh-CN" altLang="en-US" sz="800" i="0" kern="1200">
                        <a:solidFill>
                          <a:schemeClr val="tx1"/>
                        </a:solidFill>
                        <a:latin typeface="+mn-lt"/>
                        <a:ea typeface="+mn-ea"/>
                        <a:cs typeface="+mn-cs"/>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800" i="0" kern="1200">
                          <a:solidFill>
                            <a:schemeClr val="tx1"/>
                          </a:solidFill>
                          <a:latin typeface="+mn-lt"/>
                          <a:ea typeface="+mn-ea"/>
                          <a:cs typeface="+mn-cs"/>
                        </a:rPr>
                        <a:t>2032</a:t>
                      </a:r>
                      <a:endParaRPr kumimoji="1" lang="zh-CN" sz="1600">
                        <a:solidFill>
                          <a:schemeClr val="tx1"/>
                        </a:solidFill>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800" i="0" kern="1200" dirty="0">
                          <a:solidFill>
                            <a:schemeClr val="tx1"/>
                          </a:solidFill>
                          <a:latin typeface="+mn-lt"/>
                          <a:ea typeface="+mn-ea"/>
                          <a:cs typeface="+mn-cs"/>
                        </a:rPr>
                        <a:t>Team evaluated FDA feedback on </a:t>
                      </a:r>
                      <a:r>
                        <a:rPr kumimoji="1" lang="en-US" altLang="zh-CN" sz="800" i="0" kern="1200" dirty="0" err="1">
                          <a:solidFill>
                            <a:schemeClr val="tx1"/>
                          </a:solidFill>
                          <a:latin typeface="+mn-lt"/>
                          <a:ea typeface="+mn-ea"/>
                          <a:cs typeface="+mn-cs"/>
                        </a:rPr>
                        <a:t>Beamion</a:t>
                      </a:r>
                      <a:r>
                        <a:rPr kumimoji="1" lang="en-US" altLang="zh-CN" sz="800" i="0" kern="1200" dirty="0">
                          <a:solidFill>
                            <a:schemeClr val="tx1"/>
                          </a:solidFill>
                          <a:latin typeface="+mn-lt"/>
                          <a:ea typeface="+mn-ea"/>
                          <a:cs typeface="+mn-cs"/>
                        </a:rPr>
                        <a:t> LUNG-3 study and :</a:t>
                      </a:r>
                    </a:p>
                    <a:p>
                      <a:pPr marL="346075" marR="0" lvl="1"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800" i="0" kern="1200" dirty="0">
                          <a:solidFill>
                            <a:schemeClr val="tx1"/>
                          </a:solidFill>
                          <a:latin typeface="+mn-lt"/>
                          <a:ea typeface="+mn-ea"/>
                          <a:cs typeface="+mn-cs"/>
                        </a:rPr>
                        <a:t>Revisit Pre-IND meeting questions in China</a:t>
                      </a:r>
                    </a:p>
                    <a:p>
                      <a:pPr marL="346075" marR="0" lvl="1"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800" i="0" kern="1200" dirty="0">
                          <a:solidFill>
                            <a:schemeClr val="tx1"/>
                          </a:solidFill>
                          <a:latin typeface="+mn-lt"/>
                          <a:ea typeface="+mn-ea"/>
                          <a:cs typeface="+mn-cs"/>
                        </a:rPr>
                        <a:t>Evaluated possible impact on trial conduction based on FDA requests</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0" lvl="0" indent="-2286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800" i="0" kern="1200" dirty="0">
                          <a:solidFill>
                            <a:schemeClr val="tx1"/>
                          </a:solidFill>
                          <a:latin typeface="+mn-lt"/>
                          <a:ea typeface="+mn-ea"/>
                          <a:cs typeface="+mn-cs"/>
                        </a:rPr>
                        <a:t>To submit Pre-IND meeting request in May</a:t>
                      </a:r>
                    </a:p>
                    <a:p>
                      <a:pPr marL="228600" marR="0" lvl="0" indent="-22860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800" i="0" kern="1200" dirty="0">
                          <a:solidFill>
                            <a:schemeClr val="tx1"/>
                          </a:solidFill>
                          <a:latin typeface="+mn-lt"/>
                          <a:ea typeface="+mn-ea"/>
                          <a:cs typeface="+mn-cs"/>
                        </a:rPr>
                        <a:t>Trial preparation for </a:t>
                      </a:r>
                      <a:r>
                        <a:rPr kumimoji="1" lang="en-US" altLang="zh-CN" sz="800" i="0" kern="1200" dirty="0" err="1">
                          <a:solidFill>
                            <a:schemeClr val="tx1"/>
                          </a:solidFill>
                          <a:latin typeface="+mn-lt"/>
                          <a:ea typeface="+mn-ea"/>
                          <a:cs typeface="+mn-cs"/>
                        </a:rPr>
                        <a:t>Beamion</a:t>
                      </a:r>
                      <a:r>
                        <a:rPr kumimoji="1" lang="en-US" altLang="zh-CN" sz="800" i="0" kern="1200" dirty="0">
                          <a:solidFill>
                            <a:schemeClr val="tx1"/>
                          </a:solidFill>
                          <a:latin typeface="+mn-lt"/>
                          <a:ea typeface="+mn-ea"/>
                          <a:cs typeface="+mn-cs"/>
                        </a:rPr>
                        <a:t> LUNG-3</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0485170"/>
                  </a:ext>
                </a:extLst>
              </a:tr>
              <a:tr h="519593">
                <a:tc vMerge="1">
                  <a:txBody>
                    <a:bodyPr/>
                    <a:lstStyle/>
                    <a:p>
                      <a:endParaRPr kumimoji="1" lang="zh-CN" altLang="en-US" sz="1200" i="1" kern="1200">
                        <a:solidFill>
                          <a:schemeClr val="bg1">
                            <a:lumMod val="65000"/>
                          </a:schemeClr>
                        </a:solidFill>
                        <a:latin typeface="+mn-lt"/>
                        <a:ea typeface="+mn-ea"/>
                        <a:cs typeface="+mn-cs"/>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800" i="0" kern="1200" dirty="0">
                          <a:solidFill>
                            <a:schemeClr val="tx1"/>
                          </a:solidFill>
                          <a:latin typeface="+mn-lt"/>
                          <a:ea typeface="+mn-ea"/>
                          <a:cs typeface="+mn-cs"/>
                        </a:rPr>
                        <a:t>Pan-tumor</a:t>
                      </a:r>
                      <a:endParaRPr lang="zh-CN" altLang="en-US" sz="800" i="0" kern="1200" dirty="0">
                        <a:solidFill>
                          <a:schemeClr val="tx1"/>
                        </a:solidFill>
                        <a:latin typeface="+mn-lt"/>
                        <a:ea typeface="+mn-ea"/>
                        <a:cs typeface="+mn-cs"/>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800" i="0" kern="1200" dirty="0">
                          <a:solidFill>
                            <a:schemeClr val="tx1"/>
                          </a:solidFill>
                          <a:latin typeface="+mn-lt"/>
                          <a:ea typeface="+mn-ea"/>
                          <a:cs typeface="+mn-cs"/>
                        </a:rPr>
                        <a:t>NA</a:t>
                      </a:r>
                      <a:endParaRPr lang="zh-CN" altLang="en-US" sz="800" i="0" kern="1200" dirty="0">
                        <a:solidFill>
                          <a:schemeClr val="tx1"/>
                        </a:solidFill>
                        <a:latin typeface="+mn-lt"/>
                        <a:ea typeface="+mn-ea"/>
                        <a:cs typeface="+mn-cs"/>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i="0" kern="1200" dirty="0">
                          <a:solidFill>
                            <a:schemeClr val="tx1"/>
                          </a:solidFill>
                          <a:latin typeface="+mn-lt"/>
                          <a:ea typeface="+mn-ea"/>
                          <a:cs typeface="+mn-cs"/>
                        </a:rPr>
                        <a:t>Pan tumor team is approaching the strategy to global CEC for further development ( Single specific indications, tumor agnostic, </a:t>
                      </a:r>
                      <a:r>
                        <a:rPr lang="en-US" altLang="zh-CN" sz="800" i="0" kern="1200" dirty="0" err="1">
                          <a:solidFill>
                            <a:schemeClr val="tx1"/>
                          </a:solidFill>
                          <a:latin typeface="+mn-lt"/>
                          <a:ea typeface="+mn-ea"/>
                          <a:cs typeface="+mn-cs"/>
                        </a:rPr>
                        <a:t>etc</a:t>
                      </a:r>
                      <a:r>
                        <a:rPr lang="en-US" altLang="zh-CN" sz="800" i="0" kern="1200" dirty="0">
                          <a:solidFill>
                            <a:schemeClr val="tx1"/>
                          </a:solidFill>
                          <a:latin typeface="+mn-lt"/>
                          <a:ea typeface="+mn-ea"/>
                          <a:cs typeface="+mn-cs"/>
                        </a:rPr>
                        <a:t>)</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i="0" kern="1200" dirty="0">
                          <a:solidFill>
                            <a:schemeClr val="tx1"/>
                          </a:solidFill>
                          <a:latin typeface="+mn-lt"/>
                          <a:ea typeface="+mn-ea"/>
                          <a:cs typeface="+mn-cs"/>
                        </a:rPr>
                        <a:t>Protocol version 2.0 (with three new cohorts) was released, local team is expected to execute the new protocol by the end of May.</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i="0" kern="1200" dirty="0">
                          <a:solidFill>
                            <a:schemeClr val="tx1"/>
                          </a:solidFill>
                          <a:latin typeface="+mn-lt"/>
                          <a:ea typeface="+mn-ea"/>
                          <a:cs typeface="+mn-cs"/>
                        </a:rPr>
                        <a:t>CN:</a:t>
                      </a:r>
                      <a:r>
                        <a:rPr lang="zh-CN" altLang="en-US" sz="800" i="0" kern="1200" dirty="0">
                          <a:solidFill>
                            <a:schemeClr val="tx1"/>
                          </a:solidFill>
                          <a:latin typeface="+mn-lt"/>
                          <a:ea typeface="+mn-ea"/>
                          <a:cs typeface="+mn-cs"/>
                        </a:rPr>
                        <a:t> </a:t>
                      </a:r>
                      <a:r>
                        <a:rPr lang="en-US" altLang="zh-CN" sz="800" i="0" kern="1200" dirty="0">
                          <a:solidFill>
                            <a:schemeClr val="tx1"/>
                          </a:solidFill>
                          <a:latin typeface="+mn-lt"/>
                          <a:ea typeface="+mn-ea"/>
                          <a:cs typeface="+mn-cs"/>
                        </a:rPr>
                        <a:t>5 subjects were screened ( 3 Salivary Gland Cancer , 1 Colorectal  Cancer, 1 </a:t>
                      </a:r>
                      <a:r>
                        <a:rPr lang="en-US" altLang="zh-CN" sz="800" i="0" kern="1200" noProof="0" dirty="0">
                          <a:solidFill>
                            <a:schemeClr val="tx1"/>
                          </a:solidFill>
                          <a:latin typeface="+mn-lt"/>
                          <a:ea typeface="+mn-ea"/>
                          <a:cs typeface="+mn-cs"/>
                        </a:rPr>
                        <a:t>Cervical cancer) , 3 achieved PR. </a:t>
                      </a:r>
                      <a:endParaRPr lang="en-US" altLang="zh-CN" sz="800" i="0" kern="1200" dirty="0">
                        <a:solidFill>
                          <a:schemeClr val="tx1"/>
                        </a:solidFill>
                        <a:latin typeface="+mn-lt"/>
                        <a:ea typeface="+mn-ea"/>
                        <a:cs typeface="+mn-cs"/>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i="0" kern="1200" dirty="0">
                          <a:solidFill>
                            <a:schemeClr val="tx1"/>
                          </a:solidFill>
                          <a:latin typeface="+mn-lt"/>
                          <a:ea typeface="+mn-ea"/>
                          <a:cs typeface="+mn-cs"/>
                        </a:rPr>
                        <a:t>New protocol execution and enroll new cohorts-related subjects </a:t>
                      </a:r>
                      <a:endParaRPr lang="zh-CN" altLang="en-US" sz="800" i="0" kern="1200" dirty="0">
                        <a:solidFill>
                          <a:schemeClr val="tx1"/>
                        </a:solidFill>
                        <a:latin typeface="+mn-lt"/>
                        <a:ea typeface="+mn-ea"/>
                        <a:cs typeface="+mn-cs"/>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9678411"/>
                  </a:ext>
                </a:extLst>
              </a:tr>
              <a:tr h="738369">
                <a:tc vMerge="1">
                  <a:txBody>
                    <a:bodyPr/>
                    <a:lstStyle/>
                    <a:p>
                      <a:endParaRPr kumimoji="1" lang="zh-CN" altLang="en-US" sz="1050" i="0" kern="1200">
                        <a:solidFill>
                          <a:schemeClr val="tx1"/>
                        </a:solidFill>
                        <a:latin typeface="+mn-lt"/>
                        <a:ea typeface="+mn-ea"/>
                        <a:cs typeface="+mn-cs"/>
                      </a:endParaRPr>
                    </a:p>
                  </a:txBody>
                  <a:tcPr anchor="ctr">
                    <a:lnR w="12700" cap="flat" cmpd="sng" algn="ctr">
                      <a:solidFill>
                        <a:schemeClr val="bg1">
                          <a:lumMod val="85000"/>
                        </a:schemeClr>
                      </a:solidFill>
                      <a:prstDash val="dash"/>
                      <a:round/>
                      <a:headEnd type="none" w="med" len="med"/>
                      <a:tailEnd type="none" w="med" len="med"/>
                    </a:ln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800" i="0" kern="1200">
                          <a:solidFill>
                            <a:schemeClr val="tx1"/>
                          </a:solidFill>
                          <a:latin typeface="+mn-lt"/>
                          <a:ea typeface="+mn-ea"/>
                          <a:cs typeface="+mn-cs"/>
                        </a:rPr>
                        <a:t>GC/BC</a:t>
                      </a:r>
                      <a:endParaRPr kumimoji="1" lang="zh-CN" altLang="en-US" sz="800" i="0" kern="1200">
                        <a:solidFill>
                          <a:schemeClr val="tx1"/>
                        </a:solidFill>
                        <a:latin typeface="+mn-lt"/>
                        <a:ea typeface="+mn-ea"/>
                        <a:cs typeface="+mn-cs"/>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800" i="0" kern="1200" dirty="0">
                          <a:solidFill>
                            <a:schemeClr val="tx1"/>
                          </a:solidFill>
                          <a:latin typeface="+mn-lt"/>
                          <a:ea typeface="+mn-ea"/>
                          <a:cs typeface="+mn-cs"/>
                        </a:rPr>
                        <a:t>2031</a:t>
                      </a:r>
                      <a:endParaRPr kumimoji="1" lang="zh-CN" altLang="en-US" sz="800" i="0" kern="1200" dirty="0">
                        <a:solidFill>
                          <a:schemeClr val="tx1"/>
                        </a:solidFill>
                        <a:latin typeface="+mn-lt"/>
                        <a:ea typeface="+mn-ea"/>
                        <a:cs typeface="+mn-cs"/>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pPr>
                      <a:r>
                        <a:rPr kumimoji="1" lang="en-US" altLang="zh-CN" sz="800" i="0" kern="1200">
                          <a:solidFill>
                            <a:schemeClr val="tx1"/>
                          </a:solidFill>
                          <a:latin typeface="+mn-lt"/>
                          <a:ea typeface="+mn-ea"/>
                          <a:cs typeface="+mn-cs"/>
                        </a:rPr>
                        <a:t>Zongertinib value maximization strategy (3L+ BC, 2L BC, and 2L GC) was endorsed and protocol version 4.0 was released with new cohorts to explore new zongertinib based regimens in mBC. </a:t>
                      </a:r>
                    </a:p>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kumimoji="1" lang="en-US" altLang="zh-CN" sz="800" i="0" kern="1200">
                          <a:solidFill>
                            <a:schemeClr val="tx1"/>
                          </a:solidFill>
                          <a:latin typeface="+mn-lt"/>
                          <a:ea typeface="+mn-ea"/>
                          <a:cs typeface="+mn-cs"/>
                        </a:rPr>
                        <a:t>CN:</a:t>
                      </a:r>
                      <a:r>
                        <a:rPr kumimoji="1" lang="zh-CN" altLang="en-US" sz="800" i="0" kern="1200">
                          <a:solidFill>
                            <a:schemeClr val="tx1"/>
                          </a:solidFill>
                          <a:latin typeface="+mn-lt"/>
                          <a:ea typeface="+mn-ea"/>
                          <a:cs typeface="+mn-cs"/>
                        </a:rPr>
                        <a:t> </a:t>
                      </a:r>
                      <a:r>
                        <a:rPr kumimoji="1" lang="en-US" altLang="zh-CN" sz="800" i="0" kern="1200">
                          <a:solidFill>
                            <a:schemeClr val="tx1"/>
                          </a:solidFill>
                          <a:latin typeface="+mn-lt"/>
                          <a:ea typeface="+mn-ea"/>
                          <a:cs typeface="+mn-cs"/>
                        </a:rPr>
                        <a:t>7 sites were initiated and totally 6 patients were treated with zongertinib.</a:t>
                      </a:r>
                    </a:p>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kumimoji="1" lang="en-US" altLang="zh-CN" sz="800" i="0" kern="1200">
                          <a:solidFill>
                            <a:schemeClr val="tx1"/>
                          </a:solidFill>
                          <a:latin typeface="+mn-lt"/>
                          <a:ea typeface="+mn-ea"/>
                          <a:cs typeface="+mn-cs"/>
                        </a:rPr>
                        <a:t>CTA amendment( new cohorts for breast cancer) application was submitted to CDE, expected to be approved by July 10,2025.</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800" i="0" kern="1200" dirty="0">
                          <a:solidFill>
                            <a:schemeClr val="tx1"/>
                          </a:solidFill>
                          <a:latin typeface="+mn-lt"/>
                          <a:ea typeface="+mn-ea"/>
                          <a:cs typeface="+mn-cs"/>
                        </a:rPr>
                        <a:t>CTA amendment application approval by CDE.</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43532143"/>
                  </a:ext>
                </a:extLst>
              </a:tr>
              <a:tr h="300817">
                <a:tc rowSpan="3">
                  <a:txBody>
                    <a:bodyPr/>
                    <a:lstStyle/>
                    <a:p>
                      <a:r>
                        <a:rPr kumimoji="1" lang="en-US" altLang="zh-CN" sz="800" b="1" i="0" kern="1200">
                          <a:solidFill>
                            <a:schemeClr val="tx1"/>
                          </a:solidFill>
                          <a:latin typeface="+mn-lt"/>
                          <a:ea typeface="+mn-ea"/>
                          <a:cs typeface="+mn-cs"/>
                        </a:rPr>
                        <a:t>Obrixtamig </a:t>
                      </a:r>
                    </a:p>
                    <a:p>
                      <a:r>
                        <a:rPr kumimoji="1" lang="en-US" altLang="zh-CN" sz="800" i="0" kern="1200">
                          <a:solidFill>
                            <a:schemeClr val="tx1"/>
                          </a:solidFill>
                          <a:latin typeface="+mn-lt"/>
                          <a:ea typeface="+mn-ea"/>
                          <a:cs typeface="+mn-cs"/>
                        </a:rPr>
                        <a:t>(DLL3/CD3 TcE)</a:t>
                      </a:r>
                      <a:endParaRPr kumimoji="1" lang="zh-CN" altLang="en-US" sz="800" i="0" kern="1200">
                        <a:solidFill>
                          <a:schemeClr val="tx1"/>
                        </a:solidFill>
                        <a:latin typeface="+mn-lt"/>
                        <a:ea typeface="+mn-ea"/>
                        <a:cs typeface="+mn-cs"/>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800" i="0" kern="1200">
                          <a:solidFill>
                            <a:schemeClr val="tx1"/>
                          </a:solidFill>
                          <a:latin typeface="+mn-lt"/>
                          <a:ea typeface="+mn-ea"/>
                          <a:cs typeface="+mn-cs"/>
                        </a:rPr>
                        <a:t>2L epNEC</a:t>
                      </a:r>
                      <a:endParaRPr lang="zh-CN" altLang="en-US" sz="800" i="0" kern="1200">
                        <a:solidFill>
                          <a:schemeClr val="tx1"/>
                        </a:solidFill>
                        <a:latin typeface="+mn-lt"/>
                        <a:ea typeface="+mn-ea"/>
                        <a:cs typeface="+mn-cs"/>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800" i="0" kern="1200">
                          <a:solidFill>
                            <a:schemeClr val="tx1"/>
                          </a:solidFill>
                          <a:latin typeface="+mn-lt"/>
                          <a:ea typeface="+mn-ea"/>
                          <a:cs typeface="+mn-cs"/>
                        </a:rPr>
                        <a:t>Apr 2028</a:t>
                      </a:r>
                      <a:endParaRPr kumimoji="1" lang="zh-CN" altLang="en-US" sz="800" i="0" kern="1200">
                        <a:solidFill>
                          <a:schemeClr val="tx1"/>
                        </a:solidFill>
                        <a:latin typeface="+mn-lt"/>
                        <a:ea typeface="+mn-ea"/>
                        <a:cs typeface="+mn-cs"/>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0">
                      <a:noFill/>
                    </a:lnTlToBr>
                    <a:lnBlToTr w="0">
                      <a:noFill/>
                    </a:lnBlToTr>
                  </a:tcPr>
                </a:tc>
                <a:tc>
                  <a:txBody>
                    <a:bodyPr/>
                    <a:lstStyle/>
                    <a:p>
                      <a:pPr marL="171450" marR="0" lvl="0" indent="-171450" algn="l" rtl="0">
                        <a:lnSpc>
                          <a:spcPct val="100000"/>
                        </a:lnSpc>
                        <a:spcBef>
                          <a:spcPts val="0"/>
                        </a:spcBef>
                        <a:spcAft>
                          <a:spcPts val="0"/>
                        </a:spcAft>
                        <a:buFont typeface="Arial"/>
                        <a:buChar char="•"/>
                      </a:pPr>
                      <a:r>
                        <a:rPr lang="en-US" altLang="zh-CN" sz="800" i="0" kern="1200" dirty="0">
                          <a:solidFill>
                            <a:schemeClr val="tx1"/>
                          </a:solidFill>
                          <a:latin typeface="+mn-lt"/>
                          <a:ea typeface="+mn-ea"/>
                          <a:cs typeface="+mn-cs"/>
                        </a:rPr>
                        <a:t>HA interaction feedback is expected to receive in end of May 2025. </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0">
                      <a:noFill/>
                    </a:lnTlToBr>
                    <a:lnBlToTr w="0">
                      <a:noFill/>
                    </a:lnBlToTr>
                  </a:tcPr>
                </a:tc>
                <a:tc rowSpan="3">
                  <a:txBody>
                    <a:bodyPr/>
                    <a:lstStyle/>
                    <a:p>
                      <a:pPr marL="171450" marR="0" lvl="0" indent="-171450" algn="l">
                        <a:lnSpc>
                          <a:spcPct val="100000"/>
                        </a:lnSpc>
                        <a:spcBef>
                          <a:spcPts val="0"/>
                        </a:spcBef>
                        <a:spcAft>
                          <a:spcPts val="0"/>
                        </a:spcAft>
                        <a:buFont typeface="Arial" panose="020B0604020202020204" pitchFamily="34" charset="0"/>
                        <a:buChar char="•"/>
                      </a:pPr>
                      <a:r>
                        <a:rPr lang="en-US" sz="800" b="0" i="0" u="none" strike="noStrike" kern="1200" noProof="0" dirty="0">
                          <a:solidFill>
                            <a:schemeClr val="tx1"/>
                          </a:solidFill>
                          <a:latin typeface="Boehringer Forward Text"/>
                        </a:rPr>
                        <a:t>Initiate SIV of Dareon-5 in Aug 2025.</a:t>
                      </a:r>
                      <a:endParaRPr lang="zh-CN" altLang="en-US" sz="1400" dirty="0"/>
                    </a:p>
                    <a:p>
                      <a:pPr marL="171450" marR="0" lvl="0" indent="-171450" algn="l">
                        <a:lnSpc>
                          <a:spcPct val="100000"/>
                        </a:lnSpc>
                        <a:spcBef>
                          <a:spcPts val="0"/>
                        </a:spcBef>
                        <a:spcAft>
                          <a:spcPts val="0"/>
                        </a:spcAft>
                        <a:buClrTx/>
                        <a:buSzTx/>
                        <a:buFont typeface="Arial" panose="020B0604020202020204" pitchFamily="34" charset="0"/>
                        <a:buChar char="•"/>
                      </a:pPr>
                      <a:r>
                        <a:rPr lang="en-US" altLang="zh-CN" sz="800" i="0" kern="1200" dirty="0">
                          <a:solidFill>
                            <a:schemeClr val="tx1"/>
                          </a:solidFill>
                          <a:latin typeface="+mn-lt"/>
                          <a:ea typeface="+mn-ea"/>
                          <a:cs typeface="+mn-cs"/>
                        </a:rPr>
                        <a:t>Submit CTA of Dareon-Lung1 and Lung2 in Nov of 2025. Initiate SIV of both trials in Q2 of 2026.</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96192143"/>
                  </a:ext>
                </a:extLst>
              </a:tr>
              <a:tr h="300817">
                <a:tc vMerge="1">
                  <a:txBody>
                    <a:bodyPr/>
                    <a:lstStyle/>
                    <a:p>
                      <a:endParaRPr kumimoji="1" lang="zh-CN" altLang="en-US" sz="1000" i="0" kern="1200">
                        <a:solidFill>
                          <a:schemeClr val="tx1"/>
                        </a:solidFill>
                        <a:latin typeface="+mn-lt"/>
                        <a:ea typeface="+mn-ea"/>
                        <a:cs typeface="+mn-cs"/>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Tx/>
                        <a:buSzTx/>
                        <a:buFontTx/>
                        <a:buNone/>
                      </a:pPr>
                      <a:r>
                        <a:rPr lang="en-US" altLang="zh-CN" sz="800" i="0" kern="1200">
                          <a:solidFill>
                            <a:schemeClr val="tx1"/>
                          </a:solidFill>
                          <a:latin typeface="+mn-lt"/>
                          <a:ea typeface="+mn-ea"/>
                          <a:cs typeface="+mn-cs"/>
                        </a:rPr>
                        <a:t>2L SCLC</a:t>
                      </a:r>
                      <a:endParaRPr lang="zh-CN" altLang="en-US" sz="800" i="0" kern="1200">
                        <a:solidFill>
                          <a:schemeClr val="tx1"/>
                        </a:solidFill>
                        <a:latin typeface="+mn-lt"/>
                        <a:ea typeface="+mn-ea"/>
                        <a:cs typeface="+mn-cs"/>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0">
                      <a:noFill/>
                    </a:lnTlToBr>
                    <a:lnBlToTr w="0">
                      <a:noFill/>
                    </a:lnBlToT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800" i="0" kern="1200">
                          <a:solidFill>
                            <a:schemeClr val="tx1"/>
                          </a:solidFill>
                          <a:latin typeface="+mn-lt"/>
                          <a:ea typeface="+mn-ea"/>
                          <a:cs typeface="+mn-cs"/>
                        </a:rPr>
                        <a:t>Oct 2028</a:t>
                      </a:r>
                      <a:endParaRPr kumimoji="1" lang="zh-CN" altLang="en-US" sz="800" i="0" kern="1200">
                        <a:solidFill>
                          <a:schemeClr val="tx1"/>
                        </a:solidFill>
                        <a:latin typeface="+mn-lt"/>
                        <a:ea typeface="+mn-ea"/>
                        <a:cs typeface="+mn-cs"/>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0">
                      <a:noFill/>
                    </a:lnTlToBr>
                    <a:lnBlToTr w="0">
                      <a:noFill/>
                    </a:lnBlToTr>
                  </a:tcPr>
                </a:tc>
                <a:tc rowSpan="2">
                  <a:txBody>
                    <a:bodyPr/>
                    <a:lstStyle/>
                    <a:p>
                      <a:pPr marL="171450" marR="0" lvl="0" indent="-171450" algn="l">
                        <a:lnSpc>
                          <a:spcPct val="100000"/>
                        </a:lnSpc>
                        <a:spcBef>
                          <a:spcPts val="0"/>
                        </a:spcBef>
                        <a:spcAft>
                          <a:spcPts val="0"/>
                        </a:spcAft>
                        <a:buClr>
                          <a:srgbClr val="000000"/>
                        </a:buClr>
                        <a:buFont typeface="Arial,Sans-Serif"/>
                        <a:buChar char="•"/>
                      </a:pPr>
                      <a:r>
                        <a:rPr lang="en-US" sz="800" b="0" i="0" u="none" strike="noStrike" kern="1200" noProof="0" dirty="0" err="1">
                          <a:solidFill>
                            <a:schemeClr val="tx1"/>
                          </a:solidFill>
                          <a:latin typeface="+mn-lt"/>
                        </a:rPr>
                        <a:t>RoFD</a:t>
                      </a:r>
                      <a:r>
                        <a:rPr lang="en-US" sz="800" b="0" i="0" u="none" strike="noStrike" kern="1200" noProof="0" dirty="0">
                          <a:solidFill>
                            <a:schemeClr val="tx1"/>
                          </a:solidFill>
                          <a:latin typeface="+mn-lt"/>
                        </a:rPr>
                        <a:t> has been shifted from Apr to Jul 2025 due to the immature early phase data. China team targets to submit </a:t>
                      </a:r>
                      <a:r>
                        <a:rPr lang="en-US" sz="800" b="0" i="0" u="none" strike="noStrike" kern="1200" noProof="0" dirty="0" err="1">
                          <a:solidFill>
                            <a:schemeClr val="tx1"/>
                          </a:solidFill>
                          <a:latin typeface="+mn-lt"/>
                        </a:rPr>
                        <a:t>preIND</a:t>
                      </a:r>
                      <a:r>
                        <a:rPr lang="en-US" sz="800" b="0" i="0" u="none" strike="noStrike" kern="1200" noProof="0" dirty="0">
                          <a:solidFill>
                            <a:schemeClr val="tx1"/>
                          </a:solidFill>
                          <a:latin typeface="+mn-lt"/>
                        </a:rPr>
                        <a:t> in Aug 2025.</a:t>
                      </a:r>
                      <a:endParaRPr lang="en-US" sz="800" b="0" i="0" u="none" strike="noStrike" kern="1200" noProof="0" dirty="0">
                        <a:solidFill>
                          <a:schemeClr val="tx1"/>
                        </a:solidFill>
                        <a:latin typeface="Boehringer Forward Text"/>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0">
                      <a:noFill/>
                    </a:lnTlToBr>
                    <a:lnBlToTr w="0">
                      <a:noFill/>
                    </a:lnBlToTr>
                  </a:tcPr>
                </a:tc>
                <a:tc vMerge="1">
                  <a:txBody>
                    <a:bodyPr/>
                    <a:lstStyle/>
                    <a:p>
                      <a:pPr marL="0" marR="0" lvl="0" indent="0" algn="l">
                        <a:lnSpc>
                          <a:spcPct val="100000"/>
                        </a:lnSpc>
                        <a:spcBef>
                          <a:spcPts val="0"/>
                        </a:spcBef>
                        <a:spcAft>
                          <a:spcPts val="0"/>
                        </a:spcAft>
                        <a:buClrTx/>
                        <a:buSzTx/>
                        <a:buFontTx/>
                        <a:buNone/>
                      </a:pPr>
                      <a:endParaRPr lang="en-US" altLang="zh-CN" sz="1000" i="0" kern="1200">
                        <a:solidFill>
                          <a:schemeClr val="tx1"/>
                        </a:solidFill>
                        <a:latin typeface="+mn-lt"/>
                        <a:ea typeface="+mn-ea"/>
                        <a:cs typeface="+mn-cs"/>
                      </a:endParaRPr>
                    </a:p>
                  </a:txBody>
                  <a:tcPr anchor="ctr">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1497259"/>
                  </a:ext>
                </a:extLst>
              </a:tr>
              <a:tr h="300817">
                <a:tc vMerge="1">
                  <a:txBody>
                    <a:bodyPr/>
                    <a:lstStyle/>
                    <a:p>
                      <a:endParaRPr kumimoji="1" lang="zh-CN" altLang="en-US" sz="1000" i="0" kern="1200">
                        <a:solidFill>
                          <a:schemeClr val="tx1"/>
                        </a:solidFill>
                        <a:latin typeface="+mn-lt"/>
                        <a:ea typeface="+mn-ea"/>
                        <a:cs typeface="+mn-cs"/>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Tx/>
                        <a:buSzTx/>
                        <a:buFontTx/>
                        <a:buNone/>
                      </a:pPr>
                      <a:r>
                        <a:rPr lang="en-US" altLang="zh-CN" sz="800" i="0" kern="1200">
                          <a:solidFill>
                            <a:schemeClr val="tx1"/>
                          </a:solidFill>
                          <a:latin typeface="+mn-lt"/>
                          <a:ea typeface="+mn-ea"/>
                          <a:cs typeface="+mn-cs"/>
                        </a:rPr>
                        <a:t>1L SCLC</a:t>
                      </a:r>
                      <a:endParaRPr lang="zh-CN" altLang="en-US" sz="800" i="0" kern="1200">
                        <a:solidFill>
                          <a:schemeClr val="tx1"/>
                        </a:solidFill>
                        <a:latin typeface="+mn-lt"/>
                        <a:ea typeface="+mn-ea"/>
                        <a:cs typeface="+mn-cs"/>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800" i="0" kern="1200">
                          <a:solidFill>
                            <a:schemeClr val="tx1"/>
                          </a:solidFill>
                          <a:latin typeface="+mn-lt"/>
                          <a:ea typeface="+mn-ea"/>
                          <a:cs typeface="+mn-cs"/>
                        </a:rPr>
                        <a:t>Jul 2029</a:t>
                      </a:r>
                      <a:endParaRPr kumimoji="1" lang="zh-CN" altLang="en-US" sz="800" i="0" kern="1200">
                        <a:solidFill>
                          <a:schemeClr val="tx1"/>
                        </a:solidFill>
                        <a:latin typeface="+mn-lt"/>
                        <a:ea typeface="+mn-ea"/>
                        <a:cs typeface="+mn-cs"/>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0">
                      <a:noFill/>
                    </a:lnTlToBr>
                    <a:lnBlToTr w="0">
                      <a:noFill/>
                    </a:lnBlToTr>
                  </a:tcPr>
                </a:tc>
                <a:tc vMerge="1">
                  <a:txBody>
                    <a:bodyPr/>
                    <a:lstStyle/>
                    <a:p>
                      <a:pPr marL="171450" lvl="0" indent="-171450" algn="l">
                        <a:lnSpc>
                          <a:spcPct val="100000"/>
                        </a:lnSpc>
                        <a:spcBef>
                          <a:spcPts val="0"/>
                        </a:spcBef>
                        <a:spcAft>
                          <a:spcPts val="0"/>
                        </a:spcAft>
                        <a:buFont typeface="Arial"/>
                        <a:buChar char="•"/>
                      </a:pPr>
                      <a:endParaRPr lang="en-US" sz="800" b="0" i="0" u="none" strike="noStrike" kern="1200" noProof="0">
                        <a:solidFill>
                          <a:schemeClr val="tx1"/>
                        </a:solidFill>
                        <a:latin typeface="Boehringer Forward Text"/>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0">
                      <a:noFill/>
                    </a:lnTlToBr>
                    <a:lnBlToTr w="0">
                      <a:noFill/>
                    </a:lnBlToTr>
                  </a:tcPr>
                </a:tc>
                <a:tc vMerge="1">
                  <a:txBody>
                    <a:bodyPr/>
                    <a:lstStyle/>
                    <a:p>
                      <a:pPr marL="0" marR="0" lvl="0" indent="0" algn="l">
                        <a:lnSpc>
                          <a:spcPct val="100000"/>
                        </a:lnSpc>
                        <a:spcBef>
                          <a:spcPts val="0"/>
                        </a:spcBef>
                        <a:spcAft>
                          <a:spcPts val="0"/>
                        </a:spcAft>
                        <a:buClrTx/>
                        <a:buSzTx/>
                        <a:buFontTx/>
                        <a:buNone/>
                      </a:pPr>
                      <a:endParaRPr lang="en-US" altLang="zh-CN" sz="1000" i="0" kern="1200">
                        <a:solidFill>
                          <a:schemeClr val="tx1"/>
                        </a:solidFill>
                        <a:latin typeface="+mn-lt"/>
                        <a:ea typeface="+mn-ea"/>
                        <a:cs typeface="+mn-cs"/>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5142477"/>
                  </a:ext>
                </a:extLst>
              </a:tr>
              <a:tr h="410205">
                <a:tc>
                  <a:txBody>
                    <a:bodyPr/>
                    <a:lstStyle/>
                    <a:p>
                      <a:pPr marL="0" marR="0" lvl="0" indent="0" algn="l" defTabSz="914377" rtl="0" eaLnBrk="1" latinLnBrk="0" hangingPunct="1">
                        <a:lnSpc>
                          <a:spcPct val="100000"/>
                        </a:lnSpc>
                        <a:spcBef>
                          <a:spcPts val="0"/>
                        </a:spcBef>
                        <a:spcAft>
                          <a:spcPts val="0"/>
                        </a:spcAft>
                        <a:buClrTx/>
                        <a:buSzTx/>
                        <a:buFontTx/>
                        <a:buNone/>
                      </a:pPr>
                      <a:r>
                        <a:rPr lang="en-US" altLang="zh-CN" sz="800" b="1" i="0" kern="1200">
                          <a:solidFill>
                            <a:schemeClr val="tx1"/>
                          </a:solidFill>
                          <a:latin typeface="+mn-lt"/>
                          <a:ea typeface="+mn-ea"/>
                          <a:cs typeface="+mn-cs"/>
                        </a:rPr>
                        <a:t>Brigimadlin</a:t>
                      </a:r>
                      <a:r>
                        <a:rPr lang="en-US" altLang="zh-CN" sz="800" i="0" kern="1200">
                          <a:solidFill>
                            <a:schemeClr val="tx1"/>
                          </a:solidFill>
                          <a:latin typeface="+mn-lt"/>
                          <a:ea typeface="+mn-ea"/>
                          <a:cs typeface="+mn-cs"/>
                        </a:rPr>
                        <a:t> (MDM2/p53 antago.)</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800" i="0" kern="1200" dirty="0">
                          <a:solidFill>
                            <a:schemeClr val="tx1"/>
                          </a:solidFill>
                          <a:latin typeface="+mn-lt"/>
                          <a:ea typeface="+mn-ea"/>
                          <a:cs typeface="+mn-cs"/>
                        </a:rPr>
                        <a:t>Rollover study</a:t>
                      </a:r>
                      <a:endParaRPr lang="zh-CN" altLang="en-US" sz="800" i="0" kern="1200" dirty="0">
                        <a:solidFill>
                          <a:schemeClr val="tx1"/>
                        </a:solidFill>
                        <a:latin typeface="+mn-lt"/>
                        <a:ea typeface="+mn-ea"/>
                        <a:cs typeface="+mn-cs"/>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800" i="0" kern="1200" dirty="0">
                          <a:solidFill>
                            <a:schemeClr val="tx1"/>
                          </a:solidFill>
                          <a:latin typeface="+mn-lt"/>
                          <a:ea typeface="+mn-ea"/>
                          <a:cs typeface="+mn-cs"/>
                        </a:rPr>
                        <a:t>NA</a:t>
                      </a:r>
                      <a:endParaRPr lang="zh-CN" altLang="en-US" sz="800" i="0" kern="1200" dirty="0">
                        <a:solidFill>
                          <a:schemeClr val="tx1"/>
                        </a:solidFill>
                        <a:latin typeface="+mn-lt"/>
                        <a:ea typeface="+mn-ea"/>
                        <a:cs typeface="+mn-cs"/>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0" dirty="0">
                          <a:solidFill>
                            <a:schemeClr val="tx1"/>
                          </a:solidFill>
                        </a:rPr>
                        <a:t>China team has submitted CTA on 25Apr 2025. </a:t>
                      </a:r>
                      <a:r>
                        <a:rPr lang="en-US" sz="800" dirty="0"/>
                        <a:t>But CDE reception officer inquired BI to clarify the application purpose, the trial should be with registration purpose .</a:t>
                      </a:r>
                      <a:endParaRPr lang="en-US" sz="800" kern="0" dirty="0">
                        <a:solidFill>
                          <a:schemeClr val="tx1"/>
                        </a:solidFill>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a:lnSpc>
                          <a:spcPct val="100000"/>
                        </a:lnSpc>
                        <a:spcBef>
                          <a:spcPts val="0"/>
                        </a:spcBef>
                        <a:spcAft>
                          <a:spcPts val="0"/>
                        </a:spcAft>
                        <a:buClrTx/>
                        <a:buSzTx/>
                        <a:buFont typeface="Arial" panose="020B0604020202020204" pitchFamily="34" charset="0"/>
                        <a:buChar char="•"/>
                      </a:pPr>
                      <a:r>
                        <a:rPr kumimoji="1" lang="en-US" altLang="zh-CN" sz="800" i="0" kern="1200" dirty="0">
                          <a:solidFill>
                            <a:schemeClr val="tx1"/>
                          </a:solidFill>
                          <a:latin typeface="+mn-lt"/>
                          <a:ea typeface="+mn-ea"/>
                          <a:cs typeface="+mn-cs"/>
                        </a:rPr>
                        <a:t>Have received BL1 HA supportive feedback on 14May 2025. Will leverage the feedback to draft clarification and adjust application letter. </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8884403"/>
                  </a:ext>
                </a:extLst>
              </a:tr>
            </a:tbl>
          </a:graphicData>
        </a:graphic>
      </p:graphicFrame>
      <p:sp>
        <p:nvSpPr>
          <p:cNvPr id="11" name="Star: 5 Points 10">
            <a:extLst>
              <a:ext uri="{FF2B5EF4-FFF2-40B4-BE49-F238E27FC236}">
                <a16:creationId xmlns:a16="http://schemas.microsoft.com/office/drawing/2014/main" id="{7104E3B0-A385-491A-68DF-93F38CDB65E5}"/>
              </a:ext>
            </a:extLst>
          </p:cNvPr>
          <p:cNvSpPr/>
          <p:nvPr/>
        </p:nvSpPr>
        <p:spPr bwMode="gray">
          <a:xfrm>
            <a:off x="1888251" y="6289182"/>
            <a:ext cx="146304" cy="144000"/>
          </a:xfrm>
          <a:prstGeom prst="star5">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TextBox 11">
            <a:extLst>
              <a:ext uri="{FF2B5EF4-FFF2-40B4-BE49-F238E27FC236}">
                <a16:creationId xmlns:a16="http://schemas.microsoft.com/office/drawing/2014/main" id="{828FA8B4-1632-34E2-85CA-9771417FD3DB}"/>
              </a:ext>
            </a:extLst>
          </p:cNvPr>
          <p:cNvSpPr txBox="1"/>
          <p:nvPr/>
        </p:nvSpPr>
        <p:spPr bwMode="gray">
          <a:xfrm>
            <a:off x="2060383" y="6253872"/>
            <a:ext cx="857607"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One HP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TextBox 12">
            <a:extLst>
              <a:ext uri="{FF2B5EF4-FFF2-40B4-BE49-F238E27FC236}">
                <a16:creationId xmlns:a16="http://schemas.microsoft.com/office/drawing/2014/main" id="{ABAA68EE-A24B-6453-449D-0C81D4589AE6}"/>
              </a:ext>
            </a:extLst>
          </p:cNvPr>
          <p:cNvSpPr txBox="1"/>
          <p:nvPr/>
        </p:nvSpPr>
        <p:spPr bwMode="gray">
          <a:xfrm>
            <a:off x="3178926" y="6263108"/>
            <a:ext cx="597921"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TA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 name="Star: 4 Points 13">
            <a:extLst>
              <a:ext uri="{FF2B5EF4-FFF2-40B4-BE49-F238E27FC236}">
                <a16:creationId xmlns:a16="http://schemas.microsoft.com/office/drawing/2014/main" id="{FC468952-BCBE-275F-8436-15F0E1D700BD}"/>
              </a:ext>
            </a:extLst>
          </p:cNvPr>
          <p:cNvSpPr/>
          <p:nvPr/>
        </p:nvSpPr>
        <p:spPr bwMode="gray">
          <a:xfrm>
            <a:off x="2980454" y="6271182"/>
            <a:ext cx="180000" cy="180000"/>
          </a:xfrm>
          <a:prstGeom prst="star4">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6" name="Star: 5 Points 15">
            <a:extLst>
              <a:ext uri="{FF2B5EF4-FFF2-40B4-BE49-F238E27FC236}">
                <a16:creationId xmlns:a16="http://schemas.microsoft.com/office/drawing/2014/main" id="{55FD0CB7-5422-1804-EA48-0EF5892C05A6}"/>
              </a:ext>
            </a:extLst>
          </p:cNvPr>
          <p:cNvSpPr/>
          <p:nvPr/>
        </p:nvSpPr>
        <p:spPr bwMode="gray">
          <a:xfrm>
            <a:off x="1048432" y="2836996"/>
            <a:ext cx="146304" cy="144000"/>
          </a:xfrm>
          <a:prstGeom prst="star5">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7" name="Star: 4 Points 16">
            <a:extLst>
              <a:ext uri="{FF2B5EF4-FFF2-40B4-BE49-F238E27FC236}">
                <a16:creationId xmlns:a16="http://schemas.microsoft.com/office/drawing/2014/main" id="{27D568F1-8DCC-3A40-E2A4-F21D686664D4}"/>
              </a:ext>
            </a:extLst>
          </p:cNvPr>
          <p:cNvSpPr/>
          <p:nvPr/>
        </p:nvSpPr>
        <p:spPr bwMode="gray">
          <a:xfrm>
            <a:off x="1129926" y="4906743"/>
            <a:ext cx="180000" cy="180000"/>
          </a:xfrm>
          <a:prstGeom prst="star4">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2312365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2F41166-C0CD-A0C4-131A-86ED5F6A08FF}"/>
              </a:ext>
            </a:extLst>
          </p:cNvPr>
          <p:cNvSpPr>
            <a:spLocks noGrp="1"/>
          </p:cNvSpPr>
          <p:nvPr>
            <p:ph type="title"/>
          </p:nvPr>
        </p:nvSpPr>
        <p:spPr>
          <a:xfrm>
            <a:off x="2588895" y="363334"/>
            <a:ext cx="7855797" cy="855866"/>
          </a:xfrm>
          <a:effectLst>
            <a:outerShdw blurRad="50800" dist="38100" algn="l" rotWithShape="0">
              <a:prstClr val="black">
                <a:alpha val="40000"/>
              </a:prstClr>
            </a:outerShdw>
          </a:effectLst>
        </p:spPr>
        <p:txBody>
          <a:bodyPr/>
          <a:lstStyle/>
          <a:p>
            <a:r>
              <a:rPr lang="zh-CN" altLang="en-US" sz="6000" dirty="0">
                <a:solidFill>
                  <a:schemeClr val="tx2"/>
                </a:solidFill>
              </a:rPr>
              <a:t>“双检齐捷，共证卓越”</a:t>
            </a:r>
          </a:p>
        </p:txBody>
      </p:sp>
      <p:grpSp>
        <p:nvGrpSpPr>
          <p:cNvPr id="9" name="Group 8">
            <a:extLst>
              <a:ext uri="{FF2B5EF4-FFF2-40B4-BE49-F238E27FC236}">
                <a16:creationId xmlns:a16="http://schemas.microsoft.com/office/drawing/2014/main" id="{F9EF16DF-1B97-B665-35BC-02FF5CFF3C37}"/>
              </a:ext>
            </a:extLst>
          </p:cNvPr>
          <p:cNvGrpSpPr/>
          <p:nvPr/>
        </p:nvGrpSpPr>
        <p:grpSpPr>
          <a:xfrm>
            <a:off x="-8802" y="1700564"/>
            <a:ext cx="12200802" cy="3807680"/>
            <a:chOff x="0" y="1405289"/>
            <a:chExt cx="12200802" cy="3807680"/>
          </a:xfrm>
        </p:grpSpPr>
        <p:pic>
          <p:nvPicPr>
            <p:cNvPr id="3" name="Picture 2" descr="A group of people standing in a room&#10;&#10;AI-generated content may be incorrect.">
              <a:extLst>
                <a:ext uri="{FF2B5EF4-FFF2-40B4-BE49-F238E27FC236}">
                  <a16:creationId xmlns:a16="http://schemas.microsoft.com/office/drawing/2014/main" id="{39B58E5E-AFA5-4067-C620-E899D2F689DE}"/>
                </a:ext>
              </a:extLst>
            </p:cNvPr>
            <p:cNvPicPr>
              <a:picLocks noChangeAspect="1"/>
            </p:cNvPicPr>
            <p:nvPr/>
          </p:nvPicPr>
          <p:blipFill>
            <a:blip r:embed="rId2">
              <a:extLst>
                <a:ext uri="{28A0092B-C50C-407E-A947-70E740481C1C}">
                  <a14:useLocalDpi xmlns:a14="http://schemas.microsoft.com/office/drawing/2010/main" val="0"/>
                </a:ext>
              </a:extLst>
            </a:blip>
            <a:srcRect t="25613"/>
            <a:stretch/>
          </p:blipFill>
          <p:spPr>
            <a:xfrm>
              <a:off x="8788308" y="1405289"/>
              <a:ext cx="3412494" cy="1903840"/>
            </a:xfrm>
            <a:prstGeom prst="rect">
              <a:avLst/>
            </a:prstGeom>
          </p:spPr>
        </p:pic>
        <p:pic>
          <p:nvPicPr>
            <p:cNvPr id="5" name="Picture 4" descr="A group of people sitting in chairs&#10;&#10;AI-generated content may be incorrect.">
              <a:extLst>
                <a:ext uri="{FF2B5EF4-FFF2-40B4-BE49-F238E27FC236}">
                  <a16:creationId xmlns:a16="http://schemas.microsoft.com/office/drawing/2014/main" id="{15DB8987-6C5D-8DEA-7CD8-A6DB188C91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05289"/>
              <a:ext cx="8788309" cy="3807680"/>
            </a:xfrm>
            <a:prstGeom prst="rect">
              <a:avLst/>
            </a:prstGeom>
          </p:spPr>
        </p:pic>
        <p:pic>
          <p:nvPicPr>
            <p:cNvPr id="8" name="Picture 7" descr="A group of people in a room&#10;&#10;AI-generated content may be incorrect.">
              <a:extLst>
                <a:ext uri="{FF2B5EF4-FFF2-40B4-BE49-F238E27FC236}">
                  <a16:creationId xmlns:a16="http://schemas.microsoft.com/office/drawing/2014/main" id="{F4CB1B1A-1E83-2041-EF5E-C79D39D1BF04}"/>
                </a:ext>
              </a:extLst>
            </p:cNvPr>
            <p:cNvPicPr>
              <a:picLocks noChangeAspect="1"/>
            </p:cNvPicPr>
            <p:nvPr/>
          </p:nvPicPr>
          <p:blipFill>
            <a:blip r:embed="rId4"/>
            <a:srcRect t="34457" r="8593"/>
            <a:stretch/>
          </p:blipFill>
          <p:spPr>
            <a:xfrm>
              <a:off x="8788052" y="3309129"/>
              <a:ext cx="3412495" cy="1903840"/>
            </a:xfrm>
            <a:prstGeom prst="rect">
              <a:avLst/>
            </a:prstGeom>
            <a:ln>
              <a:noFill/>
            </a:ln>
            <a:effectLst>
              <a:outerShdw blurRad="292100" dist="139700" dir="2700000" algn="tl" rotWithShape="0">
                <a:srgbClr val="333333">
                  <a:alpha val="65000"/>
                </a:srgbClr>
              </a:outerShdw>
            </a:effectLst>
          </p:spPr>
        </p:pic>
      </p:grpSp>
    </p:spTree>
    <p:extLst>
      <p:ext uri="{BB962C8B-B14F-4D97-AF65-F5344CB8AC3E}">
        <p14:creationId xmlns:p14="http://schemas.microsoft.com/office/powerpoint/2010/main" val="3138329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1918F-D4B9-CB22-8347-C74577AED3F9}"/>
              </a:ext>
            </a:extLst>
          </p:cNvPr>
          <p:cNvSpPr>
            <a:spLocks noGrp="1"/>
          </p:cNvSpPr>
          <p:nvPr>
            <p:ph type="title"/>
          </p:nvPr>
        </p:nvSpPr>
        <p:spPr/>
        <p:txBody>
          <a:bodyPr/>
          <a:lstStyle/>
          <a:p>
            <a:r>
              <a:rPr lang="en-US" altLang="zh-CN"/>
              <a:t>ONC Portfolio Key Update – Early Assets</a:t>
            </a:r>
            <a:endParaRPr lang="zh-CN" altLang="en-US"/>
          </a:p>
        </p:txBody>
      </p:sp>
      <p:sp>
        <p:nvSpPr>
          <p:cNvPr id="4" name="Footer Placeholder 3">
            <a:extLst>
              <a:ext uri="{FF2B5EF4-FFF2-40B4-BE49-F238E27FC236}">
                <a16:creationId xmlns:a16="http://schemas.microsoft.com/office/drawing/2014/main" id="{DCC1BB9F-CAEF-31DF-2BBC-093AAE66D508}"/>
              </a:ext>
            </a:extLst>
          </p:cNvPr>
          <p:cNvSpPr>
            <a:spLocks noGrp="1"/>
          </p:cNvSpPr>
          <p:nvPr>
            <p:ph type="ftr" sz="quarter" idx="16"/>
          </p:nvPr>
        </p:nvSpPr>
        <p:spPr/>
        <p:txBody>
          <a:bodyPr/>
          <a:lstStyle/>
          <a:p>
            <a:r>
              <a:rPr lang="en-US" altLang="zh-CN"/>
              <a:t>MAP </a:t>
            </a:r>
            <a:r>
              <a:rPr lang="en-US"/>
              <a:t>|    ONLY FOR INTERNAL USE</a:t>
            </a:r>
          </a:p>
        </p:txBody>
      </p:sp>
      <p:sp>
        <p:nvSpPr>
          <p:cNvPr id="5" name="Slide Number Placeholder 4">
            <a:extLst>
              <a:ext uri="{FF2B5EF4-FFF2-40B4-BE49-F238E27FC236}">
                <a16:creationId xmlns:a16="http://schemas.microsoft.com/office/drawing/2014/main" id="{972F87C9-9F4C-7797-F365-BE8A4ED44AB6}"/>
              </a:ext>
            </a:extLst>
          </p:cNvPr>
          <p:cNvSpPr>
            <a:spLocks noGrp="1"/>
          </p:cNvSpPr>
          <p:nvPr>
            <p:ph type="sldNum" sz="quarter" idx="17"/>
          </p:nvPr>
        </p:nvSpPr>
        <p:spPr/>
        <p:txBody>
          <a:bodyPr/>
          <a:lstStyle/>
          <a:p>
            <a:fld id="{8FF9B0DE-3FEB-4AA0-B465-B80EF7C1333D}" type="slidenum">
              <a:rPr lang="en-US" smtClean="0"/>
              <a:pPr/>
              <a:t>6</a:t>
            </a:fld>
            <a:endParaRPr lang="en-US"/>
          </a:p>
        </p:txBody>
      </p:sp>
      <p:graphicFrame>
        <p:nvGraphicFramePr>
          <p:cNvPr id="6" name="Table 6">
            <a:extLst>
              <a:ext uri="{FF2B5EF4-FFF2-40B4-BE49-F238E27FC236}">
                <a16:creationId xmlns:a16="http://schemas.microsoft.com/office/drawing/2014/main" id="{99E71C16-9E1E-F011-B398-2DD75D956D8F}"/>
              </a:ext>
            </a:extLst>
          </p:cNvPr>
          <p:cNvGraphicFramePr>
            <a:graphicFrameLocks noGrp="1"/>
          </p:cNvGraphicFramePr>
          <p:nvPr>
            <p:extLst>
              <p:ext uri="{D42A27DB-BD31-4B8C-83A1-F6EECF244321}">
                <p14:modId xmlns:p14="http://schemas.microsoft.com/office/powerpoint/2010/main" val="2000848238"/>
              </p:ext>
            </p:extLst>
          </p:nvPr>
        </p:nvGraphicFramePr>
        <p:xfrm>
          <a:off x="479423" y="1196998"/>
          <a:ext cx="11322935" cy="4251302"/>
        </p:xfrm>
        <a:graphic>
          <a:graphicData uri="http://schemas.openxmlformats.org/drawingml/2006/table">
            <a:tbl>
              <a:tblPr firstRow="1" bandRow="1">
                <a:tableStyleId>{7E9639D4-E3E2-4D34-9284-5A2195B3D0D7}</a:tableStyleId>
              </a:tblPr>
              <a:tblGrid>
                <a:gridCol w="1255803">
                  <a:extLst>
                    <a:ext uri="{9D8B030D-6E8A-4147-A177-3AD203B41FA5}">
                      <a16:colId xmlns:a16="http://schemas.microsoft.com/office/drawing/2014/main" val="3183558779"/>
                    </a:ext>
                  </a:extLst>
                </a:gridCol>
                <a:gridCol w="1194556">
                  <a:extLst>
                    <a:ext uri="{9D8B030D-6E8A-4147-A177-3AD203B41FA5}">
                      <a16:colId xmlns:a16="http://schemas.microsoft.com/office/drawing/2014/main" val="4060529730"/>
                    </a:ext>
                  </a:extLst>
                </a:gridCol>
                <a:gridCol w="1027047">
                  <a:extLst>
                    <a:ext uri="{9D8B030D-6E8A-4147-A177-3AD203B41FA5}">
                      <a16:colId xmlns:a16="http://schemas.microsoft.com/office/drawing/2014/main" val="1540706906"/>
                    </a:ext>
                  </a:extLst>
                </a:gridCol>
                <a:gridCol w="5901546">
                  <a:extLst>
                    <a:ext uri="{9D8B030D-6E8A-4147-A177-3AD203B41FA5}">
                      <a16:colId xmlns:a16="http://schemas.microsoft.com/office/drawing/2014/main" val="1815427223"/>
                    </a:ext>
                  </a:extLst>
                </a:gridCol>
                <a:gridCol w="1943983">
                  <a:extLst>
                    <a:ext uri="{9D8B030D-6E8A-4147-A177-3AD203B41FA5}">
                      <a16:colId xmlns:a16="http://schemas.microsoft.com/office/drawing/2014/main" val="3539556881"/>
                    </a:ext>
                  </a:extLst>
                </a:gridCol>
              </a:tblGrid>
              <a:tr h="840041">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a:t>Asset Name (</a:t>
                      </a:r>
                      <a:r>
                        <a:rPr lang="en-US" altLang="zh-CN" sz="1200" err="1"/>
                        <a:t>MoA</a:t>
                      </a:r>
                      <a:r>
                        <a:rPr lang="en-US" altLang="zh-CN" sz="1200"/>
                        <a:t>)</a:t>
                      </a:r>
                      <a:endParaRPr lang="zh-CN" altLang="en-US" sz="1200"/>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076D7E"/>
                    </a:solidFill>
                  </a:tcPr>
                </a:tc>
                <a:tc>
                  <a:txBody>
                    <a:bodyPr/>
                    <a:lstStyle/>
                    <a:p>
                      <a:pPr algn="ctr"/>
                      <a:r>
                        <a:rPr lang="en-US" altLang="zh-CN" sz="1200"/>
                        <a:t>Indication</a:t>
                      </a:r>
                      <a:endParaRPr lang="zh-CN" altLang="en-US" sz="1200"/>
                    </a:p>
                  </a:txBody>
                  <a:tcPr anchor="ctr">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076D7E"/>
                    </a:solidFill>
                  </a:tcPr>
                </a:tc>
                <a:tc>
                  <a:txBody>
                    <a:bodyPr/>
                    <a:lstStyle/>
                    <a:p>
                      <a:pPr algn="ctr"/>
                      <a:r>
                        <a:rPr lang="en-US" altLang="zh-CN" sz="1200"/>
                        <a:t>China Approval </a:t>
                      </a:r>
                    </a:p>
                    <a:p>
                      <a:pPr lvl="0" algn="ctr">
                        <a:buNone/>
                      </a:pPr>
                      <a:r>
                        <a:rPr lang="en-US" altLang="zh-CN" sz="1200"/>
                        <a:t>(base case)</a:t>
                      </a:r>
                    </a:p>
                  </a:txBody>
                  <a:tcPr anchor="ctr">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076D7E"/>
                    </a:solidFill>
                  </a:tcPr>
                </a:tc>
                <a:tc>
                  <a:txBody>
                    <a:bodyPr/>
                    <a:lstStyle/>
                    <a:p>
                      <a:pPr algn="ctr"/>
                      <a:r>
                        <a:rPr lang="en-US" altLang="zh-CN" sz="1200"/>
                        <a:t>Update</a:t>
                      </a:r>
                      <a:endParaRPr lang="zh-CN" altLang="en-US" sz="1200" i="1">
                        <a:solidFill>
                          <a:schemeClr val="bg1">
                            <a:lumMod val="75000"/>
                          </a:schemeClr>
                        </a:solidFill>
                      </a:endParaRPr>
                    </a:p>
                  </a:txBody>
                  <a:tcPr anchor="ctr">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076D7E"/>
                    </a:solidFill>
                  </a:tcPr>
                </a:tc>
                <a:tc>
                  <a:txBody>
                    <a:bodyPr/>
                    <a:lstStyle/>
                    <a:p>
                      <a:pPr algn="ctr"/>
                      <a:r>
                        <a:rPr lang="en-US" altLang="zh-CN" sz="1200"/>
                        <a:t>Next Step</a:t>
                      </a:r>
                      <a:endParaRPr lang="zh-CN" altLang="en-US" sz="1200"/>
                    </a:p>
                  </a:txBody>
                  <a:tcPr anchor="ctr">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076D7E"/>
                    </a:solidFill>
                  </a:tcPr>
                </a:tc>
                <a:extLst>
                  <a:ext uri="{0D108BD9-81ED-4DB2-BD59-A6C34878D82A}">
                    <a16:rowId xmlns:a16="http://schemas.microsoft.com/office/drawing/2014/main" val="4731445"/>
                  </a:ext>
                </a:extLst>
              </a:tr>
              <a:tr h="943009">
                <a:tc>
                  <a:txBody>
                    <a:bodyPr/>
                    <a:lstStyle/>
                    <a:p>
                      <a:r>
                        <a:rPr lang="en-US" altLang="zh-CN" sz="1050" b="0" i="0">
                          <a:solidFill>
                            <a:schemeClr val="tx1"/>
                          </a:solidFill>
                        </a:rPr>
                        <a:t>CD137/FAP</a:t>
                      </a:r>
                      <a:r>
                        <a:rPr lang="zh-CN" altLang="en-US" sz="1050" b="0" i="0">
                          <a:solidFill>
                            <a:schemeClr val="tx1"/>
                          </a:solidFill>
                        </a:rPr>
                        <a:t> </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050" i="0" kern="1200">
                          <a:solidFill>
                            <a:schemeClr val="tx1"/>
                          </a:solidFill>
                          <a:latin typeface="+mn-lt"/>
                          <a:ea typeface="+mn-ea"/>
                          <a:cs typeface="+mn-cs"/>
                        </a:rPr>
                        <a:t>HNSCC</a:t>
                      </a:r>
                      <a:endParaRPr kumimoji="1" lang="zh-CN" altLang="en-US" sz="1050" i="0" kern="1200">
                        <a:solidFill>
                          <a:schemeClr val="tx1"/>
                        </a:solidFill>
                        <a:latin typeface="+mn-lt"/>
                        <a:ea typeface="+mn-ea"/>
                        <a:cs typeface="+mn-cs"/>
                      </a:endParaRPr>
                    </a:p>
                  </a:txBody>
                  <a:tcPr anchor="ctr">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050" i="0" kern="1200">
                          <a:solidFill>
                            <a:schemeClr val="tx1"/>
                          </a:solidFill>
                          <a:latin typeface="+mn-lt"/>
                          <a:ea typeface="+mn-ea"/>
                          <a:cs typeface="+mn-cs"/>
                        </a:rPr>
                        <a:t>Jun 2031</a:t>
                      </a:r>
                      <a:endParaRPr kumimoji="1" lang="zh-CN" altLang="en-US" sz="1050" i="0" kern="1200">
                        <a:solidFill>
                          <a:schemeClr val="tx1"/>
                        </a:solidFill>
                        <a:latin typeface="+mn-lt"/>
                        <a:ea typeface="+mn-ea"/>
                        <a:cs typeface="+mn-cs"/>
                      </a:endParaRPr>
                    </a:p>
                  </a:txBody>
                  <a:tcPr anchor="ctr">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1" lang="en-US" altLang="zh-CN" sz="1050" i="0" kern="1200" dirty="0">
                          <a:solidFill>
                            <a:schemeClr val="tx1"/>
                          </a:solidFill>
                          <a:latin typeface="+mn-lt"/>
                          <a:ea typeface="+mn-ea"/>
                          <a:cs typeface="+mn-cs"/>
                        </a:rPr>
                        <a:t>Global Ph1b (1463-0001) is expected to be a 8-month delay of the overall development timeline (</a:t>
                      </a:r>
                      <a:r>
                        <a:rPr kumimoji="1" lang="en-US" altLang="zh-CN" sz="1050" i="0" kern="1200" dirty="0" err="1">
                          <a:solidFill>
                            <a:schemeClr val="tx1"/>
                          </a:solidFill>
                          <a:latin typeface="+mn-lt"/>
                          <a:ea typeface="+mn-ea"/>
                          <a:cs typeface="+mn-cs"/>
                        </a:rPr>
                        <a:t>PoCC</a:t>
                      </a:r>
                      <a:r>
                        <a:rPr kumimoji="1" lang="en-US" altLang="zh-CN" sz="1050" i="0" kern="1200" dirty="0">
                          <a:solidFill>
                            <a:schemeClr val="tx1"/>
                          </a:solidFill>
                          <a:latin typeface="+mn-lt"/>
                          <a:ea typeface="+mn-ea"/>
                          <a:cs typeface="+mn-cs"/>
                        </a:rPr>
                        <a:t>: July 2026 </a:t>
                      </a:r>
                      <a:r>
                        <a:rPr kumimoji="1" lang="en-US" altLang="zh-CN" sz="1050" i="0" kern="1200" dirty="0">
                          <a:solidFill>
                            <a:schemeClr val="tx1"/>
                          </a:solidFill>
                          <a:latin typeface="+mn-lt"/>
                          <a:ea typeface="+mn-ea"/>
                          <a:cs typeface="+mn-cs"/>
                          <a:sym typeface="Wingdings" panose="05000000000000000000" pitchFamily="2" charset="2"/>
                        </a:rPr>
                        <a:t> Mar 2027</a:t>
                      </a:r>
                      <a:r>
                        <a:rPr kumimoji="1" lang="en-US" altLang="zh-CN" sz="1050" i="0" kern="1200" dirty="0">
                          <a:solidFill>
                            <a:schemeClr val="tx1"/>
                          </a:solidFill>
                          <a:latin typeface="+mn-lt"/>
                          <a:ea typeface="+mn-ea"/>
                          <a:cs typeface="+mn-cs"/>
                        </a:rPr>
                        <a:t>).</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1" lang="en-US" altLang="zh-CN" sz="1050" i="0" kern="1200" dirty="0">
                          <a:solidFill>
                            <a:schemeClr val="tx1"/>
                          </a:solidFill>
                          <a:latin typeface="+mn-lt"/>
                          <a:ea typeface="+mn-ea"/>
                          <a:cs typeface="+mn-cs"/>
                        </a:rPr>
                        <a:t>2 Chinese subjects were screened, the first subject was treated on May 6.</a:t>
                      </a:r>
                    </a:p>
                  </a:txBody>
                  <a:tcPr anchor="ctr">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77" rtl="0" eaLnBrk="1" fontAlgn="auto" latinLnBrk="0" hangingPunct="1">
                        <a:lnSpc>
                          <a:spcPct val="100000"/>
                        </a:lnSpc>
                        <a:spcBef>
                          <a:spcPts val="0"/>
                        </a:spcBef>
                        <a:spcAft>
                          <a:spcPts val="600"/>
                        </a:spcAft>
                        <a:buClrTx/>
                        <a:buSzTx/>
                        <a:buFontTx/>
                        <a:buNone/>
                        <a:tabLst/>
                        <a:defRPr/>
                      </a:pPr>
                      <a:r>
                        <a:rPr kumimoji="1" lang="en-US" altLang="zh-CN" sz="1050" i="0" kern="1200" dirty="0">
                          <a:solidFill>
                            <a:schemeClr val="tx1"/>
                          </a:solidFill>
                          <a:latin typeface="+mn-lt"/>
                          <a:ea typeface="+mn-ea"/>
                          <a:cs typeface="+mn-cs"/>
                        </a:rPr>
                        <a:t>Speed up China recruitment</a:t>
                      </a:r>
                      <a:endParaRPr kumimoji="1" lang="zh-CN" altLang="en-US" sz="1050" i="0" kern="1200" dirty="0">
                        <a:solidFill>
                          <a:schemeClr val="tx1"/>
                        </a:solidFill>
                        <a:latin typeface="+mn-lt"/>
                        <a:ea typeface="+mn-ea"/>
                        <a:cs typeface="+mn-cs"/>
                      </a:endParaRPr>
                    </a:p>
                  </a:txBody>
                  <a:tcPr anchor="ctr">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265101"/>
                  </a:ext>
                </a:extLst>
              </a:tr>
              <a:tr h="1386624">
                <a:tc>
                  <a:txBody>
                    <a:bodyPr/>
                    <a:lstStyle/>
                    <a:p>
                      <a:r>
                        <a:rPr lang="en-US" altLang="zh-CN" sz="1050" b="0" i="0" dirty="0">
                          <a:solidFill>
                            <a:schemeClr val="tx1"/>
                          </a:solidFill>
                        </a:rPr>
                        <a:t>Systemic STING ago. FR</a:t>
                      </a:r>
                      <a:endParaRPr lang="zh-CN" altLang="en-US" sz="1050" b="0" i="0" dirty="0">
                        <a:solidFill>
                          <a:schemeClr val="tx1"/>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050" i="0" kern="1200">
                          <a:solidFill>
                            <a:schemeClr val="tx1"/>
                          </a:solidFill>
                          <a:latin typeface="+mn-lt"/>
                          <a:ea typeface="+mn-ea"/>
                          <a:cs typeface="+mn-cs"/>
                        </a:rPr>
                        <a:t>NSCLC</a:t>
                      </a:r>
                      <a:endParaRPr kumimoji="1" lang="zh-CN" altLang="en-US" sz="1050" i="0" kern="1200">
                        <a:solidFill>
                          <a:schemeClr val="tx1"/>
                        </a:solidFill>
                        <a:latin typeface="+mn-lt"/>
                        <a:ea typeface="+mn-ea"/>
                        <a:cs typeface="+mn-cs"/>
                      </a:endParaRPr>
                    </a:p>
                  </a:txBody>
                  <a:tcPr anchor="ctr">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050" i="0" kern="1200">
                          <a:solidFill>
                            <a:schemeClr val="tx1"/>
                          </a:solidFill>
                          <a:latin typeface="+mn-lt"/>
                          <a:ea typeface="+mn-ea"/>
                          <a:cs typeface="+mn-cs"/>
                        </a:rPr>
                        <a:t>Sep 2032</a:t>
                      </a:r>
                      <a:endParaRPr kumimoji="1" lang="zh-CN" altLang="en-US" sz="1050" i="0" kern="1200">
                        <a:solidFill>
                          <a:schemeClr val="tx1"/>
                        </a:solidFill>
                        <a:latin typeface="+mn-lt"/>
                        <a:ea typeface="+mn-ea"/>
                        <a:cs typeface="+mn-cs"/>
                      </a:endParaRPr>
                    </a:p>
                  </a:txBody>
                  <a:tcPr anchor="ctr">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050" i="0" kern="1200" dirty="0">
                          <a:solidFill>
                            <a:schemeClr val="tx1"/>
                          </a:solidFill>
                          <a:latin typeface="+mn-lt"/>
                          <a:ea typeface="+mn-ea"/>
                          <a:cs typeface="+mn-cs"/>
                        </a:rPr>
                        <a:t>Global ph1 study is under the new dose level (DL7), which will take approximately additional 2-3 months (DEC: early of Jul 2025, </a:t>
                      </a:r>
                      <a:r>
                        <a:rPr lang="en-US" altLang="zh-CN" sz="1050" i="0" kern="1200" dirty="0" err="1">
                          <a:solidFill>
                            <a:schemeClr val="tx1"/>
                          </a:solidFill>
                          <a:latin typeface="+mn-lt"/>
                          <a:ea typeface="+mn-ea"/>
                          <a:cs typeface="+mn-cs"/>
                        </a:rPr>
                        <a:t>PoPP</a:t>
                      </a:r>
                      <a:r>
                        <a:rPr lang="en-US" altLang="zh-CN" sz="1050" i="0" kern="1200" dirty="0">
                          <a:solidFill>
                            <a:schemeClr val="tx1"/>
                          </a:solidFill>
                          <a:latin typeface="+mn-lt"/>
                          <a:ea typeface="+mn-ea"/>
                          <a:cs typeface="+mn-cs"/>
                        </a:rPr>
                        <a:t>: Jun 2025). </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050" i="0" kern="1200" dirty="0">
                          <a:solidFill>
                            <a:schemeClr val="tx1"/>
                          </a:solidFill>
                          <a:latin typeface="+mn-lt"/>
                          <a:ea typeface="+mn-ea"/>
                          <a:cs typeface="+mn-cs"/>
                        </a:rPr>
                        <a:t>No chance to catch up with the deadline of NMPA CTA pilot program (</a:t>
                      </a:r>
                      <a:r>
                        <a:rPr lang="zh-CN" altLang="en-US" sz="1050" i="0" kern="1200" dirty="0">
                          <a:solidFill>
                            <a:schemeClr val="tx1"/>
                          </a:solidFill>
                          <a:latin typeface="+mn-lt"/>
                          <a:ea typeface="+mn-ea"/>
                          <a:cs typeface="+mn-cs"/>
                        </a:rPr>
                        <a:t>优化创新药临床试验审评审批试点工作方案</a:t>
                      </a:r>
                      <a:r>
                        <a:rPr lang="en-US" altLang="zh-CN" sz="1050" i="0" kern="1200" dirty="0">
                          <a:solidFill>
                            <a:schemeClr val="tx1"/>
                          </a:solidFill>
                          <a:latin typeface="+mn-lt"/>
                          <a:ea typeface="+mn-ea"/>
                          <a:cs typeface="+mn-cs"/>
                        </a:rPr>
                        <a:t>), then go back to Standard pathway but keep close eyes on any new policy regarding the pilot CTA program.</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050" i="0" kern="1200" dirty="0">
                          <a:solidFill>
                            <a:schemeClr val="tx1"/>
                          </a:solidFill>
                          <a:latin typeface="+mn-lt"/>
                          <a:ea typeface="+mn-ea"/>
                          <a:cs typeface="+mn-cs"/>
                        </a:rPr>
                        <a:t>CTA preparation has kicked off in Mar 2025.</a:t>
                      </a:r>
                    </a:p>
                  </a:txBody>
                  <a:tcPr anchor="ctr">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altLang="zh-CN" sz="1050" i="0" kern="1200" dirty="0">
                          <a:solidFill>
                            <a:schemeClr val="tx1"/>
                          </a:solidFill>
                          <a:latin typeface="+mn-lt"/>
                          <a:ea typeface="+mn-ea"/>
                          <a:cs typeface="+mn-cs"/>
                        </a:rPr>
                        <a:t>To prepare the CTA and site initiation </a:t>
                      </a:r>
                      <a:r>
                        <a:rPr lang="en-US" altLang="zh-CN" sz="1050" i="0" kern="1200" dirty="0">
                          <a:solidFill>
                            <a:schemeClr val="tx1"/>
                          </a:solidFill>
                          <a:latin typeface="+mn-lt"/>
                          <a:ea typeface="+mn-ea"/>
                          <a:cs typeface="+mn-cs"/>
                          <a:sym typeface="Wingdings" panose="05000000000000000000" pitchFamily="2" charset="2"/>
                        </a:rPr>
                        <a:t> 1</a:t>
                      </a:r>
                      <a:r>
                        <a:rPr lang="en-US" altLang="zh-CN" sz="1050" i="0" kern="1200" baseline="30000" dirty="0">
                          <a:solidFill>
                            <a:schemeClr val="tx1"/>
                          </a:solidFill>
                          <a:latin typeface="+mn-lt"/>
                          <a:ea typeface="+mn-ea"/>
                          <a:cs typeface="+mn-cs"/>
                          <a:sym typeface="Wingdings" panose="05000000000000000000" pitchFamily="2" charset="2"/>
                        </a:rPr>
                        <a:t>st</a:t>
                      </a:r>
                      <a:r>
                        <a:rPr lang="en-US" altLang="zh-CN" sz="1050" i="0" kern="1200" dirty="0">
                          <a:solidFill>
                            <a:schemeClr val="tx1"/>
                          </a:solidFill>
                          <a:latin typeface="+mn-lt"/>
                          <a:ea typeface="+mn-ea"/>
                          <a:cs typeface="+mn-cs"/>
                          <a:sym typeface="Wingdings" panose="05000000000000000000" pitchFamily="2" charset="2"/>
                        </a:rPr>
                        <a:t> SIV in Feb 2026</a:t>
                      </a:r>
                      <a:r>
                        <a:rPr lang="en-US" altLang="zh-CN" sz="1050" i="0" kern="1200" dirty="0">
                          <a:solidFill>
                            <a:schemeClr val="tx1"/>
                          </a:solidFill>
                          <a:latin typeface="+mn-lt"/>
                          <a:ea typeface="+mn-ea"/>
                          <a:cs typeface="+mn-cs"/>
                        </a:rPr>
                        <a:t>.</a:t>
                      </a:r>
                    </a:p>
                  </a:txBody>
                  <a:tcPr anchor="ctr">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6481480"/>
                  </a:ext>
                </a:extLst>
              </a:tr>
              <a:tr h="1081628">
                <a:tc>
                  <a:txBody>
                    <a:bodyPr/>
                    <a:lstStyle/>
                    <a:p>
                      <a:pPr marL="0" algn="l" defTabSz="914377" rtl="0" eaLnBrk="1" latinLnBrk="0" hangingPunct="1"/>
                      <a:r>
                        <a:rPr lang="en-US" altLang="zh-CN" sz="1050" b="0" i="0" kern="1200">
                          <a:solidFill>
                            <a:schemeClr val="tx1"/>
                          </a:solidFill>
                          <a:latin typeface="+mn-lt"/>
                          <a:ea typeface="+mn-ea"/>
                          <a:cs typeface="+mn-cs"/>
                        </a:rPr>
                        <a:t>KISIMA-02</a:t>
                      </a:r>
                      <a:endParaRPr lang="zh-CN" altLang="en-US" sz="1050" b="0" i="0" kern="1200">
                        <a:solidFill>
                          <a:schemeClr val="tx1"/>
                        </a:solidFill>
                        <a:latin typeface="+mn-lt"/>
                        <a:ea typeface="+mn-ea"/>
                        <a:cs typeface="+mn-cs"/>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050" b="0" i="0" kern="1200">
                          <a:solidFill>
                            <a:schemeClr val="tx1"/>
                          </a:solidFill>
                          <a:latin typeface="+mn-lt"/>
                          <a:ea typeface="+mn-ea"/>
                          <a:cs typeface="+mn-cs"/>
                        </a:rPr>
                        <a:t>PDAC</a:t>
                      </a:r>
                      <a:endParaRPr lang="zh-CN" altLang="en-US" sz="1050" b="0" i="0" kern="1200">
                        <a:solidFill>
                          <a:schemeClr val="tx1"/>
                        </a:solidFill>
                        <a:latin typeface="+mn-lt"/>
                        <a:ea typeface="+mn-ea"/>
                        <a:cs typeface="+mn-cs"/>
                      </a:endParaRPr>
                    </a:p>
                  </a:txBody>
                  <a:tcPr anchor="ctr">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050" b="0" i="0" kern="1200">
                          <a:solidFill>
                            <a:schemeClr val="tx1"/>
                          </a:solidFill>
                          <a:latin typeface="+mn-lt"/>
                          <a:ea typeface="+mn-ea"/>
                          <a:cs typeface="+mn-cs"/>
                        </a:rPr>
                        <a:t>Aug 2035 </a:t>
                      </a:r>
                      <a:endParaRPr lang="zh-CN" altLang="en-US" sz="1050" b="0" i="0" kern="1200">
                        <a:solidFill>
                          <a:schemeClr val="tx1"/>
                        </a:solidFill>
                        <a:latin typeface="+mn-lt"/>
                        <a:ea typeface="+mn-ea"/>
                        <a:cs typeface="+mn-cs"/>
                      </a:endParaRPr>
                    </a:p>
                  </a:txBody>
                  <a:tcPr anchor="ctr">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1" lang="en-US" altLang="zh-CN" sz="1050" i="0" kern="1200" dirty="0">
                          <a:solidFill>
                            <a:schemeClr val="tx1"/>
                          </a:solidFill>
                          <a:latin typeface="+mn-lt"/>
                          <a:ea typeface="+mn-ea"/>
                          <a:cs typeface="+mn-cs"/>
                        </a:rPr>
                        <a:t>It’s under the discussion of a China standalone Ph1 study</a:t>
                      </a:r>
                      <a:r>
                        <a:rPr kumimoji="1" lang="zh-CN" altLang="en-US" sz="1050" i="0" kern="1200" dirty="0">
                          <a:solidFill>
                            <a:schemeClr val="tx1"/>
                          </a:solidFill>
                          <a:latin typeface="+mn-lt"/>
                          <a:ea typeface="+mn-ea"/>
                          <a:cs typeface="+mn-cs"/>
                        </a:rPr>
                        <a:t> </a:t>
                      </a:r>
                      <a:r>
                        <a:rPr kumimoji="1" lang="en-US" altLang="zh-CN" sz="1050" i="0" kern="1200" dirty="0">
                          <a:solidFill>
                            <a:schemeClr val="tx1"/>
                          </a:solidFill>
                          <a:latin typeface="+mn-lt"/>
                          <a:ea typeface="+mn-ea"/>
                          <a:cs typeface="+mn-cs"/>
                        </a:rPr>
                        <a:t>after the trigger point of global POPP milestone  in Dec 2025.</a:t>
                      </a:r>
                    </a:p>
                  </a:txBody>
                  <a:tcPr anchor="ctr">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1" lang="en-US" altLang="zh-CN" sz="1050" i="0" kern="1200" dirty="0">
                          <a:solidFill>
                            <a:schemeClr val="tx1"/>
                          </a:solidFill>
                          <a:latin typeface="+mn-lt"/>
                          <a:ea typeface="+mn-ea"/>
                          <a:cs typeface="+mn-cs"/>
                        </a:rPr>
                        <a:t>Follow up China integration plan with global team.</a:t>
                      </a:r>
                    </a:p>
                  </a:txBody>
                  <a:tcPr anchor="ctr">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74699"/>
                  </a:ext>
                </a:extLst>
              </a:tr>
            </a:tbl>
          </a:graphicData>
        </a:graphic>
      </p:graphicFrame>
      <p:sp>
        <p:nvSpPr>
          <p:cNvPr id="11" name="Star: 5 Points 10">
            <a:extLst>
              <a:ext uri="{FF2B5EF4-FFF2-40B4-BE49-F238E27FC236}">
                <a16:creationId xmlns:a16="http://schemas.microsoft.com/office/drawing/2014/main" id="{7104E3B0-A385-491A-68DF-93F38CDB65E5}"/>
              </a:ext>
            </a:extLst>
          </p:cNvPr>
          <p:cNvSpPr/>
          <p:nvPr/>
        </p:nvSpPr>
        <p:spPr bwMode="gray">
          <a:xfrm>
            <a:off x="1685051" y="6570146"/>
            <a:ext cx="146304" cy="144000"/>
          </a:xfrm>
          <a:prstGeom prst="star5">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TextBox 11">
            <a:extLst>
              <a:ext uri="{FF2B5EF4-FFF2-40B4-BE49-F238E27FC236}">
                <a16:creationId xmlns:a16="http://schemas.microsoft.com/office/drawing/2014/main" id="{828FA8B4-1632-34E2-85CA-9771417FD3DB}"/>
              </a:ext>
            </a:extLst>
          </p:cNvPr>
          <p:cNvSpPr txBox="1"/>
          <p:nvPr/>
        </p:nvSpPr>
        <p:spPr bwMode="gray">
          <a:xfrm>
            <a:off x="1857183" y="6534836"/>
            <a:ext cx="857607"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One HP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TextBox 12">
            <a:extLst>
              <a:ext uri="{FF2B5EF4-FFF2-40B4-BE49-F238E27FC236}">
                <a16:creationId xmlns:a16="http://schemas.microsoft.com/office/drawing/2014/main" id="{ABAA68EE-A24B-6453-449D-0C81D4589AE6}"/>
              </a:ext>
            </a:extLst>
          </p:cNvPr>
          <p:cNvSpPr txBox="1"/>
          <p:nvPr/>
        </p:nvSpPr>
        <p:spPr bwMode="gray">
          <a:xfrm>
            <a:off x="2975726" y="6544072"/>
            <a:ext cx="597921"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TA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 name="Star: 4 Points 13">
            <a:extLst>
              <a:ext uri="{FF2B5EF4-FFF2-40B4-BE49-F238E27FC236}">
                <a16:creationId xmlns:a16="http://schemas.microsoft.com/office/drawing/2014/main" id="{FC468952-BCBE-275F-8436-15F0E1D700BD}"/>
              </a:ext>
            </a:extLst>
          </p:cNvPr>
          <p:cNvSpPr/>
          <p:nvPr/>
        </p:nvSpPr>
        <p:spPr bwMode="gray">
          <a:xfrm>
            <a:off x="2777254" y="6552146"/>
            <a:ext cx="180000" cy="180000"/>
          </a:xfrm>
          <a:prstGeom prst="star4">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2403642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8D2C6-8A7B-D65B-AA7B-E65B87B8D88B}"/>
              </a:ext>
            </a:extLst>
          </p:cNvPr>
          <p:cNvSpPr>
            <a:spLocks noGrp="1"/>
          </p:cNvSpPr>
          <p:nvPr>
            <p:ph type="title"/>
          </p:nvPr>
        </p:nvSpPr>
        <p:spPr/>
        <p:txBody>
          <a:bodyPr/>
          <a:lstStyle/>
          <a:p>
            <a:r>
              <a:rPr lang="es-ES" err="1"/>
              <a:t>Phase</a:t>
            </a:r>
            <a:r>
              <a:rPr lang="es-ES"/>
              <a:t> 1b </a:t>
            </a:r>
            <a:r>
              <a:rPr lang="es-ES" err="1"/>
              <a:t>Recruitment</a:t>
            </a:r>
            <a:endParaRPr lang="en-US"/>
          </a:p>
        </p:txBody>
      </p:sp>
      <p:sp>
        <p:nvSpPr>
          <p:cNvPr id="4" name="Text Placeholder 3">
            <a:extLst>
              <a:ext uri="{FF2B5EF4-FFF2-40B4-BE49-F238E27FC236}">
                <a16:creationId xmlns:a16="http://schemas.microsoft.com/office/drawing/2014/main" id="{99CD70D9-CDCD-EE75-918B-1EFB408538A3}"/>
              </a:ext>
            </a:extLst>
          </p:cNvPr>
          <p:cNvSpPr>
            <a:spLocks noGrp="1"/>
          </p:cNvSpPr>
          <p:nvPr>
            <p:ph type="body" sz="quarter" idx="13"/>
          </p:nvPr>
        </p:nvSpPr>
        <p:spPr/>
        <p:txBody>
          <a:bodyPr/>
          <a:lstStyle/>
          <a:p>
            <a:endParaRPr lang="en-US"/>
          </a:p>
        </p:txBody>
      </p:sp>
      <p:sp>
        <p:nvSpPr>
          <p:cNvPr id="5" name="Footer Placeholder 4">
            <a:extLst>
              <a:ext uri="{FF2B5EF4-FFF2-40B4-BE49-F238E27FC236}">
                <a16:creationId xmlns:a16="http://schemas.microsoft.com/office/drawing/2014/main" id="{C8F55C49-86BF-5635-2242-F01971DB9A7A}"/>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6" name="Slide Number Placeholder 5">
            <a:extLst>
              <a:ext uri="{FF2B5EF4-FFF2-40B4-BE49-F238E27FC236}">
                <a16:creationId xmlns:a16="http://schemas.microsoft.com/office/drawing/2014/main" id="{F41028CA-7CE3-9DE2-303C-2DC4521E3945}"/>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7" name="Chart 6">
            <a:extLst>
              <a:ext uri="{FF2B5EF4-FFF2-40B4-BE49-F238E27FC236}">
                <a16:creationId xmlns:a16="http://schemas.microsoft.com/office/drawing/2014/main" id="{F13FC2B2-8CAD-C65C-2EDA-9013BB2707A8}"/>
              </a:ext>
            </a:extLst>
          </p:cNvPr>
          <p:cNvGraphicFramePr>
            <a:graphicFrameLocks/>
          </p:cNvGraphicFramePr>
          <p:nvPr/>
        </p:nvGraphicFramePr>
        <p:xfrm>
          <a:off x="955040" y="1626710"/>
          <a:ext cx="9314815" cy="367681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Table 2">
            <a:extLst>
              <a:ext uri="{FF2B5EF4-FFF2-40B4-BE49-F238E27FC236}">
                <a16:creationId xmlns:a16="http://schemas.microsoft.com/office/drawing/2014/main" id="{6EEB1F5A-DA5C-0B01-50E9-29FF36A0D63B}"/>
              </a:ext>
            </a:extLst>
          </p:cNvPr>
          <p:cNvGraphicFramePr>
            <a:graphicFrameLocks noGrp="1"/>
          </p:cNvGraphicFramePr>
          <p:nvPr/>
        </p:nvGraphicFramePr>
        <p:xfrm>
          <a:off x="6659552" y="331540"/>
          <a:ext cx="4765040" cy="1010920"/>
        </p:xfrm>
        <a:graphic>
          <a:graphicData uri="http://schemas.openxmlformats.org/drawingml/2006/table">
            <a:tbl>
              <a:tblPr>
                <a:tableStyleId>{616DA210-FB5B-4158-B5E0-FEB733F419BA}</a:tableStyleId>
              </a:tblPr>
              <a:tblGrid>
                <a:gridCol w="1191260">
                  <a:extLst>
                    <a:ext uri="{9D8B030D-6E8A-4147-A177-3AD203B41FA5}">
                      <a16:colId xmlns:a16="http://schemas.microsoft.com/office/drawing/2014/main" val="1304082208"/>
                    </a:ext>
                  </a:extLst>
                </a:gridCol>
                <a:gridCol w="1191260">
                  <a:extLst>
                    <a:ext uri="{9D8B030D-6E8A-4147-A177-3AD203B41FA5}">
                      <a16:colId xmlns:a16="http://schemas.microsoft.com/office/drawing/2014/main" val="2746537747"/>
                    </a:ext>
                  </a:extLst>
                </a:gridCol>
                <a:gridCol w="1191260">
                  <a:extLst>
                    <a:ext uri="{9D8B030D-6E8A-4147-A177-3AD203B41FA5}">
                      <a16:colId xmlns:a16="http://schemas.microsoft.com/office/drawing/2014/main" val="3503588119"/>
                    </a:ext>
                  </a:extLst>
                </a:gridCol>
                <a:gridCol w="1191260">
                  <a:extLst>
                    <a:ext uri="{9D8B030D-6E8A-4147-A177-3AD203B41FA5}">
                      <a16:colId xmlns:a16="http://schemas.microsoft.com/office/drawing/2014/main" val="734453519"/>
                    </a:ext>
                  </a:extLst>
                </a:gridCol>
              </a:tblGrid>
              <a:tr h="370840">
                <a:tc>
                  <a:txBody>
                    <a:bodyPr/>
                    <a:lstStyle/>
                    <a:p>
                      <a:r>
                        <a:rPr lang="en-US" sz="1200" dirty="0"/>
                        <a:t>Enrolled/ Consented</a:t>
                      </a:r>
                    </a:p>
                  </a:txBody>
                  <a:tcPr/>
                </a:tc>
                <a:tc>
                  <a:txBody>
                    <a:bodyPr/>
                    <a:lstStyle/>
                    <a:p>
                      <a:r>
                        <a:rPr lang="en-US" sz="1200" dirty="0"/>
                        <a:t>Screen Fails</a:t>
                      </a:r>
                    </a:p>
                  </a:txBody>
                  <a:tcPr/>
                </a:tc>
                <a:tc>
                  <a:txBody>
                    <a:bodyPr/>
                    <a:lstStyle/>
                    <a:p>
                      <a:r>
                        <a:rPr lang="en-US" sz="1200" dirty="0"/>
                        <a:t>In-Screening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Randomized/Treated</a:t>
                      </a:r>
                    </a:p>
                    <a:p>
                      <a:endParaRPr lang="en-US" sz="1200" dirty="0"/>
                    </a:p>
                  </a:txBody>
                  <a:tcPr/>
                </a:tc>
                <a:extLst>
                  <a:ext uri="{0D108BD9-81ED-4DB2-BD59-A6C34878D82A}">
                    <a16:rowId xmlns:a16="http://schemas.microsoft.com/office/drawing/2014/main" val="3169238741"/>
                  </a:ext>
                </a:extLst>
              </a:tr>
              <a:tr h="370840">
                <a:tc>
                  <a:txBody>
                    <a:bodyPr/>
                    <a:lstStyle/>
                    <a:p>
                      <a:r>
                        <a:rPr lang="en-US" sz="1200" dirty="0"/>
                        <a:t>5</a:t>
                      </a:r>
                    </a:p>
                  </a:txBody>
                  <a:tcPr/>
                </a:tc>
                <a:tc>
                  <a:txBody>
                    <a:bodyPr/>
                    <a:lstStyle/>
                    <a:p>
                      <a:r>
                        <a:rPr lang="en-US" sz="1200" dirty="0"/>
                        <a:t>1</a:t>
                      </a:r>
                    </a:p>
                  </a:txBody>
                  <a:tcPr/>
                </a:tc>
                <a:tc>
                  <a:txBody>
                    <a:bodyPr/>
                    <a:lstStyle/>
                    <a:p>
                      <a:r>
                        <a:rPr lang="en-US" sz="1200" dirty="0"/>
                        <a:t>2</a:t>
                      </a:r>
                    </a:p>
                  </a:txBody>
                  <a:tcPr/>
                </a:tc>
                <a:tc>
                  <a:txBody>
                    <a:bodyPr/>
                    <a:lstStyle/>
                    <a:p>
                      <a:r>
                        <a:rPr lang="en-US" sz="1200" dirty="0"/>
                        <a:t>3</a:t>
                      </a:r>
                    </a:p>
                  </a:txBody>
                  <a:tcPr/>
                </a:tc>
                <a:extLst>
                  <a:ext uri="{0D108BD9-81ED-4DB2-BD59-A6C34878D82A}">
                    <a16:rowId xmlns:a16="http://schemas.microsoft.com/office/drawing/2014/main" val="3027312792"/>
                  </a:ext>
                </a:extLst>
              </a:tr>
            </a:tbl>
          </a:graphicData>
        </a:graphic>
      </p:graphicFrame>
    </p:spTree>
    <p:extLst>
      <p:ext uri="{BB962C8B-B14F-4D97-AF65-F5344CB8AC3E}">
        <p14:creationId xmlns:p14="http://schemas.microsoft.com/office/powerpoint/2010/main" val="383048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120B95-5E3F-4049-E747-5A8A203B623C}"/>
              </a:ext>
            </a:extLst>
          </p:cNvPr>
          <p:cNvSpPr>
            <a:spLocks noGrp="1"/>
          </p:cNvSpPr>
          <p:nvPr>
            <p:ph type="title"/>
          </p:nvPr>
        </p:nvSpPr>
        <p:spPr/>
        <p:txBody>
          <a:bodyPr/>
          <a:lstStyle/>
          <a:p>
            <a:r>
              <a:rPr lang="de-DE"/>
              <a:t>Timelines</a:t>
            </a:r>
          </a:p>
        </p:txBody>
      </p:sp>
      <p:sp>
        <p:nvSpPr>
          <p:cNvPr id="5" name="Fußzeilenplatzhalter 4">
            <a:extLst>
              <a:ext uri="{FF2B5EF4-FFF2-40B4-BE49-F238E27FC236}">
                <a16:creationId xmlns:a16="http://schemas.microsoft.com/office/drawing/2014/main" id="{56EE8C35-BE44-061E-C825-F8E99895F59F}"/>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6" name="Foliennummernplatzhalter 5">
            <a:extLst>
              <a:ext uri="{FF2B5EF4-FFF2-40B4-BE49-F238E27FC236}">
                <a16:creationId xmlns:a16="http://schemas.microsoft.com/office/drawing/2014/main" id="{F05CF6C7-C7BE-24FC-6109-BE7D8A2ECC45}"/>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7" name="MekkoValueChainHeader637660848299819829637660848300119802637660848300399819637660848300729812637660848301029847">
            <a:extLst>
              <a:ext uri="{FF2B5EF4-FFF2-40B4-BE49-F238E27FC236}">
                <a16:creationId xmlns:a16="http://schemas.microsoft.com/office/drawing/2014/main" id="{EAFD8B4F-6179-E86E-5AF2-885BEEC4CE30}"/>
              </a:ext>
            </a:extLst>
          </p:cNvPr>
          <p:cNvSpPr/>
          <p:nvPr/>
        </p:nvSpPr>
        <p:spPr>
          <a:xfrm>
            <a:off x="1276445" y="1793914"/>
            <a:ext cx="2167065" cy="377149"/>
          </a:xfrm>
          <a:prstGeom prst="chevron">
            <a:avLst>
              <a:gd name="adj" fmla="val 38400"/>
            </a:avLst>
          </a:prstGeom>
          <a:solidFill>
            <a:schemeClr val="tx1">
              <a:lumMod val="50000"/>
              <a:lumOff val="50000"/>
            </a:schemeClr>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none" lIns="60960" rIns="60960" rtlCol="0" anchor="ctr" anchorCtr="0">
            <a:no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GB" sz="1333" b="1" i="0" u="none" strike="noStrike" kern="1200" cap="none" spc="0" normalizeH="0" baseline="0" noProof="0">
                <a:ln>
                  <a:noFill/>
                </a:ln>
                <a:solidFill>
                  <a:srgbClr val="FFFFFF"/>
                </a:solidFill>
                <a:effectLst/>
                <a:uLnTx/>
                <a:uFillTx/>
                <a:latin typeface="Boehringer Forward Text"/>
                <a:ea typeface="+mn-ea"/>
                <a:cs typeface="+mn-cs"/>
              </a:rPr>
              <a:t>2024</a:t>
            </a:r>
          </a:p>
        </p:txBody>
      </p:sp>
      <p:sp>
        <p:nvSpPr>
          <p:cNvPr id="8" name="MekkoValueChainHeader637660848299819829637660848300119802637660848300399819637660848300729812637660848301029847">
            <a:extLst>
              <a:ext uri="{FF2B5EF4-FFF2-40B4-BE49-F238E27FC236}">
                <a16:creationId xmlns:a16="http://schemas.microsoft.com/office/drawing/2014/main" id="{CE5C437D-2BD7-BC85-110B-B61F227FFECF}"/>
              </a:ext>
            </a:extLst>
          </p:cNvPr>
          <p:cNvSpPr/>
          <p:nvPr/>
        </p:nvSpPr>
        <p:spPr>
          <a:xfrm>
            <a:off x="3271213" y="1793131"/>
            <a:ext cx="2167065" cy="377149"/>
          </a:xfrm>
          <a:prstGeom prst="chevron">
            <a:avLst>
              <a:gd name="adj" fmla="val 38400"/>
            </a:avLst>
          </a:prstGeom>
          <a:solidFill>
            <a:schemeClr val="tx1">
              <a:lumMod val="50000"/>
              <a:lumOff val="50000"/>
            </a:schemeClr>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none" lIns="60960" rIns="60960" rtlCol="0" anchor="ctr" anchorCtr="0">
            <a:no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GB" sz="1333" b="1" i="0" u="none" strike="noStrike" kern="1200" cap="none" spc="0" normalizeH="0" baseline="0" noProof="0">
                <a:ln>
                  <a:noFill/>
                </a:ln>
                <a:solidFill>
                  <a:srgbClr val="FFFFFF"/>
                </a:solidFill>
                <a:effectLst/>
                <a:uLnTx/>
                <a:uFillTx/>
                <a:latin typeface="Boehringer Forward Text"/>
                <a:ea typeface="+mn-ea"/>
                <a:cs typeface="+mn-cs"/>
              </a:rPr>
              <a:t>2025</a:t>
            </a:r>
          </a:p>
        </p:txBody>
      </p:sp>
      <p:sp>
        <p:nvSpPr>
          <p:cNvPr id="9" name="MekkoValueChainHeader637660848299819829637660848300119802637660848300399819637660848300729812637660848301029847">
            <a:extLst>
              <a:ext uri="{FF2B5EF4-FFF2-40B4-BE49-F238E27FC236}">
                <a16:creationId xmlns:a16="http://schemas.microsoft.com/office/drawing/2014/main" id="{B712C19C-0E48-67B6-EA4C-B3AD313E202D}"/>
              </a:ext>
            </a:extLst>
          </p:cNvPr>
          <p:cNvSpPr/>
          <p:nvPr/>
        </p:nvSpPr>
        <p:spPr>
          <a:xfrm>
            <a:off x="5295782" y="1796490"/>
            <a:ext cx="2167065" cy="377149"/>
          </a:xfrm>
          <a:prstGeom prst="chevron">
            <a:avLst>
              <a:gd name="adj" fmla="val 38400"/>
            </a:avLst>
          </a:prstGeom>
          <a:solidFill>
            <a:schemeClr val="tx1">
              <a:lumMod val="50000"/>
              <a:lumOff val="50000"/>
            </a:schemeClr>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none" lIns="60960" rIns="60960" rtlCol="0" anchor="ctr" anchorCtr="0">
            <a:no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GB" sz="1333" b="1" i="0" u="none" strike="noStrike" kern="1200" cap="none" spc="0" normalizeH="0" baseline="0" noProof="0">
                <a:ln>
                  <a:noFill/>
                </a:ln>
                <a:solidFill>
                  <a:srgbClr val="FFFFFF"/>
                </a:solidFill>
                <a:effectLst/>
                <a:uLnTx/>
                <a:uFillTx/>
                <a:latin typeface="Boehringer Forward Text"/>
                <a:ea typeface="+mn-ea"/>
                <a:cs typeface="+mn-cs"/>
              </a:rPr>
              <a:t>2026</a:t>
            </a:r>
          </a:p>
        </p:txBody>
      </p:sp>
      <p:sp>
        <p:nvSpPr>
          <p:cNvPr id="10" name="MekkoValueChainHeader637660848299819829637660848300119802637660848300399819637660848300729812637660848301029847">
            <a:extLst>
              <a:ext uri="{FF2B5EF4-FFF2-40B4-BE49-F238E27FC236}">
                <a16:creationId xmlns:a16="http://schemas.microsoft.com/office/drawing/2014/main" id="{49EDDC77-A216-685D-814F-AC5BAFF7B83F}"/>
              </a:ext>
            </a:extLst>
          </p:cNvPr>
          <p:cNvSpPr/>
          <p:nvPr/>
        </p:nvSpPr>
        <p:spPr>
          <a:xfrm>
            <a:off x="7329466" y="1786306"/>
            <a:ext cx="1506605" cy="377149"/>
          </a:xfrm>
          <a:prstGeom prst="chevron">
            <a:avLst>
              <a:gd name="adj" fmla="val 38400"/>
            </a:avLst>
          </a:prstGeom>
          <a:solidFill>
            <a:schemeClr val="tx1">
              <a:lumMod val="50000"/>
              <a:lumOff val="50000"/>
            </a:schemeClr>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none" lIns="60960" rIns="60960" rtlCol="0" anchor="ctr" anchorCtr="0">
            <a:no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GB" sz="1333" b="1" i="0" u="none" strike="noStrike" kern="1200" cap="none" spc="0" normalizeH="0" baseline="0" noProof="0">
                <a:ln>
                  <a:noFill/>
                </a:ln>
                <a:solidFill>
                  <a:srgbClr val="FFFFFF"/>
                </a:solidFill>
                <a:effectLst/>
                <a:uLnTx/>
                <a:uFillTx/>
                <a:latin typeface="Boehringer Forward Text"/>
                <a:ea typeface="+mn-ea"/>
                <a:cs typeface="+mn-cs"/>
              </a:rPr>
              <a:t>2027</a:t>
            </a:r>
          </a:p>
        </p:txBody>
      </p:sp>
      <p:sp>
        <p:nvSpPr>
          <p:cNvPr id="11" name="MekkoValueChainHeader637660848299819829637660848300119802637660848300399819637660848300729812637660848301029847">
            <a:extLst>
              <a:ext uri="{FF2B5EF4-FFF2-40B4-BE49-F238E27FC236}">
                <a16:creationId xmlns:a16="http://schemas.microsoft.com/office/drawing/2014/main" id="{D8D110AA-471E-84BD-9DC9-631CF3E549CA}"/>
              </a:ext>
            </a:extLst>
          </p:cNvPr>
          <p:cNvSpPr/>
          <p:nvPr/>
        </p:nvSpPr>
        <p:spPr>
          <a:xfrm>
            <a:off x="8663771" y="1783427"/>
            <a:ext cx="1506607" cy="377149"/>
          </a:xfrm>
          <a:prstGeom prst="chevron">
            <a:avLst>
              <a:gd name="adj" fmla="val 38400"/>
            </a:avLst>
          </a:prstGeom>
          <a:solidFill>
            <a:schemeClr val="tx1">
              <a:lumMod val="50000"/>
              <a:lumOff val="50000"/>
            </a:schemeClr>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none" lIns="60960" rIns="60960" rtlCol="0" anchor="ctr" anchorCtr="0">
            <a:no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GB" sz="1333" b="1" i="0" u="none" strike="noStrike" kern="1200" cap="none" spc="0" normalizeH="0" baseline="0" noProof="0">
                <a:ln>
                  <a:noFill/>
                </a:ln>
                <a:solidFill>
                  <a:srgbClr val="FFFFFF"/>
                </a:solidFill>
                <a:effectLst/>
                <a:uLnTx/>
                <a:uFillTx/>
                <a:latin typeface="Boehringer Forward Text"/>
                <a:ea typeface="+mn-ea"/>
                <a:cs typeface="+mn-cs"/>
              </a:rPr>
              <a:t>2028</a:t>
            </a:r>
          </a:p>
        </p:txBody>
      </p:sp>
      <p:sp>
        <p:nvSpPr>
          <p:cNvPr id="12" name="Rectangle: Rounded Corners 100">
            <a:extLst>
              <a:ext uri="{FF2B5EF4-FFF2-40B4-BE49-F238E27FC236}">
                <a16:creationId xmlns:a16="http://schemas.microsoft.com/office/drawing/2014/main" id="{FB7BD11D-7F7D-B42A-455A-12E25A6CED69}"/>
              </a:ext>
            </a:extLst>
          </p:cNvPr>
          <p:cNvSpPr/>
          <p:nvPr/>
        </p:nvSpPr>
        <p:spPr>
          <a:xfrm>
            <a:off x="5498167" y="3148706"/>
            <a:ext cx="5118075" cy="604439"/>
          </a:xfrm>
          <a:prstGeom prst="rect">
            <a:avLst/>
          </a:prstGeom>
          <a:solidFill>
            <a:srgbClr val="E0E1F6"/>
          </a:solidFill>
          <a:ln w="9525">
            <a:solidFill>
              <a:schemeClr val="tx1"/>
            </a:solidFill>
            <a:prstDash val="solid"/>
          </a:ln>
        </p:spPr>
        <p:style>
          <a:lnRef idx="2">
            <a:schemeClr val="accent1"/>
          </a:lnRef>
          <a:fillRef idx="1">
            <a:schemeClr val="lt1"/>
          </a:fillRef>
          <a:effectRef idx="0">
            <a:schemeClr val="accent1"/>
          </a:effectRef>
          <a:fontRef idx="minor">
            <a:schemeClr val="dk1"/>
          </a:fontRef>
        </p:style>
        <p:txBody>
          <a:bodyPr wrap="none" lIns="45720" rIns="45720" rtlCol="0" anchor="ctr" anchorCtr="0">
            <a:noAutofit/>
          </a:bodyPr>
          <a:lstStyle/>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GB" sz="933" b="1" i="0" u="none" strike="noStrike" kern="1200" cap="none" spc="0" normalizeH="0" baseline="0" noProof="0">
                <a:ln>
                  <a:noFill/>
                </a:ln>
                <a:solidFill>
                  <a:prstClr val="black"/>
                </a:solidFill>
                <a:effectLst/>
                <a:uLnTx/>
                <a:uFillTx/>
                <a:latin typeface="Boehringer Forward Text"/>
                <a:ea typeface="+mn-ea"/>
                <a:cs typeface="+mn-cs"/>
              </a:rPr>
              <a:t>	Part C</a:t>
            </a:r>
          </a:p>
        </p:txBody>
      </p:sp>
      <p:sp>
        <p:nvSpPr>
          <p:cNvPr id="13" name="Rechteck 4">
            <a:extLst>
              <a:ext uri="{FF2B5EF4-FFF2-40B4-BE49-F238E27FC236}">
                <a16:creationId xmlns:a16="http://schemas.microsoft.com/office/drawing/2014/main" id="{97652BD9-F421-F7B0-DBA1-6A05D9CF7893}"/>
              </a:ext>
            </a:extLst>
          </p:cNvPr>
          <p:cNvSpPr/>
          <p:nvPr/>
        </p:nvSpPr>
        <p:spPr bwMode="gray">
          <a:xfrm>
            <a:off x="4826311" y="3150733"/>
            <a:ext cx="671856" cy="602411"/>
          </a:xfrm>
          <a:prstGeom prst="rect">
            <a:avLst/>
          </a:prstGeom>
          <a:pattFill prst="wdUpDiag">
            <a:fgClr>
              <a:srgbClr val="E0E1F6"/>
            </a:fgClr>
            <a:bgClr>
              <a:schemeClr val="bg1"/>
            </a:bgClr>
          </a:pattFill>
          <a:ln w="9525">
            <a:solidFill>
              <a:schemeClr val="tx1"/>
            </a:solidFill>
            <a:prstDash val="solid"/>
          </a:ln>
        </p:spPr>
        <p:style>
          <a:lnRef idx="2">
            <a:schemeClr val="accent1"/>
          </a:lnRef>
          <a:fillRef idx="1">
            <a:schemeClr val="lt1"/>
          </a:fillRef>
          <a:effectRef idx="0">
            <a:schemeClr val="accent1"/>
          </a:effectRef>
          <a:fontRef idx="minor">
            <a:schemeClr val="dk1"/>
          </a:fontRef>
        </p:style>
        <p:txBody>
          <a:bodyPr wrap="none" lIns="45720" rIns="45720" rtlCol="0" anchor="ctr" anchorCtr="0">
            <a:noAutofit/>
          </a:bodyPr>
          <a:lstStyle/>
          <a:p>
            <a:pPr marL="0" marR="0" lvl="0" indent="0" algn="ctr" defTabSz="914309" rtl="0" eaLnBrk="1" fontAlgn="auto" latinLnBrk="0" hangingPunct="1">
              <a:lnSpc>
                <a:spcPct val="100000"/>
              </a:lnSpc>
              <a:spcBef>
                <a:spcPts val="0"/>
              </a:spcBef>
              <a:spcAft>
                <a:spcPts val="0"/>
              </a:spcAft>
              <a:buClrTx/>
              <a:buSzTx/>
              <a:buFontTx/>
              <a:buNone/>
              <a:tabLst/>
              <a:defRPr/>
            </a:pPr>
            <a:r>
              <a:rPr kumimoji="0" lang="de-DE" sz="933" b="1" i="0" u="none" strike="noStrike" kern="1200" cap="none" spc="0" normalizeH="0" baseline="0" noProof="0">
                <a:ln>
                  <a:noFill/>
                </a:ln>
                <a:solidFill>
                  <a:prstClr val="black"/>
                </a:solidFill>
                <a:effectLst/>
                <a:uLnTx/>
                <a:uFillTx/>
                <a:latin typeface="Boehringer Forward Text"/>
                <a:ea typeface="+mn-ea"/>
                <a:cs typeface="+mn-cs"/>
              </a:rPr>
              <a:t>ATP162</a:t>
            </a: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de-DE" sz="933"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933" b="1" i="0" u="none" strike="noStrike" kern="1200" cap="none" spc="0" normalizeH="0" baseline="0" noProof="0" err="1">
                <a:ln>
                  <a:noFill/>
                </a:ln>
                <a:solidFill>
                  <a:prstClr val="black"/>
                </a:solidFill>
                <a:effectLst/>
                <a:uLnTx/>
                <a:uFillTx/>
                <a:latin typeface="Boehringer Forward Text"/>
                <a:ea typeface="+mn-ea"/>
                <a:cs typeface="+mn-cs"/>
              </a:rPr>
              <a:t>safety</a:t>
            </a:r>
            <a:r>
              <a:rPr kumimoji="0" lang="de-DE" sz="933" b="1" i="0" u="none" strike="noStrike" kern="1200" cap="none" spc="0" normalizeH="0" baseline="0" noProof="0">
                <a:ln>
                  <a:noFill/>
                </a:ln>
                <a:solidFill>
                  <a:prstClr val="black"/>
                </a:solidFill>
                <a:effectLst/>
                <a:uLnTx/>
                <a:uFillTx/>
                <a:latin typeface="Boehringer Forward Text"/>
                <a:ea typeface="+mn-ea"/>
                <a:cs typeface="+mn-cs"/>
              </a:rPr>
              <a:t> </a:t>
            </a: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de-DE" sz="933" b="1" i="0" u="none" strike="noStrike" kern="1200" cap="none" spc="0" normalizeH="0" baseline="0" noProof="0" err="1">
                <a:ln>
                  <a:noFill/>
                </a:ln>
                <a:solidFill>
                  <a:prstClr val="black"/>
                </a:solidFill>
                <a:effectLst/>
                <a:uLnTx/>
                <a:uFillTx/>
                <a:latin typeface="Boehringer Forward Text"/>
                <a:ea typeface="+mn-ea"/>
                <a:cs typeface="+mn-cs"/>
              </a:rPr>
              <a:t>run</a:t>
            </a:r>
            <a:r>
              <a:rPr kumimoji="0" lang="de-DE" sz="933" b="1" i="0" u="none" strike="noStrike" kern="1200" cap="none" spc="0" normalizeH="0" baseline="0" noProof="0">
                <a:ln>
                  <a:noFill/>
                </a:ln>
                <a:solidFill>
                  <a:prstClr val="black"/>
                </a:solidFill>
                <a:effectLst/>
                <a:uLnTx/>
                <a:uFillTx/>
                <a:latin typeface="Boehringer Forward Text"/>
                <a:ea typeface="+mn-ea"/>
                <a:cs typeface="+mn-cs"/>
              </a:rPr>
              <a:t>-in </a:t>
            </a:r>
          </a:p>
        </p:txBody>
      </p:sp>
      <p:grpSp>
        <p:nvGrpSpPr>
          <p:cNvPr id="14" name="Group 29">
            <a:extLst>
              <a:ext uri="{FF2B5EF4-FFF2-40B4-BE49-F238E27FC236}">
                <a16:creationId xmlns:a16="http://schemas.microsoft.com/office/drawing/2014/main" id="{91A0DCA9-F153-4FCD-9854-AF727754B2AA}"/>
              </a:ext>
            </a:extLst>
          </p:cNvPr>
          <p:cNvGrpSpPr/>
          <p:nvPr/>
        </p:nvGrpSpPr>
        <p:grpSpPr>
          <a:xfrm>
            <a:off x="5500967" y="3267420"/>
            <a:ext cx="321416" cy="444096"/>
            <a:chOff x="7228743" y="4123989"/>
            <a:chExt cx="317120" cy="468287"/>
          </a:xfrm>
        </p:grpSpPr>
        <p:sp>
          <p:nvSpPr>
            <p:cNvPr id="15" name="Oval 30">
              <a:extLst>
                <a:ext uri="{FF2B5EF4-FFF2-40B4-BE49-F238E27FC236}">
                  <a16:creationId xmlns:a16="http://schemas.microsoft.com/office/drawing/2014/main" id="{73F27E71-C94C-BD57-D94E-6FE7C074AB20}"/>
                </a:ext>
              </a:extLst>
            </p:cNvPr>
            <p:cNvSpPr/>
            <p:nvPr/>
          </p:nvSpPr>
          <p:spPr bwMode="gray">
            <a:xfrm rot="4515790">
              <a:off x="7222956" y="4197136"/>
              <a:ext cx="329424" cy="316391"/>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6" name="TextBox 31">
              <a:extLst>
                <a:ext uri="{FF2B5EF4-FFF2-40B4-BE49-F238E27FC236}">
                  <a16:creationId xmlns:a16="http://schemas.microsoft.com/office/drawing/2014/main" id="{6835698A-6451-8CB3-F2F8-831BAF6B187C}"/>
                </a:ext>
              </a:extLst>
            </p:cNvPr>
            <p:cNvSpPr txBox="1"/>
            <p:nvPr/>
          </p:nvSpPr>
          <p:spPr bwMode="gray">
            <a:xfrm>
              <a:off x="7228743" y="4123989"/>
              <a:ext cx="311359" cy="468287"/>
            </a:xfrm>
            <a:prstGeom prst="rect">
              <a:avLst/>
            </a:prstGeom>
            <a:noFill/>
          </p:spPr>
          <p:txBody>
            <a:bodyPr wrap="square">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800" b="0" i="0" u="none" strike="noStrike" kern="1200" cap="none" spc="0" normalizeH="0" baseline="0" noProof="0">
                  <a:ln>
                    <a:noFill/>
                  </a:ln>
                  <a:solidFill>
                    <a:prstClr val="black"/>
                  </a:solidFill>
                  <a:effectLst/>
                  <a:uLnTx/>
                  <a:uFillTx/>
                  <a:latin typeface="Boehringer Forward Text"/>
                  <a:ea typeface="+mn-ea"/>
                  <a:cs typeface="+mn-cs"/>
                </a:rPr>
                <a:t>R</a:t>
              </a:r>
            </a:p>
          </p:txBody>
        </p:sp>
      </p:grpSp>
      <p:sp>
        <p:nvSpPr>
          <p:cNvPr id="17" name="Rechteck 16">
            <a:extLst>
              <a:ext uri="{FF2B5EF4-FFF2-40B4-BE49-F238E27FC236}">
                <a16:creationId xmlns:a16="http://schemas.microsoft.com/office/drawing/2014/main" id="{A52EAF4B-FA85-8A51-C594-E2A557F2BEEF}"/>
              </a:ext>
            </a:extLst>
          </p:cNvPr>
          <p:cNvSpPr/>
          <p:nvPr/>
        </p:nvSpPr>
        <p:spPr bwMode="gray">
          <a:xfrm>
            <a:off x="4576496" y="2590696"/>
            <a:ext cx="681691" cy="526651"/>
          </a:xfrm>
          <a:prstGeom prst="rect">
            <a:avLst/>
          </a:prstGeom>
          <a:pattFill prst="wdUpDiag">
            <a:fgClr>
              <a:srgbClr val="00B0F0"/>
            </a:fgClr>
            <a:bgClr>
              <a:schemeClr val="bg1"/>
            </a:bgClr>
          </a:pattFill>
          <a:ln w="9525">
            <a:solidFill>
              <a:schemeClr val="tx1"/>
            </a:solidFill>
            <a:prstDash val="solid"/>
          </a:ln>
        </p:spPr>
        <p:style>
          <a:lnRef idx="2">
            <a:schemeClr val="accent1"/>
          </a:lnRef>
          <a:fillRef idx="1">
            <a:schemeClr val="lt1"/>
          </a:fillRef>
          <a:effectRef idx="0">
            <a:schemeClr val="accent1"/>
          </a:effectRef>
          <a:fontRef idx="minor">
            <a:schemeClr val="dk1"/>
          </a:fontRef>
        </p:style>
        <p:txBody>
          <a:bodyPr wrap="none" lIns="45720" rIns="45720" rtlCol="0" anchor="ctr" anchorCtr="0">
            <a:noAutofit/>
          </a:bodyPr>
          <a:lstStyle/>
          <a:p>
            <a:pPr marL="0" marR="0" lvl="0" indent="0" algn="ctr" defTabSz="914309" rtl="0" eaLnBrk="1" fontAlgn="auto" latinLnBrk="0" hangingPunct="1">
              <a:lnSpc>
                <a:spcPct val="100000"/>
              </a:lnSpc>
              <a:spcBef>
                <a:spcPts val="0"/>
              </a:spcBef>
              <a:spcAft>
                <a:spcPts val="0"/>
              </a:spcAft>
              <a:buClrTx/>
              <a:buSzTx/>
              <a:buFontTx/>
              <a:buNone/>
              <a:tabLst/>
              <a:defRPr/>
            </a:pPr>
            <a:r>
              <a:rPr kumimoji="0" lang="de-DE" sz="900" b="1" i="0" u="none" strike="noStrike" kern="1200" cap="none" spc="0" normalizeH="0" baseline="0" noProof="0">
                <a:ln>
                  <a:noFill/>
                </a:ln>
                <a:solidFill>
                  <a:prstClr val="black"/>
                </a:solidFill>
                <a:effectLst/>
                <a:uLnTx/>
                <a:uFillTx/>
                <a:latin typeface="Boehringer Forward Text"/>
                <a:ea typeface="+mn-ea"/>
                <a:cs typeface="+mn-cs"/>
              </a:rPr>
              <a:t>ATP150/</a:t>
            </a: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de-DE" sz="900" b="1" i="0" u="none" strike="noStrike" kern="1200" cap="none" spc="0" normalizeH="0" baseline="0" noProof="0">
                <a:ln>
                  <a:noFill/>
                </a:ln>
                <a:solidFill>
                  <a:prstClr val="black"/>
                </a:solidFill>
                <a:effectLst/>
                <a:uLnTx/>
                <a:uFillTx/>
                <a:latin typeface="Boehringer Forward Text"/>
                <a:ea typeface="+mn-ea"/>
                <a:cs typeface="+mn-cs"/>
              </a:rPr>
              <a:t>ATP 152</a:t>
            </a: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de-DE" sz="900" b="1" i="0" u="none" strike="noStrike" kern="1200" cap="none" spc="0" normalizeH="0" baseline="0" noProof="0">
                <a:ln>
                  <a:noFill/>
                </a:ln>
                <a:solidFill>
                  <a:prstClr val="black"/>
                </a:solidFill>
                <a:effectLst/>
                <a:uLnTx/>
                <a:uFillTx/>
                <a:latin typeface="Boehringer Forward Text"/>
                <a:ea typeface="+mn-ea"/>
                <a:cs typeface="+mn-cs"/>
              </a:rPr>
              <a:t> DL 5-B4</a:t>
            </a:r>
          </a:p>
        </p:txBody>
      </p:sp>
      <p:sp>
        <p:nvSpPr>
          <p:cNvPr id="18" name="Rectangle 34">
            <a:extLst>
              <a:ext uri="{FF2B5EF4-FFF2-40B4-BE49-F238E27FC236}">
                <a16:creationId xmlns:a16="http://schemas.microsoft.com/office/drawing/2014/main" id="{67A5B49A-08B0-FA82-B5D0-D7D262DBE808}"/>
              </a:ext>
            </a:extLst>
          </p:cNvPr>
          <p:cNvSpPr/>
          <p:nvPr/>
        </p:nvSpPr>
        <p:spPr bwMode="gray">
          <a:xfrm>
            <a:off x="5870860" y="3182533"/>
            <a:ext cx="2147355" cy="232857"/>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9" name="Rectangle 35">
            <a:extLst>
              <a:ext uri="{FF2B5EF4-FFF2-40B4-BE49-F238E27FC236}">
                <a16:creationId xmlns:a16="http://schemas.microsoft.com/office/drawing/2014/main" id="{40E5A264-975F-B981-3A77-34304C69B40E}"/>
              </a:ext>
            </a:extLst>
          </p:cNvPr>
          <p:cNvSpPr/>
          <p:nvPr/>
        </p:nvSpPr>
        <p:spPr bwMode="gray">
          <a:xfrm>
            <a:off x="5870860" y="3464593"/>
            <a:ext cx="2174259" cy="232857"/>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0" name="TextBox 36">
            <a:extLst>
              <a:ext uri="{FF2B5EF4-FFF2-40B4-BE49-F238E27FC236}">
                <a16:creationId xmlns:a16="http://schemas.microsoft.com/office/drawing/2014/main" id="{6CB6B28F-1D4A-85C4-0A32-D812B8920758}"/>
              </a:ext>
            </a:extLst>
          </p:cNvPr>
          <p:cNvSpPr txBox="1"/>
          <p:nvPr/>
        </p:nvSpPr>
        <p:spPr bwMode="gray">
          <a:xfrm>
            <a:off x="6231126" y="3158846"/>
            <a:ext cx="1276583" cy="23455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Boehringer Forward Text"/>
                <a:ea typeface="+mn-ea"/>
                <a:cs typeface="+mn-cs"/>
              </a:rPr>
              <a:t>ATP162 (DL5)</a:t>
            </a:r>
          </a:p>
        </p:txBody>
      </p:sp>
      <p:sp>
        <p:nvSpPr>
          <p:cNvPr id="21" name="TextBox 37">
            <a:extLst>
              <a:ext uri="{FF2B5EF4-FFF2-40B4-BE49-F238E27FC236}">
                <a16:creationId xmlns:a16="http://schemas.microsoft.com/office/drawing/2014/main" id="{F859C18E-7D18-CEED-33AF-61FAACEBEF16}"/>
              </a:ext>
            </a:extLst>
          </p:cNvPr>
          <p:cNvSpPr txBox="1"/>
          <p:nvPr/>
        </p:nvSpPr>
        <p:spPr bwMode="gray">
          <a:xfrm>
            <a:off x="5901983" y="3455130"/>
            <a:ext cx="2717075" cy="23455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Boehringer Forward Text"/>
                <a:ea typeface="+mn-ea"/>
                <a:cs typeface="+mn-cs"/>
              </a:rPr>
              <a:t>ATP162 (DL2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or</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DL3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or</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DL4)</a:t>
            </a:r>
          </a:p>
        </p:txBody>
      </p:sp>
      <p:sp>
        <p:nvSpPr>
          <p:cNvPr id="22" name="Rectangle: Rounded Corners 100">
            <a:extLst>
              <a:ext uri="{FF2B5EF4-FFF2-40B4-BE49-F238E27FC236}">
                <a16:creationId xmlns:a16="http://schemas.microsoft.com/office/drawing/2014/main" id="{C4339F20-E2C3-3FA7-41D9-AFCAD1DC42BC}"/>
              </a:ext>
            </a:extLst>
          </p:cNvPr>
          <p:cNvSpPr/>
          <p:nvPr/>
        </p:nvSpPr>
        <p:spPr>
          <a:xfrm>
            <a:off x="1207761" y="2926318"/>
            <a:ext cx="2892239" cy="561311"/>
          </a:xfrm>
          <a:prstGeom prst="rect">
            <a:avLst/>
          </a:prstGeom>
          <a:solidFill>
            <a:srgbClr val="00B0F0"/>
          </a:solidFill>
          <a:ln w="9525">
            <a:solidFill>
              <a:schemeClr val="tx1"/>
            </a:solidFill>
            <a:prstDash val="solid"/>
          </a:ln>
        </p:spPr>
        <p:style>
          <a:lnRef idx="2">
            <a:schemeClr val="accent1"/>
          </a:lnRef>
          <a:fillRef idx="1">
            <a:schemeClr val="lt1"/>
          </a:fillRef>
          <a:effectRef idx="0">
            <a:schemeClr val="accent1"/>
          </a:effectRef>
          <a:fontRef idx="minor">
            <a:schemeClr val="dk1"/>
          </a:fontRef>
        </p:style>
        <p:txBody>
          <a:bodyPr wrap="none" lIns="45720" rIns="45720" rtlCol="0" anchor="ctr" anchorCtr="0">
            <a:noAutofit/>
          </a:bodyPr>
          <a:lstStyle/>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GB" sz="933" b="1" i="0" u="none" strike="noStrike" kern="1200" cap="none" spc="0" normalizeH="0" baseline="0" noProof="0">
                <a:ln>
                  <a:noFill/>
                </a:ln>
                <a:solidFill>
                  <a:prstClr val="black"/>
                </a:solidFill>
                <a:effectLst/>
                <a:uLnTx/>
                <a:uFillTx/>
                <a:latin typeface="Boehringer Forward Text"/>
                <a:ea typeface="+mn-ea"/>
                <a:cs typeface="+mn-cs"/>
              </a:rPr>
              <a:t>Part B  </a:t>
            </a: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GB" sz="933" b="1" i="0" u="none" strike="noStrike" kern="1200" cap="none" spc="0" normalizeH="0" baseline="0" noProof="0">
                <a:ln>
                  <a:noFill/>
                </a:ln>
                <a:solidFill>
                  <a:prstClr val="black"/>
                </a:solidFill>
                <a:effectLst/>
                <a:uLnTx/>
                <a:uFillTx/>
                <a:latin typeface="Boehringer Forward Text"/>
                <a:ea typeface="+mn-ea"/>
                <a:cs typeface="+mn-cs"/>
              </a:rPr>
              <a:t>ATP 150/152 </a:t>
            </a: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GB" sz="933" b="1" i="0" u="none" strike="noStrike" kern="1200" cap="none" spc="0" normalizeH="0" baseline="0" noProof="0">
                <a:ln>
                  <a:noFill/>
                </a:ln>
                <a:solidFill>
                  <a:prstClr val="black"/>
                </a:solidFill>
                <a:effectLst/>
                <a:uLnTx/>
                <a:uFillTx/>
                <a:latin typeface="Boehringer Forward Text"/>
                <a:ea typeface="+mn-ea"/>
                <a:cs typeface="+mn-cs"/>
              </a:rPr>
              <a:t>DL1 (Cohort B0) to DL4 (Cohort B3)</a:t>
            </a:r>
            <a:endParaRPr kumimoji="0" lang="en-GB"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 name="Isosceles Triangle 83">
            <a:extLst>
              <a:ext uri="{FF2B5EF4-FFF2-40B4-BE49-F238E27FC236}">
                <a16:creationId xmlns:a16="http://schemas.microsoft.com/office/drawing/2014/main" id="{787FFA7C-6A65-DCF7-25F2-56814DF5C902}"/>
              </a:ext>
            </a:extLst>
          </p:cNvPr>
          <p:cNvSpPr/>
          <p:nvPr/>
        </p:nvSpPr>
        <p:spPr bwMode="gray">
          <a:xfrm rot="10800000">
            <a:off x="4450180" y="1612057"/>
            <a:ext cx="219379" cy="152399"/>
          </a:xfrm>
          <a:prstGeom prst="triangle">
            <a:avLst/>
          </a:prstGeom>
          <a:solidFill>
            <a:schemeClr val="tx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6" name="Isosceles Triangle 83">
            <a:extLst>
              <a:ext uri="{FF2B5EF4-FFF2-40B4-BE49-F238E27FC236}">
                <a16:creationId xmlns:a16="http://schemas.microsoft.com/office/drawing/2014/main" id="{CAB5983E-8931-730B-6524-FD2EC780AF8F}"/>
              </a:ext>
            </a:extLst>
          </p:cNvPr>
          <p:cNvSpPr/>
          <p:nvPr/>
        </p:nvSpPr>
        <p:spPr bwMode="gray">
          <a:xfrm rot="10800000">
            <a:off x="4930268" y="1615371"/>
            <a:ext cx="219379" cy="152399"/>
          </a:xfrm>
          <a:prstGeom prst="triangle">
            <a:avLst/>
          </a:prstGeom>
          <a:solidFill>
            <a:srgbClr val="0070C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7" name="MekkoValueChainHeader637660848299819829637660848300119802637660848300399819637660848300729812637660848301029847">
            <a:extLst>
              <a:ext uri="{FF2B5EF4-FFF2-40B4-BE49-F238E27FC236}">
                <a16:creationId xmlns:a16="http://schemas.microsoft.com/office/drawing/2014/main" id="{8007AFD9-7362-ECB1-CA08-9158D9869C18}"/>
              </a:ext>
            </a:extLst>
          </p:cNvPr>
          <p:cNvSpPr/>
          <p:nvPr/>
        </p:nvSpPr>
        <p:spPr>
          <a:xfrm>
            <a:off x="10036995" y="1783427"/>
            <a:ext cx="1506607" cy="386230"/>
          </a:xfrm>
          <a:prstGeom prst="chevron">
            <a:avLst>
              <a:gd name="adj" fmla="val 38400"/>
            </a:avLst>
          </a:prstGeom>
          <a:solidFill>
            <a:schemeClr val="tx1">
              <a:lumMod val="50000"/>
              <a:lumOff val="50000"/>
            </a:schemeClr>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none" lIns="60960" rIns="60960" rtlCol="0" anchor="ctr" anchorCtr="0">
            <a:no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GB" sz="1333" b="1" i="0" u="none" strike="noStrike" kern="1200" cap="none" spc="0" normalizeH="0" baseline="0" noProof="0">
                <a:ln>
                  <a:noFill/>
                </a:ln>
                <a:solidFill>
                  <a:srgbClr val="FFFFFF"/>
                </a:solidFill>
                <a:effectLst/>
                <a:uLnTx/>
                <a:uFillTx/>
                <a:latin typeface="Boehringer Forward Text"/>
                <a:ea typeface="+mn-ea"/>
                <a:cs typeface="+mn-cs"/>
              </a:rPr>
              <a:t>2029</a:t>
            </a:r>
          </a:p>
        </p:txBody>
      </p:sp>
      <p:cxnSp>
        <p:nvCxnSpPr>
          <p:cNvPr id="28" name="Connecteur droit avec flèche 33">
            <a:extLst>
              <a:ext uri="{FF2B5EF4-FFF2-40B4-BE49-F238E27FC236}">
                <a16:creationId xmlns:a16="http://schemas.microsoft.com/office/drawing/2014/main" id="{C99D458E-3581-3C30-110F-BA3BA3FB9512}"/>
              </a:ext>
            </a:extLst>
          </p:cNvPr>
          <p:cNvCxnSpPr/>
          <p:nvPr/>
        </p:nvCxnSpPr>
        <p:spPr>
          <a:xfrm>
            <a:off x="1207761" y="4192712"/>
            <a:ext cx="405042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ZoneTexte 38">
            <a:extLst>
              <a:ext uri="{FF2B5EF4-FFF2-40B4-BE49-F238E27FC236}">
                <a16:creationId xmlns:a16="http://schemas.microsoft.com/office/drawing/2014/main" id="{1F2D41BC-DE28-A898-632D-8EE6E09B33AE}"/>
              </a:ext>
            </a:extLst>
          </p:cNvPr>
          <p:cNvSpPr txBox="1"/>
          <p:nvPr/>
        </p:nvSpPr>
        <p:spPr>
          <a:xfrm>
            <a:off x="2039705" y="3871340"/>
            <a:ext cx="2034151" cy="3670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black"/>
                </a:solidFill>
                <a:effectLst/>
                <a:uLnTx/>
                <a:uFillTx/>
                <a:latin typeface="Boehringer Forward Text"/>
                <a:ea typeface="+mn-ea"/>
                <a:cs typeface="+mn-cs"/>
              </a:rPr>
              <a:t>AMAL sponsor </a:t>
            </a:r>
          </a:p>
        </p:txBody>
      </p:sp>
      <p:cxnSp>
        <p:nvCxnSpPr>
          <p:cNvPr id="30" name="Connecteur droit avec flèche 39">
            <a:extLst>
              <a:ext uri="{FF2B5EF4-FFF2-40B4-BE49-F238E27FC236}">
                <a16:creationId xmlns:a16="http://schemas.microsoft.com/office/drawing/2014/main" id="{FC3EABFF-1973-81AB-9E49-D6C479DEEF30}"/>
              </a:ext>
            </a:extLst>
          </p:cNvPr>
          <p:cNvCxnSpPr>
            <a:cxnSpLocks/>
          </p:cNvCxnSpPr>
          <p:nvPr/>
        </p:nvCxnSpPr>
        <p:spPr>
          <a:xfrm>
            <a:off x="5304253" y="4192712"/>
            <a:ext cx="5311989" cy="804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ZoneTexte 41">
            <a:extLst>
              <a:ext uri="{FF2B5EF4-FFF2-40B4-BE49-F238E27FC236}">
                <a16:creationId xmlns:a16="http://schemas.microsoft.com/office/drawing/2014/main" id="{0490EEB1-28EE-C017-7343-48252773723D}"/>
              </a:ext>
            </a:extLst>
          </p:cNvPr>
          <p:cNvSpPr txBox="1"/>
          <p:nvPr/>
        </p:nvSpPr>
        <p:spPr>
          <a:xfrm>
            <a:off x="7501173" y="3880126"/>
            <a:ext cx="1683971" cy="3670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black"/>
                </a:solidFill>
                <a:effectLst/>
                <a:uLnTx/>
                <a:uFillTx/>
                <a:latin typeface="Boehringer Forward Text"/>
                <a:ea typeface="+mn-ea"/>
                <a:cs typeface="+mn-cs"/>
              </a:rPr>
              <a:t>BI sponsor </a:t>
            </a:r>
          </a:p>
        </p:txBody>
      </p:sp>
      <p:sp>
        <p:nvSpPr>
          <p:cNvPr id="32" name="ZoneTexte 42">
            <a:extLst>
              <a:ext uri="{FF2B5EF4-FFF2-40B4-BE49-F238E27FC236}">
                <a16:creationId xmlns:a16="http://schemas.microsoft.com/office/drawing/2014/main" id="{B7A72AFF-C546-B487-213F-1911DD79552B}"/>
              </a:ext>
            </a:extLst>
          </p:cNvPr>
          <p:cNvSpPr txBox="1"/>
          <p:nvPr/>
        </p:nvSpPr>
        <p:spPr>
          <a:xfrm>
            <a:off x="4226454" y="4433532"/>
            <a:ext cx="404210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black"/>
                </a:solidFill>
                <a:effectLst/>
                <a:uLnTx/>
                <a:uFillTx/>
                <a:latin typeface="Boehringer Forward Text"/>
                <a:ea typeface="+mn-ea"/>
                <a:cs typeface="+mn-cs"/>
              </a:rPr>
              <a:t>CRO: PFM – qualification </a:t>
            </a:r>
            <a:r>
              <a:rPr kumimoji="0" lang="fr-FR" sz="1800" b="0" i="0" u="none" strike="noStrike" kern="1200" cap="none" spc="0" normalizeH="0" baseline="0" noProof="0" err="1">
                <a:ln>
                  <a:noFill/>
                </a:ln>
                <a:solidFill>
                  <a:prstClr val="black"/>
                </a:solidFill>
                <a:effectLst/>
                <a:uLnTx/>
                <a:uFillTx/>
                <a:latin typeface="Boehringer Forward Text"/>
                <a:ea typeface="+mn-ea"/>
                <a:cs typeface="+mn-cs"/>
              </a:rPr>
              <a:t>ongoing</a:t>
            </a:r>
            <a:r>
              <a:rPr kumimoji="0" lang="fr-FR" sz="1800" b="0" i="0" u="none" strike="noStrike" kern="1200" cap="none" spc="0" normalizeH="0" baseline="0" noProof="0">
                <a:ln>
                  <a:noFill/>
                </a:ln>
                <a:solidFill>
                  <a:prstClr val="black"/>
                </a:solidFill>
                <a:effectLst/>
                <a:uLnTx/>
                <a:uFillTx/>
                <a:latin typeface="Boehringer Forward Text"/>
                <a:ea typeface="+mn-ea"/>
                <a:cs typeface="+mn-cs"/>
              </a:rPr>
              <a:t>  </a:t>
            </a:r>
          </a:p>
        </p:txBody>
      </p:sp>
      <p:cxnSp>
        <p:nvCxnSpPr>
          <p:cNvPr id="33" name="Connecteur droit avec flèche 43">
            <a:extLst>
              <a:ext uri="{FF2B5EF4-FFF2-40B4-BE49-F238E27FC236}">
                <a16:creationId xmlns:a16="http://schemas.microsoft.com/office/drawing/2014/main" id="{0C2ECC89-2A6C-815D-2DA1-011514995F9F}"/>
              </a:ext>
            </a:extLst>
          </p:cNvPr>
          <p:cNvCxnSpPr>
            <a:cxnSpLocks/>
          </p:cNvCxnSpPr>
          <p:nvPr/>
        </p:nvCxnSpPr>
        <p:spPr>
          <a:xfrm>
            <a:off x="1207761" y="4345112"/>
            <a:ext cx="940848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Connecteur droit avec flèche 58">
            <a:extLst>
              <a:ext uri="{FF2B5EF4-FFF2-40B4-BE49-F238E27FC236}">
                <a16:creationId xmlns:a16="http://schemas.microsoft.com/office/drawing/2014/main" id="{8C403BF9-E269-C2A0-6CCF-771884DB4459}"/>
              </a:ext>
            </a:extLst>
          </p:cNvPr>
          <p:cNvCxnSpPr/>
          <p:nvPr/>
        </p:nvCxnSpPr>
        <p:spPr>
          <a:xfrm>
            <a:off x="1207761" y="2557140"/>
            <a:ext cx="729867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ZoneTexte 59">
            <a:extLst>
              <a:ext uri="{FF2B5EF4-FFF2-40B4-BE49-F238E27FC236}">
                <a16:creationId xmlns:a16="http://schemas.microsoft.com/office/drawing/2014/main" id="{BF9AEC71-2402-603B-1B0D-F3E3C2CC342F}"/>
              </a:ext>
            </a:extLst>
          </p:cNvPr>
          <p:cNvSpPr txBox="1"/>
          <p:nvPr/>
        </p:nvSpPr>
        <p:spPr>
          <a:xfrm>
            <a:off x="3811428" y="2268417"/>
            <a:ext cx="294015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black"/>
                </a:solidFill>
                <a:effectLst/>
                <a:uLnTx/>
                <a:uFillTx/>
                <a:latin typeface="Boehringer Forward Text"/>
                <a:ea typeface="+mn-ea"/>
                <a:cs typeface="+mn-cs"/>
              </a:rPr>
              <a:t>Patients </a:t>
            </a:r>
            <a:r>
              <a:rPr kumimoji="0" lang="fr-FR" sz="1800" b="0" i="0" u="none" strike="noStrike" kern="1200" cap="none" spc="0" normalizeH="0" baseline="0" noProof="0" err="1">
                <a:ln>
                  <a:noFill/>
                </a:ln>
                <a:solidFill>
                  <a:prstClr val="black"/>
                </a:solidFill>
                <a:effectLst/>
                <a:uLnTx/>
                <a:uFillTx/>
                <a:latin typeface="Boehringer Forward Text"/>
                <a:ea typeface="+mn-ea"/>
                <a:cs typeface="+mn-cs"/>
              </a:rPr>
              <a:t>recruitment</a:t>
            </a:r>
            <a:r>
              <a:rPr kumimoji="0" lang="fr-FR" sz="1800" b="0" i="0" u="none" strike="noStrike" kern="1200" cap="none" spc="0" normalizeH="0" baseline="0" noProof="0">
                <a:ln>
                  <a:noFill/>
                </a:ln>
                <a:solidFill>
                  <a:prstClr val="black"/>
                </a:solidFill>
                <a:effectLst/>
                <a:uLnTx/>
                <a:uFillTx/>
                <a:latin typeface="Boehringer Forward Text"/>
                <a:ea typeface="+mn-ea"/>
                <a:cs typeface="+mn-cs"/>
              </a:rPr>
              <a:t>  </a:t>
            </a:r>
          </a:p>
        </p:txBody>
      </p:sp>
      <p:sp>
        <p:nvSpPr>
          <p:cNvPr id="36" name="ZoneTexte 60">
            <a:extLst>
              <a:ext uri="{FF2B5EF4-FFF2-40B4-BE49-F238E27FC236}">
                <a16:creationId xmlns:a16="http://schemas.microsoft.com/office/drawing/2014/main" id="{EF7AC5A2-9FE0-97E8-9D36-7A1AA08C4A94}"/>
              </a:ext>
            </a:extLst>
          </p:cNvPr>
          <p:cNvSpPr txBox="1"/>
          <p:nvPr/>
        </p:nvSpPr>
        <p:spPr>
          <a:xfrm>
            <a:off x="4722205" y="1274352"/>
            <a:ext cx="160471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err="1">
                <a:ln>
                  <a:noFill/>
                </a:ln>
                <a:solidFill>
                  <a:srgbClr val="FF0000"/>
                </a:solidFill>
                <a:effectLst/>
                <a:uLnTx/>
                <a:uFillTx/>
                <a:latin typeface="Boehringer Forward Text"/>
                <a:ea typeface="+mn-ea"/>
                <a:cs typeface="+mn-cs"/>
              </a:rPr>
              <a:t>PoPP-Dec</a:t>
            </a:r>
            <a:r>
              <a:rPr kumimoji="0" lang="fr-FR" sz="1600" b="1" i="0" u="none" strike="noStrike" kern="1200" cap="none" spc="0" normalizeH="0" baseline="0" noProof="0">
                <a:ln>
                  <a:noFill/>
                </a:ln>
                <a:solidFill>
                  <a:srgbClr val="FF0000"/>
                </a:solidFill>
                <a:effectLst/>
                <a:uLnTx/>
                <a:uFillTx/>
                <a:latin typeface="Boehringer Forward Text"/>
                <a:ea typeface="+mn-ea"/>
                <a:cs typeface="+mn-cs"/>
              </a:rPr>
              <a:t> 25</a:t>
            </a:r>
          </a:p>
        </p:txBody>
      </p:sp>
      <p:cxnSp>
        <p:nvCxnSpPr>
          <p:cNvPr id="37" name="Connecteur droit avec flèche 2">
            <a:extLst>
              <a:ext uri="{FF2B5EF4-FFF2-40B4-BE49-F238E27FC236}">
                <a16:creationId xmlns:a16="http://schemas.microsoft.com/office/drawing/2014/main" id="{45CC3723-9824-C51B-7287-0E16D6D76F10}"/>
              </a:ext>
            </a:extLst>
          </p:cNvPr>
          <p:cNvCxnSpPr>
            <a:cxnSpLocks/>
          </p:cNvCxnSpPr>
          <p:nvPr/>
        </p:nvCxnSpPr>
        <p:spPr>
          <a:xfrm flipV="1">
            <a:off x="5149647" y="5066564"/>
            <a:ext cx="2358062" cy="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ZoneTexte 6">
            <a:extLst>
              <a:ext uri="{FF2B5EF4-FFF2-40B4-BE49-F238E27FC236}">
                <a16:creationId xmlns:a16="http://schemas.microsoft.com/office/drawing/2014/main" id="{1742F171-7B31-2BBB-F739-7FCA1633DDE3}"/>
              </a:ext>
            </a:extLst>
          </p:cNvPr>
          <p:cNvSpPr txBox="1"/>
          <p:nvPr/>
        </p:nvSpPr>
        <p:spPr>
          <a:xfrm>
            <a:off x="7343100" y="5203407"/>
            <a:ext cx="925455"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black"/>
                </a:solidFill>
                <a:effectLst/>
                <a:uLnTx/>
                <a:uFillTx/>
                <a:latin typeface="Boehringer Forward Text"/>
                <a:ea typeface="+mn-ea"/>
                <a:cs typeface="+mn-cs"/>
              </a:rPr>
              <a:t>FPI China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err="1">
                <a:ln>
                  <a:noFill/>
                </a:ln>
                <a:solidFill>
                  <a:prstClr val="black"/>
                </a:solidFill>
                <a:effectLst/>
                <a:uLnTx/>
                <a:uFillTx/>
                <a:latin typeface="Boehringer Forward Text"/>
                <a:ea typeface="+mn-ea"/>
                <a:cs typeface="+mn-cs"/>
              </a:rPr>
              <a:t>Feb</a:t>
            </a:r>
            <a:r>
              <a:rPr kumimoji="0" lang="fr-FR" sz="1800" b="0" i="0" u="none" strike="noStrike" kern="1200" cap="none" spc="0" normalizeH="0" baseline="0" noProof="0">
                <a:ln>
                  <a:noFill/>
                </a:ln>
                <a:solidFill>
                  <a:prstClr val="black"/>
                </a:solidFill>
                <a:effectLst/>
                <a:uLnTx/>
                <a:uFillTx/>
                <a:latin typeface="Boehringer Forward Text"/>
                <a:ea typeface="+mn-ea"/>
                <a:cs typeface="+mn-cs"/>
              </a:rPr>
              <a:t> 27 </a:t>
            </a:r>
          </a:p>
        </p:txBody>
      </p:sp>
      <p:cxnSp>
        <p:nvCxnSpPr>
          <p:cNvPr id="39" name="Connecteur droit avec flèche 8">
            <a:extLst>
              <a:ext uri="{FF2B5EF4-FFF2-40B4-BE49-F238E27FC236}">
                <a16:creationId xmlns:a16="http://schemas.microsoft.com/office/drawing/2014/main" id="{72D57830-2118-DED1-E5F7-3443FD75398B}"/>
              </a:ext>
            </a:extLst>
          </p:cNvPr>
          <p:cNvCxnSpPr>
            <a:cxnSpLocks/>
          </p:cNvCxnSpPr>
          <p:nvPr/>
        </p:nvCxnSpPr>
        <p:spPr>
          <a:xfrm flipV="1">
            <a:off x="7590794" y="5066564"/>
            <a:ext cx="1414085" cy="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ZoneTexte 9">
            <a:extLst>
              <a:ext uri="{FF2B5EF4-FFF2-40B4-BE49-F238E27FC236}">
                <a16:creationId xmlns:a16="http://schemas.microsoft.com/office/drawing/2014/main" id="{6EE7C11B-9F3D-92F0-93AB-50B27883DA00}"/>
              </a:ext>
            </a:extLst>
          </p:cNvPr>
          <p:cNvSpPr txBox="1"/>
          <p:nvPr/>
        </p:nvSpPr>
        <p:spPr>
          <a:xfrm>
            <a:off x="4450180" y="5157752"/>
            <a:ext cx="1602832"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black"/>
                </a:solidFill>
                <a:effectLst/>
                <a:uLnTx/>
                <a:uFillTx/>
                <a:latin typeface="Boehringer Forward Text"/>
                <a:ea typeface="+mn-ea"/>
                <a:cs typeface="+mn-cs"/>
              </a:rPr>
              <a:t>Start </a:t>
            </a:r>
            <a:r>
              <a:rPr kumimoji="0" lang="fr-FR" sz="1800" b="1" i="0" u="none" strike="noStrike" kern="1200" cap="none" spc="0" normalizeH="0" baseline="0" noProof="0" err="1">
                <a:ln>
                  <a:noFill/>
                </a:ln>
                <a:solidFill>
                  <a:prstClr val="black"/>
                </a:solidFill>
                <a:effectLst/>
                <a:uLnTx/>
                <a:uFillTx/>
                <a:latin typeface="Boehringer Forward Text"/>
                <a:ea typeface="+mn-ea"/>
                <a:cs typeface="+mn-cs"/>
              </a:rPr>
              <a:t>preparation</a:t>
            </a:r>
            <a:endParaRPr kumimoji="0" lang="fr-FR" sz="1800" b="1"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err="1">
                <a:ln>
                  <a:noFill/>
                </a:ln>
                <a:solidFill>
                  <a:prstClr val="black"/>
                </a:solidFill>
                <a:effectLst/>
                <a:uLnTx/>
                <a:uFillTx/>
                <a:latin typeface="Boehringer Forward Text"/>
                <a:ea typeface="+mn-ea"/>
                <a:cs typeface="+mn-cs"/>
              </a:rPr>
              <a:t>Dec</a:t>
            </a:r>
            <a:r>
              <a:rPr kumimoji="0" lang="fr-FR" sz="1800" b="0" i="0" u="none" strike="noStrike" kern="1200" cap="none" spc="0" normalizeH="0" baseline="0" noProof="0">
                <a:ln>
                  <a:noFill/>
                </a:ln>
                <a:solidFill>
                  <a:prstClr val="black"/>
                </a:solidFill>
                <a:effectLst/>
                <a:uLnTx/>
                <a:uFillTx/>
                <a:latin typeface="Boehringer Forward Text"/>
                <a:ea typeface="+mn-ea"/>
                <a:cs typeface="+mn-cs"/>
              </a:rPr>
              <a:t> 25 </a:t>
            </a:r>
          </a:p>
        </p:txBody>
      </p:sp>
      <p:sp>
        <p:nvSpPr>
          <p:cNvPr id="41" name="ZoneTexte 10">
            <a:extLst>
              <a:ext uri="{FF2B5EF4-FFF2-40B4-BE49-F238E27FC236}">
                <a16:creationId xmlns:a16="http://schemas.microsoft.com/office/drawing/2014/main" id="{25031F8E-E867-F1BD-94AD-388C542D5FA9}"/>
              </a:ext>
            </a:extLst>
          </p:cNvPr>
          <p:cNvSpPr txBox="1"/>
          <p:nvPr/>
        </p:nvSpPr>
        <p:spPr>
          <a:xfrm>
            <a:off x="5994836" y="5066564"/>
            <a:ext cx="98537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Boehringer Forward Text"/>
                <a:ea typeface="+mn-ea"/>
                <a:cs typeface="+mn-cs"/>
              </a:rPr>
              <a:t>12-14m</a:t>
            </a:r>
          </a:p>
        </p:txBody>
      </p:sp>
      <p:sp>
        <p:nvSpPr>
          <p:cNvPr id="42" name="ZoneTexte 13">
            <a:extLst>
              <a:ext uri="{FF2B5EF4-FFF2-40B4-BE49-F238E27FC236}">
                <a16:creationId xmlns:a16="http://schemas.microsoft.com/office/drawing/2014/main" id="{D02BE51C-0701-576A-A981-1E413E350693}"/>
              </a:ext>
            </a:extLst>
          </p:cNvPr>
          <p:cNvSpPr txBox="1"/>
          <p:nvPr/>
        </p:nvSpPr>
        <p:spPr>
          <a:xfrm>
            <a:off x="7960247" y="5068491"/>
            <a:ext cx="98537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Boehringer Forward Text"/>
                <a:ea typeface="+mn-ea"/>
                <a:cs typeface="+mn-cs"/>
              </a:rPr>
              <a:t>12m</a:t>
            </a:r>
          </a:p>
        </p:txBody>
      </p:sp>
      <p:sp>
        <p:nvSpPr>
          <p:cNvPr id="43" name="ZoneTexte 18">
            <a:extLst>
              <a:ext uri="{FF2B5EF4-FFF2-40B4-BE49-F238E27FC236}">
                <a16:creationId xmlns:a16="http://schemas.microsoft.com/office/drawing/2014/main" id="{23869946-38DF-02E5-4CAB-E317D52C132A}"/>
              </a:ext>
            </a:extLst>
          </p:cNvPr>
          <p:cNvSpPr txBox="1"/>
          <p:nvPr/>
        </p:nvSpPr>
        <p:spPr>
          <a:xfrm>
            <a:off x="8536684" y="5366781"/>
            <a:ext cx="794221"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err="1">
                <a:ln>
                  <a:noFill/>
                </a:ln>
                <a:solidFill>
                  <a:prstClr val="black"/>
                </a:solidFill>
                <a:effectLst/>
                <a:uLnTx/>
                <a:uFillTx/>
                <a:latin typeface="Boehringer Forward Text"/>
                <a:ea typeface="+mn-ea"/>
                <a:cs typeface="+mn-cs"/>
              </a:rPr>
              <a:t>Feb</a:t>
            </a:r>
            <a:r>
              <a:rPr kumimoji="0" lang="fr-FR" sz="1800" b="0" i="0" u="none" strike="noStrike" kern="1200" cap="none" spc="0" normalizeH="0" baseline="0" noProof="0">
                <a:ln>
                  <a:noFill/>
                </a:ln>
                <a:solidFill>
                  <a:prstClr val="black"/>
                </a:solidFill>
                <a:effectLst/>
                <a:uLnTx/>
                <a:uFillTx/>
                <a:latin typeface="Boehringer Forward Text"/>
                <a:ea typeface="+mn-ea"/>
                <a:cs typeface="+mn-cs"/>
              </a:rPr>
              <a:t> 28 </a:t>
            </a:r>
          </a:p>
        </p:txBody>
      </p:sp>
      <p:sp>
        <p:nvSpPr>
          <p:cNvPr id="44" name="ZoneTexte 26">
            <a:extLst>
              <a:ext uri="{FF2B5EF4-FFF2-40B4-BE49-F238E27FC236}">
                <a16:creationId xmlns:a16="http://schemas.microsoft.com/office/drawing/2014/main" id="{CE0717BC-F292-1AF2-077D-C50EEA6AB9F4}"/>
              </a:ext>
            </a:extLst>
          </p:cNvPr>
          <p:cNvSpPr txBox="1"/>
          <p:nvPr/>
        </p:nvSpPr>
        <p:spPr>
          <a:xfrm>
            <a:off x="8526005" y="2352117"/>
            <a:ext cx="289223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rgbClr val="FF0000"/>
                </a:solidFill>
                <a:effectLst/>
                <a:uLnTx/>
                <a:uFillTx/>
                <a:latin typeface="Boehringer Forward Text"/>
                <a:ea typeface="+mn-ea"/>
                <a:cs typeface="+mn-cs"/>
              </a:rPr>
              <a:t>End 2027-Beginning 2028</a:t>
            </a:r>
          </a:p>
        </p:txBody>
      </p:sp>
      <p:sp>
        <p:nvSpPr>
          <p:cNvPr id="45" name="Rectangle: Rounded Corners 100">
            <a:extLst>
              <a:ext uri="{FF2B5EF4-FFF2-40B4-BE49-F238E27FC236}">
                <a16:creationId xmlns:a16="http://schemas.microsoft.com/office/drawing/2014/main" id="{15C9C39D-9AE0-CCD2-4344-0ADE0D54C2B3}"/>
              </a:ext>
            </a:extLst>
          </p:cNvPr>
          <p:cNvSpPr/>
          <p:nvPr/>
        </p:nvSpPr>
        <p:spPr>
          <a:xfrm>
            <a:off x="11283204" y="3161367"/>
            <a:ext cx="831671" cy="604439"/>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w="9525">
            <a:solidFill>
              <a:schemeClr val="tx1"/>
            </a:solidFill>
            <a:prstDash val="solid"/>
          </a:ln>
        </p:spPr>
        <p:style>
          <a:lnRef idx="2">
            <a:schemeClr val="accent1"/>
          </a:lnRef>
          <a:fillRef idx="1">
            <a:schemeClr val="lt1"/>
          </a:fillRef>
          <a:effectRef idx="0">
            <a:schemeClr val="accent1"/>
          </a:effectRef>
          <a:fontRef idx="minor">
            <a:schemeClr val="dk1"/>
          </a:fontRef>
        </p:style>
        <p:txBody>
          <a:bodyPr wrap="none" lIns="45720" rIns="45720" rtlCol="0" anchor="ctr" anchorCtr="0">
            <a:noAutofit/>
          </a:bodyPr>
          <a:lstStyle/>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GB" sz="933" b="1" i="0" u="none" strike="noStrike" kern="1200" cap="none" spc="0" normalizeH="0" baseline="0" noProof="0">
                <a:ln>
                  <a:noFill/>
                </a:ln>
                <a:solidFill>
                  <a:prstClr val="black"/>
                </a:solidFill>
                <a:effectLst/>
                <a:uLnTx/>
                <a:uFillTx/>
                <a:latin typeface="Boehringer Forward Text"/>
                <a:ea typeface="+mn-ea"/>
                <a:cs typeface="+mn-cs"/>
              </a:rPr>
              <a:t>	Ph  3 start </a:t>
            </a:r>
          </a:p>
        </p:txBody>
      </p:sp>
      <p:sp>
        <p:nvSpPr>
          <p:cNvPr id="46" name="ZoneTexte 32">
            <a:extLst>
              <a:ext uri="{FF2B5EF4-FFF2-40B4-BE49-F238E27FC236}">
                <a16:creationId xmlns:a16="http://schemas.microsoft.com/office/drawing/2014/main" id="{C1F8FBD0-7D49-1053-ACB8-0680233C4EF0}"/>
              </a:ext>
            </a:extLst>
          </p:cNvPr>
          <p:cNvSpPr txBox="1"/>
          <p:nvPr/>
        </p:nvSpPr>
        <p:spPr>
          <a:xfrm>
            <a:off x="9343717" y="5343563"/>
            <a:ext cx="172975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black"/>
                </a:solidFill>
                <a:effectLst/>
                <a:uLnTx/>
                <a:uFillTx/>
                <a:latin typeface="Boehringer Forward Text"/>
                <a:ea typeface="+mn-ea"/>
                <a:cs typeface="+mn-cs"/>
              </a:rPr>
              <a:t>Last immune data </a:t>
            </a:r>
            <a:r>
              <a:rPr kumimoji="0" lang="fr-FR" sz="1800" b="0" i="0" u="none" strike="noStrike" kern="1200" cap="none" spc="0" normalizeH="0" baseline="0" noProof="0" err="1">
                <a:ln>
                  <a:noFill/>
                </a:ln>
                <a:solidFill>
                  <a:prstClr val="black"/>
                </a:solidFill>
                <a:effectLst/>
                <a:uLnTx/>
                <a:uFillTx/>
                <a:latin typeface="Boehringer Forward Text"/>
                <a:ea typeface="+mn-ea"/>
                <a:cs typeface="+mn-cs"/>
              </a:rPr>
              <a:t>Aug</a:t>
            </a:r>
            <a:r>
              <a:rPr kumimoji="0" lang="fr-FR" sz="1800" b="0" i="0" u="none" strike="noStrike" kern="1200" cap="none" spc="0" normalizeH="0" baseline="0" noProof="0">
                <a:ln>
                  <a:noFill/>
                </a:ln>
                <a:solidFill>
                  <a:prstClr val="black"/>
                </a:solidFill>
                <a:effectLst/>
                <a:uLnTx/>
                <a:uFillTx/>
                <a:latin typeface="Boehringer Forward Text"/>
                <a:ea typeface="+mn-ea"/>
                <a:cs typeface="+mn-cs"/>
              </a:rPr>
              <a:t> 28</a:t>
            </a:r>
          </a:p>
        </p:txBody>
      </p:sp>
      <p:sp>
        <p:nvSpPr>
          <p:cNvPr id="47" name="ZoneTexte 40">
            <a:extLst>
              <a:ext uri="{FF2B5EF4-FFF2-40B4-BE49-F238E27FC236}">
                <a16:creationId xmlns:a16="http://schemas.microsoft.com/office/drawing/2014/main" id="{0D5D218C-DAF6-01BD-31AF-779A028E24E8}"/>
              </a:ext>
            </a:extLst>
          </p:cNvPr>
          <p:cNvSpPr txBox="1"/>
          <p:nvPr/>
        </p:nvSpPr>
        <p:spPr>
          <a:xfrm>
            <a:off x="1902100" y="5314706"/>
            <a:ext cx="254808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err="1">
                <a:ln>
                  <a:noFill/>
                </a:ln>
                <a:solidFill>
                  <a:srgbClr val="00B050"/>
                </a:solidFill>
                <a:effectLst/>
                <a:uLnTx/>
                <a:uFillTx/>
                <a:latin typeface="Boehringer Forward Text"/>
                <a:ea typeface="+mn-ea"/>
                <a:cs typeface="+mn-cs"/>
              </a:rPr>
              <a:t>Chinese</a:t>
            </a:r>
            <a:r>
              <a:rPr kumimoji="0" lang="fr-FR" sz="1800" b="1" i="0" u="none" strike="noStrike" kern="1200" cap="none" spc="0" normalizeH="0" baseline="0" noProof="0">
                <a:ln>
                  <a:noFill/>
                </a:ln>
                <a:solidFill>
                  <a:srgbClr val="00B050"/>
                </a:solidFill>
                <a:effectLst/>
                <a:uLnTx/>
                <a:uFillTx/>
                <a:latin typeface="Boehringer Forward Text"/>
                <a:ea typeface="+mn-ea"/>
                <a:cs typeface="+mn-cs"/>
              </a:rPr>
              <a:t> plan  </a:t>
            </a:r>
          </a:p>
        </p:txBody>
      </p:sp>
      <p:sp>
        <p:nvSpPr>
          <p:cNvPr id="48" name="Rectangle 4">
            <a:extLst>
              <a:ext uri="{FF2B5EF4-FFF2-40B4-BE49-F238E27FC236}">
                <a16:creationId xmlns:a16="http://schemas.microsoft.com/office/drawing/2014/main" id="{DC66D0E3-649B-C513-758F-0735E4100BC4}"/>
              </a:ext>
            </a:extLst>
          </p:cNvPr>
          <p:cNvSpPr/>
          <p:nvPr/>
        </p:nvSpPr>
        <p:spPr>
          <a:xfrm>
            <a:off x="4073856" y="4865928"/>
            <a:ext cx="7677805" cy="1515400"/>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49" name="ZoneTexte 23">
            <a:extLst>
              <a:ext uri="{FF2B5EF4-FFF2-40B4-BE49-F238E27FC236}">
                <a16:creationId xmlns:a16="http://schemas.microsoft.com/office/drawing/2014/main" id="{18F56D34-0A4F-6DEA-F907-84CA01BCCB62}"/>
              </a:ext>
            </a:extLst>
          </p:cNvPr>
          <p:cNvSpPr txBox="1"/>
          <p:nvPr/>
        </p:nvSpPr>
        <p:spPr>
          <a:xfrm>
            <a:off x="7361480" y="1509002"/>
            <a:ext cx="163542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rgbClr val="FF0000"/>
                </a:solidFill>
                <a:effectLst/>
                <a:uLnTx/>
                <a:uFillTx/>
                <a:latin typeface="Boehringer Forward Text"/>
                <a:ea typeface="+mn-ea"/>
                <a:cs typeface="+mn-cs"/>
              </a:rPr>
              <a:t>RP2D–</a:t>
            </a:r>
            <a:r>
              <a:rPr kumimoji="0" lang="fr-FR" sz="1600" b="1" i="0" u="none" strike="noStrike" kern="1200" cap="none" spc="0" normalizeH="0" baseline="0" noProof="0" err="1">
                <a:ln>
                  <a:noFill/>
                </a:ln>
                <a:solidFill>
                  <a:srgbClr val="FF0000"/>
                </a:solidFill>
                <a:effectLst/>
                <a:uLnTx/>
                <a:uFillTx/>
                <a:latin typeface="Boehringer Forward Text"/>
                <a:ea typeface="+mn-ea"/>
                <a:cs typeface="+mn-cs"/>
              </a:rPr>
              <a:t>Feb</a:t>
            </a:r>
            <a:r>
              <a:rPr kumimoji="0" lang="fr-FR" sz="1600" b="1" i="0" u="none" strike="noStrike" kern="1200" cap="none" spc="0" normalizeH="0" baseline="0" noProof="0">
                <a:ln>
                  <a:noFill/>
                </a:ln>
                <a:solidFill>
                  <a:srgbClr val="FF0000"/>
                </a:solidFill>
                <a:effectLst/>
                <a:uLnTx/>
                <a:uFillTx/>
                <a:latin typeface="Boehringer Forward Text"/>
                <a:ea typeface="+mn-ea"/>
                <a:cs typeface="+mn-cs"/>
              </a:rPr>
              <a:t> 27</a:t>
            </a:r>
          </a:p>
        </p:txBody>
      </p:sp>
      <p:sp>
        <p:nvSpPr>
          <p:cNvPr id="54" name="Isosceles Triangle 83">
            <a:extLst>
              <a:ext uri="{FF2B5EF4-FFF2-40B4-BE49-F238E27FC236}">
                <a16:creationId xmlns:a16="http://schemas.microsoft.com/office/drawing/2014/main" id="{EF798711-3830-AF36-6D57-47D8D22BC214}"/>
              </a:ext>
            </a:extLst>
          </p:cNvPr>
          <p:cNvSpPr/>
          <p:nvPr/>
        </p:nvSpPr>
        <p:spPr bwMode="gray">
          <a:xfrm rot="10800000">
            <a:off x="7407690" y="762472"/>
            <a:ext cx="219379" cy="152399"/>
          </a:xfrm>
          <a:prstGeom prst="triangle">
            <a:avLst/>
          </a:prstGeom>
          <a:solidFill>
            <a:schemeClr val="tx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5" name="Textfeld 65">
            <a:extLst>
              <a:ext uri="{FF2B5EF4-FFF2-40B4-BE49-F238E27FC236}">
                <a16:creationId xmlns:a16="http://schemas.microsoft.com/office/drawing/2014/main" id="{5DC3A888-BB89-C741-0FCF-BA242720EFFD}"/>
              </a:ext>
            </a:extLst>
          </p:cNvPr>
          <p:cNvSpPr txBox="1"/>
          <p:nvPr/>
        </p:nvSpPr>
        <p:spPr bwMode="gray">
          <a:xfrm>
            <a:off x="7668629" y="705516"/>
            <a:ext cx="4716412" cy="23455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Boehringer Forward Text"/>
                <a:ea typeface="+mn-ea"/>
                <a:cs typeface="+mn-cs"/>
              </a:rPr>
              <a:t>First patient under the DL5/Part C Amendment (Sept 25) </a:t>
            </a:r>
          </a:p>
        </p:txBody>
      </p:sp>
      <p:sp>
        <p:nvSpPr>
          <p:cNvPr id="56" name="Isosceles Triangle 83">
            <a:extLst>
              <a:ext uri="{FF2B5EF4-FFF2-40B4-BE49-F238E27FC236}">
                <a16:creationId xmlns:a16="http://schemas.microsoft.com/office/drawing/2014/main" id="{AF86D902-A5B1-F541-CDBD-1D23E9921344}"/>
              </a:ext>
            </a:extLst>
          </p:cNvPr>
          <p:cNvSpPr/>
          <p:nvPr/>
        </p:nvSpPr>
        <p:spPr bwMode="gray">
          <a:xfrm rot="10800000">
            <a:off x="7399567" y="1007078"/>
            <a:ext cx="219379" cy="152399"/>
          </a:xfrm>
          <a:prstGeom prst="triangle">
            <a:avLst/>
          </a:prstGeom>
          <a:solidFill>
            <a:srgbClr val="0070C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7" name="Textfeld 65">
            <a:extLst>
              <a:ext uri="{FF2B5EF4-FFF2-40B4-BE49-F238E27FC236}">
                <a16:creationId xmlns:a16="http://schemas.microsoft.com/office/drawing/2014/main" id="{8837C43A-0411-540F-02FB-E5D7FB9E44F1}"/>
              </a:ext>
            </a:extLst>
          </p:cNvPr>
          <p:cNvSpPr txBox="1"/>
          <p:nvPr/>
        </p:nvSpPr>
        <p:spPr bwMode="gray">
          <a:xfrm>
            <a:off x="7678789" y="941424"/>
            <a:ext cx="4716412" cy="23455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err="1">
                <a:ln>
                  <a:noFill/>
                </a:ln>
                <a:solidFill>
                  <a:prstClr val="black"/>
                </a:solidFill>
                <a:effectLst/>
                <a:uLnTx/>
                <a:uFillTx/>
                <a:latin typeface="Boehringer Forward Text"/>
                <a:ea typeface="+mn-ea"/>
                <a:cs typeface="+mn-cs"/>
              </a:rPr>
              <a:t>PoPP</a:t>
            </a:r>
            <a:r>
              <a:rPr kumimoji="0" lang="en-US" sz="1200" b="0" i="0" u="none" strike="noStrike" kern="1200" cap="none" spc="0" normalizeH="0" baseline="0" noProof="0">
                <a:ln>
                  <a:noFill/>
                </a:ln>
                <a:solidFill>
                  <a:prstClr val="black"/>
                </a:solidFill>
                <a:effectLst/>
                <a:uLnTx/>
                <a:uFillTx/>
                <a:latin typeface="Boehringer Forward Text"/>
                <a:ea typeface="+mn-ea"/>
                <a:cs typeface="+mn-cs"/>
              </a:rPr>
              <a:t> prior to start of randomization</a:t>
            </a:r>
          </a:p>
        </p:txBody>
      </p:sp>
      <p:sp>
        <p:nvSpPr>
          <p:cNvPr id="3" name="ZoneTexte 60">
            <a:extLst>
              <a:ext uri="{FF2B5EF4-FFF2-40B4-BE49-F238E27FC236}">
                <a16:creationId xmlns:a16="http://schemas.microsoft.com/office/drawing/2014/main" id="{FF6ECD3E-7375-979A-D1E4-202B7AA21D66}"/>
              </a:ext>
            </a:extLst>
          </p:cNvPr>
          <p:cNvSpPr txBox="1"/>
          <p:nvPr/>
        </p:nvSpPr>
        <p:spPr>
          <a:xfrm>
            <a:off x="10208592" y="1425902"/>
            <a:ext cx="160471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err="1">
                <a:ln>
                  <a:noFill/>
                </a:ln>
                <a:solidFill>
                  <a:srgbClr val="FF0000"/>
                </a:solidFill>
                <a:effectLst/>
                <a:uLnTx/>
                <a:uFillTx/>
                <a:latin typeface="Boehringer Forward Text"/>
                <a:ea typeface="+mn-ea"/>
                <a:cs typeface="+mn-cs"/>
              </a:rPr>
              <a:t>PoCC</a:t>
            </a:r>
            <a:r>
              <a:rPr kumimoji="0" lang="fr-FR" sz="1600" b="1" i="0" u="none" strike="noStrike" kern="1200" cap="none" spc="0" normalizeH="0" baseline="0" noProof="0">
                <a:ln>
                  <a:noFill/>
                </a:ln>
                <a:solidFill>
                  <a:srgbClr val="FF0000"/>
                </a:solidFill>
                <a:effectLst/>
                <a:uLnTx/>
                <a:uFillTx/>
                <a:latin typeface="Boehringer Forward Text"/>
                <a:ea typeface="+mn-ea"/>
                <a:cs typeface="+mn-cs"/>
              </a:rPr>
              <a:t>-Mar 29</a:t>
            </a:r>
          </a:p>
        </p:txBody>
      </p:sp>
      <p:sp>
        <p:nvSpPr>
          <p:cNvPr id="4" name="矩形 3">
            <a:extLst>
              <a:ext uri="{FF2B5EF4-FFF2-40B4-BE49-F238E27FC236}">
                <a16:creationId xmlns:a16="http://schemas.microsoft.com/office/drawing/2014/main" id="{2E5483FF-585F-6DA6-FE4F-B06B2E911220}"/>
              </a:ext>
            </a:extLst>
          </p:cNvPr>
          <p:cNvSpPr/>
          <p:nvPr/>
        </p:nvSpPr>
        <p:spPr bwMode="gray">
          <a:xfrm rot="1957854">
            <a:off x="-69552" y="5523799"/>
            <a:ext cx="2505456" cy="539043"/>
          </a:xfrm>
          <a:prstGeom prst="rect">
            <a:avLst/>
          </a:prstGeom>
          <a:solidFill>
            <a:srgbClr val="FFD03D"/>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From Global team</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615763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1D98D-1AF6-9D94-D089-EE05CA1B66C9}"/>
              </a:ext>
            </a:extLst>
          </p:cNvPr>
          <p:cNvSpPr>
            <a:spLocks noGrp="1"/>
          </p:cNvSpPr>
          <p:nvPr>
            <p:ph type="title"/>
          </p:nvPr>
        </p:nvSpPr>
        <p:spPr/>
        <p:txBody>
          <a:bodyPr/>
          <a:lstStyle/>
          <a:p>
            <a:r>
              <a:rPr lang="en-US" altLang="zh-CN"/>
              <a:t>Thank You!</a:t>
            </a:r>
            <a:endParaRPr lang="zh-CN" altLang="en-US"/>
          </a:p>
        </p:txBody>
      </p:sp>
      <p:sp>
        <p:nvSpPr>
          <p:cNvPr id="3" name="Subtitle 2">
            <a:extLst>
              <a:ext uri="{FF2B5EF4-FFF2-40B4-BE49-F238E27FC236}">
                <a16:creationId xmlns:a16="http://schemas.microsoft.com/office/drawing/2014/main" id="{77308520-C6BE-151E-0A5B-D8EA6973CF68}"/>
              </a:ext>
            </a:extLst>
          </p:cNvPr>
          <p:cNvSpPr>
            <a:spLocks noGrp="1"/>
          </p:cNvSpPr>
          <p:nvPr>
            <p:ph type="subTitle" idx="14"/>
          </p:nvPr>
        </p:nvSpPr>
        <p:spPr/>
        <p:txBody>
          <a:bodyPr/>
          <a:lstStyle/>
          <a:p>
            <a:endParaRPr lang="zh-CN" altLang="en-US"/>
          </a:p>
        </p:txBody>
      </p:sp>
      <p:sp>
        <p:nvSpPr>
          <p:cNvPr id="4" name="Slide Number Placeholder 3">
            <a:extLst>
              <a:ext uri="{FF2B5EF4-FFF2-40B4-BE49-F238E27FC236}">
                <a16:creationId xmlns:a16="http://schemas.microsoft.com/office/drawing/2014/main" id="{C2A61667-E5B6-78F1-7AF2-4C145B87077B}"/>
              </a:ext>
            </a:extLst>
          </p:cNvPr>
          <p:cNvSpPr>
            <a:spLocks noGrp="1"/>
          </p:cNvSpPr>
          <p:nvPr>
            <p:ph type="sldNum" sz="quarter" idx="16"/>
          </p:nvPr>
        </p:nvSpPr>
        <p:spPr/>
        <p:txBody>
          <a:bodyPr/>
          <a:lstStyle/>
          <a:p>
            <a:fld id="{8FF9B0DE-3FEB-4AA0-B465-B80EF7C1333D}" type="slidenum">
              <a:rPr lang="en-US" smtClean="0"/>
              <a:pPr/>
              <a:t>9</a:t>
            </a:fld>
            <a:endParaRPr lang="en-US"/>
          </a:p>
        </p:txBody>
      </p:sp>
      <p:sp>
        <p:nvSpPr>
          <p:cNvPr id="5" name="Footer Placeholder 4">
            <a:extLst>
              <a:ext uri="{FF2B5EF4-FFF2-40B4-BE49-F238E27FC236}">
                <a16:creationId xmlns:a16="http://schemas.microsoft.com/office/drawing/2014/main" id="{B64D4035-61A5-8EFA-3ECA-D6723E02990F}"/>
              </a:ext>
            </a:extLst>
          </p:cNvPr>
          <p:cNvSpPr>
            <a:spLocks noGrp="1"/>
          </p:cNvSpPr>
          <p:nvPr>
            <p:ph type="ftr" sz="quarter" idx="19"/>
          </p:nvPr>
        </p:nvSpPr>
        <p:spPr/>
        <p:txBody>
          <a:bodyPr/>
          <a:lstStyle/>
          <a:p>
            <a:r>
              <a:rPr lang="en-US"/>
              <a:t>Presentation title    |    ONLY FOR INTERNAL USE</a:t>
            </a:r>
          </a:p>
        </p:txBody>
      </p:sp>
    </p:spTree>
    <p:extLst>
      <p:ext uri="{BB962C8B-B14F-4D97-AF65-F5344CB8AC3E}">
        <p14:creationId xmlns:p14="http://schemas.microsoft.com/office/powerpoint/2010/main" val="49515326"/>
      </p:ext>
    </p:extLst>
  </p:cSld>
  <p:clrMapOvr>
    <a:masterClrMapping/>
  </p:clrMapOvr>
</p:sld>
</file>

<file path=ppt/theme/theme1.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2.xml><?xml version="1.0" encoding="utf-8"?>
<a:theme xmlns:a="http://schemas.openxmlformats.org/drawingml/2006/main" name="2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solidFill>
          <a:srgbClr val="F6F5F3"/>
        </a:solidFill>
      </a:spPr>
      <a:bodyPr wrap="square" lIns="0" tIns="0" rIns="0" bIns="0" rtlCol="0">
        <a:spAutoFit/>
      </a:bodyPr>
      <a:lstStyle>
        <a:defPPr marL="354330" indent="-171450" algn="l">
          <a:lnSpc>
            <a:spcPct val="200000"/>
          </a:lnSpc>
          <a:buFont typeface="Arial" panose="020B0604020202020204" pitchFamily="34" charset="0"/>
          <a:buChar char="•"/>
          <a:defRPr sz="1200" dirty="0">
            <a:solidFill>
              <a:srgbClr val="076D7E"/>
            </a:solidFill>
          </a:defRPr>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3.xml><?xml version="1.0" encoding="utf-8"?>
<a:theme xmlns:a="http://schemas.openxmlformats.org/drawingml/2006/main" name="1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38988128-37ab-443d-bda8-e0f28155c68c">
      <UserInfo>
        <DisplayName/>
        <AccountId xsi:nil="true"/>
        <AccountType/>
      </UserInfo>
    </SharedWithUsers>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Props1.xml><?xml version="1.0" encoding="utf-8"?>
<ds:datastoreItem xmlns:ds="http://schemas.openxmlformats.org/officeDocument/2006/customXml" ds:itemID="{2D6885DC-0AC1-41CC-BF2E-CE25858CFBC8}">
  <ds:schemaRefs>
    <ds:schemaRef ds:uri="http://schemas.microsoft.com/sharepoint/v3/contenttype/forms"/>
  </ds:schemaRefs>
</ds:datastoreItem>
</file>

<file path=customXml/itemProps2.xml><?xml version="1.0" encoding="utf-8"?>
<ds:datastoreItem xmlns:ds="http://schemas.openxmlformats.org/officeDocument/2006/customXml" ds:itemID="{DBBBC70F-9996-4214-83E3-89BE81A3C772}"/>
</file>

<file path=customXml/itemProps3.xml><?xml version="1.0" encoding="utf-8"?>
<ds:datastoreItem xmlns:ds="http://schemas.openxmlformats.org/officeDocument/2006/customXml" ds:itemID="{43DC9507-4245-45F6-8E52-4AC67BABE327}">
  <ds:schemaRefs>
    <ds:schemaRef ds:uri="http://schemas.microsoft.com/office/2006/metadata/properties"/>
    <ds:schemaRef ds:uri="6105e471-a007-4c69-b034-cfd36128fabd"/>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545a336c-45ba-4242-ba8b-2a24159e5b92"/>
    <ds:schemaRef ds:uri="http://www.w3.org/XML/1998/namespace"/>
    <ds:schemaRef ds:uri="http://purl.org/dc/dcmitype/"/>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otalTime>1757</TotalTime>
  <Words>1391</Words>
  <Application>Microsoft Office PowerPoint</Application>
  <PresentationFormat>Widescreen</PresentationFormat>
  <Paragraphs>266</Paragraphs>
  <Slides>9</Slides>
  <Notes>4</Notes>
  <HiddenSlides>2</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9</vt:i4>
      </vt:variant>
    </vt:vector>
  </HeadingPairs>
  <TitlesOfParts>
    <vt:vector size="22" baseType="lpstr">
      <vt:lpstr>Arial,Sans-Serif</vt:lpstr>
      <vt:lpstr>Boehringer Forward Head (标题)</vt:lpstr>
      <vt:lpstr>等线</vt:lpstr>
      <vt:lpstr>Arial</vt:lpstr>
      <vt:lpstr>BISans</vt:lpstr>
      <vt:lpstr>BISansCond</vt:lpstr>
      <vt:lpstr>BISansOpti</vt:lpstr>
      <vt:lpstr>BISansOptiCond</vt:lpstr>
      <vt:lpstr>Boehringer Forward Head</vt:lpstr>
      <vt:lpstr>Boehringer Forward Text</vt:lpstr>
      <vt:lpstr>Boehringer Ingelheim 16:9</vt:lpstr>
      <vt:lpstr>2_Boehringer Ingelheim 16:9</vt:lpstr>
      <vt:lpstr>1_Boehringer Ingelheim 16:9</vt:lpstr>
      <vt:lpstr>Medical Advisory Panel (MAP) Meeting TA ONCO Update</vt:lpstr>
      <vt:lpstr>WE PRIORITIZE OUR PORTFOLIO … based on in-depth competitive scenario planning, allowing us to accelerate development of our leading assets</vt:lpstr>
      <vt:lpstr>2025 ONC Key Milestone Overview</vt:lpstr>
      <vt:lpstr>ONC Portfolio Key Update – Late-Stage Assets</vt:lpstr>
      <vt:lpstr>“双检齐捷，共证卓越”</vt:lpstr>
      <vt:lpstr>ONC Portfolio Key Update – Early Assets</vt:lpstr>
      <vt:lpstr>Phase 1b Recruitment</vt:lpstr>
      <vt:lpstr>Timelines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Zhu,Julia (HP Medicine) BII-CN-S</dc:creator>
  <cp:lastModifiedBy>Lu,Dr.,Jiaqi (HP Medicine) BII-CN-S</cp:lastModifiedBy>
  <cp:revision>2</cp:revision>
  <dcterms:created xsi:type="dcterms:W3CDTF">2023-11-09T09:11:57Z</dcterms:created>
  <dcterms:modified xsi:type="dcterms:W3CDTF">2025-05-14T09:24:58Z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y fmtid="{D5CDD505-2E9C-101B-9397-08002B2CF9AE}" pid="3" name="MediaServiceImageTags">
    <vt:lpwstr/>
  </property>
  <property fmtid="{D5CDD505-2E9C-101B-9397-08002B2CF9AE}" pid="4" name="Order">
    <vt:r8>28900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