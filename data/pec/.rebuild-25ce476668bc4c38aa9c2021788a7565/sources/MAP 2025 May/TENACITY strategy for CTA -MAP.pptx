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147474215" r:id="rId2"/>
    <p:sldId id="2147474204" r:id="rId3"/>
    <p:sldId id="2147474216" r:id="rId4"/>
    <p:sldId id="2147474218"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n,Doris (HP Medicine) BII-CN-B" initials="YH" lastIdx="3" clrIdx="0">
    <p:extLst>
      <p:ext uri="{19B8F6BF-5375-455C-9EA6-DF929625EA0E}">
        <p15:presenceInfo xmlns:p15="http://schemas.microsoft.com/office/powerpoint/2012/main" userId="S::doris.han@boehringer-ingelheim.com::c4541c59-bade-40b5-aade-9c5bf5a4da6c" providerId="AD"/>
      </p:ext>
    </p:extLst>
  </p:cmAuthor>
  <p:cmAuthor id="2" name="Bai,Dr.,Meng (HP Medicine) BII-CN-B" initials="MB" lastIdx="7" clrIdx="1">
    <p:extLst>
      <p:ext uri="{19B8F6BF-5375-455C-9EA6-DF929625EA0E}">
        <p15:presenceInfo xmlns:p15="http://schemas.microsoft.com/office/powerpoint/2012/main" userId="S::meng.bai@boehringer-ingelheim.com::6888c0e7-e2e9-46e4-bdfd-6bc9e27ddaeb" providerId="AD"/>
      </p:ext>
    </p:extLst>
  </p:cmAuthor>
  <p:cmAuthor id="3" name="Rong,Anne (MED CD&amp;O) BII-CN-S" initials="LR" lastIdx="1" clrIdx="2">
    <p:extLst>
      <p:ext uri="{19B8F6BF-5375-455C-9EA6-DF929625EA0E}">
        <p15:presenceInfo xmlns:p15="http://schemas.microsoft.com/office/powerpoint/2012/main" userId="S::anne.rong@boehringer-ingelheim.com::b3ae8519-173b-4255-a343-2058dd6eeda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4BB5D8-6E0D-E99B-EBC5-AEF5A0BC7759}" v="13" dt="2025-05-14T14:46:23.509"/>
    <p1510:client id="{7862ABFC-6A8F-49E2-B5E9-32EF0FDAF777}" v="732" dt="2025-05-14T07:09:36.900"/>
    <p1510:client id="{9FEF4766-40E6-4B8A-91F9-7937FC92B8AC}" v="2944" dt="2025-05-14T09:54:09.045"/>
    <p1510:client id="{DD78918C-6423-3F3B-13E1-849C7CEF2284}" v="10" dt="2025-05-15T01:45:38.361"/>
    <p1510:client id="{E1609CAD-31B1-4743-83F6-7C4E184B9B52}" v="904" dt="2025-05-15T04:55:36.675"/>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2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commentAuthors" Target="commentAuthors.xml"/><Relationship Id="rId12"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customXml" Target="../customXml/item2.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 Id="rId14"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ng,Anne (MED CD&amp;O) BII-CN-S" userId="b3ae8519-173b-4255-a343-2058dd6eeda3" providerId="ADAL" clId="{7862ABFC-6A8F-49E2-B5E9-32EF0FDAF777}"/>
    <pc:docChg chg="custSel addSld modSld">
      <pc:chgData name="Rong,Anne (MED CD&amp;O) BII-CN-S" userId="b3ae8519-173b-4255-a343-2058dd6eeda3" providerId="ADAL" clId="{7862ABFC-6A8F-49E2-B5E9-32EF0FDAF777}" dt="2025-05-14T07:09:36.900" v="731" actId="6549"/>
      <pc:docMkLst>
        <pc:docMk/>
      </pc:docMkLst>
      <pc:sldChg chg="delSp modSp mod">
        <pc:chgData name="Rong,Anne (MED CD&amp;O) BII-CN-S" userId="b3ae8519-173b-4255-a343-2058dd6eeda3" providerId="ADAL" clId="{7862ABFC-6A8F-49E2-B5E9-32EF0FDAF777}" dt="2025-05-14T05:17:48.400" v="118" actId="20577"/>
        <pc:sldMkLst>
          <pc:docMk/>
          <pc:sldMk cId="303740771" sldId="2147474204"/>
        </pc:sldMkLst>
        <pc:spChg chg="del mod">
          <ac:chgData name="Rong,Anne (MED CD&amp;O) BII-CN-S" userId="b3ae8519-173b-4255-a343-2058dd6eeda3" providerId="ADAL" clId="{7862ABFC-6A8F-49E2-B5E9-32EF0FDAF777}" dt="2025-05-14T04:45:24.265" v="91" actId="478"/>
          <ac:spMkLst>
            <pc:docMk/>
            <pc:sldMk cId="303740771" sldId="2147474204"/>
            <ac:spMk id="9" creationId="{25326840-9C59-A1B6-7E6A-8459E56A2CE2}"/>
          </ac:spMkLst>
        </pc:spChg>
        <pc:spChg chg="del mod">
          <ac:chgData name="Rong,Anne (MED CD&amp;O) BII-CN-S" userId="b3ae8519-173b-4255-a343-2058dd6eeda3" providerId="ADAL" clId="{7862ABFC-6A8F-49E2-B5E9-32EF0FDAF777}" dt="2025-05-14T04:45:20.745" v="89" actId="478"/>
          <ac:spMkLst>
            <pc:docMk/>
            <pc:sldMk cId="303740771" sldId="2147474204"/>
            <ac:spMk id="11" creationId="{4C59C0D2-D18A-35C7-D356-F6F30EC4B225}"/>
          </ac:spMkLst>
        </pc:spChg>
        <pc:spChg chg="del">
          <ac:chgData name="Rong,Anne (MED CD&amp;O) BII-CN-S" userId="b3ae8519-173b-4255-a343-2058dd6eeda3" providerId="ADAL" clId="{7862ABFC-6A8F-49E2-B5E9-32EF0FDAF777}" dt="2025-05-14T04:44:50.818" v="84" actId="21"/>
          <ac:spMkLst>
            <pc:docMk/>
            <pc:sldMk cId="303740771" sldId="2147474204"/>
            <ac:spMk id="12" creationId="{F242D24E-7510-D987-CC31-5509F97D5F26}"/>
          </ac:spMkLst>
        </pc:spChg>
        <pc:graphicFrameChg chg="mod modGraphic">
          <ac:chgData name="Rong,Anne (MED CD&amp;O) BII-CN-S" userId="b3ae8519-173b-4255-a343-2058dd6eeda3" providerId="ADAL" clId="{7862ABFC-6A8F-49E2-B5E9-32EF0FDAF777}" dt="2025-05-14T05:17:48.400" v="118" actId="20577"/>
          <ac:graphicFrameMkLst>
            <pc:docMk/>
            <pc:sldMk cId="303740771" sldId="2147474204"/>
            <ac:graphicFrameMk id="7" creationId="{937E2E1A-7C42-BB52-E5BA-5C1EAFAE8DA9}"/>
          </ac:graphicFrameMkLst>
        </pc:graphicFrameChg>
      </pc:sldChg>
      <pc:sldChg chg="addSp modSp mod">
        <pc:chgData name="Rong,Anne (MED CD&amp;O) BII-CN-S" userId="b3ae8519-173b-4255-a343-2058dd6eeda3" providerId="ADAL" clId="{7862ABFC-6A8F-49E2-B5E9-32EF0FDAF777}" dt="2025-05-14T07:09:36.900" v="731" actId="6549"/>
        <pc:sldMkLst>
          <pc:docMk/>
          <pc:sldMk cId="4287112380" sldId="2147474209"/>
        </pc:sldMkLst>
        <pc:spChg chg="add mod">
          <ac:chgData name="Rong,Anne (MED CD&amp;O) BII-CN-S" userId="b3ae8519-173b-4255-a343-2058dd6eeda3" providerId="ADAL" clId="{7862ABFC-6A8F-49E2-B5E9-32EF0FDAF777}" dt="2025-05-14T07:09:36.900" v="731" actId="6549"/>
          <ac:spMkLst>
            <pc:docMk/>
            <pc:sldMk cId="4287112380" sldId="2147474209"/>
            <ac:spMk id="6" creationId="{23212F16-9750-DA2D-A40F-5838930CE005}"/>
          </ac:spMkLst>
        </pc:spChg>
        <pc:graphicFrameChg chg="mod modGraphic">
          <ac:chgData name="Rong,Anne (MED CD&amp;O) BII-CN-S" userId="b3ae8519-173b-4255-a343-2058dd6eeda3" providerId="ADAL" clId="{7862ABFC-6A8F-49E2-B5E9-32EF0FDAF777}" dt="2025-05-14T05:55:22.995" v="596" actId="20577"/>
          <ac:graphicFrameMkLst>
            <pc:docMk/>
            <pc:sldMk cId="4287112380" sldId="2147474209"/>
            <ac:graphicFrameMk id="48" creationId="{86C5D527-3B84-D361-A296-DDA92E1AA4C9}"/>
          </ac:graphicFrameMkLst>
        </pc:graphicFrameChg>
      </pc:sldChg>
      <pc:sldChg chg="addSp delSp modSp new mod modCm">
        <pc:chgData name="Rong,Anne (MED CD&amp;O) BII-CN-S" userId="b3ae8519-173b-4255-a343-2058dd6eeda3" providerId="ADAL" clId="{7862ABFC-6A8F-49E2-B5E9-32EF0FDAF777}" dt="2025-05-14T05:58:27.931" v="601"/>
        <pc:sldMkLst>
          <pc:docMk/>
          <pc:sldMk cId="2229705048" sldId="2147474210"/>
        </pc:sldMkLst>
        <pc:spChg chg="mod">
          <ac:chgData name="Rong,Anne (MED CD&amp;O) BII-CN-S" userId="b3ae8519-173b-4255-a343-2058dd6eeda3" providerId="ADAL" clId="{7862ABFC-6A8F-49E2-B5E9-32EF0FDAF777}" dt="2025-05-14T04:45:16.998" v="88"/>
          <ac:spMkLst>
            <pc:docMk/>
            <pc:sldMk cId="2229705048" sldId="2147474210"/>
            <ac:spMk id="2" creationId="{247D831D-891D-D091-FB34-275911165E44}"/>
          </ac:spMkLst>
        </pc:spChg>
        <pc:spChg chg="del">
          <ac:chgData name="Rong,Anne (MED CD&amp;O) BII-CN-S" userId="b3ae8519-173b-4255-a343-2058dd6eeda3" providerId="ADAL" clId="{7862ABFC-6A8F-49E2-B5E9-32EF0FDAF777}" dt="2025-05-14T04:43:48.729" v="74"/>
          <ac:spMkLst>
            <pc:docMk/>
            <pc:sldMk cId="2229705048" sldId="2147474210"/>
            <ac:spMk id="3" creationId="{3EF618A9-B613-1340-C9EC-EFD295F3D474}"/>
          </ac:spMkLst>
        </pc:spChg>
        <pc:spChg chg="add mod">
          <ac:chgData name="Rong,Anne (MED CD&amp;O) BII-CN-S" userId="b3ae8519-173b-4255-a343-2058dd6eeda3" providerId="ADAL" clId="{7862ABFC-6A8F-49E2-B5E9-32EF0FDAF777}" dt="2025-05-14T04:45:05.610" v="87" actId="255"/>
          <ac:spMkLst>
            <pc:docMk/>
            <pc:sldMk cId="2229705048" sldId="2147474210"/>
            <ac:spMk id="6" creationId="{6BCE1B7E-2B7C-2430-97B2-11037ADAC47D}"/>
          </ac:spMkLst>
        </pc:spChg>
        <pc:spChg chg="add mod">
          <ac:chgData name="Rong,Anne (MED CD&amp;O) BII-CN-S" userId="b3ae8519-173b-4255-a343-2058dd6eeda3" providerId="ADAL" clId="{7862ABFC-6A8F-49E2-B5E9-32EF0FDAF777}" dt="2025-05-14T04:44:34.753" v="83" actId="1076"/>
          <ac:spMkLst>
            <pc:docMk/>
            <pc:sldMk cId="2229705048" sldId="2147474210"/>
            <ac:spMk id="7" creationId="{3078D847-2815-E38A-1AE9-FAD914E26CCA}"/>
          </ac:spMkLst>
        </pc:spChg>
        <pc:spChg chg="add mod">
          <ac:chgData name="Rong,Anne (MED CD&amp;O) BII-CN-S" userId="b3ae8519-173b-4255-a343-2058dd6eeda3" providerId="ADAL" clId="{7862ABFC-6A8F-49E2-B5E9-32EF0FDAF777}" dt="2025-05-14T04:44:58.300" v="86" actId="1076"/>
          <ac:spMkLst>
            <pc:docMk/>
            <pc:sldMk cId="2229705048" sldId="2147474210"/>
            <ac:spMk id="12" creationId="{F242D24E-7510-D987-CC31-5509F97D5F26}"/>
          </ac:spMkLst>
        </pc:spChg>
      </pc:sldChg>
    </pc:docChg>
  </pc:docChgLst>
  <pc:docChgLst>
    <pc:chgData name="Han,Doris (HP Medicine) BII-CN-B" userId="c4541c59-bade-40b5-aade-9c5bf5a4da6c" providerId="ADAL" clId="{F9A98698-D033-4898-BE30-0E260E7AB9D1}"/>
    <pc:docChg chg="modSld">
      <pc:chgData name="Han,Doris (HP Medicine) BII-CN-B" userId="c4541c59-bade-40b5-aade-9c5bf5a4da6c" providerId="ADAL" clId="{F9A98698-D033-4898-BE30-0E260E7AB9D1}" dt="2025-05-13T02:22:34.258" v="4"/>
      <pc:docMkLst>
        <pc:docMk/>
      </pc:docMkLst>
      <pc:sldChg chg="modCm">
        <pc:chgData name="Han,Doris (HP Medicine) BII-CN-B" userId="c4541c59-bade-40b5-aade-9c5bf5a4da6c" providerId="ADAL" clId="{F9A98698-D033-4898-BE30-0E260E7AB9D1}" dt="2025-05-13T02:22:34.258" v="4"/>
        <pc:sldMkLst>
          <pc:docMk/>
          <pc:sldMk cId="2665301169" sldId="2147474208"/>
        </pc:sldMkLst>
      </pc:sldChg>
    </pc:docChg>
  </pc:docChgLst>
  <pc:docChgLst>
    <pc:chgData name="Bao,Leo (HP Medicine) BII-CN-S" userId="304d67f6-22b5-442d-b505-93f46686c546" providerId="ADAL" clId="{B17F7205-0AE0-4713-BE1F-65E300CE9BC8}"/>
    <pc:docChg chg="delSld modSld sldOrd">
      <pc:chgData name="Bao,Leo (HP Medicine) BII-CN-S" userId="304d67f6-22b5-442d-b505-93f46686c546" providerId="ADAL" clId="{B17F7205-0AE0-4713-BE1F-65E300CE9BC8}" dt="2025-05-15T06:22:48.406" v="13" actId="47"/>
      <pc:docMkLst>
        <pc:docMk/>
      </pc:docMkLst>
      <pc:sldChg chg="del">
        <pc:chgData name="Bao,Leo (HP Medicine) BII-CN-S" userId="304d67f6-22b5-442d-b505-93f46686c546" providerId="ADAL" clId="{B17F7205-0AE0-4713-BE1F-65E300CE9BC8}" dt="2025-05-15T06:22:45.212" v="9" actId="47"/>
        <pc:sldMkLst>
          <pc:docMk/>
          <pc:sldMk cId="3564597955" sldId="294"/>
        </pc:sldMkLst>
      </pc:sldChg>
      <pc:sldChg chg="del">
        <pc:chgData name="Bao,Leo (HP Medicine) BII-CN-S" userId="304d67f6-22b5-442d-b505-93f46686c546" providerId="ADAL" clId="{B17F7205-0AE0-4713-BE1F-65E300CE9BC8}" dt="2025-05-15T06:22:48.406" v="13" actId="47"/>
        <pc:sldMkLst>
          <pc:docMk/>
          <pc:sldMk cId="1993522663" sldId="2147474202"/>
        </pc:sldMkLst>
      </pc:sldChg>
      <pc:sldChg chg="del">
        <pc:chgData name="Bao,Leo (HP Medicine) BII-CN-S" userId="304d67f6-22b5-442d-b505-93f46686c546" providerId="ADAL" clId="{B17F7205-0AE0-4713-BE1F-65E300CE9BC8}" dt="2025-05-15T06:22:46.804" v="11" actId="47"/>
        <pc:sldMkLst>
          <pc:docMk/>
          <pc:sldMk cId="96543632" sldId="2147474205"/>
        </pc:sldMkLst>
      </pc:sldChg>
      <pc:sldChg chg="del">
        <pc:chgData name="Bao,Leo (HP Medicine) BII-CN-S" userId="304d67f6-22b5-442d-b505-93f46686c546" providerId="ADAL" clId="{B17F7205-0AE0-4713-BE1F-65E300CE9BC8}" dt="2025-05-15T06:22:47.620" v="12" actId="47"/>
        <pc:sldMkLst>
          <pc:docMk/>
          <pc:sldMk cId="2650291335" sldId="2147474206"/>
        </pc:sldMkLst>
      </pc:sldChg>
      <pc:sldChg chg="del">
        <pc:chgData name="Bao,Leo (HP Medicine) BII-CN-S" userId="304d67f6-22b5-442d-b505-93f46686c546" providerId="ADAL" clId="{B17F7205-0AE0-4713-BE1F-65E300CE9BC8}" dt="2025-05-15T06:22:41.861" v="5" actId="47"/>
        <pc:sldMkLst>
          <pc:docMk/>
          <pc:sldMk cId="2665301169" sldId="2147474208"/>
        </pc:sldMkLst>
      </pc:sldChg>
      <pc:sldChg chg="del">
        <pc:chgData name="Bao,Leo (HP Medicine) BII-CN-S" userId="304d67f6-22b5-442d-b505-93f46686c546" providerId="ADAL" clId="{B17F7205-0AE0-4713-BE1F-65E300CE9BC8}" dt="2025-05-15T06:22:43.546" v="7" actId="47"/>
        <pc:sldMkLst>
          <pc:docMk/>
          <pc:sldMk cId="4287112380" sldId="2147474209"/>
        </pc:sldMkLst>
      </pc:sldChg>
      <pc:sldChg chg="del">
        <pc:chgData name="Bao,Leo (HP Medicine) BII-CN-S" userId="304d67f6-22b5-442d-b505-93f46686c546" providerId="ADAL" clId="{B17F7205-0AE0-4713-BE1F-65E300CE9BC8}" dt="2025-05-15T06:22:46.012" v="10" actId="47"/>
        <pc:sldMkLst>
          <pc:docMk/>
          <pc:sldMk cId="2229705048" sldId="2147474210"/>
        </pc:sldMkLst>
      </pc:sldChg>
      <pc:sldChg chg="del">
        <pc:chgData name="Bao,Leo (HP Medicine) BII-CN-S" userId="304d67f6-22b5-442d-b505-93f46686c546" providerId="ADAL" clId="{B17F7205-0AE0-4713-BE1F-65E300CE9BC8}" dt="2025-05-15T06:22:44.363" v="8" actId="47"/>
        <pc:sldMkLst>
          <pc:docMk/>
          <pc:sldMk cId="646795934" sldId="2147474211"/>
        </pc:sldMkLst>
      </pc:sldChg>
      <pc:sldChg chg="del">
        <pc:chgData name="Bao,Leo (HP Medicine) BII-CN-S" userId="304d67f6-22b5-442d-b505-93f46686c546" providerId="ADAL" clId="{B17F7205-0AE0-4713-BE1F-65E300CE9BC8}" dt="2025-05-15T06:22:40.938" v="4" actId="47"/>
        <pc:sldMkLst>
          <pc:docMk/>
          <pc:sldMk cId="775436480" sldId="2147474212"/>
        </pc:sldMkLst>
      </pc:sldChg>
      <pc:sldChg chg="del">
        <pc:chgData name="Bao,Leo (HP Medicine) BII-CN-S" userId="304d67f6-22b5-442d-b505-93f46686c546" providerId="ADAL" clId="{B17F7205-0AE0-4713-BE1F-65E300CE9BC8}" dt="2025-05-15T06:22:42.628" v="6" actId="47"/>
        <pc:sldMkLst>
          <pc:docMk/>
          <pc:sldMk cId="2349280397" sldId="2147474214"/>
        </pc:sldMkLst>
      </pc:sldChg>
      <pc:sldChg chg="del">
        <pc:chgData name="Bao,Leo (HP Medicine) BII-CN-S" userId="304d67f6-22b5-442d-b505-93f46686c546" providerId="ADAL" clId="{B17F7205-0AE0-4713-BE1F-65E300CE9BC8}" dt="2025-05-15T06:22:40.082" v="3" actId="47"/>
        <pc:sldMkLst>
          <pc:docMk/>
          <pc:sldMk cId="2544542363" sldId="2147474217"/>
        </pc:sldMkLst>
      </pc:sldChg>
      <pc:sldChg chg="mod ord modShow">
        <pc:chgData name="Bao,Leo (HP Medicine) BII-CN-S" userId="304d67f6-22b5-442d-b505-93f46686c546" providerId="ADAL" clId="{B17F7205-0AE0-4713-BE1F-65E300CE9BC8}" dt="2025-05-15T06:22:34.013" v="2" actId="729"/>
        <pc:sldMkLst>
          <pc:docMk/>
          <pc:sldMk cId="3253240289" sldId="2147474218"/>
        </pc:sldMkLst>
      </pc:sldChg>
    </pc:docChg>
  </pc:docChgLst>
  <pc:docChgLst>
    <pc:chgData name="Ye,Binqi (MED BDS) BII-CN-S" userId="S::binqi.ye@boehringer-ingelheim.com::9258c740-77de-4afd-9a4b-974096df3d79" providerId="AD" clId="Web-{2B03A0B2-3ACB-4883-DCE6-8BD07175188C}"/>
    <pc:docChg chg="modSld">
      <pc:chgData name="Ye,Binqi (MED BDS) BII-CN-S" userId="S::binqi.ye@boehringer-ingelheim.com::9258c740-77de-4afd-9a4b-974096df3d79" providerId="AD" clId="Web-{2B03A0B2-3ACB-4883-DCE6-8BD07175188C}" dt="2025-05-12T12:28:42.174" v="264" actId="14100"/>
      <pc:docMkLst>
        <pc:docMk/>
      </pc:docMkLst>
      <pc:sldChg chg="modSp">
        <pc:chgData name="Ye,Binqi (MED BDS) BII-CN-S" userId="S::binqi.ye@boehringer-ingelheim.com::9258c740-77de-4afd-9a4b-974096df3d79" providerId="AD" clId="Web-{2B03A0B2-3ACB-4883-DCE6-8BD07175188C}" dt="2025-05-12T12:28:42.174" v="264" actId="14100"/>
        <pc:sldMkLst>
          <pc:docMk/>
          <pc:sldMk cId="2665301169" sldId="2147474208"/>
        </pc:sldMkLst>
        <pc:spChg chg="mod">
          <ac:chgData name="Ye,Binqi (MED BDS) BII-CN-S" userId="S::binqi.ye@boehringer-ingelheim.com::9258c740-77de-4afd-9a4b-974096df3d79" providerId="AD" clId="Web-{2B03A0B2-3ACB-4883-DCE6-8BD07175188C}" dt="2025-05-12T12:25:29.479" v="98" actId="1076"/>
          <ac:spMkLst>
            <pc:docMk/>
            <pc:sldMk cId="2665301169" sldId="2147474208"/>
            <ac:spMk id="7" creationId="{F9F66CBF-289C-A0C1-3E8C-41EAA0B4B213}"/>
          </ac:spMkLst>
        </pc:spChg>
        <pc:spChg chg="mod">
          <ac:chgData name="Ye,Binqi (MED BDS) BII-CN-S" userId="S::binqi.ye@boehringer-ingelheim.com::9258c740-77de-4afd-9a4b-974096df3d79" providerId="AD" clId="Web-{2B03A0B2-3ACB-4883-DCE6-8BD07175188C}" dt="2025-05-12T12:25:29.541" v="99" actId="1076"/>
          <ac:spMkLst>
            <pc:docMk/>
            <pc:sldMk cId="2665301169" sldId="2147474208"/>
            <ac:spMk id="24" creationId="{9ED5997A-D849-7F85-A4B0-E25E29B4EEDC}"/>
          </ac:spMkLst>
        </pc:spChg>
        <pc:spChg chg="mod">
          <ac:chgData name="Ye,Binqi (MED BDS) BII-CN-S" userId="S::binqi.ye@boehringer-ingelheim.com::9258c740-77de-4afd-9a4b-974096df3d79" providerId="AD" clId="Web-{2B03A0B2-3ACB-4883-DCE6-8BD07175188C}" dt="2025-05-12T12:25:29.682" v="101" actId="1076"/>
          <ac:spMkLst>
            <pc:docMk/>
            <pc:sldMk cId="2665301169" sldId="2147474208"/>
            <ac:spMk id="28" creationId="{9A59FDCC-E009-7E01-66B0-6D0F33AFAEEF}"/>
          </ac:spMkLst>
        </pc:spChg>
        <pc:spChg chg="mod">
          <ac:chgData name="Ye,Binqi (MED BDS) BII-CN-S" userId="S::binqi.ye@boehringer-ingelheim.com::9258c740-77de-4afd-9a4b-974096df3d79" providerId="AD" clId="Web-{2B03A0B2-3ACB-4883-DCE6-8BD07175188C}" dt="2025-05-12T12:25:29.963" v="109" actId="1076"/>
          <ac:spMkLst>
            <pc:docMk/>
            <pc:sldMk cId="2665301169" sldId="2147474208"/>
            <ac:spMk id="39" creationId="{71755534-3BBC-F1C5-C5DB-F8D7043FAC96}"/>
          </ac:spMkLst>
        </pc:spChg>
        <pc:spChg chg="mod">
          <ac:chgData name="Ye,Binqi (MED BDS) BII-CN-S" userId="S::binqi.ye@boehringer-ingelheim.com::9258c740-77de-4afd-9a4b-974096df3d79" providerId="AD" clId="Web-{2B03A0B2-3ACB-4883-DCE6-8BD07175188C}" dt="2025-05-12T12:25:29.995" v="110" actId="1076"/>
          <ac:spMkLst>
            <pc:docMk/>
            <pc:sldMk cId="2665301169" sldId="2147474208"/>
            <ac:spMk id="40" creationId="{B6D63466-83B6-C312-6D3E-CE1D742B31DC}"/>
          </ac:spMkLst>
        </pc:spChg>
        <pc:spChg chg="mod">
          <ac:chgData name="Ye,Binqi (MED BDS) BII-CN-S" userId="S::binqi.ye@boehringer-ingelheim.com::9258c740-77de-4afd-9a4b-974096df3d79" providerId="AD" clId="Web-{2B03A0B2-3ACB-4883-DCE6-8BD07175188C}" dt="2025-05-12T12:25:29.776" v="103" actId="1076"/>
          <ac:spMkLst>
            <pc:docMk/>
            <pc:sldMk cId="2665301169" sldId="2147474208"/>
            <ac:spMk id="63" creationId="{B5E405EE-A1B8-4D9A-DF4E-081952F6A50C}"/>
          </ac:spMkLst>
        </pc:spChg>
        <pc:cxnChg chg="mod">
          <ac:chgData name="Ye,Binqi (MED BDS) BII-CN-S" userId="S::binqi.ye@boehringer-ingelheim.com::9258c740-77de-4afd-9a4b-974096df3d79" providerId="AD" clId="Web-{2B03A0B2-3ACB-4883-DCE6-8BD07175188C}" dt="2025-05-12T12:25:29.807" v="104" actId="1076"/>
          <ac:cxnSpMkLst>
            <pc:docMk/>
            <pc:sldMk cId="2665301169" sldId="2147474208"/>
            <ac:cxnSpMk id="11" creationId="{27C1E5D9-A03F-2042-2425-28702CA4D848}"/>
          </ac:cxnSpMkLst>
        </pc:cxnChg>
      </pc:sldChg>
    </pc:docChg>
  </pc:docChgLst>
  <pc:docChgLst>
    <pc:chgData name="Bao,Leo (HP Medicine) BII-CN-S" userId="304d67f6-22b5-442d-b505-93f46686c546" providerId="ADAL" clId="{E1609CAD-31B1-4743-83F6-7C4E184B9B52}"/>
    <pc:docChg chg="undo custSel addSld delSld modSld sldOrd">
      <pc:chgData name="Bao,Leo (HP Medicine) BII-CN-S" userId="304d67f6-22b5-442d-b505-93f46686c546" providerId="ADAL" clId="{E1609CAD-31B1-4743-83F6-7C4E184B9B52}" dt="2025-05-15T05:38:13.269" v="2100" actId="1038"/>
      <pc:docMkLst>
        <pc:docMk/>
      </pc:docMkLst>
      <pc:sldChg chg="modSp mod modShow">
        <pc:chgData name="Bao,Leo (HP Medicine) BII-CN-S" userId="304d67f6-22b5-442d-b505-93f46686c546" providerId="ADAL" clId="{E1609CAD-31B1-4743-83F6-7C4E184B9B52}" dt="2025-05-14T15:18:00.780" v="646" actId="14734"/>
        <pc:sldMkLst>
          <pc:docMk/>
          <pc:sldMk cId="303740771" sldId="2147474204"/>
        </pc:sldMkLst>
        <pc:spChg chg="mod">
          <ac:chgData name="Bao,Leo (HP Medicine) BII-CN-S" userId="304d67f6-22b5-442d-b505-93f46686c546" providerId="ADAL" clId="{E1609CAD-31B1-4743-83F6-7C4E184B9B52}" dt="2025-05-14T15:16:30.284" v="642" actId="20577"/>
          <ac:spMkLst>
            <pc:docMk/>
            <pc:sldMk cId="303740771" sldId="2147474204"/>
            <ac:spMk id="5" creationId="{09A0ADED-775A-7F02-3EAC-3E9504881BFE}"/>
          </ac:spMkLst>
        </pc:spChg>
        <pc:graphicFrameChg chg="mod modGraphic">
          <ac:chgData name="Bao,Leo (HP Medicine) BII-CN-S" userId="304d67f6-22b5-442d-b505-93f46686c546" providerId="ADAL" clId="{E1609CAD-31B1-4743-83F6-7C4E184B9B52}" dt="2025-05-14T15:18:00.780" v="646" actId="14734"/>
          <ac:graphicFrameMkLst>
            <pc:docMk/>
            <pc:sldMk cId="303740771" sldId="2147474204"/>
            <ac:graphicFrameMk id="7" creationId="{937E2E1A-7C42-BB52-E5BA-5C1EAFAE8DA9}"/>
          </ac:graphicFrameMkLst>
        </pc:graphicFrameChg>
      </pc:sldChg>
      <pc:sldChg chg="addSp modSp mod">
        <pc:chgData name="Bao,Leo (HP Medicine) BII-CN-S" userId="304d67f6-22b5-442d-b505-93f46686c546" providerId="ADAL" clId="{E1609CAD-31B1-4743-83F6-7C4E184B9B52}" dt="2025-05-14T10:11:58.524" v="76" actId="14734"/>
        <pc:sldMkLst>
          <pc:docMk/>
          <pc:sldMk cId="2665301169" sldId="2147474208"/>
        </pc:sldMkLst>
        <pc:spChg chg="mod">
          <ac:chgData name="Bao,Leo (HP Medicine) BII-CN-S" userId="304d67f6-22b5-442d-b505-93f46686c546" providerId="ADAL" clId="{E1609CAD-31B1-4743-83F6-7C4E184B9B52}" dt="2025-05-14T10:11:16.686" v="71" actId="14100"/>
          <ac:spMkLst>
            <pc:docMk/>
            <pc:sldMk cId="2665301169" sldId="2147474208"/>
            <ac:spMk id="7" creationId="{F9F66CBF-289C-A0C1-3E8C-41EAA0B4B213}"/>
          </ac:spMkLst>
        </pc:spChg>
        <pc:spChg chg="mod">
          <ac:chgData name="Bao,Leo (HP Medicine) BII-CN-S" userId="304d67f6-22b5-442d-b505-93f46686c546" providerId="ADAL" clId="{E1609CAD-31B1-4743-83F6-7C4E184B9B52}" dt="2025-05-14T10:11:18.347" v="72" actId="14100"/>
          <ac:spMkLst>
            <pc:docMk/>
            <pc:sldMk cId="2665301169" sldId="2147474208"/>
            <ac:spMk id="24" creationId="{9ED5997A-D849-7F85-A4B0-E25E29B4EEDC}"/>
          </ac:spMkLst>
        </pc:spChg>
        <pc:spChg chg="mod">
          <ac:chgData name="Bao,Leo (HP Medicine) BII-CN-S" userId="304d67f6-22b5-442d-b505-93f46686c546" providerId="ADAL" clId="{E1609CAD-31B1-4743-83F6-7C4E184B9B52}" dt="2025-05-14T10:11:43.946" v="74" actId="1037"/>
          <ac:spMkLst>
            <pc:docMk/>
            <pc:sldMk cId="2665301169" sldId="2147474208"/>
            <ac:spMk id="28" creationId="{9A59FDCC-E009-7E01-66B0-6D0F33AFAEEF}"/>
          </ac:spMkLst>
        </pc:spChg>
        <pc:graphicFrameChg chg="mod modGraphic">
          <ac:chgData name="Bao,Leo (HP Medicine) BII-CN-S" userId="304d67f6-22b5-442d-b505-93f46686c546" providerId="ADAL" clId="{E1609CAD-31B1-4743-83F6-7C4E184B9B52}" dt="2025-05-14T10:11:58.524" v="76" actId="14734"/>
          <ac:graphicFrameMkLst>
            <pc:docMk/>
            <pc:sldMk cId="2665301169" sldId="2147474208"/>
            <ac:graphicFrameMk id="80" creationId="{8DB9D491-34AA-C5C2-F4B2-9ADEAAF3BDC7}"/>
          </ac:graphicFrameMkLst>
        </pc:graphicFrameChg>
        <pc:cxnChg chg="mod">
          <ac:chgData name="Bao,Leo (HP Medicine) BII-CN-S" userId="304d67f6-22b5-442d-b505-93f46686c546" providerId="ADAL" clId="{E1609CAD-31B1-4743-83F6-7C4E184B9B52}" dt="2025-05-14T10:11:43.946" v="74" actId="1037"/>
          <ac:cxnSpMkLst>
            <pc:docMk/>
            <pc:sldMk cId="2665301169" sldId="2147474208"/>
            <ac:cxnSpMk id="66" creationId="{19ED044D-4A20-89A9-DAA9-E4D46049DD19}"/>
          </ac:cxnSpMkLst>
        </pc:cxnChg>
        <pc:cxnChg chg="mod">
          <ac:chgData name="Bao,Leo (HP Medicine) BII-CN-S" userId="304d67f6-22b5-442d-b505-93f46686c546" providerId="ADAL" clId="{E1609CAD-31B1-4743-83F6-7C4E184B9B52}" dt="2025-05-14T10:11:43.946" v="74" actId="1037"/>
          <ac:cxnSpMkLst>
            <pc:docMk/>
            <pc:sldMk cId="2665301169" sldId="2147474208"/>
            <ac:cxnSpMk id="68" creationId="{7506752C-3AC7-8418-F61B-3D0E07994940}"/>
          </ac:cxnSpMkLst>
        </pc:cxnChg>
        <pc:cxnChg chg="mod">
          <ac:chgData name="Bao,Leo (HP Medicine) BII-CN-S" userId="304d67f6-22b5-442d-b505-93f46686c546" providerId="ADAL" clId="{E1609CAD-31B1-4743-83F6-7C4E184B9B52}" dt="2025-05-14T10:11:18.347" v="72" actId="14100"/>
          <ac:cxnSpMkLst>
            <pc:docMk/>
            <pc:sldMk cId="2665301169" sldId="2147474208"/>
            <ac:cxnSpMk id="73" creationId="{99D3D6F7-74F4-7A9C-90A4-1E9C8612F2F1}"/>
          </ac:cxnSpMkLst>
        </pc:cxnChg>
      </pc:sldChg>
      <pc:sldChg chg="modSp mod">
        <pc:chgData name="Bao,Leo (HP Medicine) BII-CN-S" userId="304d67f6-22b5-442d-b505-93f46686c546" providerId="ADAL" clId="{E1609CAD-31B1-4743-83F6-7C4E184B9B52}" dt="2025-05-14T09:22:48.547" v="69" actId="20577"/>
        <pc:sldMkLst>
          <pc:docMk/>
          <pc:sldMk cId="4287112380" sldId="2147474209"/>
        </pc:sldMkLst>
        <pc:spChg chg="mod">
          <ac:chgData name="Bao,Leo (HP Medicine) BII-CN-S" userId="304d67f6-22b5-442d-b505-93f46686c546" providerId="ADAL" clId="{E1609CAD-31B1-4743-83F6-7C4E184B9B52}" dt="2025-05-14T09:22:48.547" v="69" actId="20577"/>
          <ac:spMkLst>
            <pc:docMk/>
            <pc:sldMk cId="4287112380" sldId="2147474209"/>
            <ac:spMk id="6" creationId="{23212F16-9750-DA2D-A40F-5838930CE005}"/>
          </ac:spMkLst>
        </pc:spChg>
      </pc:sldChg>
      <pc:sldChg chg="mod modShow">
        <pc:chgData name="Bao,Leo (HP Medicine) BII-CN-S" userId="304d67f6-22b5-442d-b505-93f46686c546" providerId="ADAL" clId="{E1609CAD-31B1-4743-83F6-7C4E184B9B52}" dt="2025-05-14T08:43:54.487" v="67" actId="729"/>
        <pc:sldMkLst>
          <pc:docMk/>
          <pc:sldMk cId="2229705048" sldId="2147474210"/>
        </pc:sldMkLst>
      </pc:sldChg>
      <pc:sldChg chg="modSp mod">
        <pc:chgData name="Bao,Leo (HP Medicine) BII-CN-S" userId="304d67f6-22b5-442d-b505-93f46686c546" providerId="ADAL" clId="{E1609CAD-31B1-4743-83F6-7C4E184B9B52}" dt="2025-05-14T10:34:11.723" v="109" actId="20577"/>
        <pc:sldMkLst>
          <pc:docMk/>
          <pc:sldMk cId="646795934" sldId="2147474211"/>
        </pc:sldMkLst>
        <pc:spChg chg="mod">
          <ac:chgData name="Bao,Leo (HP Medicine) BII-CN-S" userId="304d67f6-22b5-442d-b505-93f46686c546" providerId="ADAL" clId="{E1609CAD-31B1-4743-83F6-7C4E184B9B52}" dt="2025-05-14T10:34:11.723" v="109" actId="20577"/>
          <ac:spMkLst>
            <pc:docMk/>
            <pc:sldMk cId="646795934" sldId="2147474211"/>
            <ac:spMk id="2" creationId="{6FE99F5C-6174-E920-6E3D-DE0669018438}"/>
          </ac:spMkLst>
        </pc:spChg>
      </pc:sldChg>
      <pc:sldChg chg="addSp modSp new mod ord modShow">
        <pc:chgData name="Bao,Leo (HP Medicine) BII-CN-S" userId="304d67f6-22b5-442d-b505-93f46686c546" providerId="ADAL" clId="{E1609CAD-31B1-4743-83F6-7C4E184B9B52}" dt="2025-05-14T16:00:17.292" v="929" actId="14100"/>
        <pc:sldMkLst>
          <pc:docMk/>
          <pc:sldMk cId="775436480" sldId="2147474212"/>
        </pc:sldMkLst>
        <pc:spChg chg="mod">
          <ac:chgData name="Bao,Leo (HP Medicine) BII-CN-S" userId="304d67f6-22b5-442d-b505-93f46686c546" providerId="ADAL" clId="{E1609CAD-31B1-4743-83F6-7C4E184B9B52}" dt="2025-05-14T15:03:37.757" v="563" actId="1076"/>
          <ac:spMkLst>
            <pc:docMk/>
            <pc:sldMk cId="775436480" sldId="2147474212"/>
            <ac:spMk id="2" creationId="{1579DA68-0A3C-BA99-FB29-410A80F0EB50}"/>
          </ac:spMkLst>
        </pc:spChg>
        <pc:graphicFrameChg chg="add mod modGraphic">
          <ac:chgData name="Bao,Leo (HP Medicine) BII-CN-S" userId="304d67f6-22b5-442d-b505-93f46686c546" providerId="ADAL" clId="{E1609CAD-31B1-4743-83F6-7C4E184B9B52}" dt="2025-05-14T16:00:17.292" v="929" actId="14100"/>
          <ac:graphicFrameMkLst>
            <pc:docMk/>
            <pc:sldMk cId="775436480" sldId="2147474212"/>
            <ac:graphicFrameMk id="6" creationId="{72839B0E-3F19-ABAA-FEEA-8162CE8EE76D}"/>
          </ac:graphicFrameMkLst>
        </pc:graphicFrameChg>
      </pc:sldChg>
      <pc:sldChg chg="addSp delSp modSp new del mod">
        <pc:chgData name="Bao,Leo (HP Medicine) BII-CN-S" userId="304d67f6-22b5-442d-b505-93f46686c546" providerId="ADAL" clId="{E1609CAD-31B1-4743-83F6-7C4E184B9B52}" dt="2025-05-14T11:20:18.220" v="332" actId="47"/>
        <pc:sldMkLst>
          <pc:docMk/>
          <pc:sldMk cId="2761991691" sldId="2147474213"/>
        </pc:sldMkLst>
        <pc:spChg chg="del">
          <ac:chgData name="Bao,Leo (HP Medicine) BII-CN-S" userId="304d67f6-22b5-442d-b505-93f46686c546" providerId="ADAL" clId="{E1609CAD-31B1-4743-83F6-7C4E184B9B52}" dt="2025-05-14T10:40:09.177" v="149" actId="478"/>
          <ac:spMkLst>
            <pc:docMk/>
            <pc:sldMk cId="2761991691" sldId="2147474213"/>
            <ac:spMk id="3" creationId="{CCCA0BAA-87AF-D772-2A7D-BF03EB86143F}"/>
          </ac:spMkLst>
        </pc:spChg>
        <pc:spChg chg="add mod">
          <ac:chgData name="Bao,Leo (HP Medicine) BII-CN-S" userId="304d67f6-22b5-442d-b505-93f46686c546" providerId="ADAL" clId="{E1609CAD-31B1-4743-83F6-7C4E184B9B52}" dt="2025-05-14T10:42:43.070" v="183" actId="207"/>
          <ac:spMkLst>
            <pc:docMk/>
            <pc:sldMk cId="2761991691" sldId="2147474213"/>
            <ac:spMk id="6" creationId="{36ED6452-96EF-5020-0632-A265A72E884B}"/>
          </ac:spMkLst>
        </pc:spChg>
        <pc:spChg chg="add del mod">
          <ac:chgData name="Bao,Leo (HP Medicine) BII-CN-S" userId="304d67f6-22b5-442d-b505-93f46686c546" providerId="ADAL" clId="{E1609CAD-31B1-4743-83F6-7C4E184B9B52}" dt="2025-05-14T10:41:15.836" v="160" actId="21"/>
          <ac:spMkLst>
            <pc:docMk/>
            <pc:sldMk cId="2761991691" sldId="2147474213"/>
            <ac:spMk id="7" creationId="{FA0194B4-FFD8-E31B-995A-F2424F315F90}"/>
          </ac:spMkLst>
        </pc:spChg>
        <pc:spChg chg="add del mod">
          <ac:chgData name="Bao,Leo (HP Medicine) BII-CN-S" userId="304d67f6-22b5-442d-b505-93f46686c546" providerId="ADAL" clId="{E1609CAD-31B1-4743-83F6-7C4E184B9B52}" dt="2025-05-14T10:41:15.836" v="160" actId="21"/>
          <ac:spMkLst>
            <pc:docMk/>
            <pc:sldMk cId="2761991691" sldId="2147474213"/>
            <ac:spMk id="8" creationId="{FBBAA6D9-EA96-1AE8-5E70-7345763BA63F}"/>
          </ac:spMkLst>
        </pc:spChg>
        <pc:spChg chg="add mod">
          <ac:chgData name="Bao,Leo (HP Medicine) BII-CN-S" userId="304d67f6-22b5-442d-b505-93f46686c546" providerId="ADAL" clId="{E1609CAD-31B1-4743-83F6-7C4E184B9B52}" dt="2025-05-14T10:43:52.438" v="198" actId="1076"/>
          <ac:spMkLst>
            <pc:docMk/>
            <pc:sldMk cId="2761991691" sldId="2147474213"/>
            <ac:spMk id="9" creationId="{7ED36616-E296-7BA8-8711-0046B4A836C0}"/>
          </ac:spMkLst>
        </pc:spChg>
        <pc:spChg chg="add mod">
          <ac:chgData name="Bao,Leo (HP Medicine) BII-CN-S" userId="304d67f6-22b5-442d-b505-93f46686c546" providerId="ADAL" clId="{E1609CAD-31B1-4743-83F6-7C4E184B9B52}" dt="2025-05-14T10:43:47.448" v="197" actId="20577"/>
          <ac:spMkLst>
            <pc:docMk/>
            <pc:sldMk cId="2761991691" sldId="2147474213"/>
            <ac:spMk id="11" creationId="{4139995C-A764-CBBB-29A8-5EB03FA69116}"/>
          </ac:spMkLst>
        </pc:spChg>
        <pc:spChg chg="add del mod">
          <ac:chgData name="Bao,Leo (HP Medicine) BII-CN-S" userId="304d67f6-22b5-442d-b505-93f46686c546" providerId="ADAL" clId="{E1609CAD-31B1-4743-83F6-7C4E184B9B52}" dt="2025-05-14T10:41:22.961" v="164" actId="478"/>
          <ac:spMkLst>
            <pc:docMk/>
            <pc:sldMk cId="2761991691" sldId="2147474213"/>
            <ac:spMk id="12" creationId="{FA374E1C-BD56-92A9-D74E-007114E3EC6C}"/>
          </ac:spMkLst>
        </pc:spChg>
        <pc:spChg chg="add mod">
          <ac:chgData name="Bao,Leo (HP Medicine) BII-CN-S" userId="304d67f6-22b5-442d-b505-93f46686c546" providerId="ADAL" clId="{E1609CAD-31B1-4743-83F6-7C4E184B9B52}" dt="2025-05-14T10:42:29.022" v="182" actId="1076"/>
          <ac:spMkLst>
            <pc:docMk/>
            <pc:sldMk cId="2761991691" sldId="2147474213"/>
            <ac:spMk id="13" creationId="{BE987BDB-9B4C-B823-E37A-80880A4B58F0}"/>
          </ac:spMkLst>
        </pc:spChg>
        <pc:spChg chg="add del mod">
          <ac:chgData name="Bao,Leo (HP Medicine) BII-CN-S" userId="304d67f6-22b5-442d-b505-93f46686c546" providerId="ADAL" clId="{E1609CAD-31B1-4743-83F6-7C4E184B9B52}" dt="2025-05-14T10:40:22.973" v="152" actId="21"/>
          <ac:spMkLst>
            <pc:docMk/>
            <pc:sldMk cId="2761991691" sldId="2147474213"/>
            <ac:spMk id="14" creationId="{4CEF8BD0-727B-07A0-1014-B3948D3A66C5}"/>
          </ac:spMkLst>
        </pc:spChg>
        <pc:spChg chg="add del mod">
          <ac:chgData name="Bao,Leo (HP Medicine) BII-CN-S" userId="304d67f6-22b5-442d-b505-93f46686c546" providerId="ADAL" clId="{E1609CAD-31B1-4743-83F6-7C4E184B9B52}" dt="2025-05-14T10:41:30.184" v="165" actId="21"/>
          <ac:spMkLst>
            <pc:docMk/>
            <pc:sldMk cId="2761991691" sldId="2147474213"/>
            <ac:spMk id="19" creationId="{88613D73-FF9E-A220-8559-5EC8FD11BD8A}"/>
          </ac:spMkLst>
        </pc:spChg>
        <pc:spChg chg="add del mod">
          <ac:chgData name="Bao,Leo (HP Medicine) BII-CN-S" userId="304d67f6-22b5-442d-b505-93f46686c546" providerId="ADAL" clId="{E1609CAD-31B1-4743-83F6-7C4E184B9B52}" dt="2025-05-14T10:41:30.184" v="165" actId="21"/>
          <ac:spMkLst>
            <pc:docMk/>
            <pc:sldMk cId="2761991691" sldId="2147474213"/>
            <ac:spMk id="20" creationId="{BF51CFDD-FDB3-E74A-741A-194F5BD9186D}"/>
          </ac:spMkLst>
        </pc:spChg>
        <pc:spChg chg="add mod">
          <ac:chgData name="Bao,Leo (HP Medicine) BII-CN-S" userId="304d67f6-22b5-442d-b505-93f46686c546" providerId="ADAL" clId="{E1609CAD-31B1-4743-83F6-7C4E184B9B52}" dt="2025-05-14T10:42:56.428" v="184" actId="14100"/>
          <ac:spMkLst>
            <pc:docMk/>
            <pc:sldMk cId="2761991691" sldId="2147474213"/>
            <ac:spMk id="21" creationId="{A7FE1490-C25A-7B7E-59F3-A5963B4EF140}"/>
          </ac:spMkLst>
        </pc:spChg>
        <pc:spChg chg="add mod">
          <ac:chgData name="Bao,Leo (HP Medicine) BII-CN-S" userId="304d67f6-22b5-442d-b505-93f46686c546" providerId="ADAL" clId="{E1609CAD-31B1-4743-83F6-7C4E184B9B52}" dt="2025-05-14T10:42:29.022" v="182" actId="1076"/>
          <ac:spMkLst>
            <pc:docMk/>
            <pc:sldMk cId="2761991691" sldId="2147474213"/>
            <ac:spMk id="23" creationId="{4CEF8BD0-727B-07A0-1014-B3948D3A66C5}"/>
          </ac:spMkLst>
        </pc:spChg>
        <pc:spChg chg="add mod">
          <ac:chgData name="Bao,Leo (HP Medicine) BII-CN-S" userId="304d67f6-22b5-442d-b505-93f46686c546" providerId="ADAL" clId="{E1609CAD-31B1-4743-83F6-7C4E184B9B52}" dt="2025-05-14T10:41:19.196" v="162" actId="1076"/>
          <ac:spMkLst>
            <pc:docMk/>
            <pc:sldMk cId="2761991691" sldId="2147474213"/>
            <ac:spMk id="25" creationId="{FA0194B4-FFD8-E31B-995A-F2424F315F90}"/>
          </ac:spMkLst>
        </pc:spChg>
        <pc:spChg chg="add mod">
          <ac:chgData name="Bao,Leo (HP Medicine) BII-CN-S" userId="304d67f6-22b5-442d-b505-93f46686c546" providerId="ADAL" clId="{E1609CAD-31B1-4743-83F6-7C4E184B9B52}" dt="2025-05-14T10:41:19.196" v="162" actId="1076"/>
          <ac:spMkLst>
            <pc:docMk/>
            <pc:sldMk cId="2761991691" sldId="2147474213"/>
            <ac:spMk id="26" creationId="{FBBAA6D9-EA96-1AE8-5E70-7345763BA63F}"/>
          </ac:spMkLst>
        </pc:spChg>
        <pc:spChg chg="add mod">
          <ac:chgData name="Bao,Leo (HP Medicine) BII-CN-S" userId="304d67f6-22b5-442d-b505-93f46686c546" providerId="ADAL" clId="{E1609CAD-31B1-4743-83F6-7C4E184B9B52}" dt="2025-05-14T10:41:34.155" v="167" actId="1076"/>
          <ac:spMkLst>
            <pc:docMk/>
            <pc:sldMk cId="2761991691" sldId="2147474213"/>
            <ac:spMk id="30" creationId="{88613D73-FF9E-A220-8559-5EC8FD11BD8A}"/>
          </ac:spMkLst>
        </pc:spChg>
        <pc:spChg chg="add mod">
          <ac:chgData name="Bao,Leo (HP Medicine) BII-CN-S" userId="304d67f6-22b5-442d-b505-93f46686c546" providerId="ADAL" clId="{E1609CAD-31B1-4743-83F6-7C4E184B9B52}" dt="2025-05-14T10:41:34.155" v="167" actId="1076"/>
          <ac:spMkLst>
            <pc:docMk/>
            <pc:sldMk cId="2761991691" sldId="2147474213"/>
            <ac:spMk id="31" creationId="{BF51CFDD-FDB3-E74A-741A-194F5BD9186D}"/>
          </ac:spMkLst>
        </pc:spChg>
        <pc:spChg chg="add mod">
          <ac:chgData name="Bao,Leo (HP Medicine) BII-CN-S" userId="304d67f6-22b5-442d-b505-93f46686c546" providerId="ADAL" clId="{E1609CAD-31B1-4743-83F6-7C4E184B9B52}" dt="2025-05-14T10:44:39.696" v="205" actId="20577"/>
          <ac:spMkLst>
            <pc:docMk/>
            <pc:sldMk cId="2761991691" sldId="2147474213"/>
            <ac:spMk id="37" creationId="{450F24C6-29F9-4465-7A3E-0F51BA04427C}"/>
          </ac:spMkLst>
        </pc:spChg>
        <pc:spChg chg="add mod">
          <ac:chgData name="Bao,Leo (HP Medicine) BII-CN-S" userId="304d67f6-22b5-442d-b505-93f46686c546" providerId="ADAL" clId="{E1609CAD-31B1-4743-83F6-7C4E184B9B52}" dt="2025-05-14T10:44:49.909" v="209" actId="1038"/>
          <ac:spMkLst>
            <pc:docMk/>
            <pc:sldMk cId="2761991691" sldId="2147474213"/>
            <ac:spMk id="38" creationId="{AA9196E1-87F1-5C4D-D96C-9AE1A5321F4B}"/>
          </ac:spMkLst>
        </pc:spChg>
        <pc:spChg chg="add mod">
          <ac:chgData name="Bao,Leo (HP Medicine) BII-CN-S" userId="304d67f6-22b5-442d-b505-93f46686c546" providerId="ADAL" clId="{E1609CAD-31B1-4743-83F6-7C4E184B9B52}" dt="2025-05-14T10:45:27.935" v="212" actId="1076"/>
          <ac:spMkLst>
            <pc:docMk/>
            <pc:sldMk cId="2761991691" sldId="2147474213"/>
            <ac:spMk id="41" creationId="{C7A8B4EE-2F46-70CC-539C-120F9AF68C56}"/>
          </ac:spMkLst>
        </pc:spChg>
        <pc:spChg chg="add mod">
          <ac:chgData name="Bao,Leo (HP Medicine) BII-CN-S" userId="304d67f6-22b5-442d-b505-93f46686c546" providerId="ADAL" clId="{E1609CAD-31B1-4743-83F6-7C4E184B9B52}" dt="2025-05-14T10:45:46.166" v="228" actId="1076"/>
          <ac:spMkLst>
            <pc:docMk/>
            <pc:sldMk cId="2761991691" sldId="2147474213"/>
            <ac:spMk id="42" creationId="{97B2DF48-4C15-D7A5-B781-7FC80166C897}"/>
          </ac:spMkLst>
        </pc:spChg>
        <pc:spChg chg="add mod">
          <ac:chgData name="Bao,Leo (HP Medicine) BII-CN-S" userId="304d67f6-22b5-442d-b505-93f46686c546" providerId="ADAL" clId="{E1609CAD-31B1-4743-83F6-7C4E184B9B52}" dt="2025-05-14T10:46:13.882" v="241"/>
          <ac:spMkLst>
            <pc:docMk/>
            <pc:sldMk cId="2761991691" sldId="2147474213"/>
            <ac:spMk id="45" creationId="{9A1E709F-F79E-A5CC-4F90-B71E63F54445}"/>
          </ac:spMkLst>
        </pc:spChg>
        <pc:spChg chg="add mod">
          <ac:chgData name="Bao,Leo (HP Medicine) BII-CN-S" userId="304d67f6-22b5-442d-b505-93f46686c546" providerId="ADAL" clId="{E1609CAD-31B1-4743-83F6-7C4E184B9B52}" dt="2025-05-14T10:46:19.922" v="243" actId="1076"/>
          <ac:spMkLst>
            <pc:docMk/>
            <pc:sldMk cId="2761991691" sldId="2147474213"/>
            <ac:spMk id="46" creationId="{2BA43F8E-1A52-F3D0-2F49-3FBC5232F016}"/>
          </ac:spMkLst>
        </pc:spChg>
        <pc:cxnChg chg="del mod">
          <ac:chgData name="Bao,Leo (HP Medicine) BII-CN-S" userId="304d67f6-22b5-442d-b505-93f46686c546" providerId="ADAL" clId="{E1609CAD-31B1-4743-83F6-7C4E184B9B52}" dt="2025-05-14T10:41:36.952" v="168" actId="478"/>
          <ac:cxnSpMkLst>
            <pc:docMk/>
            <pc:sldMk cId="2761991691" sldId="2147474213"/>
            <ac:cxnSpMk id="10" creationId="{9D0DAFBB-1094-57F9-C7ED-105713A8346B}"/>
          </ac:cxnSpMkLst>
        </pc:cxnChg>
        <pc:cxnChg chg="del mod">
          <ac:chgData name="Bao,Leo (HP Medicine) BII-CN-S" userId="304d67f6-22b5-442d-b505-93f46686c546" providerId="ADAL" clId="{E1609CAD-31B1-4743-83F6-7C4E184B9B52}" dt="2025-05-14T10:41:21.348" v="163" actId="478"/>
          <ac:cxnSpMkLst>
            <pc:docMk/>
            <pc:sldMk cId="2761991691" sldId="2147474213"/>
            <ac:cxnSpMk id="15" creationId="{2E631E58-1F8C-6526-BB3F-052ED80DC11C}"/>
          </ac:cxnSpMkLst>
        </pc:cxnChg>
        <pc:cxnChg chg="del mod">
          <ac:chgData name="Bao,Leo (HP Medicine) BII-CN-S" userId="304d67f6-22b5-442d-b505-93f46686c546" providerId="ADAL" clId="{E1609CAD-31B1-4743-83F6-7C4E184B9B52}" dt="2025-05-14T10:41:15.836" v="160" actId="21"/>
          <ac:cxnSpMkLst>
            <pc:docMk/>
            <pc:sldMk cId="2761991691" sldId="2147474213"/>
            <ac:cxnSpMk id="16" creationId="{C1BAEA08-CFF0-01D1-B730-F85BFD75B859}"/>
          </ac:cxnSpMkLst>
        </pc:cxnChg>
        <pc:cxnChg chg="del mod">
          <ac:chgData name="Bao,Leo (HP Medicine) BII-CN-S" userId="304d67f6-22b5-442d-b505-93f46686c546" providerId="ADAL" clId="{E1609CAD-31B1-4743-83F6-7C4E184B9B52}" dt="2025-05-14T10:41:30.184" v="165" actId="21"/>
          <ac:cxnSpMkLst>
            <pc:docMk/>
            <pc:sldMk cId="2761991691" sldId="2147474213"/>
            <ac:cxnSpMk id="17" creationId="{08094EE1-55A7-DB9B-E7AC-0A9CCCCBD14A}"/>
          </ac:cxnSpMkLst>
        </pc:cxnChg>
        <pc:cxnChg chg="del mod">
          <ac:chgData name="Bao,Leo (HP Medicine) BII-CN-S" userId="304d67f6-22b5-442d-b505-93f46686c546" providerId="ADAL" clId="{E1609CAD-31B1-4743-83F6-7C4E184B9B52}" dt="2025-05-14T10:41:30.184" v="165" actId="21"/>
          <ac:cxnSpMkLst>
            <pc:docMk/>
            <pc:sldMk cId="2761991691" sldId="2147474213"/>
            <ac:cxnSpMk id="18" creationId="{2C496790-7EE2-91AB-17D8-302012F92BEC}"/>
          </ac:cxnSpMkLst>
        </pc:cxnChg>
        <pc:cxnChg chg="add mod">
          <ac:chgData name="Bao,Leo (HP Medicine) BII-CN-S" userId="304d67f6-22b5-442d-b505-93f46686c546" providerId="ADAL" clId="{E1609CAD-31B1-4743-83F6-7C4E184B9B52}" dt="2025-05-14T10:41:19.196" v="162" actId="1076"/>
          <ac:cxnSpMkLst>
            <pc:docMk/>
            <pc:sldMk cId="2761991691" sldId="2147474213"/>
            <ac:cxnSpMk id="27" creationId="{C1BAEA08-CFF0-01D1-B730-F85BFD75B859}"/>
          </ac:cxnSpMkLst>
        </pc:cxnChg>
        <pc:cxnChg chg="add mod">
          <ac:chgData name="Bao,Leo (HP Medicine) BII-CN-S" userId="304d67f6-22b5-442d-b505-93f46686c546" providerId="ADAL" clId="{E1609CAD-31B1-4743-83F6-7C4E184B9B52}" dt="2025-05-14T10:41:34.155" v="167" actId="1076"/>
          <ac:cxnSpMkLst>
            <pc:docMk/>
            <pc:sldMk cId="2761991691" sldId="2147474213"/>
            <ac:cxnSpMk id="28" creationId="{08094EE1-55A7-DB9B-E7AC-0A9CCCCBD14A}"/>
          </ac:cxnSpMkLst>
        </pc:cxnChg>
        <pc:cxnChg chg="add mod">
          <ac:chgData name="Bao,Leo (HP Medicine) BII-CN-S" userId="304d67f6-22b5-442d-b505-93f46686c546" providerId="ADAL" clId="{E1609CAD-31B1-4743-83F6-7C4E184B9B52}" dt="2025-05-14T10:41:34.155" v="167" actId="1076"/>
          <ac:cxnSpMkLst>
            <pc:docMk/>
            <pc:sldMk cId="2761991691" sldId="2147474213"/>
            <ac:cxnSpMk id="29" creationId="{2C496790-7EE2-91AB-17D8-302012F92BEC}"/>
          </ac:cxnSpMkLst>
        </pc:cxnChg>
        <pc:cxnChg chg="add mod">
          <ac:chgData name="Bao,Leo (HP Medicine) BII-CN-S" userId="304d67f6-22b5-442d-b505-93f46686c546" providerId="ADAL" clId="{E1609CAD-31B1-4743-83F6-7C4E184B9B52}" dt="2025-05-14T10:43:52.438" v="198" actId="1076"/>
          <ac:cxnSpMkLst>
            <pc:docMk/>
            <pc:sldMk cId="2761991691" sldId="2147474213"/>
            <ac:cxnSpMk id="33" creationId="{FDBB65B0-DFA7-66DE-F25D-1DA3A6280ECA}"/>
          </ac:cxnSpMkLst>
        </pc:cxnChg>
        <pc:cxnChg chg="add">
          <ac:chgData name="Bao,Leo (HP Medicine) BII-CN-S" userId="304d67f6-22b5-442d-b505-93f46686c546" providerId="ADAL" clId="{E1609CAD-31B1-4743-83F6-7C4E184B9B52}" dt="2025-05-14T10:44:29.741" v="199" actId="11529"/>
          <ac:cxnSpMkLst>
            <pc:docMk/>
            <pc:sldMk cId="2761991691" sldId="2147474213"/>
            <ac:cxnSpMk id="36" creationId="{FBF578C7-652F-2548-BAE8-6079F7370B6B}"/>
          </ac:cxnSpMkLst>
        </pc:cxnChg>
        <pc:cxnChg chg="add">
          <ac:chgData name="Bao,Leo (HP Medicine) BII-CN-S" userId="304d67f6-22b5-442d-b505-93f46686c546" providerId="ADAL" clId="{E1609CAD-31B1-4743-83F6-7C4E184B9B52}" dt="2025-05-14T10:45:21.510" v="210" actId="11529"/>
          <ac:cxnSpMkLst>
            <pc:docMk/>
            <pc:sldMk cId="2761991691" sldId="2147474213"/>
            <ac:cxnSpMk id="40" creationId="{A7CFDC81-D47B-D299-873F-FDE43F57F2BF}"/>
          </ac:cxnSpMkLst>
        </pc:cxnChg>
        <pc:cxnChg chg="add">
          <ac:chgData name="Bao,Leo (HP Medicine) BII-CN-S" userId="304d67f6-22b5-442d-b505-93f46686c546" providerId="ADAL" clId="{E1609CAD-31B1-4743-83F6-7C4E184B9B52}" dt="2025-05-14T10:45:55.613" v="229" actId="11529"/>
          <ac:cxnSpMkLst>
            <pc:docMk/>
            <pc:sldMk cId="2761991691" sldId="2147474213"/>
            <ac:cxnSpMk id="44" creationId="{9C77AC23-1A30-4B75-DA88-9469FFF31689}"/>
          </ac:cxnSpMkLst>
        </pc:cxnChg>
      </pc:sldChg>
      <pc:sldChg chg="addSp delSp modSp new mod">
        <pc:chgData name="Bao,Leo (HP Medicine) BII-CN-S" userId="304d67f6-22b5-442d-b505-93f46686c546" providerId="ADAL" clId="{E1609CAD-31B1-4743-83F6-7C4E184B9B52}" dt="2025-05-14T11:20:10.756" v="331" actId="1076"/>
        <pc:sldMkLst>
          <pc:docMk/>
          <pc:sldMk cId="2349280397" sldId="2147474214"/>
        </pc:sldMkLst>
        <pc:spChg chg="mod">
          <ac:chgData name="Bao,Leo (HP Medicine) BII-CN-S" userId="304d67f6-22b5-442d-b505-93f46686c546" providerId="ADAL" clId="{E1609CAD-31B1-4743-83F6-7C4E184B9B52}" dt="2025-05-14T11:18:53.518" v="324"/>
          <ac:spMkLst>
            <pc:docMk/>
            <pc:sldMk cId="2349280397" sldId="2147474214"/>
            <ac:spMk id="2" creationId="{0189EDAD-2D89-A522-F18D-AFC797966616}"/>
          </ac:spMkLst>
        </pc:spChg>
        <pc:spChg chg="del">
          <ac:chgData name="Bao,Leo (HP Medicine) BII-CN-S" userId="304d67f6-22b5-442d-b505-93f46686c546" providerId="ADAL" clId="{E1609CAD-31B1-4743-83F6-7C4E184B9B52}" dt="2025-05-14T11:18:40.973" v="323" actId="478"/>
          <ac:spMkLst>
            <pc:docMk/>
            <pc:sldMk cId="2349280397" sldId="2147474214"/>
            <ac:spMk id="3" creationId="{24F7167E-3EA0-0FDF-F50C-2537E1F1CB15}"/>
          </ac:spMkLst>
        </pc:spChg>
        <pc:spChg chg="add del">
          <ac:chgData name="Bao,Leo (HP Medicine) BII-CN-S" userId="304d67f6-22b5-442d-b505-93f46686c546" providerId="ADAL" clId="{E1609CAD-31B1-4743-83F6-7C4E184B9B52}" dt="2025-05-14T11:19:54.096" v="328" actId="478"/>
          <ac:spMkLst>
            <pc:docMk/>
            <pc:sldMk cId="2349280397" sldId="2147474214"/>
            <ac:spMk id="7" creationId="{CD95C427-0A98-427F-37B2-704A27A9B108}"/>
          </ac:spMkLst>
        </pc:spChg>
        <pc:picChg chg="add del mod">
          <ac:chgData name="Bao,Leo (HP Medicine) BII-CN-S" userId="304d67f6-22b5-442d-b505-93f46686c546" providerId="ADAL" clId="{E1609CAD-31B1-4743-83F6-7C4E184B9B52}" dt="2025-05-14T11:19:50.953" v="326" actId="478"/>
          <ac:picMkLst>
            <pc:docMk/>
            <pc:sldMk cId="2349280397" sldId="2147474214"/>
            <ac:picMk id="1026" creationId="{79F4A6CC-C6B6-134C-6575-96FB6CED594E}"/>
          </ac:picMkLst>
        </pc:picChg>
        <pc:picChg chg="add mod">
          <ac:chgData name="Bao,Leo (HP Medicine) BII-CN-S" userId="304d67f6-22b5-442d-b505-93f46686c546" providerId="ADAL" clId="{E1609CAD-31B1-4743-83F6-7C4E184B9B52}" dt="2025-05-14T11:20:10.756" v="331" actId="1076"/>
          <ac:picMkLst>
            <pc:docMk/>
            <pc:sldMk cId="2349280397" sldId="2147474214"/>
            <ac:picMk id="1028" creationId="{018B27A6-C680-53EA-C8B5-BE4975324BE3}"/>
          </ac:picMkLst>
        </pc:picChg>
      </pc:sldChg>
      <pc:sldChg chg="modSp new mod">
        <pc:chgData name="Bao,Leo (HP Medicine) BII-CN-S" userId="304d67f6-22b5-442d-b505-93f46686c546" providerId="ADAL" clId="{E1609CAD-31B1-4743-83F6-7C4E184B9B52}" dt="2025-05-14T16:13:47.640" v="930" actId="20577"/>
        <pc:sldMkLst>
          <pc:docMk/>
          <pc:sldMk cId="2020469231" sldId="2147474215"/>
        </pc:sldMkLst>
        <pc:spChg chg="mod">
          <ac:chgData name="Bao,Leo (HP Medicine) BII-CN-S" userId="304d67f6-22b5-442d-b505-93f46686c546" providerId="ADAL" clId="{E1609CAD-31B1-4743-83F6-7C4E184B9B52}" dt="2025-05-14T14:18:32.332" v="537" actId="20577"/>
          <ac:spMkLst>
            <pc:docMk/>
            <pc:sldMk cId="2020469231" sldId="2147474215"/>
            <ac:spMk id="2" creationId="{3D5F3AAF-B646-A644-A853-6803B932A209}"/>
          </ac:spMkLst>
        </pc:spChg>
        <pc:spChg chg="mod">
          <ac:chgData name="Bao,Leo (HP Medicine) BII-CN-S" userId="304d67f6-22b5-442d-b505-93f46686c546" providerId="ADAL" clId="{E1609CAD-31B1-4743-83F6-7C4E184B9B52}" dt="2025-05-14T16:13:47.640" v="930" actId="20577"/>
          <ac:spMkLst>
            <pc:docMk/>
            <pc:sldMk cId="2020469231" sldId="2147474215"/>
            <ac:spMk id="3" creationId="{33BA54A2-2C71-24DE-F32D-0C7043CEAA77}"/>
          </ac:spMkLst>
        </pc:spChg>
      </pc:sldChg>
      <pc:sldChg chg="modSp add mod ord">
        <pc:chgData name="Bao,Leo (HP Medicine) BII-CN-S" userId="304d67f6-22b5-442d-b505-93f46686c546" providerId="ADAL" clId="{E1609CAD-31B1-4743-83F6-7C4E184B9B52}" dt="2025-05-15T02:44:12.093" v="1896" actId="20577"/>
        <pc:sldMkLst>
          <pc:docMk/>
          <pc:sldMk cId="3690963958" sldId="2147474216"/>
        </pc:sldMkLst>
        <pc:graphicFrameChg chg="mod modGraphic">
          <ac:chgData name="Bao,Leo (HP Medicine) BII-CN-S" userId="304d67f6-22b5-442d-b505-93f46686c546" providerId="ADAL" clId="{E1609CAD-31B1-4743-83F6-7C4E184B9B52}" dt="2025-05-15T02:44:12.093" v="1896" actId="20577"/>
          <ac:graphicFrameMkLst>
            <pc:docMk/>
            <pc:sldMk cId="3690963958" sldId="2147474216"/>
            <ac:graphicFrameMk id="6" creationId="{948BC2D0-D77C-44BB-AE0E-B93C79DF8514}"/>
          </ac:graphicFrameMkLst>
        </pc:graphicFrameChg>
      </pc:sldChg>
      <pc:sldChg chg="addSp delSp modSp new mod ord">
        <pc:chgData name="Bao,Leo (HP Medicine) BII-CN-S" userId="304d67f6-22b5-442d-b505-93f46686c546" providerId="ADAL" clId="{E1609CAD-31B1-4743-83F6-7C4E184B9B52}" dt="2025-05-15T05:38:13.269" v="2100" actId="1038"/>
        <pc:sldMkLst>
          <pc:docMk/>
          <pc:sldMk cId="2544542363" sldId="2147474217"/>
        </pc:sldMkLst>
        <pc:spChg chg="mod">
          <ac:chgData name="Bao,Leo (HP Medicine) BII-CN-S" userId="304d67f6-22b5-442d-b505-93f46686c546" providerId="ADAL" clId="{E1609CAD-31B1-4743-83F6-7C4E184B9B52}" dt="2025-05-14T16:54:07.265" v="1573" actId="20577"/>
          <ac:spMkLst>
            <pc:docMk/>
            <pc:sldMk cId="2544542363" sldId="2147474217"/>
            <ac:spMk id="2" creationId="{081C059F-C487-9D0F-A717-11CDA5886573}"/>
          </ac:spMkLst>
        </pc:spChg>
        <pc:spChg chg="del">
          <ac:chgData name="Bao,Leo (HP Medicine) BII-CN-S" userId="304d67f6-22b5-442d-b505-93f46686c546" providerId="ADAL" clId="{E1609CAD-31B1-4743-83F6-7C4E184B9B52}" dt="2025-05-14T16:37:54.442" v="1192" actId="478"/>
          <ac:spMkLst>
            <pc:docMk/>
            <pc:sldMk cId="2544542363" sldId="2147474217"/>
            <ac:spMk id="3" creationId="{898445F0-42A8-84B2-F01A-4810F2442D24}"/>
          </ac:spMkLst>
        </pc:spChg>
        <pc:spChg chg="mod">
          <ac:chgData name="Bao,Leo (HP Medicine) BII-CN-S" userId="304d67f6-22b5-442d-b505-93f46686c546" providerId="ADAL" clId="{E1609CAD-31B1-4743-83F6-7C4E184B9B52}" dt="2025-05-15T05:33:43.853" v="1976" actId="1076"/>
          <ac:spMkLst>
            <pc:docMk/>
            <pc:sldMk cId="2544542363" sldId="2147474217"/>
            <ac:spMk id="4" creationId="{B116A48F-7060-EC5A-71A2-2A05B867D8BD}"/>
          </ac:spMkLst>
        </pc:spChg>
        <pc:spChg chg="add mod">
          <ac:chgData name="Bao,Leo (HP Medicine) BII-CN-S" userId="304d67f6-22b5-442d-b505-93f46686c546" providerId="ADAL" clId="{E1609CAD-31B1-4743-83F6-7C4E184B9B52}" dt="2025-05-15T01:13:16.550" v="1614" actId="20577"/>
          <ac:spMkLst>
            <pc:docMk/>
            <pc:sldMk cId="2544542363" sldId="2147474217"/>
            <ac:spMk id="6" creationId="{4462FA7C-3563-5186-9FF8-282FC64199F3}"/>
          </ac:spMkLst>
        </pc:spChg>
        <pc:spChg chg="add del mod">
          <ac:chgData name="Bao,Leo (HP Medicine) BII-CN-S" userId="304d67f6-22b5-442d-b505-93f46686c546" providerId="ADAL" clId="{E1609CAD-31B1-4743-83F6-7C4E184B9B52}" dt="2025-05-15T02:40:41.811" v="1884" actId="478"/>
          <ac:spMkLst>
            <pc:docMk/>
            <pc:sldMk cId="2544542363" sldId="2147474217"/>
            <ac:spMk id="8" creationId="{6C9B65A5-E2B3-0CC8-2D9E-E6FCF006B11F}"/>
          </ac:spMkLst>
        </pc:spChg>
        <pc:spChg chg="add del mod">
          <ac:chgData name="Bao,Leo (HP Medicine) BII-CN-S" userId="304d67f6-22b5-442d-b505-93f46686c546" providerId="ADAL" clId="{E1609CAD-31B1-4743-83F6-7C4E184B9B52}" dt="2025-05-15T05:32:15.558" v="1921" actId="478"/>
          <ac:spMkLst>
            <pc:docMk/>
            <pc:sldMk cId="2544542363" sldId="2147474217"/>
            <ac:spMk id="15" creationId="{AB6F3774-D586-BAE1-863A-06C0FA324588}"/>
          </ac:spMkLst>
        </pc:spChg>
        <pc:spChg chg="add mod">
          <ac:chgData name="Bao,Leo (HP Medicine) BII-CN-S" userId="304d67f6-22b5-442d-b505-93f46686c546" providerId="ADAL" clId="{E1609CAD-31B1-4743-83F6-7C4E184B9B52}" dt="2025-05-15T05:35:49.970" v="2056" actId="1076"/>
          <ac:spMkLst>
            <pc:docMk/>
            <pc:sldMk cId="2544542363" sldId="2147474217"/>
            <ac:spMk id="18" creationId="{CB1A8217-D455-A0E6-DA09-4832C33A0EB6}"/>
          </ac:spMkLst>
        </pc:spChg>
        <pc:spChg chg="add del mod">
          <ac:chgData name="Bao,Leo (HP Medicine) BII-CN-S" userId="304d67f6-22b5-442d-b505-93f46686c546" providerId="ADAL" clId="{E1609CAD-31B1-4743-83F6-7C4E184B9B52}" dt="2025-05-15T05:32:19.661" v="1922" actId="478"/>
          <ac:spMkLst>
            <pc:docMk/>
            <pc:sldMk cId="2544542363" sldId="2147474217"/>
            <ac:spMk id="27" creationId="{9237CB4E-1AE4-1D48-329E-6DFDD1DB8EB2}"/>
          </ac:spMkLst>
        </pc:spChg>
        <pc:spChg chg="add del mod">
          <ac:chgData name="Bao,Leo (HP Medicine) BII-CN-S" userId="304d67f6-22b5-442d-b505-93f46686c546" providerId="ADAL" clId="{E1609CAD-31B1-4743-83F6-7C4E184B9B52}" dt="2025-05-15T05:32:19.661" v="1922" actId="478"/>
          <ac:spMkLst>
            <pc:docMk/>
            <pc:sldMk cId="2544542363" sldId="2147474217"/>
            <ac:spMk id="28" creationId="{64C382E3-9BEA-0C1B-696E-998BEAA09942}"/>
          </ac:spMkLst>
        </pc:spChg>
        <pc:spChg chg="add del mod">
          <ac:chgData name="Bao,Leo (HP Medicine) BII-CN-S" userId="304d67f6-22b5-442d-b505-93f46686c546" providerId="ADAL" clId="{E1609CAD-31B1-4743-83F6-7C4E184B9B52}" dt="2025-05-15T05:32:19.661" v="1922" actId="478"/>
          <ac:spMkLst>
            <pc:docMk/>
            <pc:sldMk cId="2544542363" sldId="2147474217"/>
            <ac:spMk id="29" creationId="{6B07AA4F-4B2A-F88D-849B-FB9672F7B644}"/>
          </ac:spMkLst>
        </pc:spChg>
        <pc:spChg chg="add del mod">
          <ac:chgData name="Bao,Leo (HP Medicine) BII-CN-S" userId="304d67f6-22b5-442d-b505-93f46686c546" providerId="ADAL" clId="{E1609CAD-31B1-4743-83F6-7C4E184B9B52}" dt="2025-05-15T05:32:19.661" v="1922" actId="478"/>
          <ac:spMkLst>
            <pc:docMk/>
            <pc:sldMk cId="2544542363" sldId="2147474217"/>
            <ac:spMk id="30" creationId="{927107C8-FE53-59D4-F3E4-E7C041738C04}"/>
          </ac:spMkLst>
        </pc:spChg>
        <pc:spChg chg="add mod">
          <ac:chgData name="Bao,Leo (HP Medicine) BII-CN-S" userId="304d67f6-22b5-442d-b505-93f46686c546" providerId="ADAL" clId="{E1609CAD-31B1-4743-83F6-7C4E184B9B52}" dt="2025-05-15T05:38:13.269" v="2100" actId="1038"/>
          <ac:spMkLst>
            <pc:docMk/>
            <pc:sldMk cId="2544542363" sldId="2147474217"/>
            <ac:spMk id="31" creationId="{75653D70-115E-4D2A-AB5B-CD1535DF4AFC}"/>
          </ac:spMkLst>
        </pc:spChg>
        <pc:spChg chg="add del mod">
          <ac:chgData name="Bao,Leo (HP Medicine) BII-CN-S" userId="304d67f6-22b5-442d-b505-93f46686c546" providerId="ADAL" clId="{E1609CAD-31B1-4743-83F6-7C4E184B9B52}" dt="2025-05-15T05:35:24.991" v="2033" actId="478"/>
          <ac:spMkLst>
            <pc:docMk/>
            <pc:sldMk cId="2544542363" sldId="2147474217"/>
            <ac:spMk id="32" creationId="{E9091242-064D-4859-A120-792628D5E5F2}"/>
          </ac:spMkLst>
        </pc:spChg>
        <pc:spChg chg="add mod">
          <ac:chgData name="Bao,Leo (HP Medicine) BII-CN-S" userId="304d67f6-22b5-442d-b505-93f46686c546" providerId="ADAL" clId="{E1609CAD-31B1-4743-83F6-7C4E184B9B52}" dt="2025-05-15T05:37:04.597" v="2076" actId="1076"/>
          <ac:spMkLst>
            <pc:docMk/>
            <pc:sldMk cId="2544542363" sldId="2147474217"/>
            <ac:spMk id="43" creationId="{430BD5AA-9E6E-62BD-8828-289A8B0DBDD2}"/>
          </ac:spMkLst>
        </pc:spChg>
        <pc:spChg chg="add mod">
          <ac:chgData name="Bao,Leo (HP Medicine) BII-CN-S" userId="304d67f6-22b5-442d-b505-93f46686c546" providerId="ADAL" clId="{E1609CAD-31B1-4743-83F6-7C4E184B9B52}" dt="2025-05-15T05:37:25.065" v="2092" actId="1038"/>
          <ac:spMkLst>
            <pc:docMk/>
            <pc:sldMk cId="2544542363" sldId="2147474217"/>
            <ac:spMk id="52" creationId="{3FBCC69D-B3CE-759D-D4CE-53C6DA35BCD6}"/>
          </ac:spMkLst>
        </pc:spChg>
        <pc:spChg chg="add mod">
          <ac:chgData name="Bao,Leo (HP Medicine) BII-CN-S" userId="304d67f6-22b5-442d-b505-93f46686c546" providerId="ADAL" clId="{E1609CAD-31B1-4743-83F6-7C4E184B9B52}" dt="2025-05-15T05:37:25.065" v="2092" actId="1038"/>
          <ac:spMkLst>
            <pc:docMk/>
            <pc:sldMk cId="2544542363" sldId="2147474217"/>
            <ac:spMk id="53" creationId="{850ABE98-B781-EC15-E328-E692CAEA654C}"/>
          </ac:spMkLst>
        </pc:spChg>
        <pc:spChg chg="add mod">
          <ac:chgData name="Bao,Leo (HP Medicine) BII-CN-S" userId="304d67f6-22b5-442d-b505-93f46686c546" providerId="ADAL" clId="{E1609CAD-31B1-4743-83F6-7C4E184B9B52}" dt="2025-05-15T05:37:25.065" v="2092" actId="1038"/>
          <ac:spMkLst>
            <pc:docMk/>
            <pc:sldMk cId="2544542363" sldId="2147474217"/>
            <ac:spMk id="54" creationId="{E5AA91E3-F42F-FF9A-631C-1BFEC237D6A2}"/>
          </ac:spMkLst>
        </pc:spChg>
        <pc:spChg chg="add mod">
          <ac:chgData name="Bao,Leo (HP Medicine) BII-CN-S" userId="304d67f6-22b5-442d-b505-93f46686c546" providerId="ADAL" clId="{E1609CAD-31B1-4743-83F6-7C4E184B9B52}" dt="2025-05-15T05:35:49.970" v="2056" actId="1076"/>
          <ac:spMkLst>
            <pc:docMk/>
            <pc:sldMk cId="2544542363" sldId="2147474217"/>
            <ac:spMk id="55" creationId="{2D5A05CE-0199-07D1-C0FB-07C0ECF63D46}"/>
          </ac:spMkLst>
        </pc:spChg>
        <pc:spChg chg="add mod">
          <ac:chgData name="Bao,Leo (HP Medicine) BII-CN-S" userId="304d67f6-22b5-442d-b505-93f46686c546" providerId="ADAL" clId="{E1609CAD-31B1-4743-83F6-7C4E184B9B52}" dt="2025-05-15T05:38:13.269" v="2100" actId="1038"/>
          <ac:spMkLst>
            <pc:docMk/>
            <pc:sldMk cId="2544542363" sldId="2147474217"/>
            <ac:spMk id="60" creationId="{EF21C54F-56C7-138A-19D3-B20118DF44A6}"/>
          </ac:spMkLst>
        </pc:spChg>
        <pc:spChg chg="add mod">
          <ac:chgData name="Bao,Leo (HP Medicine) BII-CN-S" userId="304d67f6-22b5-442d-b505-93f46686c546" providerId="ADAL" clId="{E1609CAD-31B1-4743-83F6-7C4E184B9B52}" dt="2025-05-15T05:38:13.269" v="2100" actId="1038"/>
          <ac:spMkLst>
            <pc:docMk/>
            <pc:sldMk cId="2544542363" sldId="2147474217"/>
            <ac:spMk id="61" creationId="{9A7244F4-6F5E-4527-67AC-21585F88A507}"/>
          </ac:spMkLst>
        </pc:spChg>
        <pc:spChg chg="add mod">
          <ac:chgData name="Bao,Leo (HP Medicine) BII-CN-S" userId="304d67f6-22b5-442d-b505-93f46686c546" providerId="ADAL" clId="{E1609CAD-31B1-4743-83F6-7C4E184B9B52}" dt="2025-05-15T05:38:13.269" v="2100" actId="1038"/>
          <ac:spMkLst>
            <pc:docMk/>
            <pc:sldMk cId="2544542363" sldId="2147474217"/>
            <ac:spMk id="62" creationId="{3D3F456A-FED6-1FC5-A6D9-BB3222195916}"/>
          </ac:spMkLst>
        </pc:spChg>
        <pc:spChg chg="add mod">
          <ac:chgData name="Bao,Leo (HP Medicine) BII-CN-S" userId="304d67f6-22b5-442d-b505-93f46686c546" providerId="ADAL" clId="{E1609CAD-31B1-4743-83F6-7C4E184B9B52}" dt="2025-05-15T05:38:13.269" v="2100" actId="1038"/>
          <ac:spMkLst>
            <pc:docMk/>
            <pc:sldMk cId="2544542363" sldId="2147474217"/>
            <ac:spMk id="63" creationId="{A8250922-A4CF-77C9-CEB2-4CA89898DA9C}"/>
          </ac:spMkLst>
        </pc:spChg>
        <pc:spChg chg="add del mod">
          <ac:chgData name="Bao,Leo (HP Medicine) BII-CN-S" userId="304d67f6-22b5-442d-b505-93f46686c546" providerId="ADAL" clId="{E1609CAD-31B1-4743-83F6-7C4E184B9B52}" dt="2025-05-15T05:35:24.991" v="2033" actId="478"/>
          <ac:spMkLst>
            <pc:docMk/>
            <pc:sldMk cId="2544542363" sldId="2147474217"/>
            <ac:spMk id="68" creationId="{EB566996-9A2D-F148-E472-D5D79EED89D1}"/>
          </ac:spMkLst>
        </pc:spChg>
        <pc:spChg chg="add del mod">
          <ac:chgData name="Bao,Leo (HP Medicine) BII-CN-S" userId="304d67f6-22b5-442d-b505-93f46686c546" providerId="ADAL" clId="{E1609CAD-31B1-4743-83F6-7C4E184B9B52}" dt="2025-05-14T16:54:29.762" v="1575" actId="478"/>
          <ac:spMkLst>
            <pc:docMk/>
            <pc:sldMk cId="2544542363" sldId="2147474217"/>
            <ac:spMk id="69" creationId="{178ED997-F3F8-3575-8D5F-5FE0D2BB3F37}"/>
          </ac:spMkLst>
        </pc:spChg>
        <pc:spChg chg="add del mod">
          <ac:chgData name="Bao,Leo (HP Medicine) BII-CN-S" userId="304d67f6-22b5-442d-b505-93f46686c546" providerId="ADAL" clId="{E1609CAD-31B1-4743-83F6-7C4E184B9B52}" dt="2025-05-15T05:35:24.991" v="2033" actId="478"/>
          <ac:spMkLst>
            <pc:docMk/>
            <pc:sldMk cId="2544542363" sldId="2147474217"/>
            <ac:spMk id="70" creationId="{133BE94A-0330-2EDA-15E5-06B968C07711}"/>
          </ac:spMkLst>
        </pc:spChg>
        <pc:spChg chg="add del mod">
          <ac:chgData name="Bao,Leo (HP Medicine) BII-CN-S" userId="304d67f6-22b5-442d-b505-93f46686c546" providerId="ADAL" clId="{E1609CAD-31B1-4743-83F6-7C4E184B9B52}" dt="2025-05-14T16:45:40.099" v="1340" actId="478"/>
          <ac:spMkLst>
            <pc:docMk/>
            <pc:sldMk cId="2544542363" sldId="2147474217"/>
            <ac:spMk id="71" creationId="{4C90B536-0477-F8A5-5410-3BE936BD6657}"/>
          </ac:spMkLst>
        </pc:spChg>
        <pc:spChg chg="add mod">
          <ac:chgData name="Bao,Leo (HP Medicine) BII-CN-S" userId="304d67f6-22b5-442d-b505-93f46686c546" providerId="ADAL" clId="{E1609CAD-31B1-4743-83F6-7C4E184B9B52}" dt="2025-05-15T05:37:04.597" v="2076" actId="1076"/>
          <ac:spMkLst>
            <pc:docMk/>
            <pc:sldMk cId="2544542363" sldId="2147474217"/>
            <ac:spMk id="76" creationId="{005A90FF-EF3C-A157-01A2-BBDA520C59C5}"/>
          </ac:spMkLst>
        </pc:spChg>
        <pc:spChg chg="add del mod">
          <ac:chgData name="Bao,Leo (HP Medicine) BII-CN-S" userId="304d67f6-22b5-442d-b505-93f46686c546" providerId="ADAL" clId="{E1609CAD-31B1-4743-83F6-7C4E184B9B52}" dt="2025-05-14T16:54:35.924" v="1578" actId="478"/>
          <ac:spMkLst>
            <pc:docMk/>
            <pc:sldMk cId="2544542363" sldId="2147474217"/>
            <ac:spMk id="77" creationId="{B8B16AFB-69E0-67C8-5717-3A479CFC92AC}"/>
          </ac:spMkLst>
        </pc:spChg>
        <pc:spChg chg="add mod">
          <ac:chgData name="Bao,Leo (HP Medicine) BII-CN-S" userId="304d67f6-22b5-442d-b505-93f46686c546" providerId="ADAL" clId="{E1609CAD-31B1-4743-83F6-7C4E184B9B52}" dt="2025-05-15T05:37:34.249" v="2093" actId="1076"/>
          <ac:spMkLst>
            <pc:docMk/>
            <pc:sldMk cId="2544542363" sldId="2147474217"/>
            <ac:spMk id="78" creationId="{12034BDA-D2F4-04C8-B210-577AECB5D91E}"/>
          </ac:spMkLst>
        </pc:spChg>
        <pc:spChg chg="add del mod">
          <ac:chgData name="Bao,Leo (HP Medicine) BII-CN-S" userId="304d67f6-22b5-442d-b505-93f46686c546" providerId="ADAL" clId="{E1609CAD-31B1-4743-83F6-7C4E184B9B52}" dt="2025-05-14T16:45:42.948" v="1341" actId="478"/>
          <ac:spMkLst>
            <pc:docMk/>
            <pc:sldMk cId="2544542363" sldId="2147474217"/>
            <ac:spMk id="79" creationId="{B109B43C-0535-A322-0D89-DB60C6C0B9E8}"/>
          </ac:spMkLst>
        </pc:spChg>
        <pc:spChg chg="add del mod">
          <ac:chgData name="Bao,Leo (HP Medicine) BII-CN-S" userId="304d67f6-22b5-442d-b505-93f46686c546" providerId="ADAL" clId="{E1609CAD-31B1-4743-83F6-7C4E184B9B52}" dt="2025-05-14T16:44:35.668" v="1317" actId="478"/>
          <ac:spMkLst>
            <pc:docMk/>
            <pc:sldMk cId="2544542363" sldId="2147474217"/>
            <ac:spMk id="80" creationId="{A4BA32C0-0C8E-45DB-2269-B95A23BD9853}"/>
          </ac:spMkLst>
        </pc:spChg>
        <pc:spChg chg="add del mod">
          <ac:chgData name="Bao,Leo (HP Medicine) BII-CN-S" userId="304d67f6-22b5-442d-b505-93f46686c546" providerId="ADAL" clId="{E1609CAD-31B1-4743-83F6-7C4E184B9B52}" dt="2025-05-14T16:44:50.381" v="1323" actId="478"/>
          <ac:spMkLst>
            <pc:docMk/>
            <pc:sldMk cId="2544542363" sldId="2147474217"/>
            <ac:spMk id="81" creationId="{0F68D161-63A5-EEA3-86DB-65DE7D9EB0F9}"/>
          </ac:spMkLst>
        </pc:spChg>
        <pc:spChg chg="add del mod">
          <ac:chgData name="Bao,Leo (HP Medicine) BII-CN-S" userId="304d67f6-22b5-442d-b505-93f46686c546" providerId="ADAL" clId="{E1609CAD-31B1-4743-83F6-7C4E184B9B52}" dt="2025-05-14T16:45:00.717" v="1328" actId="478"/>
          <ac:spMkLst>
            <pc:docMk/>
            <pc:sldMk cId="2544542363" sldId="2147474217"/>
            <ac:spMk id="82" creationId="{B7E8DCED-7592-58A7-3C44-1005784F5F7D}"/>
          </ac:spMkLst>
        </pc:spChg>
        <pc:spChg chg="add del mod">
          <ac:chgData name="Bao,Leo (HP Medicine) BII-CN-S" userId="304d67f6-22b5-442d-b505-93f46686c546" providerId="ADAL" clId="{E1609CAD-31B1-4743-83F6-7C4E184B9B52}" dt="2025-05-15T05:32:13.977" v="1920" actId="478"/>
          <ac:spMkLst>
            <pc:docMk/>
            <pc:sldMk cId="2544542363" sldId="2147474217"/>
            <ac:spMk id="83" creationId="{45D877FB-2321-63D5-C80F-3FB1DEAB86A3}"/>
          </ac:spMkLst>
        </pc:spChg>
        <pc:spChg chg="add del mod">
          <ac:chgData name="Bao,Leo (HP Medicine) BII-CN-S" userId="304d67f6-22b5-442d-b505-93f46686c546" providerId="ADAL" clId="{E1609CAD-31B1-4743-83F6-7C4E184B9B52}" dt="2025-05-15T05:33:12.792" v="1924" actId="478"/>
          <ac:spMkLst>
            <pc:docMk/>
            <pc:sldMk cId="2544542363" sldId="2147474217"/>
            <ac:spMk id="84" creationId="{41E839BA-AC78-520D-73F2-E6410C1B9AC6}"/>
          </ac:spMkLst>
        </pc:spChg>
        <pc:spChg chg="add del mod">
          <ac:chgData name="Bao,Leo (HP Medicine) BII-CN-S" userId="304d67f6-22b5-442d-b505-93f46686c546" providerId="ADAL" clId="{E1609CAD-31B1-4743-83F6-7C4E184B9B52}" dt="2025-05-15T05:33:35.008" v="1973" actId="478"/>
          <ac:spMkLst>
            <pc:docMk/>
            <pc:sldMk cId="2544542363" sldId="2147474217"/>
            <ac:spMk id="85" creationId="{873CDBB0-2C4A-921D-8761-ED89F6C23E92}"/>
          </ac:spMkLst>
        </pc:spChg>
        <pc:spChg chg="add del mod">
          <ac:chgData name="Bao,Leo (HP Medicine) BII-CN-S" userId="304d67f6-22b5-442d-b505-93f46686c546" providerId="ADAL" clId="{E1609CAD-31B1-4743-83F6-7C4E184B9B52}" dt="2025-05-15T05:33:36.986" v="1974" actId="478"/>
          <ac:spMkLst>
            <pc:docMk/>
            <pc:sldMk cId="2544542363" sldId="2147474217"/>
            <ac:spMk id="86" creationId="{CA952E51-99B2-686C-B0B4-F08FFCCCE299}"/>
          </ac:spMkLst>
        </pc:spChg>
        <pc:spChg chg="add del mod">
          <ac:chgData name="Bao,Leo (HP Medicine) BII-CN-S" userId="304d67f6-22b5-442d-b505-93f46686c546" providerId="ADAL" clId="{E1609CAD-31B1-4743-83F6-7C4E184B9B52}" dt="2025-05-15T05:33:38.763" v="1975" actId="478"/>
          <ac:spMkLst>
            <pc:docMk/>
            <pc:sldMk cId="2544542363" sldId="2147474217"/>
            <ac:spMk id="87" creationId="{DED7A1CB-4575-F0D8-DA95-5EF1791CA97D}"/>
          </ac:spMkLst>
        </pc:spChg>
        <pc:spChg chg="add del mod">
          <ac:chgData name="Bao,Leo (HP Medicine) BII-CN-S" userId="304d67f6-22b5-442d-b505-93f46686c546" providerId="ADAL" clId="{E1609CAD-31B1-4743-83F6-7C4E184B9B52}" dt="2025-05-15T05:35:24.991" v="2033" actId="478"/>
          <ac:spMkLst>
            <pc:docMk/>
            <pc:sldMk cId="2544542363" sldId="2147474217"/>
            <ac:spMk id="90" creationId="{558AC8AE-2D64-F8A3-D8BA-16738CBC0D12}"/>
          </ac:spMkLst>
        </pc:spChg>
        <pc:spChg chg="add del mod">
          <ac:chgData name="Bao,Leo (HP Medicine) BII-CN-S" userId="304d67f6-22b5-442d-b505-93f46686c546" providerId="ADAL" clId="{E1609CAD-31B1-4743-83F6-7C4E184B9B52}" dt="2025-05-14T16:49:07.163" v="1439" actId="478"/>
          <ac:spMkLst>
            <pc:docMk/>
            <pc:sldMk cId="2544542363" sldId="2147474217"/>
            <ac:spMk id="94" creationId="{0107AE3E-0DAD-264D-01C7-E5473100C2FC}"/>
          </ac:spMkLst>
        </pc:spChg>
        <pc:spChg chg="add mod">
          <ac:chgData name="Bao,Leo (HP Medicine) BII-CN-S" userId="304d67f6-22b5-442d-b505-93f46686c546" providerId="ADAL" clId="{E1609CAD-31B1-4743-83F6-7C4E184B9B52}" dt="2025-05-15T05:37:25.065" v="2092" actId="1038"/>
          <ac:spMkLst>
            <pc:docMk/>
            <pc:sldMk cId="2544542363" sldId="2147474217"/>
            <ac:spMk id="95" creationId="{5C4A5374-287D-E6DC-25CD-B80063AFFF45}"/>
          </ac:spMkLst>
        </pc:spChg>
        <pc:spChg chg="add del mod">
          <ac:chgData name="Bao,Leo (HP Medicine) BII-CN-S" userId="304d67f6-22b5-442d-b505-93f46686c546" providerId="ADAL" clId="{E1609CAD-31B1-4743-83F6-7C4E184B9B52}" dt="2025-05-15T05:35:24.991" v="2033" actId="478"/>
          <ac:spMkLst>
            <pc:docMk/>
            <pc:sldMk cId="2544542363" sldId="2147474217"/>
            <ac:spMk id="97" creationId="{2447A12F-3BCE-F0FC-FCE0-DA7A4F6D8286}"/>
          </ac:spMkLst>
        </pc:spChg>
        <pc:spChg chg="add mod">
          <ac:chgData name="Bao,Leo (HP Medicine) BII-CN-S" userId="304d67f6-22b5-442d-b505-93f46686c546" providerId="ADAL" clId="{E1609CAD-31B1-4743-83F6-7C4E184B9B52}" dt="2025-05-15T05:37:25.065" v="2092" actId="1038"/>
          <ac:spMkLst>
            <pc:docMk/>
            <pc:sldMk cId="2544542363" sldId="2147474217"/>
            <ac:spMk id="98" creationId="{FADF4AEB-DDE6-549B-36E6-0F3AC6CE1545}"/>
          </ac:spMkLst>
        </pc:spChg>
        <pc:cxnChg chg="add del mod">
          <ac:chgData name="Bao,Leo (HP Medicine) BII-CN-S" userId="304d67f6-22b5-442d-b505-93f46686c546" providerId="ADAL" clId="{E1609CAD-31B1-4743-83F6-7C4E184B9B52}" dt="2025-05-15T02:40:43.638" v="1885" actId="478"/>
          <ac:cxnSpMkLst>
            <pc:docMk/>
            <pc:sldMk cId="2544542363" sldId="2147474217"/>
            <ac:cxnSpMk id="7" creationId="{4F6483A8-0708-2C3F-0822-A43C84C42825}"/>
          </ac:cxnSpMkLst>
        </pc:cxnChg>
        <pc:cxnChg chg="add del mod">
          <ac:chgData name="Bao,Leo (HP Medicine) BII-CN-S" userId="304d67f6-22b5-442d-b505-93f46686c546" providerId="ADAL" clId="{E1609CAD-31B1-4743-83F6-7C4E184B9B52}" dt="2025-05-14T16:38:02.985" v="1194" actId="478"/>
          <ac:cxnSpMkLst>
            <pc:docMk/>
            <pc:sldMk cId="2544542363" sldId="2147474217"/>
            <ac:cxnSpMk id="8" creationId="{69EB7145-D110-CAE2-49DA-7B50FD50C551}"/>
          </ac:cxnSpMkLst>
        </pc:cxnChg>
        <pc:cxnChg chg="add mod">
          <ac:chgData name="Bao,Leo (HP Medicine) BII-CN-S" userId="304d67f6-22b5-442d-b505-93f46686c546" providerId="ADAL" clId="{E1609CAD-31B1-4743-83F6-7C4E184B9B52}" dt="2025-05-15T05:37:18.424" v="2078" actId="14100"/>
          <ac:cxnSpMkLst>
            <pc:docMk/>
            <pc:sldMk cId="2544542363" sldId="2147474217"/>
            <ac:cxnSpMk id="10" creationId="{F7B0458F-9A95-8D11-F831-D33E54A12F72}"/>
          </ac:cxnSpMkLst>
        </pc:cxnChg>
        <pc:cxnChg chg="add del">
          <ac:chgData name="Bao,Leo (HP Medicine) BII-CN-S" userId="304d67f6-22b5-442d-b505-93f46686c546" providerId="ADAL" clId="{E1609CAD-31B1-4743-83F6-7C4E184B9B52}" dt="2025-05-15T05:32:28.002" v="1923" actId="478"/>
          <ac:cxnSpMkLst>
            <pc:docMk/>
            <pc:sldMk cId="2544542363" sldId="2147474217"/>
            <ac:cxnSpMk id="14" creationId="{9DEE9F24-1B75-4EA2-1072-A13109C80E8B}"/>
          </ac:cxnSpMkLst>
        </pc:cxnChg>
        <pc:cxnChg chg="add mod">
          <ac:chgData name="Bao,Leo (HP Medicine) BII-CN-S" userId="304d67f6-22b5-442d-b505-93f46686c546" providerId="ADAL" clId="{E1609CAD-31B1-4743-83F6-7C4E184B9B52}" dt="2025-05-15T05:35:35.987" v="2055" actId="1038"/>
          <ac:cxnSpMkLst>
            <pc:docMk/>
            <pc:sldMk cId="2544542363" sldId="2147474217"/>
            <ac:cxnSpMk id="17" creationId="{57E8A531-CEC4-12BB-C431-73DE1D3E907B}"/>
          </ac:cxnSpMkLst>
        </pc:cxnChg>
        <pc:cxnChg chg="add del mod">
          <ac:chgData name="Bao,Leo (HP Medicine) BII-CN-S" userId="304d67f6-22b5-442d-b505-93f46686c546" providerId="ADAL" clId="{E1609CAD-31B1-4743-83F6-7C4E184B9B52}" dt="2025-05-15T05:32:19.661" v="1922" actId="478"/>
          <ac:cxnSpMkLst>
            <pc:docMk/>
            <pc:sldMk cId="2544542363" sldId="2147474217"/>
            <ac:cxnSpMk id="20" creationId="{8BDF345A-F755-F722-6519-694E66287DBB}"/>
          </ac:cxnSpMkLst>
        </pc:cxnChg>
        <pc:cxnChg chg="add del mod">
          <ac:chgData name="Bao,Leo (HP Medicine) BII-CN-S" userId="304d67f6-22b5-442d-b505-93f46686c546" providerId="ADAL" clId="{E1609CAD-31B1-4743-83F6-7C4E184B9B52}" dt="2025-05-15T05:32:19.661" v="1922" actId="478"/>
          <ac:cxnSpMkLst>
            <pc:docMk/>
            <pc:sldMk cId="2544542363" sldId="2147474217"/>
            <ac:cxnSpMk id="22" creationId="{C76ABD33-2D88-B1DC-96F6-B0B0F7038846}"/>
          </ac:cxnSpMkLst>
        </pc:cxnChg>
        <pc:cxnChg chg="add del">
          <ac:chgData name="Bao,Leo (HP Medicine) BII-CN-S" userId="304d67f6-22b5-442d-b505-93f46686c546" providerId="ADAL" clId="{E1609CAD-31B1-4743-83F6-7C4E184B9B52}" dt="2025-05-15T05:32:19.661" v="1922" actId="478"/>
          <ac:cxnSpMkLst>
            <pc:docMk/>
            <pc:sldMk cId="2544542363" sldId="2147474217"/>
            <ac:cxnSpMk id="24" creationId="{7F313FB1-850D-3145-BE59-1D97D8A6FA90}"/>
          </ac:cxnSpMkLst>
        </pc:cxnChg>
        <pc:cxnChg chg="add del">
          <ac:chgData name="Bao,Leo (HP Medicine) BII-CN-S" userId="304d67f6-22b5-442d-b505-93f46686c546" providerId="ADAL" clId="{E1609CAD-31B1-4743-83F6-7C4E184B9B52}" dt="2025-05-15T05:32:19.661" v="1922" actId="478"/>
          <ac:cxnSpMkLst>
            <pc:docMk/>
            <pc:sldMk cId="2544542363" sldId="2147474217"/>
            <ac:cxnSpMk id="26" creationId="{8A0CCACA-3661-2B82-C957-C6CCAD3230BC}"/>
          </ac:cxnSpMkLst>
        </pc:cxnChg>
        <pc:cxnChg chg="add del mod">
          <ac:chgData name="Bao,Leo (HP Medicine) BII-CN-S" userId="304d67f6-22b5-442d-b505-93f46686c546" providerId="ADAL" clId="{E1609CAD-31B1-4743-83F6-7C4E184B9B52}" dt="2025-05-14T16:36:20.472" v="1116" actId="478"/>
          <ac:cxnSpMkLst>
            <pc:docMk/>
            <pc:sldMk cId="2544542363" sldId="2147474217"/>
            <ac:cxnSpMk id="34" creationId="{75176EF9-9CD3-9024-C5E4-AD5D14D6FE89}"/>
          </ac:cxnSpMkLst>
        </pc:cxnChg>
        <pc:cxnChg chg="add del mod">
          <ac:chgData name="Bao,Leo (HP Medicine) BII-CN-S" userId="304d67f6-22b5-442d-b505-93f46686c546" providerId="ADAL" clId="{E1609CAD-31B1-4743-83F6-7C4E184B9B52}" dt="2025-05-14T16:36:22.642" v="1117" actId="478"/>
          <ac:cxnSpMkLst>
            <pc:docMk/>
            <pc:sldMk cId="2544542363" sldId="2147474217"/>
            <ac:cxnSpMk id="36" creationId="{FBB816AE-E814-406F-E12A-203F45683764}"/>
          </ac:cxnSpMkLst>
        </pc:cxnChg>
        <pc:cxnChg chg="add del">
          <ac:chgData name="Bao,Leo (HP Medicine) BII-CN-S" userId="304d67f6-22b5-442d-b505-93f46686c546" providerId="ADAL" clId="{E1609CAD-31B1-4743-83F6-7C4E184B9B52}" dt="2025-05-14T16:36:37.874" v="1126" actId="478"/>
          <ac:cxnSpMkLst>
            <pc:docMk/>
            <pc:sldMk cId="2544542363" sldId="2147474217"/>
            <ac:cxnSpMk id="40" creationId="{C3546894-4E4B-D42F-DBFD-2DE040AA57BF}"/>
          </ac:cxnSpMkLst>
        </pc:cxnChg>
        <pc:cxnChg chg="add mod">
          <ac:chgData name="Bao,Leo (HP Medicine) BII-CN-S" userId="304d67f6-22b5-442d-b505-93f46686c546" providerId="ADAL" clId="{E1609CAD-31B1-4743-83F6-7C4E184B9B52}" dt="2025-05-15T05:38:13.269" v="2100" actId="1038"/>
          <ac:cxnSpMkLst>
            <pc:docMk/>
            <pc:sldMk cId="2544542363" sldId="2147474217"/>
            <ac:cxnSpMk id="41" creationId="{6F1DBBE3-F130-97D6-DC26-E36A03F37595}"/>
          </ac:cxnSpMkLst>
        </pc:cxnChg>
        <pc:cxnChg chg="add del mod">
          <ac:chgData name="Bao,Leo (HP Medicine) BII-CN-S" userId="304d67f6-22b5-442d-b505-93f46686c546" providerId="ADAL" clId="{E1609CAD-31B1-4743-83F6-7C4E184B9B52}" dt="2025-05-15T05:35:20.348" v="2032" actId="478"/>
          <ac:cxnSpMkLst>
            <pc:docMk/>
            <pc:sldMk cId="2544542363" sldId="2147474217"/>
            <ac:cxnSpMk id="42" creationId="{F5F60938-D989-4195-D628-DBE795155600}"/>
          </ac:cxnSpMkLst>
        </pc:cxnChg>
        <pc:cxnChg chg="add mod">
          <ac:chgData name="Bao,Leo (HP Medicine) BII-CN-S" userId="304d67f6-22b5-442d-b505-93f46686c546" providerId="ADAL" clId="{E1609CAD-31B1-4743-83F6-7C4E184B9B52}" dt="2025-05-15T05:37:15.732" v="2077" actId="1076"/>
          <ac:cxnSpMkLst>
            <pc:docMk/>
            <pc:sldMk cId="2544542363" sldId="2147474217"/>
            <ac:cxnSpMk id="44" creationId="{CFB84E05-BF88-7214-D7C4-65ED7D7F4217}"/>
          </ac:cxnSpMkLst>
        </pc:cxnChg>
        <pc:cxnChg chg="add mod">
          <ac:chgData name="Bao,Leo (HP Medicine) BII-CN-S" userId="304d67f6-22b5-442d-b505-93f46686c546" providerId="ADAL" clId="{E1609CAD-31B1-4743-83F6-7C4E184B9B52}" dt="2025-05-14T16:40:05.402" v="1239" actId="1038"/>
          <ac:cxnSpMkLst>
            <pc:docMk/>
            <pc:sldMk cId="2544542363" sldId="2147474217"/>
            <ac:cxnSpMk id="47" creationId="{179F477D-7871-6547-1640-915C9EC0A872}"/>
          </ac:cxnSpMkLst>
        </pc:cxnChg>
        <pc:cxnChg chg="add mod">
          <ac:chgData name="Bao,Leo (HP Medicine) BII-CN-S" userId="304d67f6-22b5-442d-b505-93f46686c546" providerId="ADAL" clId="{E1609CAD-31B1-4743-83F6-7C4E184B9B52}" dt="2025-05-15T05:35:49.970" v="2056" actId="1076"/>
          <ac:cxnSpMkLst>
            <pc:docMk/>
            <pc:sldMk cId="2544542363" sldId="2147474217"/>
            <ac:cxnSpMk id="48" creationId="{EB31E4F3-1FDE-6190-01AC-E6B48F842192}"/>
          </ac:cxnSpMkLst>
        </pc:cxnChg>
        <pc:cxnChg chg="add mod">
          <ac:chgData name="Bao,Leo (HP Medicine) BII-CN-S" userId="304d67f6-22b5-442d-b505-93f46686c546" providerId="ADAL" clId="{E1609CAD-31B1-4743-83F6-7C4E184B9B52}" dt="2025-05-15T05:35:49.970" v="2056" actId="1076"/>
          <ac:cxnSpMkLst>
            <pc:docMk/>
            <pc:sldMk cId="2544542363" sldId="2147474217"/>
            <ac:cxnSpMk id="49" creationId="{3223DE78-18E8-C85D-D17A-629122D43CE5}"/>
          </ac:cxnSpMkLst>
        </pc:cxnChg>
        <pc:cxnChg chg="add mod">
          <ac:chgData name="Bao,Leo (HP Medicine) BII-CN-S" userId="304d67f6-22b5-442d-b505-93f46686c546" providerId="ADAL" clId="{E1609CAD-31B1-4743-83F6-7C4E184B9B52}" dt="2025-05-15T05:35:49.970" v="2056" actId="1076"/>
          <ac:cxnSpMkLst>
            <pc:docMk/>
            <pc:sldMk cId="2544542363" sldId="2147474217"/>
            <ac:cxnSpMk id="50" creationId="{48869B12-5BA1-49DA-C379-6C9CD5C33555}"/>
          </ac:cxnSpMkLst>
        </pc:cxnChg>
        <pc:cxnChg chg="add mod">
          <ac:chgData name="Bao,Leo (HP Medicine) BII-CN-S" userId="304d67f6-22b5-442d-b505-93f46686c546" providerId="ADAL" clId="{E1609CAD-31B1-4743-83F6-7C4E184B9B52}" dt="2025-05-15T05:35:49.970" v="2056" actId="1076"/>
          <ac:cxnSpMkLst>
            <pc:docMk/>
            <pc:sldMk cId="2544542363" sldId="2147474217"/>
            <ac:cxnSpMk id="51" creationId="{BFDA5748-38A6-F6FC-4D50-60A18AF40170}"/>
          </ac:cxnSpMkLst>
        </pc:cxnChg>
        <pc:cxnChg chg="add mod">
          <ac:chgData name="Bao,Leo (HP Medicine) BII-CN-S" userId="304d67f6-22b5-442d-b505-93f46686c546" providerId="ADAL" clId="{E1609CAD-31B1-4743-83F6-7C4E184B9B52}" dt="2025-05-15T05:38:13.269" v="2100" actId="1038"/>
          <ac:cxnSpMkLst>
            <pc:docMk/>
            <pc:sldMk cId="2544542363" sldId="2147474217"/>
            <ac:cxnSpMk id="56" creationId="{BE5A14CB-AEAE-B7F6-3BF5-33EDD2F693E3}"/>
          </ac:cxnSpMkLst>
        </pc:cxnChg>
        <pc:cxnChg chg="add mod">
          <ac:chgData name="Bao,Leo (HP Medicine) BII-CN-S" userId="304d67f6-22b5-442d-b505-93f46686c546" providerId="ADAL" clId="{E1609CAD-31B1-4743-83F6-7C4E184B9B52}" dt="2025-05-15T05:38:13.269" v="2100" actId="1038"/>
          <ac:cxnSpMkLst>
            <pc:docMk/>
            <pc:sldMk cId="2544542363" sldId="2147474217"/>
            <ac:cxnSpMk id="57" creationId="{BA47D341-6C63-4158-966C-7C6490FFAFC9}"/>
          </ac:cxnSpMkLst>
        </pc:cxnChg>
        <pc:cxnChg chg="add mod">
          <ac:chgData name="Bao,Leo (HP Medicine) BII-CN-S" userId="304d67f6-22b5-442d-b505-93f46686c546" providerId="ADAL" clId="{E1609CAD-31B1-4743-83F6-7C4E184B9B52}" dt="2025-05-15T05:38:13.269" v="2100" actId="1038"/>
          <ac:cxnSpMkLst>
            <pc:docMk/>
            <pc:sldMk cId="2544542363" sldId="2147474217"/>
            <ac:cxnSpMk id="58" creationId="{6FA81A51-A286-F928-CEF2-F4A79A8EC952}"/>
          </ac:cxnSpMkLst>
        </pc:cxnChg>
        <pc:cxnChg chg="add mod">
          <ac:chgData name="Bao,Leo (HP Medicine) BII-CN-S" userId="304d67f6-22b5-442d-b505-93f46686c546" providerId="ADAL" clId="{E1609CAD-31B1-4743-83F6-7C4E184B9B52}" dt="2025-05-15T05:38:13.269" v="2100" actId="1038"/>
          <ac:cxnSpMkLst>
            <pc:docMk/>
            <pc:sldMk cId="2544542363" sldId="2147474217"/>
            <ac:cxnSpMk id="59" creationId="{C5AFAD35-01DB-BB44-2DD5-5F1F7F16369E}"/>
          </ac:cxnSpMkLst>
        </pc:cxnChg>
        <pc:cxnChg chg="add del mod">
          <ac:chgData name="Bao,Leo (HP Medicine) BII-CN-S" userId="304d67f6-22b5-442d-b505-93f46686c546" providerId="ADAL" clId="{E1609CAD-31B1-4743-83F6-7C4E184B9B52}" dt="2025-05-15T05:35:24.991" v="2033" actId="478"/>
          <ac:cxnSpMkLst>
            <pc:docMk/>
            <pc:sldMk cId="2544542363" sldId="2147474217"/>
            <ac:cxnSpMk id="64" creationId="{D6EA2EA6-4264-D726-499E-6187E7F85ED1}"/>
          </ac:cxnSpMkLst>
        </pc:cxnChg>
        <pc:cxnChg chg="add del mod">
          <ac:chgData name="Bao,Leo (HP Medicine) BII-CN-S" userId="304d67f6-22b5-442d-b505-93f46686c546" providerId="ADAL" clId="{E1609CAD-31B1-4743-83F6-7C4E184B9B52}" dt="2025-05-14T16:54:32.343" v="1577" actId="478"/>
          <ac:cxnSpMkLst>
            <pc:docMk/>
            <pc:sldMk cId="2544542363" sldId="2147474217"/>
            <ac:cxnSpMk id="65" creationId="{0B19332C-D69F-870F-46DC-00865565BC88}"/>
          </ac:cxnSpMkLst>
        </pc:cxnChg>
        <pc:cxnChg chg="add del mod">
          <ac:chgData name="Bao,Leo (HP Medicine) BII-CN-S" userId="304d67f6-22b5-442d-b505-93f46686c546" providerId="ADAL" clId="{E1609CAD-31B1-4743-83F6-7C4E184B9B52}" dt="2025-05-14T16:54:41.053" v="1582" actId="478"/>
          <ac:cxnSpMkLst>
            <pc:docMk/>
            <pc:sldMk cId="2544542363" sldId="2147474217"/>
            <ac:cxnSpMk id="66" creationId="{3EA3C508-41E6-8A55-D73A-702480E96462}"/>
          </ac:cxnSpMkLst>
        </pc:cxnChg>
        <pc:cxnChg chg="add del mod">
          <ac:chgData name="Bao,Leo (HP Medicine) BII-CN-S" userId="304d67f6-22b5-442d-b505-93f46686c546" providerId="ADAL" clId="{E1609CAD-31B1-4743-83F6-7C4E184B9B52}" dt="2025-05-14T16:54:31.209" v="1576" actId="478"/>
          <ac:cxnSpMkLst>
            <pc:docMk/>
            <pc:sldMk cId="2544542363" sldId="2147474217"/>
            <ac:cxnSpMk id="67" creationId="{C31C1837-DF72-D067-5561-BE8A45F86642}"/>
          </ac:cxnSpMkLst>
        </pc:cxnChg>
        <pc:cxnChg chg="add mod">
          <ac:chgData name="Bao,Leo (HP Medicine) BII-CN-S" userId="304d67f6-22b5-442d-b505-93f46686c546" providerId="ADAL" clId="{E1609CAD-31B1-4743-83F6-7C4E184B9B52}" dt="2025-05-15T05:37:04.597" v="2076" actId="1076"/>
          <ac:cxnSpMkLst>
            <pc:docMk/>
            <pc:sldMk cId="2544542363" sldId="2147474217"/>
            <ac:cxnSpMk id="72" creationId="{FC503B81-6226-2A44-49E0-97CA0AA402AE}"/>
          </ac:cxnSpMkLst>
        </pc:cxnChg>
        <pc:cxnChg chg="add del mod">
          <ac:chgData name="Bao,Leo (HP Medicine) BII-CN-S" userId="304d67f6-22b5-442d-b505-93f46686c546" providerId="ADAL" clId="{E1609CAD-31B1-4743-83F6-7C4E184B9B52}" dt="2025-05-14T16:54:37.582" v="1580" actId="478"/>
          <ac:cxnSpMkLst>
            <pc:docMk/>
            <pc:sldMk cId="2544542363" sldId="2147474217"/>
            <ac:cxnSpMk id="73" creationId="{6CB46BE6-9581-68FD-B1CD-0043ACECB113}"/>
          </ac:cxnSpMkLst>
        </pc:cxnChg>
        <pc:cxnChg chg="add del mod">
          <ac:chgData name="Bao,Leo (HP Medicine) BII-CN-S" userId="304d67f6-22b5-442d-b505-93f46686c546" providerId="ADAL" clId="{E1609CAD-31B1-4743-83F6-7C4E184B9B52}" dt="2025-05-14T16:54:39.439" v="1581" actId="478"/>
          <ac:cxnSpMkLst>
            <pc:docMk/>
            <pc:sldMk cId="2544542363" sldId="2147474217"/>
            <ac:cxnSpMk id="74" creationId="{4660D431-E232-2FB3-DAA9-FE91D62A5DB5}"/>
          </ac:cxnSpMkLst>
        </pc:cxnChg>
        <pc:cxnChg chg="add del mod">
          <ac:chgData name="Bao,Leo (HP Medicine) BII-CN-S" userId="304d67f6-22b5-442d-b505-93f46686c546" providerId="ADAL" clId="{E1609CAD-31B1-4743-83F6-7C4E184B9B52}" dt="2025-05-14T16:54:36.846" v="1579" actId="478"/>
          <ac:cxnSpMkLst>
            <pc:docMk/>
            <pc:sldMk cId="2544542363" sldId="2147474217"/>
            <ac:cxnSpMk id="75" creationId="{4C0ADA12-9D7C-2A87-96A3-B3227BAAC32B}"/>
          </ac:cxnSpMkLst>
        </pc:cxnChg>
        <pc:cxnChg chg="add del mod">
          <ac:chgData name="Bao,Leo (HP Medicine) BII-CN-S" userId="304d67f6-22b5-442d-b505-93f46686c546" providerId="ADAL" clId="{E1609CAD-31B1-4743-83F6-7C4E184B9B52}" dt="2025-05-15T05:35:24.991" v="2033" actId="478"/>
          <ac:cxnSpMkLst>
            <pc:docMk/>
            <pc:sldMk cId="2544542363" sldId="2147474217"/>
            <ac:cxnSpMk id="89" creationId="{0C602891-CEA4-CA3C-3A85-72D0BAB31C3B}"/>
          </ac:cxnSpMkLst>
        </pc:cxnChg>
        <pc:cxnChg chg="add mod">
          <ac:chgData name="Bao,Leo (HP Medicine) BII-CN-S" userId="304d67f6-22b5-442d-b505-93f46686c546" providerId="ADAL" clId="{E1609CAD-31B1-4743-83F6-7C4E184B9B52}" dt="2025-05-15T05:37:04.597" v="2076" actId="1076"/>
          <ac:cxnSpMkLst>
            <pc:docMk/>
            <pc:sldMk cId="2544542363" sldId="2147474217"/>
            <ac:cxnSpMk id="92" creationId="{F968EBD7-EAD7-95F3-F6D3-0F33A8213929}"/>
          </ac:cxnSpMkLst>
        </pc:cxnChg>
        <pc:cxnChg chg="add del mod">
          <ac:chgData name="Bao,Leo (HP Medicine) BII-CN-S" userId="304d67f6-22b5-442d-b505-93f46686c546" providerId="ADAL" clId="{E1609CAD-31B1-4743-83F6-7C4E184B9B52}" dt="2025-05-14T16:53:13.663" v="1569" actId="478"/>
          <ac:cxnSpMkLst>
            <pc:docMk/>
            <pc:sldMk cId="2544542363" sldId="2147474217"/>
            <ac:cxnSpMk id="100" creationId="{8397B212-01B4-3CD1-9683-4920FFC5F03F}"/>
          </ac:cxnSpMkLst>
        </pc:cxnChg>
        <pc:cxnChg chg="add del mod">
          <ac:chgData name="Bao,Leo (HP Medicine) BII-CN-S" userId="304d67f6-22b5-442d-b505-93f46686c546" providerId="ADAL" clId="{E1609CAD-31B1-4743-83F6-7C4E184B9B52}" dt="2025-05-15T05:34:47.528" v="2029" actId="478"/>
          <ac:cxnSpMkLst>
            <pc:docMk/>
            <pc:sldMk cId="2544542363" sldId="2147474217"/>
            <ac:cxnSpMk id="102" creationId="{5B06E474-5584-48F3-84BE-8504C87BCB5B}"/>
          </ac:cxnSpMkLst>
        </pc:cxnChg>
        <pc:cxnChg chg="add del mod">
          <ac:chgData name="Bao,Leo (HP Medicine) BII-CN-S" userId="304d67f6-22b5-442d-b505-93f46686c546" providerId="ADAL" clId="{E1609CAD-31B1-4743-83F6-7C4E184B9B52}" dt="2025-05-14T16:55:33.417" v="1590" actId="478"/>
          <ac:cxnSpMkLst>
            <pc:docMk/>
            <pc:sldMk cId="2544542363" sldId="2147474217"/>
            <ac:cxnSpMk id="104" creationId="{288209AF-89F2-D526-43ED-03FA1C1E2BB5}"/>
          </ac:cxnSpMkLst>
        </pc:cxnChg>
        <pc:cxnChg chg="add del mod">
          <ac:chgData name="Bao,Leo (HP Medicine) BII-CN-S" userId="304d67f6-22b5-442d-b505-93f46686c546" providerId="ADAL" clId="{E1609CAD-31B1-4743-83F6-7C4E184B9B52}" dt="2025-05-15T05:34:20.756" v="2005" actId="478"/>
          <ac:cxnSpMkLst>
            <pc:docMk/>
            <pc:sldMk cId="2544542363" sldId="2147474217"/>
            <ac:cxnSpMk id="106" creationId="{2FC9E9C6-FB67-403C-C3F3-B811EA833F13}"/>
          </ac:cxnSpMkLst>
        </pc:cxnChg>
        <pc:cxnChg chg="add del mod">
          <ac:chgData name="Bao,Leo (HP Medicine) BII-CN-S" userId="304d67f6-22b5-442d-b505-93f46686c546" providerId="ADAL" clId="{E1609CAD-31B1-4743-83F6-7C4E184B9B52}" dt="2025-05-15T05:34:22.656" v="2006" actId="478"/>
          <ac:cxnSpMkLst>
            <pc:docMk/>
            <pc:sldMk cId="2544542363" sldId="2147474217"/>
            <ac:cxnSpMk id="110" creationId="{0A30D253-537E-C872-64DC-AD45CED92FE1}"/>
          </ac:cxnSpMkLst>
        </pc:cxnChg>
        <pc:cxnChg chg="add del mod">
          <ac:chgData name="Bao,Leo (HP Medicine) BII-CN-S" userId="304d67f6-22b5-442d-b505-93f46686c546" providerId="ADAL" clId="{E1609CAD-31B1-4743-83F6-7C4E184B9B52}" dt="2025-05-15T05:34:46.436" v="2028" actId="478"/>
          <ac:cxnSpMkLst>
            <pc:docMk/>
            <pc:sldMk cId="2544542363" sldId="2147474217"/>
            <ac:cxnSpMk id="112" creationId="{1A2BFF08-7D76-CD3C-4B6E-6026307D7D8F}"/>
          </ac:cxnSpMkLst>
        </pc:cxnChg>
      </pc:sldChg>
      <pc:sldChg chg="add mod modShow">
        <pc:chgData name="Bao,Leo (HP Medicine) BII-CN-S" userId="304d67f6-22b5-442d-b505-93f46686c546" providerId="ADAL" clId="{E1609CAD-31B1-4743-83F6-7C4E184B9B52}" dt="2025-05-15T04:54:40.592" v="1911" actId="729"/>
        <pc:sldMkLst>
          <pc:docMk/>
          <pc:sldMk cId="3253240289" sldId="2147474218"/>
        </pc:sldMkLst>
      </pc:sldChg>
    </pc:docChg>
  </pc:docChgLst>
  <pc:docChgLst>
    <pc:chgData name="Bai,Dr.,Meng (HP Medicine) BII-CN-B" userId="6888c0e7-e2e9-46e4-bdfd-6bc9e27ddaeb" providerId="ADAL" clId="{9FEF4766-40E6-4B8A-91F9-7937FC92B8AC}"/>
    <pc:docChg chg="undo redo custSel addSld delSld modSld sldOrd">
      <pc:chgData name="Bai,Dr.,Meng (HP Medicine) BII-CN-B" userId="6888c0e7-e2e9-46e4-bdfd-6bc9e27ddaeb" providerId="ADAL" clId="{9FEF4766-40E6-4B8A-91F9-7937FC92B8AC}" dt="2025-05-14T09:54:09.045" v="3617" actId="20577"/>
      <pc:docMkLst>
        <pc:docMk/>
      </pc:docMkLst>
      <pc:sldChg chg="addSp delSp modSp mod">
        <pc:chgData name="Bai,Dr.,Meng (HP Medicine) BII-CN-B" userId="6888c0e7-e2e9-46e4-bdfd-6bc9e27ddaeb" providerId="ADAL" clId="{9FEF4766-40E6-4B8A-91F9-7937FC92B8AC}" dt="2025-05-12T11:34:08.534" v="1294" actId="20577"/>
        <pc:sldMkLst>
          <pc:docMk/>
          <pc:sldMk cId="3564597955" sldId="294"/>
        </pc:sldMkLst>
        <pc:spChg chg="add mod">
          <ac:chgData name="Bai,Dr.,Meng (HP Medicine) BII-CN-B" userId="6888c0e7-e2e9-46e4-bdfd-6bc9e27ddaeb" providerId="ADAL" clId="{9FEF4766-40E6-4B8A-91F9-7937FC92B8AC}" dt="2025-05-12T10:26:44.126" v="639" actId="20577"/>
          <ac:spMkLst>
            <pc:docMk/>
            <pc:sldMk cId="3564597955" sldId="294"/>
            <ac:spMk id="8" creationId="{8DCF47A6-6F72-4979-82FF-8920C7B0E263}"/>
          </ac:spMkLst>
        </pc:spChg>
        <pc:spChg chg="add mod">
          <ac:chgData name="Bai,Dr.,Meng (HP Medicine) BII-CN-B" userId="6888c0e7-e2e9-46e4-bdfd-6bc9e27ddaeb" providerId="ADAL" clId="{9FEF4766-40E6-4B8A-91F9-7937FC92B8AC}" dt="2025-05-12T10:18:49.056" v="514" actId="1076"/>
          <ac:spMkLst>
            <pc:docMk/>
            <pc:sldMk cId="3564597955" sldId="294"/>
            <ac:spMk id="12" creationId="{54E6AB87-30B5-CCFC-128B-88368D09E418}"/>
          </ac:spMkLst>
        </pc:spChg>
        <pc:spChg chg="add mod">
          <ac:chgData name="Bai,Dr.,Meng (HP Medicine) BII-CN-B" userId="6888c0e7-e2e9-46e4-bdfd-6bc9e27ddaeb" providerId="ADAL" clId="{9FEF4766-40E6-4B8A-91F9-7937FC92B8AC}" dt="2025-05-12T10:50:57.298" v="668" actId="5793"/>
          <ac:spMkLst>
            <pc:docMk/>
            <pc:sldMk cId="3564597955" sldId="294"/>
            <ac:spMk id="17" creationId="{148EE68D-D25C-0B48-B795-8E2DFEA16378}"/>
          </ac:spMkLst>
        </pc:spChg>
        <pc:spChg chg="add mod">
          <ac:chgData name="Bai,Dr.,Meng (HP Medicine) BII-CN-B" userId="6888c0e7-e2e9-46e4-bdfd-6bc9e27ddaeb" providerId="ADAL" clId="{9FEF4766-40E6-4B8A-91F9-7937FC92B8AC}" dt="2025-05-12T10:51:01.242" v="669" actId="1076"/>
          <ac:spMkLst>
            <pc:docMk/>
            <pc:sldMk cId="3564597955" sldId="294"/>
            <ac:spMk id="18" creationId="{93EB7A12-FF57-CEEE-5834-BB002CB986D9}"/>
          </ac:spMkLst>
        </pc:spChg>
        <pc:spChg chg="add mod">
          <ac:chgData name="Bai,Dr.,Meng (HP Medicine) BII-CN-B" userId="6888c0e7-e2e9-46e4-bdfd-6bc9e27ddaeb" providerId="ADAL" clId="{9FEF4766-40E6-4B8A-91F9-7937FC92B8AC}" dt="2025-05-12T11:34:08.534" v="1294" actId="20577"/>
          <ac:spMkLst>
            <pc:docMk/>
            <pc:sldMk cId="3564597955" sldId="294"/>
            <ac:spMk id="19" creationId="{EB97C47A-D7A7-206F-6B1D-6CD434D2B9B5}"/>
          </ac:spMkLst>
        </pc:spChg>
        <pc:spChg chg="mod">
          <ac:chgData name="Bai,Dr.,Meng (HP Medicine) BII-CN-B" userId="6888c0e7-e2e9-46e4-bdfd-6bc9e27ddaeb" providerId="ADAL" clId="{9FEF4766-40E6-4B8A-91F9-7937FC92B8AC}" dt="2025-05-12T10:17:18.949" v="403" actId="404"/>
          <ac:spMkLst>
            <pc:docMk/>
            <pc:sldMk cId="3564597955" sldId="294"/>
            <ac:spMk id="22" creationId="{F40150BD-BE0F-AA82-37BB-B9CC20D8AA24}"/>
          </ac:spMkLst>
        </pc:spChg>
        <pc:spChg chg="mod">
          <ac:chgData name="Bai,Dr.,Meng (HP Medicine) BII-CN-B" userId="6888c0e7-e2e9-46e4-bdfd-6bc9e27ddaeb" providerId="ADAL" clId="{9FEF4766-40E6-4B8A-91F9-7937FC92B8AC}" dt="2025-05-12T10:24:47.353" v="523" actId="20577"/>
          <ac:spMkLst>
            <pc:docMk/>
            <pc:sldMk cId="3564597955" sldId="294"/>
            <ac:spMk id="35" creationId="{ABD54AD3-866F-87F5-1A31-868753BC3183}"/>
          </ac:spMkLst>
        </pc:spChg>
        <pc:spChg chg="mod">
          <ac:chgData name="Bai,Dr.,Meng (HP Medicine) BII-CN-B" userId="6888c0e7-e2e9-46e4-bdfd-6bc9e27ddaeb" providerId="ADAL" clId="{9FEF4766-40E6-4B8A-91F9-7937FC92B8AC}" dt="2025-05-12T10:17:04.824" v="401" actId="113"/>
          <ac:spMkLst>
            <pc:docMk/>
            <pc:sldMk cId="3564597955" sldId="294"/>
            <ac:spMk id="36" creationId="{3C5C8644-2ED4-0F89-40F5-C3F203374630}"/>
          </ac:spMkLst>
        </pc:spChg>
        <pc:spChg chg="add del">
          <ac:chgData name="Bai,Dr.,Meng (HP Medicine) BII-CN-B" userId="6888c0e7-e2e9-46e4-bdfd-6bc9e27ddaeb" providerId="ADAL" clId="{9FEF4766-40E6-4B8A-91F9-7937FC92B8AC}" dt="2025-05-12T11:21:11.544" v="674" actId="478"/>
          <ac:spMkLst>
            <pc:docMk/>
            <pc:sldMk cId="3564597955" sldId="294"/>
            <ac:spMk id="46" creationId="{F413B5F2-BE76-8EC0-8024-4C26AC46C4BA}"/>
          </ac:spMkLst>
        </pc:spChg>
        <pc:cxnChg chg="mod">
          <ac:chgData name="Bai,Dr.,Meng (HP Medicine) BII-CN-B" userId="6888c0e7-e2e9-46e4-bdfd-6bc9e27ddaeb" providerId="ADAL" clId="{9FEF4766-40E6-4B8A-91F9-7937FC92B8AC}" dt="2025-05-12T09:27:07.194" v="78" actId="14100"/>
          <ac:cxnSpMkLst>
            <pc:docMk/>
            <pc:sldMk cId="3564597955" sldId="294"/>
            <ac:cxnSpMk id="69" creationId="{9148DD34-EB2B-0F65-EC5C-D8AC7F9CBAFD}"/>
          </ac:cxnSpMkLst>
        </pc:cxnChg>
      </pc:sldChg>
      <pc:sldChg chg="ord">
        <pc:chgData name="Bai,Dr.,Meng (HP Medicine) BII-CN-B" userId="6888c0e7-e2e9-46e4-bdfd-6bc9e27ddaeb" providerId="ADAL" clId="{9FEF4766-40E6-4B8A-91F9-7937FC92B8AC}" dt="2025-05-14T07:24:34.719" v="2665"/>
        <pc:sldMkLst>
          <pc:docMk/>
          <pc:sldMk cId="303740771" sldId="2147474204"/>
        </pc:sldMkLst>
      </pc:sldChg>
      <pc:sldChg chg="new del ord">
        <pc:chgData name="Bai,Dr.,Meng (HP Medicine) BII-CN-B" userId="6888c0e7-e2e9-46e4-bdfd-6bc9e27ddaeb" providerId="ADAL" clId="{9FEF4766-40E6-4B8A-91F9-7937FC92B8AC}" dt="2025-05-12T11:21:23.511" v="679" actId="47"/>
        <pc:sldMkLst>
          <pc:docMk/>
          <pc:sldMk cId="2115391948" sldId="2147474207"/>
        </pc:sldMkLst>
      </pc:sldChg>
      <pc:sldChg chg="addSp delSp modSp add mod ord modCm">
        <pc:chgData name="Bai,Dr.,Meng (HP Medicine) BII-CN-B" userId="6888c0e7-e2e9-46e4-bdfd-6bc9e27ddaeb" providerId="ADAL" clId="{9FEF4766-40E6-4B8A-91F9-7937FC92B8AC}" dt="2025-05-14T09:54:09.045" v="3617" actId="20577"/>
        <pc:sldMkLst>
          <pc:docMk/>
          <pc:sldMk cId="2665301169" sldId="2147474208"/>
        </pc:sldMkLst>
        <pc:spChg chg="mod">
          <ac:chgData name="Bai,Dr.,Meng (HP Medicine) BII-CN-B" userId="6888c0e7-e2e9-46e4-bdfd-6bc9e27ddaeb" providerId="ADAL" clId="{9FEF4766-40E6-4B8A-91F9-7937FC92B8AC}" dt="2025-05-14T08:21:09.598" v="3515" actId="1076"/>
          <ac:spMkLst>
            <pc:docMk/>
            <pc:sldMk cId="2665301169" sldId="2147474208"/>
            <ac:spMk id="2" creationId="{6048CC42-FDB1-2A02-317F-C95E790D522D}"/>
          </ac:spMkLst>
        </pc:spChg>
        <pc:spChg chg="add del mod">
          <ac:chgData name="Bai,Dr.,Meng (HP Medicine) BII-CN-B" userId="6888c0e7-e2e9-46e4-bdfd-6bc9e27ddaeb" providerId="ADAL" clId="{9FEF4766-40E6-4B8A-91F9-7937FC92B8AC}" dt="2025-05-14T07:33:12.255" v="2834" actId="478"/>
          <ac:spMkLst>
            <pc:docMk/>
            <pc:sldMk cId="2665301169" sldId="2147474208"/>
            <ac:spMk id="3" creationId="{9C39059C-C3A9-9824-E8BD-DFDA165B7975}"/>
          </ac:spMkLst>
        </pc:spChg>
        <pc:spChg chg="mod">
          <ac:chgData name="Bai,Dr.,Meng (HP Medicine) BII-CN-B" userId="6888c0e7-e2e9-46e4-bdfd-6bc9e27ddaeb" providerId="ADAL" clId="{9FEF4766-40E6-4B8A-91F9-7937FC92B8AC}" dt="2025-05-12T11:28:06.856" v="1011" actId="1076"/>
          <ac:spMkLst>
            <pc:docMk/>
            <pc:sldMk cId="2665301169" sldId="2147474208"/>
            <ac:spMk id="4" creationId="{0B391099-0ABB-CB79-2359-78FDC7A55D3F}"/>
          </ac:spMkLst>
        </pc:spChg>
        <pc:spChg chg="del mod">
          <ac:chgData name="Bai,Dr.,Meng (HP Medicine) BII-CN-B" userId="6888c0e7-e2e9-46e4-bdfd-6bc9e27ddaeb" providerId="ADAL" clId="{9FEF4766-40E6-4B8A-91F9-7937FC92B8AC}" dt="2025-05-14T07:30:56.787" v="2825" actId="478"/>
          <ac:spMkLst>
            <pc:docMk/>
            <pc:sldMk cId="2665301169" sldId="2147474208"/>
            <ac:spMk id="6" creationId="{47A0D21D-7922-2A26-84ED-918B7632CDA4}"/>
          </ac:spMkLst>
        </pc:spChg>
        <pc:spChg chg="mod">
          <ac:chgData name="Bai,Dr.,Meng (HP Medicine) BII-CN-B" userId="6888c0e7-e2e9-46e4-bdfd-6bc9e27ddaeb" providerId="ADAL" clId="{9FEF4766-40E6-4B8A-91F9-7937FC92B8AC}" dt="2025-05-14T09:51:00.152" v="3562" actId="20577"/>
          <ac:spMkLst>
            <pc:docMk/>
            <pc:sldMk cId="2665301169" sldId="2147474208"/>
            <ac:spMk id="7" creationId="{F9F66CBF-289C-A0C1-3E8C-41EAA0B4B213}"/>
          </ac:spMkLst>
        </pc:spChg>
        <pc:spChg chg="add del mod">
          <ac:chgData name="Bai,Dr.,Meng (HP Medicine) BII-CN-B" userId="6888c0e7-e2e9-46e4-bdfd-6bc9e27ddaeb" providerId="ADAL" clId="{9FEF4766-40E6-4B8A-91F9-7937FC92B8AC}" dt="2025-05-14T07:33:13.580" v="2835" actId="478"/>
          <ac:spMkLst>
            <pc:docMk/>
            <pc:sldMk cId="2665301169" sldId="2147474208"/>
            <ac:spMk id="15" creationId="{519A8338-F081-41C0-58E1-150CF693417C}"/>
          </ac:spMkLst>
        </pc:spChg>
        <pc:spChg chg="add del mod">
          <ac:chgData name="Bai,Dr.,Meng (HP Medicine) BII-CN-B" userId="6888c0e7-e2e9-46e4-bdfd-6bc9e27ddaeb" providerId="ADAL" clId="{9FEF4766-40E6-4B8A-91F9-7937FC92B8AC}" dt="2025-05-14T07:31:09.207" v="2827" actId="478"/>
          <ac:spMkLst>
            <pc:docMk/>
            <pc:sldMk cId="2665301169" sldId="2147474208"/>
            <ac:spMk id="21" creationId="{026EF28C-2AB1-E2A9-868D-3A52D89298E9}"/>
          </ac:spMkLst>
        </pc:spChg>
        <pc:spChg chg="add del mod">
          <ac:chgData name="Bai,Dr.,Meng (HP Medicine) BII-CN-B" userId="6888c0e7-e2e9-46e4-bdfd-6bc9e27ddaeb" providerId="ADAL" clId="{9FEF4766-40E6-4B8A-91F9-7937FC92B8AC}" dt="2025-05-14T07:32:49.030" v="2832" actId="478"/>
          <ac:spMkLst>
            <pc:docMk/>
            <pc:sldMk cId="2665301169" sldId="2147474208"/>
            <ac:spMk id="22" creationId="{95F87986-87BE-E803-4EA3-A95414D0EC4E}"/>
          </ac:spMkLst>
        </pc:spChg>
        <pc:spChg chg="add del mod">
          <ac:chgData name="Bai,Dr.,Meng (HP Medicine) BII-CN-B" userId="6888c0e7-e2e9-46e4-bdfd-6bc9e27ddaeb" providerId="ADAL" clId="{9FEF4766-40E6-4B8A-91F9-7937FC92B8AC}" dt="2025-05-14T07:32:47.821" v="2831" actId="478"/>
          <ac:spMkLst>
            <pc:docMk/>
            <pc:sldMk cId="2665301169" sldId="2147474208"/>
            <ac:spMk id="23" creationId="{EA597883-FB9A-1B99-DDE4-FA7C59F9E36F}"/>
          </ac:spMkLst>
        </pc:spChg>
        <pc:spChg chg="mod">
          <ac:chgData name="Bai,Dr.,Meng (HP Medicine) BII-CN-B" userId="6888c0e7-e2e9-46e4-bdfd-6bc9e27ddaeb" providerId="ADAL" clId="{9FEF4766-40E6-4B8A-91F9-7937FC92B8AC}" dt="2025-05-14T08:19:01.160" v="3420" actId="14100"/>
          <ac:spMkLst>
            <pc:docMk/>
            <pc:sldMk cId="2665301169" sldId="2147474208"/>
            <ac:spMk id="24" creationId="{9ED5997A-D849-7F85-A4B0-E25E29B4EEDC}"/>
          </ac:spMkLst>
        </pc:spChg>
        <pc:spChg chg="del mod">
          <ac:chgData name="Bai,Dr.,Meng (HP Medicine) BII-CN-B" userId="6888c0e7-e2e9-46e4-bdfd-6bc9e27ddaeb" providerId="ADAL" clId="{9FEF4766-40E6-4B8A-91F9-7937FC92B8AC}" dt="2025-05-14T07:28:52.007" v="2818" actId="478"/>
          <ac:spMkLst>
            <pc:docMk/>
            <pc:sldMk cId="2665301169" sldId="2147474208"/>
            <ac:spMk id="26" creationId="{FCBCF26E-17C3-630B-56B8-96C4D312682D}"/>
          </ac:spMkLst>
        </pc:spChg>
        <pc:spChg chg="add del mod">
          <ac:chgData name="Bai,Dr.,Meng (HP Medicine) BII-CN-B" userId="6888c0e7-e2e9-46e4-bdfd-6bc9e27ddaeb" providerId="ADAL" clId="{9FEF4766-40E6-4B8A-91F9-7937FC92B8AC}" dt="2025-05-14T08:08:48.094" v="3206" actId="478"/>
          <ac:spMkLst>
            <pc:docMk/>
            <pc:sldMk cId="2665301169" sldId="2147474208"/>
            <ac:spMk id="27" creationId="{0121F1B5-E39E-D6C3-711B-55A55676F746}"/>
          </ac:spMkLst>
        </pc:spChg>
        <pc:spChg chg="mod">
          <ac:chgData name="Bai,Dr.,Meng (HP Medicine) BII-CN-B" userId="6888c0e7-e2e9-46e4-bdfd-6bc9e27ddaeb" providerId="ADAL" clId="{9FEF4766-40E6-4B8A-91F9-7937FC92B8AC}" dt="2025-05-14T08:19:20.932" v="3453" actId="1036"/>
          <ac:spMkLst>
            <pc:docMk/>
            <pc:sldMk cId="2665301169" sldId="2147474208"/>
            <ac:spMk id="28" creationId="{9A59FDCC-E009-7E01-66B0-6D0F33AFAEEF}"/>
          </ac:spMkLst>
        </pc:spChg>
        <pc:spChg chg="add del mod">
          <ac:chgData name="Bai,Dr.,Meng (HP Medicine) BII-CN-B" userId="6888c0e7-e2e9-46e4-bdfd-6bc9e27ddaeb" providerId="ADAL" clId="{9FEF4766-40E6-4B8A-91F9-7937FC92B8AC}" dt="2025-05-14T07:31:07.352" v="2826" actId="478"/>
          <ac:spMkLst>
            <pc:docMk/>
            <pc:sldMk cId="2665301169" sldId="2147474208"/>
            <ac:spMk id="29" creationId="{0DE9634A-83D9-65EA-E875-4E267D05E5C5}"/>
          </ac:spMkLst>
        </pc:spChg>
        <pc:spChg chg="add del mod">
          <ac:chgData name="Bai,Dr.,Meng (HP Medicine) BII-CN-B" userId="6888c0e7-e2e9-46e4-bdfd-6bc9e27ddaeb" providerId="ADAL" clId="{9FEF4766-40E6-4B8A-91F9-7937FC92B8AC}" dt="2025-05-14T08:08:20.747" v="3193" actId="478"/>
          <ac:spMkLst>
            <pc:docMk/>
            <pc:sldMk cId="2665301169" sldId="2147474208"/>
            <ac:spMk id="30" creationId="{22E6D8D9-E309-B99F-47A6-0516696B1D31}"/>
          </ac:spMkLst>
        </pc:spChg>
        <pc:spChg chg="add mod">
          <ac:chgData name="Bai,Dr.,Meng (HP Medicine) BII-CN-B" userId="6888c0e7-e2e9-46e4-bdfd-6bc9e27ddaeb" providerId="ADAL" clId="{9FEF4766-40E6-4B8A-91F9-7937FC92B8AC}" dt="2025-05-14T08:21:18.543" v="3518" actId="1076"/>
          <ac:spMkLst>
            <pc:docMk/>
            <pc:sldMk cId="2665301169" sldId="2147474208"/>
            <ac:spMk id="31" creationId="{C0CF7899-155F-C693-6E37-52389839EA3E}"/>
          </ac:spMkLst>
        </pc:spChg>
        <pc:spChg chg="del mod">
          <ac:chgData name="Bai,Dr.,Meng (HP Medicine) BII-CN-B" userId="6888c0e7-e2e9-46e4-bdfd-6bc9e27ddaeb" providerId="ADAL" clId="{9FEF4766-40E6-4B8A-91F9-7937FC92B8AC}" dt="2025-05-14T07:30:54.575" v="2824" actId="478"/>
          <ac:spMkLst>
            <pc:docMk/>
            <pc:sldMk cId="2665301169" sldId="2147474208"/>
            <ac:spMk id="35" creationId="{ABD54AD3-866F-87F5-1A31-868753BC3183}"/>
          </ac:spMkLst>
        </pc:spChg>
        <pc:spChg chg="add mod">
          <ac:chgData name="Bai,Dr.,Meng (HP Medicine) BII-CN-B" userId="6888c0e7-e2e9-46e4-bdfd-6bc9e27ddaeb" providerId="ADAL" clId="{9FEF4766-40E6-4B8A-91F9-7937FC92B8AC}" dt="2025-05-14T08:21:27.643" v="3521" actId="1076"/>
          <ac:spMkLst>
            <pc:docMk/>
            <pc:sldMk cId="2665301169" sldId="2147474208"/>
            <ac:spMk id="39" creationId="{71755534-3BBC-F1C5-C5DB-F8D7043FAC96}"/>
          </ac:spMkLst>
        </pc:spChg>
        <pc:spChg chg="add mod">
          <ac:chgData name="Bai,Dr.,Meng (HP Medicine) BII-CN-B" userId="6888c0e7-e2e9-46e4-bdfd-6bc9e27ddaeb" providerId="ADAL" clId="{9FEF4766-40E6-4B8A-91F9-7937FC92B8AC}" dt="2025-05-14T08:21:30.454" v="3523" actId="404"/>
          <ac:spMkLst>
            <pc:docMk/>
            <pc:sldMk cId="2665301169" sldId="2147474208"/>
            <ac:spMk id="40" creationId="{B6D63466-83B6-C312-6D3E-CE1D742B31DC}"/>
          </ac:spMkLst>
        </pc:spChg>
        <pc:spChg chg="add del mod">
          <ac:chgData name="Bai,Dr.,Meng (HP Medicine) BII-CN-B" userId="6888c0e7-e2e9-46e4-bdfd-6bc9e27ddaeb" providerId="ADAL" clId="{9FEF4766-40E6-4B8A-91F9-7937FC92B8AC}" dt="2025-05-14T07:32:45.647" v="2830" actId="478"/>
          <ac:spMkLst>
            <pc:docMk/>
            <pc:sldMk cId="2665301169" sldId="2147474208"/>
            <ac:spMk id="43" creationId="{18A2B197-3262-61E7-4F66-502D614A3B8B}"/>
          </ac:spMkLst>
        </pc:spChg>
        <pc:spChg chg="add del mod">
          <ac:chgData name="Bai,Dr.,Meng (HP Medicine) BII-CN-B" userId="6888c0e7-e2e9-46e4-bdfd-6bc9e27ddaeb" providerId="ADAL" clId="{9FEF4766-40E6-4B8A-91F9-7937FC92B8AC}" dt="2025-05-14T08:05:34.134" v="3134" actId="478"/>
          <ac:spMkLst>
            <pc:docMk/>
            <pc:sldMk cId="2665301169" sldId="2147474208"/>
            <ac:spMk id="51" creationId="{72EF874C-7260-C8B9-8060-58A103D01100}"/>
          </ac:spMkLst>
        </pc:spChg>
        <pc:spChg chg="add mod">
          <ac:chgData name="Bai,Dr.,Meng (HP Medicine) BII-CN-B" userId="6888c0e7-e2e9-46e4-bdfd-6bc9e27ddaeb" providerId="ADAL" clId="{9FEF4766-40E6-4B8A-91F9-7937FC92B8AC}" dt="2025-05-14T09:51:24.057" v="3594" actId="20577"/>
          <ac:spMkLst>
            <pc:docMk/>
            <pc:sldMk cId="2665301169" sldId="2147474208"/>
            <ac:spMk id="62" creationId="{FBF39C78-E2E7-D5F7-6AF2-BE21DC694FB8}"/>
          </ac:spMkLst>
        </pc:spChg>
        <pc:spChg chg="mod">
          <ac:chgData name="Bai,Dr.,Meng (HP Medicine) BII-CN-B" userId="6888c0e7-e2e9-46e4-bdfd-6bc9e27ddaeb" providerId="ADAL" clId="{9FEF4766-40E6-4B8A-91F9-7937FC92B8AC}" dt="2025-05-14T08:20:06.481" v="3499" actId="1076"/>
          <ac:spMkLst>
            <pc:docMk/>
            <pc:sldMk cId="2665301169" sldId="2147474208"/>
            <ac:spMk id="63" creationId="{B5E405EE-A1B8-4D9A-DF4E-081952F6A50C}"/>
          </ac:spMkLst>
        </pc:spChg>
        <pc:spChg chg="add mod">
          <ac:chgData name="Bai,Dr.,Meng (HP Medicine) BII-CN-B" userId="6888c0e7-e2e9-46e4-bdfd-6bc9e27ddaeb" providerId="ADAL" clId="{9FEF4766-40E6-4B8A-91F9-7937FC92B8AC}" dt="2025-05-14T09:51:17.672" v="3585" actId="20577"/>
          <ac:spMkLst>
            <pc:docMk/>
            <pc:sldMk cId="2665301169" sldId="2147474208"/>
            <ac:spMk id="64" creationId="{C67B3B1B-80AA-F93B-2CFF-ABE69E6E6301}"/>
          </ac:spMkLst>
        </pc:spChg>
        <pc:spChg chg="add mod">
          <ac:chgData name="Bai,Dr.,Meng (HP Medicine) BII-CN-B" userId="6888c0e7-e2e9-46e4-bdfd-6bc9e27ddaeb" providerId="ADAL" clId="{9FEF4766-40E6-4B8A-91F9-7937FC92B8AC}" dt="2025-05-14T08:21:33.054" v="3525" actId="404"/>
          <ac:spMkLst>
            <pc:docMk/>
            <pc:sldMk cId="2665301169" sldId="2147474208"/>
            <ac:spMk id="96" creationId="{8B76456B-1ECB-813D-EA38-6C366C7255DD}"/>
          </ac:spMkLst>
        </pc:spChg>
        <pc:spChg chg="add mod">
          <ac:chgData name="Bai,Dr.,Meng (HP Medicine) BII-CN-B" userId="6888c0e7-e2e9-46e4-bdfd-6bc9e27ddaeb" providerId="ADAL" clId="{9FEF4766-40E6-4B8A-91F9-7937FC92B8AC}" dt="2025-05-14T08:21:35.824" v="3527" actId="404"/>
          <ac:spMkLst>
            <pc:docMk/>
            <pc:sldMk cId="2665301169" sldId="2147474208"/>
            <ac:spMk id="97" creationId="{2D2ACAAA-5A34-0813-688B-4A3AD12F1ABC}"/>
          </ac:spMkLst>
        </pc:spChg>
        <pc:graphicFrameChg chg="add mod modGraphic">
          <ac:chgData name="Bai,Dr.,Meng (HP Medicine) BII-CN-B" userId="6888c0e7-e2e9-46e4-bdfd-6bc9e27ddaeb" providerId="ADAL" clId="{9FEF4766-40E6-4B8A-91F9-7937FC92B8AC}" dt="2025-05-14T09:54:09.045" v="3617" actId="20577"/>
          <ac:graphicFrameMkLst>
            <pc:docMk/>
            <pc:sldMk cId="2665301169" sldId="2147474208"/>
            <ac:graphicFrameMk id="80" creationId="{8DB9D491-34AA-C5C2-F4B2-9ADEAAF3BDC7}"/>
          </ac:graphicFrameMkLst>
        </pc:graphicFrameChg>
        <pc:cxnChg chg="add mod">
          <ac:chgData name="Bai,Dr.,Meng (HP Medicine) BII-CN-B" userId="6888c0e7-e2e9-46e4-bdfd-6bc9e27ddaeb" providerId="ADAL" clId="{9FEF4766-40E6-4B8A-91F9-7937FC92B8AC}" dt="2025-05-14T08:20:09.202" v="3500" actId="14100"/>
          <ac:cxnSpMkLst>
            <pc:docMk/>
            <pc:sldMk cId="2665301169" sldId="2147474208"/>
            <ac:cxnSpMk id="11" creationId="{27C1E5D9-A03F-2042-2425-28702CA4D848}"/>
          </ac:cxnSpMkLst>
        </pc:cxnChg>
        <pc:cxnChg chg="add del mod">
          <ac:chgData name="Bai,Dr.,Meng (HP Medicine) BII-CN-B" userId="6888c0e7-e2e9-46e4-bdfd-6bc9e27ddaeb" providerId="ADAL" clId="{9FEF4766-40E6-4B8A-91F9-7937FC92B8AC}" dt="2025-05-14T07:27:05.609" v="2750" actId="478"/>
          <ac:cxnSpMkLst>
            <pc:docMk/>
            <pc:sldMk cId="2665301169" sldId="2147474208"/>
            <ac:cxnSpMk id="16" creationId="{685EEBCB-0A87-EF7F-C1DC-ADBC921C1FE3}"/>
          </ac:cxnSpMkLst>
        </pc:cxnChg>
        <pc:cxnChg chg="add del mod">
          <ac:chgData name="Bai,Dr.,Meng (HP Medicine) BII-CN-B" userId="6888c0e7-e2e9-46e4-bdfd-6bc9e27ddaeb" providerId="ADAL" clId="{9FEF4766-40E6-4B8A-91F9-7937FC92B8AC}" dt="2025-05-14T07:27:15.559" v="2752" actId="478"/>
          <ac:cxnSpMkLst>
            <pc:docMk/>
            <pc:sldMk cId="2665301169" sldId="2147474208"/>
            <ac:cxnSpMk id="17" creationId="{79C7E9BE-3AED-14ED-AB69-1D3C344F76DD}"/>
          </ac:cxnSpMkLst>
        </pc:cxnChg>
        <pc:cxnChg chg="add del mod">
          <ac:chgData name="Bai,Dr.,Meng (HP Medicine) BII-CN-B" userId="6888c0e7-e2e9-46e4-bdfd-6bc9e27ddaeb" providerId="ADAL" clId="{9FEF4766-40E6-4B8A-91F9-7937FC92B8AC}" dt="2025-05-14T07:57:01.893" v="3119" actId="478"/>
          <ac:cxnSpMkLst>
            <pc:docMk/>
            <pc:sldMk cId="2665301169" sldId="2147474208"/>
            <ac:cxnSpMk id="19" creationId="{02DF432D-567B-22DC-1DF3-789F3376ED70}"/>
          </ac:cxnSpMkLst>
        </pc:cxnChg>
        <pc:cxnChg chg="add del mod">
          <ac:chgData name="Bai,Dr.,Meng (HP Medicine) BII-CN-B" userId="6888c0e7-e2e9-46e4-bdfd-6bc9e27ddaeb" providerId="ADAL" clId="{9FEF4766-40E6-4B8A-91F9-7937FC92B8AC}" dt="2025-05-14T07:31:11.185" v="2828" actId="478"/>
          <ac:cxnSpMkLst>
            <pc:docMk/>
            <pc:sldMk cId="2665301169" sldId="2147474208"/>
            <ac:cxnSpMk id="20" creationId="{6F13803C-40D0-D030-5D04-8E0D1EEC131A}"/>
          </ac:cxnSpMkLst>
        </pc:cxnChg>
        <pc:cxnChg chg="add del mod">
          <ac:chgData name="Bai,Dr.,Meng (HP Medicine) BII-CN-B" userId="6888c0e7-e2e9-46e4-bdfd-6bc9e27ddaeb" providerId="ADAL" clId="{9FEF4766-40E6-4B8A-91F9-7937FC92B8AC}" dt="2025-05-14T07:57:16.277" v="3122" actId="478"/>
          <ac:cxnSpMkLst>
            <pc:docMk/>
            <pc:sldMk cId="2665301169" sldId="2147474208"/>
            <ac:cxnSpMk id="25" creationId="{FB436351-028B-11A0-B975-24B1383317CE}"/>
          </ac:cxnSpMkLst>
        </pc:cxnChg>
        <pc:cxnChg chg="add del mod">
          <ac:chgData name="Bai,Dr.,Meng (HP Medicine) BII-CN-B" userId="6888c0e7-e2e9-46e4-bdfd-6bc9e27ddaeb" providerId="ADAL" clId="{9FEF4766-40E6-4B8A-91F9-7937FC92B8AC}" dt="2025-05-14T07:32:50.841" v="2833" actId="478"/>
          <ac:cxnSpMkLst>
            <pc:docMk/>
            <pc:sldMk cId="2665301169" sldId="2147474208"/>
            <ac:cxnSpMk id="41" creationId="{17FBD688-57A4-E148-9CCE-F6E12A25C577}"/>
          </ac:cxnSpMkLst>
        </pc:cxnChg>
        <pc:cxnChg chg="add del mod">
          <ac:chgData name="Bai,Dr.,Meng (HP Medicine) BII-CN-B" userId="6888c0e7-e2e9-46e4-bdfd-6bc9e27ddaeb" providerId="ADAL" clId="{9FEF4766-40E6-4B8A-91F9-7937FC92B8AC}" dt="2025-05-14T07:26:42.110" v="2710" actId="478"/>
          <ac:cxnSpMkLst>
            <pc:docMk/>
            <pc:sldMk cId="2665301169" sldId="2147474208"/>
            <ac:cxnSpMk id="45" creationId="{0DA30B15-2903-4791-922F-AE1B29E9C402}"/>
          </ac:cxnSpMkLst>
        </pc:cxnChg>
        <pc:cxnChg chg="add mod">
          <ac:chgData name="Bai,Dr.,Meng (HP Medicine) BII-CN-B" userId="6888c0e7-e2e9-46e4-bdfd-6bc9e27ddaeb" providerId="ADAL" clId="{9FEF4766-40E6-4B8A-91F9-7937FC92B8AC}" dt="2025-05-14T09:50:16.581" v="3543" actId="14100"/>
          <ac:cxnSpMkLst>
            <pc:docMk/>
            <pc:sldMk cId="2665301169" sldId="2147474208"/>
            <ac:cxnSpMk id="66" creationId="{19ED044D-4A20-89A9-DAA9-E4D46049DD19}"/>
          </ac:cxnSpMkLst>
        </pc:cxnChg>
        <pc:cxnChg chg="add mod">
          <ac:chgData name="Bai,Dr.,Meng (HP Medicine) BII-CN-B" userId="6888c0e7-e2e9-46e4-bdfd-6bc9e27ddaeb" providerId="ADAL" clId="{9FEF4766-40E6-4B8A-91F9-7937FC92B8AC}" dt="2025-05-14T08:19:20.932" v="3453" actId="1036"/>
          <ac:cxnSpMkLst>
            <pc:docMk/>
            <pc:sldMk cId="2665301169" sldId="2147474208"/>
            <ac:cxnSpMk id="68" creationId="{7506752C-3AC7-8418-F61B-3D0E07994940}"/>
          </ac:cxnSpMkLst>
        </pc:cxnChg>
        <pc:cxnChg chg="add mod">
          <ac:chgData name="Bai,Dr.,Meng (HP Medicine) BII-CN-B" userId="6888c0e7-e2e9-46e4-bdfd-6bc9e27ddaeb" providerId="ADAL" clId="{9FEF4766-40E6-4B8A-91F9-7937FC92B8AC}" dt="2025-05-14T08:19:53.369" v="3497" actId="14100"/>
          <ac:cxnSpMkLst>
            <pc:docMk/>
            <pc:sldMk cId="2665301169" sldId="2147474208"/>
            <ac:cxnSpMk id="73" creationId="{99D3D6F7-74F4-7A9C-90A4-1E9C8612F2F1}"/>
          </ac:cxnSpMkLst>
        </pc:cxnChg>
        <pc:cxnChg chg="add mod">
          <ac:chgData name="Bai,Dr.,Meng (HP Medicine) BII-CN-B" userId="6888c0e7-e2e9-46e4-bdfd-6bc9e27ddaeb" providerId="ADAL" clId="{9FEF4766-40E6-4B8A-91F9-7937FC92B8AC}" dt="2025-05-14T08:19:50.908" v="3496" actId="14100"/>
          <ac:cxnSpMkLst>
            <pc:docMk/>
            <pc:sldMk cId="2665301169" sldId="2147474208"/>
            <ac:cxnSpMk id="75" creationId="{AD4315EC-456B-D74E-3C81-77C7AF818440}"/>
          </ac:cxnSpMkLst>
        </pc:cxnChg>
      </pc:sldChg>
      <pc:sldChg chg="modSp mod">
        <pc:chgData name="Bai,Dr.,Meng (HP Medicine) BII-CN-B" userId="6888c0e7-e2e9-46e4-bdfd-6bc9e27ddaeb" providerId="ADAL" clId="{9FEF4766-40E6-4B8A-91F9-7937FC92B8AC}" dt="2025-05-14T07:09:11.619" v="2487" actId="2162"/>
        <pc:sldMkLst>
          <pc:docMk/>
          <pc:sldMk cId="4287112380" sldId="2147474209"/>
        </pc:sldMkLst>
        <pc:graphicFrameChg chg="modGraphic">
          <ac:chgData name="Bai,Dr.,Meng (HP Medicine) BII-CN-B" userId="6888c0e7-e2e9-46e4-bdfd-6bc9e27ddaeb" providerId="ADAL" clId="{9FEF4766-40E6-4B8A-91F9-7937FC92B8AC}" dt="2025-05-14T07:09:11.619" v="2487" actId="2162"/>
          <ac:graphicFrameMkLst>
            <pc:docMk/>
            <pc:sldMk cId="4287112380" sldId="2147474209"/>
            <ac:graphicFrameMk id="48" creationId="{86C5D527-3B84-D361-A296-DDA92E1AA4C9}"/>
          </ac:graphicFrameMkLst>
        </pc:graphicFrameChg>
      </pc:sldChg>
      <pc:sldChg chg="modSp add mod modCm">
        <pc:chgData name="Bai,Dr.,Meng (HP Medicine) BII-CN-B" userId="6888c0e7-e2e9-46e4-bdfd-6bc9e27ddaeb" providerId="ADAL" clId="{9FEF4766-40E6-4B8A-91F9-7937FC92B8AC}" dt="2025-05-14T08:05:45.032" v="3135"/>
        <pc:sldMkLst>
          <pc:docMk/>
          <pc:sldMk cId="646795934" sldId="2147474211"/>
        </pc:sldMkLst>
        <pc:spChg chg="mod">
          <ac:chgData name="Bai,Dr.,Meng (HP Medicine) BII-CN-B" userId="6888c0e7-e2e9-46e4-bdfd-6bc9e27ddaeb" providerId="ADAL" clId="{9FEF4766-40E6-4B8A-91F9-7937FC92B8AC}" dt="2025-05-14T07:50:26.559" v="2985" actId="1076"/>
          <ac:spMkLst>
            <pc:docMk/>
            <pc:sldMk cId="646795934" sldId="2147474211"/>
            <ac:spMk id="6" creationId="{23212F16-9750-DA2D-A40F-5838930CE005}"/>
          </ac:spMkLst>
        </pc:spChg>
        <pc:graphicFrameChg chg="mod modGraphic">
          <ac:chgData name="Bai,Dr.,Meng (HP Medicine) BII-CN-B" userId="6888c0e7-e2e9-46e4-bdfd-6bc9e27ddaeb" providerId="ADAL" clId="{9FEF4766-40E6-4B8A-91F9-7937FC92B8AC}" dt="2025-05-14T08:05:45.032" v="3135"/>
          <ac:graphicFrameMkLst>
            <pc:docMk/>
            <pc:sldMk cId="646795934" sldId="2147474211"/>
            <ac:graphicFrameMk id="48" creationId="{86C5D527-3B84-D361-A296-DDA92E1AA4C9}"/>
          </ac:graphicFrameMkLst>
        </pc:graphicFrameChg>
      </pc:sldChg>
    </pc:docChg>
  </pc:docChgLst>
  <pc:docChgLst>
    <pc:chgData name="Yan,Dr.,Shijia (MED BDS) BII-CN-S" userId="S::shijia.yan@boehringer-ingelheim.com::430f0cc2-85a8-4ae7-b8a1-52d7eaf2fba3" providerId="AD" clId="Web-{104BB5D8-6E0D-E99B-EBC5-AEF5A0BC7759}"/>
    <pc:docChg chg="modSld">
      <pc:chgData name="Yan,Dr.,Shijia (MED BDS) BII-CN-S" userId="S::shijia.yan@boehringer-ingelheim.com::430f0cc2-85a8-4ae7-b8a1-52d7eaf2fba3" providerId="AD" clId="Web-{104BB5D8-6E0D-E99B-EBC5-AEF5A0BC7759}" dt="2025-05-14T14:44:17.644" v="3"/>
      <pc:docMkLst>
        <pc:docMk/>
      </pc:docMkLst>
      <pc:sldChg chg="modSp">
        <pc:chgData name="Yan,Dr.,Shijia (MED BDS) BII-CN-S" userId="S::shijia.yan@boehringer-ingelheim.com::430f0cc2-85a8-4ae7-b8a1-52d7eaf2fba3" providerId="AD" clId="Web-{104BB5D8-6E0D-E99B-EBC5-AEF5A0BC7759}" dt="2025-05-14T14:44:17.644" v="3"/>
        <pc:sldMkLst>
          <pc:docMk/>
          <pc:sldMk cId="303740771" sldId="2147474204"/>
        </pc:sldMkLst>
        <pc:graphicFrameChg chg="mod modGraphic">
          <ac:chgData name="Yan,Dr.,Shijia (MED BDS) BII-CN-S" userId="S::shijia.yan@boehringer-ingelheim.com::430f0cc2-85a8-4ae7-b8a1-52d7eaf2fba3" providerId="AD" clId="Web-{104BB5D8-6E0D-E99B-EBC5-AEF5A0BC7759}" dt="2025-05-14T14:44:17.644" v="3"/>
          <ac:graphicFrameMkLst>
            <pc:docMk/>
            <pc:sldMk cId="303740771" sldId="2147474204"/>
            <ac:graphicFrameMk id="7" creationId="{937E2E1A-7C42-BB52-E5BA-5C1EAFAE8DA9}"/>
          </ac:graphicFrameMkLst>
        </pc:graphicFrameChg>
      </pc:sldChg>
    </pc:docChg>
  </pc:docChgLst>
  <pc:docChgLst>
    <pc:chgData name="Ye,Binqi (MED BDS) BII-CN-S" userId="S::binqi.ye@boehringer-ingelheim.com::9258c740-77de-4afd-9a4b-974096df3d79" providerId="AD" clId="Web-{9E29698C-ACFA-912F-2FAC-E24F8612E376}"/>
    <pc:docChg chg="modSld">
      <pc:chgData name="Ye,Binqi (MED BDS) BII-CN-S" userId="S::binqi.ye@boehringer-ingelheim.com::9258c740-77de-4afd-9a4b-974096df3d79" providerId="AD" clId="Web-{9E29698C-ACFA-912F-2FAC-E24F8612E376}" dt="2025-05-14T05:01:22.710" v="0"/>
      <pc:docMkLst>
        <pc:docMk/>
      </pc:docMkLst>
      <pc:sldChg chg="mod modShow">
        <pc:chgData name="Ye,Binqi (MED BDS) BII-CN-S" userId="S::binqi.ye@boehringer-ingelheim.com::9258c740-77de-4afd-9a4b-974096df3d79" providerId="AD" clId="Web-{9E29698C-ACFA-912F-2FAC-E24F8612E376}" dt="2025-05-14T05:01:22.710" v="0"/>
        <pc:sldMkLst>
          <pc:docMk/>
          <pc:sldMk cId="3564597955" sldId="294"/>
        </pc:sldMkLst>
      </pc:sldChg>
    </pc:docChg>
  </pc:docChgLst>
  <pc:docChgLst>
    <pc:chgData name="Bai,Dr.,Meng (HP Medicine) BII-CN-B" userId="S::meng.bai@boehringer-ingelheim.com::6888c0e7-e2e9-46e4-bdfd-6bc9e27ddaeb" providerId="AD" clId="Web-{DD78918C-6423-3F3B-13E1-849C7CEF2284}"/>
    <pc:docChg chg="modSld">
      <pc:chgData name="Bai,Dr.,Meng (HP Medicine) BII-CN-B" userId="S::meng.bai@boehringer-ingelheim.com::6888c0e7-e2e9-46e4-bdfd-6bc9e27ddaeb" providerId="AD" clId="Web-{DD78918C-6423-3F3B-13E1-849C7CEF2284}" dt="2025-05-15T01:45:37.627" v="5"/>
      <pc:docMkLst>
        <pc:docMk/>
      </pc:docMkLst>
      <pc:sldChg chg="modSp">
        <pc:chgData name="Bai,Dr.,Meng (HP Medicine) BII-CN-B" userId="S::meng.bai@boehringer-ingelheim.com::6888c0e7-e2e9-46e4-bdfd-6bc9e27ddaeb" providerId="AD" clId="Web-{DD78918C-6423-3F3B-13E1-849C7CEF2284}" dt="2025-05-15T01:45:37.627" v="5"/>
        <pc:sldMkLst>
          <pc:docMk/>
          <pc:sldMk cId="3690963958" sldId="2147474216"/>
        </pc:sldMkLst>
        <pc:graphicFrameChg chg="mod modGraphic">
          <ac:chgData name="Bai,Dr.,Meng (HP Medicine) BII-CN-B" userId="S::meng.bai@boehringer-ingelheim.com::6888c0e7-e2e9-46e4-bdfd-6bc9e27ddaeb" providerId="AD" clId="Web-{DD78918C-6423-3F3B-13E1-849C7CEF2284}" dt="2025-05-15T01:45:37.627" v="5"/>
          <ac:graphicFrameMkLst>
            <pc:docMk/>
            <pc:sldMk cId="3690963958" sldId="2147474216"/>
            <ac:graphicFrameMk id="6" creationId="{948BC2D0-D77C-44BB-AE0E-B93C79DF8514}"/>
          </ac:graphicFrameMkLst>
        </pc:graphicFrameChg>
      </pc:sldChg>
    </pc:docChg>
  </pc:docChgLst>
  <pc:docChgLst>
    <pc:chgData name="Ye,Binqi (MED BDS) BII-CN-S" userId="9258c740-77de-4afd-9a4b-974096df3d79" providerId="ADAL" clId="{13E3EC7D-394D-4B56-9B12-5CEBE8BEEBB1}"/>
    <pc:docChg chg="undo redo custSel addSld modSld">
      <pc:chgData name="Ye,Binqi (MED BDS) BII-CN-S" userId="9258c740-77de-4afd-9a4b-974096df3d79" providerId="ADAL" clId="{13E3EC7D-394D-4B56-9B12-5CEBE8BEEBB1}" dt="2025-05-14T05:58:41.108" v="3578" actId="14734"/>
      <pc:docMkLst>
        <pc:docMk/>
      </pc:docMkLst>
      <pc:sldChg chg="delSp modSp mod">
        <pc:chgData name="Ye,Binqi (MED BDS) BII-CN-S" userId="9258c740-77de-4afd-9a4b-974096df3d79" providerId="ADAL" clId="{13E3EC7D-394D-4B56-9B12-5CEBE8BEEBB1}" dt="2025-05-13T12:08:49.458" v="2557" actId="21"/>
        <pc:sldMkLst>
          <pc:docMk/>
          <pc:sldMk cId="2665301169" sldId="2147474208"/>
        </pc:sldMkLst>
      </pc:sldChg>
      <pc:sldChg chg="addSp delSp modSp new mod">
        <pc:chgData name="Ye,Binqi (MED BDS) BII-CN-S" userId="9258c740-77de-4afd-9a4b-974096df3d79" providerId="ADAL" clId="{13E3EC7D-394D-4B56-9B12-5CEBE8BEEBB1}" dt="2025-05-14T05:58:41.108" v="3578" actId="14734"/>
        <pc:sldMkLst>
          <pc:docMk/>
          <pc:sldMk cId="4287112380" sldId="2147474209"/>
        </pc:sldMkLst>
        <pc:graphicFrameChg chg="add mod modGraphic">
          <ac:chgData name="Ye,Binqi (MED BDS) BII-CN-S" userId="9258c740-77de-4afd-9a4b-974096df3d79" providerId="ADAL" clId="{13E3EC7D-394D-4B56-9B12-5CEBE8BEEBB1}" dt="2025-05-14T05:58:41.108" v="3578" actId="14734"/>
          <ac:graphicFrameMkLst>
            <pc:docMk/>
            <pc:sldMk cId="4287112380" sldId="2147474209"/>
            <ac:graphicFrameMk id="48" creationId="{86C5D527-3B84-D361-A296-DDA92E1AA4C9}"/>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743E03-9B36-451C-9BDB-8DFAFE619ACF}" type="datetimeFigureOut">
              <a:rPr lang="zh-CN" altLang="en-US" smtClean="0"/>
              <a:t>2025/5/15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06D24A-E36B-46F9-8B36-7B05710F770C}" type="slidenum">
              <a:rPr lang="zh-CN" altLang="en-US" smtClean="0"/>
              <a:t>‹#›</a:t>
            </a:fld>
            <a:endParaRPr lang="zh-CN" altLang="en-US"/>
          </a:p>
        </p:txBody>
      </p:sp>
    </p:spTree>
    <p:extLst>
      <p:ext uri="{BB962C8B-B14F-4D97-AF65-F5344CB8AC3E}">
        <p14:creationId xmlns:p14="http://schemas.microsoft.com/office/powerpoint/2010/main" val="426134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106D24A-E36B-46F9-8B36-7B05710F770C}" type="slidenum">
              <a:rPr lang="zh-CN" altLang="en-US" smtClean="0"/>
              <a:t>3</a:t>
            </a:fld>
            <a:endParaRPr lang="zh-CN" altLang="en-US"/>
          </a:p>
        </p:txBody>
      </p:sp>
    </p:spTree>
    <p:extLst>
      <p:ext uri="{BB962C8B-B14F-4D97-AF65-F5344CB8AC3E}">
        <p14:creationId xmlns:p14="http://schemas.microsoft.com/office/powerpoint/2010/main" val="30250668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4"/>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269595788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4"/>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249448961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9451234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3684696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13861860"/>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7" y="1412877"/>
            <a:ext cx="11233151" cy="4537075"/>
          </a:xfrm>
        </p:spPr>
        <p:txBody>
          <a:bodyPr/>
          <a:lstStyle>
            <a:lvl1pPr marL="359982" indent="-359982">
              <a:spcBef>
                <a:spcPts val="1800"/>
              </a:spcBef>
              <a:buFont typeface="+mj-lt"/>
              <a:buAutoNum type="arabicPeriod"/>
              <a:defRPr sz="2000"/>
            </a:lvl1pPr>
            <a:lvl2pPr marL="539973" indent="-179992">
              <a:spcBef>
                <a:spcPts val="200"/>
              </a:spcBef>
              <a:spcAft>
                <a:spcPts val="200"/>
              </a:spcAft>
              <a:buFont typeface="Arial" panose="020B0604020202020204" pitchFamily="34" charset="0"/>
              <a:buChar char="•"/>
              <a:defRPr/>
            </a:lvl2pPr>
            <a:lvl3pPr marL="539973" indent="-179992">
              <a:spcBef>
                <a:spcPts val="200"/>
              </a:spcBef>
              <a:spcAft>
                <a:spcPts val="200"/>
              </a:spcAft>
              <a:buFont typeface="Arial" panose="020B0604020202020204" pitchFamily="34" charset="0"/>
              <a:buChar char="•"/>
              <a:defRPr/>
            </a:lvl3pPr>
            <a:lvl4pPr marL="539973" indent="-179992">
              <a:spcBef>
                <a:spcPts val="200"/>
              </a:spcBef>
              <a:spcAft>
                <a:spcPts val="200"/>
              </a:spcAft>
              <a:buFont typeface="Arial" panose="020B0604020202020204" pitchFamily="34" charset="0"/>
              <a:buChar char="•"/>
              <a:defRPr/>
            </a:lvl4pPr>
            <a:lvl5pPr marL="539973" indent="-179992">
              <a:spcBef>
                <a:spcPts val="200"/>
              </a:spcBef>
              <a:spcAft>
                <a:spcPts val="200"/>
              </a:spcAft>
              <a:buFont typeface="Arial" panose="020B0604020202020204" pitchFamily="34" charset="0"/>
              <a:buChar char="•"/>
              <a:defRPr sz="1600"/>
            </a:lvl5pPr>
            <a:lvl6pPr marL="539973" indent="-179992">
              <a:spcBef>
                <a:spcPts val="200"/>
              </a:spcBef>
              <a:spcAft>
                <a:spcPts val="200"/>
              </a:spcAft>
              <a:buFont typeface="Arial" panose="020B0604020202020204" pitchFamily="34" charset="0"/>
              <a:buChar char="•"/>
              <a:defRPr sz="1600"/>
            </a:lvl6pPr>
            <a:lvl7pPr marL="539973" indent="-179992">
              <a:spcBef>
                <a:spcPts val="200"/>
              </a:spcBef>
              <a:spcAft>
                <a:spcPts val="200"/>
              </a:spcAft>
              <a:buFont typeface="Arial" panose="020B0604020202020204" pitchFamily="34" charset="0"/>
              <a:buChar char="•"/>
              <a:defRPr sz="1600"/>
            </a:lvl7pPr>
            <a:lvl8pPr marL="539973" indent="-179992">
              <a:spcBef>
                <a:spcPts val="200"/>
              </a:spcBef>
              <a:spcAft>
                <a:spcPts val="200"/>
              </a:spcAft>
              <a:buFont typeface="Arial" panose="020B0604020202020204" pitchFamily="34" charset="0"/>
              <a:buChar char="•"/>
              <a:defRPr sz="1600"/>
            </a:lvl8pPr>
            <a:lvl9pPr marL="539973" indent="-179992">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ltLang="zh-CN"/>
              <a:t>TA-CEC Presentation Template </a:t>
            </a:r>
            <a:r>
              <a:rPr lang="en-US"/>
              <a:t>|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953660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ltLang="zh-CN"/>
              <a:t>TA-CEC Presentation Template </a:t>
            </a:r>
            <a:r>
              <a:rPr lang="en-US"/>
              <a:t>|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1867431741"/>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6"/>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ltLang="zh-CN"/>
              <a:t>TA-CEC Presentation Template </a:t>
            </a:r>
            <a:r>
              <a:rPr lang="en-US"/>
              <a:t> |    ONLY FOR INTERNAL USE</a:t>
            </a:r>
          </a:p>
        </p:txBody>
      </p:sp>
    </p:spTree>
    <p:extLst>
      <p:ext uri="{BB962C8B-B14F-4D97-AF65-F5344CB8AC3E}">
        <p14:creationId xmlns:p14="http://schemas.microsoft.com/office/powerpoint/2010/main" val="340297336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6"/>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ltLang="zh-CN"/>
              <a:t>TA-CEC Presentation Template</a:t>
            </a:r>
            <a:r>
              <a:rPr lang="en-US"/>
              <a:t>    |    ONLY FOR INTERNAL USE</a:t>
            </a:r>
          </a:p>
        </p:txBody>
      </p:sp>
    </p:spTree>
    <p:extLst>
      <p:ext uri="{BB962C8B-B14F-4D97-AF65-F5344CB8AC3E}">
        <p14:creationId xmlns:p14="http://schemas.microsoft.com/office/powerpoint/2010/main" val="1070647073"/>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7" y="1412876"/>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7"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ltLang="zh-CN"/>
              <a:t>TA-CEC Presentation Template </a:t>
            </a:r>
            <a:r>
              <a:rPr lang="en-US"/>
              <a:t>|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34743306"/>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7"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ltLang="zh-CN"/>
              <a:t>TA-CEC Presentation Template</a:t>
            </a:r>
            <a:r>
              <a:rPr lang="en-US"/>
              <a:t>|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0095980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7"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2" name="Fußzeilenplatzhalter 5">
            <a:extLst>
              <a:ext uri="{FF2B5EF4-FFF2-40B4-BE49-F238E27FC236}">
                <a16:creationId xmlns:a16="http://schemas.microsoft.com/office/drawing/2014/main" id="{B552526D-6691-56E1-0563-788677EB2275}"/>
              </a:ext>
            </a:extLst>
          </p:cNvPr>
          <p:cNvSpPr>
            <a:spLocks noGrp="1"/>
          </p:cNvSpPr>
          <p:nvPr>
            <p:ph type="ftr" sz="quarter" idx="16"/>
          </p:nvPr>
        </p:nvSpPr>
        <p:spPr bwMode="gray">
          <a:xfrm>
            <a:off x="6312024" y="6246836"/>
            <a:ext cx="5040560" cy="288000"/>
          </a:xfrm>
        </p:spPr>
        <p:txBody>
          <a:bodyPr/>
          <a:lstStyle>
            <a:lvl1pPr>
              <a:defRPr>
                <a:solidFill>
                  <a:schemeClr val="bg1"/>
                </a:solidFill>
              </a:defRPr>
            </a:lvl1pPr>
          </a:lstStyle>
          <a:p>
            <a:r>
              <a:rPr lang="en-US" altLang="zh-CN"/>
              <a:t>TA-CEC Presentation Template </a:t>
            </a:r>
            <a:r>
              <a:rPr lang="en-US"/>
              <a:t>|    ONLY FOR INTERNAL USE</a:t>
            </a:r>
          </a:p>
        </p:txBody>
      </p:sp>
    </p:spTree>
    <p:extLst>
      <p:ext uri="{BB962C8B-B14F-4D97-AF65-F5344CB8AC3E}">
        <p14:creationId xmlns:p14="http://schemas.microsoft.com/office/powerpoint/2010/main" val="5660630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60" indent="-215989">
              <a:defRPr sz="1200">
                <a:solidFill>
                  <a:schemeClr val="bg2"/>
                </a:solidFill>
              </a:defRPr>
            </a:lvl5pPr>
            <a:lvl6pPr marL="791960" indent="-215989">
              <a:defRPr sz="1200">
                <a:solidFill>
                  <a:schemeClr val="bg2"/>
                </a:solidFill>
              </a:defRPr>
            </a:lvl6pPr>
            <a:lvl7pPr marL="791960" indent="-215989">
              <a:defRPr sz="1200">
                <a:solidFill>
                  <a:schemeClr val="bg2"/>
                </a:solidFill>
              </a:defRPr>
            </a:lvl7pPr>
            <a:lvl8pPr marL="791960" indent="-215989">
              <a:defRPr sz="1200">
                <a:solidFill>
                  <a:schemeClr val="bg2"/>
                </a:solidFill>
              </a:defRPr>
            </a:lvl8pPr>
            <a:lvl9pPr marL="791960" indent="-215989">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ltLang="zh-CN"/>
              <a:t>TA-CEC Presentation Template</a:t>
            </a:r>
            <a:r>
              <a:rPr lang="en-US"/>
              <a:t>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168238857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60" indent="-215989">
              <a:defRPr sz="1200">
                <a:solidFill>
                  <a:schemeClr val="bg2"/>
                </a:solidFill>
              </a:defRPr>
            </a:lvl5pPr>
            <a:lvl6pPr marL="791960" indent="-215989">
              <a:defRPr sz="1200">
                <a:solidFill>
                  <a:schemeClr val="bg2"/>
                </a:solidFill>
              </a:defRPr>
            </a:lvl6pPr>
            <a:lvl7pPr marL="791960" indent="-215989">
              <a:defRPr sz="1200">
                <a:solidFill>
                  <a:schemeClr val="bg2"/>
                </a:solidFill>
              </a:defRPr>
            </a:lvl7pPr>
            <a:lvl8pPr marL="791960" indent="-215989">
              <a:defRPr sz="1200">
                <a:solidFill>
                  <a:schemeClr val="bg2"/>
                </a:solidFill>
              </a:defRPr>
            </a:lvl8pPr>
            <a:lvl9pPr marL="791960" indent="-215989">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ltLang="zh-CN"/>
              <a:t>TA-CEC Presentation Template </a:t>
            </a:r>
            <a:r>
              <a:rPr lang="en-US"/>
              <a:t>|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19398438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60" indent="-215989">
              <a:defRPr sz="1200">
                <a:solidFill>
                  <a:schemeClr val="tx2"/>
                </a:solidFill>
              </a:defRPr>
            </a:lvl5pPr>
            <a:lvl6pPr marL="791960" indent="-215989">
              <a:defRPr sz="1200">
                <a:solidFill>
                  <a:schemeClr val="tx2"/>
                </a:solidFill>
              </a:defRPr>
            </a:lvl6pPr>
            <a:lvl7pPr marL="791960" indent="-215989">
              <a:defRPr sz="1200">
                <a:solidFill>
                  <a:schemeClr val="tx2"/>
                </a:solidFill>
              </a:defRPr>
            </a:lvl7pPr>
            <a:lvl8pPr marL="791960" indent="-215989">
              <a:defRPr sz="1200">
                <a:solidFill>
                  <a:schemeClr val="tx2"/>
                </a:solidFill>
              </a:defRPr>
            </a:lvl8pPr>
            <a:lvl9pPr marL="791960" indent="-215989">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ltLang="zh-CN"/>
              <a:t>TA-CEC Presentation Template </a:t>
            </a:r>
            <a:r>
              <a:rPr lang="en-US"/>
              <a:t>|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1785734533"/>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60" indent="-215989">
              <a:defRPr sz="1200">
                <a:solidFill>
                  <a:schemeClr val="tx2"/>
                </a:solidFill>
              </a:defRPr>
            </a:lvl5pPr>
            <a:lvl6pPr marL="791960" indent="-215989">
              <a:defRPr sz="1200">
                <a:solidFill>
                  <a:schemeClr val="tx2"/>
                </a:solidFill>
              </a:defRPr>
            </a:lvl6pPr>
            <a:lvl7pPr marL="791960" indent="-215989">
              <a:defRPr sz="1200">
                <a:solidFill>
                  <a:schemeClr val="tx2"/>
                </a:solidFill>
              </a:defRPr>
            </a:lvl7pPr>
            <a:lvl8pPr marL="791960" indent="-215989">
              <a:defRPr sz="1200">
                <a:solidFill>
                  <a:schemeClr val="tx2"/>
                </a:solidFill>
              </a:defRPr>
            </a:lvl8pPr>
            <a:lvl9pPr marL="791960" indent="-215989">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ltLang="zh-CN"/>
              <a:t>TA-CEC Presentation Template </a:t>
            </a:r>
            <a:r>
              <a:rPr lang="en-US"/>
              <a:t>|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6208826"/>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ltLang="zh-CN"/>
              <a:t>TA-CEC Presentation Template </a:t>
            </a:r>
            <a:r>
              <a:rPr lang="en-US"/>
              <a:t>|    ONLY FOR INTERNAL USE</a:t>
            </a:r>
          </a:p>
        </p:txBody>
      </p:sp>
    </p:spTree>
    <p:extLst>
      <p:ext uri="{BB962C8B-B14F-4D97-AF65-F5344CB8AC3E}">
        <p14:creationId xmlns:p14="http://schemas.microsoft.com/office/powerpoint/2010/main" val="1879037171"/>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90"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1"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72002685"/>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1"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54853926"/>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5"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0302026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6"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1747525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1"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3"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448435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5340284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6"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40"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5090783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1"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1"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8629240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72484260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3"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7"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35457145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737507704"/>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451954725"/>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2652636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7819320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3"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65" algn="l"/>
              </a:tabLst>
              <a:defRPr b="1">
                <a:solidFill>
                  <a:schemeClr val="bg1"/>
                </a:solidFill>
              </a:defRPr>
            </a:lvl2pPr>
            <a:lvl3pPr marL="0" indent="0" algn="l">
              <a:spcBef>
                <a:spcPts val="0"/>
              </a:spcBef>
              <a:spcAft>
                <a:spcPts val="1200"/>
              </a:spcAft>
              <a:buNone/>
              <a:tabLst>
                <a:tab pos="266687" algn="l"/>
              </a:tabLst>
              <a:defRPr sz="1400">
                <a:solidFill>
                  <a:schemeClr val="bg1"/>
                </a:solidFill>
              </a:defRPr>
            </a:lvl3pPr>
            <a:lvl4pPr marL="0" indent="0" algn="l">
              <a:spcBef>
                <a:spcPts val="0"/>
              </a:spcBef>
              <a:spcAft>
                <a:spcPts val="1200"/>
              </a:spcAft>
              <a:buNone/>
              <a:tabLst>
                <a:tab pos="723865" algn="l"/>
              </a:tabLst>
              <a:defRPr sz="1400">
                <a:solidFill>
                  <a:schemeClr val="bg1"/>
                </a:solidFill>
              </a:defRPr>
            </a:lvl4pPr>
            <a:lvl5pPr marL="0" indent="0" algn="l">
              <a:spcBef>
                <a:spcPts val="0"/>
              </a:spcBef>
              <a:spcAft>
                <a:spcPts val="1200"/>
              </a:spcAft>
              <a:buNone/>
              <a:tabLst>
                <a:tab pos="723865" algn="l"/>
              </a:tabLst>
              <a:defRPr sz="1400">
                <a:solidFill>
                  <a:schemeClr val="bg1"/>
                </a:solidFill>
              </a:defRPr>
            </a:lvl5pPr>
            <a:lvl6pPr marL="0" indent="0">
              <a:spcBef>
                <a:spcPts val="0"/>
              </a:spcBef>
              <a:spcAft>
                <a:spcPts val="1200"/>
              </a:spcAft>
              <a:buNone/>
              <a:tabLst>
                <a:tab pos="723865" algn="l"/>
              </a:tabLst>
              <a:defRPr sz="1400">
                <a:solidFill>
                  <a:schemeClr val="bg1"/>
                </a:solidFill>
              </a:defRPr>
            </a:lvl6pPr>
            <a:lvl7pPr marL="0" indent="0">
              <a:spcBef>
                <a:spcPts val="0"/>
              </a:spcBef>
              <a:spcAft>
                <a:spcPts val="1200"/>
              </a:spcAft>
              <a:buNone/>
              <a:tabLst>
                <a:tab pos="723865" algn="l"/>
              </a:tabLst>
              <a:defRPr sz="1400">
                <a:solidFill>
                  <a:schemeClr val="bg1"/>
                </a:solidFill>
              </a:defRPr>
            </a:lvl7pPr>
            <a:lvl8pPr marL="0" indent="0">
              <a:spcBef>
                <a:spcPts val="0"/>
              </a:spcBef>
              <a:spcAft>
                <a:spcPts val="1200"/>
              </a:spcAft>
              <a:buNone/>
              <a:tabLst>
                <a:tab pos="723865" algn="l"/>
              </a:tabLst>
              <a:defRPr sz="1400">
                <a:solidFill>
                  <a:schemeClr val="bg1"/>
                </a:solidFill>
              </a:defRPr>
            </a:lvl8pPr>
            <a:lvl9pPr marL="0" indent="0">
              <a:spcBef>
                <a:spcPts val="0"/>
              </a:spcBef>
              <a:spcAft>
                <a:spcPts val="1200"/>
              </a:spcAft>
              <a:buNone/>
              <a:tabLst>
                <a:tab pos="723865"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9"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65" algn="l"/>
              </a:tabLst>
              <a:defRPr b="1">
                <a:solidFill>
                  <a:schemeClr val="bg1"/>
                </a:solidFill>
              </a:defRPr>
            </a:lvl2pPr>
            <a:lvl3pPr marL="0" indent="0" algn="l">
              <a:spcBef>
                <a:spcPts val="0"/>
              </a:spcBef>
              <a:spcAft>
                <a:spcPts val="1200"/>
              </a:spcAft>
              <a:buNone/>
              <a:tabLst>
                <a:tab pos="266687" algn="l"/>
              </a:tabLst>
              <a:defRPr sz="1400">
                <a:solidFill>
                  <a:schemeClr val="bg1"/>
                </a:solidFill>
              </a:defRPr>
            </a:lvl3pPr>
            <a:lvl4pPr marL="0" indent="0" algn="l">
              <a:spcBef>
                <a:spcPts val="0"/>
              </a:spcBef>
              <a:spcAft>
                <a:spcPts val="1200"/>
              </a:spcAft>
              <a:buNone/>
              <a:tabLst>
                <a:tab pos="723865" algn="l"/>
              </a:tabLst>
              <a:defRPr sz="1400">
                <a:solidFill>
                  <a:schemeClr val="bg1"/>
                </a:solidFill>
              </a:defRPr>
            </a:lvl4pPr>
            <a:lvl5pPr marL="0" indent="0" algn="l">
              <a:spcBef>
                <a:spcPts val="0"/>
              </a:spcBef>
              <a:spcAft>
                <a:spcPts val="1200"/>
              </a:spcAft>
              <a:buNone/>
              <a:tabLst>
                <a:tab pos="723865" algn="l"/>
              </a:tabLst>
              <a:defRPr sz="1400">
                <a:solidFill>
                  <a:schemeClr val="bg1"/>
                </a:solidFill>
              </a:defRPr>
            </a:lvl5pPr>
            <a:lvl6pPr marL="0" indent="0">
              <a:spcBef>
                <a:spcPts val="0"/>
              </a:spcBef>
              <a:spcAft>
                <a:spcPts val="1200"/>
              </a:spcAft>
              <a:buNone/>
              <a:tabLst>
                <a:tab pos="723865" algn="l"/>
              </a:tabLst>
              <a:defRPr sz="1400">
                <a:solidFill>
                  <a:schemeClr val="bg1"/>
                </a:solidFill>
              </a:defRPr>
            </a:lvl6pPr>
            <a:lvl7pPr marL="0" indent="0">
              <a:spcBef>
                <a:spcPts val="0"/>
              </a:spcBef>
              <a:spcAft>
                <a:spcPts val="1200"/>
              </a:spcAft>
              <a:buNone/>
              <a:tabLst>
                <a:tab pos="723865" algn="l"/>
              </a:tabLst>
              <a:defRPr sz="1400">
                <a:solidFill>
                  <a:schemeClr val="bg1"/>
                </a:solidFill>
              </a:defRPr>
            </a:lvl7pPr>
            <a:lvl8pPr marL="0" indent="0">
              <a:spcBef>
                <a:spcPts val="0"/>
              </a:spcBef>
              <a:spcAft>
                <a:spcPts val="1200"/>
              </a:spcAft>
              <a:buNone/>
              <a:tabLst>
                <a:tab pos="723865" algn="l"/>
              </a:tabLst>
              <a:defRPr sz="1400">
                <a:solidFill>
                  <a:schemeClr val="bg1"/>
                </a:solidFill>
              </a:defRPr>
            </a:lvl8pPr>
            <a:lvl9pPr marL="0" indent="0">
              <a:spcBef>
                <a:spcPts val="0"/>
              </a:spcBef>
              <a:spcAft>
                <a:spcPts val="1200"/>
              </a:spcAft>
              <a:buNone/>
              <a:tabLst>
                <a:tab pos="723865"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5689727"/>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7"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7"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3"/>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5"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2246494148"/>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15/05/2025</a:t>
            </a:fld>
            <a:endParaRPr lang="en-GB" noProof="0"/>
          </a:p>
        </p:txBody>
      </p:sp>
      <p:sp>
        <p:nvSpPr>
          <p:cNvPr id="3" name="Fußzeilenplatzhalter 2"/>
          <p:cNvSpPr>
            <a:spLocks noGrp="1"/>
          </p:cNvSpPr>
          <p:nvPr>
            <p:ph type="ftr" sz="quarter" idx="11"/>
          </p:nvPr>
        </p:nvSpPr>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62902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7"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5"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TA-CEC Presentation Template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29107720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hf hdr="0" dt="0"/>
  <p:txStyles>
    <p:titleStyle>
      <a:lvl1pPr algn="l" defTabSz="914354"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89" indent="-215989" algn="l" defTabSz="914354"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79"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72"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60"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86" indent="-142867"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79"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7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7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5F3AAF-B646-A644-A853-6803B932A209}"/>
              </a:ext>
            </a:extLst>
          </p:cNvPr>
          <p:cNvSpPr>
            <a:spLocks noGrp="1"/>
          </p:cNvSpPr>
          <p:nvPr>
            <p:ph type="ctrTitle"/>
          </p:nvPr>
        </p:nvSpPr>
        <p:spPr>
          <a:xfrm>
            <a:off x="479427" y="2060912"/>
            <a:ext cx="8280755" cy="1584000"/>
          </a:xfrm>
        </p:spPr>
        <p:txBody>
          <a:bodyPr/>
          <a:lstStyle/>
          <a:p>
            <a:r>
              <a:rPr lang="en-US" altLang="zh-CN" sz="4400"/>
              <a:t>Metalyse TENACITY trial </a:t>
            </a:r>
            <a:br>
              <a:rPr lang="en-US" altLang="zh-CN" sz="4400"/>
            </a:br>
            <a:r>
              <a:rPr lang="en-US" altLang="zh-CN" sz="4400"/>
              <a:t>(for late window indication)</a:t>
            </a:r>
            <a:endParaRPr lang="zh-CN" altLang="en-US" sz="4400"/>
          </a:p>
        </p:txBody>
      </p:sp>
      <p:sp>
        <p:nvSpPr>
          <p:cNvPr id="3" name="副标题 2">
            <a:extLst>
              <a:ext uri="{FF2B5EF4-FFF2-40B4-BE49-F238E27FC236}">
                <a16:creationId xmlns:a16="http://schemas.microsoft.com/office/drawing/2014/main" id="{33BA54A2-2C71-24DE-F32D-0C7043CEAA77}"/>
              </a:ext>
            </a:extLst>
          </p:cNvPr>
          <p:cNvSpPr>
            <a:spLocks noGrp="1"/>
          </p:cNvSpPr>
          <p:nvPr>
            <p:ph type="subTitle" idx="1"/>
          </p:nvPr>
        </p:nvSpPr>
        <p:spPr>
          <a:xfrm>
            <a:off x="479427" y="4169992"/>
            <a:ext cx="8281375" cy="936000"/>
          </a:xfrm>
        </p:spPr>
        <p:txBody>
          <a:bodyPr/>
          <a:lstStyle/>
          <a:p>
            <a:r>
              <a:rPr lang="en-US" altLang="zh-CN" sz="2000"/>
              <a:t>Consideration for time window</a:t>
            </a:r>
          </a:p>
          <a:p>
            <a:r>
              <a:rPr lang="en-US" altLang="zh-CN" sz="2000"/>
              <a:t>For advice</a:t>
            </a:r>
          </a:p>
          <a:p>
            <a:r>
              <a:rPr lang="en-US" altLang="zh-CN" sz="2000"/>
              <a:t>2025 May 14</a:t>
            </a:r>
            <a:endParaRPr lang="zh-CN" altLang="en-US" sz="2000"/>
          </a:p>
        </p:txBody>
      </p:sp>
      <p:sp>
        <p:nvSpPr>
          <p:cNvPr id="4" name="页脚占位符 3">
            <a:extLst>
              <a:ext uri="{FF2B5EF4-FFF2-40B4-BE49-F238E27FC236}">
                <a16:creationId xmlns:a16="http://schemas.microsoft.com/office/drawing/2014/main" id="{386ECC79-F8D6-F36F-D1FA-4678E6668EF7}"/>
              </a:ext>
            </a:extLst>
          </p:cNvPr>
          <p:cNvSpPr>
            <a:spLocks noGrp="1"/>
          </p:cNvSpPr>
          <p:nvPr>
            <p:ph type="ftr" sz="quarter" idx="19"/>
          </p:nvPr>
        </p:nvSpPr>
        <p:spPr/>
        <p:txBody>
          <a:bodyPr/>
          <a:lstStyle/>
          <a:p>
            <a:r>
              <a:rPr lang="en-US"/>
              <a:t>ONLY FOR INTERNAL USE</a:t>
            </a:r>
          </a:p>
        </p:txBody>
      </p:sp>
    </p:spTree>
    <p:extLst>
      <p:ext uri="{BB962C8B-B14F-4D97-AF65-F5344CB8AC3E}">
        <p14:creationId xmlns:p14="http://schemas.microsoft.com/office/powerpoint/2010/main" val="2020469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9A0ADED-775A-7F02-3EAC-3E9504881BFE}"/>
              </a:ext>
            </a:extLst>
          </p:cNvPr>
          <p:cNvSpPr>
            <a:spLocks noGrp="1"/>
          </p:cNvSpPr>
          <p:nvPr>
            <p:ph type="title"/>
          </p:nvPr>
        </p:nvSpPr>
        <p:spPr>
          <a:xfrm>
            <a:off x="119433" y="284165"/>
            <a:ext cx="11233151" cy="720000"/>
          </a:xfrm>
        </p:spPr>
        <p:txBody>
          <a:bodyPr/>
          <a:lstStyle/>
          <a:p>
            <a:r>
              <a:rPr lang="en-US" altLang="zh-CN"/>
              <a:t>Background summary </a:t>
            </a:r>
            <a:endParaRPr lang="zh-CN" altLang="en-US"/>
          </a:p>
        </p:txBody>
      </p:sp>
      <p:sp>
        <p:nvSpPr>
          <p:cNvPr id="4" name="页脚占位符 3">
            <a:extLst>
              <a:ext uri="{FF2B5EF4-FFF2-40B4-BE49-F238E27FC236}">
                <a16:creationId xmlns:a16="http://schemas.microsoft.com/office/drawing/2014/main" id="{F74BEA22-8E86-B7F1-A4BE-1EC992CBA66D}"/>
              </a:ext>
            </a:extLst>
          </p:cNvPr>
          <p:cNvSpPr>
            <a:spLocks noGrp="1"/>
          </p:cNvSpPr>
          <p:nvPr>
            <p:ph type="ftr" sz="quarter" idx="16"/>
          </p:nvPr>
        </p:nvSpPr>
        <p:spPr/>
        <p:txBody>
          <a:bodyPr/>
          <a:lstStyle/>
          <a:p>
            <a:r>
              <a:rPr lang="en-US"/>
              <a:t>ONLY FOR INTERNAL USE</a:t>
            </a:r>
          </a:p>
        </p:txBody>
      </p:sp>
      <p:graphicFrame>
        <p:nvGraphicFramePr>
          <p:cNvPr id="7" name="表格 6">
            <a:extLst>
              <a:ext uri="{FF2B5EF4-FFF2-40B4-BE49-F238E27FC236}">
                <a16:creationId xmlns:a16="http://schemas.microsoft.com/office/drawing/2014/main" id="{937E2E1A-7C42-BB52-E5BA-5C1EAFAE8DA9}"/>
              </a:ext>
            </a:extLst>
          </p:cNvPr>
          <p:cNvGraphicFramePr>
            <a:graphicFrameLocks noGrp="1"/>
          </p:cNvGraphicFramePr>
          <p:nvPr>
            <p:extLst>
              <p:ext uri="{D42A27DB-BD31-4B8C-83A1-F6EECF244321}">
                <p14:modId xmlns:p14="http://schemas.microsoft.com/office/powerpoint/2010/main" val="3918248624"/>
              </p:ext>
            </p:extLst>
          </p:nvPr>
        </p:nvGraphicFramePr>
        <p:xfrm>
          <a:off x="510212" y="1026007"/>
          <a:ext cx="11233151" cy="4450080"/>
        </p:xfrm>
        <a:graphic>
          <a:graphicData uri="http://schemas.openxmlformats.org/drawingml/2006/table">
            <a:tbl>
              <a:tblPr firstRow="1" bandRow="1">
                <a:tableStyleId>{5C22544A-7EE6-4342-B048-85BDC9FD1C3A}</a:tableStyleId>
              </a:tblPr>
              <a:tblGrid>
                <a:gridCol w="1298040">
                  <a:extLst>
                    <a:ext uri="{9D8B030D-6E8A-4147-A177-3AD203B41FA5}">
                      <a16:colId xmlns:a16="http://schemas.microsoft.com/office/drawing/2014/main" val="1407573766"/>
                    </a:ext>
                  </a:extLst>
                </a:gridCol>
                <a:gridCol w="3299819">
                  <a:extLst>
                    <a:ext uri="{9D8B030D-6E8A-4147-A177-3AD203B41FA5}">
                      <a16:colId xmlns:a16="http://schemas.microsoft.com/office/drawing/2014/main" val="3602557618"/>
                    </a:ext>
                  </a:extLst>
                </a:gridCol>
                <a:gridCol w="5548337">
                  <a:extLst>
                    <a:ext uri="{9D8B030D-6E8A-4147-A177-3AD203B41FA5}">
                      <a16:colId xmlns:a16="http://schemas.microsoft.com/office/drawing/2014/main" val="81564636"/>
                    </a:ext>
                  </a:extLst>
                </a:gridCol>
                <a:gridCol w="1086955">
                  <a:extLst>
                    <a:ext uri="{9D8B030D-6E8A-4147-A177-3AD203B41FA5}">
                      <a16:colId xmlns:a16="http://schemas.microsoft.com/office/drawing/2014/main" val="1313811445"/>
                    </a:ext>
                  </a:extLst>
                </a:gridCol>
              </a:tblGrid>
              <a:tr h="341067">
                <a:tc>
                  <a:txBody>
                    <a:bodyPr/>
                    <a:lstStyle/>
                    <a:p>
                      <a:pPr algn="ctr"/>
                      <a:r>
                        <a:rPr lang="en-US" altLang="zh-CN" sz="1400"/>
                        <a:t>Question </a:t>
                      </a:r>
                      <a:endParaRPr lang="zh-CN" altLang="en-US" sz="1400"/>
                    </a:p>
                  </a:txBody>
                  <a:tcPr anchor="ctr"/>
                </a:tc>
                <a:tc>
                  <a:txBody>
                    <a:bodyPr/>
                    <a:lstStyle/>
                    <a:p>
                      <a:pPr marL="0" algn="ctr" defTabSz="914354" rtl="0" eaLnBrk="1" latinLnBrk="0" hangingPunct="1"/>
                      <a:r>
                        <a:rPr lang="en-US" altLang="zh-CN" sz="1400" b="1" kern="1200">
                          <a:solidFill>
                            <a:schemeClr val="lt1"/>
                          </a:solidFill>
                          <a:latin typeface="+mn-lt"/>
                          <a:ea typeface="+mn-ea"/>
                          <a:cs typeface="+mn-cs"/>
                        </a:rPr>
                        <a:t>EMA Feedback (06 May 2025) </a:t>
                      </a:r>
                      <a:endParaRPr lang="zh-CN" altLang="en-US" sz="1400" b="1" kern="1200">
                        <a:solidFill>
                          <a:schemeClr val="lt1"/>
                        </a:solidFill>
                        <a:latin typeface="+mn-lt"/>
                        <a:ea typeface="+mn-ea"/>
                        <a:cs typeface="+mn-cs"/>
                      </a:endParaRPr>
                    </a:p>
                  </a:txBody>
                  <a:tcPr anchor="ctr"/>
                </a:tc>
                <a:tc>
                  <a:txBody>
                    <a:bodyPr/>
                    <a:lstStyle/>
                    <a:p>
                      <a:pPr algn="ctr"/>
                      <a:r>
                        <a:rPr lang="en-US" altLang="zh-CN" sz="1400">
                          <a:latin typeface="+mn-lt"/>
                        </a:rPr>
                        <a:t>CDE Feedback (24 Apr 2025)</a:t>
                      </a:r>
                      <a:endParaRPr lang="zh-CN" altLang="en-US" sz="1400">
                        <a:latin typeface="+mn-lt"/>
                      </a:endParaRPr>
                    </a:p>
                  </a:txBody>
                  <a:tcPr anchor="ctr"/>
                </a:tc>
                <a:tc>
                  <a:txBody>
                    <a:bodyPr/>
                    <a:lstStyle/>
                    <a:p>
                      <a:pPr algn="ctr"/>
                      <a:r>
                        <a:rPr lang="en-US" altLang="zh-CN" sz="1400" err="1"/>
                        <a:t>Mingfule</a:t>
                      </a:r>
                      <a:r>
                        <a:rPr lang="en-US" altLang="zh-CN" sz="1400"/>
                        <a:t> CTA</a:t>
                      </a:r>
                      <a:endParaRPr lang="zh-CN" altLang="en-US" sz="1400"/>
                    </a:p>
                  </a:txBody>
                  <a:tcPr anchor="ctr"/>
                </a:tc>
                <a:extLst>
                  <a:ext uri="{0D108BD9-81ED-4DB2-BD59-A6C34878D82A}">
                    <a16:rowId xmlns:a16="http://schemas.microsoft.com/office/drawing/2014/main" val="3327415742"/>
                  </a:ext>
                </a:extLst>
              </a:tr>
              <a:tr h="639034">
                <a:tc>
                  <a:txBody>
                    <a:bodyPr/>
                    <a:lstStyle/>
                    <a:p>
                      <a:r>
                        <a:rPr lang="en-US" altLang="zh-CN" sz="1400" b="0" kern="1200">
                          <a:solidFill>
                            <a:schemeClr val="dk1"/>
                          </a:solidFill>
                          <a:effectLst/>
                          <a:latin typeface="+mn-lt"/>
                          <a:ea typeface="+mn-ea"/>
                          <a:cs typeface="+mn-cs"/>
                        </a:rPr>
                        <a:t>Treat time window: </a:t>
                      </a:r>
                      <a:r>
                        <a:rPr lang="en-GB" altLang="zh-CN" sz="1400" b="0" kern="1200">
                          <a:solidFill>
                            <a:schemeClr val="dk1"/>
                          </a:solidFill>
                          <a:effectLst/>
                          <a:latin typeface="+mn-lt"/>
                          <a:ea typeface="+mn-ea"/>
                          <a:cs typeface="+mn-cs"/>
                        </a:rPr>
                        <a:t>beyond 4.5 h from LKW based on the presence of ‘visible’ salvageable brain tissue</a:t>
                      </a:r>
                      <a:endParaRPr lang="zh-CN" altLang="en-US" sz="1400" b="0"/>
                    </a:p>
                  </a:txBody>
                  <a:tcPr anchor="ctr"/>
                </a:tc>
                <a:tc>
                  <a:txBody>
                    <a:bodyPr/>
                    <a:lstStyle/>
                    <a:p>
                      <a:endParaRPr lang="en-US" altLang="zh-CN" sz="1400"/>
                    </a:p>
                    <a:p>
                      <a:pPr marL="285750" indent="-285750">
                        <a:buFont typeface="Arial" panose="020B0604020202020204" pitchFamily="34" charset="0"/>
                        <a:buChar char="•"/>
                      </a:pPr>
                      <a:r>
                        <a:rPr lang="en-US" altLang="zh-CN" sz="1400"/>
                        <a:t>The intention of the Applicant to evaluate the benefit-risk profile of TNK in AIS beyond the established 4.5 h treatment window </a:t>
                      </a:r>
                      <a:r>
                        <a:rPr lang="en-US" altLang="zh-CN" sz="1400">
                          <a:solidFill>
                            <a:srgbClr val="FF0000"/>
                          </a:solidFill>
                        </a:rPr>
                        <a:t>is highly appreciated</a:t>
                      </a:r>
                      <a:r>
                        <a:rPr lang="en-US" altLang="zh-CN" sz="1400"/>
                        <a:t>.</a:t>
                      </a:r>
                    </a:p>
                    <a:p>
                      <a:endParaRPr lang="en-US" altLang="zh-CN" sz="1400"/>
                    </a:p>
                    <a:p>
                      <a:pPr marL="285750" indent="-285750">
                        <a:buFont typeface="Arial" panose="020B0604020202020204" pitchFamily="34" charset="0"/>
                        <a:buChar char="•"/>
                      </a:pPr>
                      <a:r>
                        <a:rPr lang="en-US" altLang="zh-CN" sz="1400"/>
                        <a:t>The TENACITY study introduces a new approach to decide eligibility for thrombolysis based on the presence of ‘visible’ salvageable brain tissue, instead of time from onset of AIS as proxy of the presence of salvageable brain tissue. </a:t>
                      </a:r>
                      <a:r>
                        <a:rPr lang="en-US" altLang="zh-CN" sz="1400">
                          <a:solidFill>
                            <a:srgbClr val="FF0000"/>
                          </a:solidFill>
                        </a:rPr>
                        <a:t>If confirmed, this appears a paradigm shift in the treatment of AIS</a:t>
                      </a:r>
                      <a:endParaRPr lang="en-US" altLang="zh-CN" sz="1400"/>
                    </a:p>
                    <a:p>
                      <a:endParaRPr lang="zh-CN" altLang="en-US" sz="1400"/>
                    </a:p>
                  </a:txBody>
                  <a:tcPr/>
                </a:tc>
                <a:tc>
                  <a:txBody>
                    <a:bodyPr/>
                    <a:lstStyle/>
                    <a:p>
                      <a:r>
                        <a:rPr lang="de-DE" altLang="zh-CN" sz="1400" kern="1200">
                          <a:solidFill>
                            <a:schemeClr val="dk1"/>
                          </a:solidFill>
                          <a:effectLst/>
                          <a:latin typeface="+mn-lt"/>
                          <a:ea typeface="+mn-ea"/>
                          <a:cs typeface="+mn-cs"/>
                        </a:rPr>
                        <a:t>The available study data do not support the unrestricted extension of the thrombolytic time window. Furnish a robust foundation for the rational establishment of an appropriate thrombolytic time window. </a:t>
                      </a:r>
                    </a:p>
                    <a:p>
                      <a:endParaRPr lang="de-DE" altLang="zh-CN" sz="1400" kern="1200">
                        <a:solidFill>
                          <a:schemeClr val="dk1"/>
                        </a:solidFill>
                        <a:effectLst/>
                        <a:latin typeface="+mn-lt"/>
                        <a:ea typeface="+mn-ea"/>
                        <a:cs typeface="+mn-cs"/>
                      </a:endParaRPr>
                    </a:p>
                    <a:p>
                      <a:pPr marL="285750" indent="-285750">
                        <a:buFont typeface="Arial" panose="020B0604020202020204" pitchFamily="34" charset="0"/>
                        <a:buChar char="•"/>
                      </a:pPr>
                      <a:r>
                        <a:rPr lang="zh-CN" altLang="en-US" sz="1400" b="0">
                          <a:solidFill>
                            <a:schemeClr val="tx1"/>
                          </a:solidFill>
                        </a:rPr>
                        <a:t>发病</a:t>
                      </a:r>
                      <a:r>
                        <a:rPr lang="en-US" altLang="zh-CN" sz="1400" b="0">
                          <a:solidFill>
                            <a:schemeClr val="tx1"/>
                          </a:solidFill>
                        </a:rPr>
                        <a:t>4.5</a:t>
                      </a:r>
                      <a:r>
                        <a:rPr lang="zh-CN" altLang="en-US" sz="1400" b="0">
                          <a:solidFill>
                            <a:schemeClr val="tx1"/>
                          </a:solidFill>
                        </a:rPr>
                        <a:t>小时以内与发病时间超过</a:t>
                      </a:r>
                      <a:r>
                        <a:rPr lang="en-US" altLang="zh-CN" sz="1400" b="0">
                          <a:solidFill>
                            <a:schemeClr val="tx1"/>
                          </a:solidFill>
                        </a:rPr>
                        <a:t>4.5</a:t>
                      </a:r>
                      <a:r>
                        <a:rPr lang="zh-CN" altLang="en-US" sz="1400" b="0">
                          <a:solidFill>
                            <a:schemeClr val="tx1"/>
                          </a:solidFill>
                        </a:rPr>
                        <a:t>小时的急性缺血性卒中患者的获益</a:t>
                      </a:r>
                      <a:r>
                        <a:rPr lang="en-US" altLang="zh-CN" sz="1400" b="0">
                          <a:solidFill>
                            <a:schemeClr val="tx1"/>
                          </a:solidFill>
                        </a:rPr>
                        <a:t>-</a:t>
                      </a:r>
                      <a:r>
                        <a:rPr lang="zh-CN" altLang="en-US" sz="1400" b="0">
                          <a:solidFill>
                            <a:schemeClr val="tx1"/>
                          </a:solidFill>
                        </a:rPr>
                        <a:t>风险特征可能存在差异，通常情况下，超窗时间越长，溶栓治疗的获益可能更小、出血风险可能更高，</a:t>
                      </a:r>
                      <a:r>
                        <a:rPr lang="zh-CN" altLang="en-US" sz="1400" b="1">
                          <a:solidFill>
                            <a:srgbClr val="FF0000"/>
                          </a:solidFill>
                        </a:rPr>
                        <a:t>应审慎、逐步的延长溶栓治疗时间窗</a:t>
                      </a:r>
                      <a:r>
                        <a:rPr lang="zh-CN" altLang="en-US" sz="1400" b="0">
                          <a:solidFill>
                            <a:schemeClr val="tx1"/>
                          </a:solidFill>
                        </a:rPr>
                        <a:t>。</a:t>
                      </a:r>
                      <a:endParaRPr lang="en-US" altLang="zh-CN" sz="1400" b="0">
                        <a:solidFill>
                          <a:schemeClr val="tx1"/>
                        </a:solidFill>
                      </a:endParaRPr>
                    </a:p>
                    <a:p>
                      <a:pPr marL="285750" indent="-285750">
                        <a:buFont typeface="Arial" panose="020B0604020202020204" pitchFamily="34" charset="0"/>
                        <a:buChar char="•"/>
                      </a:pPr>
                      <a:r>
                        <a:rPr lang="zh-CN" altLang="en-US" sz="1400" b="0"/>
                        <a:t>申请人提交了针对超</a:t>
                      </a:r>
                      <a:r>
                        <a:rPr lang="en-US" altLang="zh-CN" sz="1400" b="0"/>
                        <a:t>4.5</a:t>
                      </a:r>
                      <a:r>
                        <a:rPr lang="zh-CN" altLang="en-US" sz="1400" b="0"/>
                        <a:t>小时溶栓时间窗的</a:t>
                      </a:r>
                      <a:r>
                        <a:rPr lang="en-US" altLang="zh-CN" sz="1400" b="0"/>
                        <a:t>IIT</a:t>
                      </a:r>
                      <a:r>
                        <a:rPr lang="zh-CN" altLang="en-US" sz="1400" b="0"/>
                        <a:t>研究文献资料，</a:t>
                      </a:r>
                      <a:r>
                        <a:rPr lang="zh-CN" altLang="en-US" sz="1400" b="1">
                          <a:solidFill>
                            <a:srgbClr val="FF0000"/>
                          </a:solidFill>
                        </a:rPr>
                        <a:t>未提交注册临床试验数据，建议必要时可考虑开展探索性临床试验</a:t>
                      </a:r>
                      <a:r>
                        <a:rPr lang="zh-CN" altLang="en-US" sz="1400" b="0"/>
                        <a:t>，探索不同剂量、不同</a:t>
                      </a:r>
                      <a:r>
                        <a:rPr lang="zh-CN" altLang="en-US" sz="1400"/>
                        <a:t>时间窗的安全有效性特征趋势。</a:t>
                      </a:r>
                      <a:endParaRPr lang="en-US" altLang="zh-CN" sz="1400"/>
                    </a:p>
                    <a:p>
                      <a:pPr marL="285750" indent="-285750">
                        <a:buFont typeface="Arial" panose="020B0604020202020204" pitchFamily="34" charset="0"/>
                        <a:buChar char="•"/>
                      </a:pPr>
                      <a:r>
                        <a:rPr lang="zh-CN" altLang="en-US" sz="1400"/>
                        <a:t>另外，</a:t>
                      </a:r>
                      <a:r>
                        <a:rPr lang="zh-CN" altLang="en-US" sz="1400" b="1">
                          <a:solidFill>
                            <a:srgbClr val="FF0000"/>
                          </a:solidFill>
                        </a:rPr>
                        <a:t>现有研究资料不支持不限制时间窗</a:t>
                      </a:r>
                      <a:r>
                        <a:rPr lang="zh-CN" altLang="en-US" sz="1400"/>
                        <a:t>，建议对已完成的</a:t>
                      </a:r>
                      <a:r>
                        <a:rPr lang="en-US" altLang="zh-CN" sz="1400"/>
                        <a:t>IIT</a:t>
                      </a:r>
                      <a:r>
                        <a:rPr lang="zh-CN" altLang="en-US" sz="1400"/>
                        <a:t>研究文献数据进行充分分析，可对比多个不同溶栓时间窗的安全性和有效性，</a:t>
                      </a:r>
                      <a:r>
                        <a:rPr lang="zh-CN" altLang="en-US" sz="1400" b="1">
                          <a:solidFill>
                            <a:srgbClr val="FF0000"/>
                          </a:solidFill>
                        </a:rPr>
                        <a:t>为合理拟定适宜的溶栓时间窗提供充分依据</a:t>
                      </a:r>
                      <a:r>
                        <a:rPr lang="zh-CN" altLang="en-US" sz="1400"/>
                        <a:t>。 </a:t>
                      </a:r>
                    </a:p>
                  </a:txBody>
                  <a:tcPr/>
                </a:tc>
                <a:tc>
                  <a:txBody>
                    <a:bodyPr/>
                    <a:lstStyle/>
                    <a:p>
                      <a:r>
                        <a:rPr lang="en-US" altLang="zh-CN" sz="1400"/>
                        <a:t>4.5-24h</a:t>
                      </a:r>
                      <a:endParaRPr lang="zh-CN" altLang="en-US" sz="1400"/>
                    </a:p>
                  </a:txBody>
                  <a:tcPr/>
                </a:tc>
                <a:extLst>
                  <a:ext uri="{0D108BD9-81ED-4DB2-BD59-A6C34878D82A}">
                    <a16:rowId xmlns:a16="http://schemas.microsoft.com/office/drawing/2014/main" val="1037820567"/>
                  </a:ext>
                </a:extLst>
              </a:tr>
            </a:tbl>
          </a:graphicData>
        </a:graphic>
      </p:graphicFrame>
    </p:spTree>
    <p:extLst>
      <p:ext uri="{BB962C8B-B14F-4D97-AF65-F5344CB8AC3E}">
        <p14:creationId xmlns:p14="http://schemas.microsoft.com/office/powerpoint/2010/main" val="303740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5BA9F-4CF3-DD7F-BE8C-D1B7B002388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8E41169-D322-F34B-8843-8318B8F43BB8}"/>
              </a:ext>
            </a:extLst>
          </p:cNvPr>
          <p:cNvSpPr>
            <a:spLocks noGrp="1"/>
          </p:cNvSpPr>
          <p:nvPr>
            <p:ph type="title"/>
          </p:nvPr>
        </p:nvSpPr>
        <p:spPr>
          <a:xfrm>
            <a:off x="335441" y="280000"/>
            <a:ext cx="11233151" cy="720000"/>
          </a:xfrm>
        </p:spPr>
        <p:txBody>
          <a:bodyPr/>
          <a:lstStyle/>
          <a:p>
            <a:r>
              <a:rPr lang="en-US" altLang="zh-CN"/>
              <a:t>Local evidence team preliminary assessment</a:t>
            </a:r>
            <a:endParaRPr lang="zh-CN" altLang="en-US"/>
          </a:p>
        </p:txBody>
      </p:sp>
      <p:sp>
        <p:nvSpPr>
          <p:cNvPr id="3" name="文本占位符 2">
            <a:extLst>
              <a:ext uri="{FF2B5EF4-FFF2-40B4-BE49-F238E27FC236}">
                <a16:creationId xmlns:a16="http://schemas.microsoft.com/office/drawing/2014/main" id="{0881145A-9E1F-E809-4B51-0AAC1CBD8AE8}"/>
              </a:ext>
            </a:extLst>
          </p:cNvPr>
          <p:cNvSpPr>
            <a:spLocks noGrp="1"/>
          </p:cNvSpPr>
          <p:nvPr>
            <p:ph type="body" sz="quarter" idx="13"/>
          </p:nvPr>
        </p:nvSpPr>
        <p:spPr/>
        <p:txBody>
          <a:bodyPr/>
          <a:lstStyle/>
          <a:p>
            <a:endParaRPr lang="zh-CN" altLang="en-US"/>
          </a:p>
        </p:txBody>
      </p:sp>
      <p:sp>
        <p:nvSpPr>
          <p:cNvPr id="4" name="页脚占位符 3">
            <a:extLst>
              <a:ext uri="{FF2B5EF4-FFF2-40B4-BE49-F238E27FC236}">
                <a16:creationId xmlns:a16="http://schemas.microsoft.com/office/drawing/2014/main" id="{462EE7E5-20AD-B31B-757B-ADAF5B77E648}"/>
              </a:ext>
            </a:extLst>
          </p:cNvPr>
          <p:cNvSpPr>
            <a:spLocks noGrp="1"/>
          </p:cNvSpPr>
          <p:nvPr>
            <p:ph type="ftr" sz="quarter" idx="10"/>
          </p:nvPr>
        </p:nvSpPr>
        <p:spPr/>
        <p:txBody>
          <a:bodyPr/>
          <a:lstStyle/>
          <a:p>
            <a:r>
              <a:rPr lang="en-US"/>
              <a:t>Presentation title    |    ONLY FOR INTERNAL USE</a:t>
            </a:r>
          </a:p>
        </p:txBody>
      </p:sp>
      <p:sp>
        <p:nvSpPr>
          <p:cNvPr id="5" name="灯片编号占位符 4">
            <a:extLst>
              <a:ext uri="{FF2B5EF4-FFF2-40B4-BE49-F238E27FC236}">
                <a16:creationId xmlns:a16="http://schemas.microsoft.com/office/drawing/2014/main" id="{48DCF75D-4741-6A63-60AE-93485021CE78}"/>
              </a:ext>
            </a:extLst>
          </p:cNvPr>
          <p:cNvSpPr>
            <a:spLocks noGrp="1"/>
          </p:cNvSpPr>
          <p:nvPr>
            <p:ph type="sldNum" sz="quarter" idx="11"/>
          </p:nvPr>
        </p:nvSpPr>
        <p:spPr/>
        <p:txBody>
          <a:bodyPr/>
          <a:lstStyle/>
          <a:p>
            <a:fld id="{8FF9B0DE-3FEB-4AA0-B465-B80EF7C1333D}" type="slidenum">
              <a:rPr lang="en-US" smtClean="0"/>
              <a:pPr/>
              <a:t>3</a:t>
            </a:fld>
            <a:endParaRPr lang="en-US"/>
          </a:p>
        </p:txBody>
      </p:sp>
      <p:graphicFrame>
        <p:nvGraphicFramePr>
          <p:cNvPr id="6" name="表格 5">
            <a:extLst>
              <a:ext uri="{FF2B5EF4-FFF2-40B4-BE49-F238E27FC236}">
                <a16:creationId xmlns:a16="http://schemas.microsoft.com/office/drawing/2014/main" id="{948BC2D0-D77C-44BB-AE0E-B93C79DF8514}"/>
              </a:ext>
            </a:extLst>
          </p:cNvPr>
          <p:cNvGraphicFramePr>
            <a:graphicFrameLocks noGrp="1"/>
          </p:cNvGraphicFramePr>
          <p:nvPr>
            <p:extLst>
              <p:ext uri="{D42A27DB-BD31-4B8C-83A1-F6EECF244321}">
                <p14:modId xmlns:p14="http://schemas.microsoft.com/office/powerpoint/2010/main" val="2302478163"/>
              </p:ext>
            </p:extLst>
          </p:nvPr>
        </p:nvGraphicFramePr>
        <p:xfrm>
          <a:off x="340418" y="856729"/>
          <a:ext cx="11649524" cy="5509260"/>
        </p:xfrm>
        <a:graphic>
          <a:graphicData uri="http://schemas.openxmlformats.org/drawingml/2006/table">
            <a:tbl>
              <a:tblPr firstRow="1" bandRow="1">
                <a:tableStyleId>{5C22544A-7EE6-4342-B048-85BDC9FD1C3A}</a:tableStyleId>
              </a:tblPr>
              <a:tblGrid>
                <a:gridCol w="2877517">
                  <a:extLst>
                    <a:ext uri="{9D8B030D-6E8A-4147-A177-3AD203B41FA5}">
                      <a16:colId xmlns:a16="http://schemas.microsoft.com/office/drawing/2014/main" val="3292858436"/>
                    </a:ext>
                  </a:extLst>
                </a:gridCol>
                <a:gridCol w="1096172">
                  <a:extLst>
                    <a:ext uri="{9D8B030D-6E8A-4147-A177-3AD203B41FA5}">
                      <a16:colId xmlns:a16="http://schemas.microsoft.com/office/drawing/2014/main" val="4187674767"/>
                    </a:ext>
                  </a:extLst>
                </a:gridCol>
                <a:gridCol w="2385535">
                  <a:extLst>
                    <a:ext uri="{9D8B030D-6E8A-4147-A177-3AD203B41FA5}">
                      <a16:colId xmlns:a16="http://schemas.microsoft.com/office/drawing/2014/main" val="2962310761"/>
                    </a:ext>
                  </a:extLst>
                </a:gridCol>
                <a:gridCol w="4053331">
                  <a:extLst>
                    <a:ext uri="{9D8B030D-6E8A-4147-A177-3AD203B41FA5}">
                      <a16:colId xmlns:a16="http://schemas.microsoft.com/office/drawing/2014/main" val="2932881457"/>
                    </a:ext>
                  </a:extLst>
                </a:gridCol>
                <a:gridCol w="1236969">
                  <a:extLst>
                    <a:ext uri="{9D8B030D-6E8A-4147-A177-3AD203B41FA5}">
                      <a16:colId xmlns:a16="http://schemas.microsoft.com/office/drawing/2014/main" val="1862604853"/>
                    </a:ext>
                  </a:extLst>
                </a:gridCol>
              </a:tblGrid>
              <a:tr h="576530">
                <a:tc>
                  <a:txBody>
                    <a:bodyPr/>
                    <a:lstStyle/>
                    <a:p>
                      <a:pPr algn="ctr"/>
                      <a:r>
                        <a:rPr lang="en-US" altLang="zh-CN" sz="1200"/>
                        <a:t>Scenario</a:t>
                      </a:r>
                      <a:endParaRPr lang="zh-CN" altLang="en-US" sz="1200"/>
                    </a:p>
                  </a:txBody>
                  <a:tcPr anchor="ctr"/>
                </a:tc>
                <a:tc>
                  <a:txBody>
                    <a:bodyPr/>
                    <a:lstStyle/>
                    <a:p>
                      <a:pPr algn="ctr"/>
                      <a:r>
                        <a:rPr lang="en-US" altLang="zh-CN" sz="1050"/>
                        <a:t>Possibility of regulatory success for CTA (CDE)</a:t>
                      </a:r>
                      <a:endParaRPr lang="zh-CN" altLang="en-US" sz="1050"/>
                    </a:p>
                  </a:txBody>
                  <a:tcPr anchor="ctr"/>
                </a:tc>
                <a:tc>
                  <a:txBody>
                    <a:bodyPr/>
                    <a:lstStyle/>
                    <a:p>
                      <a:pPr algn="ctr"/>
                      <a:r>
                        <a:rPr lang="en-US" altLang="zh-CN" sz="1200"/>
                        <a:t>Pros</a:t>
                      </a:r>
                      <a:endParaRPr lang="zh-CN" altLang="en-US" sz="1200"/>
                    </a:p>
                  </a:txBody>
                  <a:tcPr anchor="ctr"/>
                </a:tc>
                <a:tc>
                  <a:txBody>
                    <a:bodyPr/>
                    <a:lstStyle/>
                    <a:p>
                      <a:pPr algn="ctr"/>
                      <a:r>
                        <a:rPr lang="en-US" altLang="zh-CN" sz="1200"/>
                        <a:t>Cons</a:t>
                      </a:r>
                      <a:endParaRPr lang="zh-CN" altLang="en-US" sz="1200"/>
                    </a:p>
                  </a:txBody>
                  <a:tcPr anchor="ctr"/>
                </a:tc>
                <a:tc>
                  <a:txBody>
                    <a:bodyPr/>
                    <a:lstStyle/>
                    <a:p>
                      <a:pPr algn="ctr"/>
                      <a:r>
                        <a:rPr lang="en-US" altLang="zh-CN" sz="1200"/>
                        <a:t>Potential impact to NDA</a:t>
                      </a:r>
                      <a:endParaRPr lang="zh-CN" altLang="en-US" sz="1200"/>
                    </a:p>
                  </a:txBody>
                  <a:tcPr anchor="ctr"/>
                </a:tc>
                <a:extLst>
                  <a:ext uri="{0D108BD9-81ED-4DB2-BD59-A6C34878D82A}">
                    <a16:rowId xmlns:a16="http://schemas.microsoft.com/office/drawing/2014/main" val="2368026449"/>
                  </a:ext>
                </a:extLst>
              </a:tr>
              <a:tr h="702646">
                <a:tc>
                  <a:txBody>
                    <a:bodyPr/>
                    <a:lstStyle/>
                    <a:p>
                      <a:pPr marL="228600" marR="0" lvl="0" indent="-228600" algn="l" defTabSz="914354" rtl="0" eaLnBrk="1" fontAlgn="auto" latinLnBrk="0" hangingPunct="1">
                        <a:lnSpc>
                          <a:spcPct val="100000"/>
                        </a:lnSpc>
                        <a:spcBef>
                          <a:spcPts val="0"/>
                        </a:spcBef>
                        <a:spcAft>
                          <a:spcPts val="0"/>
                        </a:spcAft>
                        <a:buClrTx/>
                        <a:buSzTx/>
                        <a:buFontTx/>
                        <a:buAutoNum type="arabicParenBoth"/>
                        <a:tabLst/>
                        <a:defRPr/>
                      </a:pPr>
                      <a:r>
                        <a:rPr lang="en-US" altLang="zh-CN" sz="1050"/>
                        <a:t>Global CTP amendment to meet CDE requirement</a:t>
                      </a:r>
                    </a:p>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b="1">
                          <a:solidFill>
                            <a:schemeClr val="tx1"/>
                          </a:solidFill>
                        </a:rPr>
                        <a:t>With time window limit 24h for worldwide </a:t>
                      </a:r>
                      <a:r>
                        <a:rPr lang="en-US" altLang="zh-CN" sz="1050">
                          <a:solidFill>
                            <a:schemeClr val="tx1"/>
                          </a:solidFill>
                        </a:rPr>
                        <a:t>as IC/EC criterion </a:t>
                      </a:r>
                      <a:endParaRPr lang="en-US" altLang="zh-CN" sz="1050">
                        <a:solidFill>
                          <a:schemeClr val="tx1"/>
                        </a:solidFill>
                        <a:sym typeface="Wingdings" panose="05000000000000000000" pitchFamily="2" charset="2"/>
                      </a:endParaRPr>
                    </a:p>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050">
                          <a:solidFill>
                            <a:schemeClr val="tx1"/>
                          </a:solidFill>
                          <a:sym typeface="Wingdings" panose="05000000000000000000" pitchFamily="2" charset="2"/>
                        </a:rPr>
                        <a:t> </a:t>
                      </a:r>
                      <a:endParaRPr lang="zh-CN" altLang="en-US" sz="1050">
                        <a:solidFill>
                          <a:srgbClr val="FF0000"/>
                        </a:solidFill>
                      </a:endParaRPr>
                    </a:p>
                  </a:txBody>
                  <a:tcPr/>
                </a:tc>
                <a:tc>
                  <a:txBody>
                    <a:bodyPr/>
                    <a:lstStyle/>
                    <a:p>
                      <a:pPr marL="171450" indent="-171450">
                        <a:buFont typeface="Arial" panose="020B0604020202020204" pitchFamily="34" charset="0"/>
                        <a:buChar char="•"/>
                      </a:pPr>
                      <a:r>
                        <a:rPr lang="en-US" altLang="zh-CN" sz="1050"/>
                        <a:t>High</a:t>
                      </a:r>
                    </a:p>
                  </a:txBody>
                  <a:tcPr/>
                </a:tc>
                <a:tc>
                  <a:txBody>
                    <a:bodyPr/>
                    <a:lstStyle/>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a:t>The label extension up to 24h for China can be ensured</a:t>
                      </a:r>
                    </a:p>
                  </a:txBody>
                  <a:tcPr/>
                </a:tc>
                <a:tc>
                  <a:txBody>
                    <a:bodyPr/>
                    <a:lstStyle/>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a:t>Only 24 h indication</a:t>
                      </a:r>
                    </a:p>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a:t>New round of Internal review process may be needed in Corporate level – trial delay </a:t>
                      </a:r>
                    </a:p>
                    <a:p>
                      <a:pPr marL="0" marR="0" lvl="0" indent="0" algn="l" defTabSz="914354"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CN" sz="1050"/>
                    </a:p>
                  </a:txBody>
                  <a:tcPr/>
                </a:tc>
                <a:tc>
                  <a:txBody>
                    <a:bodyPr/>
                    <a:lstStyle/>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a:t>Secure 24h indication</a:t>
                      </a:r>
                    </a:p>
                  </a:txBody>
                  <a:tcPr/>
                </a:tc>
                <a:extLst>
                  <a:ext uri="{0D108BD9-81ED-4DB2-BD59-A6C34878D82A}">
                    <a16:rowId xmlns:a16="http://schemas.microsoft.com/office/drawing/2014/main" val="3998797420"/>
                  </a:ext>
                </a:extLst>
              </a:tr>
              <a:tr h="828763">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050" dirty="0"/>
                        <a:t>(2) Submit global CTP</a:t>
                      </a:r>
                    </a:p>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b="1" dirty="0">
                          <a:solidFill>
                            <a:schemeClr val="tx1"/>
                          </a:solidFill>
                        </a:rPr>
                        <a:t>With time window limit 24h for China </a:t>
                      </a:r>
                      <a:r>
                        <a:rPr lang="en-US" altLang="zh-CN" sz="1050" dirty="0">
                          <a:solidFill>
                            <a:schemeClr val="tx1"/>
                          </a:solidFill>
                        </a:rPr>
                        <a:t>as a specific IC/EC criterion</a:t>
                      </a:r>
                      <a:endParaRPr lang="en-US" altLang="zh-CN" sz="1050" b="0" dirty="0">
                        <a:solidFill>
                          <a:schemeClr val="tx1"/>
                        </a:solidFill>
                      </a:endParaRPr>
                    </a:p>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b="1" dirty="0"/>
                        <a:t>With key secondary objective within 24h</a:t>
                      </a:r>
                    </a:p>
                  </a:txBody>
                  <a:tcPr/>
                </a:tc>
                <a:tc>
                  <a:txBody>
                    <a:bodyPr/>
                    <a:lstStyle/>
                    <a:p>
                      <a:pPr marL="171450" indent="-171450" algn="l" defTabSz="914354" rtl="0" eaLnBrk="1" latinLnBrk="0" hangingPunct="1">
                        <a:buFont typeface="Arial" panose="020B0604020202020204" pitchFamily="34" charset="0"/>
                        <a:buChar char="•"/>
                      </a:pPr>
                      <a:r>
                        <a:rPr lang="en-US" altLang="zh-CN" sz="1050" kern="1200">
                          <a:solidFill>
                            <a:schemeClr val="dk1"/>
                          </a:solidFill>
                          <a:latin typeface="+mn-lt"/>
                          <a:ea typeface="+mn-ea"/>
                          <a:cs typeface="+mn-cs"/>
                        </a:rPr>
                        <a:t>Medium- High</a:t>
                      </a:r>
                    </a:p>
                  </a:txBody>
                  <a:tcPr/>
                </a:tc>
                <a:tc>
                  <a:txBody>
                    <a:bodyPr/>
                    <a:lstStyle/>
                    <a:p>
                      <a:pPr marL="171450" indent="-171450">
                        <a:buFont typeface="Arial" panose="020B0604020202020204" pitchFamily="34" charset="0"/>
                        <a:buChar char="•"/>
                      </a:pPr>
                      <a:r>
                        <a:rPr lang="en-US" altLang="zh-CN" sz="1050"/>
                        <a:t>The label extension up to 24h for China can be ensured</a:t>
                      </a:r>
                    </a:p>
                  </a:txBody>
                  <a:tcPr/>
                </a:tc>
                <a:tc>
                  <a:txBody>
                    <a:bodyPr/>
                    <a:lstStyle/>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a:t>Low chance to extend the label for China beyond 24h</a:t>
                      </a:r>
                    </a:p>
                  </a:txBody>
                  <a:tcPr/>
                </a:tc>
                <a:tc>
                  <a:txBody>
                    <a:bodyPr/>
                    <a:lstStyle/>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a:t>Secure 24h indication, leverage global data to try broader indication</a:t>
                      </a:r>
                    </a:p>
                  </a:txBody>
                  <a:tcPr/>
                </a:tc>
                <a:extLst>
                  <a:ext uri="{0D108BD9-81ED-4DB2-BD59-A6C34878D82A}">
                    <a16:rowId xmlns:a16="http://schemas.microsoft.com/office/drawing/2014/main" val="730211761"/>
                  </a:ext>
                </a:extLst>
              </a:tr>
              <a:tr h="576530">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050" dirty="0"/>
                        <a:t>(3) Submit global CTP</a:t>
                      </a:r>
                    </a:p>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b="1" dirty="0">
                          <a:solidFill>
                            <a:schemeClr val="tx1"/>
                          </a:solidFill>
                        </a:rPr>
                        <a:t>With time window limit 24h for China</a:t>
                      </a:r>
                      <a:r>
                        <a:rPr lang="en-US" altLang="zh-CN" sz="1050" dirty="0">
                          <a:solidFill>
                            <a:schemeClr val="tx1"/>
                          </a:solidFill>
                        </a:rPr>
                        <a:t> as a specific IC/EC criterion</a:t>
                      </a:r>
                      <a:endParaRPr lang="en-US" altLang="zh-CN" sz="1050" dirty="0"/>
                    </a:p>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dirty="0"/>
                        <a:t>With a </a:t>
                      </a:r>
                      <a:r>
                        <a:rPr lang="en-US" altLang="zh-CN" sz="1050" b="1" dirty="0"/>
                        <a:t>pre-specified subgroup for 24h</a:t>
                      </a:r>
                    </a:p>
                  </a:txBody>
                  <a:tcPr/>
                </a:tc>
                <a:tc>
                  <a:txBody>
                    <a:bodyPr/>
                    <a:lstStyle/>
                    <a:p>
                      <a:pPr marL="171450" lvl="0" indent="-171450" algn="l" defTabSz="914354" rtl="0" eaLnBrk="1" latinLnBrk="0" hangingPunct="1">
                        <a:buFont typeface="Arial" panose="020B0604020202020204" pitchFamily="34" charset="0"/>
                        <a:buChar char="•"/>
                      </a:pPr>
                      <a:r>
                        <a:rPr lang="en-US" altLang="zh-CN" sz="1050" kern="1200">
                          <a:solidFill>
                            <a:schemeClr val="dk1"/>
                          </a:solidFill>
                          <a:latin typeface="+mn-lt"/>
                          <a:ea typeface="+mn-ea"/>
                          <a:cs typeface="+mn-cs"/>
                        </a:rPr>
                        <a:t>Medium</a:t>
                      </a:r>
                    </a:p>
                  </a:txBody>
                  <a:tcPr/>
                </a:tc>
                <a:tc>
                  <a:txBody>
                    <a:bodyPr/>
                    <a:lstStyle/>
                    <a:p>
                      <a:pPr marL="171450" lvl="0" indent="-171450">
                        <a:buFont typeface="Arial" panose="020B0604020202020204" pitchFamily="34" charset="0"/>
                        <a:buChar char="•"/>
                      </a:pPr>
                      <a:r>
                        <a:rPr lang="en-US" altLang="zh-CN" sz="1050"/>
                        <a:t>Potential with low probability to extend the label beyond 24h for China</a:t>
                      </a:r>
                      <a:endParaRPr lang="zh-CN" altLang="en-US" sz="1050"/>
                    </a:p>
                  </a:txBody>
                  <a:tcPr/>
                </a:tc>
                <a:tc>
                  <a:txBody>
                    <a:bodyPr/>
                    <a:lstStyle/>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a:t>Review risk for NDA, the up to 24h label is not from a pre-specified </a:t>
                      </a:r>
                      <a:r>
                        <a:rPr lang="en-US" altLang="zh-CN" sz="1050" b="1"/>
                        <a:t>confirmatory</a:t>
                      </a:r>
                      <a:r>
                        <a:rPr lang="en-US" altLang="zh-CN" sz="1050"/>
                        <a:t> subgroup</a:t>
                      </a:r>
                    </a:p>
                  </a:txBody>
                  <a:tcPr/>
                </a:tc>
                <a:tc>
                  <a:txBody>
                    <a:bodyPr/>
                    <a:lstStyle/>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a:t>High risk for NDA</a:t>
                      </a:r>
                    </a:p>
                  </a:txBody>
                  <a:tcPr/>
                </a:tc>
                <a:extLst>
                  <a:ext uri="{0D108BD9-81ED-4DB2-BD59-A6C34878D82A}">
                    <a16:rowId xmlns:a16="http://schemas.microsoft.com/office/drawing/2014/main" val="291518190"/>
                  </a:ext>
                </a:extLst>
              </a:tr>
              <a:tr h="702646">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sz="1050"/>
                        <a:t>(4) Submit global CTP</a:t>
                      </a:r>
                    </a:p>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b="1">
                          <a:solidFill>
                            <a:schemeClr val="tx1"/>
                          </a:solidFill>
                        </a:rPr>
                        <a:t>No time window limit for China </a:t>
                      </a:r>
                      <a:r>
                        <a:rPr lang="en-US" altLang="zh-CN" sz="1050">
                          <a:solidFill>
                            <a:schemeClr val="tx1"/>
                          </a:solidFill>
                        </a:rPr>
                        <a:t>as a specific IC/EC criterion</a:t>
                      </a:r>
                      <a:endParaRPr lang="en-US" altLang="zh-CN" sz="1050" b="1"/>
                    </a:p>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b="1"/>
                        <a:t>With key secondary objective within 24h</a:t>
                      </a:r>
                    </a:p>
                  </a:txBody>
                  <a:tcPr/>
                </a:tc>
                <a:tc>
                  <a:txBody>
                    <a:bodyPr/>
                    <a:lstStyle/>
                    <a:p>
                      <a:pPr marL="171450" indent="-171450">
                        <a:buFont typeface="Arial" panose="020B0604020202020204" pitchFamily="34" charset="0"/>
                        <a:buChar char="•"/>
                      </a:pPr>
                      <a:r>
                        <a:rPr lang="en-US" altLang="zh-CN" sz="1050"/>
                        <a:t>Very</a:t>
                      </a:r>
                      <a:r>
                        <a:rPr lang="zh-CN" altLang="en-US" sz="1050"/>
                        <a:t> </a:t>
                      </a:r>
                      <a:r>
                        <a:rPr lang="en-US" altLang="zh-CN" sz="1050"/>
                        <a:t>Low</a:t>
                      </a:r>
                    </a:p>
                  </a:txBody>
                  <a:tcPr/>
                </a:tc>
                <a:tc>
                  <a:txBody>
                    <a:bodyPr/>
                    <a:lstStyle/>
                    <a:p>
                      <a:pPr marL="171450" indent="-171450">
                        <a:buFont typeface="Arial" panose="020B0604020202020204" pitchFamily="34" charset="0"/>
                        <a:buChar char="•"/>
                      </a:pPr>
                      <a:r>
                        <a:rPr lang="en-US" altLang="zh-CN" sz="1050"/>
                        <a:t>Potential time window extension beyond 24h for China if a positive trial </a:t>
                      </a:r>
                    </a:p>
                  </a:txBody>
                  <a:tcPr/>
                </a:tc>
                <a:tc>
                  <a:txBody>
                    <a:bodyPr/>
                    <a:lstStyle/>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a:t>If CDE  reject the CTA, another round of CTA review is needed</a:t>
                      </a:r>
                      <a:r>
                        <a:rPr lang="en-US" altLang="zh-CN" sz="1050">
                          <a:solidFill>
                            <a:schemeClr val="accent5">
                              <a:lumMod val="75000"/>
                            </a:schemeClr>
                          </a:solidFill>
                        </a:rPr>
                        <a:t>.  Local CTP amendment </a:t>
                      </a:r>
                      <a:r>
                        <a:rPr lang="en-US" altLang="zh-CN" sz="1050"/>
                        <a:t>needed to include time limit for China if not accepted by the CDE</a:t>
                      </a:r>
                    </a:p>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a:t>Potential a second CTA is needed </a:t>
                      </a:r>
                      <a:r>
                        <a:rPr lang="en-US" altLang="zh-CN" sz="1050">
                          <a:sym typeface="Wingdings" panose="05000000000000000000" pitchFamily="2" charset="2"/>
                        </a:rPr>
                        <a:t> time delay if another CTA: internal preparation + 60 WD</a:t>
                      </a:r>
                      <a:endParaRPr lang="en-US" altLang="zh-CN" sz="1050"/>
                    </a:p>
                  </a:txBody>
                  <a:tcPr/>
                </a:tc>
                <a:tc>
                  <a:txBody>
                    <a:bodyPr/>
                    <a:lstStyle/>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a:t>NA</a:t>
                      </a:r>
                    </a:p>
                  </a:txBody>
                  <a:tcPr/>
                </a:tc>
                <a:extLst>
                  <a:ext uri="{0D108BD9-81ED-4DB2-BD59-A6C34878D82A}">
                    <a16:rowId xmlns:a16="http://schemas.microsoft.com/office/drawing/2014/main" val="380666901"/>
                  </a:ext>
                </a:extLst>
              </a:tr>
              <a:tr h="954879">
                <a:tc>
                  <a:txBody>
                    <a:bodyPr/>
                    <a:lstStyle/>
                    <a:p>
                      <a:r>
                        <a:rPr lang="en-US" altLang="zh-CN" sz="1050"/>
                        <a:t>(5) Submit global CTP</a:t>
                      </a:r>
                    </a:p>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b="1">
                          <a:solidFill>
                            <a:schemeClr val="tx1"/>
                          </a:solidFill>
                        </a:rPr>
                        <a:t>No time window limit for China </a:t>
                      </a:r>
                      <a:r>
                        <a:rPr lang="en-US" altLang="zh-CN" sz="1050">
                          <a:solidFill>
                            <a:schemeClr val="tx1"/>
                          </a:solidFill>
                        </a:rPr>
                        <a:t>as a specific IC/EC criterion</a:t>
                      </a:r>
                      <a:endParaRPr lang="en-US" altLang="zh-CN" sz="1050" b="1"/>
                    </a:p>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a:t>With a </a:t>
                      </a:r>
                      <a:r>
                        <a:rPr lang="en-US" altLang="zh-CN" sz="1050" b="1"/>
                        <a:t>pre-specified subgroup for 24h</a:t>
                      </a:r>
                      <a:endParaRPr lang="en-US" altLang="zh-CN" sz="1050">
                        <a:solidFill>
                          <a:schemeClr val="tx1"/>
                        </a:solidFill>
                      </a:endParaRPr>
                    </a:p>
                  </a:txBody>
                  <a:tcPr/>
                </a:tc>
                <a:tc>
                  <a:txBody>
                    <a:bodyPr/>
                    <a:lstStyle/>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a:t>Very Low</a:t>
                      </a:r>
                    </a:p>
                  </a:txBody>
                  <a:tcPr/>
                </a:tc>
                <a:tc>
                  <a:txBody>
                    <a:bodyPr/>
                    <a:lstStyle/>
                    <a:p>
                      <a:pPr marL="171450" indent="-171450">
                        <a:buFont typeface="Arial" panose="020B0604020202020204" pitchFamily="34" charset="0"/>
                        <a:buChar char="•"/>
                      </a:pPr>
                      <a:r>
                        <a:rPr lang="en-US" altLang="zh-CN" sz="1050"/>
                        <a:t>Potential time window extension beyond 24h for China if a positive trial (likelihood low)</a:t>
                      </a:r>
                    </a:p>
                  </a:txBody>
                  <a:tcPr/>
                </a:tc>
                <a:tc>
                  <a:txBody>
                    <a:bodyPr/>
                    <a:lstStyle/>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a:t>High likelihood CDE will reject the CTA, another round of CTA review is needed</a:t>
                      </a:r>
                      <a:r>
                        <a:rPr lang="en-US" altLang="zh-CN" sz="1050">
                          <a:solidFill>
                            <a:schemeClr val="accent5">
                              <a:lumMod val="75000"/>
                            </a:schemeClr>
                          </a:solidFill>
                        </a:rPr>
                        <a:t>.  Local CTP amendment </a:t>
                      </a:r>
                      <a:r>
                        <a:rPr lang="en-US" altLang="zh-CN" sz="1050"/>
                        <a:t>needed to include time limit for China if not accepted by the CDE</a:t>
                      </a:r>
                    </a:p>
                    <a:p>
                      <a:pPr marL="171450" marR="0" lvl="0" indent="-171450"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b="0">
                          <a:solidFill>
                            <a:schemeClr val="accent5">
                              <a:lumMod val="75000"/>
                            </a:schemeClr>
                          </a:solidFill>
                        </a:rPr>
                        <a:t>Global CTP amendment also needed to include a key secondary objective within 24h</a:t>
                      </a:r>
                    </a:p>
                    <a:p>
                      <a:pPr marL="171450" indent="-171450">
                        <a:buFont typeface="Arial" panose="020B0604020202020204" pitchFamily="34" charset="0"/>
                        <a:buChar char="•"/>
                      </a:pPr>
                      <a:r>
                        <a:rPr lang="en-US" altLang="zh-CN" sz="1050"/>
                        <a:t>Potential a second CTA is needed </a:t>
                      </a:r>
                      <a:r>
                        <a:rPr lang="en-US" altLang="zh-CN" sz="1050">
                          <a:sym typeface="Wingdings" panose="05000000000000000000" pitchFamily="2" charset="2"/>
                        </a:rPr>
                        <a:t> time delay if another CTA: internal preparation + 60 WD or More</a:t>
                      </a:r>
                      <a:endParaRPr lang="en-US" altLang="zh-CN" sz="1050"/>
                    </a:p>
                  </a:txBody>
                  <a:tcPr/>
                </a:tc>
                <a:tc>
                  <a:txBody>
                    <a:bodyPr/>
                    <a:lstStyle/>
                    <a:p>
                      <a:pPr marL="171450" indent="-171450">
                        <a:buFont typeface="Arial" panose="020B0604020202020204" pitchFamily="34" charset="0"/>
                        <a:buChar char="•"/>
                      </a:pPr>
                      <a:r>
                        <a:rPr lang="en-US" altLang="zh-CN" sz="1050" dirty="0"/>
                        <a:t>NA</a:t>
                      </a:r>
                    </a:p>
                  </a:txBody>
                  <a:tcPr/>
                </a:tc>
                <a:extLst>
                  <a:ext uri="{0D108BD9-81ED-4DB2-BD59-A6C34878D82A}">
                    <a16:rowId xmlns:a16="http://schemas.microsoft.com/office/drawing/2014/main" val="1656353768"/>
                  </a:ext>
                </a:extLst>
              </a:tr>
            </a:tbl>
          </a:graphicData>
        </a:graphic>
      </p:graphicFrame>
    </p:spTree>
    <p:extLst>
      <p:ext uri="{BB962C8B-B14F-4D97-AF65-F5344CB8AC3E}">
        <p14:creationId xmlns:p14="http://schemas.microsoft.com/office/powerpoint/2010/main" val="3690963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640E9-6243-FF0D-AAAB-FC3C42A9B1D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11FCB2B-D501-BF37-ECE3-22AFA74B62F7}"/>
              </a:ext>
            </a:extLst>
          </p:cNvPr>
          <p:cNvSpPr>
            <a:spLocks noGrp="1"/>
          </p:cNvSpPr>
          <p:nvPr>
            <p:ph type="title"/>
          </p:nvPr>
        </p:nvSpPr>
        <p:spPr/>
        <p:txBody>
          <a:bodyPr/>
          <a:lstStyle/>
          <a:p>
            <a:r>
              <a:rPr lang="en-US" altLang="zh-CN"/>
              <a:t>Preliminary assessment</a:t>
            </a:r>
            <a:endParaRPr lang="zh-CN" altLang="en-US"/>
          </a:p>
        </p:txBody>
      </p:sp>
      <p:sp>
        <p:nvSpPr>
          <p:cNvPr id="4" name="页脚占位符 3">
            <a:extLst>
              <a:ext uri="{FF2B5EF4-FFF2-40B4-BE49-F238E27FC236}">
                <a16:creationId xmlns:a16="http://schemas.microsoft.com/office/drawing/2014/main" id="{F8DDE78E-1C69-16B4-E8EA-09F1575BA3EA}"/>
              </a:ext>
            </a:extLst>
          </p:cNvPr>
          <p:cNvSpPr>
            <a:spLocks noGrp="1"/>
          </p:cNvSpPr>
          <p:nvPr>
            <p:ph type="ftr" sz="quarter" idx="10"/>
          </p:nvPr>
        </p:nvSpPr>
        <p:spPr/>
        <p:txBody>
          <a:bodyPr/>
          <a:lstStyle/>
          <a:p>
            <a:r>
              <a:rPr lang="en-US"/>
              <a:t>Presentation title    |    ONLY FOR INTERNAL USE</a:t>
            </a:r>
          </a:p>
        </p:txBody>
      </p:sp>
      <p:sp>
        <p:nvSpPr>
          <p:cNvPr id="5" name="灯片编号占位符 4">
            <a:extLst>
              <a:ext uri="{FF2B5EF4-FFF2-40B4-BE49-F238E27FC236}">
                <a16:creationId xmlns:a16="http://schemas.microsoft.com/office/drawing/2014/main" id="{416452DA-3A9A-B114-B2C0-5BA9AC48FD78}"/>
              </a:ext>
            </a:extLst>
          </p:cNvPr>
          <p:cNvSpPr>
            <a:spLocks noGrp="1"/>
          </p:cNvSpPr>
          <p:nvPr>
            <p:ph type="sldNum" sz="quarter" idx="11"/>
          </p:nvPr>
        </p:nvSpPr>
        <p:spPr/>
        <p:txBody>
          <a:bodyPr/>
          <a:lstStyle/>
          <a:p>
            <a:fld id="{8FF9B0DE-3FEB-4AA0-B465-B80EF7C1333D}" type="slidenum">
              <a:rPr lang="en-US" smtClean="0"/>
              <a:pPr/>
              <a:t>4</a:t>
            </a:fld>
            <a:endParaRPr lang="en-US"/>
          </a:p>
        </p:txBody>
      </p:sp>
      <p:sp>
        <p:nvSpPr>
          <p:cNvPr id="6" name="矩形 5">
            <a:extLst>
              <a:ext uri="{FF2B5EF4-FFF2-40B4-BE49-F238E27FC236}">
                <a16:creationId xmlns:a16="http://schemas.microsoft.com/office/drawing/2014/main" id="{C266F643-5589-D62F-38B5-82F543BE65D3}"/>
              </a:ext>
            </a:extLst>
          </p:cNvPr>
          <p:cNvSpPr/>
          <p:nvPr/>
        </p:nvSpPr>
        <p:spPr bwMode="gray">
          <a:xfrm>
            <a:off x="3280874" y="1315108"/>
            <a:ext cx="5414481" cy="452063"/>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600">
                <a:solidFill>
                  <a:schemeClr val="tx1"/>
                </a:solidFill>
              </a:rPr>
              <a:t>Global CTP </a:t>
            </a:r>
            <a:endParaRPr lang="zh-CN" altLang="en-US" sz="1600">
              <a:solidFill>
                <a:schemeClr val="tx1"/>
              </a:solidFill>
            </a:endParaRPr>
          </a:p>
        </p:txBody>
      </p:sp>
      <p:cxnSp>
        <p:nvCxnSpPr>
          <p:cNvPr id="10" name="直接连接符 9">
            <a:extLst>
              <a:ext uri="{FF2B5EF4-FFF2-40B4-BE49-F238E27FC236}">
                <a16:creationId xmlns:a16="http://schemas.microsoft.com/office/drawing/2014/main" id="{7F44D1D2-6775-D8E0-25E9-2A7C745BFC08}"/>
              </a:ext>
            </a:extLst>
          </p:cNvPr>
          <p:cNvCxnSpPr>
            <a:cxnSpLocks/>
          </p:cNvCxnSpPr>
          <p:nvPr/>
        </p:nvCxnSpPr>
        <p:spPr bwMode="gray">
          <a:xfrm>
            <a:off x="1726058" y="2075380"/>
            <a:ext cx="871248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35DF7FE5-E4F6-2EF1-CA40-659E161ECB8A}"/>
              </a:ext>
            </a:extLst>
          </p:cNvPr>
          <p:cNvCxnSpPr/>
          <p:nvPr/>
        </p:nvCxnSpPr>
        <p:spPr bwMode="gray">
          <a:xfrm>
            <a:off x="1726058" y="2075380"/>
            <a:ext cx="0" cy="42124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420183B0-B3E3-C0D2-4691-6C07D8C5D684}"/>
              </a:ext>
            </a:extLst>
          </p:cNvPr>
          <p:cNvSpPr/>
          <p:nvPr/>
        </p:nvSpPr>
        <p:spPr bwMode="gray">
          <a:xfrm>
            <a:off x="1047964" y="2496620"/>
            <a:ext cx="1202076" cy="81165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354" rtl="0" eaLnBrk="1" fontAlgn="auto" latinLnBrk="0" hangingPunct="1">
              <a:lnSpc>
                <a:spcPct val="100000"/>
              </a:lnSpc>
              <a:spcBef>
                <a:spcPts val="0"/>
              </a:spcBef>
              <a:spcAft>
                <a:spcPts val="0"/>
              </a:spcAft>
              <a:buClrTx/>
              <a:buSzTx/>
              <a:tabLst/>
              <a:defRPr/>
            </a:pPr>
            <a:r>
              <a:rPr lang="en-US" altLang="zh-CN" sz="1100">
                <a:solidFill>
                  <a:srgbClr val="FF0000"/>
                </a:solidFill>
              </a:rPr>
              <a:t>Global CTP amendment to meet CDE requirement</a:t>
            </a:r>
          </a:p>
        </p:txBody>
      </p:sp>
      <p:cxnSp>
        <p:nvCxnSpPr>
          <p:cNvPr id="17" name="直接箭头连接符 16">
            <a:extLst>
              <a:ext uri="{FF2B5EF4-FFF2-40B4-BE49-F238E27FC236}">
                <a16:creationId xmlns:a16="http://schemas.microsoft.com/office/drawing/2014/main" id="{A8CE7C1B-3087-91EB-9BB4-6DDBE48BC5A9}"/>
              </a:ext>
            </a:extLst>
          </p:cNvPr>
          <p:cNvCxnSpPr/>
          <p:nvPr/>
        </p:nvCxnSpPr>
        <p:spPr bwMode="gray">
          <a:xfrm>
            <a:off x="3791162" y="2075380"/>
            <a:ext cx="0" cy="42124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F5C3675A-5EB5-8F2D-43DA-F4013BD9575A}"/>
              </a:ext>
            </a:extLst>
          </p:cNvPr>
          <p:cNvSpPr/>
          <p:nvPr/>
        </p:nvSpPr>
        <p:spPr bwMode="gray">
          <a:xfrm>
            <a:off x="2989777" y="2496620"/>
            <a:ext cx="1710643" cy="81164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altLang="zh-CN" sz="1100" b="1" dirty="0">
                <a:solidFill>
                  <a:schemeClr val="tx1"/>
                </a:solidFill>
              </a:rPr>
              <a:t>With time window limit 24h for China</a:t>
            </a:r>
          </a:p>
          <a:p>
            <a:pPr marL="171450" indent="-171450">
              <a:buFont typeface="Arial" panose="020B0604020202020204" pitchFamily="34" charset="0"/>
              <a:buChar char="•"/>
            </a:pPr>
            <a:r>
              <a:rPr lang="en-US" altLang="zh-CN" sz="1100" b="1" dirty="0">
                <a:solidFill>
                  <a:schemeClr val="tx1"/>
                </a:solidFill>
              </a:rPr>
              <a:t>Key secondary objective within 24h</a:t>
            </a:r>
            <a:endParaRPr lang="zh-CN" altLang="en-US" sz="1100" dirty="0">
              <a:solidFill>
                <a:schemeClr val="tx1"/>
              </a:solidFill>
            </a:endParaRPr>
          </a:p>
        </p:txBody>
      </p:sp>
      <p:cxnSp>
        <p:nvCxnSpPr>
          <p:cNvPr id="20" name="直接箭头连接符 19">
            <a:extLst>
              <a:ext uri="{FF2B5EF4-FFF2-40B4-BE49-F238E27FC236}">
                <a16:creationId xmlns:a16="http://schemas.microsoft.com/office/drawing/2014/main" id="{876B6A32-E46B-8D78-1CF5-8B3BD24DC961}"/>
              </a:ext>
            </a:extLst>
          </p:cNvPr>
          <p:cNvCxnSpPr>
            <a:stCxn id="15" idx="2"/>
          </p:cNvCxnSpPr>
          <p:nvPr/>
        </p:nvCxnSpPr>
        <p:spPr bwMode="gray">
          <a:xfrm flipH="1">
            <a:off x="1643865" y="3308278"/>
            <a:ext cx="5137" cy="277403"/>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BE42E5F8-ED23-5BCE-92C5-BBD7BD1F68A6}"/>
              </a:ext>
            </a:extLst>
          </p:cNvPr>
          <p:cNvCxnSpPr/>
          <p:nvPr/>
        </p:nvCxnSpPr>
        <p:spPr bwMode="gray">
          <a:xfrm>
            <a:off x="1171253" y="3585681"/>
            <a:ext cx="945223"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CD737A24-9292-EC82-9646-5FED7D264405}"/>
              </a:ext>
            </a:extLst>
          </p:cNvPr>
          <p:cNvCxnSpPr/>
          <p:nvPr/>
        </p:nvCxnSpPr>
        <p:spPr bwMode="gray">
          <a:xfrm>
            <a:off x="1171253" y="3585681"/>
            <a:ext cx="0" cy="27740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11F50926-57C0-626E-4DEB-03D03FE799FD}"/>
              </a:ext>
            </a:extLst>
          </p:cNvPr>
          <p:cNvCxnSpPr/>
          <p:nvPr/>
        </p:nvCxnSpPr>
        <p:spPr bwMode="gray">
          <a:xfrm>
            <a:off x="2116476" y="3585681"/>
            <a:ext cx="0" cy="27740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D49EF8A0-CE55-EEBF-D710-2ADD10E9A2CF}"/>
              </a:ext>
            </a:extLst>
          </p:cNvPr>
          <p:cNvSpPr/>
          <p:nvPr/>
        </p:nvSpPr>
        <p:spPr bwMode="gray">
          <a:xfrm>
            <a:off x="657540" y="3863084"/>
            <a:ext cx="945223" cy="41095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a:solidFill>
                  <a:schemeClr val="tx1"/>
                </a:solidFill>
              </a:rPr>
              <a:t>CTA</a:t>
            </a:r>
            <a:endParaRPr lang="zh-CN" altLang="en-US" sz="1050">
              <a:solidFill>
                <a:schemeClr val="tx1"/>
              </a:solidFill>
            </a:endParaRPr>
          </a:p>
        </p:txBody>
      </p:sp>
      <p:sp>
        <p:nvSpPr>
          <p:cNvPr id="28" name="矩形 27">
            <a:extLst>
              <a:ext uri="{FF2B5EF4-FFF2-40B4-BE49-F238E27FC236}">
                <a16:creationId xmlns:a16="http://schemas.microsoft.com/office/drawing/2014/main" id="{C0D35E5A-196D-E255-5E62-7782C47DFF9B}"/>
              </a:ext>
            </a:extLst>
          </p:cNvPr>
          <p:cNvSpPr/>
          <p:nvPr/>
        </p:nvSpPr>
        <p:spPr bwMode="gray">
          <a:xfrm>
            <a:off x="1683247" y="3863084"/>
            <a:ext cx="945221" cy="41095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a:solidFill>
                  <a:schemeClr val="tx1"/>
                </a:solidFill>
              </a:rPr>
              <a:t>NDA</a:t>
            </a:r>
          </a:p>
          <a:p>
            <a:pPr algn="ctr"/>
            <a:r>
              <a:rPr lang="en-US" altLang="zh-CN" sz="1100">
                <a:solidFill>
                  <a:schemeClr val="tx1"/>
                </a:solidFill>
              </a:rPr>
              <a:t>(4.5-24h)</a:t>
            </a:r>
            <a:endParaRPr lang="zh-CN" altLang="en-US" sz="1100">
              <a:solidFill>
                <a:schemeClr val="tx1"/>
              </a:solidFill>
            </a:endParaRPr>
          </a:p>
        </p:txBody>
      </p:sp>
      <p:sp>
        <p:nvSpPr>
          <p:cNvPr id="29" name="文本框 28">
            <a:extLst>
              <a:ext uri="{FF2B5EF4-FFF2-40B4-BE49-F238E27FC236}">
                <a16:creationId xmlns:a16="http://schemas.microsoft.com/office/drawing/2014/main" id="{82ABCEC7-AB6D-84ED-1439-B012491B0843}"/>
              </a:ext>
            </a:extLst>
          </p:cNvPr>
          <p:cNvSpPr txBox="1"/>
          <p:nvPr/>
        </p:nvSpPr>
        <p:spPr bwMode="gray">
          <a:xfrm>
            <a:off x="747400" y="4342823"/>
            <a:ext cx="601127" cy="197426"/>
          </a:xfrm>
          <a:prstGeom prst="rect">
            <a:avLst/>
          </a:prstGeom>
          <a:noFill/>
        </p:spPr>
        <p:txBody>
          <a:bodyPr wrap="none" lIns="0" tIns="0" rIns="0" bIns="0" rtlCol="0">
            <a:spAutoFit/>
          </a:bodyPr>
          <a:lstStyle/>
          <a:p>
            <a:pPr algn="l">
              <a:lnSpc>
                <a:spcPct val="140000"/>
              </a:lnSpc>
            </a:pPr>
            <a:r>
              <a:rPr lang="en-US" altLang="zh-CN" sz="1000">
                <a:solidFill>
                  <a:srgbClr val="FF0000"/>
                </a:solidFill>
              </a:rPr>
              <a:t>POS:</a:t>
            </a:r>
            <a:r>
              <a:rPr lang="zh-CN" altLang="en-US" sz="1000">
                <a:solidFill>
                  <a:srgbClr val="FF0000"/>
                </a:solidFill>
              </a:rPr>
              <a:t> </a:t>
            </a:r>
            <a:r>
              <a:rPr lang="en-US" altLang="zh-CN" sz="1000">
                <a:solidFill>
                  <a:srgbClr val="FF0000"/>
                </a:solidFill>
              </a:rPr>
              <a:t> high</a:t>
            </a:r>
            <a:endParaRPr lang="zh-CN" altLang="en-US" sz="1000">
              <a:solidFill>
                <a:srgbClr val="FF0000"/>
              </a:solidFill>
            </a:endParaRPr>
          </a:p>
        </p:txBody>
      </p:sp>
      <p:sp>
        <p:nvSpPr>
          <p:cNvPr id="30" name="文本框 29">
            <a:extLst>
              <a:ext uri="{FF2B5EF4-FFF2-40B4-BE49-F238E27FC236}">
                <a16:creationId xmlns:a16="http://schemas.microsoft.com/office/drawing/2014/main" id="{2AA23255-A840-25BA-EF0E-435FCD6F7EC5}"/>
              </a:ext>
            </a:extLst>
          </p:cNvPr>
          <p:cNvSpPr txBox="1"/>
          <p:nvPr/>
        </p:nvSpPr>
        <p:spPr bwMode="gray">
          <a:xfrm>
            <a:off x="1916937" y="4332565"/>
            <a:ext cx="601127" cy="197426"/>
          </a:xfrm>
          <a:prstGeom prst="rect">
            <a:avLst/>
          </a:prstGeom>
          <a:noFill/>
        </p:spPr>
        <p:txBody>
          <a:bodyPr wrap="none" lIns="0" tIns="0" rIns="0" bIns="0" rtlCol="0">
            <a:spAutoFit/>
          </a:bodyPr>
          <a:lstStyle/>
          <a:p>
            <a:pPr algn="l">
              <a:lnSpc>
                <a:spcPct val="140000"/>
              </a:lnSpc>
            </a:pPr>
            <a:r>
              <a:rPr lang="en-US" altLang="zh-CN" sz="1000">
                <a:solidFill>
                  <a:srgbClr val="0070C0"/>
                </a:solidFill>
              </a:rPr>
              <a:t>POS:</a:t>
            </a:r>
            <a:r>
              <a:rPr lang="zh-CN" altLang="en-US" sz="1000">
                <a:solidFill>
                  <a:srgbClr val="0070C0"/>
                </a:solidFill>
              </a:rPr>
              <a:t> </a:t>
            </a:r>
            <a:r>
              <a:rPr lang="en-US" altLang="zh-CN" sz="1000">
                <a:solidFill>
                  <a:srgbClr val="0070C0"/>
                </a:solidFill>
              </a:rPr>
              <a:t> high</a:t>
            </a:r>
            <a:endParaRPr lang="zh-CN" altLang="en-US" sz="1000">
              <a:solidFill>
                <a:srgbClr val="0070C0"/>
              </a:solidFill>
            </a:endParaRPr>
          </a:p>
        </p:txBody>
      </p:sp>
      <p:sp>
        <p:nvSpPr>
          <p:cNvPr id="31" name="矩形 30">
            <a:extLst>
              <a:ext uri="{FF2B5EF4-FFF2-40B4-BE49-F238E27FC236}">
                <a16:creationId xmlns:a16="http://schemas.microsoft.com/office/drawing/2014/main" id="{995987B2-8A44-77BB-BF9C-D32A6C7F24E7}"/>
              </a:ext>
            </a:extLst>
          </p:cNvPr>
          <p:cNvSpPr/>
          <p:nvPr/>
        </p:nvSpPr>
        <p:spPr bwMode="gray">
          <a:xfrm>
            <a:off x="5167894" y="2504455"/>
            <a:ext cx="1643862" cy="81164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altLang="zh-CN" sz="1100" b="1">
                <a:solidFill>
                  <a:schemeClr val="tx1"/>
                </a:solidFill>
              </a:rPr>
              <a:t>With time window limit 24h for China</a:t>
            </a:r>
          </a:p>
          <a:p>
            <a:pPr marL="171450" indent="-171450">
              <a:buFont typeface="Arial" panose="020B0604020202020204" pitchFamily="34" charset="0"/>
              <a:buChar char="•"/>
            </a:pPr>
            <a:r>
              <a:rPr lang="en-US" altLang="zh-CN" sz="1100" b="1">
                <a:solidFill>
                  <a:schemeClr val="tx1"/>
                </a:solidFill>
              </a:rPr>
              <a:t>Pre-specified subgroup </a:t>
            </a:r>
            <a:endParaRPr lang="zh-CN" altLang="en-US" sz="1100">
              <a:solidFill>
                <a:schemeClr val="tx1"/>
              </a:solidFill>
            </a:endParaRPr>
          </a:p>
        </p:txBody>
      </p:sp>
      <p:sp>
        <p:nvSpPr>
          <p:cNvPr id="32" name="矩形 31">
            <a:extLst>
              <a:ext uri="{FF2B5EF4-FFF2-40B4-BE49-F238E27FC236}">
                <a16:creationId xmlns:a16="http://schemas.microsoft.com/office/drawing/2014/main" id="{BFD8AA89-2E44-8DD1-6778-77A225C9EE4D}"/>
              </a:ext>
            </a:extLst>
          </p:cNvPr>
          <p:cNvSpPr/>
          <p:nvPr/>
        </p:nvSpPr>
        <p:spPr bwMode="gray">
          <a:xfrm>
            <a:off x="7510395" y="2504455"/>
            <a:ext cx="1643862" cy="81164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altLang="zh-CN" sz="1100" b="1">
                <a:solidFill>
                  <a:schemeClr val="tx1"/>
                </a:solidFill>
              </a:rPr>
              <a:t>No time window limit for China </a:t>
            </a:r>
          </a:p>
          <a:p>
            <a:pPr marL="171450" indent="-171450">
              <a:buFont typeface="Arial" panose="020B0604020202020204" pitchFamily="34" charset="0"/>
              <a:buChar char="•"/>
            </a:pPr>
            <a:r>
              <a:rPr lang="en-US" altLang="zh-CN" sz="1100" b="1">
                <a:solidFill>
                  <a:schemeClr val="tx1"/>
                </a:solidFill>
              </a:rPr>
              <a:t>Key secondary objective </a:t>
            </a:r>
            <a:endParaRPr lang="zh-CN" altLang="en-US" sz="1100">
              <a:solidFill>
                <a:schemeClr val="tx1"/>
              </a:solidFill>
            </a:endParaRPr>
          </a:p>
        </p:txBody>
      </p:sp>
      <p:cxnSp>
        <p:nvCxnSpPr>
          <p:cNvPr id="41" name="直接箭头连接符 40">
            <a:extLst>
              <a:ext uri="{FF2B5EF4-FFF2-40B4-BE49-F238E27FC236}">
                <a16:creationId xmlns:a16="http://schemas.microsoft.com/office/drawing/2014/main" id="{9A0114C7-4AB9-658B-59A1-CA246F0BAE1C}"/>
              </a:ext>
            </a:extLst>
          </p:cNvPr>
          <p:cNvCxnSpPr/>
          <p:nvPr/>
        </p:nvCxnSpPr>
        <p:spPr bwMode="gray">
          <a:xfrm>
            <a:off x="5988115" y="2075380"/>
            <a:ext cx="0" cy="42124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3CE667F1-0A98-8C41-FA95-A89F9CED6BAF}"/>
              </a:ext>
            </a:extLst>
          </p:cNvPr>
          <p:cNvCxnSpPr/>
          <p:nvPr/>
        </p:nvCxnSpPr>
        <p:spPr bwMode="gray">
          <a:xfrm>
            <a:off x="8282668" y="2075380"/>
            <a:ext cx="0" cy="42124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BC6978F2-A9E6-CE1F-2BF0-C7F12DCE90E5}"/>
              </a:ext>
            </a:extLst>
          </p:cNvPr>
          <p:cNvSpPr/>
          <p:nvPr/>
        </p:nvSpPr>
        <p:spPr bwMode="gray">
          <a:xfrm>
            <a:off x="9693660" y="2504455"/>
            <a:ext cx="1643862" cy="81164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altLang="zh-CN" sz="1100" b="1">
                <a:solidFill>
                  <a:schemeClr val="tx1"/>
                </a:solidFill>
              </a:rPr>
              <a:t>No time window limit for China </a:t>
            </a:r>
          </a:p>
          <a:p>
            <a:pPr marL="171450" indent="-171450">
              <a:buFont typeface="Arial" panose="020B0604020202020204" pitchFamily="34" charset="0"/>
              <a:buChar char="•"/>
            </a:pPr>
            <a:r>
              <a:rPr lang="en-US" altLang="zh-CN" sz="1100" b="1">
                <a:solidFill>
                  <a:schemeClr val="tx1"/>
                </a:solidFill>
              </a:rPr>
              <a:t>Pre-specified subgroup </a:t>
            </a:r>
            <a:endParaRPr lang="zh-CN" altLang="en-US" sz="1100">
              <a:solidFill>
                <a:schemeClr val="tx1"/>
              </a:solidFill>
            </a:endParaRPr>
          </a:p>
        </p:txBody>
      </p:sp>
      <p:cxnSp>
        <p:nvCxnSpPr>
          <p:cNvPr id="44" name="直接箭头连接符 43">
            <a:extLst>
              <a:ext uri="{FF2B5EF4-FFF2-40B4-BE49-F238E27FC236}">
                <a16:creationId xmlns:a16="http://schemas.microsoft.com/office/drawing/2014/main" id="{8137032C-68BE-4289-F588-ADB2210FE253}"/>
              </a:ext>
            </a:extLst>
          </p:cNvPr>
          <p:cNvCxnSpPr/>
          <p:nvPr/>
        </p:nvCxnSpPr>
        <p:spPr bwMode="gray">
          <a:xfrm>
            <a:off x="10445385" y="2075380"/>
            <a:ext cx="0" cy="42124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4FD9CC36-C876-355C-806B-1DB87256FD0C}"/>
              </a:ext>
            </a:extLst>
          </p:cNvPr>
          <p:cNvCxnSpPr>
            <a:cxnSpLocks/>
          </p:cNvCxnSpPr>
          <p:nvPr/>
        </p:nvCxnSpPr>
        <p:spPr bwMode="gray">
          <a:xfrm flipH="1">
            <a:off x="5988114" y="1767171"/>
            <a:ext cx="1" cy="308209"/>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184AA07A-2F6A-F1D3-2D3B-EE7D7BE28CD4}"/>
              </a:ext>
            </a:extLst>
          </p:cNvPr>
          <p:cNvCxnSpPr/>
          <p:nvPr/>
        </p:nvCxnSpPr>
        <p:spPr bwMode="gray">
          <a:xfrm flipH="1">
            <a:off x="3791168" y="3298020"/>
            <a:ext cx="5137" cy="277403"/>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923F3E42-8DAC-B684-8EDF-5376E96FF90C}"/>
              </a:ext>
            </a:extLst>
          </p:cNvPr>
          <p:cNvCxnSpPr/>
          <p:nvPr/>
        </p:nvCxnSpPr>
        <p:spPr bwMode="gray">
          <a:xfrm>
            <a:off x="3318556" y="3575423"/>
            <a:ext cx="945223"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377217B4-FDB3-5956-4A28-F2C62FCAC215}"/>
              </a:ext>
            </a:extLst>
          </p:cNvPr>
          <p:cNvCxnSpPr/>
          <p:nvPr/>
        </p:nvCxnSpPr>
        <p:spPr bwMode="gray">
          <a:xfrm>
            <a:off x="3318556" y="3575423"/>
            <a:ext cx="0" cy="27740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3AC82B9F-6B35-0AF4-18AE-6F9913A004D3}"/>
              </a:ext>
            </a:extLst>
          </p:cNvPr>
          <p:cNvCxnSpPr/>
          <p:nvPr/>
        </p:nvCxnSpPr>
        <p:spPr bwMode="gray">
          <a:xfrm>
            <a:off x="4263779" y="3575423"/>
            <a:ext cx="0" cy="27740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82DE065E-74B8-4813-1CF7-36E6E4AB0385}"/>
              </a:ext>
            </a:extLst>
          </p:cNvPr>
          <p:cNvSpPr/>
          <p:nvPr/>
        </p:nvSpPr>
        <p:spPr bwMode="gray">
          <a:xfrm>
            <a:off x="2835665" y="3852826"/>
            <a:ext cx="945223" cy="41095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a:solidFill>
                  <a:schemeClr val="tx1"/>
                </a:solidFill>
              </a:rPr>
              <a:t>CTA</a:t>
            </a:r>
            <a:endParaRPr lang="zh-CN" altLang="en-US" sz="1050">
              <a:solidFill>
                <a:schemeClr val="tx1"/>
              </a:solidFill>
            </a:endParaRPr>
          </a:p>
        </p:txBody>
      </p:sp>
      <p:sp>
        <p:nvSpPr>
          <p:cNvPr id="53" name="矩形 52">
            <a:extLst>
              <a:ext uri="{FF2B5EF4-FFF2-40B4-BE49-F238E27FC236}">
                <a16:creationId xmlns:a16="http://schemas.microsoft.com/office/drawing/2014/main" id="{F8EE9BCC-20EB-D5CF-C59C-EECA28D09E4C}"/>
              </a:ext>
            </a:extLst>
          </p:cNvPr>
          <p:cNvSpPr/>
          <p:nvPr/>
        </p:nvSpPr>
        <p:spPr bwMode="gray">
          <a:xfrm>
            <a:off x="3892194" y="3852826"/>
            <a:ext cx="945221" cy="41095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a:solidFill>
                  <a:schemeClr val="tx1"/>
                </a:solidFill>
              </a:rPr>
              <a:t>NDA</a:t>
            </a:r>
          </a:p>
          <a:p>
            <a:pPr algn="ctr"/>
            <a:r>
              <a:rPr lang="en-US" altLang="zh-CN" sz="1100">
                <a:solidFill>
                  <a:schemeClr val="tx1"/>
                </a:solidFill>
              </a:rPr>
              <a:t>(4.5-24h)</a:t>
            </a:r>
            <a:endParaRPr lang="zh-CN" altLang="en-US" sz="1100">
              <a:solidFill>
                <a:schemeClr val="tx1"/>
              </a:solidFill>
            </a:endParaRPr>
          </a:p>
        </p:txBody>
      </p:sp>
      <p:sp>
        <p:nvSpPr>
          <p:cNvPr id="54" name="文本框 53">
            <a:extLst>
              <a:ext uri="{FF2B5EF4-FFF2-40B4-BE49-F238E27FC236}">
                <a16:creationId xmlns:a16="http://schemas.microsoft.com/office/drawing/2014/main" id="{26EF3743-6423-6CDE-A349-B9C04E340341}"/>
              </a:ext>
            </a:extLst>
          </p:cNvPr>
          <p:cNvSpPr txBox="1"/>
          <p:nvPr/>
        </p:nvSpPr>
        <p:spPr bwMode="gray">
          <a:xfrm>
            <a:off x="2894703" y="4332565"/>
            <a:ext cx="846386" cy="628314"/>
          </a:xfrm>
          <a:prstGeom prst="rect">
            <a:avLst/>
          </a:prstGeom>
          <a:noFill/>
        </p:spPr>
        <p:txBody>
          <a:bodyPr wrap="none" lIns="0" tIns="0" rIns="0" bIns="0" rtlCol="0">
            <a:spAutoFit/>
          </a:bodyPr>
          <a:lstStyle/>
          <a:p>
            <a:pPr algn="l">
              <a:lnSpc>
                <a:spcPct val="140000"/>
              </a:lnSpc>
            </a:pPr>
            <a:r>
              <a:rPr lang="en-US" altLang="zh-CN" sz="1000">
                <a:solidFill>
                  <a:srgbClr val="FF0000"/>
                </a:solidFill>
              </a:rPr>
              <a:t>POS:</a:t>
            </a:r>
            <a:r>
              <a:rPr lang="zh-CN" altLang="en-US" sz="1000">
                <a:solidFill>
                  <a:srgbClr val="FF0000"/>
                </a:solidFill>
              </a:rPr>
              <a:t> </a:t>
            </a:r>
            <a:r>
              <a:rPr lang="en-US" altLang="zh-CN" sz="1000">
                <a:solidFill>
                  <a:srgbClr val="FF0000"/>
                </a:solidFill>
              </a:rPr>
              <a:t> </a:t>
            </a:r>
          </a:p>
          <a:p>
            <a:pPr algn="l">
              <a:lnSpc>
                <a:spcPct val="140000"/>
              </a:lnSpc>
            </a:pPr>
            <a:r>
              <a:rPr lang="en-US" altLang="zh-CN" sz="1000">
                <a:solidFill>
                  <a:srgbClr val="FF0000"/>
                </a:solidFill>
              </a:rPr>
              <a:t>Medium- High</a:t>
            </a:r>
          </a:p>
          <a:p>
            <a:pPr algn="l">
              <a:lnSpc>
                <a:spcPct val="140000"/>
              </a:lnSpc>
            </a:pPr>
            <a:endParaRPr lang="zh-CN" altLang="en-US" sz="1000">
              <a:solidFill>
                <a:srgbClr val="FF0000"/>
              </a:solidFill>
            </a:endParaRPr>
          </a:p>
        </p:txBody>
      </p:sp>
      <p:sp>
        <p:nvSpPr>
          <p:cNvPr id="55" name="文本框 54">
            <a:extLst>
              <a:ext uri="{FF2B5EF4-FFF2-40B4-BE49-F238E27FC236}">
                <a16:creationId xmlns:a16="http://schemas.microsoft.com/office/drawing/2014/main" id="{87A21D32-D42F-C91F-C8CC-014995AE83F6}"/>
              </a:ext>
            </a:extLst>
          </p:cNvPr>
          <p:cNvSpPr txBox="1"/>
          <p:nvPr/>
        </p:nvSpPr>
        <p:spPr bwMode="gray">
          <a:xfrm>
            <a:off x="4064240" y="4322307"/>
            <a:ext cx="601127" cy="197426"/>
          </a:xfrm>
          <a:prstGeom prst="rect">
            <a:avLst/>
          </a:prstGeom>
          <a:noFill/>
        </p:spPr>
        <p:txBody>
          <a:bodyPr wrap="none" lIns="0" tIns="0" rIns="0" bIns="0" rtlCol="0">
            <a:spAutoFit/>
          </a:bodyPr>
          <a:lstStyle/>
          <a:p>
            <a:pPr algn="l">
              <a:lnSpc>
                <a:spcPct val="140000"/>
              </a:lnSpc>
            </a:pPr>
            <a:r>
              <a:rPr lang="en-US" altLang="zh-CN" sz="1000">
                <a:solidFill>
                  <a:srgbClr val="0070C0"/>
                </a:solidFill>
              </a:rPr>
              <a:t>POS:</a:t>
            </a:r>
            <a:r>
              <a:rPr lang="zh-CN" altLang="en-US" sz="1000">
                <a:solidFill>
                  <a:srgbClr val="0070C0"/>
                </a:solidFill>
              </a:rPr>
              <a:t> </a:t>
            </a:r>
            <a:r>
              <a:rPr lang="en-US" altLang="zh-CN" sz="1000">
                <a:solidFill>
                  <a:srgbClr val="0070C0"/>
                </a:solidFill>
              </a:rPr>
              <a:t> high</a:t>
            </a:r>
            <a:endParaRPr lang="zh-CN" altLang="en-US" sz="1000">
              <a:solidFill>
                <a:srgbClr val="0070C0"/>
              </a:solidFill>
            </a:endParaRPr>
          </a:p>
        </p:txBody>
      </p:sp>
      <p:cxnSp>
        <p:nvCxnSpPr>
          <p:cNvPr id="56" name="直接箭头连接符 55">
            <a:extLst>
              <a:ext uri="{FF2B5EF4-FFF2-40B4-BE49-F238E27FC236}">
                <a16:creationId xmlns:a16="http://schemas.microsoft.com/office/drawing/2014/main" id="{6E71D353-6EAA-94D2-9BEF-243757E5FBB9}"/>
              </a:ext>
            </a:extLst>
          </p:cNvPr>
          <p:cNvCxnSpPr/>
          <p:nvPr/>
        </p:nvCxnSpPr>
        <p:spPr bwMode="gray">
          <a:xfrm flipH="1">
            <a:off x="6030122" y="3298020"/>
            <a:ext cx="5137" cy="277403"/>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432FF700-3CBB-070D-A5A7-9837D9E86F71}"/>
              </a:ext>
            </a:extLst>
          </p:cNvPr>
          <p:cNvCxnSpPr/>
          <p:nvPr/>
        </p:nvCxnSpPr>
        <p:spPr bwMode="gray">
          <a:xfrm>
            <a:off x="5557510" y="3575423"/>
            <a:ext cx="945223"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C429C4B9-23BA-7B0E-7FD5-AA2ECD1AC9E4}"/>
              </a:ext>
            </a:extLst>
          </p:cNvPr>
          <p:cNvCxnSpPr/>
          <p:nvPr/>
        </p:nvCxnSpPr>
        <p:spPr bwMode="gray">
          <a:xfrm>
            <a:off x="5557510" y="3575423"/>
            <a:ext cx="0" cy="27740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A17C36AA-1A14-92DD-2C08-514E7E48F359}"/>
              </a:ext>
            </a:extLst>
          </p:cNvPr>
          <p:cNvCxnSpPr/>
          <p:nvPr/>
        </p:nvCxnSpPr>
        <p:spPr bwMode="gray">
          <a:xfrm>
            <a:off x="6502733" y="3575423"/>
            <a:ext cx="0" cy="27740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矩形 59">
            <a:extLst>
              <a:ext uri="{FF2B5EF4-FFF2-40B4-BE49-F238E27FC236}">
                <a16:creationId xmlns:a16="http://schemas.microsoft.com/office/drawing/2014/main" id="{8BB63622-49BD-E5E5-881F-449845508B3C}"/>
              </a:ext>
            </a:extLst>
          </p:cNvPr>
          <p:cNvSpPr/>
          <p:nvPr/>
        </p:nvSpPr>
        <p:spPr bwMode="gray">
          <a:xfrm>
            <a:off x="5043797" y="3852826"/>
            <a:ext cx="945223" cy="41095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a:solidFill>
                  <a:schemeClr val="tx1"/>
                </a:solidFill>
              </a:rPr>
              <a:t>CTA</a:t>
            </a:r>
            <a:endParaRPr lang="zh-CN" altLang="en-US" sz="1050">
              <a:solidFill>
                <a:schemeClr val="tx1"/>
              </a:solidFill>
            </a:endParaRPr>
          </a:p>
        </p:txBody>
      </p:sp>
      <p:sp>
        <p:nvSpPr>
          <p:cNvPr id="61" name="矩形 60">
            <a:extLst>
              <a:ext uri="{FF2B5EF4-FFF2-40B4-BE49-F238E27FC236}">
                <a16:creationId xmlns:a16="http://schemas.microsoft.com/office/drawing/2014/main" id="{5104B6DA-D139-B389-EE80-28D927150C43}"/>
              </a:ext>
            </a:extLst>
          </p:cNvPr>
          <p:cNvSpPr/>
          <p:nvPr/>
        </p:nvSpPr>
        <p:spPr bwMode="gray">
          <a:xfrm>
            <a:off x="6090052" y="3852826"/>
            <a:ext cx="945221" cy="41095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a:solidFill>
                  <a:schemeClr val="tx1"/>
                </a:solidFill>
              </a:rPr>
              <a:t>NDA</a:t>
            </a:r>
          </a:p>
          <a:p>
            <a:pPr algn="ctr"/>
            <a:r>
              <a:rPr lang="en-US" altLang="zh-CN" sz="1100">
                <a:solidFill>
                  <a:schemeClr val="tx1"/>
                </a:solidFill>
              </a:rPr>
              <a:t>(4.5-24h)</a:t>
            </a:r>
            <a:endParaRPr lang="zh-CN" altLang="en-US" sz="1100">
              <a:solidFill>
                <a:schemeClr val="tx1"/>
              </a:solidFill>
            </a:endParaRPr>
          </a:p>
        </p:txBody>
      </p:sp>
      <p:sp>
        <p:nvSpPr>
          <p:cNvPr id="62" name="文本框 61">
            <a:extLst>
              <a:ext uri="{FF2B5EF4-FFF2-40B4-BE49-F238E27FC236}">
                <a16:creationId xmlns:a16="http://schemas.microsoft.com/office/drawing/2014/main" id="{D6F8D57A-628E-3E76-B3B3-5B8EC85D2D8B}"/>
              </a:ext>
            </a:extLst>
          </p:cNvPr>
          <p:cNvSpPr txBox="1"/>
          <p:nvPr/>
        </p:nvSpPr>
        <p:spPr bwMode="gray">
          <a:xfrm>
            <a:off x="5133657" y="4332565"/>
            <a:ext cx="841577" cy="412870"/>
          </a:xfrm>
          <a:prstGeom prst="rect">
            <a:avLst/>
          </a:prstGeom>
          <a:noFill/>
        </p:spPr>
        <p:txBody>
          <a:bodyPr wrap="none" lIns="0" tIns="0" rIns="0" bIns="0" rtlCol="0">
            <a:spAutoFit/>
          </a:bodyPr>
          <a:lstStyle/>
          <a:p>
            <a:pPr algn="l">
              <a:lnSpc>
                <a:spcPct val="140000"/>
              </a:lnSpc>
            </a:pPr>
            <a:r>
              <a:rPr lang="en-US" altLang="zh-CN" sz="1000">
                <a:solidFill>
                  <a:srgbClr val="0070C0"/>
                </a:solidFill>
              </a:rPr>
              <a:t>POS:</a:t>
            </a:r>
            <a:r>
              <a:rPr lang="zh-CN" altLang="en-US" sz="1000">
                <a:solidFill>
                  <a:srgbClr val="0070C0"/>
                </a:solidFill>
              </a:rPr>
              <a:t> </a:t>
            </a:r>
            <a:r>
              <a:rPr lang="en-US" altLang="zh-CN" sz="1000">
                <a:solidFill>
                  <a:srgbClr val="0070C0"/>
                </a:solidFill>
              </a:rPr>
              <a:t> Medium</a:t>
            </a:r>
          </a:p>
          <a:p>
            <a:pPr algn="l">
              <a:lnSpc>
                <a:spcPct val="140000"/>
              </a:lnSpc>
            </a:pPr>
            <a:endParaRPr lang="zh-CN" altLang="en-US" sz="1000">
              <a:solidFill>
                <a:srgbClr val="0070C0"/>
              </a:solidFill>
            </a:endParaRPr>
          </a:p>
        </p:txBody>
      </p:sp>
      <p:sp>
        <p:nvSpPr>
          <p:cNvPr id="63" name="文本框 62">
            <a:extLst>
              <a:ext uri="{FF2B5EF4-FFF2-40B4-BE49-F238E27FC236}">
                <a16:creationId xmlns:a16="http://schemas.microsoft.com/office/drawing/2014/main" id="{FA24675D-A32B-7550-522C-79AB9781EEC8}"/>
              </a:ext>
            </a:extLst>
          </p:cNvPr>
          <p:cNvSpPr txBox="1"/>
          <p:nvPr/>
        </p:nvSpPr>
        <p:spPr bwMode="gray">
          <a:xfrm>
            <a:off x="6362812" y="4374850"/>
            <a:ext cx="511358" cy="153888"/>
          </a:xfrm>
          <a:prstGeom prst="rect">
            <a:avLst/>
          </a:prstGeom>
          <a:noFill/>
        </p:spPr>
        <p:txBody>
          <a:bodyPr wrap="none" lIns="0" tIns="0" rIns="0" bIns="0" rtlCol="0">
            <a:spAutoFit/>
          </a:bodyPr>
          <a:lstStyle/>
          <a:p>
            <a:pPr marR="0" lvl="0" algn="l" defTabSz="914354" rtl="0" eaLnBrk="1" fontAlgn="auto" latinLnBrk="0" hangingPunct="1">
              <a:lnSpc>
                <a:spcPct val="100000"/>
              </a:lnSpc>
              <a:spcBef>
                <a:spcPts val="0"/>
              </a:spcBef>
              <a:spcAft>
                <a:spcPts val="0"/>
              </a:spcAft>
              <a:buClrTx/>
              <a:buSzTx/>
              <a:tabLst/>
              <a:defRPr/>
            </a:pPr>
            <a:r>
              <a:rPr lang="en-US" altLang="zh-CN" sz="1000"/>
              <a:t>High risk</a:t>
            </a:r>
          </a:p>
        </p:txBody>
      </p:sp>
      <p:cxnSp>
        <p:nvCxnSpPr>
          <p:cNvPr id="64" name="直接箭头连接符 63">
            <a:extLst>
              <a:ext uri="{FF2B5EF4-FFF2-40B4-BE49-F238E27FC236}">
                <a16:creationId xmlns:a16="http://schemas.microsoft.com/office/drawing/2014/main" id="{92A0A9F5-BD2A-E0FE-9241-7BC8F7E48004}"/>
              </a:ext>
            </a:extLst>
          </p:cNvPr>
          <p:cNvCxnSpPr/>
          <p:nvPr/>
        </p:nvCxnSpPr>
        <p:spPr bwMode="gray">
          <a:xfrm flipH="1">
            <a:off x="8296567" y="3339084"/>
            <a:ext cx="5137" cy="277403"/>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矩形 67">
            <a:extLst>
              <a:ext uri="{FF2B5EF4-FFF2-40B4-BE49-F238E27FC236}">
                <a16:creationId xmlns:a16="http://schemas.microsoft.com/office/drawing/2014/main" id="{8258A5A6-9E9A-CF40-B534-EF9031681EEC}"/>
              </a:ext>
            </a:extLst>
          </p:cNvPr>
          <p:cNvSpPr/>
          <p:nvPr/>
        </p:nvSpPr>
        <p:spPr bwMode="gray">
          <a:xfrm>
            <a:off x="7802110" y="3623610"/>
            <a:ext cx="945223" cy="41095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a:solidFill>
                  <a:schemeClr val="tx1"/>
                </a:solidFill>
              </a:rPr>
              <a:t>CTA</a:t>
            </a:r>
            <a:endParaRPr lang="zh-CN" altLang="en-US" sz="1050">
              <a:solidFill>
                <a:schemeClr val="tx1"/>
              </a:solidFill>
            </a:endParaRPr>
          </a:p>
        </p:txBody>
      </p:sp>
      <p:sp>
        <p:nvSpPr>
          <p:cNvPr id="70" name="文本框 69">
            <a:extLst>
              <a:ext uri="{FF2B5EF4-FFF2-40B4-BE49-F238E27FC236}">
                <a16:creationId xmlns:a16="http://schemas.microsoft.com/office/drawing/2014/main" id="{27A1B696-5274-6D50-E17D-3F35E3CFA04D}"/>
              </a:ext>
            </a:extLst>
          </p:cNvPr>
          <p:cNvSpPr txBox="1"/>
          <p:nvPr/>
        </p:nvSpPr>
        <p:spPr bwMode="gray">
          <a:xfrm>
            <a:off x="7968686" y="4020679"/>
            <a:ext cx="894476" cy="197426"/>
          </a:xfrm>
          <a:prstGeom prst="rect">
            <a:avLst/>
          </a:prstGeom>
          <a:noFill/>
        </p:spPr>
        <p:txBody>
          <a:bodyPr wrap="none" lIns="0" tIns="0" rIns="0" bIns="0" rtlCol="0">
            <a:spAutoFit/>
          </a:bodyPr>
          <a:lstStyle/>
          <a:p>
            <a:pPr algn="l">
              <a:lnSpc>
                <a:spcPct val="140000"/>
              </a:lnSpc>
            </a:pPr>
            <a:r>
              <a:rPr lang="en-US" altLang="zh-CN" sz="1000">
                <a:solidFill>
                  <a:srgbClr val="0070C0"/>
                </a:solidFill>
              </a:rPr>
              <a:t>POS:</a:t>
            </a:r>
            <a:r>
              <a:rPr lang="zh-CN" altLang="en-US" sz="1000">
                <a:solidFill>
                  <a:srgbClr val="0070C0"/>
                </a:solidFill>
              </a:rPr>
              <a:t> </a:t>
            </a:r>
            <a:r>
              <a:rPr lang="en-US" altLang="zh-CN" sz="1000">
                <a:solidFill>
                  <a:srgbClr val="0070C0"/>
                </a:solidFill>
              </a:rPr>
              <a:t> Very Low</a:t>
            </a:r>
            <a:endParaRPr lang="zh-CN" altLang="en-US" sz="1000">
              <a:solidFill>
                <a:srgbClr val="0070C0"/>
              </a:solidFill>
            </a:endParaRPr>
          </a:p>
        </p:txBody>
      </p:sp>
      <p:cxnSp>
        <p:nvCxnSpPr>
          <p:cNvPr id="72" name="直接箭头连接符 71">
            <a:extLst>
              <a:ext uri="{FF2B5EF4-FFF2-40B4-BE49-F238E27FC236}">
                <a16:creationId xmlns:a16="http://schemas.microsoft.com/office/drawing/2014/main" id="{7050E5A3-CF1E-4916-8231-586E2071EB26}"/>
              </a:ext>
            </a:extLst>
          </p:cNvPr>
          <p:cNvCxnSpPr/>
          <p:nvPr/>
        </p:nvCxnSpPr>
        <p:spPr bwMode="gray">
          <a:xfrm flipH="1">
            <a:off x="10497040" y="3318536"/>
            <a:ext cx="5137" cy="277403"/>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 name="矩形 75">
            <a:extLst>
              <a:ext uri="{FF2B5EF4-FFF2-40B4-BE49-F238E27FC236}">
                <a16:creationId xmlns:a16="http://schemas.microsoft.com/office/drawing/2014/main" id="{199ADFBE-855F-095F-9966-A81D91CF446F}"/>
              </a:ext>
            </a:extLst>
          </p:cNvPr>
          <p:cNvSpPr/>
          <p:nvPr/>
        </p:nvSpPr>
        <p:spPr bwMode="gray">
          <a:xfrm>
            <a:off x="10046200" y="3609725"/>
            <a:ext cx="945223" cy="41095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a:solidFill>
                  <a:schemeClr val="tx1"/>
                </a:solidFill>
              </a:rPr>
              <a:t>CTA</a:t>
            </a:r>
            <a:endParaRPr lang="zh-CN" altLang="en-US" sz="1050">
              <a:solidFill>
                <a:schemeClr val="tx1"/>
              </a:solidFill>
            </a:endParaRPr>
          </a:p>
        </p:txBody>
      </p:sp>
      <p:sp>
        <p:nvSpPr>
          <p:cNvPr id="78" name="文本框 77">
            <a:extLst>
              <a:ext uri="{FF2B5EF4-FFF2-40B4-BE49-F238E27FC236}">
                <a16:creationId xmlns:a16="http://schemas.microsoft.com/office/drawing/2014/main" id="{BBC02290-7220-D558-5B5A-D0CC4C3DE343}"/>
              </a:ext>
            </a:extLst>
          </p:cNvPr>
          <p:cNvSpPr txBox="1"/>
          <p:nvPr/>
        </p:nvSpPr>
        <p:spPr bwMode="gray">
          <a:xfrm>
            <a:off x="10200595" y="4052437"/>
            <a:ext cx="888064" cy="197426"/>
          </a:xfrm>
          <a:prstGeom prst="rect">
            <a:avLst/>
          </a:prstGeom>
          <a:noFill/>
        </p:spPr>
        <p:txBody>
          <a:bodyPr wrap="none" lIns="0" tIns="0" rIns="0" bIns="0" rtlCol="0">
            <a:spAutoFit/>
          </a:bodyPr>
          <a:lstStyle/>
          <a:p>
            <a:pPr algn="l">
              <a:lnSpc>
                <a:spcPct val="140000"/>
              </a:lnSpc>
            </a:pPr>
            <a:r>
              <a:rPr lang="en-US" altLang="zh-CN" sz="1000">
                <a:solidFill>
                  <a:srgbClr val="0070C0"/>
                </a:solidFill>
              </a:rPr>
              <a:t>POS:</a:t>
            </a:r>
            <a:r>
              <a:rPr lang="zh-CN" altLang="en-US" sz="1000">
                <a:solidFill>
                  <a:srgbClr val="0070C0"/>
                </a:solidFill>
              </a:rPr>
              <a:t> </a:t>
            </a:r>
            <a:r>
              <a:rPr lang="en-US" altLang="zh-CN" sz="1000">
                <a:solidFill>
                  <a:srgbClr val="0070C0"/>
                </a:solidFill>
              </a:rPr>
              <a:t> Very low</a:t>
            </a:r>
            <a:endParaRPr lang="zh-CN" altLang="en-US" sz="1000">
              <a:solidFill>
                <a:srgbClr val="0070C0"/>
              </a:solidFill>
            </a:endParaRPr>
          </a:p>
        </p:txBody>
      </p:sp>
      <p:sp>
        <p:nvSpPr>
          <p:cNvPr id="83" name="椭圆 82">
            <a:extLst>
              <a:ext uri="{FF2B5EF4-FFF2-40B4-BE49-F238E27FC236}">
                <a16:creationId xmlns:a16="http://schemas.microsoft.com/office/drawing/2014/main" id="{C195368A-BFFA-6A22-C085-427C5600BFC7}"/>
              </a:ext>
            </a:extLst>
          </p:cNvPr>
          <p:cNvSpPr/>
          <p:nvPr/>
        </p:nvSpPr>
        <p:spPr bwMode="gray">
          <a:xfrm>
            <a:off x="1376681" y="2154980"/>
            <a:ext cx="335823" cy="303232"/>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600">
                <a:solidFill>
                  <a:schemeClr val="tx1"/>
                </a:solidFill>
              </a:rPr>
              <a:t>1</a:t>
            </a:r>
            <a:endParaRPr lang="zh-CN" altLang="en-US" sz="1600">
              <a:solidFill>
                <a:schemeClr val="tx1"/>
              </a:solidFill>
            </a:endParaRPr>
          </a:p>
        </p:txBody>
      </p:sp>
      <p:sp>
        <p:nvSpPr>
          <p:cNvPr id="84" name="椭圆 83">
            <a:extLst>
              <a:ext uri="{FF2B5EF4-FFF2-40B4-BE49-F238E27FC236}">
                <a16:creationId xmlns:a16="http://schemas.microsoft.com/office/drawing/2014/main" id="{1CC1842D-DF59-BA8D-5071-261EC3CFC47B}"/>
              </a:ext>
            </a:extLst>
          </p:cNvPr>
          <p:cNvSpPr/>
          <p:nvPr/>
        </p:nvSpPr>
        <p:spPr bwMode="gray">
          <a:xfrm>
            <a:off x="3424822" y="2132236"/>
            <a:ext cx="335823" cy="303232"/>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600">
                <a:solidFill>
                  <a:schemeClr val="tx1"/>
                </a:solidFill>
              </a:rPr>
              <a:t>2</a:t>
            </a:r>
            <a:endParaRPr lang="zh-CN" altLang="en-US" sz="1600">
              <a:solidFill>
                <a:schemeClr val="tx1"/>
              </a:solidFill>
            </a:endParaRPr>
          </a:p>
        </p:txBody>
      </p:sp>
      <p:sp>
        <p:nvSpPr>
          <p:cNvPr id="85" name="椭圆 84">
            <a:extLst>
              <a:ext uri="{FF2B5EF4-FFF2-40B4-BE49-F238E27FC236}">
                <a16:creationId xmlns:a16="http://schemas.microsoft.com/office/drawing/2014/main" id="{A1CAAF14-E5D0-3B70-C7A0-4E3C2D4A8797}"/>
              </a:ext>
            </a:extLst>
          </p:cNvPr>
          <p:cNvSpPr/>
          <p:nvPr/>
        </p:nvSpPr>
        <p:spPr bwMode="gray">
          <a:xfrm>
            <a:off x="5618360" y="2132219"/>
            <a:ext cx="335823" cy="303232"/>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600">
                <a:solidFill>
                  <a:schemeClr val="tx1"/>
                </a:solidFill>
              </a:rPr>
              <a:t>3</a:t>
            </a:r>
            <a:endParaRPr lang="zh-CN" altLang="en-US" sz="1600">
              <a:solidFill>
                <a:schemeClr val="tx1"/>
              </a:solidFill>
            </a:endParaRPr>
          </a:p>
        </p:txBody>
      </p:sp>
      <p:sp>
        <p:nvSpPr>
          <p:cNvPr id="86" name="椭圆 85">
            <a:extLst>
              <a:ext uri="{FF2B5EF4-FFF2-40B4-BE49-F238E27FC236}">
                <a16:creationId xmlns:a16="http://schemas.microsoft.com/office/drawing/2014/main" id="{8A0694A0-B161-5DFC-9873-2842967ED867}"/>
              </a:ext>
            </a:extLst>
          </p:cNvPr>
          <p:cNvSpPr/>
          <p:nvPr/>
        </p:nvSpPr>
        <p:spPr bwMode="gray">
          <a:xfrm>
            <a:off x="7918165" y="2128999"/>
            <a:ext cx="335823" cy="303232"/>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600">
                <a:solidFill>
                  <a:schemeClr val="tx1"/>
                </a:solidFill>
              </a:rPr>
              <a:t>4</a:t>
            </a:r>
            <a:endParaRPr lang="zh-CN" altLang="en-US" sz="1600">
              <a:solidFill>
                <a:schemeClr val="tx1"/>
              </a:solidFill>
            </a:endParaRPr>
          </a:p>
        </p:txBody>
      </p:sp>
      <p:sp>
        <p:nvSpPr>
          <p:cNvPr id="87" name="椭圆 86">
            <a:extLst>
              <a:ext uri="{FF2B5EF4-FFF2-40B4-BE49-F238E27FC236}">
                <a16:creationId xmlns:a16="http://schemas.microsoft.com/office/drawing/2014/main" id="{D143EA5A-B116-611F-53BB-2BD09F3D049A}"/>
              </a:ext>
            </a:extLst>
          </p:cNvPr>
          <p:cNvSpPr/>
          <p:nvPr/>
        </p:nvSpPr>
        <p:spPr bwMode="gray">
          <a:xfrm>
            <a:off x="10080881" y="2138302"/>
            <a:ext cx="335823" cy="303232"/>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600">
                <a:solidFill>
                  <a:schemeClr val="tx1"/>
                </a:solidFill>
              </a:rPr>
              <a:t>5</a:t>
            </a:r>
            <a:endParaRPr lang="zh-CN" altLang="en-US" sz="1600">
              <a:solidFill>
                <a:schemeClr val="tx1"/>
              </a:solidFill>
            </a:endParaRPr>
          </a:p>
        </p:txBody>
      </p:sp>
      <p:cxnSp>
        <p:nvCxnSpPr>
          <p:cNvPr id="89" name="直接箭头连接符 88">
            <a:extLst>
              <a:ext uri="{FF2B5EF4-FFF2-40B4-BE49-F238E27FC236}">
                <a16:creationId xmlns:a16="http://schemas.microsoft.com/office/drawing/2014/main" id="{EDF3CD68-2E4E-DFA8-40A1-B1602E9C1B7D}"/>
              </a:ext>
            </a:extLst>
          </p:cNvPr>
          <p:cNvCxnSpPr>
            <a:stCxn id="68" idx="2"/>
          </p:cNvCxnSpPr>
          <p:nvPr/>
        </p:nvCxnSpPr>
        <p:spPr bwMode="gray">
          <a:xfrm flipH="1">
            <a:off x="8274721" y="4034564"/>
            <a:ext cx="1" cy="472639"/>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矩形 89">
            <a:extLst>
              <a:ext uri="{FF2B5EF4-FFF2-40B4-BE49-F238E27FC236}">
                <a16:creationId xmlns:a16="http://schemas.microsoft.com/office/drawing/2014/main" id="{543C08B3-0281-F88A-41A4-6C7C0CACFCCA}"/>
              </a:ext>
            </a:extLst>
          </p:cNvPr>
          <p:cNvSpPr/>
          <p:nvPr/>
        </p:nvSpPr>
        <p:spPr bwMode="gray">
          <a:xfrm>
            <a:off x="7802110" y="4507208"/>
            <a:ext cx="945223" cy="542246"/>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500"/>
              </a:lnSpc>
            </a:pPr>
            <a:r>
              <a:rPr lang="en-US" altLang="zh-CN" sz="1200">
                <a:solidFill>
                  <a:schemeClr val="tx1"/>
                </a:solidFill>
              </a:rPr>
              <a:t>2</a:t>
            </a:r>
            <a:r>
              <a:rPr lang="en-US" altLang="zh-CN" sz="1200" baseline="30000">
                <a:solidFill>
                  <a:schemeClr val="tx1"/>
                </a:solidFill>
              </a:rPr>
              <a:t>nd</a:t>
            </a:r>
            <a:r>
              <a:rPr lang="en-US" altLang="zh-CN" sz="1200">
                <a:solidFill>
                  <a:schemeClr val="tx1"/>
                </a:solidFill>
              </a:rPr>
              <a:t> round CTA</a:t>
            </a:r>
            <a:endParaRPr lang="zh-CN" altLang="en-US" sz="1200">
              <a:solidFill>
                <a:schemeClr val="tx1"/>
              </a:solidFill>
            </a:endParaRPr>
          </a:p>
        </p:txBody>
      </p:sp>
      <p:cxnSp>
        <p:nvCxnSpPr>
          <p:cNvPr id="92" name="直接箭头连接符 91">
            <a:extLst>
              <a:ext uri="{FF2B5EF4-FFF2-40B4-BE49-F238E27FC236}">
                <a16:creationId xmlns:a16="http://schemas.microsoft.com/office/drawing/2014/main" id="{2E7914EA-0681-B7F6-BD29-384E7D830BFD}"/>
              </a:ext>
            </a:extLst>
          </p:cNvPr>
          <p:cNvCxnSpPr>
            <a:cxnSpLocks/>
            <a:stCxn id="76" idx="2"/>
          </p:cNvCxnSpPr>
          <p:nvPr/>
        </p:nvCxnSpPr>
        <p:spPr bwMode="gray">
          <a:xfrm>
            <a:off x="10518812" y="4020679"/>
            <a:ext cx="8329" cy="470673"/>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矩形 94">
            <a:extLst>
              <a:ext uri="{FF2B5EF4-FFF2-40B4-BE49-F238E27FC236}">
                <a16:creationId xmlns:a16="http://schemas.microsoft.com/office/drawing/2014/main" id="{11C4DB8E-7C3D-C86E-7085-F8305AF38D92}"/>
              </a:ext>
            </a:extLst>
          </p:cNvPr>
          <p:cNvSpPr/>
          <p:nvPr/>
        </p:nvSpPr>
        <p:spPr bwMode="gray">
          <a:xfrm>
            <a:off x="10054529" y="4491353"/>
            <a:ext cx="945223" cy="52366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500"/>
              </a:lnSpc>
            </a:pPr>
            <a:r>
              <a:rPr lang="en-US" altLang="zh-CN" sz="1200">
                <a:solidFill>
                  <a:schemeClr val="tx1"/>
                </a:solidFill>
              </a:rPr>
              <a:t>2</a:t>
            </a:r>
            <a:r>
              <a:rPr lang="en-US" altLang="zh-CN" sz="1200" baseline="30000">
                <a:solidFill>
                  <a:schemeClr val="tx1"/>
                </a:solidFill>
              </a:rPr>
              <a:t>nd</a:t>
            </a:r>
            <a:r>
              <a:rPr lang="en-US" altLang="zh-CN" sz="1200">
                <a:solidFill>
                  <a:schemeClr val="tx1"/>
                </a:solidFill>
              </a:rPr>
              <a:t> round CTA</a:t>
            </a:r>
            <a:endParaRPr lang="zh-CN" altLang="en-US" sz="1200">
              <a:solidFill>
                <a:schemeClr val="tx1"/>
              </a:solidFill>
            </a:endParaRPr>
          </a:p>
        </p:txBody>
      </p:sp>
      <p:sp>
        <p:nvSpPr>
          <p:cNvPr id="97" name="文本框 96">
            <a:extLst>
              <a:ext uri="{FF2B5EF4-FFF2-40B4-BE49-F238E27FC236}">
                <a16:creationId xmlns:a16="http://schemas.microsoft.com/office/drawing/2014/main" id="{E6288EBF-8D44-9359-AB16-86BC95D6A68D}"/>
              </a:ext>
            </a:extLst>
          </p:cNvPr>
          <p:cNvSpPr txBox="1"/>
          <p:nvPr/>
        </p:nvSpPr>
        <p:spPr bwMode="gray">
          <a:xfrm>
            <a:off x="7421235" y="5043468"/>
            <a:ext cx="1867467" cy="600164"/>
          </a:xfrm>
          <a:prstGeom prst="rect">
            <a:avLst/>
          </a:prstGeom>
          <a:noFill/>
        </p:spPr>
        <p:txBody>
          <a:bodyPr wrap="square">
            <a:spAutoFit/>
          </a:bodyPr>
          <a:lstStyle/>
          <a:p>
            <a:pPr marL="171450" indent="-171450">
              <a:buFont typeface="Wingdings" panose="05000000000000000000" pitchFamily="2" charset="2"/>
              <a:buChar char="ü"/>
            </a:pPr>
            <a:r>
              <a:rPr lang="en-US" altLang="zh-CN" sz="1100"/>
              <a:t>Local CTP amendment to include 24h time limit for China</a:t>
            </a:r>
          </a:p>
        </p:txBody>
      </p:sp>
      <p:sp>
        <p:nvSpPr>
          <p:cNvPr id="98" name="文本框 97">
            <a:extLst>
              <a:ext uri="{FF2B5EF4-FFF2-40B4-BE49-F238E27FC236}">
                <a16:creationId xmlns:a16="http://schemas.microsoft.com/office/drawing/2014/main" id="{AAE5DF62-8ADB-963F-940B-9D508DA5410F}"/>
              </a:ext>
            </a:extLst>
          </p:cNvPr>
          <p:cNvSpPr txBox="1"/>
          <p:nvPr/>
        </p:nvSpPr>
        <p:spPr bwMode="gray">
          <a:xfrm>
            <a:off x="9570469" y="5059880"/>
            <a:ext cx="2149234" cy="1107996"/>
          </a:xfrm>
          <a:prstGeom prst="rect">
            <a:avLst/>
          </a:prstGeom>
          <a:noFill/>
        </p:spPr>
        <p:txBody>
          <a:bodyPr wrap="square">
            <a:spAutoFit/>
          </a:bodyPr>
          <a:lstStyle/>
          <a:p>
            <a:pPr marL="171450" indent="-171450">
              <a:buFont typeface="Wingdings" panose="05000000000000000000" pitchFamily="2" charset="2"/>
              <a:buChar char="ü"/>
            </a:pPr>
            <a:r>
              <a:rPr lang="en-US" altLang="zh-CN" sz="1100"/>
              <a:t>Local CTP amendment to include 24h time limit for China</a:t>
            </a:r>
          </a:p>
          <a:p>
            <a:pPr marL="171450" indent="-171450">
              <a:buFont typeface="Wingdings" panose="05000000000000000000" pitchFamily="2" charset="2"/>
              <a:buChar char="ü"/>
            </a:pPr>
            <a:r>
              <a:rPr lang="en-US" altLang="zh-CN" sz="1100"/>
              <a:t>Global CTP amendment to Key secondary objective </a:t>
            </a:r>
          </a:p>
          <a:p>
            <a:pPr marL="171450" indent="-171450">
              <a:buFont typeface="Wingdings" panose="05000000000000000000" pitchFamily="2" charset="2"/>
              <a:buChar char="ü"/>
            </a:pPr>
            <a:endParaRPr lang="en-US" altLang="zh-CN" sz="1100"/>
          </a:p>
        </p:txBody>
      </p:sp>
      <p:cxnSp>
        <p:nvCxnSpPr>
          <p:cNvPr id="102" name="直接箭头连接符 101">
            <a:extLst>
              <a:ext uri="{FF2B5EF4-FFF2-40B4-BE49-F238E27FC236}">
                <a16:creationId xmlns:a16="http://schemas.microsoft.com/office/drawing/2014/main" id="{F4BB8F4A-67F1-EA8D-7C89-8803846C65D4}"/>
              </a:ext>
            </a:extLst>
          </p:cNvPr>
          <p:cNvCxnSpPr>
            <a:cxnSpLocks/>
          </p:cNvCxnSpPr>
          <p:nvPr/>
        </p:nvCxnSpPr>
        <p:spPr bwMode="gray">
          <a:xfrm flipV="1">
            <a:off x="3811708" y="4322307"/>
            <a:ext cx="0" cy="456024"/>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527E3547-4B21-D964-5CCB-D63D9B184C88}"/>
              </a:ext>
            </a:extLst>
          </p:cNvPr>
          <p:cNvCxnSpPr>
            <a:cxnSpLocks/>
            <a:stCxn id="90" idx="1"/>
          </p:cNvCxnSpPr>
          <p:nvPr/>
        </p:nvCxnSpPr>
        <p:spPr bwMode="gray">
          <a:xfrm flipH="1">
            <a:off x="3811708" y="4778331"/>
            <a:ext cx="3990402"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B111C1A7-B5C0-33AF-9151-5C6CC539645E}"/>
              </a:ext>
            </a:extLst>
          </p:cNvPr>
          <p:cNvCxnSpPr>
            <a:stCxn id="98" idx="1"/>
          </p:cNvCxnSpPr>
          <p:nvPr/>
        </p:nvCxnSpPr>
        <p:spPr bwMode="gray">
          <a:xfrm flipH="1">
            <a:off x="3811708" y="5613878"/>
            <a:ext cx="5758761"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箭头连接符 111">
            <a:extLst>
              <a:ext uri="{FF2B5EF4-FFF2-40B4-BE49-F238E27FC236}">
                <a16:creationId xmlns:a16="http://schemas.microsoft.com/office/drawing/2014/main" id="{3F328579-7F6D-5A50-ECD7-B932DDDCDF8C}"/>
              </a:ext>
            </a:extLst>
          </p:cNvPr>
          <p:cNvCxnSpPr/>
          <p:nvPr/>
        </p:nvCxnSpPr>
        <p:spPr bwMode="gray">
          <a:xfrm flipV="1">
            <a:off x="3811708" y="4778331"/>
            <a:ext cx="0" cy="835547"/>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240289"/>
      </p:ext>
    </p:extLst>
  </p:cSld>
  <p:clrMapOvr>
    <a:masterClrMapping/>
  </p:clrMapOvr>
</p:sld>
</file>

<file path=ppt/theme/theme1.xml><?xml version="1.0" encoding="utf-8"?>
<a:theme xmlns:a="http://schemas.openxmlformats.org/drawingml/2006/main" name="2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Props1.xml><?xml version="1.0" encoding="utf-8"?>
<ds:datastoreItem xmlns:ds="http://schemas.openxmlformats.org/officeDocument/2006/customXml" ds:itemID="{C341120E-6511-4E38-B3E1-1E0F99EBCB85}"/>
</file>

<file path=customXml/itemProps2.xml><?xml version="1.0" encoding="utf-8"?>
<ds:datastoreItem xmlns:ds="http://schemas.openxmlformats.org/officeDocument/2006/customXml" ds:itemID="{23C66397-8C51-4C5B-9084-4A48698D5479}"/>
</file>

<file path=customXml/itemProps3.xml><?xml version="1.0" encoding="utf-8"?>
<ds:datastoreItem xmlns:ds="http://schemas.openxmlformats.org/officeDocument/2006/customXml" ds:itemID="{8F3889A4-E008-4ABD-82C0-C02111F1E930}"/>
</file>

<file path=docMetadata/LabelInfo.xml><?xml version="1.0" encoding="utf-8"?>
<clbl:labelList xmlns:clbl="http://schemas.microsoft.com/office/2020/mipLabelMetadata">
  <clbl:label id="{bfd0b529-4a04-4616-88d2-531082d94bb8}" enabled="1" method="Standard" siteId="{e1f8af86-ee95-4718-bd0d-375b37366c83}" contentBits="0" removed="0"/>
</clbl:labelList>
</file>

<file path=docProps/app.xml><?xml version="1.0" encoding="utf-8"?>
<Properties xmlns="http://schemas.openxmlformats.org/officeDocument/2006/extended-properties" xmlns:vt="http://schemas.openxmlformats.org/officeDocument/2006/docPropsVTypes">
  <TotalTime>0</TotalTime>
  <Words>867</Words>
  <Application>Microsoft Office PowerPoint</Application>
  <PresentationFormat>宽屏</PresentationFormat>
  <Paragraphs>113</Paragraphs>
  <Slides>4</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vt:i4>
      </vt:variant>
    </vt:vector>
  </HeadingPairs>
  <TitlesOfParts>
    <vt:vector size="10" baseType="lpstr">
      <vt:lpstr>Arial</vt:lpstr>
      <vt:lpstr>Boehringer Forward Head</vt:lpstr>
      <vt:lpstr>Boehringer Forward Text</vt:lpstr>
      <vt:lpstr>DengXian</vt:lpstr>
      <vt:lpstr>Wingdings</vt:lpstr>
      <vt:lpstr>2_Boehringer Ingelheim 16:9</vt:lpstr>
      <vt:lpstr>Metalyse TENACITY trial  (for late window indication)</vt:lpstr>
      <vt:lpstr>Background summary </vt:lpstr>
      <vt:lpstr>Local evidence team preliminary assessment</vt:lpstr>
      <vt:lpstr>Preliminary assessment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Last known well (LKW)  beyond 4.5 h</dc:title>
  <dc:creator>Yan,Dr.,Shijia (MED BDS) BII-CN-S</dc:creator>
  <cp:lastModifiedBy>Bao,Leo (HP Medicine) BII-CN-S</cp:lastModifiedBy>
  <cp:revision>1</cp:revision>
  <dcterms:created xsi:type="dcterms:W3CDTF">2025-04-11T09:56:37Z</dcterms:created>
  <dcterms:modified xsi:type="dcterms:W3CDTF">2025-05-15T06:22:49Z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ies>
</file>