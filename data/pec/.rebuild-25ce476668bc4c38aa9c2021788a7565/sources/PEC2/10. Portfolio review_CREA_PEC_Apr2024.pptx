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3.xml" ContentType="application/vnd.openxmlformats-officedocument.theme+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theme/theme4.xml" ContentType="application/vnd.openxmlformats-officedocument.theme+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5.xml" ContentType="application/vnd.openxmlformats-officedocument.theme+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theme/theme6.xml" ContentType="application/vnd.openxmlformats-officedocument.theme+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theme/theme7.xml" ContentType="application/vnd.openxmlformats-officedocument.theme+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theme/theme8.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theme/theme9.xml" ContentType="application/vnd.openxmlformats-officedocument.theme+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theme/theme10.xml" ContentType="application/vnd.openxmlformats-officedocument.theme+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slideLayouts/slideLayout270.xml" ContentType="application/vnd.openxmlformats-officedocument.presentationml.slideLayout+xml"/>
  <Override PartName="/ppt/slideLayouts/slideLayout271.xml" ContentType="application/vnd.openxmlformats-officedocument.presentationml.slideLayout+xml"/>
  <Override PartName="/ppt/slideLayouts/slideLayout272.xml" ContentType="application/vnd.openxmlformats-officedocument.presentationml.slideLayout+xml"/>
  <Override PartName="/ppt/slideLayouts/slideLayout273.xml" ContentType="application/vnd.openxmlformats-officedocument.presentationml.slideLayout+xml"/>
  <Override PartName="/ppt/slideLayouts/slideLayout274.xml" ContentType="application/vnd.openxmlformats-officedocument.presentationml.slideLayout+xml"/>
  <Override PartName="/ppt/slideLayouts/slideLayout275.xml" ContentType="application/vnd.openxmlformats-officedocument.presentationml.slideLayout+xml"/>
  <Override PartName="/ppt/slideLayouts/slideLayout276.xml" ContentType="application/vnd.openxmlformats-officedocument.presentationml.slideLayout+xml"/>
  <Override PartName="/ppt/slideLayouts/slideLayout277.xml" ContentType="application/vnd.openxmlformats-officedocument.presentationml.slideLayout+xml"/>
  <Override PartName="/ppt/slideLayouts/slideLayout278.xml" ContentType="application/vnd.openxmlformats-officedocument.presentationml.slideLayout+xml"/>
  <Override PartName="/ppt/slideLayouts/slideLayout279.xml" ContentType="application/vnd.openxmlformats-officedocument.presentationml.slideLayout+xml"/>
  <Override PartName="/ppt/slideLayouts/slideLayout280.xml" ContentType="application/vnd.openxmlformats-officedocument.presentationml.slideLayout+xml"/>
  <Override PartName="/ppt/slideLayouts/slideLayout281.xml" ContentType="application/vnd.openxmlformats-officedocument.presentationml.slideLayout+xml"/>
  <Override PartName="/ppt/slideLayouts/slideLayout282.xml" ContentType="application/vnd.openxmlformats-officedocument.presentationml.slideLayout+xml"/>
  <Override PartName="/ppt/slideLayouts/slideLayout283.xml" ContentType="application/vnd.openxmlformats-officedocument.presentationml.slideLayout+xml"/>
  <Override PartName="/ppt/slideLayouts/slideLayout284.xml" ContentType="application/vnd.openxmlformats-officedocument.presentationml.slideLayout+xml"/>
  <Override PartName="/ppt/slideLayouts/slideLayout285.xml" ContentType="application/vnd.openxmlformats-officedocument.presentationml.slideLayout+xml"/>
  <Override PartName="/ppt/slideLayouts/slideLayout286.xml" ContentType="application/vnd.openxmlformats-officedocument.presentationml.slideLayout+xml"/>
  <Override PartName="/ppt/slideLayouts/slideLayout287.xml" ContentType="application/vnd.openxmlformats-officedocument.presentationml.slideLayout+xml"/>
  <Override PartName="/ppt/slideLayouts/slideLayout288.xml" ContentType="application/vnd.openxmlformats-officedocument.presentationml.slideLayout+xml"/>
  <Override PartName="/ppt/slideLayouts/slideLayout289.xml" ContentType="application/vnd.openxmlformats-officedocument.presentationml.slideLayout+xml"/>
  <Override PartName="/ppt/slideLayouts/slideLayout290.xml" ContentType="application/vnd.openxmlformats-officedocument.presentationml.slideLayout+xml"/>
  <Override PartName="/ppt/slideLayouts/slideLayout291.xml" ContentType="application/vnd.openxmlformats-officedocument.presentationml.slideLayout+xml"/>
  <Override PartName="/ppt/slideLayouts/slideLayout292.xml" ContentType="application/vnd.openxmlformats-officedocument.presentationml.slideLayout+xml"/>
  <Override PartName="/ppt/slideLayouts/slideLayout293.xml" ContentType="application/vnd.openxmlformats-officedocument.presentationml.slideLayout+xml"/>
  <Override PartName="/ppt/slideLayouts/slideLayout294.xml" ContentType="application/vnd.openxmlformats-officedocument.presentationml.slideLayout+xml"/>
  <Override PartName="/ppt/slideLayouts/slideLayout295.xml" ContentType="application/vnd.openxmlformats-officedocument.presentationml.slideLayout+xml"/>
  <Override PartName="/ppt/slideLayouts/slideLayout296.xml" ContentType="application/vnd.openxmlformats-officedocument.presentationml.slideLayout+xml"/>
  <Override PartName="/ppt/slideLayouts/slideLayout297.xml" ContentType="application/vnd.openxmlformats-officedocument.presentationml.slideLayout+xml"/>
  <Override PartName="/ppt/slideLayouts/slideLayout298.xml" ContentType="application/vnd.openxmlformats-officedocument.presentationml.slideLayout+xml"/>
  <Override PartName="/ppt/theme/theme11.xml" ContentType="application/vnd.openxmlformats-officedocument.theme+xml"/>
  <Override PartName="/ppt/tags/tag3.xml" ContentType="application/vnd.openxmlformats-officedocument.presentationml.tags+xml"/>
  <Override PartName="/ppt/tags/tag4.xml" ContentType="application/vnd.openxmlformats-officedocument.presentationml.tags+xml"/>
  <Override PartName="/ppt/slideLayouts/slideLayout299.xml" ContentType="application/vnd.openxmlformats-officedocument.presentationml.slideLayout+xml"/>
  <Override PartName="/ppt/slideLayouts/slideLayout300.xml" ContentType="application/vnd.openxmlformats-officedocument.presentationml.slideLayout+xml"/>
  <Override PartName="/ppt/slideLayouts/slideLayout301.xml" ContentType="application/vnd.openxmlformats-officedocument.presentationml.slideLayout+xml"/>
  <Override PartName="/ppt/slideLayouts/slideLayout302.xml" ContentType="application/vnd.openxmlformats-officedocument.presentationml.slideLayout+xml"/>
  <Override PartName="/ppt/slideLayouts/slideLayout303.xml" ContentType="application/vnd.openxmlformats-officedocument.presentationml.slideLayout+xml"/>
  <Override PartName="/ppt/slideLayouts/slideLayout304.xml" ContentType="application/vnd.openxmlformats-officedocument.presentationml.slideLayout+xml"/>
  <Override PartName="/ppt/slideLayouts/slideLayout305.xml" ContentType="application/vnd.openxmlformats-officedocument.presentationml.slideLayout+xml"/>
  <Override PartName="/ppt/slideLayouts/slideLayout306.xml" ContentType="application/vnd.openxmlformats-officedocument.presentationml.slideLayout+xml"/>
  <Override PartName="/ppt/slideLayouts/slideLayout307.xml" ContentType="application/vnd.openxmlformats-officedocument.presentationml.slideLayout+xml"/>
  <Override PartName="/ppt/slideLayouts/slideLayout308.xml" ContentType="application/vnd.openxmlformats-officedocument.presentationml.slideLayout+xml"/>
  <Override PartName="/ppt/slideLayouts/slideLayout309.xml" ContentType="application/vnd.openxmlformats-officedocument.presentationml.slideLayout+xml"/>
  <Override PartName="/ppt/slideLayouts/slideLayout310.xml" ContentType="application/vnd.openxmlformats-officedocument.presentationml.slideLayout+xml"/>
  <Override PartName="/ppt/slideLayouts/slideLayout311.xml" ContentType="application/vnd.openxmlformats-officedocument.presentationml.slideLayout+xml"/>
  <Override PartName="/ppt/slideLayouts/slideLayout312.xml" ContentType="application/vnd.openxmlformats-officedocument.presentationml.slideLayout+xml"/>
  <Override PartName="/ppt/slideLayouts/slideLayout313.xml" ContentType="application/vnd.openxmlformats-officedocument.presentationml.slideLayout+xml"/>
  <Override PartName="/ppt/slideLayouts/slideLayout314.xml" ContentType="application/vnd.openxmlformats-officedocument.presentationml.slideLayout+xml"/>
  <Override PartName="/ppt/slideLayouts/slideLayout315.xml" ContentType="application/vnd.openxmlformats-officedocument.presentationml.slideLayout+xml"/>
  <Override PartName="/ppt/slideLayouts/slideLayout316.xml" ContentType="application/vnd.openxmlformats-officedocument.presentationml.slideLayout+xml"/>
  <Override PartName="/ppt/slideLayouts/slideLayout317.xml" ContentType="application/vnd.openxmlformats-officedocument.presentationml.slideLayout+xml"/>
  <Override PartName="/ppt/slideLayouts/slideLayout318.xml" ContentType="application/vnd.openxmlformats-officedocument.presentationml.slideLayout+xml"/>
  <Override PartName="/ppt/slideLayouts/slideLayout319.xml" ContentType="application/vnd.openxmlformats-officedocument.presentationml.slideLayout+xml"/>
  <Override PartName="/ppt/slideLayouts/slideLayout320.xml" ContentType="application/vnd.openxmlformats-officedocument.presentationml.slideLayout+xml"/>
  <Override PartName="/ppt/slideLayouts/slideLayout321.xml" ContentType="application/vnd.openxmlformats-officedocument.presentationml.slideLayout+xml"/>
  <Override PartName="/ppt/slideLayouts/slideLayout322.xml" ContentType="application/vnd.openxmlformats-officedocument.presentationml.slideLayout+xml"/>
  <Override PartName="/ppt/slideLayouts/slideLayout323.xml" ContentType="application/vnd.openxmlformats-officedocument.presentationml.slideLayout+xml"/>
  <Override PartName="/ppt/slideLayouts/slideLayout324.xml" ContentType="application/vnd.openxmlformats-officedocument.presentationml.slideLayout+xml"/>
  <Override PartName="/ppt/slideLayouts/slideLayout325.xml" ContentType="application/vnd.openxmlformats-officedocument.presentationml.slideLayout+xml"/>
  <Override PartName="/ppt/slideLayouts/slideLayout326.xml" ContentType="application/vnd.openxmlformats-officedocument.presentationml.slideLayout+xml"/>
  <Override PartName="/ppt/slideLayouts/slideLayout327.xml" ContentType="application/vnd.openxmlformats-officedocument.presentationml.slideLayout+xml"/>
  <Override PartName="/ppt/slideLayouts/slideLayout328.xml" ContentType="application/vnd.openxmlformats-officedocument.presentationml.slideLayout+xml"/>
  <Override PartName="/ppt/slideLayouts/slideLayout329.xml" ContentType="application/vnd.openxmlformats-officedocument.presentationml.slideLayout+xml"/>
  <Override PartName="/ppt/slideLayouts/slideLayout330.xml" ContentType="application/vnd.openxmlformats-officedocument.presentationml.slideLayout+xml"/>
  <Override PartName="/ppt/slideLayouts/slideLayout331.xml" ContentType="application/vnd.openxmlformats-officedocument.presentationml.slideLayout+xml"/>
  <Override PartName="/ppt/slideLayouts/slideLayout332.xml" ContentType="application/vnd.openxmlformats-officedocument.presentationml.slideLayout+xml"/>
  <Override PartName="/ppt/slideLayouts/slideLayout333.xml" ContentType="application/vnd.openxmlformats-officedocument.presentationml.slideLayout+xml"/>
  <Override PartName="/ppt/slideLayouts/slideLayout334.xml" ContentType="application/vnd.openxmlformats-officedocument.presentationml.slideLayout+xml"/>
  <Override PartName="/ppt/slideLayouts/slideLayout335.xml" ContentType="application/vnd.openxmlformats-officedocument.presentationml.slideLayout+xml"/>
  <Override PartName="/ppt/slideLayouts/slideLayout336.xml" ContentType="application/vnd.openxmlformats-officedocument.presentationml.slideLayout+xml"/>
  <Override PartName="/ppt/theme/theme12.xml" ContentType="application/vnd.openxmlformats-officedocument.theme+xml"/>
  <Override PartName="/ppt/theme/theme13.xml" ContentType="application/vnd.openxmlformats-officedocument.theme+xml"/>
  <Override PartName="/ppt/notesSlides/notesSlide1.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notesSlides/notesSlide5.xml" ContentType="application/vnd.openxmlformats-officedocument.presentationml.notesSlide+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notesSlides/notesSlide6.xml" ContentType="application/vnd.openxmlformats-officedocument.presentationml.notesSlide+xml"/>
  <Override PartName="/ppt/tags/tag361.xml" ContentType="application/vnd.openxmlformats-officedocument.presentationml.tags+xml"/>
  <Override PartName="/ppt/tags/tag362.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notesSlides/notesSlide11.xml" ContentType="application/vnd.openxmlformats-officedocument.presentationml.notesSlide+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notesSlides/notesSlide12.xml" ContentType="application/vnd.openxmlformats-officedocument.presentationml.notesSlide+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notesSlides/notesSlide1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15" r:id="rId5"/>
    <p:sldMasterId id="2147483756" r:id="rId6"/>
    <p:sldMasterId id="2147484232" r:id="rId7"/>
    <p:sldMasterId id="2147484260" r:id="rId8"/>
    <p:sldMasterId id="2147484289" r:id="rId9"/>
    <p:sldMasterId id="2147484480" r:id="rId10"/>
    <p:sldMasterId id="2147484484" r:id="rId11"/>
    <p:sldMasterId id="2147484595" r:id="rId12"/>
    <p:sldMasterId id="2147484630" r:id="rId13"/>
    <p:sldMasterId id="2147484715" r:id="rId14"/>
    <p:sldMasterId id="2147484751" r:id="rId15"/>
  </p:sldMasterIdLst>
  <p:notesMasterIdLst>
    <p:notesMasterId r:id="rId39"/>
  </p:notesMasterIdLst>
  <p:sldIdLst>
    <p:sldId id="9860" r:id="rId16"/>
    <p:sldId id="2147482552" r:id="rId17"/>
    <p:sldId id="2147483626" r:id="rId18"/>
    <p:sldId id="2147482368" r:id="rId19"/>
    <p:sldId id="2147483644" r:id="rId20"/>
    <p:sldId id="2147482551" r:id="rId21"/>
    <p:sldId id="2147479870" r:id="rId22"/>
    <p:sldId id="2147473950" r:id="rId23"/>
    <p:sldId id="2147479563" r:id="rId24"/>
    <p:sldId id="2147480412" r:id="rId25"/>
    <p:sldId id="2147482501" r:id="rId26"/>
    <p:sldId id="2147482511" r:id="rId27"/>
    <p:sldId id="2147479765" r:id="rId28"/>
    <p:sldId id="2147479869" r:id="rId29"/>
    <p:sldId id="2147482514" r:id="rId30"/>
    <p:sldId id="2147482309" r:id="rId31"/>
    <p:sldId id="2147483646" r:id="rId32"/>
    <p:sldId id="2147474084" r:id="rId33"/>
    <p:sldId id="2147474087" r:id="rId34"/>
    <p:sldId id="2147473997" r:id="rId35"/>
    <p:sldId id="2147471649" r:id="rId36"/>
    <p:sldId id="287" r:id="rId37"/>
    <p:sldId id="2147479868" r:id="rId3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Block,Dr.,Peter (TA CREA) BII-DE-I" initials="B(CBDI" lastIdx="4" clrIdx="6">
    <p:extLst>
      <p:ext uri="{19B8F6BF-5375-455C-9EA6-DF929625EA0E}">
        <p15:presenceInfo xmlns:p15="http://schemas.microsoft.com/office/powerpoint/2012/main" userId="S::peter.block@boehringer-ingelheim.com::c38a67af-ce51-43d4-a192-c70762b2a06c" providerId="AD"/>
      </p:ext>
    </p:extLst>
  </p:cmAuthor>
  <p:cmAuthor id="1" name="Zhu,Julia (HP Medicine) BII-CN-S" initials="Z(MB" lastIdx="1" clrIdx="0">
    <p:extLst>
      <p:ext uri="{19B8F6BF-5375-455C-9EA6-DF929625EA0E}">
        <p15:presenceInfo xmlns:p15="http://schemas.microsoft.com/office/powerpoint/2012/main" userId="S-1-5-21-606747145-789336058-1417001333-156937" providerId="AD"/>
      </p:ext>
    </p:extLst>
  </p:cmAuthor>
  <p:cmAuthor id="2" name="Dai,Dr.,Chris (HP Medicine) BII-CN-S" initials="D(MBCS" lastIdx="1" clrIdx="1">
    <p:extLst>
      <p:ext uri="{19B8F6BF-5375-455C-9EA6-DF929625EA0E}">
        <p15:presenceInfo xmlns:p15="http://schemas.microsoft.com/office/powerpoint/2012/main" userId="S::chris.dai@boehringer-ingelheim.com::3e58a745-3dd4-4a16-bba7-0132b90feb2d" providerId="AD"/>
      </p:ext>
    </p:extLst>
  </p:cmAuthor>
  <p:cmAuthor id="3" name="Rong,Anne (MED CD&amp;O) BII-CN-S" initials="RB" lastIdx="2" clrIdx="2">
    <p:extLst>
      <p:ext uri="{19B8F6BF-5375-455C-9EA6-DF929625EA0E}">
        <p15:presenceInfo xmlns:p15="http://schemas.microsoft.com/office/powerpoint/2012/main" userId="S::anne.rong@boehringer-ingelheim.com::b3ae8519-173b-4255-a343-2058dd6eeda3" providerId="AD"/>
      </p:ext>
    </p:extLst>
  </p:cmAuthor>
  <p:cmAuthor id="4" name="Dai,Dr.,Chris (HP Medicine) BII-CN-S" initials="CD" lastIdx="1" clrIdx="3">
    <p:extLst>
      <p:ext uri="{19B8F6BF-5375-455C-9EA6-DF929625EA0E}">
        <p15:presenceInfo xmlns:p15="http://schemas.microsoft.com/office/powerpoint/2012/main" userId="Dai,Dr.,Chris (HP Medicine) BII-CN-S" providerId="None"/>
      </p:ext>
    </p:extLst>
  </p:cmAuthor>
  <p:cmAuthor id="5" name="Liang,Sarah (HP Medicine) BII-CN-S" initials="L(MBCS" lastIdx="1" clrIdx="4">
    <p:extLst>
      <p:ext uri="{19B8F6BF-5375-455C-9EA6-DF929625EA0E}">
        <p15:presenceInfo xmlns:p15="http://schemas.microsoft.com/office/powerpoint/2012/main" userId="S::sarah.liang@boehringer-ingelheim.com::b5b94567-963a-4c9d-af99-146fb15290a2" providerId="AD"/>
      </p:ext>
    </p:extLst>
  </p:cmAuthor>
  <p:cmAuthor id="6" name="Zhu,Yingying (MED CD&amp;O) BII-CN-S" initials="Z(CBCS" lastIdx="1" clrIdx="5">
    <p:extLst>
      <p:ext uri="{19B8F6BF-5375-455C-9EA6-DF929625EA0E}">
        <p15:presenceInfo xmlns:p15="http://schemas.microsoft.com/office/powerpoint/2012/main" userId="S::yingying.zhu@boehringer-ingelheim.com::1a3af810-7f8d-4b85-abc1-f7b1905871e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63E6CF"/>
    <a:srgbClr val="CCCDCD"/>
    <a:srgbClr val="00B050"/>
    <a:srgbClr val="E7E8E8"/>
    <a:srgbClr val="000000"/>
    <a:srgbClr val="C3E5D5"/>
    <a:srgbClr val="B1F2E7"/>
    <a:srgbClr val="4573C4"/>
    <a:srgbClr val="ADD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A111915-BE36-4E01-A7E5-04B1672EAD32}" styleName="浅色样式 2 - 强调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138" y="1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3.xml"/><Relationship Id="rId26" Type="http://schemas.openxmlformats.org/officeDocument/2006/relationships/slide" Target="slides/slide11.xml"/><Relationship Id="rId39" Type="http://schemas.openxmlformats.org/officeDocument/2006/relationships/notesMaster" Target="notesMasters/notesMaster1.xml"/><Relationship Id="rId21" Type="http://schemas.openxmlformats.org/officeDocument/2006/relationships/slide" Target="slides/slide6.xml"/><Relationship Id="rId34" Type="http://schemas.openxmlformats.org/officeDocument/2006/relationships/slide" Target="slides/slide19.xml"/><Relationship Id="rId42"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1.xml"/><Relationship Id="rId29"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9.xml"/><Relationship Id="rId32" Type="http://schemas.openxmlformats.org/officeDocument/2006/relationships/slide" Target="slides/slide17.xml"/><Relationship Id="rId37" Type="http://schemas.openxmlformats.org/officeDocument/2006/relationships/slide" Target="slides/slide22.xml"/><Relationship Id="rId40" Type="http://schemas.openxmlformats.org/officeDocument/2006/relationships/commentAuthors" Target="commentAuthors.xml"/><Relationship Id="rId45"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 Target="slides/slide8.xml"/><Relationship Id="rId28" Type="http://schemas.openxmlformats.org/officeDocument/2006/relationships/slide" Target="slides/slide13.xml"/><Relationship Id="rId36" Type="http://schemas.openxmlformats.org/officeDocument/2006/relationships/slide" Target="slides/slide21.xml"/><Relationship Id="rId10" Type="http://schemas.openxmlformats.org/officeDocument/2006/relationships/slideMaster" Target="slideMasters/slideMaster7.xml"/><Relationship Id="rId19" Type="http://schemas.openxmlformats.org/officeDocument/2006/relationships/slide" Target="slides/slide4.xml"/><Relationship Id="rId31" Type="http://schemas.openxmlformats.org/officeDocument/2006/relationships/slide" Target="slides/slide16.xml"/><Relationship Id="rId44"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7.xml"/><Relationship Id="rId27" Type="http://schemas.openxmlformats.org/officeDocument/2006/relationships/slide" Target="slides/slide12.xml"/><Relationship Id="rId30" Type="http://schemas.openxmlformats.org/officeDocument/2006/relationships/slide" Target="slides/slide15.xml"/><Relationship Id="rId35" Type="http://schemas.openxmlformats.org/officeDocument/2006/relationships/slide" Target="slides/slide20.xml"/><Relationship Id="rId43" Type="http://schemas.openxmlformats.org/officeDocument/2006/relationships/theme" Target="theme/theme1.xml"/><Relationship Id="rId8" Type="http://schemas.openxmlformats.org/officeDocument/2006/relationships/slideMaster" Target="slideMasters/slideMaster5.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2.xml"/><Relationship Id="rId25" Type="http://schemas.openxmlformats.org/officeDocument/2006/relationships/slide" Target="slides/slide10.xml"/><Relationship Id="rId33" Type="http://schemas.openxmlformats.org/officeDocument/2006/relationships/slide" Target="slides/slide18.xml"/><Relationship Id="rId38" Type="http://schemas.openxmlformats.org/officeDocument/2006/relationships/slide" Target="slides/slide23.xml"/><Relationship Id="rId20" Type="http://schemas.openxmlformats.org/officeDocument/2006/relationships/slide" Target="slides/slide5.xml"/><Relationship Id="rId4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u,Dr.,Jiaqi (HP Medicine) BII-CN-S" userId="8b183601-9cff-443d-8730-90ebdb48edb2" providerId="ADAL" clId="{23AA0AED-0D69-4E26-9DC6-EAD943AAB7EC}"/>
    <pc:docChg chg="undo custSel addSld delSld modSld sldOrd delMainMaster">
      <pc:chgData name="Lu,Dr.,Jiaqi (HP Medicine) BII-CN-S" userId="8b183601-9cff-443d-8730-90ebdb48edb2" providerId="ADAL" clId="{23AA0AED-0D69-4E26-9DC6-EAD943AAB7EC}" dt="2024-05-15T07:43:35.652" v="805" actId="20577"/>
      <pc:docMkLst>
        <pc:docMk/>
      </pc:docMkLst>
      <pc:sldChg chg="add del">
        <pc:chgData name="Lu,Dr.,Jiaqi (HP Medicine) BII-CN-S" userId="8b183601-9cff-443d-8730-90ebdb48edb2" providerId="ADAL" clId="{23AA0AED-0D69-4E26-9DC6-EAD943AAB7EC}" dt="2024-04-23T09:12:50.550" v="172" actId="47"/>
        <pc:sldMkLst>
          <pc:docMk/>
          <pc:sldMk cId="3126572166" sldId="3345"/>
        </pc:sldMkLst>
      </pc:sldChg>
      <pc:sldChg chg="modSp mod">
        <pc:chgData name="Lu,Dr.,Jiaqi (HP Medicine) BII-CN-S" userId="8b183601-9cff-443d-8730-90ebdb48edb2" providerId="ADAL" clId="{23AA0AED-0D69-4E26-9DC6-EAD943AAB7EC}" dt="2024-04-23T08:59:33.226" v="18" actId="20577"/>
        <pc:sldMkLst>
          <pc:docMk/>
          <pc:sldMk cId="2133848475" sldId="9860"/>
        </pc:sldMkLst>
      </pc:sldChg>
      <pc:sldChg chg="del">
        <pc:chgData name="Lu,Dr.,Jiaqi (HP Medicine) BII-CN-S" userId="8b183601-9cff-443d-8730-90ebdb48edb2" providerId="ADAL" clId="{23AA0AED-0D69-4E26-9DC6-EAD943AAB7EC}" dt="2024-04-23T09:10:04.220" v="165" actId="47"/>
        <pc:sldMkLst>
          <pc:docMk/>
          <pc:sldMk cId="1974396019" sldId="2147473413"/>
        </pc:sldMkLst>
      </pc:sldChg>
      <pc:sldChg chg="add mod modShow">
        <pc:chgData name="Lu,Dr.,Jiaqi (HP Medicine) BII-CN-S" userId="8b183601-9cff-443d-8730-90ebdb48edb2" providerId="ADAL" clId="{23AA0AED-0D69-4E26-9DC6-EAD943AAB7EC}" dt="2024-04-23T09:22:09.468" v="185" actId="729"/>
        <pc:sldMkLst>
          <pc:docMk/>
          <pc:sldMk cId="737772145" sldId="2147473950"/>
        </pc:sldMkLst>
      </pc:sldChg>
      <pc:sldChg chg="modSp add del mod">
        <pc:chgData name="Lu,Dr.,Jiaqi (HP Medicine) BII-CN-S" userId="8b183601-9cff-443d-8730-90ebdb48edb2" providerId="ADAL" clId="{23AA0AED-0D69-4E26-9DC6-EAD943AAB7EC}" dt="2024-04-24T14:38:13.879" v="725" actId="20577"/>
        <pc:sldMkLst>
          <pc:docMk/>
          <pc:sldMk cId="1598032440" sldId="2147474084"/>
        </pc:sldMkLst>
      </pc:sldChg>
      <pc:sldChg chg="addSp delSp modSp add del mod ord delAnim modAnim modShow">
        <pc:chgData name="Lu,Dr.,Jiaqi (HP Medicine) BII-CN-S" userId="8b183601-9cff-443d-8730-90ebdb48edb2" providerId="ADAL" clId="{23AA0AED-0D69-4E26-9DC6-EAD943AAB7EC}" dt="2024-04-25T02:59:58.599" v="795" actId="1076"/>
        <pc:sldMkLst>
          <pc:docMk/>
          <pc:sldMk cId="3634365555" sldId="2147474087"/>
        </pc:sldMkLst>
      </pc:sldChg>
      <pc:sldChg chg="del">
        <pc:chgData name="Lu,Dr.,Jiaqi (HP Medicine) BII-CN-S" userId="8b183601-9cff-443d-8730-90ebdb48edb2" providerId="ADAL" clId="{23AA0AED-0D69-4E26-9DC6-EAD943AAB7EC}" dt="2024-04-23T09:11:07.208" v="168" actId="47"/>
        <pc:sldMkLst>
          <pc:docMk/>
          <pc:sldMk cId="3775930415" sldId="2147474123"/>
        </pc:sldMkLst>
      </pc:sldChg>
      <pc:sldChg chg="add mod modShow">
        <pc:chgData name="Lu,Dr.,Jiaqi (HP Medicine) BII-CN-S" userId="8b183601-9cff-443d-8730-90ebdb48edb2" providerId="ADAL" clId="{23AA0AED-0D69-4E26-9DC6-EAD943AAB7EC}" dt="2024-04-23T09:22:14.383" v="186" actId="729"/>
        <pc:sldMkLst>
          <pc:docMk/>
          <pc:sldMk cId="2351472943" sldId="2147479563"/>
        </pc:sldMkLst>
      </pc:sldChg>
      <pc:sldChg chg="add del mod modShow delCm">
        <pc:chgData name="Lu,Dr.,Jiaqi (HP Medicine) BII-CN-S" userId="8b183601-9cff-443d-8730-90ebdb48edb2" providerId="ADAL" clId="{23AA0AED-0D69-4E26-9DC6-EAD943AAB7EC}" dt="2024-05-15T07:43:16.027" v="801" actId="1592"/>
        <pc:sldMkLst>
          <pc:docMk/>
          <pc:sldMk cId="2278490472" sldId="2147479765"/>
        </pc:sldMkLst>
      </pc:sldChg>
      <pc:sldChg chg="addSp delSp modSp mod">
        <pc:chgData name="Lu,Dr.,Jiaqi (HP Medicine) BII-CN-S" userId="8b183601-9cff-443d-8730-90ebdb48edb2" providerId="ADAL" clId="{23AA0AED-0D69-4E26-9DC6-EAD943AAB7EC}" dt="2024-05-15T07:43:35.652" v="805" actId="20577"/>
        <pc:sldMkLst>
          <pc:docMk/>
          <pc:sldMk cId="1409427971" sldId="2147479870"/>
        </pc:sldMkLst>
      </pc:sldChg>
      <pc:sldChg chg="del">
        <pc:chgData name="Lu,Dr.,Jiaqi (HP Medicine) BII-CN-S" userId="8b183601-9cff-443d-8730-90ebdb48edb2" providerId="ADAL" clId="{23AA0AED-0D69-4E26-9DC6-EAD943AAB7EC}" dt="2024-04-23T09:11:12.840" v="170" actId="47"/>
        <pc:sldMkLst>
          <pc:docMk/>
          <pc:sldMk cId="3701339667" sldId="2147480345"/>
        </pc:sldMkLst>
      </pc:sldChg>
      <pc:sldChg chg="del">
        <pc:chgData name="Lu,Dr.,Jiaqi (HP Medicine) BII-CN-S" userId="8b183601-9cff-443d-8730-90ebdb48edb2" providerId="ADAL" clId="{23AA0AED-0D69-4E26-9DC6-EAD943AAB7EC}" dt="2024-04-23T09:00:05.820" v="20" actId="47"/>
        <pc:sldMkLst>
          <pc:docMk/>
          <pc:sldMk cId="3411672005" sldId="2147480348"/>
        </pc:sldMkLst>
      </pc:sldChg>
      <pc:sldChg chg="add">
        <pc:chgData name="Lu,Dr.,Jiaqi (HP Medicine) BII-CN-S" userId="8b183601-9cff-443d-8730-90ebdb48edb2" providerId="ADAL" clId="{23AA0AED-0D69-4E26-9DC6-EAD943AAB7EC}" dt="2024-04-23T09:07:06.082" v="124"/>
        <pc:sldMkLst>
          <pc:docMk/>
          <pc:sldMk cId="579955710" sldId="2147480412"/>
        </pc:sldMkLst>
      </pc:sldChg>
      <pc:sldChg chg="del">
        <pc:chgData name="Lu,Dr.,Jiaqi (HP Medicine) BII-CN-S" userId="8b183601-9cff-443d-8730-90ebdb48edb2" providerId="ADAL" clId="{23AA0AED-0D69-4E26-9DC6-EAD943AAB7EC}" dt="2024-04-23T09:10:11.304" v="167" actId="47"/>
        <pc:sldMkLst>
          <pc:docMk/>
          <pc:sldMk cId="1150089186" sldId="2147480962"/>
        </pc:sldMkLst>
      </pc:sldChg>
      <pc:sldChg chg="mod modShow">
        <pc:chgData name="Lu,Dr.,Jiaqi (HP Medicine) BII-CN-S" userId="8b183601-9cff-443d-8730-90ebdb48edb2" providerId="ADAL" clId="{23AA0AED-0D69-4E26-9DC6-EAD943AAB7EC}" dt="2024-04-23T09:10:09.212" v="166" actId="729"/>
        <pc:sldMkLst>
          <pc:docMk/>
          <pc:sldMk cId="1086469416" sldId="2147482309"/>
        </pc:sldMkLst>
      </pc:sldChg>
      <pc:sldChg chg="modSp mod">
        <pc:chgData name="Lu,Dr.,Jiaqi (HP Medicine) BII-CN-S" userId="8b183601-9cff-443d-8730-90ebdb48edb2" providerId="ADAL" clId="{23AA0AED-0D69-4E26-9DC6-EAD943AAB7EC}" dt="2024-04-24T14:40:46.731" v="750" actId="20577"/>
        <pc:sldMkLst>
          <pc:docMk/>
          <pc:sldMk cId="997181966" sldId="2147482368"/>
        </pc:sldMkLst>
      </pc:sldChg>
      <pc:sldChg chg="add del mod modShow">
        <pc:chgData name="Lu,Dr.,Jiaqi (HP Medicine) BII-CN-S" userId="8b183601-9cff-443d-8730-90ebdb48edb2" providerId="ADAL" clId="{23AA0AED-0D69-4E26-9DC6-EAD943AAB7EC}" dt="2024-04-23T09:09:50.929" v="164" actId="729"/>
        <pc:sldMkLst>
          <pc:docMk/>
          <pc:sldMk cId="1892773031" sldId="2147482501"/>
        </pc:sldMkLst>
      </pc:sldChg>
      <pc:sldChg chg="del">
        <pc:chgData name="Lu,Dr.,Jiaqi (HP Medicine) BII-CN-S" userId="8b183601-9cff-443d-8730-90ebdb48edb2" providerId="ADAL" clId="{23AA0AED-0D69-4E26-9DC6-EAD943AAB7EC}" dt="2024-05-15T07:43:05.105" v="799" actId="47"/>
        <pc:sldMkLst>
          <pc:docMk/>
          <pc:sldMk cId="2541739441" sldId="2147482525"/>
        </pc:sldMkLst>
      </pc:sldChg>
      <pc:sldChg chg="add del">
        <pc:chgData name="Lu,Dr.,Jiaqi (HP Medicine) BII-CN-S" userId="8b183601-9cff-443d-8730-90ebdb48edb2" providerId="ADAL" clId="{23AA0AED-0D69-4E26-9DC6-EAD943AAB7EC}" dt="2024-04-23T09:11:16.668" v="171" actId="47"/>
        <pc:sldMkLst>
          <pc:docMk/>
          <pc:sldMk cId="1153560349" sldId="2147482526"/>
        </pc:sldMkLst>
      </pc:sldChg>
      <pc:sldChg chg="add">
        <pc:chgData name="Lu,Dr.,Jiaqi (HP Medicine) BII-CN-S" userId="8b183601-9cff-443d-8730-90ebdb48edb2" providerId="ADAL" clId="{23AA0AED-0D69-4E26-9DC6-EAD943AAB7EC}" dt="2024-04-25T02:45:09.287" v="794"/>
        <pc:sldMkLst>
          <pc:docMk/>
          <pc:sldMk cId="203636374" sldId="2147482551"/>
        </pc:sldMkLst>
      </pc:sldChg>
      <pc:sldChg chg="modSp add del mod">
        <pc:chgData name="Lu,Dr.,Jiaqi (HP Medicine) BII-CN-S" userId="8b183601-9cff-443d-8730-90ebdb48edb2" providerId="ADAL" clId="{23AA0AED-0D69-4E26-9DC6-EAD943AAB7EC}" dt="2024-04-25T02:44:55.949" v="793" actId="2696"/>
        <pc:sldMkLst>
          <pc:docMk/>
          <pc:sldMk cId="3460571793" sldId="2147482551"/>
        </pc:sldMkLst>
      </pc:sldChg>
      <pc:sldChg chg="modSp add mod">
        <pc:chgData name="Lu,Dr.,Jiaqi (HP Medicine) BII-CN-S" userId="8b183601-9cff-443d-8730-90ebdb48edb2" providerId="ADAL" clId="{23AA0AED-0D69-4E26-9DC6-EAD943AAB7EC}" dt="2024-04-24T15:55:19.850" v="792" actId="20577"/>
        <pc:sldMkLst>
          <pc:docMk/>
          <pc:sldMk cId="2905283184" sldId="2147483646"/>
        </pc:sldMkLst>
      </pc:sldChg>
      <pc:sldChg chg="addSp delSp modSp add del mod">
        <pc:chgData name="Lu,Dr.,Jiaqi (HP Medicine) BII-CN-S" userId="8b183601-9cff-443d-8730-90ebdb48edb2" providerId="ADAL" clId="{23AA0AED-0D69-4E26-9DC6-EAD943AAB7EC}" dt="2024-04-24T14:42:01.319" v="756" actId="47"/>
        <pc:sldMkLst>
          <pc:docMk/>
          <pc:sldMk cId="976489438" sldId="2147483647"/>
        </pc:sldMkLst>
      </pc:sldChg>
      <pc:sldChg chg="add del">
        <pc:chgData name="Lu,Dr.,Jiaqi (HP Medicine) BII-CN-S" userId="8b183601-9cff-443d-8730-90ebdb48edb2" providerId="ADAL" clId="{23AA0AED-0D69-4E26-9DC6-EAD943AAB7EC}" dt="2024-04-24T14:41:48.434" v="752"/>
        <pc:sldMkLst>
          <pc:docMk/>
          <pc:sldMk cId="2269727042" sldId="2147483647"/>
        </pc:sldMkLst>
      </pc:sldChg>
      <pc:sldChg chg="modSp add del mod modShow">
        <pc:chgData name="Lu,Dr.,Jiaqi (HP Medicine) BII-CN-S" userId="8b183601-9cff-443d-8730-90ebdb48edb2" providerId="ADAL" clId="{23AA0AED-0D69-4E26-9DC6-EAD943AAB7EC}" dt="2024-04-24T14:14:24.970" v="379" actId="47"/>
        <pc:sldMkLst>
          <pc:docMk/>
          <pc:sldMk cId="2756904150" sldId="2147483647"/>
        </pc:sldMkLst>
      </pc:sldChg>
      <pc:sldMasterChg chg="delSldLayout">
        <pc:chgData name="Lu,Dr.,Jiaqi (HP Medicine) BII-CN-S" userId="8b183601-9cff-443d-8730-90ebdb48edb2" providerId="ADAL" clId="{23AA0AED-0D69-4E26-9DC6-EAD943AAB7EC}" dt="2024-04-24T14:14:24.970" v="379" actId="47"/>
        <pc:sldMasterMkLst>
          <pc:docMk/>
          <pc:sldMasterMk cId="2327243353" sldId="2147484289"/>
        </pc:sldMasterMkLst>
        <pc:sldLayoutChg chg="del">
          <pc:chgData name="Lu,Dr.,Jiaqi (HP Medicine) BII-CN-S" userId="8b183601-9cff-443d-8730-90ebdb48edb2" providerId="ADAL" clId="{23AA0AED-0D69-4E26-9DC6-EAD943AAB7EC}" dt="2024-04-24T14:14:24.970" v="379" actId="47"/>
          <pc:sldLayoutMkLst>
            <pc:docMk/>
            <pc:sldMasterMk cId="2327243353" sldId="2147484289"/>
            <pc:sldLayoutMk cId="3501069982" sldId="2147484629"/>
          </pc:sldLayoutMkLst>
        </pc:sldLayoutChg>
      </pc:sldMasterChg>
      <pc:sldMasterChg chg="del delSldLayout">
        <pc:chgData name="Lu,Dr.,Jiaqi (HP Medicine) BII-CN-S" userId="8b183601-9cff-443d-8730-90ebdb48edb2" providerId="ADAL" clId="{23AA0AED-0D69-4E26-9DC6-EAD943AAB7EC}" dt="2024-04-23T09:10:11.304" v="167" actId="47"/>
        <pc:sldMasterMkLst>
          <pc:docMk/>
          <pc:sldMasterMk cId="530184312" sldId="2147484520"/>
        </pc:sldMasterMkLst>
        <pc:sldLayoutChg chg="del">
          <pc:chgData name="Lu,Dr.,Jiaqi (HP Medicine) BII-CN-S" userId="8b183601-9cff-443d-8730-90ebdb48edb2" providerId="ADAL" clId="{23AA0AED-0D69-4E26-9DC6-EAD943AAB7EC}" dt="2024-04-23T09:10:11.304" v="167" actId="47"/>
          <pc:sldLayoutMkLst>
            <pc:docMk/>
            <pc:sldMasterMk cId="530184312" sldId="2147484520"/>
            <pc:sldLayoutMk cId="4248185630" sldId="2147484521"/>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1008610000" sldId="2147484522"/>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1662163986" sldId="2147484523"/>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2554363610" sldId="2147484524"/>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1716107451" sldId="2147484525"/>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3491748107" sldId="2147484526"/>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2921670970" sldId="2147484527"/>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3363766772" sldId="2147484528"/>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3327355006" sldId="2147484529"/>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944573399" sldId="2147484530"/>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2243847411" sldId="2147484531"/>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1959685990" sldId="2147484532"/>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743720699" sldId="2147484533"/>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189854708" sldId="2147484534"/>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346889592" sldId="2147484535"/>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1844175755" sldId="2147484536"/>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3497352147" sldId="2147484537"/>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697773980" sldId="2147484538"/>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1906054451" sldId="2147484539"/>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417077983" sldId="2147484540"/>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2422500312" sldId="2147484541"/>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3923901025" sldId="2147484542"/>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2839147901" sldId="2147484543"/>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2611421734" sldId="2147484544"/>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3326031870" sldId="2147484545"/>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4275219842" sldId="2147484546"/>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4233048953" sldId="2147484547"/>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681859864" sldId="2147484548"/>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3696492178" sldId="2147484549"/>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3129285717" sldId="2147484550"/>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1179876360" sldId="2147484551"/>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3185284034" sldId="2147484552"/>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1984321165" sldId="2147484553"/>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2046075752" sldId="2147484554"/>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2499688362" sldId="2147484555"/>
          </pc:sldLayoutMkLst>
        </pc:sldLayoutChg>
        <pc:sldLayoutChg chg="del">
          <pc:chgData name="Lu,Dr.,Jiaqi (HP Medicine) BII-CN-S" userId="8b183601-9cff-443d-8730-90ebdb48edb2" providerId="ADAL" clId="{23AA0AED-0D69-4E26-9DC6-EAD943AAB7EC}" dt="2024-04-23T09:10:11.304" v="167" actId="47"/>
          <pc:sldLayoutMkLst>
            <pc:docMk/>
            <pc:sldMasterMk cId="530184312" sldId="2147484520"/>
            <pc:sldLayoutMk cId="2351647905" sldId="2147484556"/>
          </pc:sldLayoutMkLst>
        </pc:sldLayoutChg>
      </pc:sldMasterChg>
      <pc:sldMasterChg chg="del delSldLayout">
        <pc:chgData name="Lu,Dr.,Jiaqi (HP Medicine) BII-CN-S" userId="8b183601-9cff-443d-8730-90ebdb48edb2" providerId="ADAL" clId="{23AA0AED-0D69-4E26-9DC6-EAD943AAB7EC}" dt="2024-04-23T09:11:07.208" v="168" actId="47"/>
        <pc:sldMasterMkLst>
          <pc:docMk/>
          <pc:sldMasterMk cId="3006482095" sldId="2147484557"/>
        </pc:sldMasterMkLst>
        <pc:sldLayoutChg chg="del">
          <pc:chgData name="Lu,Dr.,Jiaqi (HP Medicine) BII-CN-S" userId="8b183601-9cff-443d-8730-90ebdb48edb2" providerId="ADAL" clId="{23AA0AED-0D69-4E26-9DC6-EAD943AAB7EC}" dt="2024-04-23T09:11:07.208" v="168" actId="47"/>
          <pc:sldLayoutMkLst>
            <pc:docMk/>
            <pc:sldMasterMk cId="3006482095" sldId="2147484557"/>
            <pc:sldLayoutMk cId="3558986128" sldId="2147484558"/>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2144906976" sldId="2147484559"/>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491559082" sldId="2147484560"/>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741226153" sldId="2147484561"/>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489926263" sldId="2147484562"/>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869198232" sldId="2147484563"/>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1366590461" sldId="2147484564"/>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3070643146" sldId="2147484565"/>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236131552" sldId="2147484566"/>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2607010245" sldId="2147484567"/>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3533498638" sldId="2147484568"/>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4227246524" sldId="2147484569"/>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2213815136" sldId="2147484570"/>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4041130414" sldId="2147484571"/>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2814478882" sldId="2147484572"/>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2929198017" sldId="2147484573"/>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2158906144" sldId="2147484574"/>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3888732166" sldId="2147484575"/>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2583074670" sldId="2147484576"/>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1821381117" sldId="2147484577"/>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3487320847" sldId="2147484578"/>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1842914673" sldId="2147484579"/>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772356127" sldId="2147484580"/>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2336476148" sldId="2147484581"/>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2170434650" sldId="2147484582"/>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3972098029" sldId="2147484583"/>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2893819251" sldId="2147484584"/>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1252672565" sldId="2147484585"/>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328791602" sldId="2147484586"/>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516501762" sldId="2147484587"/>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3878331824" sldId="2147484588"/>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1357724970" sldId="2147484589"/>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2162610376" sldId="2147484590"/>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2269143986" sldId="2147484591"/>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1927978706" sldId="2147484592"/>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2353601641" sldId="2147484593"/>
          </pc:sldLayoutMkLst>
        </pc:sldLayoutChg>
        <pc:sldLayoutChg chg="del">
          <pc:chgData name="Lu,Dr.,Jiaqi (HP Medicine) BII-CN-S" userId="8b183601-9cff-443d-8730-90ebdb48edb2" providerId="ADAL" clId="{23AA0AED-0D69-4E26-9DC6-EAD943AAB7EC}" dt="2024-04-23T09:11:07.208" v="168" actId="47"/>
          <pc:sldLayoutMkLst>
            <pc:docMk/>
            <pc:sldMasterMk cId="3006482095" sldId="2147484557"/>
            <pc:sldLayoutMk cId="3787851904" sldId="2147484594"/>
          </pc:sldLayoutMkLst>
        </pc:sldLayoutChg>
      </pc:sldMasterChg>
    </pc:docChg>
  </pc:docChgLst>
  <pc:docChgLst>
    <pc:chgData name="Lu,Fengqing (HP Medicine) BII-CN-S" userId="S::fengqing.lu@boehringer-ingelheim.com::548d10a8-80b3-40b2-9c14-3ba4ffe43bc1" providerId="AD" clId="Web-{C2D51D2D-A7C7-D23E-8838-3E93B0A2B6A0}"/>
    <pc:docChg chg="addSld delSld">
      <pc:chgData name="Lu,Fengqing (HP Medicine) BII-CN-S" userId="S::fengqing.lu@boehringer-ingelheim.com::548d10a8-80b3-40b2-9c14-3ba4ffe43bc1" providerId="AD" clId="Web-{C2D51D2D-A7C7-D23E-8838-3E93B0A2B6A0}" dt="2024-04-24T13:09:28.390" v="1"/>
      <pc:docMkLst>
        <pc:docMk/>
      </pc:docMkLst>
      <pc:sldChg chg="add del">
        <pc:chgData name="Lu,Fengqing (HP Medicine) BII-CN-S" userId="S::fengqing.lu@boehringer-ingelheim.com::548d10a8-80b3-40b2-9c14-3ba4ffe43bc1" providerId="AD" clId="Web-{C2D51D2D-A7C7-D23E-8838-3E93B0A2B6A0}" dt="2024-04-24T13:09:28.390" v="1"/>
        <pc:sldMkLst>
          <pc:docMk/>
          <pc:sldMk cId="3634365555" sldId="2147474087"/>
        </pc:sldMkLst>
      </pc:sldChg>
    </pc:docChg>
  </pc:docChgLst>
  <pc:docChgLst>
    <pc:chgData name="Liang,Sarah (HP Medicine) BII-CN-S" userId="b5b94567-963a-4c9d-af99-146fb15290a2" providerId="ADAL" clId="{1F1905DA-951E-418C-8F87-B080838F1793}"/>
    <pc:docChg chg="undo custSel delSld modSld">
      <pc:chgData name="Liang,Sarah (HP Medicine) BII-CN-S" userId="b5b94567-963a-4c9d-af99-146fb15290a2" providerId="ADAL" clId="{1F1905DA-951E-418C-8F87-B080838F1793}" dt="2024-05-09T03:08:47.128" v="1308" actId="729"/>
      <pc:docMkLst>
        <pc:docMk/>
      </pc:docMkLst>
      <pc:sldChg chg="del">
        <pc:chgData name="Liang,Sarah (HP Medicine) BII-CN-S" userId="b5b94567-963a-4c9d-af99-146fb15290a2" providerId="ADAL" clId="{1F1905DA-951E-418C-8F87-B080838F1793}" dt="2024-04-24T07:56:45.187" v="0" actId="47"/>
        <pc:sldMkLst>
          <pc:docMk/>
          <pc:sldMk cId="720092850" sldId="2147474024"/>
        </pc:sldMkLst>
      </pc:sldChg>
      <pc:sldChg chg="del">
        <pc:chgData name="Liang,Sarah (HP Medicine) BII-CN-S" userId="b5b94567-963a-4c9d-af99-146fb15290a2" providerId="ADAL" clId="{1F1905DA-951E-418C-8F87-B080838F1793}" dt="2024-04-24T07:56:45.187" v="0" actId="47"/>
        <pc:sldMkLst>
          <pc:docMk/>
          <pc:sldMk cId="2579511664" sldId="2147479834"/>
        </pc:sldMkLst>
      </pc:sldChg>
      <pc:sldChg chg="del">
        <pc:chgData name="Liang,Sarah (HP Medicine) BII-CN-S" userId="b5b94567-963a-4c9d-af99-146fb15290a2" providerId="ADAL" clId="{1F1905DA-951E-418C-8F87-B080838F1793}" dt="2024-04-24T07:56:45.187" v="0" actId="47"/>
        <pc:sldMkLst>
          <pc:docMk/>
          <pc:sldMk cId="933118151" sldId="2147479843"/>
        </pc:sldMkLst>
      </pc:sldChg>
      <pc:sldChg chg="modSp del mod">
        <pc:chgData name="Liang,Sarah (HP Medicine) BII-CN-S" userId="b5b94567-963a-4c9d-af99-146fb15290a2" providerId="ADAL" clId="{1F1905DA-951E-418C-8F87-B080838F1793}" dt="2024-04-25T00:56:09.051" v="1289" actId="20577"/>
        <pc:sldMkLst>
          <pc:docMk/>
          <pc:sldMk cId="997181966" sldId="2147482368"/>
        </pc:sldMkLst>
      </pc:sldChg>
      <pc:sldChg chg="del">
        <pc:chgData name="Liang,Sarah (HP Medicine) BII-CN-S" userId="b5b94567-963a-4c9d-af99-146fb15290a2" providerId="ADAL" clId="{1F1905DA-951E-418C-8F87-B080838F1793}" dt="2024-04-24T07:56:45.187" v="0" actId="47"/>
        <pc:sldMkLst>
          <pc:docMk/>
          <pc:sldMk cId="2410688466" sldId="2147482377"/>
        </pc:sldMkLst>
      </pc:sldChg>
      <pc:sldChg chg="del">
        <pc:chgData name="Liang,Sarah (HP Medicine) BII-CN-S" userId="b5b94567-963a-4c9d-af99-146fb15290a2" providerId="ADAL" clId="{1F1905DA-951E-418C-8F87-B080838F1793}" dt="2024-04-24T07:56:45.187" v="0" actId="47"/>
        <pc:sldMkLst>
          <pc:docMk/>
          <pc:sldMk cId="382127165" sldId="2147482378"/>
        </pc:sldMkLst>
      </pc:sldChg>
      <pc:sldChg chg="del">
        <pc:chgData name="Liang,Sarah (HP Medicine) BII-CN-S" userId="b5b94567-963a-4c9d-af99-146fb15290a2" providerId="ADAL" clId="{1F1905DA-951E-418C-8F87-B080838F1793}" dt="2024-04-24T07:56:45.187" v="0" actId="47"/>
        <pc:sldMkLst>
          <pc:docMk/>
          <pc:sldMk cId="2787192653" sldId="2147482379"/>
        </pc:sldMkLst>
      </pc:sldChg>
      <pc:sldChg chg="del">
        <pc:chgData name="Liang,Sarah (HP Medicine) BII-CN-S" userId="b5b94567-963a-4c9d-af99-146fb15290a2" providerId="ADAL" clId="{1F1905DA-951E-418C-8F87-B080838F1793}" dt="2024-04-24T07:56:45.187" v="0" actId="47"/>
        <pc:sldMkLst>
          <pc:docMk/>
          <pc:sldMk cId="108571367" sldId="2147482524"/>
        </pc:sldMkLst>
      </pc:sldChg>
      <pc:sldChg chg="del">
        <pc:chgData name="Liang,Sarah (HP Medicine) BII-CN-S" userId="b5b94567-963a-4c9d-af99-146fb15290a2" providerId="ADAL" clId="{1F1905DA-951E-418C-8F87-B080838F1793}" dt="2024-04-24T07:56:45.187" v="0" actId="47"/>
        <pc:sldMkLst>
          <pc:docMk/>
          <pc:sldMk cId="1064662787" sldId="2147482548"/>
        </pc:sldMkLst>
      </pc:sldChg>
      <pc:sldChg chg="del">
        <pc:chgData name="Liang,Sarah (HP Medicine) BII-CN-S" userId="b5b94567-963a-4c9d-af99-146fb15290a2" providerId="ADAL" clId="{1F1905DA-951E-418C-8F87-B080838F1793}" dt="2024-04-24T07:56:45.187" v="0" actId="47"/>
        <pc:sldMkLst>
          <pc:docMk/>
          <pc:sldMk cId="2162962246" sldId="2147482549"/>
        </pc:sldMkLst>
      </pc:sldChg>
      <pc:sldChg chg="del">
        <pc:chgData name="Liang,Sarah (HP Medicine) BII-CN-S" userId="b5b94567-963a-4c9d-af99-146fb15290a2" providerId="ADAL" clId="{1F1905DA-951E-418C-8F87-B080838F1793}" dt="2024-04-24T07:56:45.187" v="0" actId="47"/>
        <pc:sldMkLst>
          <pc:docMk/>
          <pc:sldMk cId="946495280" sldId="2147482550"/>
        </pc:sldMkLst>
      </pc:sldChg>
      <pc:sldChg chg="modSp mod">
        <pc:chgData name="Liang,Sarah (HP Medicine) BII-CN-S" userId="b5b94567-963a-4c9d-af99-146fb15290a2" providerId="ADAL" clId="{1F1905DA-951E-418C-8F87-B080838F1793}" dt="2024-04-24T12:00:21.635" v="249" actId="20577"/>
        <pc:sldMkLst>
          <pc:docMk/>
          <pc:sldMk cId="946495280" sldId="2147482552"/>
        </pc:sldMkLst>
      </pc:sldChg>
      <pc:sldChg chg="addSp modSp mod">
        <pc:chgData name="Liang,Sarah (HP Medicine) BII-CN-S" userId="b5b94567-963a-4c9d-af99-146fb15290a2" providerId="ADAL" clId="{1F1905DA-951E-418C-8F87-B080838F1793}" dt="2024-04-25T01:16:15.354" v="1307" actId="20577"/>
        <pc:sldMkLst>
          <pc:docMk/>
          <pc:sldMk cId="1646086254" sldId="2147483626"/>
        </pc:sldMkLst>
      </pc:sldChg>
      <pc:sldChg chg="addSp delSp modSp mod modShow">
        <pc:chgData name="Liang,Sarah (HP Medicine) BII-CN-S" userId="b5b94567-963a-4c9d-af99-146fb15290a2" providerId="ADAL" clId="{1F1905DA-951E-418C-8F87-B080838F1793}" dt="2024-05-09T03:08:47.128" v="1308" actId="729"/>
        <pc:sldMkLst>
          <pc:docMk/>
          <pc:sldMk cId="2368561890" sldId="2147483644"/>
        </pc:sldMkLst>
      </pc:sldChg>
    </pc:docChg>
  </pc:docChgLst>
  <pc:docChgLst>
    <pc:chgData name="Sun,Gloria (HP Medicine) BII-CN-S" userId="S::gloria.sun@boehringer-ingelheim.com::4691641c-d30d-434b-a83d-ab861776dcd2" providerId="AD" clId="Web-{230D738C-D527-80C2-A8CF-C6B73CC45DD0}"/>
    <pc:docChg chg="modSld">
      <pc:chgData name="Sun,Gloria (HP Medicine) BII-CN-S" userId="S::gloria.sun@boehringer-ingelheim.com::4691641c-d30d-434b-a83d-ab861776dcd2" providerId="AD" clId="Web-{230D738C-D527-80C2-A8CF-C6B73CC45DD0}" dt="2024-04-24T15:46:10.276" v="69" actId="20577"/>
      <pc:docMkLst>
        <pc:docMk/>
      </pc:docMkLst>
      <pc:sldChg chg="modSp">
        <pc:chgData name="Sun,Gloria (HP Medicine) BII-CN-S" userId="S::gloria.sun@boehringer-ingelheim.com::4691641c-d30d-434b-a83d-ab861776dcd2" providerId="AD" clId="Web-{230D738C-D527-80C2-A8CF-C6B73CC45DD0}" dt="2024-04-24T15:46:10.276" v="69" actId="20577"/>
        <pc:sldMkLst>
          <pc:docMk/>
          <pc:sldMk cId="3634365555" sldId="2147474087"/>
        </pc:sldMkLst>
      </pc:sldChg>
      <pc:sldChg chg="modSp">
        <pc:chgData name="Sun,Gloria (HP Medicine) BII-CN-S" userId="S::gloria.sun@boehringer-ingelheim.com::4691641c-d30d-434b-a83d-ab861776dcd2" providerId="AD" clId="Web-{230D738C-D527-80C2-A8CF-C6B73CC45DD0}" dt="2024-04-24T15:44:54.216" v="5" actId="20577"/>
        <pc:sldMkLst>
          <pc:docMk/>
          <pc:sldMk cId="579955710" sldId="2147480412"/>
        </pc:sldMkLst>
      </pc:sldChg>
    </pc:docChg>
  </pc:docChgLst>
  <pc:docChgLst>
    <pc:chgData name="Sun,Gloria (HP Medicine) BII-CN-S" userId="4691641c-d30d-434b-a83d-ab861776dcd2" providerId="ADAL" clId="{D81BC2D3-3222-4799-BC6C-422A43B040E8}"/>
    <pc:docChg chg="undo custSel modSld sldOrd">
      <pc:chgData name="Sun,Gloria (HP Medicine) BII-CN-S" userId="4691641c-d30d-434b-a83d-ab861776dcd2" providerId="ADAL" clId="{D81BC2D3-3222-4799-BC6C-422A43B040E8}" dt="2024-04-24T16:38:14.793" v="543" actId="255"/>
      <pc:docMkLst>
        <pc:docMk/>
      </pc:docMkLst>
      <pc:sldChg chg="addSp delSp modSp mod ord">
        <pc:chgData name="Sun,Gloria (HP Medicine) BII-CN-S" userId="4691641c-d30d-434b-a83d-ab861776dcd2" providerId="ADAL" clId="{D81BC2D3-3222-4799-BC6C-422A43B040E8}" dt="2024-04-24T16:38:14.793" v="543" actId="255"/>
        <pc:sldMkLst>
          <pc:docMk/>
          <pc:sldMk cId="1598032440" sldId="214747408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8A4CF47-F509-4CEB-9E87-0D4357AF2892}" type="doc">
      <dgm:prSet loTypeId="urn:microsoft.com/office/officeart/2005/8/layout/hChevron3" loCatId="process" qsTypeId="urn:microsoft.com/office/officeart/2005/8/quickstyle/simple1" qsCatId="simple" csTypeId="urn:microsoft.com/office/officeart/2005/8/colors/accent1_2" csCatId="accent1" phldr="1"/>
      <dgm:spPr/>
    </dgm:pt>
    <dgm:pt modelId="{955A8A08-1CA7-41E7-BC0A-E23DADEC4AD8}">
      <dgm:prSet phldrT="[Text]"/>
      <dgm:spPr>
        <a:solidFill>
          <a:schemeClr val="bg1">
            <a:lumMod val="75000"/>
          </a:schemeClr>
        </a:solidFill>
      </dgm:spPr>
      <dgm:t>
        <a:bodyPr/>
        <a:lstStyle/>
        <a:p>
          <a:r>
            <a:rPr lang="en-GB"/>
            <a:t>Q1</a:t>
          </a:r>
        </a:p>
      </dgm:t>
    </dgm:pt>
    <dgm:pt modelId="{58185D83-5D82-4170-A208-BACA03AE2085}" type="parTrans" cxnId="{9C2EE82B-A0C2-4F88-AC6B-4FCC3773E0DF}">
      <dgm:prSet/>
      <dgm:spPr/>
      <dgm:t>
        <a:bodyPr/>
        <a:lstStyle/>
        <a:p>
          <a:endParaRPr lang="en-GB"/>
        </a:p>
      </dgm:t>
    </dgm:pt>
    <dgm:pt modelId="{CDE8746E-5403-4B5B-AF45-2FAA643157F8}" type="sibTrans" cxnId="{9C2EE82B-A0C2-4F88-AC6B-4FCC3773E0DF}">
      <dgm:prSet/>
      <dgm:spPr/>
      <dgm:t>
        <a:bodyPr/>
        <a:lstStyle/>
        <a:p>
          <a:endParaRPr lang="en-GB"/>
        </a:p>
      </dgm:t>
    </dgm:pt>
    <dgm:pt modelId="{84AA8DB5-17AF-4F95-AF76-00D5D824B3FA}">
      <dgm:prSet phldrT="[Text]"/>
      <dgm:spPr>
        <a:solidFill>
          <a:schemeClr val="bg1">
            <a:lumMod val="75000"/>
          </a:schemeClr>
        </a:solidFill>
      </dgm:spPr>
      <dgm:t>
        <a:bodyPr/>
        <a:lstStyle/>
        <a:p>
          <a:r>
            <a:rPr lang="en-GB"/>
            <a:t>Q2</a:t>
          </a:r>
        </a:p>
      </dgm:t>
    </dgm:pt>
    <dgm:pt modelId="{B3549A4D-86FA-45DE-ACBB-071525C122F2}" type="parTrans" cxnId="{02C6F6BC-21C7-4558-9892-770B20F5C935}">
      <dgm:prSet/>
      <dgm:spPr/>
      <dgm:t>
        <a:bodyPr/>
        <a:lstStyle/>
        <a:p>
          <a:endParaRPr lang="en-GB"/>
        </a:p>
      </dgm:t>
    </dgm:pt>
    <dgm:pt modelId="{CD35D45C-4FE3-407D-9AE9-50B4B7855A19}" type="sibTrans" cxnId="{02C6F6BC-21C7-4558-9892-770B20F5C935}">
      <dgm:prSet/>
      <dgm:spPr/>
      <dgm:t>
        <a:bodyPr/>
        <a:lstStyle/>
        <a:p>
          <a:endParaRPr lang="en-GB"/>
        </a:p>
      </dgm:t>
    </dgm:pt>
    <dgm:pt modelId="{1220E0BB-F585-4EEC-899C-7BB4589B9E83}">
      <dgm:prSet phldrT="[Text]"/>
      <dgm:spPr>
        <a:solidFill>
          <a:schemeClr val="bg1">
            <a:lumMod val="75000"/>
          </a:schemeClr>
        </a:solidFill>
      </dgm:spPr>
      <dgm:t>
        <a:bodyPr/>
        <a:lstStyle/>
        <a:p>
          <a:r>
            <a:rPr lang="en-GB"/>
            <a:t>Q3</a:t>
          </a:r>
        </a:p>
      </dgm:t>
    </dgm:pt>
    <dgm:pt modelId="{F0DDDF69-53C3-4671-B78A-3FF59E693FA6}" type="parTrans" cxnId="{9E1D923A-0960-4F1C-B11F-304879C8A13C}">
      <dgm:prSet/>
      <dgm:spPr/>
      <dgm:t>
        <a:bodyPr/>
        <a:lstStyle/>
        <a:p>
          <a:endParaRPr lang="en-GB"/>
        </a:p>
      </dgm:t>
    </dgm:pt>
    <dgm:pt modelId="{86E42DFF-9C10-4A0A-BDCD-4C0B72D29F60}" type="sibTrans" cxnId="{9E1D923A-0960-4F1C-B11F-304879C8A13C}">
      <dgm:prSet/>
      <dgm:spPr/>
      <dgm:t>
        <a:bodyPr/>
        <a:lstStyle/>
        <a:p>
          <a:endParaRPr lang="en-GB"/>
        </a:p>
      </dgm:t>
    </dgm:pt>
    <dgm:pt modelId="{28FD93E0-B4CA-409C-B6B2-C2EBD30B11A7}">
      <dgm:prSet phldrT="[Text]"/>
      <dgm:spPr>
        <a:solidFill>
          <a:schemeClr val="bg1">
            <a:lumMod val="75000"/>
          </a:schemeClr>
        </a:solidFill>
      </dgm:spPr>
      <dgm:t>
        <a:bodyPr/>
        <a:lstStyle/>
        <a:p>
          <a:r>
            <a:rPr lang="en-GB"/>
            <a:t>Q4</a:t>
          </a:r>
        </a:p>
      </dgm:t>
    </dgm:pt>
    <dgm:pt modelId="{42827A40-373E-429A-A39A-357D92784F2C}" type="parTrans" cxnId="{734B4F78-68E8-4634-9ED6-C7BE11323523}">
      <dgm:prSet/>
      <dgm:spPr/>
      <dgm:t>
        <a:bodyPr/>
        <a:lstStyle/>
        <a:p>
          <a:endParaRPr lang="en-GB"/>
        </a:p>
      </dgm:t>
    </dgm:pt>
    <dgm:pt modelId="{A4DF37AC-53A9-4F6F-8F53-26C1FE8DB239}" type="sibTrans" cxnId="{734B4F78-68E8-4634-9ED6-C7BE11323523}">
      <dgm:prSet/>
      <dgm:spPr/>
      <dgm:t>
        <a:bodyPr/>
        <a:lstStyle/>
        <a:p>
          <a:endParaRPr lang="en-GB"/>
        </a:p>
      </dgm:t>
    </dgm:pt>
    <dgm:pt modelId="{C3A8034F-9D44-48D9-BB7E-336702EFEE79}">
      <dgm:prSet phldrT="[Text]"/>
      <dgm:spPr>
        <a:solidFill>
          <a:schemeClr val="accent2"/>
        </a:solidFill>
      </dgm:spPr>
      <dgm:t>
        <a:bodyPr/>
        <a:lstStyle/>
        <a:p>
          <a:r>
            <a:rPr lang="en-GB"/>
            <a:t>Q4</a:t>
          </a:r>
        </a:p>
      </dgm:t>
    </dgm:pt>
    <dgm:pt modelId="{56319AD8-BA20-4CC2-9317-248521076669}" type="sibTrans" cxnId="{4F2499B6-6F70-4C54-AAA3-1CE8CBF6A25C}">
      <dgm:prSet/>
      <dgm:spPr/>
      <dgm:t>
        <a:bodyPr/>
        <a:lstStyle/>
        <a:p>
          <a:endParaRPr lang="en-GB"/>
        </a:p>
      </dgm:t>
    </dgm:pt>
    <dgm:pt modelId="{01D4A6CF-9025-4A99-9DE5-9CD245734DC3}" type="parTrans" cxnId="{4F2499B6-6F70-4C54-AAA3-1CE8CBF6A25C}">
      <dgm:prSet/>
      <dgm:spPr/>
      <dgm:t>
        <a:bodyPr/>
        <a:lstStyle/>
        <a:p>
          <a:endParaRPr lang="en-GB"/>
        </a:p>
      </dgm:t>
    </dgm:pt>
    <dgm:pt modelId="{436D1628-45D7-469C-BE44-8A11936A32E8}">
      <dgm:prSet phldrT="[Text]"/>
      <dgm:spPr>
        <a:solidFill>
          <a:schemeClr val="accent2"/>
        </a:solidFill>
      </dgm:spPr>
      <dgm:t>
        <a:bodyPr/>
        <a:lstStyle/>
        <a:p>
          <a:r>
            <a:rPr lang="en-GB"/>
            <a:t>Q1</a:t>
          </a:r>
        </a:p>
      </dgm:t>
    </dgm:pt>
    <dgm:pt modelId="{A6546AA4-4F77-4CE3-9B2E-C80AF8CD5211}" type="sibTrans" cxnId="{B65A7FC1-6265-4358-ADD1-CDAC0F1E10EF}">
      <dgm:prSet/>
      <dgm:spPr/>
      <dgm:t>
        <a:bodyPr/>
        <a:lstStyle/>
        <a:p>
          <a:endParaRPr lang="en-GB"/>
        </a:p>
      </dgm:t>
    </dgm:pt>
    <dgm:pt modelId="{C2D10691-C88E-47C6-8F86-304428EC2747}" type="parTrans" cxnId="{B65A7FC1-6265-4358-ADD1-CDAC0F1E10EF}">
      <dgm:prSet/>
      <dgm:spPr/>
      <dgm:t>
        <a:bodyPr/>
        <a:lstStyle/>
        <a:p>
          <a:endParaRPr lang="en-GB"/>
        </a:p>
      </dgm:t>
    </dgm:pt>
    <dgm:pt modelId="{08CFCB90-3F78-4276-9F5B-737A44177C2F}">
      <dgm:prSet phldrT="[Text]"/>
      <dgm:spPr>
        <a:solidFill>
          <a:schemeClr val="accent2"/>
        </a:solidFill>
      </dgm:spPr>
      <dgm:t>
        <a:bodyPr/>
        <a:lstStyle/>
        <a:p>
          <a:r>
            <a:rPr lang="en-GB"/>
            <a:t>Q2</a:t>
          </a:r>
        </a:p>
      </dgm:t>
    </dgm:pt>
    <dgm:pt modelId="{1A6CE51D-55E5-4EC9-A890-04B5C2823DB2}" type="sibTrans" cxnId="{D7805D6E-E380-4759-803C-A154267A143E}">
      <dgm:prSet/>
      <dgm:spPr/>
      <dgm:t>
        <a:bodyPr/>
        <a:lstStyle/>
        <a:p>
          <a:endParaRPr lang="en-GB"/>
        </a:p>
      </dgm:t>
    </dgm:pt>
    <dgm:pt modelId="{419F7F7A-F911-42D6-BBE7-4729FE51EF9C}" type="parTrans" cxnId="{D7805D6E-E380-4759-803C-A154267A143E}">
      <dgm:prSet/>
      <dgm:spPr/>
      <dgm:t>
        <a:bodyPr/>
        <a:lstStyle/>
        <a:p>
          <a:endParaRPr lang="en-GB"/>
        </a:p>
      </dgm:t>
    </dgm:pt>
    <dgm:pt modelId="{92700D4E-D841-4E61-94F0-6F93EE108138}">
      <dgm:prSet phldrT="[Text]"/>
      <dgm:spPr>
        <a:solidFill>
          <a:schemeClr val="accent2"/>
        </a:solidFill>
      </dgm:spPr>
      <dgm:t>
        <a:bodyPr/>
        <a:lstStyle/>
        <a:p>
          <a:r>
            <a:rPr lang="en-GB"/>
            <a:t>Q3</a:t>
          </a:r>
        </a:p>
      </dgm:t>
    </dgm:pt>
    <dgm:pt modelId="{A4BD5859-AC81-4FE6-A6D9-10D6B00EE5F5}" type="sibTrans" cxnId="{AC7A4968-2BC1-46A1-8817-B154FF2B65A4}">
      <dgm:prSet/>
      <dgm:spPr/>
      <dgm:t>
        <a:bodyPr/>
        <a:lstStyle/>
        <a:p>
          <a:endParaRPr lang="en-GB"/>
        </a:p>
      </dgm:t>
    </dgm:pt>
    <dgm:pt modelId="{5AB93D1F-0470-4CCD-BD2A-F94A334700D5}" type="parTrans" cxnId="{AC7A4968-2BC1-46A1-8817-B154FF2B65A4}">
      <dgm:prSet/>
      <dgm:spPr/>
      <dgm:t>
        <a:bodyPr/>
        <a:lstStyle/>
        <a:p>
          <a:endParaRPr lang="en-GB"/>
        </a:p>
      </dgm:t>
    </dgm:pt>
    <dgm:pt modelId="{61726B29-EB4D-4E1E-AB6C-138B2C269096}">
      <dgm:prSet phldrT="[Text]"/>
      <dgm:spPr>
        <a:solidFill>
          <a:schemeClr val="accent1"/>
        </a:solidFill>
      </dgm:spPr>
      <dgm:t>
        <a:bodyPr/>
        <a:lstStyle/>
        <a:p>
          <a:r>
            <a:rPr lang="en-GB">
              <a:solidFill>
                <a:schemeClr val="bg1"/>
              </a:solidFill>
            </a:rPr>
            <a:t>Q1</a:t>
          </a:r>
        </a:p>
      </dgm:t>
    </dgm:pt>
    <dgm:pt modelId="{E036B551-3FF9-415D-A0FA-F4906482B200}" type="parTrans" cxnId="{B436ECAD-2471-4715-A062-9146F18B5D82}">
      <dgm:prSet/>
      <dgm:spPr/>
      <dgm:t>
        <a:bodyPr/>
        <a:lstStyle/>
        <a:p>
          <a:endParaRPr lang="en-GB"/>
        </a:p>
      </dgm:t>
    </dgm:pt>
    <dgm:pt modelId="{F9E57A45-D366-4523-A921-FD0E7795E16F}" type="sibTrans" cxnId="{B436ECAD-2471-4715-A062-9146F18B5D82}">
      <dgm:prSet/>
      <dgm:spPr/>
      <dgm:t>
        <a:bodyPr/>
        <a:lstStyle/>
        <a:p>
          <a:endParaRPr lang="en-GB"/>
        </a:p>
      </dgm:t>
    </dgm:pt>
    <dgm:pt modelId="{AA4912D0-EA56-486C-8646-AC7AA1DD5BA8}">
      <dgm:prSet phldrT="[Text]"/>
      <dgm:spPr>
        <a:solidFill>
          <a:schemeClr val="accent1"/>
        </a:solidFill>
      </dgm:spPr>
      <dgm:t>
        <a:bodyPr/>
        <a:lstStyle/>
        <a:p>
          <a:r>
            <a:rPr lang="en-GB">
              <a:solidFill>
                <a:schemeClr val="bg1"/>
              </a:solidFill>
            </a:rPr>
            <a:t>Q2</a:t>
          </a:r>
        </a:p>
      </dgm:t>
    </dgm:pt>
    <dgm:pt modelId="{98D56D05-3E9F-4790-8B31-C8E37FB3A73E}" type="parTrans" cxnId="{DDB4C386-308B-4363-ADF8-2229F2531C38}">
      <dgm:prSet/>
      <dgm:spPr/>
      <dgm:t>
        <a:bodyPr/>
        <a:lstStyle/>
        <a:p>
          <a:endParaRPr lang="en-GB"/>
        </a:p>
      </dgm:t>
    </dgm:pt>
    <dgm:pt modelId="{E6BF8F8B-D432-487F-88E7-6A1FC6347943}" type="sibTrans" cxnId="{DDB4C386-308B-4363-ADF8-2229F2531C38}">
      <dgm:prSet/>
      <dgm:spPr/>
      <dgm:t>
        <a:bodyPr/>
        <a:lstStyle/>
        <a:p>
          <a:endParaRPr lang="en-GB"/>
        </a:p>
      </dgm:t>
    </dgm:pt>
    <dgm:pt modelId="{57B1E65E-C4DC-4E30-84C5-D059270C1566}">
      <dgm:prSet phldrT="[Text]"/>
      <dgm:spPr>
        <a:solidFill>
          <a:schemeClr val="accent1"/>
        </a:solidFill>
      </dgm:spPr>
      <dgm:t>
        <a:bodyPr/>
        <a:lstStyle/>
        <a:p>
          <a:r>
            <a:rPr lang="en-GB">
              <a:solidFill>
                <a:schemeClr val="bg1"/>
              </a:solidFill>
            </a:rPr>
            <a:t>Q3</a:t>
          </a:r>
        </a:p>
      </dgm:t>
    </dgm:pt>
    <dgm:pt modelId="{D91F6EAB-8485-49F5-B397-B15F47D3EC8B}" type="parTrans" cxnId="{FE776A44-C754-4239-8472-5E53DEBCB3F2}">
      <dgm:prSet/>
      <dgm:spPr/>
      <dgm:t>
        <a:bodyPr/>
        <a:lstStyle/>
        <a:p>
          <a:endParaRPr lang="en-GB"/>
        </a:p>
      </dgm:t>
    </dgm:pt>
    <dgm:pt modelId="{9EA43C64-054A-425F-86E8-CDADE00272CD}" type="sibTrans" cxnId="{FE776A44-C754-4239-8472-5E53DEBCB3F2}">
      <dgm:prSet/>
      <dgm:spPr/>
      <dgm:t>
        <a:bodyPr/>
        <a:lstStyle/>
        <a:p>
          <a:endParaRPr lang="en-GB"/>
        </a:p>
      </dgm:t>
    </dgm:pt>
    <dgm:pt modelId="{28737006-2686-45B1-9C50-7051A19970FE}">
      <dgm:prSet phldrT="[Text]"/>
      <dgm:spPr>
        <a:solidFill>
          <a:schemeClr val="accent1"/>
        </a:solidFill>
      </dgm:spPr>
      <dgm:t>
        <a:bodyPr/>
        <a:lstStyle/>
        <a:p>
          <a:r>
            <a:rPr lang="en-GB">
              <a:solidFill>
                <a:schemeClr val="bg1"/>
              </a:solidFill>
            </a:rPr>
            <a:t>Q4</a:t>
          </a:r>
        </a:p>
      </dgm:t>
    </dgm:pt>
    <dgm:pt modelId="{66D52949-20E2-47C2-B529-E4E179F08034}" type="parTrans" cxnId="{A1A6B271-823E-4A53-87FF-943403C6C0C6}">
      <dgm:prSet/>
      <dgm:spPr/>
      <dgm:t>
        <a:bodyPr/>
        <a:lstStyle/>
        <a:p>
          <a:endParaRPr lang="en-GB"/>
        </a:p>
      </dgm:t>
    </dgm:pt>
    <dgm:pt modelId="{7376BC37-85ED-4E8B-973D-45CF8FB31534}" type="sibTrans" cxnId="{A1A6B271-823E-4A53-87FF-943403C6C0C6}">
      <dgm:prSet/>
      <dgm:spPr/>
      <dgm:t>
        <a:bodyPr/>
        <a:lstStyle/>
        <a:p>
          <a:endParaRPr lang="en-GB"/>
        </a:p>
      </dgm:t>
    </dgm:pt>
    <dgm:pt modelId="{CF0D2714-B801-4797-9EFD-ECED61AD2F13}" type="pres">
      <dgm:prSet presAssocID="{08A4CF47-F509-4CEB-9E87-0D4357AF2892}" presName="Name0" presStyleCnt="0">
        <dgm:presLayoutVars>
          <dgm:dir/>
          <dgm:resizeHandles val="exact"/>
        </dgm:presLayoutVars>
      </dgm:prSet>
      <dgm:spPr/>
    </dgm:pt>
    <dgm:pt modelId="{A5CAE19C-E3E1-46CE-BB62-8DB578FF5668}" type="pres">
      <dgm:prSet presAssocID="{955A8A08-1CA7-41E7-BC0A-E23DADEC4AD8}" presName="parTxOnly" presStyleLbl="node1" presStyleIdx="0" presStyleCnt="12">
        <dgm:presLayoutVars>
          <dgm:bulletEnabled val="1"/>
        </dgm:presLayoutVars>
      </dgm:prSet>
      <dgm:spPr/>
    </dgm:pt>
    <dgm:pt modelId="{1C1F98DF-BB9C-4E6E-8941-87FD3A410922}" type="pres">
      <dgm:prSet presAssocID="{CDE8746E-5403-4B5B-AF45-2FAA643157F8}" presName="parSpace" presStyleCnt="0"/>
      <dgm:spPr/>
    </dgm:pt>
    <dgm:pt modelId="{1E131262-9683-426D-A606-C17B623C167F}" type="pres">
      <dgm:prSet presAssocID="{84AA8DB5-17AF-4F95-AF76-00D5D824B3FA}" presName="parTxOnly" presStyleLbl="node1" presStyleIdx="1" presStyleCnt="12">
        <dgm:presLayoutVars>
          <dgm:bulletEnabled val="1"/>
        </dgm:presLayoutVars>
      </dgm:prSet>
      <dgm:spPr/>
    </dgm:pt>
    <dgm:pt modelId="{BE8558F8-F9C6-4AE4-9B1D-40F2FD4C2AB0}" type="pres">
      <dgm:prSet presAssocID="{CD35D45C-4FE3-407D-9AE9-50B4B7855A19}" presName="parSpace" presStyleCnt="0"/>
      <dgm:spPr/>
    </dgm:pt>
    <dgm:pt modelId="{BAD98E0E-D650-4FC4-AF67-6BCFAE2E1456}" type="pres">
      <dgm:prSet presAssocID="{1220E0BB-F585-4EEC-899C-7BB4589B9E83}" presName="parTxOnly" presStyleLbl="node1" presStyleIdx="2" presStyleCnt="12">
        <dgm:presLayoutVars>
          <dgm:bulletEnabled val="1"/>
        </dgm:presLayoutVars>
      </dgm:prSet>
      <dgm:spPr/>
    </dgm:pt>
    <dgm:pt modelId="{1773A371-C0D8-4D72-9866-DD642E4D9C49}" type="pres">
      <dgm:prSet presAssocID="{86E42DFF-9C10-4A0A-BDCD-4C0B72D29F60}" presName="parSpace" presStyleCnt="0"/>
      <dgm:spPr/>
    </dgm:pt>
    <dgm:pt modelId="{2FA537A9-D474-4FF1-9557-39177175C34F}" type="pres">
      <dgm:prSet presAssocID="{28FD93E0-B4CA-409C-B6B2-C2EBD30B11A7}" presName="parTxOnly" presStyleLbl="node1" presStyleIdx="3" presStyleCnt="12">
        <dgm:presLayoutVars>
          <dgm:bulletEnabled val="1"/>
        </dgm:presLayoutVars>
      </dgm:prSet>
      <dgm:spPr/>
    </dgm:pt>
    <dgm:pt modelId="{00199C4B-68E5-4D02-B93A-C02878FA1DBE}" type="pres">
      <dgm:prSet presAssocID="{A4DF37AC-53A9-4F6F-8F53-26C1FE8DB239}" presName="parSpace" presStyleCnt="0"/>
      <dgm:spPr/>
    </dgm:pt>
    <dgm:pt modelId="{D513ACE7-D173-4322-8C48-E15F5B7DF3AA}" type="pres">
      <dgm:prSet presAssocID="{436D1628-45D7-469C-BE44-8A11936A32E8}" presName="parTxOnly" presStyleLbl="node1" presStyleIdx="4" presStyleCnt="12">
        <dgm:presLayoutVars>
          <dgm:bulletEnabled val="1"/>
        </dgm:presLayoutVars>
      </dgm:prSet>
      <dgm:spPr/>
    </dgm:pt>
    <dgm:pt modelId="{4C533966-A616-4F92-93D3-E504473A32D4}" type="pres">
      <dgm:prSet presAssocID="{A6546AA4-4F77-4CE3-9B2E-C80AF8CD5211}" presName="parSpace" presStyleCnt="0"/>
      <dgm:spPr/>
    </dgm:pt>
    <dgm:pt modelId="{1C8CF0E8-3DBC-497C-A412-0D4AC0737DDB}" type="pres">
      <dgm:prSet presAssocID="{08CFCB90-3F78-4276-9F5B-737A44177C2F}" presName="parTxOnly" presStyleLbl="node1" presStyleIdx="5" presStyleCnt="12">
        <dgm:presLayoutVars>
          <dgm:bulletEnabled val="1"/>
        </dgm:presLayoutVars>
      </dgm:prSet>
      <dgm:spPr/>
    </dgm:pt>
    <dgm:pt modelId="{856940F3-6452-4C48-A76A-FD7996C3A969}" type="pres">
      <dgm:prSet presAssocID="{1A6CE51D-55E5-4EC9-A890-04B5C2823DB2}" presName="parSpace" presStyleCnt="0"/>
      <dgm:spPr/>
    </dgm:pt>
    <dgm:pt modelId="{C76254D9-1ACB-4395-9FD1-E26E5DB062DA}" type="pres">
      <dgm:prSet presAssocID="{92700D4E-D841-4E61-94F0-6F93EE108138}" presName="parTxOnly" presStyleLbl="node1" presStyleIdx="6" presStyleCnt="12">
        <dgm:presLayoutVars>
          <dgm:bulletEnabled val="1"/>
        </dgm:presLayoutVars>
      </dgm:prSet>
      <dgm:spPr/>
    </dgm:pt>
    <dgm:pt modelId="{A5294C5C-D997-4980-84E0-F319A1848002}" type="pres">
      <dgm:prSet presAssocID="{A4BD5859-AC81-4FE6-A6D9-10D6B00EE5F5}" presName="parSpace" presStyleCnt="0"/>
      <dgm:spPr/>
    </dgm:pt>
    <dgm:pt modelId="{EA152AF9-52FE-4098-86C8-317CB7EF7FD4}" type="pres">
      <dgm:prSet presAssocID="{C3A8034F-9D44-48D9-BB7E-336702EFEE79}" presName="parTxOnly" presStyleLbl="node1" presStyleIdx="7" presStyleCnt="12">
        <dgm:presLayoutVars>
          <dgm:bulletEnabled val="1"/>
        </dgm:presLayoutVars>
      </dgm:prSet>
      <dgm:spPr/>
    </dgm:pt>
    <dgm:pt modelId="{34C6FCC8-491D-4756-9B04-3DD8AF1EA11B}" type="pres">
      <dgm:prSet presAssocID="{56319AD8-BA20-4CC2-9317-248521076669}" presName="parSpace" presStyleCnt="0"/>
      <dgm:spPr/>
    </dgm:pt>
    <dgm:pt modelId="{B1418D2F-F9A9-4C33-A5A4-E7D9473D4784}" type="pres">
      <dgm:prSet presAssocID="{61726B29-EB4D-4E1E-AB6C-138B2C269096}" presName="parTxOnly" presStyleLbl="node1" presStyleIdx="8" presStyleCnt="12">
        <dgm:presLayoutVars>
          <dgm:bulletEnabled val="1"/>
        </dgm:presLayoutVars>
      </dgm:prSet>
      <dgm:spPr/>
    </dgm:pt>
    <dgm:pt modelId="{34C91A3D-6711-4A1D-A10D-AB81F9AF41E2}" type="pres">
      <dgm:prSet presAssocID="{F9E57A45-D366-4523-A921-FD0E7795E16F}" presName="parSpace" presStyleCnt="0"/>
      <dgm:spPr/>
    </dgm:pt>
    <dgm:pt modelId="{C53FB3AA-7809-4D62-B4EA-B434A78520D0}" type="pres">
      <dgm:prSet presAssocID="{AA4912D0-EA56-486C-8646-AC7AA1DD5BA8}" presName="parTxOnly" presStyleLbl="node1" presStyleIdx="9" presStyleCnt="12">
        <dgm:presLayoutVars>
          <dgm:bulletEnabled val="1"/>
        </dgm:presLayoutVars>
      </dgm:prSet>
      <dgm:spPr/>
    </dgm:pt>
    <dgm:pt modelId="{72228B3F-D312-4C9D-B73C-6E3A59EB24B2}" type="pres">
      <dgm:prSet presAssocID="{E6BF8F8B-D432-487F-88E7-6A1FC6347943}" presName="parSpace" presStyleCnt="0"/>
      <dgm:spPr/>
    </dgm:pt>
    <dgm:pt modelId="{6E91738F-CDE2-4FEE-BB84-6D30F4B8EEF3}" type="pres">
      <dgm:prSet presAssocID="{57B1E65E-C4DC-4E30-84C5-D059270C1566}" presName="parTxOnly" presStyleLbl="node1" presStyleIdx="10" presStyleCnt="12">
        <dgm:presLayoutVars>
          <dgm:bulletEnabled val="1"/>
        </dgm:presLayoutVars>
      </dgm:prSet>
      <dgm:spPr/>
    </dgm:pt>
    <dgm:pt modelId="{A4D7877F-9FA3-4693-8AEF-E71FF3A1D3EC}" type="pres">
      <dgm:prSet presAssocID="{9EA43C64-054A-425F-86E8-CDADE00272CD}" presName="parSpace" presStyleCnt="0"/>
      <dgm:spPr/>
    </dgm:pt>
    <dgm:pt modelId="{44FC5E87-4B85-46CE-BFB7-0C3A0135214A}" type="pres">
      <dgm:prSet presAssocID="{28737006-2686-45B1-9C50-7051A19970FE}" presName="parTxOnly" presStyleLbl="node1" presStyleIdx="11" presStyleCnt="12">
        <dgm:presLayoutVars>
          <dgm:bulletEnabled val="1"/>
        </dgm:presLayoutVars>
      </dgm:prSet>
      <dgm:spPr/>
    </dgm:pt>
  </dgm:ptLst>
  <dgm:cxnLst>
    <dgm:cxn modelId="{21807B1D-9EC0-4386-BAA6-60F5E787E22B}" type="presOf" srcId="{28737006-2686-45B1-9C50-7051A19970FE}" destId="{44FC5E87-4B85-46CE-BFB7-0C3A0135214A}" srcOrd="0" destOrd="0" presId="urn:microsoft.com/office/officeart/2005/8/layout/hChevron3"/>
    <dgm:cxn modelId="{9C2EE82B-A0C2-4F88-AC6B-4FCC3773E0DF}" srcId="{08A4CF47-F509-4CEB-9E87-0D4357AF2892}" destId="{955A8A08-1CA7-41E7-BC0A-E23DADEC4AD8}" srcOrd="0" destOrd="0" parTransId="{58185D83-5D82-4170-A208-BACA03AE2085}" sibTransId="{CDE8746E-5403-4B5B-AF45-2FAA643157F8}"/>
    <dgm:cxn modelId="{9E1D923A-0960-4F1C-B11F-304879C8A13C}" srcId="{08A4CF47-F509-4CEB-9E87-0D4357AF2892}" destId="{1220E0BB-F585-4EEC-899C-7BB4589B9E83}" srcOrd="2" destOrd="0" parTransId="{F0DDDF69-53C3-4671-B78A-3FF59E693FA6}" sibTransId="{86E42DFF-9C10-4A0A-BDCD-4C0B72D29F60}"/>
    <dgm:cxn modelId="{4979733C-C8A9-48DA-8813-BD989FD5E46B}" type="presOf" srcId="{28FD93E0-B4CA-409C-B6B2-C2EBD30B11A7}" destId="{2FA537A9-D474-4FF1-9557-39177175C34F}" srcOrd="0" destOrd="0" presId="urn:microsoft.com/office/officeart/2005/8/layout/hChevron3"/>
    <dgm:cxn modelId="{47AF2F5B-DD2E-4EBA-8E1A-1811972D57C1}" type="presOf" srcId="{08CFCB90-3F78-4276-9F5B-737A44177C2F}" destId="{1C8CF0E8-3DBC-497C-A412-0D4AC0737DDB}" srcOrd="0" destOrd="0" presId="urn:microsoft.com/office/officeart/2005/8/layout/hChevron3"/>
    <dgm:cxn modelId="{FE776A44-C754-4239-8472-5E53DEBCB3F2}" srcId="{08A4CF47-F509-4CEB-9E87-0D4357AF2892}" destId="{57B1E65E-C4DC-4E30-84C5-D059270C1566}" srcOrd="10" destOrd="0" parTransId="{D91F6EAB-8485-49F5-B397-B15F47D3EC8B}" sibTransId="{9EA43C64-054A-425F-86E8-CDADE00272CD}"/>
    <dgm:cxn modelId="{66629446-3106-4E35-B277-B9D42477B5E3}" type="presOf" srcId="{84AA8DB5-17AF-4F95-AF76-00D5D824B3FA}" destId="{1E131262-9683-426D-A606-C17B623C167F}" srcOrd="0" destOrd="0" presId="urn:microsoft.com/office/officeart/2005/8/layout/hChevron3"/>
    <dgm:cxn modelId="{7FD99466-2C2A-4E91-AB81-A52E6A90C55F}" type="presOf" srcId="{955A8A08-1CA7-41E7-BC0A-E23DADEC4AD8}" destId="{A5CAE19C-E3E1-46CE-BB62-8DB578FF5668}" srcOrd="0" destOrd="0" presId="urn:microsoft.com/office/officeart/2005/8/layout/hChevron3"/>
    <dgm:cxn modelId="{4EBCDF47-7C16-4984-966D-90698990EFE4}" type="presOf" srcId="{C3A8034F-9D44-48D9-BB7E-336702EFEE79}" destId="{EA152AF9-52FE-4098-86C8-317CB7EF7FD4}" srcOrd="0" destOrd="0" presId="urn:microsoft.com/office/officeart/2005/8/layout/hChevron3"/>
    <dgm:cxn modelId="{AC7A4968-2BC1-46A1-8817-B154FF2B65A4}" srcId="{08A4CF47-F509-4CEB-9E87-0D4357AF2892}" destId="{92700D4E-D841-4E61-94F0-6F93EE108138}" srcOrd="6" destOrd="0" parTransId="{5AB93D1F-0470-4CCD-BD2A-F94A334700D5}" sibTransId="{A4BD5859-AC81-4FE6-A6D9-10D6B00EE5F5}"/>
    <dgm:cxn modelId="{D7805D6E-E380-4759-803C-A154267A143E}" srcId="{08A4CF47-F509-4CEB-9E87-0D4357AF2892}" destId="{08CFCB90-3F78-4276-9F5B-737A44177C2F}" srcOrd="5" destOrd="0" parTransId="{419F7F7A-F911-42D6-BBE7-4729FE51EF9C}" sibTransId="{1A6CE51D-55E5-4EC9-A890-04B5C2823DB2}"/>
    <dgm:cxn modelId="{A1A6B271-823E-4A53-87FF-943403C6C0C6}" srcId="{08A4CF47-F509-4CEB-9E87-0D4357AF2892}" destId="{28737006-2686-45B1-9C50-7051A19970FE}" srcOrd="11" destOrd="0" parTransId="{66D52949-20E2-47C2-B529-E4E179F08034}" sibTransId="{7376BC37-85ED-4E8B-973D-45CF8FB31534}"/>
    <dgm:cxn modelId="{734B4F78-68E8-4634-9ED6-C7BE11323523}" srcId="{08A4CF47-F509-4CEB-9E87-0D4357AF2892}" destId="{28FD93E0-B4CA-409C-B6B2-C2EBD30B11A7}" srcOrd="3" destOrd="0" parTransId="{42827A40-373E-429A-A39A-357D92784F2C}" sibTransId="{A4DF37AC-53A9-4F6F-8F53-26C1FE8DB239}"/>
    <dgm:cxn modelId="{69F1A27E-3A46-4C71-9BD6-4223C52DB0BB}" type="presOf" srcId="{436D1628-45D7-469C-BE44-8A11936A32E8}" destId="{D513ACE7-D173-4322-8C48-E15F5B7DF3AA}" srcOrd="0" destOrd="0" presId="urn:microsoft.com/office/officeart/2005/8/layout/hChevron3"/>
    <dgm:cxn modelId="{DDB4C386-308B-4363-ADF8-2229F2531C38}" srcId="{08A4CF47-F509-4CEB-9E87-0D4357AF2892}" destId="{AA4912D0-EA56-486C-8646-AC7AA1DD5BA8}" srcOrd="9" destOrd="0" parTransId="{98D56D05-3E9F-4790-8B31-C8E37FB3A73E}" sibTransId="{E6BF8F8B-D432-487F-88E7-6A1FC6347943}"/>
    <dgm:cxn modelId="{F92C8588-7910-4EB8-8CD4-A6857B63C220}" type="presOf" srcId="{57B1E65E-C4DC-4E30-84C5-D059270C1566}" destId="{6E91738F-CDE2-4FEE-BB84-6D30F4B8EEF3}" srcOrd="0" destOrd="0" presId="urn:microsoft.com/office/officeart/2005/8/layout/hChevron3"/>
    <dgm:cxn modelId="{A4A1FD92-6A5E-4C80-B9A8-96FB8DB8962A}" type="presOf" srcId="{1220E0BB-F585-4EEC-899C-7BB4589B9E83}" destId="{BAD98E0E-D650-4FC4-AF67-6BCFAE2E1456}" srcOrd="0" destOrd="0" presId="urn:microsoft.com/office/officeart/2005/8/layout/hChevron3"/>
    <dgm:cxn modelId="{B436ECAD-2471-4715-A062-9146F18B5D82}" srcId="{08A4CF47-F509-4CEB-9E87-0D4357AF2892}" destId="{61726B29-EB4D-4E1E-AB6C-138B2C269096}" srcOrd="8" destOrd="0" parTransId="{E036B551-3FF9-415D-A0FA-F4906482B200}" sibTransId="{F9E57A45-D366-4523-A921-FD0E7795E16F}"/>
    <dgm:cxn modelId="{5249EFB3-81CF-49FF-AB10-082E67908F41}" type="presOf" srcId="{92700D4E-D841-4E61-94F0-6F93EE108138}" destId="{C76254D9-1ACB-4395-9FD1-E26E5DB062DA}" srcOrd="0" destOrd="0" presId="urn:microsoft.com/office/officeart/2005/8/layout/hChevron3"/>
    <dgm:cxn modelId="{4F2499B6-6F70-4C54-AAA3-1CE8CBF6A25C}" srcId="{08A4CF47-F509-4CEB-9E87-0D4357AF2892}" destId="{C3A8034F-9D44-48D9-BB7E-336702EFEE79}" srcOrd="7" destOrd="0" parTransId="{01D4A6CF-9025-4A99-9DE5-9CD245734DC3}" sibTransId="{56319AD8-BA20-4CC2-9317-248521076669}"/>
    <dgm:cxn modelId="{2A80A6B8-0601-4976-850B-325EE2812CF6}" type="presOf" srcId="{61726B29-EB4D-4E1E-AB6C-138B2C269096}" destId="{B1418D2F-F9A9-4C33-A5A4-E7D9473D4784}" srcOrd="0" destOrd="0" presId="urn:microsoft.com/office/officeart/2005/8/layout/hChevron3"/>
    <dgm:cxn modelId="{02C6F6BC-21C7-4558-9892-770B20F5C935}" srcId="{08A4CF47-F509-4CEB-9E87-0D4357AF2892}" destId="{84AA8DB5-17AF-4F95-AF76-00D5D824B3FA}" srcOrd="1" destOrd="0" parTransId="{B3549A4D-86FA-45DE-ACBB-071525C122F2}" sibTransId="{CD35D45C-4FE3-407D-9AE9-50B4B7855A19}"/>
    <dgm:cxn modelId="{B65A7FC1-6265-4358-ADD1-CDAC0F1E10EF}" srcId="{08A4CF47-F509-4CEB-9E87-0D4357AF2892}" destId="{436D1628-45D7-469C-BE44-8A11936A32E8}" srcOrd="4" destOrd="0" parTransId="{C2D10691-C88E-47C6-8F86-304428EC2747}" sibTransId="{A6546AA4-4F77-4CE3-9B2E-C80AF8CD5211}"/>
    <dgm:cxn modelId="{EC989DD6-E229-46F4-BEA4-BE62259717F1}" type="presOf" srcId="{AA4912D0-EA56-486C-8646-AC7AA1DD5BA8}" destId="{C53FB3AA-7809-4D62-B4EA-B434A78520D0}" srcOrd="0" destOrd="0" presId="urn:microsoft.com/office/officeart/2005/8/layout/hChevron3"/>
    <dgm:cxn modelId="{F390FCD6-F02D-44A8-87C5-46F824B82878}" type="presOf" srcId="{08A4CF47-F509-4CEB-9E87-0D4357AF2892}" destId="{CF0D2714-B801-4797-9EFD-ECED61AD2F13}" srcOrd="0" destOrd="0" presId="urn:microsoft.com/office/officeart/2005/8/layout/hChevron3"/>
    <dgm:cxn modelId="{999A4B14-707F-4D6F-B90D-6957B77DA830}" type="presParOf" srcId="{CF0D2714-B801-4797-9EFD-ECED61AD2F13}" destId="{A5CAE19C-E3E1-46CE-BB62-8DB578FF5668}" srcOrd="0" destOrd="0" presId="urn:microsoft.com/office/officeart/2005/8/layout/hChevron3"/>
    <dgm:cxn modelId="{68C303B2-B97F-4EB0-AB32-7BDFE0CDC2D4}" type="presParOf" srcId="{CF0D2714-B801-4797-9EFD-ECED61AD2F13}" destId="{1C1F98DF-BB9C-4E6E-8941-87FD3A410922}" srcOrd="1" destOrd="0" presId="urn:microsoft.com/office/officeart/2005/8/layout/hChevron3"/>
    <dgm:cxn modelId="{A09AA345-2EAF-494E-8FD3-F512A9DDE262}" type="presParOf" srcId="{CF0D2714-B801-4797-9EFD-ECED61AD2F13}" destId="{1E131262-9683-426D-A606-C17B623C167F}" srcOrd="2" destOrd="0" presId="urn:microsoft.com/office/officeart/2005/8/layout/hChevron3"/>
    <dgm:cxn modelId="{691E0148-7C53-496E-9ABD-3C62C1861EFD}" type="presParOf" srcId="{CF0D2714-B801-4797-9EFD-ECED61AD2F13}" destId="{BE8558F8-F9C6-4AE4-9B1D-40F2FD4C2AB0}" srcOrd="3" destOrd="0" presId="urn:microsoft.com/office/officeart/2005/8/layout/hChevron3"/>
    <dgm:cxn modelId="{FA5ACF47-C7F3-434F-959B-FFCEB349FCBF}" type="presParOf" srcId="{CF0D2714-B801-4797-9EFD-ECED61AD2F13}" destId="{BAD98E0E-D650-4FC4-AF67-6BCFAE2E1456}" srcOrd="4" destOrd="0" presId="urn:microsoft.com/office/officeart/2005/8/layout/hChevron3"/>
    <dgm:cxn modelId="{FD28690F-17FC-4684-BC3B-793E8302EE57}" type="presParOf" srcId="{CF0D2714-B801-4797-9EFD-ECED61AD2F13}" destId="{1773A371-C0D8-4D72-9866-DD642E4D9C49}" srcOrd="5" destOrd="0" presId="urn:microsoft.com/office/officeart/2005/8/layout/hChevron3"/>
    <dgm:cxn modelId="{BEAECDE5-B554-470B-A0C8-9D9CDB807D7A}" type="presParOf" srcId="{CF0D2714-B801-4797-9EFD-ECED61AD2F13}" destId="{2FA537A9-D474-4FF1-9557-39177175C34F}" srcOrd="6" destOrd="0" presId="urn:microsoft.com/office/officeart/2005/8/layout/hChevron3"/>
    <dgm:cxn modelId="{307F3FCE-315A-45F3-A646-BDB92E07B25D}" type="presParOf" srcId="{CF0D2714-B801-4797-9EFD-ECED61AD2F13}" destId="{00199C4B-68E5-4D02-B93A-C02878FA1DBE}" srcOrd="7" destOrd="0" presId="urn:microsoft.com/office/officeart/2005/8/layout/hChevron3"/>
    <dgm:cxn modelId="{7FBB40D5-8970-48A8-9880-3510209CA673}" type="presParOf" srcId="{CF0D2714-B801-4797-9EFD-ECED61AD2F13}" destId="{D513ACE7-D173-4322-8C48-E15F5B7DF3AA}" srcOrd="8" destOrd="0" presId="urn:microsoft.com/office/officeart/2005/8/layout/hChevron3"/>
    <dgm:cxn modelId="{7D4CB259-A2CF-479D-82EF-D86635129790}" type="presParOf" srcId="{CF0D2714-B801-4797-9EFD-ECED61AD2F13}" destId="{4C533966-A616-4F92-93D3-E504473A32D4}" srcOrd="9" destOrd="0" presId="urn:microsoft.com/office/officeart/2005/8/layout/hChevron3"/>
    <dgm:cxn modelId="{FED4D10E-07EB-4552-A6FD-16DA92B98F4D}" type="presParOf" srcId="{CF0D2714-B801-4797-9EFD-ECED61AD2F13}" destId="{1C8CF0E8-3DBC-497C-A412-0D4AC0737DDB}" srcOrd="10" destOrd="0" presId="urn:microsoft.com/office/officeart/2005/8/layout/hChevron3"/>
    <dgm:cxn modelId="{6F72598F-0132-49CB-A4D2-519673927F1D}" type="presParOf" srcId="{CF0D2714-B801-4797-9EFD-ECED61AD2F13}" destId="{856940F3-6452-4C48-A76A-FD7996C3A969}" srcOrd="11" destOrd="0" presId="urn:microsoft.com/office/officeart/2005/8/layout/hChevron3"/>
    <dgm:cxn modelId="{E26F8BE9-2050-4C2B-AA07-870E3DA2B5E9}" type="presParOf" srcId="{CF0D2714-B801-4797-9EFD-ECED61AD2F13}" destId="{C76254D9-1ACB-4395-9FD1-E26E5DB062DA}" srcOrd="12" destOrd="0" presId="urn:microsoft.com/office/officeart/2005/8/layout/hChevron3"/>
    <dgm:cxn modelId="{9F406A62-E858-478E-B482-777C5DDE595F}" type="presParOf" srcId="{CF0D2714-B801-4797-9EFD-ECED61AD2F13}" destId="{A5294C5C-D997-4980-84E0-F319A1848002}" srcOrd="13" destOrd="0" presId="urn:microsoft.com/office/officeart/2005/8/layout/hChevron3"/>
    <dgm:cxn modelId="{C2D9DA2F-9F29-46F1-952B-17AD8E3325EE}" type="presParOf" srcId="{CF0D2714-B801-4797-9EFD-ECED61AD2F13}" destId="{EA152AF9-52FE-4098-86C8-317CB7EF7FD4}" srcOrd="14" destOrd="0" presId="urn:microsoft.com/office/officeart/2005/8/layout/hChevron3"/>
    <dgm:cxn modelId="{48FA4324-D398-4118-A405-8320CB3664D6}" type="presParOf" srcId="{CF0D2714-B801-4797-9EFD-ECED61AD2F13}" destId="{34C6FCC8-491D-4756-9B04-3DD8AF1EA11B}" srcOrd="15" destOrd="0" presId="urn:microsoft.com/office/officeart/2005/8/layout/hChevron3"/>
    <dgm:cxn modelId="{72A63292-CD11-42E1-9020-7B24F007ED96}" type="presParOf" srcId="{CF0D2714-B801-4797-9EFD-ECED61AD2F13}" destId="{B1418D2F-F9A9-4C33-A5A4-E7D9473D4784}" srcOrd="16" destOrd="0" presId="urn:microsoft.com/office/officeart/2005/8/layout/hChevron3"/>
    <dgm:cxn modelId="{CCAE7910-9905-44F7-9F0C-C82BDAEF8BFF}" type="presParOf" srcId="{CF0D2714-B801-4797-9EFD-ECED61AD2F13}" destId="{34C91A3D-6711-4A1D-A10D-AB81F9AF41E2}" srcOrd="17" destOrd="0" presId="urn:microsoft.com/office/officeart/2005/8/layout/hChevron3"/>
    <dgm:cxn modelId="{11F4E118-87FA-4963-B50C-F4213355DAE2}" type="presParOf" srcId="{CF0D2714-B801-4797-9EFD-ECED61AD2F13}" destId="{C53FB3AA-7809-4D62-B4EA-B434A78520D0}" srcOrd="18" destOrd="0" presId="urn:microsoft.com/office/officeart/2005/8/layout/hChevron3"/>
    <dgm:cxn modelId="{12B3A8F5-F0F8-4097-A689-908512F5FAB6}" type="presParOf" srcId="{CF0D2714-B801-4797-9EFD-ECED61AD2F13}" destId="{72228B3F-D312-4C9D-B73C-6E3A59EB24B2}" srcOrd="19" destOrd="0" presId="urn:microsoft.com/office/officeart/2005/8/layout/hChevron3"/>
    <dgm:cxn modelId="{5905EE4C-9520-4EAA-91AE-003855C03E67}" type="presParOf" srcId="{CF0D2714-B801-4797-9EFD-ECED61AD2F13}" destId="{6E91738F-CDE2-4FEE-BB84-6D30F4B8EEF3}" srcOrd="20" destOrd="0" presId="urn:microsoft.com/office/officeart/2005/8/layout/hChevron3"/>
    <dgm:cxn modelId="{5357EC53-3C07-4DB1-A13C-D76939FA2974}" type="presParOf" srcId="{CF0D2714-B801-4797-9EFD-ECED61AD2F13}" destId="{A4D7877F-9FA3-4693-8AEF-E71FF3A1D3EC}" srcOrd="21" destOrd="0" presId="urn:microsoft.com/office/officeart/2005/8/layout/hChevron3"/>
    <dgm:cxn modelId="{7950AB22-4696-4C6B-B9D6-880C33315B1E}" type="presParOf" srcId="{CF0D2714-B801-4797-9EFD-ECED61AD2F13}" destId="{44FC5E87-4B85-46CE-BFB7-0C3A0135214A}" srcOrd="22"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CAE19C-E3E1-46CE-BB62-8DB578FF5668}">
      <dsp:nvSpPr>
        <dsp:cNvPr id="0" name=""/>
        <dsp:cNvSpPr/>
      </dsp:nvSpPr>
      <dsp:spPr>
        <a:xfrm>
          <a:off x="6158" y="0"/>
          <a:ext cx="1142804" cy="287079"/>
        </a:xfrm>
        <a:prstGeom prst="homePlate">
          <a:avLst/>
        </a:prstGeom>
        <a:solidFill>
          <a:schemeClr val="bg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342" tIns="34671" rIns="17336" bIns="34671" numCol="1" spcCol="1270" anchor="ctr" anchorCtr="0">
          <a:noAutofit/>
        </a:bodyPr>
        <a:lstStyle/>
        <a:p>
          <a:pPr marL="0" lvl="0" indent="0" algn="ctr" defTabSz="577850">
            <a:lnSpc>
              <a:spcPct val="90000"/>
            </a:lnSpc>
            <a:spcBef>
              <a:spcPct val="0"/>
            </a:spcBef>
            <a:spcAft>
              <a:spcPct val="35000"/>
            </a:spcAft>
            <a:buNone/>
          </a:pPr>
          <a:r>
            <a:rPr lang="en-GB" sz="1300" kern="1200"/>
            <a:t>Q1</a:t>
          </a:r>
        </a:p>
      </dsp:txBody>
      <dsp:txXfrm>
        <a:off x="6158" y="0"/>
        <a:ext cx="1071034" cy="287079"/>
      </dsp:txXfrm>
    </dsp:sp>
    <dsp:sp modelId="{1E131262-9683-426D-A606-C17B623C167F}">
      <dsp:nvSpPr>
        <dsp:cNvPr id="0" name=""/>
        <dsp:cNvSpPr/>
      </dsp:nvSpPr>
      <dsp:spPr>
        <a:xfrm>
          <a:off x="920402" y="0"/>
          <a:ext cx="1142804" cy="287079"/>
        </a:xfrm>
        <a:prstGeom prst="chevron">
          <a:avLst/>
        </a:prstGeom>
        <a:solidFill>
          <a:schemeClr val="bg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GB" sz="1300" kern="1200"/>
            <a:t>Q2</a:t>
          </a:r>
        </a:p>
      </dsp:txBody>
      <dsp:txXfrm>
        <a:off x="1063942" y="0"/>
        <a:ext cx="855725" cy="287079"/>
      </dsp:txXfrm>
    </dsp:sp>
    <dsp:sp modelId="{BAD98E0E-D650-4FC4-AF67-6BCFAE2E1456}">
      <dsp:nvSpPr>
        <dsp:cNvPr id="0" name=""/>
        <dsp:cNvSpPr/>
      </dsp:nvSpPr>
      <dsp:spPr>
        <a:xfrm>
          <a:off x="1834645" y="0"/>
          <a:ext cx="1142804" cy="287079"/>
        </a:xfrm>
        <a:prstGeom prst="chevron">
          <a:avLst/>
        </a:prstGeom>
        <a:solidFill>
          <a:schemeClr val="bg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GB" sz="1300" kern="1200"/>
            <a:t>Q3</a:t>
          </a:r>
        </a:p>
      </dsp:txBody>
      <dsp:txXfrm>
        <a:off x="1978185" y="0"/>
        <a:ext cx="855725" cy="287079"/>
      </dsp:txXfrm>
    </dsp:sp>
    <dsp:sp modelId="{2FA537A9-D474-4FF1-9557-39177175C34F}">
      <dsp:nvSpPr>
        <dsp:cNvPr id="0" name=""/>
        <dsp:cNvSpPr/>
      </dsp:nvSpPr>
      <dsp:spPr>
        <a:xfrm>
          <a:off x="2748889" y="0"/>
          <a:ext cx="1142804" cy="287079"/>
        </a:xfrm>
        <a:prstGeom prst="chevron">
          <a:avLst/>
        </a:prstGeom>
        <a:solidFill>
          <a:schemeClr val="bg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GB" sz="1300" kern="1200"/>
            <a:t>Q4</a:t>
          </a:r>
        </a:p>
      </dsp:txBody>
      <dsp:txXfrm>
        <a:off x="2892429" y="0"/>
        <a:ext cx="855725" cy="287079"/>
      </dsp:txXfrm>
    </dsp:sp>
    <dsp:sp modelId="{D513ACE7-D173-4322-8C48-E15F5B7DF3AA}">
      <dsp:nvSpPr>
        <dsp:cNvPr id="0" name=""/>
        <dsp:cNvSpPr/>
      </dsp:nvSpPr>
      <dsp:spPr>
        <a:xfrm>
          <a:off x="3663132" y="0"/>
          <a:ext cx="1142804" cy="287079"/>
        </a:xfrm>
        <a:prstGeom prst="chevron">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GB" sz="1300" kern="1200"/>
            <a:t>Q1</a:t>
          </a:r>
        </a:p>
      </dsp:txBody>
      <dsp:txXfrm>
        <a:off x="3806672" y="0"/>
        <a:ext cx="855725" cy="287079"/>
      </dsp:txXfrm>
    </dsp:sp>
    <dsp:sp modelId="{1C8CF0E8-3DBC-497C-A412-0D4AC0737DDB}">
      <dsp:nvSpPr>
        <dsp:cNvPr id="0" name=""/>
        <dsp:cNvSpPr/>
      </dsp:nvSpPr>
      <dsp:spPr>
        <a:xfrm>
          <a:off x="4577376" y="0"/>
          <a:ext cx="1142804" cy="287079"/>
        </a:xfrm>
        <a:prstGeom prst="chevron">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GB" sz="1300" kern="1200"/>
            <a:t>Q2</a:t>
          </a:r>
        </a:p>
      </dsp:txBody>
      <dsp:txXfrm>
        <a:off x="4720916" y="0"/>
        <a:ext cx="855725" cy="287079"/>
      </dsp:txXfrm>
    </dsp:sp>
    <dsp:sp modelId="{C76254D9-1ACB-4395-9FD1-E26E5DB062DA}">
      <dsp:nvSpPr>
        <dsp:cNvPr id="0" name=""/>
        <dsp:cNvSpPr/>
      </dsp:nvSpPr>
      <dsp:spPr>
        <a:xfrm>
          <a:off x="5491620" y="0"/>
          <a:ext cx="1142804" cy="287079"/>
        </a:xfrm>
        <a:prstGeom prst="chevron">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GB" sz="1300" kern="1200"/>
            <a:t>Q3</a:t>
          </a:r>
        </a:p>
      </dsp:txBody>
      <dsp:txXfrm>
        <a:off x="5635160" y="0"/>
        <a:ext cx="855725" cy="287079"/>
      </dsp:txXfrm>
    </dsp:sp>
    <dsp:sp modelId="{EA152AF9-52FE-4098-86C8-317CB7EF7FD4}">
      <dsp:nvSpPr>
        <dsp:cNvPr id="0" name=""/>
        <dsp:cNvSpPr/>
      </dsp:nvSpPr>
      <dsp:spPr>
        <a:xfrm>
          <a:off x="6405863" y="0"/>
          <a:ext cx="1142804" cy="287079"/>
        </a:xfrm>
        <a:prstGeom prst="chevron">
          <a:avLst/>
        </a:prstGeom>
        <a:solidFill>
          <a:schemeClr val="accent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GB" sz="1300" kern="1200"/>
            <a:t>Q4</a:t>
          </a:r>
        </a:p>
      </dsp:txBody>
      <dsp:txXfrm>
        <a:off x="6549403" y="0"/>
        <a:ext cx="855725" cy="287079"/>
      </dsp:txXfrm>
    </dsp:sp>
    <dsp:sp modelId="{B1418D2F-F9A9-4C33-A5A4-E7D9473D4784}">
      <dsp:nvSpPr>
        <dsp:cNvPr id="0" name=""/>
        <dsp:cNvSpPr/>
      </dsp:nvSpPr>
      <dsp:spPr>
        <a:xfrm>
          <a:off x="7320107" y="0"/>
          <a:ext cx="1142804" cy="287079"/>
        </a:xfrm>
        <a:prstGeom prst="chevron">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GB" sz="1300" kern="1200">
              <a:solidFill>
                <a:schemeClr val="bg1"/>
              </a:solidFill>
            </a:rPr>
            <a:t>Q1</a:t>
          </a:r>
        </a:p>
      </dsp:txBody>
      <dsp:txXfrm>
        <a:off x="7463647" y="0"/>
        <a:ext cx="855725" cy="287079"/>
      </dsp:txXfrm>
    </dsp:sp>
    <dsp:sp modelId="{C53FB3AA-7809-4D62-B4EA-B434A78520D0}">
      <dsp:nvSpPr>
        <dsp:cNvPr id="0" name=""/>
        <dsp:cNvSpPr/>
      </dsp:nvSpPr>
      <dsp:spPr>
        <a:xfrm>
          <a:off x="8234350" y="0"/>
          <a:ext cx="1142804" cy="287079"/>
        </a:xfrm>
        <a:prstGeom prst="chevron">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GB" sz="1300" kern="1200">
              <a:solidFill>
                <a:schemeClr val="bg1"/>
              </a:solidFill>
            </a:rPr>
            <a:t>Q2</a:t>
          </a:r>
        </a:p>
      </dsp:txBody>
      <dsp:txXfrm>
        <a:off x="8377890" y="0"/>
        <a:ext cx="855725" cy="287079"/>
      </dsp:txXfrm>
    </dsp:sp>
    <dsp:sp modelId="{6E91738F-CDE2-4FEE-BB84-6D30F4B8EEF3}">
      <dsp:nvSpPr>
        <dsp:cNvPr id="0" name=""/>
        <dsp:cNvSpPr/>
      </dsp:nvSpPr>
      <dsp:spPr>
        <a:xfrm>
          <a:off x="9148594" y="0"/>
          <a:ext cx="1142804" cy="287079"/>
        </a:xfrm>
        <a:prstGeom prst="chevron">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GB" sz="1300" kern="1200">
              <a:solidFill>
                <a:schemeClr val="bg1"/>
              </a:solidFill>
            </a:rPr>
            <a:t>Q3</a:t>
          </a:r>
        </a:p>
      </dsp:txBody>
      <dsp:txXfrm>
        <a:off x="9292134" y="0"/>
        <a:ext cx="855725" cy="287079"/>
      </dsp:txXfrm>
    </dsp:sp>
    <dsp:sp modelId="{44FC5E87-4B85-46CE-BFB7-0C3A0135214A}">
      <dsp:nvSpPr>
        <dsp:cNvPr id="0" name=""/>
        <dsp:cNvSpPr/>
      </dsp:nvSpPr>
      <dsp:spPr>
        <a:xfrm>
          <a:off x="10062837" y="0"/>
          <a:ext cx="1142804" cy="287079"/>
        </a:xfrm>
        <a:prstGeom prst="chevron">
          <a:avLst/>
        </a:prstGeom>
        <a:solidFill>
          <a:schemeClr val="accent1"/>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GB" sz="1300" kern="1200">
              <a:solidFill>
                <a:schemeClr val="bg1"/>
              </a:solidFill>
            </a:rPr>
            <a:t>Q4</a:t>
          </a:r>
        </a:p>
      </dsp:txBody>
      <dsp:txXfrm>
        <a:off x="10206377" y="0"/>
        <a:ext cx="855725" cy="287079"/>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1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8E6401-E193-4AEF-B67D-D15220CCFB17}" type="datetimeFigureOut">
              <a:rPr lang="en-US" smtClean="0"/>
              <a:t>7/23/2025</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9FE67DE-5FB7-4559-9814-A2C84A92479C}" type="slidenum">
              <a:rPr lang="en-US" smtClean="0"/>
              <a:t>‹#›</a:t>
            </a:fld>
            <a:endParaRPr lang="en-US"/>
          </a:p>
        </p:txBody>
      </p:sp>
    </p:spTree>
    <p:extLst>
      <p:ext uri="{BB962C8B-B14F-4D97-AF65-F5344CB8AC3E}">
        <p14:creationId xmlns:p14="http://schemas.microsoft.com/office/powerpoint/2010/main" val="8877070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de-DE"/>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97032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r>
              <a:rPr lang="en-US" altLang="zh-CN"/>
              <a:t>【As of 06Jan2023】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23563">
                    <a:lumMod val="75000"/>
                  </a:srgbClr>
                </a:solidFill>
                <a:effectLst/>
                <a:uLnTx/>
                <a:uFillTx/>
                <a:latin typeface="BISansOptiCond"/>
                <a:ea typeface="+mn-ea"/>
                <a:cs typeface="Calibri" panose="020F0502020204030204" pitchFamily="34" charset="0"/>
              </a:rPr>
              <a:t>Global 1346.11: FPI on 21Oct2021@US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23563">
                    <a:lumMod val="75000"/>
                  </a:srgbClr>
                </a:solidFill>
                <a:effectLst/>
                <a:uLnTx/>
                <a:uFillTx/>
                <a:latin typeface="BISansOptiCond"/>
                <a:ea typeface="+mn-ea"/>
                <a:cs typeface="Calibri" panose="020F0502020204030204" pitchFamily="34" charset="0"/>
              </a:rPr>
              <a:t>Global 1346.12: FPI on 28Sep2021@US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23563">
                    <a:lumMod val="75000"/>
                  </a:srgbClr>
                </a:solidFill>
                <a:effectLst/>
                <a:uLnTx/>
                <a:uFillTx/>
                <a:latin typeface="BISansOptiCond"/>
                <a:ea typeface="+mn-ea"/>
                <a:cs typeface="Calibri" panose="020F0502020204030204" pitchFamily="34" charset="0"/>
              </a:rPr>
              <a:t>Global 1346.13: FPI on 08Sep2021@Korea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23563">
                    <a:lumMod val="75000"/>
                  </a:srgbClr>
                </a:solidFill>
                <a:effectLst/>
                <a:uLnTx/>
                <a:uFillTx/>
                <a:latin typeface="BISansOptiCond"/>
                <a:ea typeface="+mn-ea"/>
                <a:cs typeface="Calibri" panose="020F0502020204030204" pitchFamily="34" charset="0"/>
              </a:rPr>
              <a:t>Global 1346.14: FPI on 21Mar2022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23563">
                    <a:lumMod val="75000"/>
                  </a:srgbClr>
                </a:solidFill>
                <a:effectLst/>
                <a:uLnTx/>
                <a:uFillTx/>
                <a:latin typeface="BISansOptiCond"/>
                <a:ea typeface="+mn-ea"/>
                <a:cs typeface="Calibri" panose="020F0502020204030204" pitchFamily="34" charset="0"/>
              </a:rPr>
              <a:t>China 1346.11: FPI on 22Dec2021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23563">
                    <a:lumMod val="75000"/>
                  </a:srgbClr>
                </a:solidFill>
                <a:effectLst/>
                <a:uLnTx/>
                <a:uFillTx/>
                <a:latin typeface="BISansOptiCond"/>
                <a:ea typeface="+mn-ea"/>
                <a:cs typeface="Calibri" panose="020F0502020204030204" pitchFamily="34" charset="0"/>
              </a:rPr>
              <a:t>China 1346.13: FPI on 20Oct2021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23563">
                    <a:lumMod val="75000"/>
                  </a:srgbClr>
                </a:solidFill>
                <a:effectLst/>
                <a:uLnTx/>
                <a:uFillTx/>
                <a:latin typeface="BISansOptiCond"/>
                <a:ea typeface="+mn-ea"/>
                <a:cs typeface="Calibri" panose="020F0502020204030204" pitchFamily="34" charset="0"/>
              </a:rPr>
              <a:t>China 1346.14: FPI on 10May2022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23563">
                    <a:lumMod val="75000"/>
                  </a:srgbClr>
                </a:solidFill>
                <a:effectLst/>
                <a:uLnTx/>
                <a:uFillTx/>
                <a:latin typeface="BISansOptiCond"/>
                <a:ea typeface="+mn-ea"/>
                <a:cs typeface="Calibri" panose="020F0502020204030204" pitchFamily="34" charset="0"/>
              </a:rPr>
              <a:t>【As of 3Apr2023】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123563">
                    <a:lumMod val="75000"/>
                  </a:srgbClr>
                </a:solidFill>
                <a:effectLst/>
                <a:uLnTx/>
                <a:uFillTx/>
                <a:latin typeface="BISansOptiCond"/>
                <a:ea typeface="+mn-ea"/>
                <a:cs typeface="Calibri" panose="020F0502020204030204" pitchFamily="34" charset="0"/>
              </a:rPr>
              <a:t>Global adjusted CONNEX timeline by additional 9m.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a:ln>
                <a:noFill/>
              </a:ln>
              <a:solidFill>
                <a:srgbClr val="123563">
                  <a:lumMod val="75000"/>
                </a:srgbClr>
              </a:solidFill>
              <a:effectLst/>
              <a:uLnTx/>
              <a:uFillTx/>
              <a:latin typeface="BISansOptiCond"/>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zh-CN" sz="1200" b="0" i="0" u="none" strike="noStrike" kern="1200" cap="none" spc="0" normalizeH="0" baseline="0" noProof="0">
              <a:ln>
                <a:noFill/>
              </a:ln>
              <a:solidFill>
                <a:srgbClr val="123563">
                  <a:lumMod val="75000"/>
                </a:srgbClr>
              </a:solidFill>
              <a:effectLst/>
              <a:uLnTx/>
              <a:uFillTx/>
              <a:latin typeface="BISansOptiCond"/>
              <a:ea typeface="+mn-ea"/>
              <a:cs typeface="Calibri" panose="020F050202020403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srgbClr val="123563">
                  <a:lumMod val="75000"/>
                </a:srgbClr>
              </a:solidFill>
              <a:effectLst/>
              <a:uLnTx/>
              <a:uFillTx/>
              <a:latin typeface="BISansOptiCond"/>
              <a:ea typeface="+mn-ea"/>
              <a:cs typeface="Calibri" panose="020F0502020204030204" pitchFamily="34" charset="0"/>
            </a:endParaRPr>
          </a:p>
          <a:p>
            <a:endParaRPr lang="en-US" altLang="zh-CN"/>
          </a:p>
        </p:txBody>
      </p:sp>
      <p:sp>
        <p:nvSpPr>
          <p:cNvPr id="4" name="Slide Number Placeholder 3"/>
          <p:cNvSpPr>
            <a:spLocks noGrp="1"/>
          </p:cNvSpPr>
          <p:nvPr>
            <p:ph type="sldNum" sz="quarter" idx="10"/>
          </p:nvPr>
        </p:nvSpPr>
        <p:spPr/>
        <p:txBody>
          <a:bodyPr/>
          <a:lstStyle/>
          <a:p>
            <a:pPr marL="0" marR="0" lvl="0" indent="0" algn="r" defTabSz="931774"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31774"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670104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76250" y="611188"/>
            <a:ext cx="5903913" cy="3321050"/>
          </a:xfrm>
        </p:spPr>
      </p:sp>
      <p:sp>
        <p:nvSpPr>
          <p:cNvPr id="3" name="Notes Placeholder 2"/>
          <p:cNvSpPr>
            <a:spLocks noGrp="1"/>
          </p:cNvSpPr>
          <p:nvPr>
            <p:ph type="body" idx="1"/>
          </p:nvPr>
        </p:nvSpPr>
        <p:spPr/>
        <p:txBody>
          <a:bodyPr/>
          <a:lstStyle/>
          <a:p>
            <a:endParaRPr lang="zh-CN" altLang="en-US"/>
          </a:p>
        </p:txBody>
      </p:sp>
      <p:sp>
        <p:nvSpPr>
          <p:cNvPr id="4" name="Footer Placeholder 3"/>
          <p:cNvSpPr>
            <a:spLocks noGrp="1"/>
          </p:cNvSpPr>
          <p:nvPr>
            <p:ph type="ftr" sz="quarter" idx="4"/>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rPr>
              <a:t>Presentation title    |    ONLY FOR INTERNAL USE</a:t>
            </a:r>
          </a:p>
        </p:txBody>
      </p:sp>
      <p:sp>
        <p:nvSpPr>
          <p:cNvPr id="5" name="Slide Number Placeholder 4"/>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388EF01-4040-4B6C-80FD-9D313BD6F632}" type="slidenum">
              <a:rPr kumimoji="0" lang="en-US" sz="800" b="0" i="0" u="none" strike="noStrike" kern="1200" cap="none" spc="0" normalizeH="0" baseline="0" noProof="0" smtClean="0">
                <a:ln>
                  <a:noFill/>
                </a:ln>
                <a:solidFill>
                  <a:srgbClr val="08312A"/>
                </a:solidFill>
                <a:effectLst/>
                <a:uLnTx/>
                <a:uFillTx/>
                <a:latin typeface="Boehringer Forward Text" panose="02000500000000020000" pitchFamily="2"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8312A"/>
              </a:solidFill>
              <a:effectLst/>
              <a:uLnTx/>
              <a:uFillTx/>
              <a:latin typeface="Boehringer Forward Text" panose="02000500000000020000" pitchFamily="2" charset="0"/>
              <a:ea typeface="+mn-ea"/>
              <a:cs typeface="+mn-cs"/>
            </a:endParaRPr>
          </a:p>
        </p:txBody>
      </p:sp>
    </p:spTree>
    <p:extLst>
      <p:ext uri="{BB962C8B-B14F-4D97-AF65-F5344CB8AC3E}">
        <p14:creationId xmlns:p14="http://schemas.microsoft.com/office/powerpoint/2010/main" val="58690232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buFont typeface="Arial" panose="020B0604020202020204" pitchFamily="34" charset="0"/>
              <a:buChar char="•"/>
            </a:pPr>
            <a:r>
              <a:rPr lang="en-US" altLang="zh-CN" sz="1800" b="0" i="0" u="none" strike="noStrike">
                <a:solidFill>
                  <a:srgbClr val="000000"/>
                </a:solidFill>
                <a:effectLst/>
                <a:latin typeface="Boehringer Forward Text" panose="02000500000000020000" pitchFamily="2" charset="0"/>
              </a:rPr>
              <a:t>Predefined </a:t>
            </a:r>
            <a:r>
              <a:rPr lang="en-US" altLang="zh-CN" sz="1800" b="0" i="0" u="none" strike="noStrike" err="1">
                <a:solidFill>
                  <a:srgbClr val="000000"/>
                </a:solidFill>
                <a:effectLst/>
                <a:latin typeface="Boehringer Forward Text" panose="02000500000000020000" pitchFamily="2" charset="0"/>
              </a:rPr>
              <a:t>PoCP</a:t>
            </a:r>
            <a:r>
              <a:rPr lang="en-US" altLang="zh-CN" sz="1800" b="0" i="0" u="none" strike="noStrike">
                <a:solidFill>
                  <a:srgbClr val="000000"/>
                </a:solidFill>
                <a:effectLst/>
                <a:latin typeface="Boehringer Forward Text" panose="02000500000000020000" pitchFamily="2" charset="0"/>
              </a:rPr>
              <a:t> criterion for aNrp-1 not met</a:t>
            </a:r>
            <a:r>
              <a:rPr lang="en-US" altLang="zh-CN" sz="1800" b="0" i="0">
                <a:solidFill>
                  <a:srgbClr val="808080"/>
                </a:solidFill>
                <a:effectLst/>
                <a:latin typeface="Boehringer Forward Text" panose="02000500000000020000" pitchFamily="2" charset="0"/>
              </a:rPr>
              <a:t>​</a:t>
            </a:r>
            <a:endParaRPr lang="en-US" altLang="zh-CN" b="0" i="0">
              <a:solidFill>
                <a:srgbClr val="000000"/>
              </a:solidFill>
              <a:effectLst/>
              <a:latin typeface="Arial" panose="020B0604020202020204" pitchFamily="34" charset="0"/>
            </a:endParaRPr>
          </a:p>
          <a:p>
            <a:pPr algn="l" rtl="0" fontAlgn="base">
              <a:buFont typeface="Arial" panose="020B0604020202020204" pitchFamily="34" charset="0"/>
              <a:buChar char="•"/>
            </a:pPr>
            <a:r>
              <a:rPr lang="en-US" altLang="zh-CN" sz="1800" b="0" i="0" u="none" strike="noStrike">
                <a:solidFill>
                  <a:srgbClr val="000000"/>
                </a:solidFill>
                <a:effectLst/>
                <a:latin typeface="Boehringer Forward Text" panose="02000500000000020000" pitchFamily="2" charset="0"/>
              </a:rPr>
              <a:t>Deep analysis of the data did not reveal any treatment impact on Retinal Non-Perfusion</a:t>
            </a:r>
            <a:r>
              <a:rPr lang="en-US" altLang="zh-CN" sz="1800" b="0" i="0">
                <a:solidFill>
                  <a:srgbClr val="808080"/>
                </a:solidFill>
                <a:effectLst/>
                <a:latin typeface="Boehringer Forward Text" panose="02000500000000020000" pitchFamily="2" charset="0"/>
              </a:rPr>
              <a:t>​</a:t>
            </a:r>
            <a:endParaRPr lang="en-US" altLang="zh-CN" b="0" i="0">
              <a:solidFill>
                <a:srgbClr val="000000"/>
              </a:solidFill>
              <a:effectLst/>
              <a:latin typeface="Arial" panose="020B0604020202020204" pitchFamily="34" charset="0"/>
            </a:endParaRPr>
          </a:p>
          <a:p>
            <a:pPr algn="l" rtl="0" fontAlgn="base">
              <a:buFont typeface="Arial" panose="020B0604020202020204" pitchFamily="34" charset="0"/>
              <a:buChar char="•"/>
            </a:pPr>
            <a:r>
              <a:rPr lang="en-US" altLang="zh-CN" sz="1800" b="0" i="0" u="none" strike="noStrike">
                <a:solidFill>
                  <a:srgbClr val="000000"/>
                </a:solidFill>
                <a:effectLst/>
                <a:latin typeface="Boehringer Forward Text" panose="02000500000000020000" pitchFamily="2" charset="0"/>
              </a:rPr>
              <a:t>Further activities for aNrp-1 in DR are not recommended</a:t>
            </a:r>
            <a:r>
              <a:rPr lang="en-US" altLang="zh-CN" sz="1800" b="0" i="0">
                <a:solidFill>
                  <a:srgbClr val="808080"/>
                </a:solidFill>
                <a:effectLst/>
                <a:latin typeface="Boehringer Forward Text" panose="02000500000000020000" pitchFamily="2" charset="0"/>
              </a:rPr>
              <a:t>​</a:t>
            </a:r>
            <a:endParaRPr lang="en-US" altLang="zh-CN" b="0" i="0">
              <a:solidFill>
                <a:srgbClr val="000000"/>
              </a:solidFill>
              <a:effectLst/>
              <a:latin typeface="Arial" panose="020B0604020202020204" pitchFamily="34" charset="0"/>
            </a:endParaRPr>
          </a:p>
          <a:p>
            <a:pPr algn="l" rtl="0" fontAlgn="base">
              <a:buFont typeface="Arial" panose="020B0604020202020204" pitchFamily="34" charset="0"/>
              <a:buChar char="•"/>
            </a:pPr>
            <a:r>
              <a:rPr lang="en-US" altLang="zh-CN" sz="1800" b="0" i="0" u="none" strike="noStrike">
                <a:solidFill>
                  <a:srgbClr val="000000"/>
                </a:solidFill>
                <a:effectLst/>
                <a:latin typeface="Boehringer Forward Text" panose="02000500000000020000" pitchFamily="2" charset="0"/>
              </a:rPr>
              <a:t>aNrp-1 did not show preclinically neuroprotective activity: no alternative development scenario in RH</a:t>
            </a:r>
            <a:r>
              <a:rPr lang="en-US" altLang="zh-CN" sz="1800" b="0" i="0">
                <a:solidFill>
                  <a:srgbClr val="808080"/>
                </a:solidFill>
                <a:effectLst/>
                <a:latin typeface="Boehringer Forward Text" panose="02000500000000020000" pitchFamily="2" charset="0"/>
              </a:rPr>
              <a:t>​</a:t>
            </a:r>
            <a:endParaRPr lang="en-US" altLang="zh-CN" b="0" i="0">
              <a:solidFill>
                <a:srgbClr val="000000"/>
              </a:solidFill>
              <a:effectLst/>
              <a:latin typeface="Arial" panose="020B0604020202020204" pitchFamily="34" charset="0"/>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27024808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382281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Type III App </a:t>
            </a:r>
            <a:r>
              <a:rPr kumimoji="0" lang="en-US" altLang="zh-CN" sz="1200" b="0" i="0" u="none" strike="noStrike" kern="1200" cap="none" spc="0" normalizeH="0" baseline="0" noProof="0" err="1">
                <a:ln>
                  <a:noFill/>
                </a:ln>
                <a:solidFill>
                  <a:srgbClr val="003366"/>
                </a:solidFill>
                <a:effectLst/>
                <a:uLnTx/>
                <a:uFillTx/>
                <a:latin typeface="Calibri" panose="020F0502020204030204" pitchFamily="34" charset="0"/>
                <a:ea typeface="+mn-ea"/>
                <a:cs typeface="Calibri" panose="020F0502020204030204" pitchFamily="34" charset="0"/>
              </a:rPr>
              <a:t>myPKFiT</a:t>
            </a:r>
            <a:r>
              <a:rPr kumimoji="0" lang="en-US" altLang="zh-CN" sz="1200" b="0" i="0" u="none" strike="noStrike" kern="1200" cap="none" spc="0" normalizeH="0" baseline="30000" noProof="0">
                <a:ln>
                  <a:noFill/>
                </a:ln>
                <a:solidFill>
                  <a:srgbClr val="003366"/>
                </a:solidFill>
                <a:effectLst/>
                <a:uLnTx/>
                <a:uFillTx/>
                <a:latin typeface="Calibri" panose="020F0502020204030204" pitchFamily="34" charset="0"/>
                <a:ea typeface="+mn-ea"/>
                <a:cs typeface="Calibri" panose="020F0502020204030204" pitchFamily="34" charset="0"/>
                <a:sym typeface="Symbol" panose="05050102010706020507" pitchFamily="18" charset="2"/>
              </a:rPr>
              <a:t> </a:t>
            </a:r>
            <a:r>
              <a:rPr kumimoji="0" lang="en-US" altLang="zh-CN" sz="1200" b="0" i="0" u="none" strike="noStrike" kern="120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sym typeface="Symbol" panose="05050102010706020507" pitchFamily="18" charset="2"/>
              </a:rPr>
              <a:t> (</a:t>
            </a:r>
            <a:r>
              <a:rPr kumimoji="0" lang="en-US" altLang="zh-CN" sz="1200" b="0" i="0" u="none" strike="noStrike" kern="120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Takeda</a:t>
            </a:r>
            <a:r>
              <a:rPr kumimoji="0" lang="en-US" altLang="zh-CN" sz="1200" b="0" i="0" u="none" strike="noStrike" kern="120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sym typeface="Symbol" panose="05050102010706020507" pitchFamily="18" charset="2"/>
              </a:rPr>
              <a:t>) </a:t>
            </a:r>
            <a:r>
              <a:rPr kumimoji="0" lang="en-US" altLang="zh-CN" sz="1200" b="0" i="0" u="none" strike="noStrike" kern="120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via Priority Review:</a:t>
            </a:r>
          </a:p>
          <a:p>
            <a:pPr marL="182880" marR="0" lvl="1" indent="-171450" algn="l" defTabSz="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NDA-s: before 15 Mar 2019</a:t>
            </a:r>
          </a:p>
          <a:p>
            <a:pPr marL="182880" marR="0" lvl="1" indent="-171450" algn="l" defTabSz="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NDA-a: 17 Nov 2020</a:t>
            </a:r>
          </a:p>
          <a:p>
            <a:pPr marR="0" algn="l"/>
            <a:endParaRPr lang="en-US" sz="1800" b="0" i="0" u="none" strike="noStrike" baseline="0">
              <a:latin typeface="Aeonik Light"/>
            </a:endParaRPr>
          </a:p>
          <a:p>
            <a:r>
              <a:rPr kumimoji="0" lang="en-US" altLang="zh-CN" sz="1200" b="0" i="0" u="none" strike="noStrike" kern="120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  </a:t>
            </a:r>
          </a:p>
          <a:p>
            <a:pPr marL="174708" indent="-174708">
              <a:buFont typeface="Arial" panose="020B0604020202020204" pitchFamily="34" charset="0"/>
              <a:buChar char="•"/>
            </a:pPr>
            <a:endParaRPr lang="zh-CN" alt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884833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lienbildplatzhalter 6">
            <a:extLst>
              <a:ext uri="{FF2B5EF4-FFF2-40B4-BE49-F238E27FC236}">
                <a16:creationId xmlns:a16="http://schemas.microsoft.com/office/drawing/2014/main" id="{9D30DC11-E462-277E-8FAA-23EBB3813AF4}"/>
              </a:ext>
            </a:extLst>
          </p:cNvPr>
          <p:cNvSpPr>
            <a:spLocks noGrp="1" noRot="1" noChangeAspect="1"/>
          </p:cNvSpPr>
          <p:nvPr>
            <p:ph type="sldImg"/>
          </p:nvPr>
        </p:nvSpPr>
        <p:spPr>
          <a:xfrm>
            <a:off x="476250" y="611188"/>
            <a:ext cx="5903913" cy="3321050"/>
          </a:xfrm>
        </p:spPr>
      </p:sp>
      <p:sp>
        <p:nvSpPr>
          <p:cNvPr id="8" name="Notizenplatzhalter 7">
            <a:extLst>
              <a:ext uri="{FF2B5EF4-FFF2-40B4-BE49-F238E27FC236}">
                <a16:creationId xmlns:a16="http://schemas.microsoft.com/office/drawing/2014/main" id="{A5149A69-06B1-D6F2-43F2-F8C1377CDF1B}"/>
              </a:ext>
            </a:extLst>
          </p:cNvPr>
          <p:cNvSpPr>
            <a:spLocks noGrp="1"/>
          </p:cNvSpPr>
          <p:nvPr>
            <p:ph type="body" idx="1"/>
          </p:nvPr>
        </p:nvSpPr>
        <p:spPr/>
        <p:txBody>
          <a:bodyPr/>
          <a:lstStyle/>
          <a:p>
            <a:endParaRPr lang="de-DE"/>
          </a:p>
        </p:txBody>
      </p:sp>
      <p:sp>
        <p:nvSpPr>
          <p:cNvPr id="9" name="Fußzeilenplatzhalter 3">
            <a:extLst>
              <a:ext uri="{FF2B5EF4-FFF2-40B4-BE49-F238E27FC236}">
                <a16:creationId xmlns:a16="http://schemas.microsoft.com/office/drawing/2014/main" id="{0FCB5869-2713-E5EF-AC9B-F673C182D45F}"/>
              </a:ext>
            </a:extLst>
          </p:cNvPr>
          <p:cNvSpPr>
            <a:spLocks noGrp="1"/>
          </p:cNvSpPr>
          <p:nvPr>
            <p:ph type="ftr" sz="quarter" idx="4"/>
          </p:nvPr>
        </p:nvSpPr>
        <p:spPr>
          <a:xfrm>
            <a:off x="483022" y="8640452"/>
            <a:ext cx="5148000" cy="216000"/>
          </a:xfrm>
        </p:spPr>
        <p:txBody>
          <a:bodyPr/>
          <a:lstStyle/>
          <a:p>
            <a:r>
              <a:rPr lang="en-US" sz="800">
                <a:solidFill>
                  <a:schemeClr val="bg2"/>
                </a:solidFill>
              </a:rPr>
              <a:t>Presentation title    |    ONLY FOR INTERNAL USE</a:t>
            </a:r>
          </a:p>
        </p:txBody>
      </p:sp>
      <p:sp>
        <p:nvSpPr>
          <p:cNvPr id="10" name="Foliennummernplatzhalter 4">
            <a:extLst>
              <a:ext uri="{FF2B5EF4-FFF2-40B4-BE49-F238E27FC236}">
                <a16:creationId xmlns:a16="http://schemas.microsoft.com/office/drawing/2014/main" id="{D8E4090B-BBBB-D2C6-63AB-1F0DAAFF4928}"/>
              </a:ext>
            </a:extLst>
          </p:cNvPr>
          <p:cNvSpPr>
            <a:spLocks noGrp="1"/>
          </p:cNvSpPr>
          <p:nvPr>
            <p:ph type="sldNum" sz="quarter" idx="5"/>
          </p:nvPr>
        </p:nvSpPr>
        <p:spPr>
          <a:xfrm>
            <a:off x="6026812" y="8640452"/>
            <a:ext cx="360040" cy="216000"/>
          </a:xfrm>
        </p:spPr>
        <p:txBody>
          <a:bodyPr/>
          <a:lstStyle/>
          <a:p>
            <a:fld id="{D388EF01-4040-4B6C-80FD-9D313BD6F632}" type="slidenum">
              <a:rPr lang="en-US" sz="800" smtClean="0">
                <a:solidFill>
                  <a:schemeClr val="bg2"/>
                </a:solidFill>
              </a:rPr>
              <a:pPr/>
              <a:t>16</a:t>
            </a:fld>
            <a:endParaRPr lang="en-US" sz="800">
              <a:solidFill>
                <a:schemeClr val="bg2"/>
              </a:solidFill>
            </a:endParaRPr>
          </a:p>
        </p:txBody>
      </p:sp>
    </p:spTree>
    <p:extLst>
      <p:ext uri="{BB962C8B-B14F-4D97-AF65-F5344CB8AC3E}">
        <p14:creationId xmlns:p14="http://schemas.microsoft.com/office/powerpoint/2010/main" val="32586416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rtl="0" fontAlgn="base">
              <a:buFont typeface="Arial" panose="020B0604020202020204" pitchFamily="34" charset="0"/>
              <a:buChar char="•"/>
            </a:pPr>
            <a:r>
              <a:rPr lang="en-US" altLang="zh-CN" sz="1800" b="0" i="0" u="none" strike="noStrike">
                <a:solidFill>
                  <a:srgbClr val="000000"/>
                </a:solidFill>
                <a:effectLst/>
                <a:latin typeface="Boehringer Forward Text" panose="02000500000000020000" pitchFamily="2" charset="0"/>
              </a:rPr>
              <a:t>Predefined </a:t>
            </a:r>
            <a:r>
              <a:rPr lang="en-US" altLang="zh-CN" sz="1800" b="0" i="0" u="none" strike="noStrike" err="1">
                <a:solidFill>
                  <a:srgbClr val="000000"/>
                </a:solidFill>
                <a:effectLst/>
                <a:latin typeface="Boehringer Forward Text" panose="02000500000000020000" pitchFamily="2" charset="0"/>
              </a:rPr>
              <a:t>PoCP</a:t>
            </a:r>
            <a:r>
              <a:rPr lang="en-US" altLang="zh-CN" sz="1800" b="0" i="0" u="none" strike="noStrike">
                <a:solidFill>
                  <a:srgbClr val="000000"/>
                </a:solidFill>
                <a:effectLst/>
                <a:latin typeface="Boehringer Forward Text" panose="02000500000000020000" pitchFamily="2" charset="0"/>
              </a:rPr>
              <a:t> criterion for aNrp-1 not met</a:t>
            </a:r>
            <a:r>
              <a:rPr lang="en-US" altLang="zh-CN" sz="1800" b="0" i="0">
                <a:solidFill>
                  <a:srgbClr val="808080"/>
                </a:solidFill>
                <a:effectLst/>
                <a:latin typeface="Boehringer Forward Text" panose="02000500000000020000" pitchFamily="2" charset="0"/>
              </a:rPr>
              <a:t>​</a:t>
            </a:r>
            <a:endParaRPr lang="en-US" altLang="zh-CN" b="0" i="0">
              <a:solidFill>
                <a:srgbClr val="000000"/>
              </a:solidFill>
              <a:effectLst/>
              <a:latin typeface="Arial" panose="020B0604020202020204" pitchFamily="34" charset="0"/>
            </a:endParaRPr>
          </a:p>
          <a:p>
            <a:pPr algn="l" rtl="0" fontAlgn="base">
              <a:buFont typeface="Arial" panose="020B0604020202020204" pitchFamily="34" charset="0"/>
              <a:buChar char="•"/>
            </a:pPr>
            <a:r>
              <a:rPr lang="en-US" altLang="zh-CN" sz="1800" b="0" i="0" u="none" strike="noStrike">
                <a:solidFill>
                  <a:srgbClr val="000000"/>
                </a:solidFill>
                <a:effectLst/>
                <a:latin typeface="Boehringer Forward Text" panose="02000500000000020000" pitchFamily="2" charset="0"/>
              </a:rPr>
              <a:t>Deep analysis of the data did not reveal any treatment impact on Retinal Non-Perfusion</a:t>
            </a:r>
            <a:r>
              <a:rPr lang="en-US" altLang="zh-CN" sz="1800" b="0" i="0">
                <a:solidFill>
                  <a:srgbClr val="808080"/>
                </a:solidFill>
                <a:effectLst/>
                <a:latin typeface="Boehringer Forward Text" panose="02000500000000020000" pitchFamily="2" charset="0"/>
              </a:rPr>
              <a:t>​</a:t>
            </a:r>
            <a:endParaRPr lang="en-US" altLang="zh-CN" b="0" i="0">
              <a:solidFill>
                <a:srgbClr val="000000"/>
              </a:solidFill>
              <a:effectLst/>
              <a:latin typeface="Arial" panose="020B0604020202020204" pitchFamily="34" charset="0"/>
            </a:endParaRPr>
          </a:p>
          <a:p>
            <a:pPr algn="l" rtl="0" fontAlgn="base">
              <a:buFont typeface="Arial" panose="020B0604020202020204" pitchFamily="34" charset="0"/>
              <a:buChar char="•"/>
            </a:pPr>
            <a:r>
              <a:rPr lang="en-US" altLang="zh-CN" sz="1800" b="0" i="0" u="none" strike="noStrike">
                <a:solidFill>
                  <a:srgbClr val="000000"/>
                </a:solidFill>
                <a:effectLst/>
                <a:latin typeface="Boehringer Forward Text" panose="02000500000000020000" pitchFamily="2" charset="0"/>
              </a:rPr>
              <a:t>Further activities for aNrp-1 in DR are not recommended</a:t>
            </a:r>
            <a:r>
              <a:rPr lang="en-US" altLang="zh-CN" sz="1800" b="0" i="0">
                <a:solidFill>
                  <a:srgbClr val="808080"/>
                </a:solidFill>
                <a:effectLst/>
                <a:latin typeface="Boehringer Forward Text" panose="02000500000000020000" pitchFamily="2" charset="0"/>
              </a:rPr>
              <a:t>​</a:t>
            </a:r>
            <a:endParaRPr lang="en-US" altLang="zh-CN" b="0" i="0">
              <a:solidFill>
                <a:srgbClr val="000000"/>
              </a:solidFill>
              <a:effectLst/>
              <a:latin typeface="Arial" panose="020B0604020202020204" pitchFamily="34" charset="0"/>
            </a:endParaRPr>
          </a:p>
          <a:p>
            <a:pPr algn="l" rtl="0" fontAlgn="base">
              <a:buFont typeface="Arial" panose="020B0604020202020204" pitchFamily="34" charset="0"/>
              <a:buChar char="•"/>
            </a:pPr>
            <a:r>
              <a:rPr lang="en-US" altLang="zh-CN" sz="1800" b="0" i="0" u="none" strike="noStrike">
                <a:solidFill>
                  <a:srgbClr val="000000"/>
                </a:solidFill>
                <a:effectLst/>
                <a:latin typeface="Boehringer Forward Text" panose="02000500000000020000" pitchFamily="2" charset="0"/>
              </a:rPr>
              <a:t>aNrp-1 did not show preclinically neuroprotective activity: no alternative development scenario in RH</a:t>
            </a:r>
            <a:r>
              <a:rPr lang="en-US" altLang="zh-CN" sz="1800" b="0" i="0">
                <a:solidFill>
                  <a:srgbClr val="808080"/>
                </a:solidFill>
                <a:effectLst/>
                <a:latin typeface="Boehringer Forward Text" panose="02000500000000020000" pitchFamily="2" charset="0"/>
              </a:rPr>
              <a:t>​</a:t>
            </a:r>
            <a:endParaRPr lang="en-US" altLang="zh-CN" b="0" i="0">
              <a:solidFill>
                <a:srgbClr val="000000"/>
              </a:solidFill>
              <a:effectLst/>
              <a:latin typeface="Arial" panose="020B0604020202020204" pitchFamily="34" charset="0"/>
            </a:endParaRP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48D0D97-DB3F-4E61-81F7-89017C080499}" type="slidenum">
              <a:rPr kumimoji="0" lang="zh-CN" altLang="en-US" sz="1200" b="0" i="0" u="none" strike="noStrike" kern="1200" cap="none" spc="0" normalizeH="0" baseline="0" noProof="0" smtClean="0">
                <a:ln>
                  <a:noFill/>
                </a:ln>
                <a:solidFill>
                  <a:prstClr val="black"/>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Calibri" panose="020F0502020204030204"/>
              <a:ea typeface="等线" panose="02010600030101010101" pitchFamily="2" charset="-122"/>
              <a:cs typeface="+mn-cs"/>
            </a:endParaRPr>
          </a:p>
        </p:txBody>
      </p:sp>
    </p:spTree>
    <p:extLst>
      <p:ext uri="{BB962C8B-B14F-4D97-AF65-F5344CB8AC3E}">
        <p14:creationId xmlns:p14="http://schemas.microsoft.com/office/powerpoint/2010/main" val="7667053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159C71B-2A29-4CCA-BE13-0B37E68B4CD3}"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8584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159C71B-2A29-4CCA-BE13-0B37E68B4CD3}"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55074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FE67DE-5FB7-4559-9814-A2C84A9247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404723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9FE67DE-5FB7-4559-9814-A2C84A92479C}"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764862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4708" indent="-174708">
              <a:buFont typeface="Arial" panose="020B0604020202020204" pitchFamily="34" charset="0"/>
              <a:buChar char="•"/>
            </a:pPr>
            <a:endParaRPr lang="zh-CN" alt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40BD463-D209-4FAB-A722-B2AFE81AC984}"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584220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8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3.png"/><Relationship Id="rId1" Type="http://schemas.openxmlformats.org/officeDocument/2006/relationships/slideMaster" Target="../slideMasters/slideMaster6.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6.xml"/><Relationship Id="rId5" Type="http://schemas.openxmlformats.org/officeDocument/2006/relationships/image" Target="../media/image21.svg"/><Relationship Id="rId4" Type="http://schemas.openxmlformats.org/officeDocument/2006/relationships/image" Target="../media/image20.png"/></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6.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6.xml"/><Relationship Id="rId6" Type="http://schemas.openxmlformats.org/officeDocument/2006/relationships/image" Target="../media/image26.png"/><Relationship Id="rId5" Type="http://schemas.openxmlformats.org/officeDocument/2006/relationships/image" Target="../media/image27.svg"/><Relationship Id="rId4" Type="http://schemas.openxmlformats.org/officeDocument/2006/relationships/image" Target="../media/image16.png"/></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6.xml"/><Relationship Id="rId6" Type="http://schemas.openxmlformats.org/officeDocument/2006/relationships/image" Target="../media/image26.png"/><Relationship Id="rId5" Type="http://schemas.openxmlformats.org/officeDocument/2006/relationships/image" Target="../media/image29.svg"/><Relationship Id="rId4" Type="http://schemas.openxmlformats.org/officeDocument/2006/relationships/image" Target="../media/image16.png"/></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6.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18.png"/><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6.xml"/><Relationship Id="rId4" Type="http://schemas.openxmlformats.org/officeDocument/2006/relationships/image" Target="../media/image26.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13.png"/><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6.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6.xml"/><Relationship Id="rId4" Type="http://schemas.openxmlformats.org/officeDocument/2006/relationships/image" Target="../media/image26.png"/></Relationships>
</file>

<file path=ppt/slideLayouts/_rels/slideLayout12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6.xml"/><Relationship Id="rId4" Type="http://schemas.openxmlformats.org/officeDocument/2006/relationships/image" Target="../media/image26.png"/></Relationships>
</file>

<file path=ppt/slideLayouts/_rels/slideLayout12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6.xml"/><Relationship Id="rId4" Type="http://schemas.openxmlformats.org/officeDocument/2006/relationships/image" Target="../media/image26.png"/></Relationships>
</file>

<file path=ppt/slideLayouts/_rels/slideLayout12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6.xml"/><Relationship Id="rId4" Type="http://schemas.openxmlformats.org/officeDocument/2006/relationships/image" Target="../media/image26.png"/></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6.xml"/><Relationship Id="rId4" Type="http://schemas.openxmlformats.org/officeDocument/2006/relationships/image" Target="../media/image26.png"/></Relationships>
</file>

<file path=ppt/slideLayouts/_rels/slideLayout12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6.xml"/><Relationship Id="rId4" Type="http://schemas.openxmlformats.org/officeDocument/2006/relationships/image" Target="../media/image26.png"/></Relationships>
</file>

<file path=ppt/slideLayouts/_rels/slideLayout12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6.xml"/><Relationship Id="rId4" Type="http://schemas.openxmlformats.org/officeDocument/2006/relationships/image" Target="../media/image26.png"/></Relationships>
</file>

<file path=ppt/slideLayouts/_rels/slideLayout12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6.xml"/><Relationship Id="rId4" Type="http://schemas.openxmlformats.org/officeDocument/2006/relationships/image" Target="../media/image26.png"/></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6.xml"/><Relationship Id="rId4" Type="http://schemas.openxmlformats.org/officeDocument/2006/relationships/image" Target="../media/image26.png"/></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png"/><Relationship Id="rId1" Type="http://schemas.openxmlformats.org/officeDocument/2006/relationships/slideMaster" Target="../slideMasters/slideMaster6.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6.xml"/></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jpeg"/><Relationship Id="rId1" Type="http://schemas.openxmlformats.org/officeDocument/2006/relationships/slideMaster" Target="../slideMasters/slideMaster6.xml"/><Relationship Id="rId4" Type="http://schemas.openxmlformats.org/officeDocument/2006/relationships/image" Target="../media/image34.emf"/></Relationships>
</file>

<file path=ppt/slideLayouts/_rels/slideLayout139.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jpeg"/><Relationship Id="rId1" Type="http://schemas.openxmlformats.org/officeDocument/2006/relationships/slideMaster" Target="../slideMasters/slideMaster6.xml"/><Relationship Id="rId4" Type="http://schemas.openxmlformats.org/officeDocument/2006/relationships/image" Target="../media/image34.emf"/></Relationships>
</file>

<file path=ppt/slideLayouts/_rels/slideLayout14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emf"/><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6.xml"/></Relationships>
</file>

<file path=ppt/slideLayouts/_rels/slideLayout14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6.xml"/></Relationships>
</file>

<file path=ppt/slideLayouts/_rels/slideLayout14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6.png"/><Relationship Id="rId1" Type="http://schemas.openxmlformats.org/officeDocument/2006/relationships/slideMaster" Target="../slideMasters/slideMaster7.xml"/><Relationship Id="rId4" Type="http://schemas.openxmlformats.org/officeDocument/2006/relationships/image" Target="../media/image42.png"/></Relationships>
</file>

<file path=ppt/slideLayouts/_rels/slideLayout146.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Master" Target="../slideMasters/slideMaster7.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7.xml"/></Relationships>
</file>

<file path=ppt/slideLayouts/_rels/slideLayout14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3.png"/><Relationship Id="rId1" Type="http://schemas.openxmlformats.org/officeDocument/2006/relationships/slideMaster" Target="../slideMasters/slideMaster8.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8.xml"/><Relationship Id="rId5" Type="http://schemas.openxmlformats.org/officeDocument/2006/relationships/image" Target="../media/image21.svg"/><Relationship Id="rId4" Type="http://schemas.openxmlformats.org/officeDocument/2006/relationships/image" Target="../media/image20.png"/></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8.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s>
</file>

<file path=ppt/slideLayouts/_rels/slideLayout15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8.xml"/><Relationship Id="rId6" Type="http://schemas.openxmlformats.org/officeDocument/2006/relationships/image" Target="../media/image26.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15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18.png"/><Relationship Id="rId1" Type="http://schemas.openxmlformats.org/officeDocument/2006/relationships/slideMaster" Target="../slideMasters/slideMaster8.xml"/><Relationship Id="rId6" Type="http://schemas.openxmlformats.org/officeDocument/2006/relationships/image" Target="../media/image26.png"/><Relationship Id="rId5" Type="http://schemas.openxmlformats.org/officeDocument/2006/relationships/image" Target="../media/image29.svg"/><Relationship Id="rId4" Type="http://schemas.openxmlformats.org/officeDocument/2006/relationships/image" Target="../media/image16.png"/></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4.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18.png"/><Relationship Id="rId1" Type="http://schemas.openxmlformats.org/officeDocument/2006/relationships/slideMaster" Target="../slideMasters/slideMaster8.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6.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18.png"/><Relationship Id="rId1" Type="http://schemas.openxmlformats.org/officeDocument/2006/relationships/slideMaster" Target="../slideMasters/slideMaster8.xml"/></Relationships>
</file>

<file path=ppt/slideLayouts/_rels/slideLayout157.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18.png"/><Relationship Id="rId1" Type="http://schemas.openxmlformats.org/officeDocument/2006/relationships/slideMaster" Target="../slideMasters/slideMaster8.xml"/><Relationship Id="rId4" Type="http://schemas.openxmlformats.org/officeDocument/2006/relationships/image" Target="../media/image26.png"/></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59.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18.png"/><Relationship Id="rId1" Type="http://schemas.openxmlformats.org/officeDocument/2006/relationships/slideMaster" Target="../slideMasters/slideMaster8.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3.png"/><Relationship Id="rId1" Type="http://schemas.openxmlformats.org/officeDocument/2006/relationships/slideMaster" Target="../slideMasters/slideMaster8.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18.png"/><Relationship Id="rId1" Type="http://schemas.openxmlformats.org/officeDocument/2006/relationships/slideMaster" Target="../slideMasters/slideMaster8.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6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16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8.xml"/></Relationships>
</file>

<file path=ppt/slideLayouts/_rels/slideLayout16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8.xml"/><Relationship Id="rId4" Type="http://schemas.openxmlformats.org/officeDocument/2006/relationships/image" Target="../media/image26.png"/></Relationships>
</file>

<file path=ppt/slideLayouts/_rels/slideLayout17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18.png"/><Relationship Id="rId1" Type="http://schemas.openxmlformats.org/officeDocument/2006/relationships/slideMaster" Target="../slideMasters/slideMaster8.xml"/><Relationship Id="rId4" Type="http://schemas.openxmlformats.org/officeDocument/2006/relationships/image" Target="../media/image26.png"/></Relationships>
</file>

<file path=ppt/slideLayouts/_rels/slideLayout17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18.png"/><Relationship Id="rId1" Type="http://schemas.openxmlformats.org/officeDocument/2006/relationships/slideMaster" Target="../slideMasters/slideMaster8.xml"/><Relationship Id="rId4" Type="http://schemas.openxmlformats.org/officeDocument/2006/relationships/image" Target="../media/image26.png"/></Relationships>
</file>

<file path=ppt/slideLayouts/_rels/slideLayout17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8.xml"/><Relationship Id="rId4" Type="http://schemas.openxmlformats.org/officeDocument/2006/relationships/image" Target="../media/image26.png"/></Relationships>
</file>

<file path=ppt/slideLayouts/_rels/slideLayout17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8.xml"/><Relationship Id="rId4" Type="http://schemas.openxmlformats.org/officeDocument/2006/relationships/image" Target="../media/image26.png"/></Relationships>
</file>

<file path=ppt/slideLayouts/_rels/slideLayout17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8.xml"/><Relationship Id="rId4" Type="http://schemas.openxmlformats.org/officeDocument/2006/relationships/image" Target="../media/image26.png"/></Relationships>
</file>

<file path=ppt/slideLayouts/_rels/slideLayout17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8.xml"/><Relationship Id="rId4" Type="http://schemas.openxmlformats.org/officeDocument/2006/relationships/image" Target="../media/image26.png"/></Relationships>
</file>

<file path=ppt/slideLayouts/_rels/slideLayout17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8.xml"/><Relationship Id="rId4" Type="http://schemas.openxmlformats.org/officeDocument/2006/relationships/image" Target="../media/image26.png"/></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79.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18.png"/><Relationship Id="rId1" Type="http://schemas.openxmlformats.org/officeDocument/2006/relationships/slideMaster" Target="../slideMasters/slideMaster8.xml"/><Relationship Id="rId4" Type="http://schemas.openxmlformats.org/officeDocument/2006/relationships/image" Target="../media/image26.png"/></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8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8.xml"/><Relationship Id="rId1" Type="http://schemas.openxmlformats.org/officeDocument/2006/relationships/tags" Target="../tags/tag2.xml"/><Relationship Id="rId5" Type="http://schemas.openxmlformats.org/officeDocument/2006/relationships/image" Target="../media/image39.png"/><Relationship Id="rId4" Type="http://schemas.openxmlformats.org/officeDocument/2006/relationships/image" Target="../media/image44.emf"/></Relationships>
</file>

<file path=ppt/slideLayouts/_rels/slideLayout18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Master" Target="../slideMasters/slideMaster8.xml"/></Relationships>
</file>

<file path=ppt/slideLayouts/_rels/slideLayout18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3.png"/><Relationship Id="rId1" Type="http://schemas.openxmlformats.org/officeDocument/2006/relationships/slideMaster" Target="../slideMasters/slideMaster9.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18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9.xml"/><Relationship Id="rId5" Type="http://schemas.openxmlformats.org/officeDocument/2006/relationships/image" Target="../media/image21.svg"/><Relationship Id="rId4" Type="http://schemas.openxmlformats.org/officeDocument/2006/relationships/image" Target="../media/image20.png"/></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9.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s>
</file>

<file path=ppt/slideLayouts/_rels/slideLayout186.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9.xml"/><Relationship Id="rId6" Type="http://schemas.openxmlformats.org/officeDocument/2006/relationships/image" Target="../media/image26.png"/><Relationship Id="rId5" Type="http://schemas.openxmlformats.org/officeDocument/2006/relationships/image" Target="../media/image27.svg"/><Relationship Id="rId4" Type="http://schemas.openxmlformats.org/officeDocument/2006/relationships/image" Target="../media/image16.png"/></Relationships>
</file>

<file path=ppt/slideLayouts/_rels/slideLayout18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9.xml"/><Relationship Id="rId6" Type="http://schemas.openxmlformats.org/officeDocument/2006/relationships/image" Target="../media/image26.png"/><Relationship Id="rId5" Type="http://schemas.openxmlformats.org/officeDocument/2006/relationships/image" Target="../media/image29.svg"/><Relationship Id="rId4" Type="http://schemas.openxmlformats.org/officeDocument/2006/relationships/image" Target="../media/image16.png"/></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9.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9.xml"/></Relationships>
</file>

<file path=ppt/slideLayouts/_rels/slideLayout19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9.xml"/><Relationship Id="rId4" Type="http://schemas.openxmlformats.org/officeDocument/2006/relationships/image" Target="../media/image26.png"/></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4.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9.xml"/></Relationships>
</file>

<file path=ppt/slideLayouts/_rels/slideLayout195.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13.png"/><Relationship Id="rId1" Type="http://schemas.openxmlformats.org/officeDocument/2006/relationships/slideMaster" Target="../slideMasters/slideMaster9.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9.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9.xml"/></Relationships>
</file>

<file path=ppt/slideLayouts/_rels/slideLayout20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9.xml"/></Relationships>
</file>

<file path=ppt/slideLayouts/_rels/slideLayout20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9.xml"/></Relationships>
</file>

<file path=ppt/slideLayouts/_rels/slideLayout20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9.xml"/><Relationship Id="rId4" Type="http://schemas.openxmlformats.org/officeDocument/2006/relationships/image" Target="../media/image26.png"/></Relationships>
</file>

<file path=ppt/slideLayouts/_rels/slideLayout205.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9.xml"/><Relationship Id="rId4" Type="http://schemas.openxmlformats.org/officeDocument/2006/relationships/image" Target="../media/image26.png"/></Relationships>
</file>

<file path=ppt/slideLayouts/_rels/slideLayout206.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9.xml"/><Relationship Id="rId4" Type="http://schemas.openxmlformats.org/officeDocument/2006/relationships/image" Target="../media/image26.png"/></Relationships>
</file>

<file path=ppt/slideLayouts/_rels/slideLayout20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9.xml"/><Relationship Id="rId4" Type="http://schemas.openxmlformats.org/officeDocument/2006/relationships/image" Target="../media/image26.png"/></Relationships>
</file>

<file path=ppt/slideLayouts/_rels/slideLayout20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9.xml"/><Relationship Id="rId4" Type="http://schemas.openxmlformats.org/officeDocument/2006/relationships/image" Target="../media/image26.png"/></Relationships>
</file>

<file path=ppt/slideLayouts/_rels/slideLayout20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9.xml"/><Relationship Id="rId4" Type="http://schemas.openxmlformats.org/officeDocument/2006/relationships/image" Target="../media/image26.png"/></Relationships>
</file>

<file path=ppt/slideLayouts/_rels/slideLayout21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9.xml"/><Relationship Id="rId4" Type="http://schemas.openxmlformats.org/officeDocument/2006/relationships/image" Target="../media/image26.png"/></Relationships>
</file>

<file path=ppt/slideLayouts/_rels/slideLayout21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9.xml"/><Relationship Id="rId4" Type="http://schemas.openxmlformats.org/officeDocument/2006/relationships/image" Target="../media/image26.png"/></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4.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9.xml"/><Relationship Id="rId4" Type="http://schemas.openxmlformats.org/officeDocument/2006/relationships/image" Target="../media/image26.png"/></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21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3.png"/><Relationship Id="rId1" Type="http://schemas.openxmlformats.org/officeDocument/2006/relationships/slideMaster" Target="../slideMasters/slideMaster10.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17.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0.xml"/><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1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0.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s>
</file>

<file path=ppt/slideLayouts/_rels/slideLayout21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0.xml"/><Relationship Id="rId6" Type="http://schemas.openxmlformats.org/officeDocument/2006/relationships/image" Target="../media/image26.png"/><Relationship Id="rId5" Type="http://schemas.openxmlformats.org/officeDocument/2006/relationships/image" Target="../media/image27.svg"/><Relationship Id="rId4" Type="http://schemas.openxmlformats.org/officeDocument/2006/relationships/image" Target="../media/image16.png"/></Relationships>
</file>

<file path=ppt/slideLayouts/_rels/slideLayout220.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10.xml"/><Relationship Id="rId6" Type="http://schemas.openxmlformats.org/officeDocument/2006/relationships/image" Target="../media/image26.png"/><Relationship Id="rId5" Type="http://schemas.openxmlformats.org/officeDocument/2006/relationships/image" Target="../media/image29.svg"/><Relationship Id="rId4" Type="http://schemas.openxmlformats.org/officeDocument/2006/relationships/image" Target="../media/image16.png"/></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10.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4.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18.png"/><Relationship Id="rId1" Type="http://schemas.openxmlformats.org/officeDocument/2006/relationships/slideMaster" Target="../slideMasters/slideMaster10.xml"/></Relationships>
</file>

<file path=ppt/slideLayouts/_rels/slideLayout225.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10.xml"/><Relationship Id="rId4" Type="http://schemas.openxmlformats.org/officeDocument/2006/relationships/image" Target="../media/image26.png"/></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2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10.xml"/></Relationships>
</file>

<file path=ppt/slideLayouts/_rels/slideLayout228.xml.rels><?xml version="1.0" encoding="UTF-8" standalone="yes"?>
<Relationships xmlns="http://schemas.openxmlformats.org/package/2006/relationships"><Relationship Id="rId3" Type="http://schemas.openxmlformats.org/officeDocument/2006/relationships/image" Target="../media/image31.svg"/><Relationship Id="rId2" Type="http://schemas.openxmlformats.org/officeDocument/2006/relationships/image" Target="../media/image13.png"/><Relationship Id="rId1" Type="http://schemas.openxmlformats.org/officeDocument/2006/relationships/slideMaster" Target="../slideMasters/slideMaster10.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0.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10.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0.xml"/></Relationships>
</file>

<file path=ppt/slideLayouts/_rels/slideLayout2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0.xml"/></Relationships>
</file>

<file path=ppt/slideLayouts/_rels/slideLayout23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0.xml"/></Relationships>
</file>

<file path=ppt/slideLayouts/_rels/slideLayout23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0.xml"/><Relationship Id="rId4" Type="http://schemas.openxmlformats.org/officeDocument/2006/relationships/image" Target="../media/image26.png"/></Relationships>
</file>

<file path=ppt/slideLayouts/_rels/slideLayout23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10.xml"/><Relationship Id="rId4" Type="http://schemas.openxmlformats.org/officeDocument/2006/relationships/image" Target="../media/image26.png"/></Relationships>
</file>

<file path=ppt/slideLayouts/_rels/slideLayout239.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10.xml"/><Relationship Id="rId4" Type="http://schemas.openxmlformats.org/officeDocument/2006/relationships/image" Target="../media/image26.png"/></Relationships>
</file>

<file path=ppt/slideLayouts/_rels/slideLayout24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0.xml"/><Relationship Id="rId4" Type="http://schemas.openxmlformats.org/officeDocument/2006/relationships/image" Target="../media/image26.png"/></Relationships>
</file>

<file path=ppt/slideLayouts/_rels/slideLayout24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0.xml"/><Relationship Id="rId4" Type="http://schemas.openxmlformats.org/officeDocument/2006/relationships/image" Target="../media/image26.png"/></Relationships>
</file>

<file path=ppt/slideLayouts/_rels/slideLayout24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0.xml"/><Relationship Id="rId4" Type="http://schemas.openxmlformats.org/officeDocument/2006/relationships/image" Target="../media/image26.png"/></Relationships>
</file>

<file path=ppt/slideLayouts/_rels/slideLayout24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0.xml"/><Relationship Id="rId4" Type="http://schemas.openxmlformats.org/officeDocument/2006/relationships/image" Target="../media/image26.png"/></Relationships>
</file>

<file path=ppt/slideLayouts/_rels/slideLayout24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0.xml"/><Relationship Id="rId4" Type="http://schemas.openxmlformats.org/officeDocument/2006/relationships/image" Target="../media/image26.png"/></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10.xml"/><Relationship Id="rId4" Type="http://schemas.openxmlformats.org/officeDocument/2006/relationships/image" Target="../media/image26.png"/></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4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10.xml"/></Relationships>
</file>

<file path=ppt/slideLayouts/_rels/slideLayout250.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png"/><Relationship Id="rId1" Type="http://schemas.openxmlformats.org/officeDocument/2006/relationships/slideMaster" Target="../slideMasters/slideMaster10.xml"/></Relationships>
</file>

<file path=ppt/slideLayouts/_rels/slideLayout2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0.xml"/></Relationships>
</file>

<file path=ppt/slideLayouts/_rels/slideLayout2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0.xml"/></Relationships>
</file>

<file path=ppt/slideLayouts/_rels/slideLayout25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0.xml"/></Relationships>
</file>

<file path=ppt/slideLayouts/_rels/slideLayout254.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jpeg"/><Relationship Id="rId1" Type="http://schemas.openxmlformats.org/officeDocument/2006/relationships/slideMaster" Target="../slideMasters/slideMaster10.xml"/><Relationship Id="rId4" Type="http://schemas.openxmlformats.org/officeDocument/2006/relationships/image" Target="../media/image34.emf"/></Relationships>
</file>

<file path=ppt/slideLayouts/_rels/slideLayout255.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jpeg"/><Relationship Id="rId1" Type="http://schemas.openxmlformats.org/officeDocument/2006/relationships/slideMaster" Target="../slideMasters/slideMaster10.xml"/><Relationship Id="rId4" Type="http://schemas.openxmlformats.org/officeDocument/2006/relationships/image" Target="../media/image34.emf"/></Relationships>
</file>

<file path=ppt/slideLayouts/_rels/slideLayout25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emf"/><Relationship Id="rId1" Type="http://schemas.openxmlformats.org/officeDocument/2006/relationships/slideMaster" Target="../slideMasters/slideMaster10.xml"/></Relationships>
</file>

<file path=ppt/slideLayouts/_rels/slideLayout25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0.xml"/></Relationships>
</file>

<file path=ppt/slideLayouts/_rels/slideLayout25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0.xml"/></Relationships>
</file>

<file path=ppt/slideLayouts/_rels/slideLayout25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0.xml"/></Relationships>
</file>

<file path=ppt/slideLayouts/_rels/slideLayout260.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10.xml"/></Relationships>
</file>

<file path=ppt/slideLayouts/_rels/slideLayout26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0.xml"/></Relationships>
</file>

<file path=ppt/slideLayouts/_rels/slideLayout26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Master" Target="../slideMasters/slideMaster10.xml"/></Relationships>
</file>

<file path=ppt/slideLayouts/_rels/slideLayout26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26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3.png"/><Relationship Id="rId1" Type="http://schemas.openxmlformats.org/officeDocument/2006/relationships/slideMaster" Target="../slideMasters/slideMaster11.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65.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1.xml"/><Relationship Id="rId5" Type="http://schemas.openxmlformats.org/officeDocument/2006/relationships/image" Target="../media/image21.svg"/><Relationship Id="rId4" Type="http://schemas.openxmlformats.org/officeDocument/2006/relationships/image" Target="../media/image20.png"/></Relationships>
</file>

<file path=ppt/slideLayouts/_rels/slideLayout26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1.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s>
</file>

<file path=ppt/slideLayouts/_rels/slideLayout26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1.xml"/><Relationship Id="rId6" Type="http://schemas.openxmlformats.org/officeDocument/2006/relationships/image" Target="../media/image26.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26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11.xml"/><Relationship Id="rId6" Type="http://schemas.openxmlformats.org/officeDocument/2006/relationships/image" Target="../media/image26.png"/><Relationship Id="rId5" Type="http://schemas.openxmlformats.org/officeDocument/2006/relationships/image" Target="../media/image29.svg"/><Relationship Id="rId4" Type="http://schemas.openxmlformats.org/officeDocument/2006/relationships/image" Target="../media/image16.png"/></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0.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11.xml"/></Relationships>
</file>

<file path=ppt/slideLayouts/_rels/slideLayout27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2.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11.xml"/></Relationships>
</file>

<file path=ppt/slideLayouts/_rels/slideLayout273.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11.xml"/><Relationship Id="rId4" Type="http://schemas.openxmlformats.org/officeDocument/2006/relationships/image" Target="../media/image26.png"/></Relationships>
</file>

<file path=ppt/slideLayouts/_rels/slideLayout27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5.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11.xml"/></Relationships>
</file>

<file path=ppt/slideLayouts/_rels/slideLayout27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3.png"/><Relationship Id="rId1" Type="http://schemas.openxmlformats.org/officeDocument/2006/relationships/slideMaster" Target="../slideMasters/slideMaster11.xml"/></Relationships>
</file>

<file path=ppt/slideLayouts/_rels/slideLayout277.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78.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11.xml"/></Relationships>
</file>

<file path=ppt/slideLayouts/_rels/slideLayout279.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8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1.xml"/></Relationships>
</file>

<file path=ppt/slideLayouts/_rels/slideLayout28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1.xml"/></Relationships>
</file>

<file path=ppt/slideLayouts/_rels/slideLayout28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1.xml"/></Relationships>
</file>

<file path=ppt/slideLayouts/_rels/slideLayout28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1.xml"/><Relationship Id="rId4" Type="http://schemas.openxmlformats.org/officeDocument/2006/relationships/image" Target="../media/image26.png"/></Relationships>
</file>

<file path=ppt/slideLayouts/_rels/slideLayout286.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11.xml"/><Relationship Id="rId4" Type="http://schemas.openxmlformats.org/officeDocument/2006/relationships/image" Target="../media/image26.png"/></Relationships>
</file>

<file path=ppt/slideLayouts/_rels/slideLayout287.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11.xml"/><Relationship Id="rId4" Type="http://schemas.openxmlformats.org/officeDocument/2006/relationships/image" Target="../media/image26.png"/></Relationships>
</file>

<file path=ppt/slideLayouts/_rels/slideLayout28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1.xml"/><Relationship Id="rId4" Type="http://schemas.openxmlformats.org/officeDocument/2006/relationships/image" Target="../media/image26.png"/></Relationships>
</file>

<file path=ppt/slideLayouts/_rels/slideLayout289.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1.xml"/><Relationship Id="rId4" Type="http://schemas.openxmlformats.org/officeDocument/2006/relationships/image" Target="../media/image26.png"/></Relationships>
</file>

<file path=ppt/slideLayouts/_rels/slideLayout29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1.xml"/><Relationship Id="rId4" Type="http://schemas.openxmlformats.org/officeDocument/2006/relationships/image" Target="../media/image26.png"/></Relationships>
</file>

<file path=ppt/slideLayouts/_rels/slideLayout29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1.xml"/><Relationship Id="rId4" Type="http://schemas.openxmlformats.org/officeDocument/2006/relationships/image" Target="../media/image26.png"/></Relationships>
</file>

<file path=ppt/slideLayouts/_rels/slideLayout292.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1.xml"/><Relationship Id="rId4" Type="http://schemas.openxmlformats.org/officeDocument/2006/relationships/image" Target="../media/image26.png"/></Relationships>
</file>

<file path=ppt/slideLayouts/_rels/slideLayout29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5.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18.png"/><Relationship Id="rId1" Type="http://schemas.openxmlformats.org/officeDocument/2006/relationships/slideMaster" Target="../slideMasters/slideMaster11.xml"/><Relationship Id="rId4" Type="http://schemas.openxmlformats.org/officeDocument/2006/relationships/image" Target="../media/image26.png"/></Relationships>
</file>

<file path=ppt/slideLayouts/_rels/slideLayout29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7.xml.rels><?xml version="1.0" encoding="UTF-8" standalone="yes"?>
<Relationships xmlns="http://schemas.openxmlformats.org/package/2006/relationships"><Relationship Id="rId3" Type="http://schemas.openxmlformats.org/officeDocument/2006/relationships/slideMaster" Target="../slideMasters/slideMaster11.xml"/><Relationship Id="rId2" Type="http://schemas.openxmlformats.org/officeDocument/2006/relationships/tags" Target="../tags/tag4.xml"/><Relationship Id="rId1" Type="http://schemas.openxmlformats.org/officeDocument/2006/relationships/tags" Target="../tags/tag3.xml"/><Relationship Id="rId5" Type="http://schemas.openxmlformats.org/officeDocument/2006/relationships/image" Target="../media/image47.emf"/><Relationship Id="rId4" Type="http://schemas.openxmlformats.org/officeDocument/2006/relationships/oleObject" Target="../embeddings/oleObject3.bin"/></Relationships>
</file>

<file path=ppt/slideLayouts/_rels/slideLayout298.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29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3.png"/><Relationship Id="rId1" Type="http://schemas.openxmlformats.org/officeDocument/2006/relationships/slideMaster" Target="../slideMasters/slideMaster12.xml"/><Relationship Id="rId5" Type="http://schemas.openxmlformats.org/officeDocument/2006/relationships/image" Target="../media/image17.svg"/><Relationship Id="rId4" Type="http://schemas.openxmlformats.org/officeDocument/2006/relationships/image" Target="../media/image16.png"/></Relationships>
</file>

<file path=ppt/slideLayouts/_rels/slideLayout300.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2.xml"/><Relationship Id="rId5" Type="http://schemas.openxmlformats.org/officeDocument/2006/relationships/image" Target="../media/image21.svg"/><Relationship Id="rId4" Type="http://schemas.openxmlformats.org/officeDocument/2006/relationships/image" Target="../media/image20.png"/></Relationships>
</file>

<file path=ppt/slideLayouts/_rels/slideLayout30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2.xml"/><Relationship Id="rId6" Type="http://schemas.openxmlformats.org/officeDocument/2006/relationships/image" Target="../media/image26.png"/><Relationship Id="rId5" Type="http://schemas.openxmlformats.org/officeDocument/2006/relationships/image" Target="../media/image25.svg"/><Relationship Id="rId4" Type="http://schemas.openxmlformats.org/officeDocument/2006/relationships/image" Target="../media/image24.png"/></Relationships>
</file>

<file path=ppt/slideLayouts/_rels/slideLayout302.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2.xml"/><Relationship Id="rId6" Type="http://schemas.openxmlformats.org/officeDocument/2006/relationships/image" Target="../media/image26.png"/><Relationship Id="rId5" Type="http://schemas.openxmlformats.org/officeDocument/2006/relationships/image" Target="../media/image17.svg"/><Relationship Id="rId4" Type="http://schemas.openxmlformats.org/officeDocument/2006/relationships/image" Target="../media/image16.png"/></Relationships>
</file>

<file path=ppt/slideLayouts/_rels/slideLayout30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18.png"/><Relationship Id="rId1" Type="http://schemas.openxmlformats.org/officeDocument/2006/relationships/slideMaster" Target="../slideMasters/slideMaster12.xml"/><Relationship Id="rId6" Type="http://schemas.openxmlformats.org/officeDocument/2006/relationships/image" Target="../media/image26.png"/><Relationship Id="rId5" Type="http://schemas.openxmlformats.org/officeDocument/2006/relationships/image" Target="../media/image29.svg"/><Relationship Id="rId4" Type="http://schemas.openxmlformats.org/officeDocument/2006/relationships/image" Target="../media/image16.png"/></Relationships>
</file>

<file path=ppt/slideLayouts/_rels/slideLayout30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5.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18.png"/><Relationship Id="rId1" Type="http://schemas.openxmlformats.org/officeDocument/2006/relationships/slideMaster" Target="../slideMasters/slideMaster12.xml"/></Relationships>
</file>

<file path=ppt/slideLayouts/_rels/slideLayout30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07.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18.png"/><Relationship Id="rId1" Type="http://schemas.openxmlformats.org/officeDocument/2006/relationships/slideMaster" Target="../slideMasters/slideMaster12.xml"/></Relationships>
</file>

<file path=ppt/slideLayouts/_rels/slideLayout308.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18.png"/><Relationship Id="rId1" Type="http://schemas.openxmlformats.org/officeDocument/2006/relationships/slideMaster" Target="../slideMasters/slideMaster12.xml"/><Relationship Id="rId4" Type="http://schemas.openxmlformats.org/officeDocument/2006/relationships/image" Target="../media/image26.png"/></Relationships>
</file>

<file path=ppt/slideLayouts/_rels/slideLayout30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18.png"/><Relationship Id="rId1" Type="http://schemas.openxmlformats.org/officeDocument/2006/relationships/slideMaster" Target="../slideMasters/slideMaster12.xml"/></Relationships>
</file>

<file path=ppt/slideLayouts/_rels/slideLayout31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3.png"/><Relationship Id="rId1" Type="http://schemas.openxmlformats.org/officeDocument/2006/relationships/slideMaster" Target="../slideMasters/slideMaster12.xml"/></Relationships>
</file>

<file path=ppt/slideLayouts/_rels/slideLayout3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3.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18.png"/><Relationship Id="rId1" Type="http://schemas.openxmlformats.org/officeDocument/2006/relationships/slideMaster" Target="../slideMasters/slideMaster12.xml"/></Relationships>
</file>

<file path=ppt/slideLayouts/_rels/slideLayout314.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5.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6.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2.xml"/></Relationships>
</file>

<file path=ppt/slideLayouts/_rels/slideLayout3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2.xml"/></Relationships>
</file>

<file path=ppt/slideLayouts/_rels/slideLayout319.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Master" Target="../slideMasters/slideMaster12.xml"/></Relationships>
</file>

<file path=ppt/slideLayouts/_rels/slideLayout320.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2.xml"/><Relationship Id="rId4" Type="http://schemas.openxmlformats.org/officeDocument/2006/relationships/image" Target="../media/image26.png"/></Relationships>
</file>

<file path=ppt/slideLayouts/_rels/slideLayout321.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18.png"/><Relationship Id="rId1" Type="http://schemas.openxmlformats.org/officeDocument/2006/relationships/slideMaster" Target="../slideMasters/slideMaster12.xml"/><Relationship Id="rId4" Type="http://schemas.openxmlformats.org/officeDocument/2006/relationships/image" Target="../media/image26.png"/></Relationships>
</file>

<file path=ppt/slideLayouts/_rels/slideLayout322.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18.png"/><Relationship Id="rId1" Type="http://schemas.openxmlformats.org/officeDocument/2006/relationships/slideMaster" Target="../slideMasters/slideMaster12.xml"/><Relationship Id="rId4" Type="http://schemas.openxmlformats.org/officeDocument/2006/relationships/image" Target="../media/image26.png"/></Relationships>
</file>

<file path=ppt/slideLayouts/_rels/slideLayout323.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2.xml"/><Relationship Id="rId4" Type="http://schemas.openxmlformats.org/officeDocument/2006/relationships/image" Target="../media/image26.png"/></Relationships>
</file>

<file path=ppt/slideLayouts/_rels/slideLayout324.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2.xml"/><Relationship Id="rId4" Type="http://schemas.openxmlformats.org/officeDocument/2006/relationships/image" Target="../media/image26.png"/></Relationships>
</file>

<file path=ppt/slideLayouts/_rels/slideLayout325.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2.xml"/><Relationship Id="rId4" Type="http://schemas.openxmlformats.org/officeDocument/2006/relationships/image" Target="../media/image26.png"/></Relationships>
</file>

<file path=ppt/slideLayouts/_rels/slideLayout326.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2.xml"/><Relationship Id="rId4" Type="http://schemas.openxmlformats.org/officeDocument/2006/relationships/image" Target="../media/image26.png"/></Relationships>
</file>

<file path=ppt/slideLayouts/_rels/slideLayout327.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Master" Target="../slideMasters/slideMaster12.xml"/><Relationship Id="rId4" Type="http://schemas.openxmlformats.org/officeDocument/2006/relationships/image" Target="../media/image26.png"/></Relationships>
</file>

<file path=ppt/slideLayouts/_rels/slideLayout328.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29.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0.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18.png"/><Relationship Id="rId1" Type="http://schemas.openxmlformats.org/officeDocument/2006/relationships/slideMaster" Target="../slideMasters/slideMaster12.xml"/><Relationship Id="rId4" Type="http://schemas.openxmlformats.org/officeDocument/2006/relationships/image" Target="../media/image26.png"/></Relationships>
</file>

<file path=ppt/slideLayouts/_rels/slideLayout33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33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2.xml"/></Relationships>
</file>

<file path=ppt/slideLayouts/_rels/slideLayout334.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2.xml"/></Relationships>
</file>

<file path=ppt/slideLayouts/_rels/slideLayout335.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48.png"/><Relationship Id="rId1" Type="http://schemas.openxmlformats.org/officeDocument/2006/relationships/slideMaster" Target="../slideMasters/slideMaster12.xml"/><Relationship Id="rId4" Type="http://schemas.openxmlformats.org/officeDocument/2006/relationships/image" Target="../media/image49.emf"/></Relationships>
</file>

<file path=ppt/slideLayouts/_rels/slideLayout33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pic>
        <p:nvPicPr>
          <p:cNvPr id="1026"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26262" y="5889117"/>
            <a:ext cx="1679601" cy="508800"/>
          </a:xfrm>
          <a:prstGeom prst="rect">
            <a:avLst/>
          </a:prstGeom>
        </p:spPr>
      </p:pic>
      <p:cxnSp>
        <p:nvCxnSpPr>
          <p:cNvPr id="24" name="Gerade Verbindung 23"/>
          <p:cNvCxnSpPr/>
          <p:nvPr/>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4" y="2654884"/>
            <a:ext cx="7845825" cy="738664"/>
          </a:xfrm>
        </p:spPr>
        <p:txBody>
          <a:bodyPr wrap="square" lIns="0">
            <a:spAutoFit/>
          </a:bodyPr>
          <a:lstStyle>
            <a:lvl1pPr>
              <a:defRPr sz="48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490102" y="4763671"/>
            <a:ext cx="7845825" cy="369332"/>
          </a:xfrm>
        </p:spPr>
        <p:txBody>
          <a:bodyPr wrap="square">
            <a:spAutoFit/>
          </a:bodyPr>
          <a:lstStyle>
            <a:lvl1pPr marL="0" indent="0" algn="l">
              <a:buNone/>
              <a:defRPr sz="2400">
                <a:solidFill>
                  <a:srgbClr val="003366"/>
                </a:solidFill>
                <a:latin typeface="BISansCond" panose="02000006050000020004"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0" name="Gerade Verbindung 9"/>
          <p:cNvCxnSpPr/>
          <p:nvPr/>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94206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page_02">
    <p:spTree>
      <p:nvGrpSpPr>
        <p:cNvPr id="1" name=""/>
        <p:cNvGrpSpPr/>
        <p:nvPr/>
      </p:nvGrpSpPr>
      <p:grpSpPr>
        <a:xfrm>
          <a:off x="0" y="0"/>
          <a:ext cx="0" cy="0"/>
          <a:chOff x="0" y="0"/>
          <a:chExt cx="0" cy="0"/>
        </a:xfrm>
      </p:grpSpPr>
      <p:sp>
        <p:nvSpPr>
          <p:cNvPr id="13" name="Rechteck 12"/>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pic>
        <p:nvPicPr>
          <p:cNvPr id="14" name="Picture 2"/>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2" name="Grafik 21"/>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10026262" y="5889117"/>
            <a:ext cx="1679601" cy="508800"/>
          </a:xfrm>
          <a:prstGeom prst="rect">
            <a:avLst/>
          </a:prstGeom>
        </p:spPr>
      </p:pic>
      <p:cxnSp>
        <p:nvCxnSpPr>
          <p:cNvPr id="24" name="Gerade Verbindung 23"/>
          <p:cNvCxnSpPr/>
          <p:nvPr/>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1" y="2654884"/>
            <a:ext cx="7166475" cy="738664"/>
          </a:xfrm>
        </p:spPr>
        <p:txBody>
          <a:bodyPr wrap="square">
            <a:spAutoFit/>
          </a:bodyPr>
          <a:lstStyle>
            <a:lvl1pPr>
              <a:defRPr sz="48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490101" y="4763671"/>
            <a:ext cx="7166475" cy="369332"/>
          </a:xfrm>
        </p:spPr>
        <p:txBody>
          <a:bodyPr wrap="square">
            <a:spAutoFit/>
          </a:bodyPr>
          <a:lstStyle>
            <a:lvl1pPr marL="0" indent="0" algn="l">
              <a:buNone/>
              <a:defRPr sz="2400">
                <a:solidFill>
                  <a:srgbClr val="003366"/>
                </a:solidFill>
                <a:latin typeface="BISansCond" panose="02000006050000020004"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1" name="Gerade Verbindung 10"/>
          <p:cNvCxnSpPr/>
          <p:nvPr/>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7724524" y="372716"/>
            <a:ext cx="3014400" cy="30144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3000" dirty="0">
                <a:solidFill>
                  <a:schemeClr val="bg1"/>
                </a:solidFill>
                <a:latin typeface="+mj-lt"/>
              </a:defRPr>
            </a:lvl1pPr>
          </a:lstStyle>
          <a:p>
            <a:pPr marL="0" lvl="0" algn="ctr"/>
            <a:r>
              <a:rPr lang="en-GB" noProof="0"/>
              <a:t>Add. info [font size variable]</a:t>
            </a:r>
          </a:p>
        </p:txBody>
      </p:sp>
    </p:spTree>
    <p:extLst>
      <p:ext uri="{BB962C8B-B14F-4D97-AF65-F5344CB8AC3E}">
        <p14:creationId xmlns:p14="http://schemas.microsoft.com/office/powerpoint/2010/main" val="554491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title_01">
    <p:spTree>
      <p:nvGrpSpPr>
        <p:cNvPr id="1" name=""/>
        <p:cNvGrpSpPr/>
        <p:nvPr/>
      </p:nvGrpSpPr>
      <p:grpSpPr>
        <a:xfrm>
          <a:off x="0" y="0"/>
          <a:ext cx="0" cy="0"/>
          <a:chOff x="0" y="0"/>
          <a:chExt cx="0" cy="0"/>
        </a:xfrm>
      </p:grpSpPr>
      <p:sp>
        <p:nvSpPr>
          <p:cNvPr id="13" name="Rechteck 12"/>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26262"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469105" y="3718148"/>
            <a:ext cx="5412315"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0" name="Gerade Verbindung 9"/>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24228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26262"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469105" y="3718148"/>
            <a:ext cx="5412315"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0" name="Gerade Verbindung 9"/>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a:solidFill>
                  <a:srgbClr val="003366"/>
                </a:solidFill>
                <a:latin typeface="BISansCond" panose="02000006050000020004" pitchFamily="2" charset="0"/>
              </a:defRPr>
            </a:lvl1pPr>
          </a:lstStyle>
          <a:p>
            <a:pPr lvl="0"/>
            <a:r>
              <a:rPr lang="zh-CN" altLang="en-US" noProof="0"/>
              <a:t>单击此处编辑母版文本样式</a:t>
            </a:r>
          </a:p>
        </p:txBody>
      </p:sp>
    </p:spTree>
    <p:extLst>
      <p:ext uri="{BB962C8B-B14F-4D97-AF65-F5344CB8AC3E}">
        <p14:creationId xmlns:p14="http://schemas.microsoft.com/office/powerpoint/2010/main" val="39716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noProof="0"/>
          </a:p>
        </p:txBody>
      </p: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0026262" y="5889117"/>
            <a:ext cx="1679601" cy="508800"/>
          </a:xfrm>
          <a:prstGeom prst="rect">
            <a:avLst/>
          </a:prstGeom>
        </p:spPr>
      </p:pic>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zh-CN" altLang="en-US" noProof="0"/>
              <a:t>单击此处编辑母版文本样式</a:t>
            </a:r>
          </a:p>
        </p:txBody>
      </p:sp>
      <p:sp>
        <p:nvSpPr>
          <p:cNvPr id="20" name="Textplatzhalter 18"/>
          <p:cNvSpPr>
            <a:spLocks noGrp="1"/>
          </p:cNvSpPr>
          <p:nvPr>
            <p:ph type="body" sz="quarter" idx="12"/>
          </p:nvPr>
        </p:nvSpPr>
        <p:spPr>
          <a:xfrm>
            <a:off x="469105" y="3718148"/>
            <a:ext cx="3939523"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zh-CN" altLang="en-US" noProof="0"/>
              <a:t>单击此处编辑母版文本样式</a:t>
            </a:r>
          </a:p>
        </p:txBody>
      </p:sp>
      <p:cxnSp>
        <p:nvCxnSpPr>
          <p:cNvPr id="13" name="Gerade Verbindung 12"/>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a:solidFill>
                  <a:srgbClr val="003366"/>
                </a:solidFill>
                <a:latin typeface="BISansCond" panose="02000006050000020004" pitchFamily="2" charset="0"/>
              </a:defRPr>
            </a:lvl1pPr>
          </a:lstStyle>
          <a:p>
            <a:pPr lvl="0"/>
            <a:r>
              <a:rPr lang="zh-CN" altLang="en-US" noProof="0"/>
              <a:t>单击此处编辑母版文本样式</a:t>
            </a:r>
          </a:p>
        </p:txBody>
      </p:sp>
      <p:sp>
        <p:nvSpPr>
          <p:cNvPr id="23" name="Bildplatzhalter 22"/>
          <p:cNvSpPr>
            <a:spLocks noGrp="1"/>
          </p:cNvSpPr>
          <p:nvPr>
            <p:ph type="pic" sz="quarter" idx="13"/>
          </p:nvPr>
        </p:nvSpPr>
        <p:spPr>
          <a:xfrm>
            <a:off x="4478891" y="3123733"/>
            <a:ext cx="3014400" cy="3014400"/>
          </a:xfrm>
          <a:prstGeom prst="ellipse">
            <a:avLst/>
          </a:prstGeom>
        </p:spPr>
        <p:txBody>
          <a:bodyPr/>
          <a:lstStyle>
            <a:lvl1pPr marL="0" indent="0">
              <a:buNone/>
              <a:defRPr sz="900"/>
            </a:lvl1pPr>
          </a:lstStyle>
          <a:p>
            <a:r>
              <a:rPr lang="zh-CN" altLang="en-US" noProof="0"/>
              <a:t>单击图标添加图片</a:t>
            </a:r>
            <a:endParaRPr lang="en-GB" noProof="0"/>
          </a:p>
        </p:txBody>
      </p:sp>
    </p:spTree>
    <p:extLst>
      <p:ext uri="{BB962C8B-B14F-4D97-AF65-F5344CB8AC3E}">
        <p14:creationId xmlns:p14="http://schemas.microsoft.com/office/powerpoint/2010/main" val="427713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tandard page_01">
    <p:spTree>
      <p:nvGrpSpPr>
        <p:cNvPr id="1" name=""/>
        <p:cNvGrpSpPr/>
        <p:nvPr/>
      </p:nvGrpSpPr>
      <p:grpSpPr>
        <a:xfrm>
          <a:off x="0" y="0"/>
          <a:ext cx="0" cy="0"/>
          <a:chOff x="0" y="0"/>
          <a:chExt cx="0" cy="0"/>
        </a:xfrm>
      </p:grpSpPr>
      <p:sp>
        <p:nvSpPr>
          <p:cNvPr id="9" name="Rechteck 8"/>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pic>
        <p:nvPicPr>
          <p:cNvPr id="7" name="Grafik 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530820CF-B880-4189-942D-D702A7CBA730}" type="datetimeFigureOut">
              <a:rPr lang="zh-CN" altLang="en-US" smtClean="0"/>
              <a:t>2025/7/23</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3815963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tandard page_02">
    <p:spTree>
      <p:nvGrpSpPr>
        <p:cNvPr id="1" name=""/>
        <p:cNvGrpSpPr/>
        <p:nvPr/>
      </p:nvGrpSpPr>
      <p:grpSpPr>
        <a:xfrm>
          <a:off x="0" y="0"/>
          <a:ext cx="0" cy="0"/>
          <a:chOff x="0" y="0"/>
          <a:chExt cx="0" cy="0"/>
        </a:xfrm>
      </p:grpSpPr>
      <p:sp>
        <p:nvSpPr>
          <p:cNvPr id="11" name="Rechteck 10"/>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pic>
        <p:nvPicPr>
          <p:cNvPr id="9" name="Grafik 8"/>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530820CF-B880-4189-942D-D702A7CBA730}" type="datetimeFigureOut">
              <a:rPr lang="zh-CN" altLang="en-US" smtClean="0"/>
              <a:t>2025/7/23</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a:xfrm>
            <a:off x="490100" y="104583"/>
            <a:ext cx="11211800" cy="553998"/>
          </a:xfrm>
        </p:spPr>
        <p:txBody>
          <a:bodyPr/>
          <a:lstStyle>
            <a:lvl1pPr>
              <a:defRPr sz="3600"/>
            </a:lvl1pPr>
          </a:lstStyle>
          <a:p>
            <a:r>
              <a:rPr lang="zh-CN" altLang="en-US" noProof="0"/>
              <a:t>单击此处编辑母版标题样式</a:t>
            </a:r>
            <a:endParaRPr lang="en-GB" noProof="0"/>
          </a:p>
        </p:txBody>
      </p:sp>
    </p:spTree>
    <p:extLst>
      <p:ext uri="{BB962C8B-B14F-4D97-AF65-F5344CB8AC3E}">
        <p14:creationId xmlns:p14="http://schemas.microsoft.com/office/powerpoint/2010/main" val="3416266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tandard page_03">
    <p:spTree>
      <p:nvGrpSpPr>
        <p:cNvPr id="1" name=""/>
        <p:cNvGrpSpPr/>
        <p:nvPr/>
      </p:nvGrpSpPr>
      <p:grpSpPr>
        <a:xfrm>
          <a:off x="0" y="0"/>
          <a:ext cx="0" cy="0"/>
          <a:chOff x="0" y="0"/>
          <a:chExt cx="0" cy="0"/>
        </a:xfrm>
      </p:grpSpPr>
      <p:sp>
        <p:nvSpPr>
          <p:cNvPr id="12" name="Rechteck 11"/>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
        <p:nvSpPr>
          <p:cNvPr id="4" name="Titel 3"/>
          <p:cNvSpPr>
            <a:spLocks noGrp="1"/>
          </p:cNvSpPr>
          <p:nvPr>
            <p:ph type="title"/>
          </p:nvPr>
        </p:nvSpPr>
        <p:spPr/>
        <p:txBody>
          <a:bodyPr/>
          <a:lstStyle/>
          <a:p>
            <a:r>
              <a:rPr lang="zh-CN" altLang="en-US" noProof="0"/>
              <a:t>单击此处编辑母版标题样式</a:t>
            </a:r>
            <a:endParaRPr lang="en-GB" noProof="0"/>
          </a:p>
        </p:txBody>
      </p:sp>
      <p:sp>
        <p:nvSpPr>
          <p:cNvPr id="6" name="Datumsplatzhalter 5"/>
          <p:cNvSpPr>
            <a:spLocks noGrp="1"/>
          </p:cNvSpPr>
          <p:nvPr>
            <p:ph type="dt" sz="half" idx="10"/>
          </p:nvPr>
        </p:nvSpPr>
        <p:spPr/>
        <p:txBody>
          <a:bodyPr/>
          <a:lstStyle/>
          <a:p>
            <a:fld id="{530820CF-B880-4189-942D-D702A7CBA730}" type="datetimeFigureOut">
              <a:rPr lang="zh-CN" altLang="en-US" smtClean="0"/>
              <a:t>2025/7/23</a:t>
            </a:fld>
            <a:endParaRPr lang="zh-CN" altLang="en-US"/>
          </a:p>
        </p:txBody>
      </p:sp>
      <p:sp>
        <p:nvSpPr>
          <p:cNvPr id="7" name="Fußzeilenplatzhalter 6"/>
          <p:cNvSpPr>
            <a:spLocks noGrp="1"/>
          </p:cNvSpPr>
          <p:nvPr>
            <p:ph type="ftr" sz="quarter" idx="11"/>
          </p:nvPr>
        </p:nvSpPr>
        <p:spPr/>
        <p:txBody>
          <a:bodyPr/>
          <a:lstStyle/>
          <a:p>
            <a:endParaRPr lang="zh-CN" altLang="en-US"/>
          </a:p>
        </p:txBody>
      </p:sp>
      <p:sp>
        <p:nvSpPr>
          <p:cNvPr id="8" name="Foliennummernplatzhalter 7"/>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4900191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tandard page_04">
    <p:spTree>
      <p:nvGrpSpPr>
        <p:cNvPr id="1" name=""/>
        <p:cNvGrpSpPr/>
        <p:nvPr/>
      </p:nvGrpSpPr>
      <p:grpSpPr>
        <a:xfrm>
          <a:off x="0" y="0"/>
          <a:ext cx="0" cy="0"/>
          <a:chOff x="0" y="0"/>
          <a:chExt cx="0" cy="0"/>
        </a:xfrm>
      </p:grpSpPr>
      <p:sp>
        <p:nvSpPr>
          <p:cNvPr id="12" name="Rechteck 11"/>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
        <p:nvSpPr>
          <p:cNvPr id="14" name="Inhaltsplatzhalter 2"/>
          <p:cNvSpPr>
            <a:spLocks noGrp="1"/>
          </p:cNvSpPr>
          <p:nvPr>
            <p:ph idx="1"/>
          </p:nvPr>
        </p:nvSpPr>
        <p:spPr>
          <a:xfrm>
            <a:off x="2362101" y="1600204"/>
            <a:ext cx="7488001" cy="4525963"/>
          </a:xfrm>
        </p:spPr>
        <p:txBody>
          <a:bodyPr/>
          <a:lstStyle>
            <a:lvl1pPr marL="0" indent="0">
              <a:spcBef>
                <a:spcPts val="600"/>
              </a:spcBef>
              <a:buNone/>
              <a:defRPr/>
            </a:lvl1pPr>
            <a:lvl2pPr marL="182563" indent="-182563">
              <a:spcBef>
                <a:spcPts val="600"/>
              </a:spcBef>
              <a:buFont typeface="BISans" panose="02000503040000020004" pitchFamily="2" charset="0"/>
              <a:buChar char="•"/>
              <a:defRPr/>
            </a:lvl2pPr>
            <a:lvl3pPr marL="358775" indent="-176213">
              <a:buFont typeface="Arial" panose="020B0604020202020204" pitchFamily="34" charset="0"/>
              <a:buChar char="–"/>
              <a:defRPr/>
            </a:lvl3pPr>
          </a:lstStyle>
          <a:p>
            <a:pPr lvl="0"/>
            <a:r>
              <a:rPr lang="zh-CN" altLang="en-US" noProof="0"/>
              <a:t>单击此处编辑母版文本样式</a:t>
            </a:r>
          </a:p>
          <a:p>
            <a:pPr lvl="1"/>
            <a:r>
              <a:rPr lang="zh-CN" altLang="en-US" noProof="0"/>
              <a:t>第二级</a:t>
            </a:r>
          </a:p>
          <a:p>
            <a:pPr lvl="2"/>
            <a:r>
              <a:rPr lang="zh-CN" altLang="en-US" noProof="0"/>
              <a:t>第三级</a:t>
            </a:r>
          </a:p>
        </p:txBody>
      </p:sp>
      <p:sp>
        <p:nvSpPr>
          <p:cNvPr id="3" name="Datumsplatzhalter 2"/>
          <p:cNvSpPr>
            <a:spLocks noGrp="1"/>
          </p:cNvSpPr>
          <p:nvPr>
            <p:ph type="dt" sz="half" idx="10"/>
          </p:nvPr>
        </p:nvSpPr>
        <p:spPr/>
        <p:txBody>
          <a:bodyPr/>
          <a:lstStyle/>
          <a:p>
            <a:fld id="{530820CF-B880-4189-942D-D702A7CBA730}" type="datetimeFigureOut">
              <a:rPr lang="zh-CN" altLang="en-US" smtClean="0"/>
              <a:t>2025/7/23</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Titel 6"/>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18646144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Diagram slide_01">
    <p:spTree>
      <p:nvGrpSpPr>
        <p:cNvPr id="1" name=""/>
        <p:cNvGrpSpPr/>
        <p:nvPr/>
      </p:nvGrpSpPr>
      <p:grpSpPr>
        <a:xfrm>
          <a:off x="0" y="0"/>
          <a:ext cx="0" cy="0"/>
          <a:chOff x="0" y="0"/>
          <a:chExt cx="0" cy="0"/>
        </a:xfrm>
      </p:grpSpPr>
      <p:sp>
        <p:nvSpPr>
          <p:cNvPr id="14" name="Rechteck 13"/>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15" name="Rechteck 14"/>
          <p:cNvSpPr/>
          <p:nvPr/>
        </p:nvSpPr>
        <p:spPr>
          <a:xfrm>
            <a:off x="0" y="1380790"/>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a:xfrm>
            <a:off x="490103" y="1600202"/>
            <a:ext cx="3912567" cy="3710092"/>
          </a:xfrm>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1" name="Grafik 1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
        <p:nvSpPr>
          <p:cNvPr id="4" name="Datumsplatzhalter 3"/>
          <p:cNvSpPr>
            <a:spLocks noGrp="1"/>
          </p:cNvSpPr>
          <p:nvPr>
            <p:ph type="dt" sz="half" idx="10"/>
          </p:nvPr>
        </p:nvSpPr>
        <p:spPr/>
        <p:txBody>
          <a:bodyPr/>
          <a:lstStyle/>
          <a:p>
            <a:fld id="{530820CF-B880-4189-942D-D702A7CBA730}" type="datetimeFigureOut">
              <a:rPr lang="zh-CN" altLang="en-US" smtClean="0"/>
              <a:t>2025/7/23</a:t>
            </a:fld>
            <a:endParaRPr lang="zh-CN" altLang="en-US"/>
          </a:p>
        </p:txBody>
      </p:sp>
      <p:sp>
        <p:nvSpPr>
          <p:cNvPr id="6" name="Fußzeilenplatzhalter 5"/>
          <p:cNvSpPr>
            <a:spLocks noGrp="1"/>
          </p:cNvSpPr>
          <p:nvPr>
            <p:ph type="ftr" sz="quarter" idx="11"/>
          </p:nvPr>
        </p:nvSpPr>
        <p:spPr/>
        <p:txBody>
          <a:bodyPr/>
          <a:lstStyle/>
          <a:p>
            <a:endParaRPr lang="zh-CN" altLang="en-US"/>
          </a:p>
        </p:txBody>
      </p:sp>
      <p:sp>
        <p:nvSpPr>
          <p:cNvPr id="7" name="Foliennummernplatzhalt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17567715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ext slide_01">
    <p:spTree>
      <p:nvGrpSpPr>
        <p:cNvPr id="1" name=""/>
        <p:cNvGrpSpPr/>
        <p:nvPr/>
      </p:nvGrpSpPr>
      <p:grpSpPr>
        <a:xfrm>
          <a:off x="0" y="0"/>
          <a:ext cx="0" cy="0"/>
          <a:chOff x="0" y="0"/>
          <a:chExt cx="0" cy="0"/>
        </a:xfrm>
      </p:grpSpPr>
      <p:sp>
        <p:nvSpPr>
          <p:cNvPr id="12" name="Rechteck 11"/>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3" name="Inhaltsplatzhalter 2"/>
          <p:cNvSpPr>
            <a:spLocks noGrp="1"/>
          </p:cNvSpPr>
          <p:nvPr>
            <p:ph idx="1"/>
          </p:nvPr>
        </p:nvSpPr>
        <p:spPr>
          <a:xfrm>
            <a:off x="2362103" y="1935251"/>
            <a:ext cx="6754212" cy="1231106"/>
          </a:xfrm>
        </p:spPr>
        <p:txBody>
          <a:bodyPr>
            <a:spAutoFit/>
          </a:bodyPr>
          <a:lstStyle>
            <a:lvl1pPr>
              <a:defRPr sz="1600"/>
            </a:lvl1pPr>
            <a:lvl2pPr>
              <a:defRPr sz="1600"/>
            </a:lvl2pPr>
            <a:lvl3pPr>
              <a:defRPr sz="1600"/>
            </a:lvl3pPr>
            <a:lvl4pPr>
              <a:defRPr sz="1600"/>
            </a:lvl4pPr>
            <a:lvl5pPr>
              <a:defRPr sz="1600"/>
            </a:lvl5p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15" name="Textplatzhalter 4"/>
          <p:cNvSpPr>
            <a:spLocks noGrp="1"/>
          </p:cNvSpPr>
          <p:nvPr>
            <p:ph type="body" sz="quarter" idx="10" hasCustomPrompt="1"/>
          </p:nvPr>
        </p:nvSpPr>
        <p:spPr>
          <a:xfrm>
            <a:off x="-226475" y="1038415"/>
            <a:ext cx="2318400" cy="23184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000" dirty="0" smtClean="0">
                <a:solidFill>
                  <a:schemeClr val="bg1"/>
                </a:solidFill>
                <a:latin typeface="+mj-lt"/>
              </a:defRPr>
            </a:lvl1pPr>
          </a:lstStyle>
          <a:p>
            <a:pPr marL="0" lvl="0" algn="ctr"/>
            <a:r>
              <a:rPr lang="en-GB" noProof="0"/>
              <a:t>Add. info [font size variable]</a:t>
            </a:r>
          </a:p>
        </p:txBody>
      </p:sp>
      <p:cxnSp>
        <p:nvCxnSpPr>
          <p:cNvPr id="6" name="Gerade Verbindung 5"/>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2025/7/23</a:t>
            </a:fld>
            <a:endParaRPr lang="zh-CN" altLang="en-US"/>
          </a:p>
        </p:txBody>
      </p:sp>
      <p:sp>
        <p:nvSpPr>
          <p:cNvPr id="5" name="Fußzeilenplatzhalter 4"/>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8" name="Titel 7"/>
          <p:cNvSpPr>
            <a:spLocks noGrp="1"/>
          </p:cNvSpPr>
          <p:nvPr>
            <p:ph type="title"/>
          </p:nvPr>
        </p:nvSpPr>
        <p:spPr>
          <a:xfrm>
            <a:off x="2362100" y="879872"/>
            <a:ext cx="6754213" cy="369332"/>
          </a:xfrm>
        </p:spPr>
        <p:txBody>
          <a:bodyPr/>
          <a:lstStyle/>
          <a:p>
            <a:r>
              <a:rPr lang="zh-CN" altLang="en-US" noProof="0"/>
              <a:t>单击此处编辑母版标题样式</a:t>
            </a:r>
            <a:endParaRPr lang="en-GB" noProof="0"/>
          </a:p>
        </p:txBody>
      </p:sp>
    </p:spTree>
    <p:extLst>
      <p:ext uri="{BB962C8B-B14F-4D97-AF65-F5344CB8AC3E}">
        <p14:creationId xmlns:p14="http://schemas.microsoft.com/office/powerpoint/2010/main" val="141914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Organisational chart_01">
    <p:spTree>
      <p:nvGrpSpPr>
        <p:cNvPr id="1" name=""/>
        <p:cNvGrpSpPr/>
        <p:nvPr/>
      </p:nvGrpSpPr>
      <p:grpSpPr>
        <a:xfrm>
          <a:off x="0" y="0"/>
          <a:ext cx="0" cy="0"/>
          <a:chOff x="0" y="0"/>
          <a:chExt cx="0" cy="0"/>
        </a:xfrm>
      </p:grpSpPr>
      <p:sp>
        <p:nvSpPr>
          <p:cNvPr id="11" name="Rechteck 10"/>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cxnSp>
        <p:nvCxnSpPr>
          <p:cNvPr id="5" name="Gerade Verbindung 4"/>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pic>
        <p:nvPicPr>
          <p:cNvPr id="12" name="Grafik 11"/>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
        <p:nvSpPr>
          <p:cNvPr id="3" name="Datumsplatzhalter 2"/>
          <p:cNvSpPr>
            <a:spLocks noGrp="1"/>
          </p:cNvSpPr>
          <p:nvPr>
            <p:ph type="dt" sz="half" idx="10"/>
          </p:nvPr>
        </p:nvSpPr>
        <p:spPr/>
        <p:txBody>
          <a:bodyPr/>
          <a:lstStyle/>
          <a:p>
            <a:fld id="{530820CF-B880-4189-942D-D702A7CBA730}" type="datetimeFigureOut">
              <a:rPr lang="zh-CN" altLang="en-US" smtClean="0"/>
              <a:t>2025/7/23</a:t>
            </a:fld>
            <a:endParaRPr lang="zh-CN" altLang="en-US"/>
          </a:p>
        </p:txBody>
      </p:sp>
      <p:sp>
        <p:nvSpPr>
          <p:cNvPr id="4" name="Fußzeilenplatzhalter 3"/>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605547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530820CF-B880-4189-942D-D702A7CBA730}" type="datetimeFigureOut">
              <a:rPr lang="zh-CN" altLang="en-US" smtClean="0"/>
              <a:t>2025/7/23</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6993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el 36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90100" y="104583"/>
            <a:ext cx="11211800" cy="553998"/>
          </a:xfrm>
        </p:spPr>
        <p:txBody>
          <a:bodyPr/>
          <a:lstStyle>
            <a:lvl1pPr>
              <a:defRPr sz="3600">
                <a:solidFill>
                  <a:srgbClr val="003366"/>
                </a:solidFill>
              </a:defRPr>
            </a:lvl1pPr>
          </a:lstStyle>
          <a:p>
            <a:r>
              <a:rPr lang="zh-CN" altLang="en-US" noProof="0"/>
              <a:t>单击此处编辑母版标题样式</a:t>
            </a:r>
            <a:endParaRPr lang="en-GB" noProof="0"/>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Datumsplatzhalter 3"/>
          <p:cNvSpPr>
            <a:spLocks noGrp="1"/>
          </p:cNvSpPr>
          <p:nvPr>
            <p:ph type="dt" sz="half" idx="10"/>
          </p:nvPr>
        </p:nvSpPr>
        <p:spPr/>
        <p:txBody>
          <a:bodyPr/>
          <a:lstStyle/>
          <a:p>
            <a:fld id="{530820CF-B880-4189-942D-D702A7CBA730}" type="datetimeFigureOut">
              <a:rPr lang="zh-CN" altLang="en-US" smtClean="0"/>
              <a:t>2025/7/23</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45336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el 24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90100" y="153349"/>
            <a:ext cx="11211800" cy="369332"/>
          </a:xfrm>
        </p:spPr>
        <p:txBody>
          <a:bodyPr/>
          <a:lstStyle>
            <a:lvl1pPr>
              <a:defRPr sz="2400">
                <a:solidFill>
                  <a:srgbClr val="003366"/>
                </a:solidFill>
              </a:defRPr>
            </a:lvl1pPr>
          </a:lstStyle>
          <a:p>
            <a:r>
              <a:rPr lang="zh-CN" altLang="en-US" noProof="0"/>
              <a:t>单击此处编辑母版标题样式</a:t>
            </a:r>
            <a:endParaRPr lang="en-GB" noProof="0"/>
          </a:p>
        </p:txBody>
      </p:sp>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Datumsplatzhalter 3"/>
          <p:cNvSpPr>
            <a:spLocks noGrp="1"/>
          </p:cNvSpPr>
          <p:nvPr>
            <p:ph type="dt" sz="half" idx="10"/>
          </p:nvPr>
        </p:nvSpPr>
        <p:spPr/>
        <p:txBody>
          <a:bodyPr/>
          <a:lstStyle/>
          <a:p>
            <a:fld id="{530820CF-B880-4189-942D-D702A7CBA730}" type="datetimeFigureOut">
              <a:rPr lang="zh-CN" altLang="en-US" smtClean="0"/>
              <a:t>2025/7/23</a:t>
            </a:fld>
            <a:endParaRPr lang="zh-CN" altLang="en-US"/>
          </a:p>
        </p:txBody>
      </p:sp>
      <p:sp>
        <p:nvSpPr>
          <p:cNvPr id="5" name="Fußzeilenplatzhalter 4"/>
          <p:cNvSpPr>
            <a:spLocks noGrp="1"/>
          </p:cNvSpPr>
          <p:nvPr>
            <p:ph type="ftr" sz="quarter" idx="11"/>
          </p:nvPr>
        </p:nvSpPr>
        <p:spPr/>
        <p:txBody>
          <a:bodyPr/>
          <a:lstStyle/>
          <a:p>
            <a:endParaRPr lang="zh-CN" altLang="en-US"/>
          </a:p>
        </p:txBody>
      </p:sp>
      <p:sp>
        <p:nvSpPr>
          <p:cNvPr id="6" name="Foliennummernplatzhalter 5"/>
          <p:cNvSpPr>
            <a:spLocks noGrp="1"/>
          </p:cNvSpPr>
          <p:nvPr>
            <p:ph type="sldNum" sz="quarter" idx="12"/>
          </p:nvPr>
        </p:nvSpPr>
        <p:spPr/>
        <p:txBody>
          <a:bodyPr/>
          <a:lstStyle/>
          <a:p>
            <a:fld id="{0C913308-F349-4B6D-A68A-DD1791B4A57B}" type="slidenum">
              <a:rPr lang="zh-CN" altLang="en-US" smtClean="0"/>
              <a:t>‹#›</a:t>
            </a:fld>
            <a:endParaRPr lang="zh-CN" altLang="en-US"/>
          </a:p>
        </p:txBody>
      </p:sp>
      <p:cxnSp>
        <p:nvCxnSpPr>
          <p:cNvPr id="7" name="Gerade Verbindung 6"/>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41747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Standard page_05">
    <p:spTree>
      <p:nvGrpSpPr>
        <p:cNvPr id="1" name=""/>
        <p:cNvGrpSpPr/>
        <p:nvPr/>
      </p:nvGrpSpPr>
      <p:grpSpPr>
        <a:xfrm>
          <a:off x="0" y="0"/>
          <a:ext cx="0" cy="0"/>
          <a:chOff x="0" y="0"/>
          <a:chExt cx="0" cy="0"/>
        </a:xfrm>
      </p:grpSpPr>
      <p:sp>
        <p:nvSpPr>
          <p:cNvPr id="3" name="Inhaltsplatzhalter 2"/>
          <p:cNvSpPr>
            <a:spLocks noGrp="1"/>
          </p:cNvSpPr>
          <p:nvPr>
            <p:ph idx="1"/>
          </p:nvPr>
        </p:nvSpPr>
        <p:spPr>
          <a:xfrm>
            <a:off x="2362101" y="1600204"/>
            <a:ext cx="7488001" cy="4525963"/>
          </a:xfrm>
        </p:spPr>
        <p:txBody>
          <a:bodyPr/>
          <a:lstStyle>
            <a:lvl1pPr marL="0" indent="0">
              <a:spcBef>
                <a:spcPts val="600"/>
              </a:spcBef>
              <a:buNone/>
              <a:defRPr/>
            </a:lvl1pPr>
            <a:lvl2pPr marL="182563" indent="-182563">
              <a:spcBef>
                <a:spcPts val="600"/>
              </a:spcBef>
              <a:buFont typeface="BISans" panose="02000503040000020004" pitchFamily="2" charset="0"/>
              <a:buChar char="•"/>
              <a:defRPr/>
            </a:lvl2pPr>
            <a:lvl3pPr marL="358775" indent="-176213">
              <a:buFont typeface="Arial" panose="020B0604020202020204" pitchFamily="34" charset="0"/>
              <a:buChar char="–"/>
              <a:defRPr/>
            </a:lvl3pPr>
          </a:lstStyle>
          <a:p>
            <a:pPr lvl="0"/>
            <a:r>
              <a:rPr lang="zh-CN" altLang="en-US" noProof="0"/>
              <a:t>单击此处编辑母版文本样式</a:t>
            </a:r>
          </a:p>
          <a:p>
            <a:pPr lvl="1"/>
            <a:r>
              <a:rPr lang="zh-CN" altLang="en-US" noProof="0"/>
              <a:t>第二级</a:t>
            </a:r>
          </a:p>
          <a:p>
            <a:pPr lvl="2"/>
            <a:r>
              <a:rPr lang="zh-CN" altLang="en-US" noProof="0"/>
              <a:t>第三级</a:t>
            </a:r>
          </a:p>
        </p:txBody>
      </p:sp>
      <p:pic>
        <p:nvPicPr>
          <p:cNvPr id="13" name="Grafik 12"/>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2025/7/23</a:t>
            </a:fld>
            <a:endParaRPr lang="zh-CN" altLang="en-US"/>
          </a:p>
        </p:txBody>
      </p:sp>
      <p:sp>
        <p:nvSpPr>
          <p:cNvPr id="6" name="Fußzeilenplatzhalter 5"/>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14" name="Titel 1"/>
          <p:cNvSpPr>
            <a:spLocks noGrp="1"/>
          </p:cNvSpPr>
          <p:nvPr>
            <p:ph type="title"/>
          </p:nvPr>
        </p:nvSpPr>
        <p:spPr>
          <a:xfrm>
            <a:off x="490100" y="153349"/>
            <a:ext cx="11211800" cy="369332"/>
          </a:xfrm>
        </p:spPr>
        <p:txBody>
          <a:bodyPr/>
          <a:lstStyle>
            <a:lvl1pPr>
              <a:defRPr sz="2400">
                <a:solidFill>
                  <a:srgbClr val="003366"/>
                </a:solidFill>
              </a:defRPr>
            </a:lvl1pPr>
          </a:lstStyle>
          <a:p>
            <a:r>
              <a:rPr lang="zh-CN" altLang="en-US" noProof="0"/>
              <a:t>单击此处编辑母版标题样式</a:t>
            </a:r>
            <a:endParaRPr lang="en-GB" noProof="0"/>
          </a:p>
        </p:txBody>
      </p:sp>
      <p:cxnSp>
        <p:nvCxnSpPr>
          <p:cNvPr id="8" name="Gerade Verbindung 7"/>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293407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Diagram slide_02">
    <p:spTree>
      <p:nvGrpSpPr>
        <p:cNvPr id="1" name=""/>
        <p:cNvGrpSpPr/>
        <p:nvPr/>
      </p:nvGrpSpPr>
      <p:grpSpPr>
        <a:xfrm>
          <a:off x="0" y="0"/>
          <a:ext cx="0" cy="0"/>
          <a:chOff x="0" y="0"/>
          <a:chExt cx="0" cy="0"/>
        </a:xfrm>
      </p:grpSpPr>
      <p:sp>
        <p:nvSpPr>
          <p:cNvPr id="3" name="Inhaltsplatzhalter 2"/>
          <p:cNvSpPr>
            <a:spLocks noGrp="1"/>
          </p:cNvSpPr>
          <p:nvPr>
            <p:ph idx="1"/>
          </p:nvPr>
        </p:nvSpPr>
        <p:spPr>
          <a:xfrm>
            <a:off x="490103" y="1600202"/>
            <a:ext cx="3912567" cy="3710092"/>
          </a:xfrm>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pic>
        <p:nvPicPr>
          <p:cNvPr id="11" name="Grafik 10"/>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
        <p:nvSpPr>
          <p:cNvPr id="4" name="Datumsplatzhalter 3"/>
          <p:cNvSpPr>
            <a:spLocks noGrp="1"/>
          </p:cNvSpPr>
          <p:nvPr>
            <p:ph type="dt" sz="half" idx="12"/>
          </p:nvPr>
        </p:nvSpPr>
        <p:spPr/>
        <p:txBody>
          <a:bodyPr/>
          <a:lstStyle/>
          <a:p>
            <a:fld id="{530820CF-B880-4189-942D-D702A7CBA730}" type="datetimeFigureOut">
              <a:rPr lang="zh-CN" altLang="en-US" smtClean="0"/>
              <a:t>2025/7/23</a:t>
            </a:fld>
            <a:endParaRPr lang="zh-CN" altLang="en-US"/>
          </a:p>
        </p:txBody>
      </p:sp>
      <p:sp>
        <p:nvSpPr>
          <p:cNvPr id="6" name="Fußzeilenplatzhalter 5"/>
          <p:cNvSpPr>
            <a:spLocks noGrp="1"/>
          </p:cNvSpPr>
          <p:nvPr>
            <p:ph type="ftr" sz="quarter" idx="13"/>
          </p:nvPr>
        </p:nvSpPr>
        <p:spPr/>
        <p:txBody>
          <a:bodyPr/>
          <a:lstStyle/>
          <a:p>
            <a:endParaRPr lang="zh-CN" altLang="en-US"/>
          </a:p>
        </p:txBody>
      </p:sp>
      <p:sp>
        <p:nvSpPr>
          <p:cNvPr id="7" name="Foliennummernplatzhalter 6"/>
          <p:cNvSpPr>
            <a:spLocks noGrp="1"/>
          </p:cNvSpPr>
          <p:nvPr>
            <p:ph type="sldNum" sz="quarter" idx="14"/>
          </p:nvPr>
        </p:nvSpPr>
        <p:spPr/>
        <p:txBody>
          <a:bodyPr/>
          <a:lstStyle/>
          <a:p>
            <a:fld id="{0C913308-F349-4B6D-A68A-DD1791B4A57B}" type="slidenum">
              <a:rPr lang="zh-CN" altLang="en-US" smtClean="0"/>
              <a:t>‹#›</a:t>
            </a:fld>
            <a:endParaRPr lang="zh-CN" altLang="en-US"/>
          </a:p>
        </p:txBody>
      </p:sp>
      <p:sp>
        <p:nvSpPr>
          <p:cNvPr id="16" name="Titel 1"/>
          <p:cNvSpPr>
            <a:spLocks noGrp="1"/>
          </p:cNvSpPr>
          <p:nvPr>
            <p:ph type="title"/>
          </p:nvPr>
        </p:nvSpPr>
        <p:spPr>
          <a:xfrm>
            <a:off x="490100" y="153349"/>
            <a:ext cx="11211800" cy="369332"/>
          </a:xfrm>
        </p:spPr>
        <p:txBody>
          <a:bodyPr/>
          <a:lstStyle>
            <a:lvl1pPr>
              <a:defRPr sz="2400">
                <a:solidFill>
                  <a:srgbClr val="003366"/>
                </a:solidFill>
              </a:defRPr>
            </a:lvl1pPr>
          </a:lstStyle>
          <a:p>
            <a:r>
              <a:rPr lang="zh-CN" altLang="en-US" noProof="0"/>
              <a:t>单击此处编辑母版标题样式</a:t>
            </a:r>
            <a:endParaRPr lang="en-GB" noProof="0"/>
          </a:p>
        </p:txBody>
      </p:sp>
      <p:cxnSp>
        <p:nvCxnSpPr>
          <p:cNvPr id="8" name="Gerade Verbindung 7"/>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92307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530820CF-B880-4189-942D-D702A7CBA730}" type="datetimeFigureOut">
              <a:rPr lang="zh-CN" altLang="en-US" smtClean="0"/>
              <a:t>2025/7/23</a:t>
            </a:fld>
            <a:endParaRPr lang="zh-CN" altLang="en-US"/>
          </a:p>
        </p:txBody>
      </p:sp>
      <p:sp>
        <p:nvSpPr>
          <p:cNvPr id="3" name="Fußzeilenplatzhalter 2"/>
          <p:cNvSpPr>
            <a:spLocks noGrp="1"/>
          </p:cNvSpPr>
          <p:nvPr>
            <p:ph type="ftr" sz="quarter" idx="11"/>
          </p:nvPr>
        </p:nvSpPr>
        <p:spPr/>
        <p:txBody>
          <a:bodyPr/>
          <a:lstStyle/>
          <a:p>
            <a:endParaRPr lang="zh-CN" altLang="en-US"/>
          </a:p>
        </p:txBody>
      </p:sp>
      <p:sp>
        <p:nvSpPr>
          <p:cNvPr id="4" name="Foliennummernplatzhalter 3"/>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0356354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cSld name="Live 1: Standard-Folie">
    <p:spTree>
      <p:nvGrpSpPr>
        <p:cNvPr id="1" name=""/>
        <p:cNvGrpSpPr/>
        <p:nvPr/>
      </p:nvGrpSpPr>
      <p:grpSpPr>
        <a:xfrm>
          <a:off x="0" y="0"/>
          <a:ext cx="0" cy="0"/>
          <a:chOff x="0" y="0"/>
          <a:chExt cx="0" cy="0"/>
        </a:xfrm>
      </p:grpSpPr>
      <p:sp>
        <p:nvSpPr>
          <p:cNvPr id="9" name="Rechteck 8"/>
          <p:cNvSpPr/>
          <p:nvPr/>
        </p:nvSpPr>
        <p:spPr>
          <a:xfrm>
            <a:off x="0" y="2928496"/>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sp>
        <p:nvSpPr>
          <p:cNvPr id="2" name="Titel 1"/>
          <p:cNvSpPr>
            <a:spLocks noGrp="1"/>
          </p:cNvSpPr>
          <p:nvPr>
            <p:ph type="title"/>
          </p:nvPr>
        </p:nvSpPr>
        <p:spPr>
          <a:xfrm>
            <a:off x="1801773" y="6579126"/>
            <a:ext cx="9900129" cy="184666"/>
          </a:xfrm>
        </p:spPr>
        <p:txBody>
          <a:bodyPr anchor="b" anchorCtr="0"/>
          <a:lstStyle>
            <a:lvl1pPr algn="r">
              <a:defRPr sz="1200">
                <a:solidFill>
                  <a:srgbClr val="003366"/>
                </a:solidFill>
              </a:defRPr>
            </a:lvl1pPr>
          </a:lstStyle>
          <a:p>
            <a:r>
              <a:rPr lang="zh-CN" altLang="en-US" noProof="0"/>
              <a:t>单击此处编辑母版标题样式</a:t>
            </a:r>
            <a:endParaRPr lang="en-GB" noProof="0"/>
          </a:p>
        </p:txBody>
      </p:sp>
      <p:pic>
        <p:nvPicPr>
          <p:cNvPr id="7" name="Grafik 6"/>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85892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Standar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de-DE"/>
              <a:t>Titelmasterformat durch Klicken bearbeiten</a:t>
            </a:r>
          </a:p>
        </p:txBody>
      </p:sp>
      <p:sp>
        <p:nvSpPr>
          <p:cNvPr id="4" name="Rectangle 14"/>
          <p:cNvSpPr>
            <a:spLocks noGrp="1" noChangeArrowheads="1"/>
          </p:cNvSpPr>
          <p:nvPr>
            <p:ph type="sldNum" sz="quarter" idx="4"/>
          </p:nvPr>
        </p:nvSpPr>
        <p:spPr bwMode="auto">
          <a:xfrm>
            <a:off x="10896534" y="6627919"/>
            <a:ext cx="1200151" cy="153888"/>
          </a:xfrm>
          <a:prstGeom prst="rect">
            <a:avLst/>
          </a:prstGeom>
          <a:noFill/>
          <a:ln w="9525">
            <a:noFill/>
            <a:miter lim="800000"/>
            <a:headEnd/>
            <a:tailEnd/>
          </a:ln>
        </p:spPr>
        <p:txBody>
          <a:bodyPr vert="horz" wrap="square" lIns="0" tIns="0" rIns="0" bIns="0" numCol="1" anchor="b" anchorCtr="0" compatLnSpc="1">
            <a:prstTxWarp prst="textNoShape">
              <a:avLst/>
            </a:prstTxWarp>
          </a:bodyPr>
          <a:lstStyle>
            <a:lvl1pPr algn="r">
              <a:defRPr sz="1000">
                <a:solidFill>
                  <a:srgbClr val="000000"/>
                </a:solidFill>
                <a:latin typeface="+mn-lt"/>
              </a:defRPr>
            </a:lvl1pPr>
          </a:lstStyle>
          <a:p>
            <a:fld id="{D446586B-FF75-47A1-A069-ED9CC9CD5B58}" type="slidenum">
              <a:rPr lang="en-US" smtClean="0"/>
              <a:pPr/>
              <a:t>‹#›</a:t>
            </a:fld>
            <a:endParaRPr lang="en-US"/>
          </a:p>
        </p:txBody>
      </p:sp>
    </p:spTree>
    <p:extLst>
      <p:ext uri="{BB962C8B-B14F-4D97-AF65-F5344CB8AC3E}">
        <p14:creationId xmlns:p14="http://schemas.microsoft.com/office/powerpoint/2010/main" val="255994869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zh-CN" altLang="en-US" noProof="0"/>
              <a:t>单击此处编辑母版标题样式</a:t>
            </a:r>
            <a:endParaRPr lang="en-US" noProof="0"/>
          </a:p>
        </p:txBody>
      </p:sp>
      <p:sp>
        <p:nvSpPr>
          <p:cNvPr id="3" name="Datumsplatzhalter 2"/>
          <p:cNvSpPr>
            <a:spLocks noGrp="1"/>
          </p:cNvSpPr>
          <p:nvPr>
            <p:ph type="dt" sz="half" idx="10"/>
          </p:nvPr>
        </p:nvSpPr>
        <p:spPr/>
        <p:txBody>
          <a:bodyPr/>
          <a:lstStyle>
            <a:lvl1pPr>
              <a:defRPr/>
            </a:lvl1pPr>
          </a:lstStyle>
          <a:p>
            <a:fld id="{73420629-1551-40AA-9478-9D3F346E5C9C}" type="datetime1">
              <a:rPr lang="zh-CN" altLang="en-US" smtClean="0"/>
              <a:t>2025/7/23</a:t>
            </a:fld>
            <a:endParaRPr lang="zh-CN" altLang="en-US"/>
          </a:p>
        </p:txBody>
      </p:sp>
      <p:sp>
        <p:nvSpPr>
          <p:cNvPr id="4" name="Fußzeilenplatzhalter 3"/>
          <p:cNvSpPr>
            <a:spLocks noGrp="1"/>
          </p:cNvSpPr>
          <p:nvPr>
            <p:ph type="ftr" sz="quarter" idx="11"/>
          </p:nvPr>
        </p:nvSpPr>
        <p:spPr/>
        <p:txBody>
          <a:bodyPr/>
          <a:lstStyle>
            <a:lvl1pPr>
              <a:defRPr/>
            </a:lvl1pPr>
          </a:lstStyle>
          <a:p>
            <a:endParaRPr lang="zh-CN" altLang="en-US"/>
          </a:p>
        </p:txBody>
      </p:sp>
      <p:sp>
        <p:nvSpPr>
          <p:cNvPr id="5" name="Foliennummernplatzhalter 4"/>
          <p:cNvSpPr>
            <a:spLocks noGrp="1"/>
          </p:cNvSpPr>
          <p:nvPr>
            <p:ph type="sldNum" sz="quarter" idx="12"/>
          </p:nvPr>
        </p:nvSpPr>
        <p:spPr/>
        <p:txBody>
          <a:bodyPr/>
          <a:lstStyle>
            <a:lvl1pPr>
              <a:defRPr/>
            </a:lvl1p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4098257954"/>
      </p:ext>
    </p:extLst>
  </p:cSld>
  <p:clrMapOvr>
    <a:masterClrMapping/>
  </p:clrMapOvr>
  <p:transition spd="med">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1" y="2654884"/>
            <a:ext cx="7845825" cy="837152"/>
          </a:xfrm>
        </p:spPr>
        <p:txBody>
          <a:bodyPr wrap="square" lIns="0">
            <a:spAutoFit/>
          </a:bodyPr>
          <a:lstStyle>
            <a:lvl1pPr>
              <a:defRPr sz="64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490100" y="4763671"/>
            <a:ext cx="7845825" cy="492443"/>
          </a:xfrm>
        </p:spPr>
        <p:txBody>
          <a:bodyPr wrap="square">
            <a:spAutoFit/>
          </a:bodyPr>
          <a:lstStyle>
            <a:lvl1pPr marL="0" indent="0" algn="l">
              <a:buNone/>
              <a:defRPr sz="3200" b="0" i="0" baseline="0">
                <a:solidFill>
                  <a:srgbClr val="003366"/>
                </a:solidFill>
                <a:latin typeface="BISansOptiCond"/>
                <a:cs typeface="BISansOptiCond"/>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328292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page_02">
    <p:spTree>
      <p:nvGrpSpPr>
        <p:cNvPr id="1" name=""/>
        <p:cNvGrpSpPr/>
        <p:nvPr/>
      </p:nvGrpSpPr>
      <p:grpSpPr>
        <a:xfrm>
          <a:off x="0" y="0"/>
          <a:ext cx="0" cy="0"/>
          <a:chOff x="0" y="0"/>
          <a:chExt cx="0" cy="0"/>
        </a:xfrm>
      </p:grpSpPr>
      <p:sp>
        <p:nvSpPr>
          <p:cNvPr id="13" name="Rechteck 12"/>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4"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0" y="2654884"/>
            <a:ext cx="7166475" cy="837152"/>
          </a:xfrm>
        </p:spPr>
        <p:txBody>
          <a:bodyPr wrap="square">
            <a:spAutoFit/>
          </a:bodyPr>
          <a:lstStyle>
            <a:lvl1pPr>
              <a:defRPr sz="640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490100" y="4763671"/>
            <a:ext cx="7166475" cy="492443"/>
          </a:xfrm>
        </p:spPr>
        <p:txBody>
          <a:bodyPr wrap="square">
            <a:spAutoFit/>
          </a:bodyPr>
          <a:lstStyle>
            <a:lvl1pPr marL="0" indent="0" algn="l">
              <a:buNone/>
              <a:defRPr sz="3200" b="0" i="0">
                <a:solidFill>
                  <a:srgbClr val="003366"/>
                </a:solidFill>
                <a:latin typeface="BISansOptiCond"/>
                <a:cs typeface="BISansOptiCond"/>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GB" noProof="0"/>
              <a:t>Click to add subtitle</a:t>
            </a:r>
          </a:p>
        </p:txBody>
      </p:sp>
      <p:cxnSp>
        <p:nvCxnSpPr>
          <p:cNvPr id="11" name="Gerade Verbindung 10"/>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7724524" y="372716"/>
            <a:ext cx="3014400" cy="30144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4000" b="0" i="0" dirty="0">
                <a:solidFill>
                  <a:schemeClr val="bg1"/>
                </a:solidFill>
                <a:latin typeface="BISansOptiCond"/>
                <a:cs typeface="BISansOptiCond"/>
              </a:defRPr>
            </a:lvl1pPr>
          </a:lstStyle>
          <a:p>
            <a:pPr marL="0" lvl="0" algn="ctr"/>
            <a:r>
              <a:rPr lang="en-GB" noProof="0"/>
              <a:t>Add. info [font size variable]</a:t>
            </a:r>
          </a:p>
        </p:txBody>
      </p:sp>
      <p:pic>
        <p:nvPicPr>
          <p:cNvPr id="10"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1598721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4" y="2640130"/>
            <a:ext cx="10980424" cy="984885"/>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3718148"/>
            <a:ext cx="5412315"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2027352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5" y="2640129"/>
            <a:ext cx="5412316" cy="1969771"/>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4623796"/>
            <a:ext cx="5412315"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hasCustomPrompt="1"/>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3200" b="0" i="0" baseline="0">
                <a:solidFill>
                  <a:srgbClr val="003366"/>
                </a:solidFill>
                <a:latin typeface="BISansOptiCond"/>
                <a:cs typeface="BISansOptiCond"/>
              </a:defRPr>
            </a:lvl1pPr>
          </a:lstStyle>
          <a:p>
            <a:pPr lvl="0"/>
            <a:r>
              <a:rPr lang="en-GB" noProof="0"/>
              <a:t>Click to add text</a:t>
            </a:r>
          </a:p>
        </p:txBody>
      </p:sp>
      <p:pic>
        <p:nvPicPr>
          <p:cNvPr id="9"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1777799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5" y="2640129"/>
            <a:ext cx="5412316" cy="1969771"/>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4623796"/>
            <a:ext cx="3939523"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3" name="Gerade Verbindung 12"/>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hasCustomPrompt="1"/>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3200" b="0" i="0" baseline="0">
                <a:solidFill>
                  <a:srgbClr val="003366"/>
                </a:solidFill>
                <a:latin typeface="BISansOptiCond"/>
                <a:cs typeface="BISansOptiCond"/>
              </a:defRPr>
            </a:lvl1pPr>
          </a:lstStyle>
          <a:p>
            <a:pPr lvl="0"/>
            <a:r>
              <a:rPr lang="en-GB" noProof="0"/>
              <a:t>Click to add text</a:t>
            </a:r>
          </a:p>
        </p:txBody>
      </p:sp>
      <p:sp>
        <p:nvSpPr>
          <p:cNvPr id="23" name="Bildplatzhalter 22"/>
          <p:cNvSpPr>
            <a:spLocks noGrp="1"/>
          </p:cNvSpPr>
          <p:nvPr>
            <p:ph type="pic" sz="quarter" idx="13" hasCustomPrompt="1"/>
          </p:nvPr>
        </p:nvSpPr>
        <p:spPr>
          <a:xfrm>
            <a:off x="4478891" y="3123733"/>
            <a:ext cx="3014400" cy="3014400"/>
          </a:xfrm>
          <a:prstGeom prst="ellipse">
            <a:avLst/>
          </a:prstGeom>
        </p:spPr>
        <p:txBody>
          <a:bodyPr/>
          <a:lstStyle>
            <a:lvl1pPr marL="0" indent="0" algn="ctr">
              <a:buNone/>
              <a:defRPr sz="1200"/>
            </a:lvl1pPr>
          </a:lstStyle>
          <a:p>
            <a:r>
              <a:rPr lang="en-GB" noProof="0"/>
              <a:t>Click to add picture</a:t>
            </a:r>
          </a:p>
        </p:txBody>
      </p:sp>
      <p:pic>
        <p:nvPicPr>
          <p:cNvPr id="10"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2398076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Standard page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4737E52C-13E7-4544-B37B-080AFD478AFE}" type="datetime1">
              <a:rPr lang="en-US" smtClean="0"/>
              <a:t>7/23/2025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1" name="Grafik 6">
            <a:extLst>
              <a:ext uri="{FF2B5EF4-FFF2-40B4-BE49-F238E27FC236}">
                <a16:creationId xmlns:a16="http://schemas.microsoft.com/office/drawing/2014/main" id="{7916816C-E3DE-439B-A1F9-A495788B24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32991889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97E2357C-9078-4CE2-A060-C9248E0BDF27}" type="datetime1">
              <a:rPr lang="en-US" smtClean="0"/>
              <a:t>7/23/2025</a:t>
            </a:fld>
            <a:endParaRPr lang="en-GB"/>
          </a:p>
        </p:txBody>
      </p:sp>
      <p:sp>
        <p:nvSpPr>
          <p:cNvPr id="5" name="Fußzeilenplatzhalter 4"/>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490100" y="187200"/>
            <a:ext cx="11211800" cy="627864"/>
          </a:xfrm>
        </p:spPr>
        <p:txBody>
          <a:bodyPr/>
          <a:lstStyle>
            <a:lvl1pPr>
              <a:defRPr sz="4800"/>
            </a:lvl1pPr>
          </a:lstStyle>
          <a:p>
            <a:r>
              <a:rPr lang="en-GB" noProof="0"/>
              <a:t>Click to add headline</a:t>
            </a:r>
          </a:p>
        </p:txBody>
      </p:sp>
      <p:pic>
        <p:nvPicPr>
          <p:cNvPr id="12" name="Grafik 6">
            <a:extLst>
              <a:ext uri="{FF2B5EF4-FFF2-40B4-BE49-F238E27FC236}">
                <a16:creationId xmlns:a16="http://schemas.microsoft.com/office/drawing/2014/main" id="{4A308AC3-2DFB-4776-8175-7F153737565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1835535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fld id="{2FB2E6CE-7CF7-4763-8D38-C124E8443AF9}" type="datetime1">
              <a:rPr lang="en-US" smtClean="0"/>
              <a:t>7/23/2025</a:t>
            </a:fld>
            <a:endParaRPr lang="en-GB"/>
          </a:p>
        </p:txBody>
      </p:sp>
      <p:sp>
        <p:nvSpPr>
          <p:cNvPr id="7" name="Fußzeilenplatzhalter 6"/>
          <p:cNvSpPr>
            <a:spLocks noGrp="1"/>
          </p:cNvSpPr>
          <p:nvPr>
            <p:ph type="ftr" sz="quarter" idx="11"/>
          </p:nvPr>
        </p:nvSpPr>
        <p:spPr/>
        <p:txBody>
          <a:bodyPr/>
          <a:lstStyle/>
          <a:p>
            <a:r>
              <a:rPr lang="en-US"/>
              <a:t>Confidential</a:t>
            </a:r>
            <a:endParaRPr lang="en-GB"/>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490100" y="387429"/>
            <a:ext cx="11211800" cy="418576"/>
          </a:xfrm>
        </p:spPr>
        <p:txBody>
          <a:bodyPr/>
          <a:lstStyle/>
          <a:p>
            <a:r>
              <a:rPr lang="en-GB" noProof="0"/>
              <a:t>Click to add headline</a:t>
            </a:r>
          </a:p>
        </p:txBody>
      </p:sp>
      <p:pic>
        <p:nvPicPr>
          <p:cNvPr id="13" name="Grafik 6">
            <a:extLst>
              <a:ext uri="{FF2B5EF4-FFF2-40B4-BE49-F238E27FC236}">
                <a16:creationId xmlns:a16="http://schemas.microsoft.com/office/drawing/2014/main" id="{2430C1F1-9C8F-41CB-957F-718E11E37A7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38393898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8B85F7BB-6266-4C51-94A6-270F5CCB97CE}" type="datetime1">
              <a:rPr lang="en-US" smtClean="0"/>
              <a:t>7/23/2025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5"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7" name="Inhaltsplatzhalter 6"/>
          <p:cNvSpPr>
            <a:spLocks noGrp="1"/>
          </p:cNvSpPr>
          <p:nvPr>
            <p:ph sz="quarter" idx="13" hasCustomPrompt="1"/>
          </p:nvPr>
        </p:nvSpPr>
        <p:spPr>
          <a:xfrm>
            <a:off x="2361600" y="1598400"/>
            <a:ext cx="7488000" cy="45264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pic>
        <p:nvPicPr>
          <p:cNvPr id="13" name="Grafik 6">
            <a:extLst>
              <a:ext uri="{FF2B5EF4-FFF2-40B4-BE49-F238E27FC236}">
                <a16:creationId xmlns:a16="http://schemas.microsoft.com/office/drawing/2014/main" id="{EFAECF66-AB61-4E10-AEFE-44D0D596970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7204157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Diagram slide_01">
    <p:spTree>
      <p:nvGrpSpPr>
        <p:cNvPr id="1" name=""/>
        <p:cNvGrpSpPr/>
        <p:nvPr/>
      </p:nvGrpSpPr>
      <p:grpSpPr>
        <a:xfrm>
          <a:off x="0" y="0"/>
          <a:ext cx="0" cy="0"/>
          <a:chOff x="0" y="0"/>
          <a:chExt cx="0" cy="0"/>
        </a:xfrm>
      </p:grpSpPr>
      <p:sp>
        <p:nvSpPr>
          <p:cNvPr id="14" name="Rechteck 13"/>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15" name="Rechteck 14"/>
          <p:cNvSpPr/>
          <p:nvPr userDrawn="1"/>
        </p:nvSpPr>
        <p:spPr>
          <a:xfrm>
            <a:off x="0" y="1380787"/>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a:xfrm>
            <a:off x="490101" y="1600202"/>
            <a:ext cx="3912567" cy="3710092"/>
          </a:xfrm>
        </p:spPr>
        <p:txBody>
          <a:body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9CB7C1B2-0968-45B8-94EE-095402613A8F}" type="datetime1">
              <a:rPr lang="en-US" smtClean="0"/>
              <a:t>7/23/2025</a:t>
            </a:fld>
            <a:endParaRPr lang="en-GB"/>
          </a:p>
        </p:txBody>
      </p:sp>
      <p:sp>
        <p:nvSpPr>
          <p:cNvPr id="6" name="Fußzeilenplatzhalter 5"/>
          <p:cNvSpPr>
            <a:spLocks noGrp="1"/>
          </p:cNvSpPr>
          <p:nvPr>
            <p:ph type="ftr" sz="quarter" idx="11"/>
          </p:nvPr>
        </p:nvSpPr>
        <p:spPr/>
        <p:txBody>
          <a:bodyPr/>
          <a:lstStyle/>
          <a:p>
            <a:r>
              <a:rPr lang="en-US"/>
              <a:t>Confidential</a:t>
            </a:r>
            <a:endParaRPr lang="en-GB"/>
          </a:p>
        </p:txBody>
      </p:sp>
      <p:sp>
        <p:nvSpPr>
          <p:cNvPr id="7" name="Foliennummernplatzhalter 6"/>
          <p:cNvSpPr>
            <a:spLocks noGrp="1"/>
          </p:cNvSpPr>
          <p:nvPr>
            <p:ph type="sldNum" sz="quarter" idx="12"/>
          </p:nvPr>
        </p:nvSpPr>
        <p:spPr/>
        <p:txBody>
          <a:bodyPr/>
          <a:lstStyle/>
          <a:p>
            <a:fld id="{143B55C4-4F5A-416B-997D-6CE47EB0A945}" type="slidenum">
              <a:rPr lang="en-GB" smtClean="0"/>
              <a:pPr/>
              <a:t>‹#›</a:t>
            </a:fld>
            <a:endParaRPr lang="en-GB"/>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pic>
        <p:nvPicPr>
          <p:cNvPr id="16" name="Grafik 6">
            <a:extLst>
              <a:ext uri="{FF2B5EF4-FFF2-40B4-BE49-F238E27FC236}">
                <a16:creationId xmlns:a16="http://schemas.microsoft.com/office/drawing/2014/main" id="{6C234CF1-A616-4231-ADA7-35D8DA275E6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4180020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ext slide_01">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15" name="Textplatzhalter 4"/>
          <p:cNvSpPr>
            <a:spLocks noGrp="1"/>
          </p:cNvSpPr>
          <p:nvPr>
            <p:ph type="body" sz="quarter" idx="10" hasCustomPrompt="1"/>
          </p:nvPr>
        </p:nvSpPr>
        <p:spPr>
          <a:xfrm>
            <a:off x="-226475" y="1038415"/>
            <a:ext cx="2318400" cy="23184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667" b="0" i="0" dirty="0" smtClean="0">
                <a:solidFill>
                  <a:schemeClr val="bg1"/>
                </a:solidFill>
                <a:latin typeface="BISansOptiCond"/>
                <a:cs typeface="BISansOptiCond"/>
              </a:defRPr>
            </a:lvl1pPr>
          </a:lstStyle>
          <a:p>
            <a:pPr marL="0" lvl="0" algn="ctr"/>
            <a:r>
              <a:rPr lang="en-GB" noProof="0"/>
              <a:t>Add. info [font size variable]</a:t>
            </a:r>
          </a:p>
        </p:txBody>
      </p:sp>
      <p:cxnSp>
        <p:nvCxnSpPr>
          <p:cNvPr id="6" name="Gerade Verbindung 5"/>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2"/>
          </p:nvPr>
        </p:nvSpPr>
        <p:spPr/>
        <p:txBody>
          <a:bodyPr/>
          <a:lstStyle/>
          <a:p>
            <a:fld id="{0165E05A-694E-4DEA-91AD-D8B269840734}" type="datetime1">
              <a:rPr lang="en-US" smtClean="0"/>
              <a:t>7/23/2025</a:t>
            </a:fld>
            <a:endParaRPr lang="en-GB"/>
          </a:p>
        </p:txBody>
      </p:sp>
      <p:sp>
        <p:nvSpPr>
          <p:cNvPr id="5" name="Fußzeilenplatzhalter 4"/>
          <p:cNvSpPr>
            <a:spLocks noGrp="1"/>
          </p:cNvSpPr>
          <p:nvPr>
            <p:ph type="ftr" sz="quarter" idx="13"/>
          </p:nvPr>
        </p:nvSpPr>
        <p:spPr/>
        <p:txBody>
          <a:bodyPr/>
          <a:lstStyle/>
          <a:p>
            <a:r>
              <a:rPr lang="en-US"/>
              <a:t>Confidential</a:t>
            </a:r>
            <a:endParaRPr lang="en-GB"/>
          </a:p>
        </p:txBody>
      </p:sp>
      <p:sp>
        <p:nvSpPr>
          <p:cNvPr id="7" name="Foliennummernplatzhalter 6"/>
          <p:cNvSpPr>
            <a:spLocks noGrp="1"/>
          </p:cNvSpPr>
          <p:nvPr>
            <p:ph type="sldNum" sz="quarter" idx="14"/>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2362100" y="879872"/>
            <a:ext cx="6754213" cy="418576"/>
          </a:xfrm>
        </p:spPr>
        <p:txBody>
          <a:bodyPr/>
          <a:lstStyle/>
          <a:p>
            <a:r>
              <a:rPr lang="en-GB" noProof="0"/>
              <a:t>Click to add headline</a:t>
            </a:r>
          </a:p>
        </p:txBody>
      </p:sp>
      <p:sp>
        <p:nvSpPr>
          <p:cNvPr id="13" name="Inhaltsplatzhalter 6"/>
          <p:cNvSpPr>
            <a:spLocks noGrp="1"/>
          </p:cNvSpPr>
          <p:nvPr>
            <p:ph sz="quarter" idx="15" hasCustomPrompt="1"/>
          </p:nvPr>
        </p:nvSpPr>
        <p:spPr>
          <a:xfrm>
            <a:off x="2361600" y="2006400"/>
            <a:ext cx="7488000" cy="39408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pic>
        <p:nvPicPr>
          <p:cNvPr id="14" name="Grafik 6">
            <a:extLst>
              <a:ext uri="{FF2B5EF4-FFF2-40B4-BE49-F238E27FC236}">
                <a16:creationId xmlns:a16="http://schemas.microsoft.com/office/drawing/2014/main" id="{21F18078-CC02-47CE-8B54-BA5C5CC9A3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1087682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Organisational chart_01">
    <p:spTree>
      <p:nvGrpSpPr>
        <p:cNvPr id="1" name=""/>
        <p:cNvGrpSpPr/>
        <p:nvPr/>
      </p:nvGrpSpPr>
      <p:grpSpPr>
        <a:xfrm>
          <a:off x="0" y="0"/>
          <a:ext cx="0" cy="0"/>
          <a:chOff x="0" y="0"/>
          <a:chExt cx="0" cy="0"/>
        </a:xfrm>
      </p:grpSpPr>
      <p:sp>
        <p:nvSpPr>
          <p:cNvPr id="11" name="Rechteck 10"/>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sp>
        <p:nvSpPr>
          <p:cNvPr id="3" name="Datumsplatzhalter 2"/>
          <p:cNvSpPr>
            <a:spLocks noGrp="1"/>
          </p:cNvSpPr>
          <p:nvPr>
            <p:ph type="dt" sz="half" idx="10"/>
          </p:nvPr>
        </p:nvSpPr>
        <p:spPr/>
        <p:txBody>
          <a:bodyPr/>
          <a:lstStyle/>
          <a:p>
            <a:fld id="{6341158B-12CC-45FE-95C2-ABDE91176BE6}" type="datetime1">
              <a:rPr lang="en-US" smtClean="0"/>
              <a:t>7/23/2025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pic>
        <p:nvPicPr>
          <p:cNvPr id="12" name="Grafik 6">
            <a:extLst>
              <a:ext uri="{FF2B5EF4-FFF2-40B4-BE49-F238E27FC236}">
                <a16:creationId xmlns:a16="http://schemas.microsoft.com/office/drawing/2014/main" id="{55B728A9-CC9C-455B-921D-2C4FC3E09B4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4262980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46A9521D-5A84-4472-9D54-834EF8C93088}" type="datetime1">
              <a:rPr lang="en-US" noProof="0" smtClean="0"/>
              <a:t>7/23/2025</a:t>
            </a:fld>
            <a:endParaRPr lang="en-GB" noProof="0"/>
          </a:p>
        </p:txBody>
      </p:sp>
      <p:sp>
        <p:nvSpPr>
          <p:cNvPr id="5" name="Fußzeilenplatzhalter 4"/>
          <p:cNvSpPr>
            <a:spLocks noGrp="1"/>
          </p:cNvSpPr>
          <p:nvPr>
            <p:ph type="ftr" sz="quarter" idx="11"/>
          </p:nvPr>
        </p:nvSpPr>
        <p:spPr/>
        <p:txBody>
          <a:bodyPr/>
          <a:lstStyle/>
          <a:p>
            <a:r>
              <a:rPr lang="en-US" noProof="0"/>
              <a:t>Confidential</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9" name="Grafik 6">
            <a:extLst>
              <a:ext uri="{FF2B5EF4-FFF2-40B4-BE49-F238E27FC236}">
                <a16:creationId xmlns:a16="http://schemas.microsoft.com/office/drawing/2014/main" id="{EBD74F79-5463-4638-95BA-F93A812CAB6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35618689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Titel 36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9E38A10C-3066-4CE9-A86D-296D891B7154}" type="datetime1">
              <a:rPr lang="en-US" noProof="0" smtClean="0"/>
              <a:t>7/23/2025</a:t>
            </a:fld>
            <a:endParaRPr lang="en-GB" noProof="0"/>
          </a:p>
        </p:txBody>
      </p:sp>
      <p:sp>
        <p:nvSpPr>
          <p:cNvPr id="5" name="Fußzeilenplatzhalter 4"/>
          <p:cNvSpPr>
            <a:spLocks noGrp="1"/>
          </p:cNvSpPr>
          <p:nvPr>
            <p:ph type="ftr" sz="quarter" idx="11"/>
          </p:nvPr>
        </p:nvSpPr>
        <p:spPr/>
        <p:txBody>
          <a:bodyPr/>
          <a:lstStyle/>
          <a:p>
            <a:r>
              <a:rPr lang="en-US" noProof="0"/>
              <a:t>Confidential</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187200"/>
            <a:ext cx="11211800" cy="627864"/>
          </a:xfrm>
        </p:spPr>
        <p:txBody>
          <a:bodyPr/>
          <a:lstStyle>
            <a:lvl1pPr>
              <a:defRPr sz="4800"/>
            </a:lvl1pPr>
          </a:lstStyle>
          <a:p>
            <a:r>
              <a:rPr lang="en-GB" noProof="0"/>
              <a:t>Click to add headline</a:t>
            </a:r>
          </a:p>
        </p:txBody>
      </p:sp>
      <p:pic>
        <p:nvPicPr>
          <p:cNvPr id="11" name="Grafik 6">
            <a:extLst>
              <a:ext uri="{FF2B5EF4-FFF2-40B4-BE49-F238E27FC236}">
                <a16:creationId xmlns:a16="http://schemas.microsoft.com/office/drawing/2014/main" id="{26A9ED82-AC90-489D-ABD4-FF1F9D43771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1889294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387429"/>
            <a:ext cx="11211800" cy="418576"/>
          </a:xfrm>
        </p:spPr>
        <p:txBody>
          <a:bodyPr/>
          <a:lstStyle/>
          <a:p>
            <a:r>
              <a:rPr lang="en-GB" noProof="0"/>
              <a:t>Click to add headline</a:t>
            </a:r>
          </a:p>
        </p:txBody>
      </p:sp>
      <p:pic>
        <p:nvPicPr>
          <p:cNvPr id="11" name="Grafik 6">
            <a:extLst>
              <a:ext uri="{FF2B5EF4-FFF2-40B4-BE49-F238E27FC236}">
                <a16:creationId xmlns:a16="http://schemas.microsoft.com/office/drawing/2014/main" id="{B59F2C71-66DB-4750-ABCB-071103CC5E2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
        <p:nvSpPr>
          <p:cNvPr id="2" name="Date Placeholder 1">
            <a:extLst>
              <a:ext uri="{FF2B5EF4-FFF2-40B4-BE49-F238E27FC236}">
                <a16:creationId xmlns:a16="http://schemas.microsoft.com/office/drawing/2014/main" id="{D8CD893A-DBF8-40BD-8FE6-8546FC2DCFAF}"/>
              </a:ext>
            </a:extLst>
          </p:cNvPr>
          <p:cNvSpPr>
            <a:spLocks noGrp="1"/>
          </p:cNvSpPr>
          <p:nvPr>
            <p:ph type="dt" sz="half" idx="10"/>
          </p:nvPr>
        </p:nvSpPr>
        <p:spPr/>
        <p:txBody>
          <a:bodyPr/>
          <a:lstStyle/>
          <a:p>
            <a:fld id="{E3DEE4CE-9D9A-4804-B782-2B81EC143780}" type="datetime1">
              <a:rPr lang="en-US" smtClean="0"/>
              <a:t>7/23/2025</a:t>
            </a:fld>
            <a:endParaRPr lang="en-GB"/>
          </a:p>
        </p:txBody>
      </p:sp>
      <p:sp>
        <p:nvSpPr>
          <p:cNvPr id="9" name="Footer Placeholder 8">
            <a:extLst>
              <a:ext uri="{FF2B5EF4-FFF2-40B4-BE49-F238E27FC236}">
                <a16:creationId xmlns:a16="http://schemas.microsoft.com/office/drawing/2014/main" id="{E01E0513-3A09-4C5E-B83C-D9FAC2087845}"/>
              </a:ext>
            </a:extLst>
          </p:cNvPr>
          <p:cNvSpPr>
            <a:spLocks noGrp="1"/>
          </p:cNvSpPr>
          <p:nvPr>
            <p:ph type="ftr" sz="quarter" idx="11"/>
          </p:nvPr>
        </p:nvSpPr>
        <p:spPr/>
        <p:txBody>
          <a:bodyPr/>
          <a:lstStyle/>
          <a:p>
            <a:r>
              <a:rPr lang="en-US"/>
              <a:t>Confidential</a:t>
            </a:r>
            <a:endParaRPr lang="en-GB"/>
          </a:p>
        </p:txBody>
      </p:sp>
      <p:sp>
        <p:nvSpPr>
          <p:cNvPr id="10" name="Slide Number Placeholder 9">
            <a:extLst>
              <a:ext uri="{FF2B5EF4-FFF2-40B4-BE49-F238E27FC236}">
                <a16:creationId xmlns:a16="http://schemas.microsoft.com/office/drawing/2014/main" id="{A8C99E6B-8594-4CDA-A2D3-72DFEAA2AF18}"/>
              </a:ext>
            </a:extLst>
          </p:cNvPr>
          <p:cNvSpPr>
            <a:spLocks noGrp="1"/>
          </p:cNvSpPr>
          <p:nvPr>
            <p:ph type="sldNum" sz="quarter" idx="12"/>
          </p:nvPr>
        </p:nvSpPr>
        <p:spPr/>
        <p:txBody>
          <a:bodyPr/>
          <a:lstStyle/>
          <a:p>
            <a:fld id="{143B55C4-4F5A-416B-997D-6CE47EB0A945}" type="slidenum">
              <a:rPr lang="en-GB" smtClean="0"/>
              <a:pPr/>
              <a:t>‹#›</a:t>
            </a:fld>
            <a:endParaRPr lang="en-GB"/>
          </a:p>
        </p:txBody>
      </p:sp>
    </p:spTree>
    <p:extLst>
      <p:ext uri="{BB962C8B-B14F-4D97-AF65-F5344CB8AC3E}">
        <p14:creationId xmlns:p14="http://schemas.microsoft.com/office/powerpoint/2010/main" val="651538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tel Only 20pt">
    <p:spTree>
      <p:nvGrpSpPr>
        <p:cNvPr id="1" name=""/>
        <p:cNvGrpSpPr/>
        <p:nvPr/>
      </p:nvGrpSpPr>
      <p:grpSpPr>
        <a:xfrm>
          <a:off x="0" y="0"/>
          <a:ext cx="0" cy="0"/>
          <a:chOff x="0" y="0"/>
          <a:chExt cx="0" cy="0"/>
        </a:xfrm>
      </p:grpSpPr>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623" y="612273"/>
            <a:ext cx="11211277" cy="348878"/>
          </a:xfrm>
        </p:spPr>
        <p:txBody>
          <a:bodyPr anchor="b"/>
          <a:lstStyle>
            <a:lvl1pPr>
              <a:defRPr sz="2667">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p:txBody>
          <a:bodyPr/>
          <a:lstStyle/>
          <a:p>
            <a:fld id="{6AD62AEF-0A88-4D11-BE02-3D67B99F04B6}" type="datetime1">
              <a:rPr lang="en-US" smtClean="0"/>
              <a:t>7/23/2025</a:t>
            </a:fld>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p:txBody>
          <a:bodyPr/>
          <a:lstStyle/>
          <a:p>
            <a:r>
              <a:rPr lang="en-US"/>
              <a:t>Confidential</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p:txBody>
          <a:bodyPr/>
          <a:lstStyle/>
          <a:p>
            <a:fld id="{143B55C4-4F5A-416B-997D-6CE47EB0A945}" type="slidenum">
              <a:rPr lang="en-GB" smtClean="0"/>
              <a:pPr/>
              <a:t>‹#›</a:t>
            </a:fld>
            <a:endParaRPr lang="en-GB"/>
          </a:p>
        </p:txBody>
      </p:sp>
      <p:pic>
        <p:nvPicPr>
          <p:cNvPr id="13" name="Grafik 6">
            <a:extLst>
              <a:ext uri="{FF2B5EF4-FFF2-40B4-BE49-F238E27FC236}">
                <a16:creationId xmlns:a16="http://schemas.microsoft.com/office/drawing/2014/main" id="{D56B6FAB-9ABA-4DFF-B951-BE2618F375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2868483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Titel Only 20pt">
    <p:spTree>
      <p:nvGrpSpPr>
        <p:cNvPr id="1" name=""/>
        <p:cNvGrpSpPr/>
        <p:nvPr/>
      </p:nvGrpSpPr>
      <p:grpSpPr>
        <a:xfrm>
          <a:off x="0" y="0"/>
          <a:ext cx="0" cy="0"/>
          <a:chOff x="0" y="0"/>
          <a:chExt cx="0" cy="0"/>
        </a:xfrm>
      </p:grpSpPr>
      <p:sp>
        <p:nvSpPr>
          <p:cNvPr id="8" name="Titel 7"/>
          <p:cNvSpPr>
            <a:spLocks noGrp="1"/>
          </p:cNvSpPr>
          <p:nvPr>
            <p:ph type="title" hasCustomPrompt="1"/>
          </p:nvPr>
        </p:nvSpPr>
        <p:spPr>
          <a:xfrm>
            <a:off x="490623" y="612273"/>
            <a:ext cx="11211277" cy="348878"/>
          </a:xfrm>
        </p:spPr>
        <p:txBody>
          <a:bodyPr anchor="b"/>
          <a:lstStyle>
            <a:lvl1pPr>
              <a:defRPr sz="2667">
                <a:latin typeface="+mj-lt"/>
              </a:defRPr>
            </a:lvl1pPr>
          </a:lstStyle>
          <a:p>
            <a:r>
              <a:rPr lang="en-GB" noProof="0"/>
              <a:t>Click to add headline</a:t>
            </a:r>
          </a:p>
        </p:txBody>
      </p:sp>
      <p:sp>
        <p:nvSpPr>
          <p:cNvPr id="16" name="Date Placeholder 15">
            <a:extLst>
              <a:ext uri="{FF2B5EF4-FFF2-40B4-BE49-F238E27FC236}">
                <a16:creationId xmlns:a16="http://schemas.microsoft.com/office/drawing/2014/main" id="{0E3CB3DF-C4E2-41FD-BC4C-9EB34E314AB6}"/>
              </a:ext>
            </a:extLst>
          </p:cNvPr>
          <p:cNvSpPr>
            <a:spLocks noGrp="1"/>
          </p:cNvSpPr>
          <p:nvPr>
            <p:ph type="dt" sz="half" idx="10"/>
          </p:nvPr>
        </p:nvSpPr>
        <p:spPr/>
        <p:txBody>
          <a:bodyPr/>
          <a:lstStyle/>
          <a:p>
            <a:fld id="{29391290-1E60-4F5D-82A8-60C02A83ACE1}" type="datetime1">
              <a:rPr lang="en-US" smtClean="0"/>
              <a:t>7/23/2025</a:t>
            </a:fld>
            <a:endParaRPr lang="en-GB"/>
          </a:p>
        </p:txBody>
      </p:sp>
      <p:sp>
        <p:nvSpPr>
          <p:cNvPr id="17" name="Footer Placeholder 16">
            <a:extLst>
              <a:ext uri="{FF2B5EF4-FFF2-40B4-BE49-F238E27FC236}">
                <a16:creationId xmlns:a16="http://schemas.microsoft.com/office/drawing/2014/main" id="{57887DCC-30E8-4322-809F-341792CED1E4}"/>
              </a:ext>
            </a:extLst>
          </p:cNvPr>
          <p:cNvSpPr>
            <a:spLocks noGrp="1"/>
          </p:cNvSpPr>
          <p:nvPr>
            <p:ph type="ftr" sz="quarter" idx="11"/>
          </p:nvPr>
        </p:nvSpPr>
        <p:spPr/>
        <p:txBody>
          <a:bodyPr/>
          <a:lstStyle/>
          <a:p>
            <a:r>
              <a:rPr lang="en-US"/>
              <a:t>Confidential</a:t>
            </a:r>
            <a:endParaRPr lang="en-GB"/>
          </a:p>
        </p:txBody>
      </p:sp>
      <p:sp>
        <p:nvSpPr>
          <p:cNvPr id="18" name="Slide Number Placeholder 17">
            <a:extLst>
              <a:ext uri="{FF2B5EF4-FFF2-40B4-BE49-F238E27FC236}">
                <a16:creationId xmlns:a16="http://schemas.microsoft.com/office/drawing/2014/main" id="{ED169320-B347-4BBF-B67B-71F7DD330C0F}"/>
              </a:ext>
            </a:extLst>
          </p:cNvPr>
          <p:cNvSpPr>
            <a:spLocks noGrp="1"/>
          </p:cNvSpPr>
          <p:nvPr>
            <p:ph type="sldNum" sz="quarter" idx="12"/>
          </p:nvPr>
        </p:nvSpPr>
        <p:spPr/>
        <p:txBody>
          <a:bodyPr/>
          <a:lstStyle/>
          <a:p>
            <a:fld id="{143B55C4-4F5A-416B-997D-6CE47EB0A945}" type="slidenum">
              <a:rPr lang="en-GB" smtClean="0"/>
              <a:pPr/>
              <a:t>‹#›</a:t>
            </a:fld>
            <a:endParaRPr lang="en-GB"/>
          </a:p>
        </p:txBody>
      </p:sp>
      <p:pic>
        <p:nvPicPr>
          <p:cNvPr id="13" name="Grafik 6">
            <a:extLst>
              <a:ext uri="{FF2B5EF4-FFF2-40B4-BE49-F238E27FC236}">
                <a16:creationId xmlns:a16="http://schemas.microsoft.com/office/drawing/2014/main" id="{D56B6FAB-9ABA-4DFF-B951-BE2618F375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2616110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Standard page_05">
    <p:spTree>
      <p:nvGrpSpPr>
        <p:cNvPr id="1" name=""/>
        <p:cNvGrpSpPr/>
        <p:nvPr/>
      </p:nvGrpSpPr>
      <p:grpSpPr>
        <a:xfrm>
          <a:off x="0" y="0"/>
          <a:ext cx="0" cy="0"/>
          <a:chOff x="0" y="0"/>
          <a:chExt cx="0" cy="0"/>
        </a:xfrm>
      </p:grpSpPr>
      <p:sp>
        <p:nvSpPr>
          <p:cNvPr id="4" name="Datumsplatzhalter 3"/>
          <p:cNvSpPr>
            <a:spLocks noGrp="1"/>
          </p:cNvSpPr>
          <p:nvPr>
            <p:ph type="dt" sz="half" idx="12"/>
          </p:nvPr>
        </p:nvSpPr>
        <p:spPr/>
        <p:txBody>
          <a:bodyPr/>
          <a:lstStyle/>
          <a:p>
            <a:fld id="{184DB573-5146-453C-A648-0D3398B8A163}" type="datetime1">
              <a:rPr lang="en-US" noProof="0" smtClean="0"/>
              <a:t>7/23/2025</a:t>
            </a:fld>
            <a:endParaRPr lang="en-GB" noProof="0"/>
          </a:p>
        </p:txBody>
      </p:sp>
      <p:sp>
        <p:nvSpPr>
          <p:cNvPr id="6" name="Fußzeilenplatzhalter 5"/>
          <p:cNvSpPr>
            <a:spLocks noGrp="1"/>
          </p:cNvSpPr>
          <p:nvPr>
            <p:ph type="ftr" sz="quarter" idx="13"/>
          </p:nvPr>
        </p:nvSpPr>
        <p:spPr/>
        <p:txBody>
          <a:bodyPr/>
          <a:lstStyle/>
          <a:p>
            <a:r>
              <a:rPr lang="en-US" noProof="0"/>
              <a:t>Confidential</a:t>
            </a:r>
            <a:endParaRPr lang="en-GB" noProof="0"/>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1" name="Inhaltsplatzhalter 6"/>
          <p:cNvSpPr>
            <a:spLocks noGrp="1"/>
          </p:cNvSpPr>
          <p:nvPr>
            <p:ph sz="quarter" idx="15" hasCustomPrompt="1"/>
          </p:nvPr>
        </p:nvSpPr>
        <p:spPr>
          <a:xfrm>
            <a:off x="2361600" y="1598400"/>
            <a:ext cx="7488000" cy="4526400"/>
          </a:xfrm>
        </p:spPr>
        <p:txBody>
          <a:bodyPr/>
          <a:lstStyle>
            <a:lvl1pPr marL="0" indent="0">
              <a:spcBef>
                <a:spcPts val="800"/>
              </a:spcBef>
              <a:buNone/>
              <a:defRPr>
                <a:latin typeface="+mn-lt"/>
              </a:defRPr>
            </a:lvl1pPr>
            <a:lvl2pPr marL="355591" indent="0">
              <a:buNone/>
              <a:defRPr>
                <a:latin typeface="+mn-lt"/>
              </a:defRPr>
            </a:lvl2pPr>
            <a:lvl3pPr marL="601118" indent="0">
              <a:buNone/>
              <a:defRPr>
                <a:latin typeface="+mn-lt"/>
              </a:defRPr>
            </a:lvl3pPr>
            <a:lvl4pPr marL="838179" indent="0">
              <a:buNone/>
              <a:defRPr>
                <a:latin typeface="+mn-lt"/>
              </a:defRPr>
            </a:lvl4pPr>
            <a:lvl5pPr marL="1075240" indent="0">
              <a:buNone/>
              <a:defRPr>
                <a:latin typeface="+mn-lt"/>
              </a:defRPr>
            </a:lvl5pPr>
          </a:lstStyle>
          <a:p>
            <a:pPr lvl="0"/>
            <a:r>
              <a:rPr lang="en-GB" noProof="0"/>
              <a:t>Click to add text</a:t>
            </a:r>
          </a:p>
        </p:txBody>
      </p:sp>
      <p:pic>
        <p:nvPicPr>
          <p:cNvPr id="12" name="Grafik 6">
            <a:extLst>
              <a:ext uri="{FF2B5EF4-FFF2-40B4-BE49-F238E27FC236}">
                <a16:creationId xmlns:a16="http://schemas.microsoft.com/office/drawing/2014/main" id="{D7E7076B-485A-4369-ACCD-D9A21C2087E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1120896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iagram slide_02">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90101" y="1600202"/>
            <a:ext cx="3912567" cy="3710092"/>
          </a:xfrm>
        </p:spPr>
        <p:txBody>
          <a:bodyPr/>
          <a:lstStyle>
            <a:lvl1pPr>
              <a:defRPr baseline="0"/>
            </a:lvl1pPr>
          </a:lstStyle>
          <a:p>
            <a:pPr lvl="0"/>
            <a:r>
              <a:rPr lang="en-GB" noProof="0"/>
              <a:t>Click to add text</a:t>
            </a:r>
          </a:p>
        </p:txBody>
      </p:sp>
      <p:sp>
        <p:nvSpPr>
          <p:cNvPr id="4" name="Datumsplatzhalter 3"/>
          <p:cNvSpPr>
            <a:spLocks noGrp="1"/>
          </p:cNvSpPr>
          <p:nvPr>
            <p:ph type="dt" sz="half" idx="12"/>
          </p:nvPr>
        </p:nvSpPr>
        <p:spPr/>
        <p:txBody>
          <a:bodyPr/>
          <a:lstStyle/>
          <a:p>
            <a:fld id="{7E22DF30-76B2-4B10-B00C-7388FE258C58}" type="datetime1">
              <a:rPr lang="en-US" noProof="0" smtClean="0"/>
              <a:t>7/23/2025</a:t>
            </a:fld>
            <a:endParaRPr lang="en-GB" noProof="0"/>
          </a:p>
        </p:txBody>
      </p:sp>
      <p:sp>
        <p:nvSpPr>
          <p:cNvPr id="6" name="Fußzeilenplatzhalter 5"/>
          <p:cNvSpPr>
            <a:spLocks noGrp="1"/>
          </p:cNvSpPr>
          <p:nvPr>
            <p:ph type="ftr" sz="quarter" idx="13"/>
          </p:nvPr>
        </p:nvSpPr>
        <p:spPr/>
        <p:txBody>
          <a:bodyPr/>
          <a:lstStyle/>
          <a:p>
            <a:r>
              <a:rPr lang="en-US" noProof="0"/>
              <a:t>Confidential</a:t>
            </a:r>
            <a:endParaRPr lang="en-GB" noProof="0"/>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387429"/>
            <a:ext cx="11211800" cy="418576"/>
          </a:xfrm>
        </p:spPr>
        <p:txBody>
          <a:bodyPr/>
          <a:lstStyle/>
          <a:p>
            <a:r>
              <a:rPr lang="en-GB" noProof="0"/>
              <a:t>Click to add headline</a:t>
            </a:r>
          </a:p>
        </p:txBody>
      </p:sp>
      <p:pic>
        <p:nvPicPr>
          <p:cNvPr id="11" name="Grafik 6">
            <a:extLst>
              <a:ext uri="{FF2B5EF4-FFF2-40B4-BE49-F238E27FC236}">
                <a16:creationId xmlns:a16="http://schemas.microsoft.com/office/drawing/2014/main" id="{3393933D-9300-4794-8EDF-1BAA7CFF739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3665447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C37F1BEF-6C94-48F6-984C-5BA1A4FFBB99}" type="datetime1">
              <a:rPr lang="en-US" noProof="0" smtClean="0"/>
              <a:t>7/23/2025</a:t>
            </a:fld>
            <a:endParaRPr lang="en-GB" noProof="0"/>
          </a:p>
        </p:txBody>
      </p:sp>
      <p:sp>
        <p:nvSpPr>
          <p:cNvPr id="3" name="Fußzeilenplatzhalter 2"/>
          <p:cNvSpPr>
            <a:spLocks noGrp="1"/>
          </p:cNvSpPr>
          <p:nvPr>
            <p:ph type="ftr" sz="quarter" idx="11"/>
          </p:nvPr>
        </p:nvSpPr>
        <p:spPr/>
        <p:txBody>
          <a:bodyPr/>
          <a:lstStyle/>
          <a:p>
            <a:r>
              <a:rPr lang="en-US" noProof="0"/>
              <a:t>Confidential</a:t>
            </a:r>
            <a:endParaRPr lang="en-GB" noProof="0"/>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9" name="Grafik 6">
            <a:extLst>
              <a:ext uri="{FF2B5EF4-FFF2-40B4-BE49-F238E27FC236}">
                <a16:creationId xmlns:a16="http://schemas.microsoft.com/office/drawing/2014/main" id="{FF072EF7-A9BF-4AD8-BBED-A19992A1390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22442485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Circle segment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F7D2FCB2-D38E-48E5-B289-3C641F3F9F55}" type="datetime1">
              <a:rPr lang="en-US" smtClean="0"/>
              <a:t>7/23/2025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rgbClr val="1F497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3"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2" name="Grafik 6">
            <a:extLst>
              <a:ext uri="{FF2B5EF4-FFF2-40B4-BE49-F238E27FC236}">
                <a16:creationId xmlns:a16="http://schemas.microsoft.com/office/drawing/2014/main" id="{DF0E7695-4F43-4EE7-963E-76FE6CBE5F3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36368469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Circle segment_02">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7E74F134-301E-4F0F-B5E8-77DA2641C1EF}" type="datetime1">
              <a:rPr lang="en-US" smtClean="0"/>
              <a:t>7/23/2025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73164AE3-231F-4C4D-8CA4-567AA240003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35771870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Circle segment_03">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F05B5DCD-FE2D-4CE2-BFE2-ACFF26C3637B}" type="datetime1">
              <a:rPr lang="en-US" smtClean="0"/>
              <a:t>7/23/2025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755B95F1-4984-4D55-BCED-41295408934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4149597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Circle segment_04">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C728A356-4994-45DE-B196-68883C65C824}" type="datetime1">
              <a:rPr lang="en-US" smtClean="0"/>
              <a:t>7/23/2025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F2F6B163-49E8-4974-9780-8CB6AE6F18B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2721344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Circle segment_05">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F831E99-82A4-4651-A184-D064A1E395C5}" type="datetime1">
              <a:rPr lang="en-US" smtClean="0"/>
              <a:t>7/23/2025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3BBD0AA3-94CE-47A1-BAC6-D2B0ECC3081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3816141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Circle segment_06">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6A40A984-815E-4C86-8EF6-9084578C022F}" type="datetime1">
              <a:rPr lang="en-US" smtClean="0"/>
              <a:t>7/23/2025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sp>
        <p:nvSpPr>
          <p:cNvPr id="14"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a:extLst>
              <a:ext uri="{FF2B5EF4-FFF2-40B4-BE49-F238E27FC236}">
                <a16:creationId xmlns:a16="http://schemas.microsoft.com/office/drawing/2014/main" id="{8288A59C-63A5-4CD0-8236-4AF96E3F93D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1443904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Circle segment_07">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C436BA60-A581-4A0D-AFBA-AAF428EA5368}" type="datetime1">
              <a:rPr lang="en-US" smtClean="0"/>
              <a:t>7/23/2025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2" y="974966"/>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3" name="Inhaltsplatzhalter 11"/>
          <p:cNvSpPr>
            <a:spLocks noGrp="1"/>
          </p:cNvSpPr>
          <p:nvPr>
            <p:ph sz="quarter" idx="14" hasCustomPrompt="1"/>
          </p:nvPr>
        </p:nvSpPr>
        <p:spPr>
          <a:xfrm>
            <a:off x="5131199"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sp>
        <p:nvSpPr>
          <p:cNvPr id="12" name="Titel 7"/>
          <p:cNvSpPr>
            <a:spLocks noGrp="1"/>
          </p:cNvSpPr>
          <p:nvPr>
            <p:ph type="title" hasCustomPrompt="1"/>
          </p:nvPr>
        </p:nvSpPr>
        <p:spPr>
          <a:xfrm>
            <a:off x="490100" y="387429"/>
            <a:ext cx="11211800" cy="418576"/>
          </a:xfrm>
        </p:spPr>
        <p:txBody>
          <a:bodyPr/>
          <a:lstStyle/>
          <a:p>
            <a:r>
              <a:rPr lang="en-GB" noProof="0"/>
              <a:t>Click to add headline</a:t>
            </a:r>
          </a:p>
        </p:txBody>
      </p:sp>
      <p:pic>
        <p:nvPicPr>
          <p:cNvPr id="14" name="Grafik 6">
            <a:extLst>
              <a:ext uri="{FF2B5EF4-FFF2-40B4-BE49-F238E27FC236}">
                <a16:creationId xmlns:a16="http://schemas.microsoft.com/office/drawing/2014/main" id="{490AF8E5-BD09-4F34-8613-8E6AF052FB6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1233634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Closing chart english">
    <p:spTree>
      <p:nvGrpSpPr>
        <p:cNvPr id="1" name=""/>
        <p:cNvGrpSpPr/>
        <p:nvPr/>
      </p:nvGrpSpPr>
      <p:grpSpPr>
        <a:xfrm>
          <a:off x="0" y="0"/>
          <a:ext cx="0" cy="0"/>
          <a:chOff x="0" y="0"/>
          <a:chExt cx="0" cy="0"/>
        </a:xfrm>
      </p:grpSpPr>
      <p:sp>
        <p:nvSpPr>
          <p:cNvPr id="34" name="Rechteck 33"/>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490100" y="5313971"/>
            <a:ext cx="6168933" cy="1025602"/>
          </a:xfrm>
          <a:prstGeom prst="rect">
            <a:avLst/>
          </a:prstGeom>
          <a:noFill/>
        </p:spPr>
        <p:txBody>
          <a:bodyPr wrap="square" lIns="0" tIns="0" rIns="0" bIns="0" rtlCol="0">
            <a:spAutoFit/>
          </a:bodyPr>
          <a:lstStyle/>
          <a:p>
            <a:pPr algn="just"/>
            <a:r>
              <a:rPr lang="de-DE" sz="1333">
                <a:solidFill>
                  <a:srgbClr val="1F497D"/>
                </a:solidFill>
                <a:latin typeface="BISansOpti"/>
                <a:cs typeface="BISansOpti"/>
              </a:rPr>
              <a:t>© Boehringer Ingelheim International GmbH 2017</a:t>
            </a:r>
          </a:p>
          <a:p>
            <a:pPr algn="just"/>
            <a:r>
              <a:rPr lang="de-DE" sz="1333">
                <a:solidFill>
                  <a:srgbClr val="1F497D"/>
                </a:solidFill>
                <a:latin typeface="BISansOpti"/>
                <a:cs typeface="BISansOpti"/>
              </a:rPr>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3" name="Freeform 1"/>
          <p:cNvSpPr>
            <a:spLocks noChangeAspect="1" noChangeArrowheads="1"/>
          </p:cNvSpPr>
          <p:nvPr userDrawn="1"/>
        </p:nvSpPr>
        <p:spPr bwMode="auto">
          <a:xfrm>
            <a:off x="490102" y="1644786"/>
            <a:ext cx="479996" cy="479996"/>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2400">
              <a:solidFill>
                <a:srgbClr val="123563"/>
              </a:solidFill>
              <a:latin typeface="BISansOpti"/>
            </a:endParaRPr>
          </a:p>
        </p:txBody>
      </p:sp>
      <p:sp>
        <p:nvSpPr>
          <p:cNvPr id="14" name="Freeform 2"/>
          <p:cNvSpPr>
            <a:spLocks noChangeAspect="1" noChangeArrowheads="1"/>
          </p:cNvSpPr>
          <p:nvPr userDrawn="1"/>
        </p:nvSpPr>
        <p:spPr bwMode="auto">
          <a:xfrm>
            <a:off x="1360311" y="1680736"/>
            <a:ext cx="528000" cy="431205"/>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2400">
              <a:latin typeface="BISansOpti"/>
            </a:endParaRPr>
          </a:p>
        </p:txBody>
      </p:sp>
      <p:sp>
        <p:nvSpPr>
          <p:cNvPr id="15" name="Freeform 2"/>
          <p:cNvSpPr>
            <a:spLocks noChangeAspect="1" noChangeArrowheads="1"/>
          </p:cNvSpPr>
          <p:nvPr userDrawn="1"/>
        </p:nvSpPr>
        <p:spPr bwMode="auto">
          <a:xfrm>
            <a:off x="2201975" y="1708046"/>
            <a:ext cx="480000" cy="359193"/>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2400">
              <a:latin typeface="BISansOpti"/>
            </a:endParaRPr>
          </a:p>
        </p:txBody>
      </p:sp>
      <p:sp>
        <p:nvSpPr>
          <p:cNvPr id="16" name="Freeform 2"/>
          <p:cNvSpPr>
            <a:spLocks noChangeAspect="1" noChangeArrowheads="1"/>
          </p:cNvSpPr>
          <p:nvPr userDrawn="1"/>
        </p:nvSpPr>
        <p:spPr bwMode="auto">
          <a:xfrm>
            <a:off x="3083275" y="1653427"/>
            <a:ext cx="383999" cy="495188"/>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2400">
              <a:latin typeface="BISansOpti"/>
            </a:endParaRPr>
          </a:p>
        </p:txBody>
      </p:sp>
      <p:sp>
        <p:nvSpPr>
          <p:cNvPr id="17" name="Freeform 2"/>
          <p:cNvSpPr>
            <a:spLocks noChangeAspect="1" noChangeArrowheads="1"/>
          </p:cNvSpPr>
          <p:nvPr userDrawn="1"/>
        </p:nvSpPr>
        <p:spPr bwMode="auto">
          <a:xfrm>
            <a:off x="3887066" y="1696075"/>
            <a:ext cx="431999" cy="431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2400">
              <a:latin typeface="BISansOpti"/>
            </a:endParaRPr>
          </a:p>
        </p:txBody>
      </p:sp>
      <p:sp>
        <p:nvSpPr>
          <p:cNvPr id="7" name="Textplatzhalter 6"/>
          <p:cNvSpPr>
            <a:spLocks noGrp="1"/>
          </p:cNvSpPr>
          <p:nvPr>
            <p:ph type="body" sz="quarter" idx="10" hasCustomPrompt="1"/>
          </p:nvPr>
        </p:nvSpPr>
        <p:spPr>
          <a:xfrm>
            <a:off x="9441600" y="345600"/>
            <a:ext cx="2304000" cy="4800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1" i="0" baseline="0">
                <a:solidFill>
                  <a:schemeClr val="accent1"/>
                </a:solidFill>
                <a:latin typeface="BISansOpti"/>
                <a:cs typeface="BISansOpti"/>
              </a:defRPr>
            </a:lvl1pPr>
          </a:lstStyle>
          <a:p>
            <a:pPr marL="0" marR="0" lvl="0" indent="0" algn="l" defTabSz="121917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sz="1333" b="1">
                <a:solidFill>
                  <a:srgbClr val="123563"/>
                </a:solidFill>
              </a:rPr>
              <a:t>Company Name</a:t>
            </a:r>
          </a:p>
          <a:p>
            <a:pPr lvl="0"/>
            <a:endParaRPr lang="de-DE"/>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Telephone number</a:t>
            </a:r>
          </a:p>
        </p:txBody>
      </p:sp>
      <p:sp>
        <p:nvSpPr>
          <p:cNvPr id="19" name="Textfeld 18"/>
          <p:cNvSpPr txBox="1"/>
          <p:nvPr userDrawn="1"/>
        </p:nvSpPr>
        <p:spPr>
          <a:xfrm>
            <a:off x="9441601" y="1463709"/>
            <a:ext cx="249107" cy="205121"/>
          </a:xfrm>
          <a:prstGeom prst="rect">
            <a:avLst/>
          </a:prstGeom>
          <a:noFill/>
        </p:spPr>
        <p:txBody>
          <a:bodyPr wrap="none" lIns="0" tIns="0" rIns="0" bIns="0" rtlCol="0">
            <a:spAutoFit/>
          </a:bodyPr>
          <a:lstStyle/>
          <a:p>
            <a:r>
              <a:rPr lang="de-DE" sz="1333">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fax machine</a:t>
            </a:r>
          </a:p>
        </p:txBody>
      </p:sp>
      <p:sp>
        <p:nvSpPr>
          <p:cNvPr id="29" name="Textfeld 28"/>
          <p:cNvSpPr txBox="1"/>
          <p:nvPr userDrawn="1"/>
        </p:nvSpPr>
        <p:spPr>
          <a:xfrm>
            <a:off x="9441600" y="1675201"/>
            <a:ext cx="288412" cy="205121"/>
          </a:xfrm>
          <a:prstGeom prst="rect">
            <a:avLst/>
          </a:prstGeom>
          <a:noFill/>
        </p:spPr>
        <p:txBody>
          <a:bodyPr wrap="none" lIns="0" tIns="0" rIns="0" bIns="0" rtlCol="0">
            <a:spAutoFit/>
          </a:bodyPr>
          <a:lstStyle/>
          <a:p>
            <a:r>
              <a:rPr lang="de-DE" sz="1333">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489600" y="2760001"/>
            <a:ext cx="7166400" cy="472017"/>
          </a:xfrm>
        </p:spPr>
        <p:txBody>
          <a:bodyPr/>
          <a:lstStyle>
            <a:lvl1pPr marL="0" indent="0">
              <a:buNone/>
              <a:defRPr baseline="0">
                <a:solidFill>
                  <a:srgbClr val="003366"/>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489600" y="3233728"/>
            <a:ext cx="7166400" cy="1881600"/>
          </a:xfrm>
        </p:spPr>
        <p:txBody>
          <a:bodyPr/>
          <a:lstStyle>
            <a:lvl1pPr marL="0" indent="0">
              <a:spcBef>
                <a:spcPts val="0"/>
              </a:spcBef>
              <a:buNone/>
              <a:defRPr sz="2400" baseline="0">
                <a:solidFill>
                  <a:schemeClr val="accent2"/>
                </a:solidFill>
                <a:latin typeface="BISansOpti"/>
                <a:cs typeface="BISansOpti"/>
              </a:defRPr>
            </a:lvl1pPr>
          </a:lstStyle>
          <a:p>
            <a:pPr lvl="0"/>
            <a:r>
              <a:rPr lang="en-GB" noProof="0"/>
              <a:t>Insert your domains here</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1840069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Closing chart german">
    <p:spTree>
      <p:nvGrpSpPr>
        <p:cNvPr id="1" name=""/>
        <p:cNvGrpSpPr/>
        <p:nvPr/>
      </p:nvGrpSpPr>
      <p:grpSpPr>
        <a:xfrm>
          <a:off x="0" y="0"/>
          <a:ext cx="0" cy="0"/>
          <a:chOff x="0" y="0"/>
          <a:chExt cx="0" cy="0"/>
        </a:xfrm>
      </p:grpSpPr>
      <p:sp>
        <p:nvSpPr>
          <p:cNvPr id="23" name="Rechteck 22"/>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1"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490100" y="5313971"/>
            <a:ext cx="6168933" cy="1230722"/>
          </a:xfrm>
          <a:prstGeom prst="rect">
            <a:avLst/>
          </a:prstGeom>
          <a:noFill/>
        </p:spPr>
        <p:txBody>
          <a:bodyPr wrap="square" lIns="0" tIns="0" rIns="0" bIns="0" rtlCol="0">
            <a:spAutoFit/>
          </a:bodyPr>
          <a:lstStyle/>
          <a:p>
            <a:pPr algn="just"/>
            <a:r>
              <a:rPr lang="de-DE" sz="1333">
                <a:solidFill>
                  <a:srgbClr val="1F497D"/>
                </a:solidFill>
                <a:latin typeface="BISansOpti"/>
                <a:cs typeface="BISansOpti"/>
              </a:rPr>
              <a:t>© Boehringer Ingelheim International GmbH 2017</a:t>
            </a:r>
          </a:p>
          <a:p>
            <a:pPr algn="just"/>
            <a:r>
              <a:rPr lang="de-DE" sz="1333">
                <a:solidFill>
                  <a:srgbClr val="1F497D"/>
                </a:solidFill>
                <a:latin typeface="BISansOpti"/>
                <a:cs typeface="BISansOpti"/>
              </a:rPr>
              <a:t>Diese Präsentation und ihre Inhalte sind Eigentum von Boehringer Ingelheim (Drittquellen sind angegeben) und unterliegen insbesondere dem Urheberrecht. Die komplette oder auszugsweise Weitergabe an Dritte sowie die Vervielfältigung, Wiedergabe und Veröffentlichung oder andere Verwendung durch Dritte ist nicht gestattet.</a:t>
            </a:r>
          </a:p>
        </p:txBody>
      </p:sp>
      <p:sp>
        <p:nvSpPr>
          <p:cNvPr id="13" name="Freeform 1"/>
          <p:cNvSpPr>
            <a:spLocks noChangeAspect="1" noChangeArrowheads="1"/>
          </p:cNvSpPr>
          <p:nvPr userDrawn="1"/>
        </p:nvSpPr>
        <p:spPr bwMode="auto">
          <a:xfrm>
            <a:off x="490102" y="1644786"/>
            <a:ext cx="479996" cy="479996"/>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2400">
              <a:solidFill>
                <a:srgbClr val="123563"/>
              </a:solidFill>
              <a:latin typeface="BISansOpti"/>
            </a:endParaRPr>
          </a:p>
        </p:txBody>
      </p:sp>
      <p:sp>
        <p:nvSpPr>
          <p:cNvPr id="14" name="Freeform 2"/>
          <p:cNvSpPr>
            <a:spLocks noChangeAspect="1" noChangeArrowheads="1"/>
          </p:cNvSpPr>
          <p:nvPr userDrawn="1"/>
        </p:nvSpPr>
        <p:spPr bwMode="auto">
          <a:xfrm>
            <a:off x="1360311" y="1680736"/>
            <a:ext cx="528000" cy="431205"/>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2400">
              <a:latin typeface="BISansOpti"/>
            </a:endParaRPr>
          </a:p>
        </p:txBody>
      </p:sp>
      <p:sp>
        <p:nvSpPr>
          <p:cNvPr id="15" name="Freeform 2"/>
          <p:cNvSpPr>
            <a:spLocks noChangeAspect="1" noChangeArrowheads="1"/>
          </p:cNvSpPr>
          <p:nvPr userDrawn="1"/>
        </p:nvSpPr>
        <p:spPr bwMode="auto">
          <a:xfrm>
            <a:off x="2201975" y="1708046"/>
            <a:ext cx="480000" cy="359193"/>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2400">
              <a:latin typeface="BISansOpti"/>
            </a:endParaRPr>
          </a:p>
        </p:txBody>
      </p:sp>
      <p:sp>
        <p:nvSpPr>
          <p:cNvPr id="16" name="Freeform 2"/>
          <p:cNvSpPr>
            <a:spLocks noChangeAspect="1" noChangeArrowheads="1"/>
          </p:cNvSpPr>
          <p:nvPr userDrawn="1"/>
        </p:nvSpPr>
        <p:spPr bwMode="auto">
          <a:xfrm>
            <a:off x="3083275" y="1653427"/>
            <a:ext cx="383999" cy="495188"/>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2400">
              <a:latin typeface="BISansOpti"/>
            </a:endParaRPr>
          </a:p>
        </p:txBody>
      </p:sp>
      <p:sp>
        <p:nvSpPr>
          <p:cNvPr id="17" name="Freeform 2"/>
          <p:cNvSpPr>
            <a:spLocks noChangeAspect="1" noChangeArrowheads="1"/>
          </p:cNvSpPr>
          <p:nvPr userDrawn="1"/>
        </p:nvSpPr>
        <p:spPr bwMode="auto">
          <a:xfrm>
            <a:off x="3887066" y="1696075"/>
            <a:ext cx="431999" cy="431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2400">
              <a:latin typeface="BISansOpti"/>
            </a:endParaRPr>
          </a:p>
        </p:txBody>
      </p:sp>
      <p:sp>
        <p:nvSpPr>
          <p:cNvPr id="7" name="Textplatzhalter 6"/>
          <p:cNvSpPr>
            <a:spLocks noGrp="1"/>
          </p:cNvSpPr>
          <p:nvPr>
            <p:ph type="body" sz="quarter" idx="10" hasCustomPrompt="1"/>
          </p:nvPr>
        </p:nvSpPr>
        <p:spPr>
          <a:xfrm>
            <a:off x="9441600" y="345600"/>
            <a:ext cx="2304000" cy="4800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1" i="0" baseline="0">
                <a:solidFill>
                  <a:schemeClr val="accent1"/>
                </a:solidFill>
                <a:latin typeface="BISansOpti"/>
                <a:cs typeface="BISansOpti"/>
              </a:defRPr>
            </a:lvl1pPr>
          </a:lstStyle>
          <a:p>
            <a:pPr marL="0" marR="0" lvl="0" indent="0" algn="l" defTabSz="121917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sz="1333" b="1">
                <a:solidFill>
                  <a:srgbClr val="123563"/>
                </a:solidFill>
              </a:rPr>
              <a:t>Firmenbezeichnung</a:t>
            </a:r>
          </a:p>
          <a:p>
            <a:pPr lvl="0"/>
            <a:endParaRPr lang="de-DE"/>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PLZ / Ort</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Telefonnummer</a:t>
            </a:r>
          </a:p>
        </p:txBody>
      </p:sp>
      <p:sp>
        <p:nvSpPr>
          <p:cNvPr id="19" name="Textfeld 18"/>
          <p:cNvSpPr txBox="1"/>
          <p:nvPr userDrawn="1"/>
        </p:nvSpPr>
        <p:spPr>
          <a:xfrm>
            <a:off x="9441601" y="1463709"/>
            <a:ext cx="249107" cy="205121"/>
          </a:xfrm>
          <a:prstGeom prst="rect">
            <a:avLst/>
          </a:prstGeom>
          <a:noFill/>
        </p:spPr>
        <p:txBody>
          <a:bodyPr wrap="none" lIns="0" tIns="0" rIns="0" bIns="0" rtlCol="0">
            <a:spAutoFit/>
          </a:bodyPr>
          <a:lstStyle/>
          <a:p>
            <a:r>
              <a:rPr lang="de-DE" sz="1333">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Fax-Nummer</a:t>
            </a:r>
          </a:p>
        </p:txBody>
      </p:sp>
      <p:sp>
        <p:nvSpPr>
          <p:cNvPr id="29" name="Textfeld 28"/>
          <p:cNvSpPr txBox="1"/>
          <p:nvPr userDrawn="1"/>
        </p:nvSpPr>
        <p:spPr>
          <a:xfrm>
            <a:off x="9441600" y="1675201"/>
            <a:ext cx="288412" cy="205121"/>
          </a:xfrm>
          <a:prstGeom prst="rect">
            <a:avLst/>
          </a:prstGeom>
          <a:noFill/>
        </p:spPr>
        <p:txBody>
          <a:bodyPr wrap="none" lIns="0" tIns="0" rIns="0" bIns="0" rtlCol="0">
            <a:spAutoFit/>
          </a:bodyPr>
          <a:lstStyle/>
          <a:p>
            <a:r>
              <a:rPr lang="de-DE" sz="1333">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Website-Adresse</a:t>
            </a:r>
          </a:p>
        </p:txBody>
      </p:sp>
      <p:sp>
        <p:nvSpPr>
          <p:cNvPr id="21" name="Textplatzhalter 20"/>
          <p:cNvSpPr>
            <a:spLocks noGrp="1"/>
          </p:cNvSpPr>
          <p:nvPr>
            <p:ph type="body" sz="quarter" idx="18" hasCustomPrompt="1"/>
          </p:nvPr>
        </p:nvSpPr>
        <p:spPr>
          <a:xfrm>
            <a:off x="489600" y="2760001"/>
            <a:ext cx="7166400" cy="472017"/>
          </a:xfrm>
        </p:spPr>
        <p:txBody>
          <a:bodyPr/>
          <a:lstStyle>
            <a:lvl1pPr marL="0" indent="0">
              <a:buNone/>
              <a:defRPr baseline="0">
                <a:solidFill>
                  <a:srgbClr val="003366"/>
                </a:solidFill>
                <a:latin typeface="BISansOpti"/>
                <a:cs typeface="BISansOpti"/>
              </a:defRPr>
            </a:lvl1pPr>
          </a:lstStyle>
          <a:p>
            <a:pPr lvl="0"/>
            <a:r>
              <a:rPr lang="de-DE" noProof="0"/>
              <a:t>Überschrift für weitere Informationen:</a:t>
            </a:r>
          </a:p>
        </p:txBody>
      </p:sp>
      <p:sp>
        <p:nvSpPr>
          <p:cNvPr id="33" name="Textplatzhalter 20"/>
          <p:cNvSpPr>
            <a:spLocks noGrp="1"/>
          </p:cNvSpPr>
          <p:nvPr>
            <p:ph type="body" sz="quarter" idx="19" hasCustomPrompt="1"/>
          </p:nvPr>
        </p:nvSpPr>
        <p:spPr>
          <a:xfrm>
            <a:off x="489600" y="3233728"/>
            <a:ext cx="7166400" cy="1881600"/>
          </a:xfrm>
        </p:spPr>
        <p:txBody>
          <a:bodyPr/>
          <a:lstStyle>
            <a:lvl1pPr marL="0" indent="0">
              <a:spcBef>
                <a:spcPts val="0"/>
              </a:spcBef>
              <a:buNone/>
              <a:defRPr sz="2400" baseline="0">
                <a:solidFill>
                  <a:schemeClr val="accent2"/>
                </a:solidFill>
                <a:latin typeface="BISansOpti"/>
                <a:cs typeface="BISansOpti"/>
              </a:defRPr>
            </a:lvl1pPr>
          </a:lstStyle>
          <a:p>
            <a:pPr lvl="0"/>
            <a:r>
              <a:rPr lang="de-DE"/>
              <a:t>Fügen Sie hier die Website-Adressen ein</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0" y="5889117"/>
            <a:ext cx="1679601" cy="508800"/>
          </a:xfrm>
          <a:prstGeom prst="rect">
            <a:avLst/>
          </a:prstGeom>
        </p:spPr>
      </p:pic>
    </p:spTree>
    <p:extLst>
      <p:ext uri="{BB962C8B-B14F-4D97-AF65-F5344CB8AC3E}">
        <p14:creationId xmlns:p14="http://schemas.microsoft.com/office/powerpoint/2010/main" val="3127857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2" y="2654884"/>
            <a:ext cx="7845825" cy="984885"/>
          </a:xfrm>
        </p:spPr>
        <p:txBody>
          <a:bodyPr wrap="square" lIns="0">
            <a:spAutoFit/>
          </a:bodyPr>
          <a:lstStyle>
            <a:lvl1pPr>
              <a:defRPr sz="6400" baseline="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490101" y="4763672"/>
            <a:ext cx="7845825" cy="492443"/>
          </a:xfrm>
        </p:spPr>
        <p:txBody>
          <a:bodyPr wrap="square">
            <a:spAutoFit/>
          </a:bodyPr>
          <a:lstStyle>
            <a:lvl1pPr marL="0" indent="0" algn="l">
              <a:buNone/>
              <a:defRPr sz="3200" b="0" i="0" baseline="0">
                <a:solidFill>
                  <a:srgbClr val="003366"/>
                </a:solidFill>
                <a:latin typeface="BISansOptiCond"/>
                <a:cs typeface="BISansOptiCond"/>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GB" noProof="0"/>
              <a:t>Click to add subtitle</a:t>
            </a:r>
          </a:p>
        </p:txBody>
      </p:sp>
      <p:cxnSp>
        <p:nvCxnSpPr>
          <p:cNvPr id="10" name="Gerade Verbindung 9"/>
          <p:cNvCxnSpPr/>
          <p:nvPr userDrawn="1"/>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9"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2378509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Title page_02">
    <p:spTree>
      <p:nvGrpSpPr>
        <p:cNvPr id="1" name=""/>
        <p:cNvGrpSpPr/>
        <p:nvPr/>
      </p:nvGrpSpPr>
      <p:grpSpPr>
        <a:xfrm>
          <a:off x="0" y="0"/>
          <a:ext cx="0" cy="0"/>
          <a:chOff x="0" y="0"/>
          <a:chExt cx="0" cy="0"/>
        </a:xfrm>
      </p:grpSpPr>
      <p:sp>
        <p:nvSpPr>
          <p:cNvPr id="13" name="Rechteck 12"/>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4"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1" y="2654884"/>
            <a:ext cx="7166475" cy="984885"/>
          </a:xfrm>
        </p:spPr>
        <p:txBody>
          <a:bodyPr wrap="square">
            <a:spAutoFit/>
          </a:bodyPr>
          <a:lstStyle>
            <a:lvl1pPr>
              <a:defRPr sz="6400">
                <a:solidFill>
                  <a:srgbClr val="003366"/>
                </a:solidFill>
              </a:defRPr>
            </a:lvl1pPr>
          </a:lstStyle>
          <a:p>
            <a:r>
              <a:rPr lang="en-GB" noProof="0"/>
              <a:t>Click to add title</a:t>
            </a:r>
          </a:p>
        </p:txBody>
      </p:sp>
      <p:sp>
        <p:nvSpPr>
          <p:cNvPr id="3" name="Untertitel 2"/>
          <p:cNvSpPr>
            <a:spLocks noGrp="1"/>
          </p:cNvSpPr>
          <p:nvPr>
            <p:ph type="subTitle" idx="1" hasCustomPrompt="1"/>
          </p:nvPr>
        </p:nvSpPr>
        <p:spPr>
          <a:xfrm>
            <a:off x="490101" y="4763672"/>
            <a:ext cx="7166475" cy="492443"/>
          </a:xfrm>
        </p:spPr>
        <p:txBody>
          <a:bodyPr wrap="square">
            <a:spAutoFit/>
          </a:bodyPr>
          <a:lstStyle>
            <a:lvl1pPr marL="0" indent="0" algn="l">
              <a:buNone/>
              <a:defRPr sz="3200" b="0" i="0">
                <a:solidFill>
                  <a:srgbClr val="003366"/>
                </a:solidFill>
                <a:latin typeface="BISansOptiCond"/>
                <a:cs typeface="BISansOptiCond"/>
              </a:defRPr>
            </a:lvl1pPr>
            <a:lvl2pPr marL="609570" indent="0" algn="ctr">
              <a:buNone/>
              <a:defRPr>
                <a:solidFill>
                  <a:schemeClr val="tx1">
                    <a:tint val="75000"/>
                  </a:schemeClr>
                </a:solidFill>
              </a:defRPr>
            </a:lvl2pPr>
            <a:lvl3pPr marL="1219140" indent="0" algn="ctr">
              <a:buNone/>
              <a:defRPr>
                <a:solidFill>
                  <a:schemeClr val="tx1">
                    <a:tint val="75000"/>
                  </a:schemeClr>
                </a:solidFill>
              </a:defRPr>
            </a:lvl3pPr>
            <a:lvl4pPr marL="1828709" indent="0" algn="ctr">
              <a:buNone/>
              <a:defRPr>
                <a:solidFill>
                  <a:schemeClr val="tx1">
                    <a:tint val="75000"/>
                  </a:schemeClr>
                </a:solidFill>
              </a:defRPr>
            </a:lvl4pPr>
            <a:lvl5pPr marL="2438278" indent="0" algn="ctr">
              <a:buNone/>
              <a:defRPr>
                <a:solidFill>
                  <a:schemeClr val="tx1">
                    <a:tint val="75000"/>
                  </a:schemeClr>
                </a:solidFill>
              </a:defRPr>
            </a:lvl5pPr>
            <a:lvl6pPr marL="3047848" indent="0" algn="ctr">
              <a:buNone/>
              <a:defRPr>
                <a:solidFill>
                  <a:schemeClr val="tx1">
                    <a:tint val="75000"/>
                  </a:schemeClr>
                </a:solidFill>
              </a:defRPr>
            </a:lvl6pPr>
            <a:lvl7pPr marL="3657418" indent="0" algn="ctr">
              <a:buNone/>
              <a:defRPr>
                <a:solidFill>
                  <a:schemeClr val="tx1">
                    <a:tint val="75000"/>
                  </a:schemeClr>
                </a:solidFill>
              </a:defRPr>
            </a:lvl7pPr>
            <a:lvl8pPr marL="4266987" indent="0" algn="ctr">
              <a:buNone/>
              <a:defRPr>
                <a:solidFill>
                  <a:schemeClr val="tx1">
                    <a:tint val="75000"/>
                  </a:schemeClr>
                </a:solidFill>
              </a:defRPr>
            </a:lvl8pPr>
            <a:lvl9pPr marL="4876557" indent="0" algn="ctr">
              <a:buNone/>
              <a:defRPr>
                <a:solidFill>
                  <a:schemeClr val="tx1">
                    <a:tint val="75000"/>
                  </a:schemeClr>
                </a:solidFill>
              </a:defRPr>
            </a:lvl9pPr>
          </a:lstStyle>
          <a:p>
            <a:r>
              <a:rPr lang="en-GB" noProof="0"/>
              <a:t>Click to add subtitle</a:t>
            </a:r>
          </a:p>
        </p:txBody>
      </p:sp>
      <p:cxnSp>
        <p:nvCxnSpPr>
          <p:cNvPr id="11" name="Gerade Verbindung 10"/>
          <p:cNvCxnSpPr/>
          <p:nvPr userDrawn="1"/>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7724524" y="372716"/>
            <a:ext cx="3014400" cy="30144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4000" b="0" i="0" dirty="0">
                <a:solidFill>
                  <a:schemeClr val="bg1"/>
                </a:solidFill>
                <a:latin typeface="BISansOptiCond"/>
                <a:cs typeface="BISansOptiCond"/>
              </a:defRPr>
            </a:lvl1pPr>
          </a:lstStyle>
          <a:p>
            <a:pPr marL="0" lvl="0" algn="ctr"/>
            <a:r>
              <a:rPr lang="en-GB" noProof="0"/>
              <a:t>Add. info [font size variable]</a:t>
            </a:r>
          </a:p>
        </p:txBody>
      </p:sp>
      <p:pic>
        <p:nvPicPr>
          <p:cNvPr id="10"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25847420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4" y="2640131"/>
            <a:ext cx="10980424" cy="984885"/>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3718149"/>
            <a:ext cx="5412315"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3250271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Chapter title_02">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6" y="2640129"/>
            <a:ext cx="5412316" cy="1969771"/>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4623796"/>
            <a:ext cx="5412315"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hasCustomPrompt="1"/>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3200" b="0" i="0" baseline="0">
                <a:solidFill>
                  <a:srgbClr val="003366"/>
                </a:solidFill>
                <a:latin typeface="BISansOptiCond"/>
                <a:cs typeface="BISansOptiCond"/>
              </a:defRPr>
            </a:lvl1pPr>
          </a:lstStyle>
          <a:p>
            <a:pPr lvl="0"/>
            <a:r>
              <a:rPr lang="en-GB" noProof="0"/>
              <a:t>Click to add text</a:t>
            </a:r>
          </a:p>
        </p:txBody>
      </p:sp>
      <p:pic>
        <p:nvPicPr>
          <p:cNvPr id="9"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196812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hapter title_03">
    <p:spTree>
      <p:nvGrpSpPr>
        <p:cNvPr id="1" name=""/>
        <p:cNvGrpSpPr/>
        <p:nvPr/>
      </p:nvGrpSpPr>
      <p:grpSpPr>
        <a:xfrm>
          <a:off x="0" y="0"/>
          <a:ext cx="0" cy="0"/>
          <a:chOff x="0" y="0"/>
          <a:chExt cx="0" cy="0"/>
        </a:xfrm>
      </p:grpSpPr>
      <p:sp>
        <p:nvSpPr>
          <p:cNvPr id="14" name="Rechteck 13"/>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4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6" y="2640129"/>
            <a:ext cx="5412316" cy="1969771"/>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4623796"/>
            <a:ext cx="3939523" cy="49244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3" name="Gerade Verbindung 12"/>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hasCustomPrompt="1"/>
          </p:nvPr>
        </p:nvSpPr>
        <p:spPr>
          <a:xfrm>
            <a:off x="6088023" y="508775"/>
            <a:ext cx="3691200" cy="36912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3200" b="0" i="0" baseline="0">
                <a:solidFill>
                  <a:srgbClr val="003366"/>
                </a:solidFill>
                <a:latin typeface="BISansOptiCond"/>
                <a:cs typeface="BISansOptiCond"/>
              </a:defRPr>
            </a:lvl1pPr>
          </a:lstStyle>
          <a:p>
            <a:pPr lvl="0"/>
            <a:r>
              <a:rPr lang="en-GB" noProof="0"/>
              <a:t>Click to add text</a:t>
            </a:r>
          </a:p>
        </p:txBody>
      </p:sp>
      <p:sp>
        <p:nvSpPr>
          <p:cNvPr id="23" name="Bildplatzhalter 22"/>
          <p:cNvSpPr>
            <a:spLocks noGrp="1"/>
          </p:cNvSpPr>
          <p:nvPr>
            <p:ph type="pic" sz="quarter" idx="13" hasCustomPrompt="1"/>
          </p:nvPr>
        </p:nvSpPr>
        <p:spPr>
          <a:xfrm>
            <a:off x="4478891" y="3123733"/>
            <a:ext cx="3014400" cy="3014400"/>
          </a:xfrm>
          <a:prstGeom prst="ellipse">
            <a:avLst/>
          </a:prstGeom>
        </p:spPr>
        <p:txBody>
          <a:bodyPr/>
          <a:lstStyle>
            <a:lvl1pPr marL="0" indent="0" algn="ctr">
              <a:buNone/>
              <a:defRPr sz="1200"/>
            </a:lvl1pPr>
          </a:lstStyle>
          <a:p>
            <a:r>
              <a:rPr lang="en-GB" noProof="0"/>
              <a:t>Click to add picture</a:t>
            </a:r>
          </a:p>
        </p:txBody>
      </p:sp>
      <p:pic>
        <p:nvPicPr>
          <p:cNvPr id="10"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568043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Standard page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23/07/2025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74630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Standard page_02">
    <p:spTree>
      <p:nvGrpSpPr>
        <p:cNvPr id="1" name=""/>
        <p:cNvGrpSpPr/>
        <p:nvPr/>
      </p:nvGrpSpPr>
      <p:grpSpPr>
        <a:xfrm>
          <a:off x="0" y="0"/>
          <a:ext cx="0" cy="0"/>
          <a:chOff x="0" y="0"/>
          <a:chExt cx="0" cy="0"/>
        </a:xfrm>
      </p:grpSpPr>
      <p:sp>
        <p:nvSpPr>
          <p:cNvPr id="11" name="Rechteck 10"/>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B3E07332-38B6-41B2-81EE-18FB39B43C71}" type="datetime1">
              <a:rPr lang="en-GB" smtClean="0"/>
              <a:t>23/07/2025</a:t>
            </a:fld>
            <a:endParaRPr lang="en-GB"/>
          </a:p>
        </p:txBody>
      </p:sp>
      <p:sp>
        <p:nvSpPr>
          <p:cNvPr id="5" name="Fußzeilenplatzhalter 4"/>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490100" y="187200"/>
            <a:ext cx="11211800" cy="738664"/>
          </a:xfrm>
        </p:spPr>
        <p:txBody>
          <a:bodyPr/>
          <a:lstStyle>
            <a:lvl1pPr>
              <a:defRPr sz="4800"/>
            </a:lvl1p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831191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p:txBody>
          <a:bodyPr/>
          <a:lstStyle/>
          <a:p>
            <a:fld id="{1C661359-A780-4E12-A6C3-DC4E2163D090}" type="datetime1">
              <a:rPr lang="en-GB" smtClean="0"/>
              <a:t>23/07/2025</a:t>
            </a:fld>
            <a:endParaRPr lang="en-GB"/>
          </a:p>
        </p:txBody>
      </p:sp>
      <p:sp>
        <p:nvSpPr>
          <p:cNvPr id="7" name="Fußzeilenplatzhalter 6"/>
          <p:cNvSpPr>
            <a:spLocks noGrp="1"/>
          </p:cNvSpPr>
          <p:nvPr>
            <p:ph type="ftr" sz="quarter" idx="11"/>
          </p:nvPr>
        </p:nvSpPr>
        <p:spPr/>
        <p:txBody>
          <a:bodyPr/>
          <a:lstStyle/>
          <a:p>
            <a:r>
              <a:rPr lang="en-GB"/>
              <a:t>Presentation title, date, author</a:t>
            </a:r>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4133957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C111D5BD-A427-4B29-9DEE-6B9E4BFFF318}" type="datetime1">
              <a:rPr lang="en-GB" smtClean="0"/>
              <a:t>23/07/2025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5"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7" name="Inhaltsplatzhalter 6"/>
          <p:cNvSpPr>
            <a:spLocks noGrp="1"/>
          </p:cNvSpPr>
          <p:nvPr>
            <p:ph sz="quarter" idx="13" hasCustomPrompt="1"/>
          </p:nvPr>
        </p:nvSpPr>
        <p:spPr>
          <a:xfrm>
            <a:off x="2361600" y="1598400"/>
            <a:ext cx="7488000" cy="4526400"/>
          </a:xfrm>
        </p:spPr>
        <p:txBody>
          <a:bodyPr/>
          <a:lstStyle>
            <a:lvl1pPr marL="0" indent="0">
              <a:spcBef>
                <a:spcPts val="800"/>
              </a:spcBef>
              <a:buNone/>
              <a:defRPr>
                <a:latin typeface="+mn-lt"/>
              </a:defRPr>
            </a:lvl1pPr>
            <a:lvl2pPr marL="355582" indent="0">
              <a:buNone/>
              <a:defRPr>
                <a:latin typeface="+mn-lt"/>
              </a:defRPr>
            </a:lvl2pPr>
            <a:lvl3pPr marL="601104" indent="0">
              <a:buNone/>
              <a:defRPr>
                <a:latin typeface="+mn-lt"/>
              </a:defRPr>
            </a:lvl3pPr>
            <a:lvl4pPr marL="838158" indent="0">
              <a:buNone/>
              <a:defRPr>
                <a:latin typeface="+mn-lt"/>
              </a:defRPr>
            </a:lvl4pPr>
            <a:lvl5pPr marL="1075213"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1918911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Diagram slide_01">
    <p:spTree>
      <p:nvGrpSpPr>
        <p:cNvPr id="1" name=""/>
        <p:cNvGrpSpPr/>
        <p:nvPr/>
      </p:nvGrpSpPr>
      <p:grpSpPr>
        <a:xfrm>
          <a:off x="0" y="0"/>
          <a:ext cx="0" cy="0"/>
          <a:chOff x="0" y="0"/>
          <a:chExt cx="0" cy="0"/>
        </a:xfrm>
      </p:grpSpPr>
      <p:sp>
        <p:nvSpPr>
          <p:cNvPr id="14" name="Rechteck 13"/>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15" name="Rechteck 14"/>
          <p:cNvSpPr/>
          <p:nvPr userDrawn="1"/>
        </p:nvSpPr>
        <p:spPr>
          <a:xfrm>
            <a:off x="0" y="1380788"/>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a:xfrm>
            <a:off x="490102" y="1600203"/>
            <a:ext cx="3912567" cy="3710092"/>
          </a:xfrm>
        </p:spPr>
        <p:txBody>
          <a:body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0"/>
          </p:nvPr>
        </p:nvSpPr>
        <p:spPr/>
        <p:txBody>
          <a:bodyPr/>
          <a:lstStyle/>
          <a:p>
            <a:fld id="{19D781AB-E714-4F09-8D28-226A45E82554}" type="datetime1">
              <a:rPr lang="en-GB" smtClean="0"/>
              <a:t>23/07/2025</a:t>
            </a:fld>
            <a:endParaRPr lang="en-GB"/>
          </a:p>
        </p:txBody>
      </p:sp>
      <p:sp>
        <p:nvSpPr>
          <p:cNvPr id="6" name="Fußzeilenplatzhalter 5"/>
          <p:cNvSpPr>
            <a:spLocks noGrp="1"/>
          </p:cNvSpPr>
          <p:nvPr>
            <p:ph type="ftr" sz="quarter" idx="11"/>
          </p:nvPr>
        </p:nvSpPr>
        <p:spPr/>
        <p:txBody>
          <a:bodyPr/>
          <a:lstStyle/>
          <a:p>
            <a:r>
              <a:rPr lang="en-GB"/>
              <a:t>Presentation title, date, author</a:t>
            </a:r>
          </a:p>
        </p:txBody>
      </p:sp>
      <p:sp>
        <p:nvSpPr>
          <p:cNvPr id="7" name="Foliennummernplatzhalter 6"/>
          <p:cNvSpPr>
            <a:spLocks noGrp="1"/>
          </p:cNvSpPr>
          <p:nvPr>
            <p:ph type="sldNum" sz="quarter" idx="12"/>
          </p:nvPr>
        </p:nvSpPr>
        <p:spPr/>
        <p:txBody>
          <a:bodyPr/>
          <a:lstStyle/>
          <a:p>
            <a:fld id="{143B55C4-4F5A-416B-997D-6CE47EB0A945}" type="slidenum">
              <a:rPr lang="en-GB" smtClean="0"/>
              <a:pPr/>
              <a:t>‹#›</a:t>
            </a:fld>
            <a:endParaRPr lang="en-GB"/>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4082196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Text slide_01">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15" name="Textplatzhalter 4"/>
          <p:cNvSpPr>
            <a:spLocks noGrp="1"/>
          </p:cNvSpPr>
          <p:nvPr>
            <p:ph type="body" sz="quarter" idx="10" hasCustomPrompt="1"/>
          </p:nvPr>
        </p:nvSpPr>
        <p:spPr>
          <a:xfrm>
            <a:off x="-226475" y="1038415"/>
            <a:ext cx="2318400" cy="2318400"/>
          </a:xfrm>
          <a:prstGeom prst="ellipse">
            <a:avLst/>
          </a:prstGeom>
          <a:solidFill>
            <a:srgbClr val="669999"/>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lvl1pPr marL="0" indent="0" algn="ctr">
              <a:buNone/>
              <a:defRPr lang="en-US" sz="2667" b="0" i="0" dirty="0" smtClean="0">
                <a:solidFill>
                  <a:schemeClr val="bg1"/>
                </a:solidFill>
                <a:latin typeface="BISansOptiCond"/>
                <a:cs typeface="BISansOptiCond"/>
              </a:defRPr>
            </a:lvl1pPr>
          </a:lstStyle>
          <a:p>
            <a:pPr marL="0" lvl="0" algn="ctr"/>
            <a:r>
              <a:rPr lang="en-GB" noProof="0"/>
              <a:t>Add. info [font size variable]</a:t>
            </a:r>
          </a:p>
        </p:txBody>
      </p:sp>
      <p:cxnSp>
        <p:nvCxnSpPr>
          <p:cNvPr id="6" name="Gerade Verbindung 5"/>
          <p:cNvCxnSpPr/>
          <p:nvPr/>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1691647"/>
            <a:ext cx="12192000" cy="0"/>
          </a:xfrm>
          <a:prstGeom prst="line">
            <a:avLst/>
          </a:prstGeom>
          <a:ln w="12700">
            <a:solidFill>
              <a:srgbClr val="FF9900"/>
            </a:solidFill>
          </a:ln>
          <a:effectLst/>
        </p:spPr>
        <p:style>
          <a:lnRef idx="2">
            <a:schemeClr val="accent1"/>
          </a:lnRef>
          <a:fillRef idx="0">
            <a:schemeClr val="accent1"/>
          </a:fillRef>
          <a:effectRef idx="1">
            <a:schemeClr val="accent1"/>
          </a:effectRef>
          <a:fontRef idx="minor">
            <a:schemeClr val="tx1"/>
          </a:fontRef>
        </p:style>
      </p:cxnSp>
      <p:sp>
        <p:nvSpPr>
          <p:cNvPr id="4" name="Datumsplatzhalter 3"/>
          <p:cNvSpPr>
            <a:spLocks noGrp="1"/>
          </p:cNvSpPr>
          <p:nvPr>
            <p:ph type="dt" sz="half" idx="12"/>
          </p:nvPr>
        </p:nvSpPr>
        <p:spPr/>
        <p:txBody>
          <a:bodyPr/>
          <a:lstStyle/>
          <a:p>
            <a:fld id="{EC17428A-2D47-45E0-A069-3589CCCD6CCB}" type="datetime1">
              <a:rPr lang="en-GB" smtClean="0"/>
              <a:t>23/07/2025</a:t>
            </a:fld>
            <a:endParaRPr lang="en-GB"/>
          </a:p>
        </p:txBody>
      </p:sp>
      <p:sp>
        <p:nvSpPr>
          <p:cNvPr id="5" name="Fußzeilenplatzhalter 4"/>
          <p:cNvSpPr>
            <a:spLocks noGrp="1"/>
          </p:cNvSpPr>
          <p:nvPr>
            <p:ph type="ftr" sz="quarter" idx="13"/>
          </p:nvPr>
        </p:nvSpPr>
        <p:spPr/>
        <p:txBody>
          <a:bodyPr/>
          <a:lstStyle/>
          <a:p>
            <a:r>
              <a:rPr lang="en-GB"/>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a:xfrm>
            <a:off x="2362100" y="879873"/>
            <a:ext cx="6754213" cy="492443"/>
          </a:xfrm>
        </p:spPr>
        <p:txBody>
          <a:bodyPr/>
          <a:lstStyle/>
          <a:p>
            <a:r>
              <a:rPr lang="en-GB" noProof="0"/>
              <a:t>Click to add headline</a:t>
            </a:r>
          </a:p>
        </p:txBody>
      </p:sp>
      <p:pic>
        <p:nvPicPr>
          <p:cNvPr id="16"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13" name="Inhaltsplatzhalter 6"/>
          <p:cNvSpPr>
            <a:spLocks noGrp="1"/>
          </p:cNvSpPr>
          <p:nvPr>
            <p:ph sz="quarter" idx="15" hasCustomPrompt="1"/>
          </p:nvPr>
        </p:nvSpPr>
        <p:spPr>
          <a:xfrm>
            <a:off x="2361600" y="2006400"/>
            <a:ext cx="7488000" cy="3940800"/>
          </a:xfrm>
        </p:spPr>
        <p:txBody>
          <a:bodyPr/>
          <a:lstStyle>
            <a:lvl1pPr marL="0" indent="0">
              <a:spcBef>
                <a:spcPts val="800"/>
              </a:spcBef>
              <a:buNone/>
              <a:defRPr>
                <a:latin typeface="+mn-lt"/>
              </a:defRPr>
            </a:lvl1pPr>
            <a:lvl2pPr marL="355582" indent="0">
              <a:buNone/>
              <a:defRPr>
                <a:latin typeface="+mn-lt"/>
              </a:defRPr>
            </a:lvl2pPr>
            <a:lvl3pPr marL="601104" indent="0">
              <a:buNone/>
              <a:defRPr>
                <a:latin typeface="+mn-lt"/>
              </a:defRPr>
            </a:lvl3pPr>
            <a:lvl4pPr marL="838158" indent="0">
              <a:buNone/>
              <a:defRPr>
                <a:latin typeface="+mn-lt"/>
              </a:defRPr>
            </a:lvl4pPr>
            <a:lvl5pPr marL="1075213"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3827378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Organisational chart_01">
    <p:spTree>
      <p:nvGrpSpPr>
        <p:cNvPr id="1" name=""/>
        <p:cNvGrpSpPr/>
        <p:nvPr/>
      </p:nvGrpSpPr>
      <p:grpSpPr>
        <a:xfrm>
          <a:off x="0" y="0"/>
          <a:ext cx="0" cy="0"/>
          <a:chOff x="0" y="0"/>
          <a:chExt cx="0" cy="0"/>
        </a:xfrm>
      </p:grpSpPr>
      <p:sp>
        <p:nvSpPr>
          <p:cNvPr id="11" name="Rechteck 10"/>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0" y="2492389"/>
            <a:ext cx="12192000" cy="0"/>
          </a:xfrm>
          <a:prstGeom prst="line">
            <a:avLst/>
          </a:prstGeom>
          <a:ln w="12700">
            <a:solidFill>
              <a:srgbClr val="6699CC"/>
            </a:solidFill>
          </a:ln>
        </p:spPr>
        <p:style>
          <a:lnRef idx="1">
            <a:schemeClr val="accent1"/>
          </a:lnRef>
          <a:fillRef idx="0">
            <a:schemeClr val="accent1"/>
          </a:fillRef>
          <a:effectRef idx="0">
            <a:schemeClr val="accent1"/>
          </a:effectRef>
          <a:fontRef idx="minor">
            <a:schemeClr val="tx1"/>
          </a:fontRef>
        </p:style>
      </p:cxnSp>
      <p:sp>
        <p:nvSpPr>
          <p:cNvPr id="3" name="Datumsplatzhalter 2"/>
          <p:cNvSpPr>
            <a:spLocks noGrp="1"/>
          </p:cNvSpPr>
          <p:nvPr>
            <p:ph type="dt" sz="half" idx="10"/>
          </p:nvPr>
        </p:nvSpPr>
        <p:spPr/>
        <p:txBody>
          <a:bodyPr/>
          <a:lstStyle/>
          <a:p>
            <a:fld id="{1EC6BB9B-C051-45A6-8B80-D4145CF47D8A}" type="datetime1">
              <a:rPr lang="en-GB" smtClean="0"/>
              <a:t>23/07/2025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946676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74E185D7-72A7-4578-96CD-5EF608923CBF}" type="datetime1">
              <a:rPr lang="en-GB" noProof="0" smtClean="0"/>
              <a:t>23/07/2025</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8"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1541645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el 36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B97B442D-D596-4A22-B59F-2B4C559DB2B8}" type="datetime1">
              <a:rPr lang="en-GB" noProof="0" smtClean="0"/>
              <a:t>23/07/2025</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187200"/>
            <a:ext cx="11211800" cy="738664"/>
          </a:xfrm>
        </p:spPr>
        <p:txBody>
          <a:bodyPr/>
          <a:lstStyle>
            <a:lvl1pPr>
              <a:defRPr sz="4800"/>
            </a:lvl1pPr>
          </a:lstStyle>
          <a:p>
            <a:r>
              <a:rPr lang="en-GB" noProof="0"/>
              <a:t>Click to add headline</a:t>
            </a:r>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263816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sp>
        <p:nvSpPr>
          <p:cNvPr id="4" name="Datumsplatzhalter 3"/>
          <p:cNvSpPr>
            <a:spLocks noGrp="1"/>
          </p:cNvSpPr>
          <p:nvPr>
            <p:ph type="dt" sz="half" idx="10"/>
          </p:nvPr>
        </p:nvSpPr>
        <p:spPr/>
        <p:txBody>
          <a:bodyPr/>
          <a:lstStyle/>
          <a:p>
            <a:fld id="{98F3AA7F-89C7-4646-B972-BDD77134FD4C}" type="datetime1">
              <a:rPr lang="en-GB" noProof="0" smtClean="0"/>
              <a:t>23/07/2025</a:t>
            </a:fld>
            <a:endParaRPr lang="en-GB" noProof="0"/>
          </a:p>
        </p:txBody>
      </p:sp>
      <p:sp>
        <p:nvSpPr>
          <p:cNvPr id="5" name="Fußzeilenplatzhalter 4"/>
          <p:cNvSpPr>
            <a:spLocks noGrp="1"/>
          </p:cNvSpPr>
          <p:nvPr>
            <p:ph type="ftr" sz="quarter" idx="11"/>
          </p:nvPr>
        </p:nvSpPr>
        <p:spPr/>
        <p:txBody>
          <a:bodyPr/>
          <a:lstStyle/>
          <a:p>
            <a:r>
              <a:rPr lang="en-GB" noProof="0"/>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9"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5344986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Standard page_05">
    <p:spTree>
      <p:nvGrpSpPr>
        <p:cNvPr id="1" name=""/>
        <p:cNvGrpSpPr/>
        <p:nvPr/>
      </p:nvGrpSpPr>
      <p:grpSpPr>
        <a:xfrm>
          <a:off x="0" y="0"/>
          <a:ext cx="0" cy="0"/>
          <a:chOff x="0" y="0"/>
          <a:chExt cx="0" cy="0"/>
        </a:xfrm>
      </p:grpSpPr>
      <p:sp>
        <p:nvSpPr>
          <p:cNvPr id="4" name="Datumsplatzhalter 3"/>
          <p:cNvSpPr>
            <a:spLocks noGrp="1"/>
          </p:cNvSpPr>
          <p:nvPr>
            <p:ph type="dt" sz="half" idx="12"/>
          </p:nvPr>
        </p:nvSpPr>
        <p:spPr/>
        <p:txBody>
          <a:bodyPr/>
          <a:lstStyle/>
          <a:p>
            <a:fld id="{9C15FEBD-85B6-4A0B-9BA4-99E119B10886}" type="datetime1">
              <a:rPr lang="en-GB" noProof="0" smtClean="0"/>
              <a:t>23/07/2025</a:t>
            </a:fld>
            <a:endParaRPr lang="en-GB" noProof="0"/>
          </a:p>
        </p:txBody>
      </p:sp>
      <p:sp>
        <p:nvSpPr>
          <p:cNvPr id="6" name="Fußzeilenplatzhalter 5"/>
          <p:cNvSpPr>
            <a:spLocks noGrp="1"/>
          </p:cNvSpPr>
          <p:nvPr>
            <p:ph type="ftr" sz="quarter" idx="13"/>
          </p:nvPr>
        </p:nvSpPr>
        <p:spPr/>
        <p:txBody>
          <a:bodyPr/>
          <a:lstStyle/>
          <a:p>
            <a:r>
              <a:rPr lang="en-GB" noProof="0"/>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11" name="Inhaltsplatzhalter 6"/>
          <p:cNvSpPr>
            <a:spLocks noGrp="1"/>
          </p:cNvSpPr>
          <p:nvPr>
            <p:ph sz="quarter" idx="15" hasCustomPrompt="1"/>
          </p:nvPr>
        </p:nvSpPr>
        <p:spPr>
          <a:xfrm>
            <a:off x="2361600" y="1598400"/>
            <a:ext cx="7488000" cy="4526400"/>
          </a:xfrm>
        </p:spPr>
        <p:txBody>
          <a:bodyPr/>
          <a:lstStyle>
            <a:lvl1pPr marL="0" indent="0">
              <a:spcBef>
                <a:spcPts val="800"/>
              </a:spcBef>
              <a:buNone/>
              <a:defRPr>
                <a:latin typeface="+mn-lt"/>
              </a:defRPr>
            </a:lvl1pPr>
            <a:lvl2pPr marL="355582" indent="0">
              <a:buNone/>
              <a:defRPr>
                <a:latin typeface="+mn-lt"/>
              </a:defRPr>
            </a:lvl2pPr>
            <a:lvl3pPr marL="601104" indent="0">
              <a:buNone/>
              <a:defRPr>
                <a:latin typeface="+mn-lt"/>
              </a:defRPr>
            </a:lvl3pPr>
            <a:lvl4pPr marL="838158" indent="0">
              <a:buNone/>
              <a:defRPr>
                <a:latin typeface="+mn-lt"/>
              </a:defRPr>
            </a:lvl4pPr>
            <a:lvl5pPr marL="1075213" indent="0">
              <a:buNone/>
              <a:defRPr>
                <a:latin typeface="+mn-lt"/>
              </a:defRPr>
            </a:lvl5pPr>
          </a:lstStyle>
          <a:p>
            <a:pPr lvl="0"/>
            <a:r>
              <a:rPr lang="en-GB" noProof="0"/>
              <a:t>Click to add text</a:t>
            </a:r>
          </a:p>
        </p:txBody>
      </p:sp>
    </p:spTree>
    <p:extLst>
      <p:ext uri="{BB962C8B-B14F-4D97-AF65-F5344CB8AC3E}">
        <p14:creationId xmlns:p14="http://schemas.microsoft.com/office/powerpoint/2010/main" val="146546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Diagram slide_02">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a:xfrm>
            <a:off x="490102" y="1600203"/>
            <a:ext cx="3912567" cy="3710092"/>
          </a:xfrm>
        </p:spPr>
        <p:txBody>
          <a:bodyPr/>
          <a:lstStyle>
            <a:lvl1pPr>
              <a:defRPr baseline="0"/>
            </a:lvl1pPr>
          </a:lstStyle>
          <a:p>
            <a:pPr lvl="0"/>
            <a:r>
              <a:rPr lang="en-GB" noProof="0"/>
              <a:t>Click to add text</a:t>
            </a:r>
          </a:p>
        </p:txBody>
      </p:sp>
      <p:sp>
        <p:nvSpPr>
          <p:cNvPr id="4" name="Datumsplatzhalter 3"/>
          <p:cNvSpPr>
            <a:spLocks noGrp="1"/>
          </p:cNvSpPr>
          <p:nvPr>
            <p:ph type="dt" sz="half" idx="12"/>
          </p:nvPr>
        </p:nvSpPr>
        <p:spPr/>
        <p:txBody>
          <a:bodyPr/>
          <a:lstStyle/>
          <a:p>
            <a:fld id="{C7B72EF1-134D-476C-B146-ED8DB9215F2F}" type="datetime1">
              <a:rPr lang="en-GB" noProof="0" smtClean="0"/>
              <a:t>23/07/2025</a:t>
            </a:fld>
            <a:endParaRPr lang="en-GB" noProof="0"/>
          </a:p>
        </p:txBody>
      </p:sp>
      <p:sp>
        <p:nvSpPr>
          <p:cNvPr id="6" name="Fußzeilenplatzhalter 5"/>
          <p:cNvSpPr>
            <a:spLocks noGrp="1"/>
          </p:cNvSpPr>
          <p:nvPr>
            <p:ph type="ftr" sz="quarter" idx="13"/>
          </p:nvPr>
        </p:nvSpPr>
        <p:spPr/>
        <p:txBody>
          <a:bodyPr/>
          <a:lstStyle/>
          <a:p>
            <a:r>
              <a:rPr lang="en-GB" noProof="0"/>
              <a:t>Presentation title, date, author</a:t>
            </a:r>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0"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56991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BA5CE2E9-12A2-427C-965D-EA946F81C33E}" type="datetime1">
              <a:rPr lang="en-GB" noProof="0" smtClean="0"/>
              <a:t>23/07/2025</a:t>
            </a:fld>
            <a:endParaRPr lang="en-GB" noProof="0"/>
          </a:p>
        </p:txBody>
      </p:sp>
      <p:sp>
        <p:nvSpPr>
          <p:cNvPr id="3" name="Fußzeilenplatzhalter 2"/>
          <p:cNvSpPr>
            <a:spLocks noGrp="1"/>
          </p:cNvSpPr>
          <p:nvPr>
            <p:ph type="ftr" sz="quarter" idx="11"/>
          </p:nvPr>
        </p:nvSpPr>
        <p:spPr/>
        <p:txBody>
          <a:bodyPr/>
          <a:lstStyle/>
          <a:p>
            <a:r>
              <a:rPr lang="en-GB" noProof="0"/>
              <a:t>Presentation title, date, author</a:t>
            </a:r>
          </a:p>
        </p:txBody>
      </p:sp>
      <p:sp>
        <p:nvSpPr>
          <p:cNvPr id="4" name="Foliennummernplatzhalter 3"/>
          <p:cNvSpPr>
            <a:spLocks noGrp="1"/>
          </p:cNvSpPr>
          <p:nvPr>
            <p:ph type="sldNum" sz="quarter" idx="12"/>
          </p:nvPr>
        </p:nvSpPr>
        <p:spPr/>
        <p:txBody>
          <a:bodyPr/>
          <a:lstStyle/>
          <a:p>
            <a:fld id="{143B55C4-4F5A-416B-997D-6CE47EB0A945}" type="slidenum">
              <a:rPr lang="en-GB" noProof="0" smtClean="0"/>
              <a:t>‹#›</a:t>
            </a:fld>
            <a:endParaRPr lang="en-GB" noProof="0"/>
          </a:p>
        </p:txBody>
      </p:sp>
      <p:pic>
        <p:nvPicPr>
          <p:cNvPr id="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635311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Circle segment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23/07/2025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rgbClr val="1F497D"/>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1" y="974967"/>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3"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200"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2"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321352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Circle segment_02">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23/07/2025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1" y="974967"/>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200"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774637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Circle segment_03">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23/07/2025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1" y="974967"/>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200"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970444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Circle segment_04">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23/07/2025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3"/>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1" y="974967"/>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200"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6436115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Circle segment_05">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23/07/2025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4"/>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1" y="974967"/>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200"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2530420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Circle segment_06">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23/07/2025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5"/>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1" y="974967"/>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sp>
        <p:nvSpPr>
          <p:cNvPr id="14" name="Inhaltsplatzhalter 11"/>
          <p:cNvSpPr>
            <a:spLocks noGrp="1"/>
          </p:cNvSpPr>
          <p:nvPr>
            <p:ph sz="quarter" idx="14" hasCustomPrompt="1"/>
          </p:nvPr>
        </p:nvSpPr>
        <p:spPr>
          <a:xfrm>
            <a:off x="5131200"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pic>
        <p:nvPicPr>
          <p:cNvPr id="13"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49543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Circle segment_07">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p:txBody>
          <a:bodyPr/>
          <a:lstStyle/>
          <a:p>
            <a:fld id="{3A4F5901-183E-4A00-9284-9EF186007567}" type="datetime1">
              <a:rPr lang="en-GB" smtClean="0"/>
              <a:t>23/07/2025</a:t>
            </a:fld>
            <a:endParaRPr lang="en-GB"/>
          </a:p>
        </p:txBody>
      </p:sp>
      <p:sp>
        <p:nvSpPr>
          <p:cNvPr id="4" name="Fußzeilenplatzhalter 3"/>
          <p:cNvSpPr>
            <a:spLocks noGrp="1"/>
          </p:cNvSpPr>
          <p:nvPr>
            <p:ph type="ftr" sz="quarter" idx="11"/>
          </p:nvPr>
        </p:nvSpPr>
        <p:spPr/>
        <p:txBody>
          <a:bodyPr/>
          <a:lstStyle/>
          <a:p>
            <a:r>
              <a:rPr lang="en-GB"/>
              <a:t>Presentation title, date, author</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10" name="Rechteck 12"/>
          <p:cNvSpPr/>
          <p:nvPr userDrawn="1"/>
        </p:nvSpPr>
        <p:spPr>
          <a:xfrm>
            <a:off x="3" y="980017"/>
            <a:ext cx="4897308" cy="5281083"/>
          </a:xfrm>
          <a:custGeom>
            <a:avLst/>
            <a:gdLst/>
            <a:ahLst/>
            <a:cxnLst/>
            <a:rect l="l" t="t" r="r" b="b"/>
            <a:pathLst>
              <a:path w="3672981" h="3960812">
                <a:moveTo>
                  <a:pt x="0" y="0"/>
                </a:moveTo>
                <a:lnTo>
                  <a:pt x="3361658" y="0"/>
                </a:lnTo>
                <a:lnTo>
                  <a:pt x="3412473" y="127738"/>
                </a:lnTo>
                <a:cubicBezTo>
                  <a:pt x="3581102" y="597230"/>
                  <a:pt x="3672981" y="1103310"/>
                  <a:pt x="3672981" y="1630850"/>
                </a:cubicBezTo>
                <a:cubicBezTo>
                  <a:pt x="3672981" y="2378998"/>
                  <a:pt x="3488190" y="3083985"/>
                  <a:pt x="3161761" y="3702659"/>
                </a:cubicBezTo>
                <a:lnTo>
                  <a:pt x="3012298" y="3960812"/>
                </a:lnTo>
                <a:lnTo>
                  <a:pt x="0" y="3960812"/>
                </a:lnTo>
                <a:close/>
              </a:path>
            </a:pathLst>
          </a:custGeom>
          <a:solidFill>
            <a:schemeClr val="accent6"/>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de-DE" sz="1867" err="1">
              <a:solidFill>
                <a:schemeClr val="tx1"/>
              </a:solidFill>
              <a:latin typeface="BISansOpti"/>
            </a:endParaRPr>
          </a:p>
        </p:txBody>
      </p:sp>
      <p:sp>
        <p:nvSpPr>
          <p:cNvPr id="11" name="Bildplatzhalter 20"/>
          <p:cNvSpPr>
            <a:spLocks noGrp="1"/>
          </p:cNvSpPr>
          <p:nvPr>
            <p:ph type="pic" sz="quarter" idx="13"/>
          </p:nvPr>
        </p:nvSpPr>
        <p:spPr>
          <a:xfrm>
            <a:off x="-1" y="974967"/>
            <a:ext cx="4772191" cy="528423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1867" baseline="0">
                <a:solidFill>
                  <a:schemeClr val="bg1"/>
                </a:solidFill>
              </a:defRPr>
            </a:lvl1pPr>
          </a:lstStyle>
          <a:p>
            <a:r>
              <a:rPr lang="en-US"/>
              <a:t>Click icon to add picture</a:t>
            </a:r>
            <a:endParaRPr lang="de-DE"/>
          </a:p>
        </p:txBody>
      </p:sp>
      <p:sp>
        <p:nvSpPr>
          <p:cNvPr id="13" name="Inhaltsplatzhalter 11"/>
          <p:cNvSpPr>
            <a:spLocks noGrp="1"/>
          </p:cNvSpPr>
          <p:nvPr>
            <p:ph sz="quarter" idx="14" hasCustomPrompt="1"/>
          </p:nvPr>
        </p:nvSpPr>
        <p:spPr>
          <a:xfrm>
            <a:off x="5131200" y="1598400"/>
            <a:ext cx="6570701" cy="4526400"/>
          </a:xfrm>
        </p:spPr>
        <p:txBody>
          <a:bodyPr/>
          <a:lstStyle>
            <a:lvl1pPr>
              <a:defRPr baseline="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GB" noProof="0"/>
              <a:t>Click to add text</a:t>
            </a:r>
          </a:p>
        </p:txBody>
      </p:sp>
      <p:sp>
        <p:nvSpPr>
          <p:cNvPr id="12"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4"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937044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Closing chart english">
    <p:spTree>
      <p:nvGrpSpPr>
        <p:cNvPr id="1" name=""/>
        <p:cNvGrpSpPr/>
        <p:nvPr/>
      </p:nvGrpSpPr>
      <p:grpSpPr>
        <a:xfrm>
          <a:off x="0" y="0"/>
          <a:ext cx="0" cy="0"/>
          <a:chOff x="0" y="0"/>
          <a:chExt cx="0" cy="0"/>
        </a:xfrm>
      </p:grpSpPr>
      <p:sp>
        <p:nvSpPr>
          <p:cNvPr id="34" name="Rechteck 33"/>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490100" y="5313972"/>
            <a:ext cx="6168933" cy="1025602"/>
          </a:xfrm>
          <a:prstGeom prst="rect">
            <a:avLst/>
          </a:prstGeom>
          <a:noFill/>
        </p:spPr>
        <p:txBody>
          <a:bodyPr wrap="square" lIns="0" tIns="0" rIns="0" bIns="0" rtlCol="0">
            <a:spAutoFit/>
          </a:bodyPr>
          <a:lstStyle/>
          <a:p>
            <a:pPr algn="just"/>
            <a:r>
              <a:rPr lang="de-DE" sz="1333">
                <a:solidFill>
                  <a:srgbClr val="1F497D"/>
                </a:solidFill>
                <a:latin typeface="BISansOpti"/>
                <a:cs typeface="BISansOpti"/>
              </a:rPr>
              <a:t>© Boehringer Ingelheim International GmbH 2017</a:t>
            </a:r>
          </a:p>
          <a:p>
            <a:pPr algn="just"/>
            <a:r>
              <a:rPr lang="de-DE" sz="1333">
                <a:solidFill>
                  <a:srgbClr val="1F497D"/>
                </a:solidFill>
                <a:latin typeface="BISansOpti"/>
                <a:cs typeface="BISansOpti"/>
              </a:rPr>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3" name="Freeform 1"/>
          <p:cNvSpPr>
            <a:spLocks noChangeAspect="1" noChangeArrowheads="1"/>
          </p:cNvSpPr>
          <p:nvPr userDrawn="1"/>
        </p:nvSpPr>
        <p:spPr bwMode="auto">
          <a:xfrm>
            <a:off x="490103" y="1644787"/>
            <a:ext cx="479996" cy="479996"/>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2400">
              <a:solidFill>
                <a:srgbClr val="123563"/>
              </a:solidFill>
              <a:latin typeface="BISansOpti"/>
            </a:endParaRPr>
          </a:p>
        </p:txBody>
      </p:sp>
      <p:sp>
        <p:nvSpPr>
          <p:cNvPr id="14" name="Freeform 2"/>
          <p:cNvSpPr>
            <a:spLocks noChangeAspect="1" noChangeArrowheads="1"/>
          </p:cNvSpPr>
          <p:nvPr userDrawn="1"/>
        </p:nvSpPr>
        <p:spPr bwMode="auto">
          <a:xfrm>
            <a:off x="1360311" y="1680736"/>
            <a:ext cx="528000" cy="431205"/>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2400">
              <a:latin typeface="BISansOpti"/>
            </a:endParaRPr>
          </a:p>
        </p:txBody>
      </p:sp>
      <p:sp>
        <p:nvSpPr>
          <p:cNvPr id="15" name="Freeform 2"/>
          <p:cNvSpPr>
            <a:spLocks noChangeAspect="1" noChangeArrowheads="1"/>
          </p:cNvSpPr>
          <p:nvPr userDrawn="1"/>
        </p:nvSpPr>
        <p:spPr bwMode="auto">
          <a:xfrm>
            <a:off x="2201975" y="1708048"/>
            <a:ext cx="480000" cy="359193"/>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2400">
              <a:latin typeface="BISansOpti"/>
            </a:endParaRPr>
          </a:p>
        </p:txBody>
      </p:sp>
      <p:sp>
        <p:nvSpPr>
          <p:cNvPr id="16" name="Freeform 2"/>
          <p:cNvSpPr>
            <a:spLocks noChangeAspect="1" noChangeArrowheads="1"/>
          </p:cNvSpPr>
          <p:nvPr userDrawn="1"/>
        </p:nvSpPr>
        <p:spPr bwMode="auto">
          <a:xfrm>
            <a:off x="3083277" y="1653427"/>
            <a:ext cx="383999" cy="495188"/>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2400">
              <a:latin typeface="BISansOpti"/>
            </a:endParaRPr>
          </a:p>
        </p:txBody>
      </p:sp>
      <p:sp>
        <p:nvSpPr>
          <p:cNvPr id="17" name="Freeform 2"/>
          <p:cNvSpPr>
            <a:spLocks noChangeAspect="1" noChangeArrowheads="1"/>
          </p:cNvSpPr>
          <p:nvPr userDrawn="1"/>
        </p:nvSpPr>
        <p:spPr bwMode="auto">
          <a:xfrm>
            <a:off x="3887067" y="1696077"/>
            <a:ext cx="431999" cy="431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2400">
              <a:latin typeface="BISansOpti"/>
            </a:endParaRPr>
          </a:p>
        </p:txBody>
      </p:sp>
      <p:sp>
        <p:nvSpPr>
          <p:cNvPr id="7" name="Textplatzhalter 6"/>
          <p:cNvSpPr>
            <a:spLocks noGrp="1"/>
          </p:cNvSpPr>
          <p:nvPr>
            <p:ph type="body" sz="quarter" idx="10" hasCustomPrompt="1"/>
          </p:nvPr>
        </p:nvSpPr>
        <p:spPr>
          <a:xfrm>
            <a:off x="9441600" y="345600"/>
            <a:ext cx="2304000" cy="4800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1" i="0" baseline="0">
                <a:solidFill>
                  <a:schemeClr val="accent1"/>
                </a:solidFill>
                <a:latin typeface="BISansOpti"/>
                <a:cs typeface="BISansOpti"/>
              </a:defRPr>
            </a:lvl1pPr>
          </a:lstStyle>
          <a:p>
            <a:pPr marL="0" marR="0" lvl="0" indent="0" algn="l" defTabSz="121914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sz="1333" b="1">
                <a:solidFill>
                  <a:srgbClr val="123563"/>
                </a:solidFill>
              </a:rPr>
              <a:t>Company Name</a:t>
            </a:r>
          </a:p>
          <a:p>
            <a:pPr lvl="0"/>
            <a:endParaRPr lang="de-DE"/>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Telephone number</a:t>
            </a:r>
          </a:p>
        </p:txBody>
      </p:sp>
      <p:sp>
        <p:nvSpPr>
          <p:cNvPr id="19" name="Textfeld 18"/>
          <p:cNvSpPr txBox="1"/>
          <p:nvPr userDrawn="1"/>
        </p:nvSpPr>
        <p:spPr>
          <a:xfrm>
            <a:off x="9441602" y="1463710"/>
            <a:ext cx="249107" cy="205121"/>
          </a:xfrm>
          <a:prstGeom prst="rect">
            <a:avLst/>
          </a:prstGeom>
          <a:noFill/>
        </p:spPr>
        <p:txBody>
          <a:bodyPr wrap="none" lIns="0" tIns="0" rIns="0" bIns="0" rtlCol="0">
            <a:spAutoFit/>
          </a:bodyPr>
          <a:lstStyle/>
          <a:p>
            <a:r>
              <a:rPr lang="de-DE" sz="1333">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fax machine</a:t>
            </a:r>
          </a:p>
        </p:txBody>
      </p:sp>
      <p:sp>
        <p:nvSpPr>
          <p:cNvPr id="29" name="Textfeld 28"/>
          <p:cNvSpPr txBox="1"/>
          <p:nvPr userDrawn="1"/>
        </p:nvSpPr>
        <p:spPr>
          <a:xfrm>
            <a:off x="9441600" y="1675202"/>
            <a:ext cx="288412" cy="205121"/>
          </a:xfrm>
          <a:prstGeom prst="rect">
            <a:avLst/>
          </a:prstGeom>
          <a:noFill/>
        </p:spPr>
        <p:txBody>
          <a:bodyPr wrap="none" lIns="0" tIns="0" rIns="0" bIns="0" rtlCol="0">
            <a:spAutoFit/>
          </a:bodyPr>
          <a:lstStyle/>
          <a:p>
            <a:r>
              <a:rPr lang="de-DE" sz="1333">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489600" y="2760002"/>
            <a:ext cx="7166400" cy="472017"/>
          </a:xfrm>
        </p:spPr>
        <p:txBody>
          <a:bodyPr/>
          <a:lstStyle>
            <a:lvl1pPr marL="0" indent="0">
              <a:buNone/>
              <a:defRPr baseline="0">
                <a:solidFill>
                  <a:srgbClr val="003366"/>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489600" y="3233728"/>
            <a:ext cx="7166400" cy="1881600"/>
          </a:xfrm>
        </p:spPr>
        <p:txBody>
          <a:bodyPr/>
          <a:lstStyle>
            <a:lvl1pPr marL="0" indent="0">
              <a:spcBef>
                <a:spcPts val="0"/>
              </a:spcBef>
              <a:buNone/>
              <a:defRPr sz="2400" baseline="0">
                <a:solidFill>
                  <a:schemeClr val="accent2"/>
                </a:solidFill>
                <a:latin typeface="BISansOpti"/>
                <a:cs typeface="BISansOpti"/>
              </a:defRPr>
            </a:lvl1pPr>
          </a:lstStyle>
          <a:p>
            <a:pPr lvl="0"/>
            <a:r>
              <a:rPr lang="en-GB" noProof="0"/>
              <a:t>Insert your domains here</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4160587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Closing chart german">
    <p:spTree>
      <p:nvGrpSpPr>
        <p:cNvPr id="1" name=""/>
        <p:cNvGrpSpPr/>
        <p:nvPr/>
      </p:nvGrpSpPr>
      <p:grpSpPr>
        <a:xfrm>
          <a:off x="0" y="0"/>
          <a:ext cx="0" cy="0"/>
          <a:chOff x="0" y="0"/>
          <a:chExt cx="0" cy="0"/>
        </a:xfrm>
      </p:grpSpPr>
      <p:sp>
        <p:nvSpPr>
          <p:cNvPr id="23" name="Rechteck 22"/>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pic>
        <p:nvPicPr>
          <p:cNvPr id="1026" name="Picture 2"/>
          <p:cNvPicPr>
            <a:picLocks noChangeAspect="1" noChangeArrowheads="1"/>
          </p:cNvPicPr>
          <p:nvPr userDrawn="1"/>
        </p:nvPicPr>
        <p:blipFill rotWithShape="1">
          <a:blip r:embed="rId2" cstate="email">
            <a:extLst>
              <a:ext uri="{28A0092B-C50C-407E-A947-70E740481C1C}">
                <a14:useLocalDpi xmlns:a14="http://schemas.microsoft.com/office/drawing/2010/main"/>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userDrawn="1"/>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cxnSp>
        <p:nvCxnSpPr>
          <p:cNvPr id="10" name="Gerade Verbindung 9"/>
          <p:cNvCxnSpPr/>
          <p:nvPr userDrawn="1"/>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11" name="Textfeld 10"/>
          <p:cNvSpPr txBox="1"/>
          <p:nvPr userDrawn="1"/>
        </p:nvSpPr>
        <p:spPr>
          <a:xfrm>
            <a:off x="490100" y="5313972"/>
            <a:ext cx="6168933" cy="1230722"/>
          </a:xfrm>
          <a:prstGeom prst="rect">
            <a:avLst/>
          </a:prstGeom>
          <a:noFill/>
        </p:spPr>
        <p:txBody>
          <a:bodyPr wrap="square" lIns="0" tIns="0" rIns="0" bIns="0" rtlCol="0">
            <a:spAutoFit/>
          </a:bodyPr>
          <a:lstStyle/>
          <a:p>
            <a:pPr algn="just"/>
            <a:r>
              <a:rPr lang="de-DE" sz="1333">
                <a:solidFill>
                  <a:srgbClr val="1F497D"/>
                </a:solidFill>
                <a:latin typeface="BISansOpti"/>
                <a:cs typeface="BISansOpti"/>
              </a:rPr>
              <a:t>© Boehringer Ingelheim International GmbH 2017</a:t>
            </a:r>
          </a:p>
          <a:p>
            <a:pPr algn="just"/>
            <a:r>
              <a:rPr lang="de-DE" sz="1333">
                <a:solidFill>
                  <a:srgbClr val="1F497D"/>
                </a:solidFill>
                <a:latin typeface="BISansOpti"/>
                <a:cs typeface="BISansOpti"/>
              </a:rPr>
              <a:t>Diese Präsentation und ihre Inhalte sind Eigentum von Boehringer Ingelheim (Drittquellen sind angegeben) und unterliegen insbesondere dem Urheberrecht. Die komplette oder auszugsweise Weitergabe an Dritte sowie die Vervielfältigung, Wiedergabe und Veröffentlichung oder andere Verwendung durch Dritte ist nicht gestattet.</a:t>
            </a:r>
          </a:p>
        </p:txBody>
      </p:sp>
      <p:sp>
        <p:nvSpPr>
          <p:cNvPr id="13" name="Freeform 1"/>
          <p:cNvSpPr>
            <a:spLocks noChangeAspect="1" noChangeArrowheads="1"/>
          </p:cNvSpPr>
          <p:nvPr userDrawn="1"/>
        </p:nvSpPr>
        <p:spPr bwMode="auto">
          <a:xfrm>
            <a:off x="490103" y="1644787"/>
            <a:ext cx="479996" cy="479996"/>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accent1"/>
          </a:solidFill>
          <a:ln>
            <a:noFill/>
          </a:ln>
          <a:effectLst/>
        </p:spPr>
        <p:txBody>
          <a:bodyPr wrap="none" anchor="ctr"/>
          <a:lstStyle/>
          <a:p>
            <a:endParaRPr lang="de-DE" sz="2400">
              <a:solidFill>
                <a:srgbClr val="123563"/>
              </a:solidFill>
              <a:latin typeface="BISansOpti"/>
            </a:endParaRPr>
          </a:p>
        </p:txBody>
      </p:sp>
      <p:sp>
        <p:nvSpPr>
          <p:cNvPr id="14" name="Freeform 2"/>
          <p:cNvSpPr>
            <a:spLocks noChangeAspect="1" noChangeArrowheads="1"/>
          </p:cNvSpPr>
          <p:nvPr userDrawn="1"/>
        </p:nvSpPr>
        <p:spPr bwMode="auto">
          <a:xfrm>
            <a:off x="1360311" y="1680736"/>
            <a:ext cx="528000" cy="431205"/>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rgbClr val="123563"/>
          </a:solidFill>
          <a:ln>
            <a:noFill/>
          </a:ln>
          <a:effectLst/>
        </p:spPr>
        <p:txBody>
          <a:bodyPr wrap="none" anchor="ctr"/>
          <a:lstStyle/>
          <a:p>
            <a:endParaRPr lang="de-DE" sz="2400">
              <a:latin typeface="BISansOpti"/>
            </a:endParaRPr>
          </a:p>
        </p:txBody>
      </p:sp>
      <p:sp>
        <p:nvSpPr>
          <p:cNvPr id="15" name="Freeform 2"/>
          <p:cNvSpPr>
            <a:spLocks noChangeAspect="1" noChangeArrowheads="1"/>
          </p:cNvSpPr>
          <p:nvPr userDrawn="1"/>
        </p:nvSpPr>
        <p:spPr bwMode="auto">
          <a:xfrm>
            <a:off x="2201975" y="1708048"/>
            <a:ext cx="480000" cy="359193"/>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rgbClr val="123563"/>
          </a:solidFill>
          <a:ln>
            <a:noFill/>
          </a:ln>
          <a:effectLst/>
        </p:spPr>
        <p:txBody>
          <a:bodyPr wrap="none" anchor="ctr"/>
          <a:lstStyle/>
          <a:p>
            <a:endParaRPr lang="de-DE" sz="2400">
              <a:latin typeface="BISansOpti"/>
            </a:endParaRPr>
          </a:p>
        </p:txBody>
      </p:sp>
      <p:sp>
        <p:nvSpPr>
          <p:cNvPr id="16" name="Freeform 2"/>
          <p:cNvSpPr>
            <a:spLocks noChangeAspect="1" noChangeArrowheads="1"/>
          </p:cNvSpPr>
          <p:nvPr userDrawn="1"/>
        </p:nvSpPr>
        <p:spPr bwMode="auto">
          <a:xfrm>
            <a:off x="3083277" y="1653427"/>
            <a:ext cx="383999" cy="495188"/>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rgbClr val="123563"/>
          </a:solidFill>
          <a:ln>
            <a:noFill/>
          </a:ln>
          <a:effectLst/>
        </p:spPr>
        <p:txBody>
          <a:bodyPr wrap="none" anchor="ctr"/>
          <a:lstStyle/>
          <a:p>
            <a:endParaRPr lang="de-DE" sz="2400">
              <a:latin typeface="BISansOpti"/>
            </a:endParaRPr>
          </a:p>
        </p:txBody>
      </p:sp>
      <p:sp>
        <p:nvSpPr>
          <p:cNvPr id="17" name="Freeform 2"/>
          <p:cNvSpPr>
            <a:spLocks noChangeAspect="1" noChangeArrowheads="1"/>
          </p:cNvSpPr>
          <p:nvPr userDrawn="1"/>
        </p:nvSpPr>
        <p:spPr bwMode="auto">
          <a:xfrm>
            <a:off x="3887067" y="1696077"/>
            <a:ext cx="431999" cy="431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rgbClr val="123563"/>
          </a:solidFill>
          <a:ln>
            <a:noFill/>
          </a:ln>
          <a:effectLst/>
        </p:spPr>
        <p:txBody>
          <a:bodyPr wrap="none" anchor="ctr"/>
          <a:lstStyle/>
          <a:p>
            <a:endParaRPr lang="de-DE" sz="2400">
              <a:latin typeface="BISansOpti"/>
            </a:endParaRPr>
          </a:p>
        </p:txBody>
      </p:sp>
      <p:sp>
        <p:nvSpPr>
          <p:cNvPr id="7" name="Textplatzhalter 6"/>
          <p:cNvSpPr>
            <a:spLocks noGrp="1"/>
          </p:cNvSpPr>
          <p:nvPr>
            <p:ph type="body" sz="quarter" idx="10" hasCustomPrompt="1"/>
          </p:nvPr>
        </p:nvSpPr>
        <p:spPr>
          <a:xfrm>
            <a:off x="9441600" y="345600"/>
            <a:ext cx="2304000" cy="4800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1" i="0" baseline="0">
                <a:solidFill>
                  <a:schemeClr val="accent1"/>
                </a:solidFill>
                <a:latin typeface="BISansOpti"/>
                <a:cs typeface="BISansOpti"/>
              </a:defRPr>
            </a:lvl1pPr>
          </a:lstStyle>
          <a:p>
            <a:pPr marL="0" marR="0" lvl="0" indent="0" algn="l" defTabSz="121914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sz="1333" b="1">
                <a:solidFill>
                  <a:srgbClr val="123563"/>
                </a:solidFill>
              </a:rPr>
              <a:t>Firmenbezeichnung</a:t>
            </a:r>
          </a:p>
          <a:p>
            <a:pPr lvl="0"/>
            <a:endParaRPr lang="de-DE"/>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PLZ / Ort</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Telefonnummer</a:t>
            </a:r>
          </a:p>
        </p:txBody>
      </p:sp>
      <p:sp>
        <p:nvSpPr>
          <p:cNvPr id="19" name="Textfeld 18"/>
          <p:cNvSpPr txBox="1"/>
          <p:nvPr userDrawn="1"/>
        </p:nvSpPr>
        <p:spPr>
          <a:xfrm>
            <a:off x="9441602" y="1463710"/>
            <a:ext cx="249107" cy="205121"/>
          </a:xfrm>
          <a:prstGeom prst="rect">
            <a:avLst/>
          </a:prstGeom>
          <a:noFill/>
        </p:spPr>
        <p:txBody>
          <a:bodyPr wrap="none" lIns="0" tIns="0" rIns="0" bIns="0" rtlCol="0">
            <a:spAutoFit/>
          </a:bodyPr>
          <a:lstStyle/>
          <a:p>
            <a:r>
              <a:rPr lang="de-DE" sz="1333">
                <a:solidFill>
                  <a:srgbClr val="003366"/>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Fax-Nummer</a:t>
            </a:r>
          </a:p>
        </p:txBody>
      </p:sp>
      <p:sp>
        <p:nvSpPr>
          <p:cNvPr id="29" name="Textfeld 28"/>
          <p:cNvSpPr txBox="1"/>
          <p:nvPr userDrawn="1"/>
        </p:nvSpPr>
        <p:spPr>
          <a:xfrm>
            <a:off x="9441600" y="1675202"/>
            <a:ext cx="288412" cy="205121"/>
          </a:xfrm>
          <a:prstGeom prst="rect">
            <a:avLst/>
          </a:prstGeom>
          <a:noFill/>
        </p:spPr>
        <p:txBody>
          <a:bodyPr wrap="none" lIns="0" tIns="0" rIns="0" bIns="0" rtlCol="0">
            <a:spAutoFit/>
          </a:bodyPr>
          <a:lstStyle/>
          <a:p>
            <a:r>
              <a:rPr lang="de-DE" sz="1333">
                <a:solidFill>
                  <a:srgbClr val="003366"/>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4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accent1"/>
                </a:solidFill>
                <a:latin typeface="BISansOpti"/>
                <a:cs typeface="BISansOpti"/>
              </a:defRPr>
            </a:lvl1pPr>
          </a:lstStyle>
          <a:p>
            <a:pPr lvl="0"/>
            <a:r>
              <a:rPr lang="de-DE"/>
              <a:t>Website-Adresse</a:t>
            </a:r>
          </a:p>
        </p:txBody>
      </p:sp>
      <p:sp>
        <p:nvSpPr>
          <p:cNvPr id="21" name="Textplatzhalter 20"/>
          <p:cNvSpPr>
            <a:spLocks noGrp="1"/>
          </p:cNvSpPr>
          <p:nvPr>
            <p:ph type="body" sz="quarter" idx="18" hasCustomPrompt="1"/>
          </p:nvPr>
        </p:nvSpPr>
        <p:spPr>
          <a:xfrm>
            <a:off x="489600" y="2760002"/>
            <a:ext cx="7166400" cy="472017"/>
          </a:xfrm>
        </p:spPr>
        <p:txBody>
          <a:bodyPr/>
          <a:lstStyle>
            <a:lvl1pPr marL="0" indent="0">
              <a:buNone/>
              <a:defRPr baseline="0">
                <a:solidFill>
                  <a:srgbClr val="003366"/>
                </a:solidFill>
                <a:latin typeface="BISansOpti"/>
                <a:cs typeface="BISansOpti"/>
              </a:defRPr>
            </a:lvl1pPr>
          </a:lstStyle>
          <a:p>
            <a:pPr lvl="0"/>
            <a:r>
              <a:rPr lang="de-DE" noProof="0"/>
              <a:t>Überschrift für weitere Informationen:</a:t>
            </a:r>
          </a:p>
        </p:txBody>
      </p:sp>
      <p:sp>
        <p:nvSpPr>
          <p:cNvPr id="33" name="Textplatzhalter 20"/>
          <p:cNvSpPr>
            <a:spLocks noGrp="1"/>
          </p:cNvSpPr>
          <p:nvPr>
            <p:ph type="body" sz="quarter" idx="19" hasCustomPrompt="1"/>
          </p:nvPr>
        </p:nvSpPr>
        <p:spPr>
          <a:xfrm>
            <a:off x="489600" y="3233728"/>
            <a:ext cx="7166400" cy="1881600"/>
          </a:xfrm>
        </p:spPr>
        <p:txBody>
          <a:bodyPr/>
          <a:lstStyle>
            <a:lvl1pPr marL="0" indent="0">
              <a:spcBef>
                <a:spcPts val="0"/>
              </a:spcBef>
              <a:buNone/>
              <a:defRPr sz="2400" baseline="0">
                <a:solidFill>
                  <a:schemeClr val="accent2"/>
                </a:solidFill>
                <a:latin typeface="BISansOpti"/>
                <a:cs typeface="BISansOpti"/>
              </a:defRPr>
            </a:lvl1pPr>
          </a:lstStyle>
          <a:p>
            <a:pPr lvl="0"/>
            <a:r>
              <a:rPr lang="de-DE"/>
              <a:t>Fügen Sie hier die Website-Adressen ein</a:t>
            </a:r>
          </a:p>
        </p:txBody>
      </p:sp>
      <p:pic>
        <p:nvPicPr>
          <p:cNvPr id="32" name="Grafik 2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251587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type="tx">
  <p:cSld>
    <p:spTree>
      <p:nvGrpSpPr>
        <p:cNvPr id="1" name=""/>
        <p:cNvGrpSpPr/>
        <p:nvPr/>
      </p:nvGrpSpPr>
      <p:grpSpPr>
        <a:xfrm>
          <a:off x="0" y="0"/>
          <a:ext cx="0" cy="0"/>
          <a:chOff x="0" y="0"/>
          <a:chExt cx="0" cy="0"/>
        </a:xfrm>
      </p:grpSpPr>
      <p:sp>
        <p:nvSpPr>
          <p:cNvPr id="2" name="Header 1"/>
          <p:cNvSpPr>
            <a:spLocks noGrp="1"/>
          </p:cNvSpPr>
          <p:nvPr>
            <p:ph type="title"/>
          </p:nvPr>
        </p:nvSpPr>
        <p:spPr/>
        <p:txBody>
          <a:bodyPr/>
          <a:lstStyle/>
          <a:p>
            <a:r>
              <a:rPr lang="en-US"/>
              <a:t>Title</a:t>
            </a:r>
          </a:p>
        </p:txBody>
      </p:sp>
      <p:sp>
        <p:nvSpPr>
          <p:cNvPr id="3" name="Text 2"/>
          <p:cNvSpPr>
            <a:spLocks noGrp="1"/>
          </p:cNvSpPr>
          <p:nvPr>
            <p:ph type="body" idx="1"/>
          </p:nvPr>
        </p:nvSpPr>
        <p:spPr/>
        <p:txBody>
          <a:bodyPr/>
          <a:lstStyle/>
          <a:p>
            <a:pPr lvl="0"/>
            <a:r>
              <a:rPr lang="en-US"/>
              <a:t>Text</a:t>
            </a:r>
          </a:p>
          <a:p>
            <a:pPr lvl="1"/>
            <a:r>
              <a:rPr lang="en-US"/>
              <a:t>Second level</a:t>
            </a:r>
          </a:p>
          <a:p>
            <a:pPr lvl="2"/>
            <a:r>
              <a:rPr lang="en-US"/>
              <a:t>Third level</a:t>
            </a:r>
          </a:p>
          <a:p>
            <a:pPr lvl="3"/>
            <a:r>
              <a:rPr lang="en-US"/>
              <a:t>Fourth level</a:t>
            </a:r>
          </a:p>
          <a:p>
            <a:pPr lvl="4"/>
            <a:r>
              <a:rPr lang="en-US"/>
              <a:t>Fifth level</a:t>
            </a:r>
          </a:p>
        </p:txBody>
      </p:sp>
      <p:sp>
        <p:nvSpPr>
          <p:cNvPr id="4" name="Date 3"/>
          <p:cNvSpPr>
            <a:spLocks noGrp="1"/>
          </p:cNvSpPr>
          <p:nvPr>
            <p:ph type="dt" sz="half" idx="10"/>
          </p:nvPr>
        </p:nvSpPr>
        <p:spPr>
          <a:xfrm>
            <a:off x="10222274" y="6547643"/>
            <a:ext cx="716543" cy="205121"/>
          </a:xfrm>
        </p:spPr>
        <p:txBody>
          <a:bodyPr/>
          <a:lstStyle/>
          <a:p>
            <a:fld id="{C16525B2-4347-4F72-BAF7-76B19438D329}" type="datetimeFigureOut">
              <a:rPr lang="en-US" smtClean="0"/>
              <a:t>7/23/2025</a:t>
            </a:fld>
            <a:endParaRPr lang="en-US"/>
          </a:p>
        </p:txBody>
      </p:sp>
      <p:sp>
        <p:nvSpPr>
          <p:cNvPr id="5" name="Footer 4"/>
          <p:cNvSpPr>
            <a:spLocks noGrp="1"/>
          </p:cNvSpPr>
          <p:nvPr>
            <p:ph type="ftr" sz="quarter" idx="11"/>
          </p:nvPr>
        </p:nvSpPr>
        <p:spPr/>
        <p:txBody>
          <a:bodyPr/>
          <a:lstStyle/>
          <a:p>
            <a:endParaRPr lang="en-US"/>
          </a:p>
        </p:txBody>
      </p:sp>
      <p:sp>
        <p:nvSpPr>
          <p:cNvPr id="6" name="Slide number 5"/>
          <p:cNvSpPr>
            <a:spLocks noGrp="1"/>
          </p:cNvSpPr>
          <p:nvPr>
            <p:ph type="sldNum" sz="quarter" idx="12"/>
          </p:nvPr>
        </p:nvSpPr>
        <p:spPr/>
        <p:txBody>
          <a:bodyPr/>
          <a:lstStyle/>
          <a:p>
            <a:fld id="{80F073CC-40D5-4B23-8DF0-9BD0A0C12F2C}" type="slidenum">
              <a:rPr lang="en-US" smtClean="0"/>
              <a:t>‹#›</a:t>
            </a:fld>
            <a:endParaRPr lang="en-US"/>
          </a:p>
        </p:txBody>
      </p:sp>
    </p:spTree>
    <p:extLst>
      <p:ext uri="{BB962C8B-B14F-4D97-AF65-F5344CB8AC3E}">
        <p14:creationId xmlns:p14="http://schemas.microsoft.com/office/powerpoint/2010/main" val="4183295276"/>
      </p:ext>
    </p:extLst>
  </p:cSld>
  <p:clrMapOvr>
    <a:masterClrMapping/>
  </p:clrMapOvr>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928495"/>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pic>
        <p:nvPicPr>
          <p:cNvPr id="1026" name="Picture 2"/>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6231" t="19013" b="13976"/>
          <a:stretch/>
        </p:blipFill>
        <p:spPr bwMode="auto">
          <a:xfrm>
            <a:off x="0" y="0"/>
            <a:ext cx="8573054"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2" y="2654884"/>
            <a:ext cx="7845825" cy="738664"/>
          </a:xfrm>
        </p:spPr>
        <p:txBody>
          <a:bodyPr wrap="square" lIns="0">
            <a:spAutoFit/>
          </a:bodyPr>
          <a:lstStyle>
            <a:lvl1pPr>
              <a:defRPr sz="48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490102" y="4763671"/>
            <a:ext cx="7845825" cy="369332"/>
          </a:xfrm>
        </p:spPr>
        <p:txBody>
          <a:bodyPr wrap="square">
            <a:spAutoFit/>
          </a:bodyPr>
          <a:lstStyle>
            <a:lvl1pPr marL="0" indent="0" algn="l">
              <a:buNone/>
              <a:defRPr sz="2400">
                <a:solidFill>
                  <a:srgbClr val="003366"/>
                </a:solidFill>
                <a:latin typeface="BISansCond" panose="02000006050000020004"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0" name="Gerade Verbindung 9"/>
          <p:cNvCxnSpPr/>
          <p:nvPr userDrawn="1"/>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15" name="Grafik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2937" y="6120399"/>
            <a:ext cx="1679601" cy="381600"/>
          </a:xfrm>
          <a:prstGeom prst="rect">
            <a:avLst/>
          </a:prstGeom>
        </p:spPr>
      </p:pic>
    </p:spTree>
    <p:extLst>
      <p:ext uri="{BB962C8B-B14F-4D97-AF65-F5344CB8AC3E}">
        <p14:creationId xmlns:p14="http://schemas.microsoft.com/office/powerpoint/2010/main" val="35932054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Title page_02">
    <p:spTree>
      <p:nvGrpSpPr>
        <p:cNvPr id="1" name=""/>
        <p:cNvGrpSpPr/>
        <p:nvPr/>
      </p:nvGrpSpPr>
      <p:grpSpPr>
        <a:xfrm>
          <a:off x="0" y="0"/>
          <a:ext cx="0" cy="0"/>
          <a:chOff x="0" y="0"/>
          <a:chExt cx="0" cy="0"/>
        </a:xfrm>
      </p:grpSpPr>
      <p:sp>
        <p:nvSpPr>
          <p:cNvPr id="13" name="Rechteck 12"/>
          <p:cNvSpPr/>
          <p:nvPr userDrawn="1"/>
        </p:nvSpPr>
        <p:spPr>
          <a:xfrm>
            <a:off x="0" y="2928495"/>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pic>
        <p:nvPicPr>
          <p:cNvPr id="14" name="Picture 2"/>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6231" t="19013" b="13976"/>
          <a:stretch/>
        </p:blipFill>
        <p:spPr bwMode="auto">
          <a:xfrm>
            <a:off x="0" y="0"/>
            <a:ext cx="8573054"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0" y="2654884"/>
            <a:ext cx="7166475" cy="738664"/>
          </a:xfrm>
        </p:spPr>
        <p:txBody>
          <a:bodyPr wrap="square">
            <a:spAutoFit/>
          </a:bodyPr>
          <a:lstStyle>
            <a:lvl1pPr>
              <a:defRPr sz="48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490100" y="4763671"/>
            <a:ext cx="7166475" cy="369332"/>
          </a:xfrm>
        </p:spPr>
        <p:txBody>
          <a:bodyPr wrap="square">
            <a:spAutoFit/>
          </a:bodyPr>
          <a:lstStyle>
            <a:lvl1pPr marL="0" indent="0" algn="l">
              <a:buNone/>
              <a:defRPr sz="2400">
                <a:solidFill>
                  <a:srgbClr val="003366"/>
                </a:solidFill>
                <a:latin typeface="BISansCond" panose="02000006050000020004"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1" name="Gerade Verbindung 10"/>
          <p:cNvCxnSpPr/>
          <p:nvPr userDrawn="1"/>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7724524" y="749516"/>
            <a:ext cx="3014400" cy="22608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3000" dirty="0">
                <a:solidFill>
                  <a:schemeClr val="bg1"/>
                </a:solidFill>
                <a:latin typeface="+mj-lt"/>
              </a:defRPr>
            </a:lvl1pPr>
          </a:lstStyle>
          <a:p>
            <a:pPr marL="0" lvl="0" algn="ctr"/>
            <a:r>
              <a:rPr lang="en-GB" noProof="0"/>
              <a:t>Add. info [font size variable]</a:t>
            </a:r>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2937" y="6120399"/>
            <a:ext cx="1679601" cy="381600"/>
          </a:xfrm>
          <a:prstGeom prst="rect">
            <a:avLst/>
          </a:prstGeom>
        </p:spPr>
      </p:pic>
    </p:spTree>
    <p:extLst>
      <p:ext uri="{BB962C8B-B14F-4D97-AF65-F5344CB8AC3E}">
        <p14:creationId xmlns:p14="http://schemas.microsoft.com/office/powerpoint/2010/main" val="262542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prstClr val="white"/>
              </a:solidFill>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en-US" noProof="0"/>
              <a:t>Click to edit Master text styles</a:t>
            </a:r>
          </a:p>
        </p:txBody>
      </p:sp>
      <p:sp>
        <p:nvSpPr>
          <p:cNvPr id="20" name="Textplatzhalter 18"/>
          <p:cNvSpPr>
            <a:spLocks noGrp="1"/>
          </p:cNvSpPr>
          <p:nvPr>
            <p:ph type="body" sz="quarter" idx="12"/>
          </p:nvPr>
        </p:nvSpPr>
        <p:spPr>
          <a:xfrm>
            <a:off x="469105" y="3718148"/>
            <a:ext cx="5412315"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en-US" noProof="0"/>
              <a:t>Click to edit Master text styles</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0" y="6120399"/>
            <a:ext cx="1679601" cy="381600"/>
          </a:xfrm>
          <a:prstGeom prst="rect">
            <a:avLst/>
          </a:prstGeom>
        </p:spPr>
      </p:pic>
    </p:spTree>
    <p:extLst>
      <p:ext uri="{BB962C8B-B14F-4D97-AF65-F5344CB8AC3E}">
        <p14:creationId xmlns:p14="http://schemas.microsoft.com/office/powerpoint/2010/main" val="1039634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hapter title_02">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prstClr val="white"/>
              </a:solidFill>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en-US" noProof="0"/>
              <a:t>Click to edit Master text styles</a:t>
            </a:r>
          </a:p>
        </p:txBody>
      </p:sp>
      <p:sp>
        <p:nvSpPr>
          <p:cNvPr id="20" name="Textplatzhalter 18"/>
          <p:cNvSpPr>
            <a:spLocks noGrp="1"/>
          </p:cNvSpPr>
          <p:nvPr>
            <p:ph type="body" sz="quarter" idx="12"/>
          </p:nvPr>
        </p:nvSpPr>
        <p:spPr>
          <a:xfrm>
            <a:off x="469105" y="3718148"/>
            <a:ext cx="5412315"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en-US" noProof="0"/>
              <a:t>Click to edit Master text styles</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hasCustomPrompt="1"/>
          </p:nvPr>
        </p:nvSpPr>
        <p:spPr>
          <a:xfrm>
            <a:off x="6088022" y="970175"/>
            <a:ext cx="36912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a:solidFill>
                  <a:srgbClr val="003366"/>
                </a:solidFill>
                <a:latin typeface="BISansCond" panose="02000006050000020004" pitchFamily="2" charset="0"/>
              </a:defRPr>
            </a:lvl1pPr>
          </a:lstStyle>
          <a:p>
            <a:pPr lvl="0"/>
            <a:r>
              <a:rPr lang="en-GB" noProof="0" err="1"/>
              <a:t>Textmaster</a:t>
            </a:r>
            <a:r>
              <a:rPr lang="en-GB" noProof="0"/>
              <a:t>-format </a:t>
            </a:r>
            <a:r>
              <a:rPr lang="en-GB" noProof="0" err="1"/>
              <a:t>bearbeiten</a:t>
            </a:r>
            <a:endParaRPr lang="en-GB" noProof="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0" y="6120399"/>
            <a:ext cx="1679601" cy="381600"/>
          </a:xfrm>
          <a:prstGeom prst="rect">
            <a:avLst/>
          </a:prstGeom>
        </p:spPr>
      </p:pic>
    </p:spTree>
    <p:extLst>
      <p:ext uri="{BB962C8B-B14F-4D97-AF65-F5344CB8AC3E}">
        <p14:creationId xmlns:p14="http://schemas.microsoft.com/office/powerpoint/2010/main" val="1984541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Chapter title_03">
    <p:spTree>
      <p:nvGrpSpPr>
        <p:cNvPr id="1" name=""/>
        <p:cNvGrpSpPr/>
        <p:nvPr/>
      </p:nvGrpSpPr>
      <p:grpSpPr>
        <a:xfrm>
          <a:off x="0" y="0"/>
          <a:ext cx="0" cy="0"/>
          <a:chOff x="0" y="0"/>
          <a:chExt cx="0" cy="0"/>
        </a:xfrm>
      </p:grpSpPr>
      <p:sp>
        <p:nvSpPr>
          <p:cNvPr id="14" name="Rechteck 13"/>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prstClr val="white"/>
              </a:solidFill>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en-US" noProof="0"/>
              <a:t>Click to edit Master text styles</a:t>
            </a:r>
          </a:p>
        </p:txBody>
      </p:sp>
      <p:sp>
        <p:nvSpPr>
          <p:cNvPr id="20" name="Textplatzhalter 18"/>
          <p:cNvSpPr>
            <a:spLocks noGrp="1"/>
          </p:cNvSpPr>
          <p:nvPr>
            <p:ph type="body" sz="quarter" idx="12"/>
          </p:nvPr>
        </p:nvSpPr>
        <p:spPr>
          <a:xfrm>
            <a:off x="469105" y="3718148"/>
            <a:ext cx="3939522"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en-US" noProof="0"/>
              <a:t>Click to edit Master text styles</a:t>
            </a:r>
          </a:p>
        </p:txBody>
      </p:sp>
      <p:cxnSp>
        <p:nvCxnSpPr>
          <p:cNvPr id="13" name="Gerade Verbindung 12"/>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hasCustomPrompt="1"/>
          </p:nvPr>
        </p:nvSpPr>
        <p:spPr>
          <a:xfrm>
            <a:off x="6088022" y="970175"/>
            <a:ext cx="36912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a:solidFill>
                  <a:srgbClr val="003366"/>
                </a:solidFill>
                <a:latin typeface="BISansCond" panose="02000006050000020004" pitchFamily="2" charset="0"/>
              </a:defRPr>
            </a:lvl1pPr>
          </a:lstStyle>
          <a:p>
            <a:pPr lvl="0"/>
            <a:r>
              <a:rPr lang="en-GB" noProof="0" err="1"/>
              <a:t>Textmaster</a:t>
            </a:r>
            <a:r>
              <a:rPr lang="en-GB" noProof="0"/>
              <a:t>-format </a:t>
            </a:r>
            <a:r>
              <a:rPr lang="en-GB" noProof="0" err="1"/>
              <a:t>bearbeiten</a:t>
            </a:r>
            <a:endParaRPr lang="en-GB" noProof="0"/>
          </a:p>
        </p:txBody>
      </p:sp>
      <p:sp>
        <p:nvSpPr>
          <p:cNvPr id="23" name="Bildplatzhalter 22"/>
          <p:cNvSpPr>
            <a:spLocks noGrp="1"/>
          </p:cNvSpPr>
          <p:nvPr>
            <p:ph type="pic" sz="quarter" idx="13"/>
          </p:nvPr>
        </p:nvSpPr>
        <p:spPr>
          <a:xfrm>
            <a:off x="5799691" y="3500533"/>
            <a:ext cx="3014400" cy="2260800"/>
          </a:xfrm>
          <a:prstGeom prst="ellipse">
            <a:avLst/>
          </a:prstGeom>
        </p:spPr>
        <p:txBody>
          <a:bodyPr/>
          <a:lstStyle>
            <a:lvl1pPr marL="0" indent="0">
              <a:buNone/>
              <a:defRPr sz="900"/>
            </a:lvl1pPr>
          </a:lstStyle>
          <a:p>
            <a:r>
              <a:rPr lang="en-US" noProof="0"/>
              <a:t>Click icon to add picture</a:t>
            </a:r>
            <a:endParaRPr lang="en-GB" noProof="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0" y="6120399"/>
            <a:ext cx="1679601" cy="381600"/>
          </a:xfrm>
          <a:prstGeom prst="rect">
            <a:avLst/>
          </a:prstGeom>
        </p:spPr>
      </p:pic>
    </p:spTree>
    <p:extLst>
      <p:ext uri="{BB962C8B-B14F-4D97-AF65-F5344CB8AC3E}">
        <p14:creationId xmlns:p14="http://schemas.microsoft.com/office/powerpoint/2010/main" val="662214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Standard page_01">
    <p:spTree>
      <p:nvGrpSpPr>
        <p:cNvPr id="1" name=""/>
        <p:cNvGrpSpPr/>
        <p:nvPr/>
      </p:nvGrpSpPr>
      <p:grpSpPr>
        <a:xfrm>
          <a:off x="0" y="0"/>
          <a:ext cx="0" cy="0"/>
          <a:chOff x="0" y="0"/>
          <a:chExt cx="0" cy="0"/>
        </a:xfrm>
      </p:grpSpPr>
      <p:sp>
        <p:nvSpPr>
          <p:cNvPr id="9" name="Rechteck 8"/>
          <p:cNvSpPr/>
          <p:nvPr userDrawn="1"/>
        </p:nvSpPr>
        <p:spPr>
          <a:xfrm>
            <a:off x="0" y="2928495"/>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578958"/>
            <a:ext cx="840361" cy="190510"/>
          </a:xfrm>
          <a:prstGeom prst="rect">
            <a:avLst/>
          </a:prstGeom>
        </p:spPr>
      </p:pic>
      <p:sp>
        <p:nvSpPr>
          <p:cNvPr id="3" name="Titel 2"/>
          <p:cNvSpPr>
            <a:spLocks noGrp="1"/>
          </p:cNvSpPr>
          <p:nvPr>
            <p:ph type="title"/>
          </p:nvPr>
        </p:nvSpPr>
        <p:spPr/>
        <p:txBody>
          <a:bodyPr/>
          <a:lstStyle/>
          <a:p>
            <a:r>
              <a:rPr lang="en-US"/>
              <a:t>Click to edit Master title style</a:t>
            </a:r>
            <a:endParaRPr lang="de-DE"/>
          </a:p>
        </p:txBody>
      </p:sp>
      <p:sp>
        <p:nvSpPr>
          <p:cNvPr id="4" name="Datumsplatzhalter 3"/>
          <p:cNvSpPr>
            <a:spLocks noGrp="1"/>
          </p:cNvSpPr>
          <p:nvPr>
            <p:ph type="dt" sz="half" idx="10"/>
          </p:nvPr>
        </p:nvSpPr>
        <p:spPr>
          <a:xfrm>
            <a:off x="10332883" y="6597269"/>
            <a:ext cx="605935" cy="153888"/>
          </a:xfrm>
        </p:spPr>
        <p:txBody>
          <a:bodyPr/>
          <a:lstStyle/>
          <a:p>
            <a:r>
              <a:rPr lang="en-US" altLang="zh-CN">
                <a:solidFill>
                  <a:prstClr val="white">
                    <a:lumMod val="50000"/>
                  </a:prstClr>
                </a:solidFill>
              </a:rPr>
              <a:t>10/12/2018</a:t>
            </a:r>
            <a:endParaRPr lang="en-GB">
              <a:solidFill>
                <a:prstClr val="white">
                  <a:lumMod val="50000"/>
                </a:prstClr>
              </a:solidFill>
            </a:endParaRPr>
          </a:p>
        </p:txBody>
      </p:sp>
      <p:sp>
        <p:nvSpPr>
          <p:cNvPr id="11" name="Foliennummernplatzhalter 10"/>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12" name="Fußzeilenplatzhalter 4"/>
          <p:cNvSpPr txBox="1">
            <a:spLocks/>
          </p:cNvSpPr>
          <p:nvPr userDrawn="1"/>
        </p:nvSpPr>
        <p:spPr>
          <a:xfrm>
            <a:off x="4233739" y="6589301"/>
            <a:ext cx="3724522" cy="307777"/>
          </a:xfrm>
          <a:prstGeom prst="rect">
            <a:avLst/>
          </a:prstGeom>
        </p:spPr>
        <p:txBody>
          <a:bodyPr vert="horz" wrap="square" lIns="0" tIns="0" rIns="0" bIns="0" rtlCol="0" anchor="ctr">
            <a:spAutoFit/>
          </a:bodyPr>
          <a:lstStyle>
            <a:defPPr>
              <a:defRPr lang="en-US"/>
            </a:defPPr>
            <a:lvl1pPr algn="l" rtl="0" fontAlgn="base" latinLnBrk="1">
              <a:spcBef>
                <a:spcPct val="0"/>
              </a:spcBef>
              <a:spcAft>
                <a:spcPct val="0"/>
              </a:spcAft>
              <a:defRPr kumimoji="1" sz="1000" kern="1200">
                <a:solidFill>
                  <a:schemeClr val="bg1">
                    <a:lumMod val="50000"/>
                  </a:schemeClr>
                </a:solidFill>
                <a:latin typeface="BISansCond" panose="02000006050000020004" pitchFamily="2" charset="0"/>
                <a:ea typeface="굴림" pitchFamily="50" charset="-127"/>
                <a:cs typeface="+mn-cs"/>
              </a:defRPr>
            </a:lvl1pPr>
            <a:lvl2pPr marL="457200" algn="l" rtl="0" fontAlgn="base" latinLnBrk="1">
              <a:spcBef>
                <a:spcPct val="0"/>
              </a:spcBef>
              <a:spcAft>
                <a:spcPct val="0"/>
              </a:spcAft>
              <a:defRPr kumimoji="1" sz="1400" kern="1200">
                <a:solidFill>
                  <a:schemeClr val="tx1"/>
                </a:solidFill>
                <a:latin typeface="BISans" pitchFamily="2" charset="0"/>
                <a:ea typeface="굴림" pitchFamily="50" charset="-127"/>
                <a:cs typeface="+mn-cs"/>
              </a:defRPr>
            </a:lvl2pPr>
            <a:lvl3pPr marL="914400" algn="l" rtl="0" fontAlgn="base" latinLnBrk="1">
              <a:spcBef>
                <a:spcPct val="0"/>
              </a:spcBef>
              <a:spcAft>
                <a:spcPct val="0"/>
              </a:spcAft>
              <a:defRPr kumimoji="1" sz="1400" kern="1200">
                <a:solidFill>
                  <a:schemeClr val="tx1"/>
                </a:solidFill>
                <a:latin typeface="BISans" pitchFamily="2" charset="0"/>
                <a:ea typeface="굴림" pitchFamily="50" charset="-127"/>
                <a:cs typeface="+mn-cs"/>
              </a:defRPr>
            </a:lvl3pPr>
            <a:lvl4pPr marL="1371600" algn="l" rtl="0" fontAlgn="base" latinLnBrk="1">
              <a:spcBef>
                <a:spcPct val="0"/>
              </a:spcBef>
              <a:spcAft>
                <a:spcPct val="0"/>
              </a:spcAft>
              <a:defRPr kumimoji="1" sz="1400" kern="1200">
                <a:solidFill>
                  <a:schemeClr val="tx1"/>
                </a:solidFill>
                <a:latin typeface="BISans" pitchFamily="2" charset="0"/>
                <a:ea typeface="굴림" pitchFamily="50" charset="-127"/>
                <a:cs typeface="+mn-cs"/>
              </a:defRPr>
            </a:lvl4pPr>
            <a:lvl5pPr marL="1828800" algn="l" rtl="0" fontAlgn="base" latinLnBrk="1">
              <a:spcBef>
                <a:spcPct val="0"/>
              </a:spcBef>
              <a:spcAft>
                <a:spcPct val="0"/>
              </a:spcAft>
              <a:defRPr kumimoji="1" sz="1400" kern="1200">
                <a:solidFill>
                  <a:schemeClr val="tx1"/>
                </a:solidFill>
                <a:latin typeface="BISans" pitchFamily="2" charset="0"/>
                <a:ea typeface="굴림" pitchFamily="50" charset="-127"/>
                <a:cs typeface="+mn-cs"/>
              </a:defRPr>
            </a:lvl5pPr>
            <a:lvl6pPr marL="2286000" algn="l" defTabSz="914400" rtl="0" eaLnBrk="1" latinLnBrk="1" hangingPunct="1">
              <a:defRPr kumimoji="1" sz="1400" kern="1200">
                <a:solidFill>
                  <a:schemeClr val="tx1"/>
                </a:solidFill>
                <a:latin typeface="BISans" pitchFamily="2" charset="0"/>
                <a:ea typeface="굴림" pitchFamily="50" charset="-127"/>
                <a:cs typeface="+mn-cs"/>
              </a:defRPr>
            </a:lvl6pPr>
            <a:lvl7pPr marL="2743200" algn="l" defTabSz="914400" rtl="0" eaLnBrk="1" latinLnBrk="1" hangingPunct="1">
              <a:defRPr kumimoji="1" sz="1400" kern="1200">
                <a:solidFill>
                  <a:schemeClr val="tx1"/>
                </a:solidFill>
                <a:latin typeface="BISans" pitchFamily="2" charset="0"/>
                <a:ea typeface="굴림" pitchFamily="50" charset="-127"/>
                <a:cs typeface="+mn-cs"/>
              </a:defRPr>
            </a:lvl7pPr>
            <a:lvl8pPr marL="3200400" algn="l" defTabSz="914400" rtl="0" eaLnBrk="1" latinLnBrk="1" hangingPunct="1">
              <a:defRPr kumimoji="1" sz="1400" kern="1200">
                <a:solidFill>
                  <a:schemeClr val="tx1"/>
                </a:solidFill>
                <a:latin typeface="BISans" pitchFamily="2" charset="0"/>
                <a:ea typeface="굴림" pitchFamily="50" charset="-127"/>
                <a:cs typeface="+mn-cs"/>
              </a:defRPr>
            </a:lvl8pPr>
            <a:lvl9pPr marL="3657600" algn="l" defTabSz="914400" rtl="0" eaLnBrk="1" latinLnBrk="1" hangingPunct="1">
              <a:defRPr kumimoji="1" sz="1400" kern="1200">
                <a:solidFill>
                  <a:schemeClr val="tx1"/>
                </a:solidFill>
                <a:latin typeface="BISans" pitchFamily="2" charset="0"/>
                <a:ea typeface="굴림" pitchFamily="50" charset="-127"/>
                <a:cs typeface="+mn-cs"/>
              </a:defRPr>
            </a:lvl9pPr>
          </a:lstStyle>
          <a:p>
            <a:r>
              <a:rPr lang="en-US" altLang="zh-CN" sz="1000"/>
              <a:t>1200.161(H&amp;N3) Global Lesson &amp; Learnt</a:t>
            </a:r>
            <a:endParaRPr kumimoji="0" lang="de-DE" sz="1000"/>
          </a:p>
          <a:p>
            <a:endParaRPr lang="en-GB" sz="1000">
              <a:solidFill>
                <a:prstClr val="white">
                  <a:lumMod val="50000"/>
                </a:prstClr>
              </a:solidFill>
            </a:endParaRPr>
          </a:p>
        </p:txBody>
      </p:sp>
    </p:spTree>
    <p:extLst>
      <p:ext uri="{BB962C8B-B14F-4D97-AF65-F5344CB8AC3E}">
        <p14:creationId xmlns:p14="http://schemas.microsoft.com/office/powerpoint/2010/main" val="34333388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Standard page_02">
    <p:spTree>
      <p:nvGrpSpPr>
        <p:cNvPr id="1" name=""/>
        <p:cNvGrpSpPr/>
        <p:nvPr/>
      </p:nvGrpSpPr>
      <p:grpSpPr>
        <a:xfrm>
          <a:off x="0" y="0"/>
          <a:ext cx="0" cy="0"/>
          <a:chOff x="0" y="0"/>
          <a:chExt cx="0" cy="0"/>
        </a:xfrm>
      </p:grpSpPr>
      <p:sp>
        <p:nvSpPr>
          <p:cNvPr id="12" name="Rechteck 11"/>
          <p:cNvSpPr/>
          <p:nvPr userDrawn="1"/>
        </p:nvSpPr>
        <p:spPr>
          <a:xfrm>
            <a:off x="0" y="2928495"/>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sp>
        <p:nvSpPr>
          <p:cNvPr id="3" name="Inhaltsplatzhalt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578958"/>
            <a:ext cx="840361" cy="190510"/>
          </a:xfrm>
          <a:prstGeom prst="rect">
            <a:avLst/>
          </a:prstGeom>
        </p:spPr>
      </p:pic>
      <p:sp>
        <p:nvSpPr>
          <p:cNvPr id="8" name="Foliennummernplatzhalter 7"/>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14" name="Titel 13"/>
          <p:cNvSpPr>
            <a:spLocks noGrp="1"/>
          </p:cNvSpPr>
          <p:nvPr>
            <p:ph type="title"/>
          </p:nvPr>
        </p:nvSpPr>
        <p:spPr>
          <a:xfrm>
            <a:off x="490100" y="153349"/>
            <a:ext cx="11211801" cy="553998"/>
          </a:xfrm>
        </p:spPr>
        <p:txBody>
          <a:bodyPr/>
          <a:lstStyle>
            <a:lvl1pPr>
              <a:defRPr sz="3600"/>
            </a:lvl1pPr>
          </a:lstStyle>
          <a:p>
            <a:r>
              <a:rPr lang="en-US"/>
              <a:t>Click to edit Master title style</a:t>
            </a:r>
            <a:endParaRPr lang="de-DE"/>
          </a:p>
        </p:txBody>
      </p:sp>
      <p:sp>
        <p:nvSpPr>
          <p:cNvPr id="15" name="Fußzeilenplatzhalter 4"/>
          <p:cNvSpPr>
            <a:spLocks noGrp="1"/>
          </p:cNvSpPr>
          <p:nvPr>
            <p:ph type="ftr" sz="quarter" idx="3"/>
          </p:nvPr>
        </p:nvSpPr>
        <p:spPr>
          <a:xfrm>
            <a:off x="4052620" y="6651142"/>
            <a:ext cx="3724522" cy="307777"/>
          </a:xfrm>
          <a:prstGeom prst="rect">
            <a:avLst/>
          </a:prstGeom>
        </p:spPr>
        <p:txBody>
          <a:bodyPr vert="horz" wrap="square" lIns="0" tIns="0" rIns="0" bIns="0" rtlCol="0" anchor="ctr">
            <a:spAutoFit/>
          </a:bodyPr>
          <a:lstStyle>
            <a:lvl1pPr algn="l">
              <a:defRPr sz="1000">
                <a:solidFill>
                  <a:schemeClr val="bg1">
                    <a:lumMod val="50000"/>
                  </a:schemeClr>
                </a:solidFill>
                <a:latin typeface="BISansCond" panose="02000006050000020004" pitchFamily="2" charset="0"/>
              </a:defRPr>
            </a:lvl1pPr>
          </a:lstStyle>
          <a:p>
            <a:r>
              <a:rPr lang="en-US" altLang="zh-CN"/>
              <a:t>1200.161(H&amp;N3) Global Lesson &amp; Learnt</a:t>
            </a:r>
            <a:endParaRPr kumimoji="0" lang="de-DE"/>
          </a:p>
          <a:p>
            <a:endParaRPr lang="en-GB">
              <a:solidFill>
                <a:prstClr val="white">
                  <a:lumMod val="50000"/>
                </a:prstClr>
              </a:solidFill>
            </a:endParaRPr>
          </a:p>
        </p:txBody>
      </p:sp>
      <p:sp>
        <p:nvSpPr>
          <p:cNvPr id="16" name="Datumsplatzhalter 3"/>
          <p:cNvSpPr>
            <a:spLocks noGrp="1"/>
          </p:cNvSpPr>
          <p:nvPr>
            <p:ph type="dt" sz="half" idx="10"/>
          </p:nvPr>
        </p:nvSpPr>
        <p:spPr>
          <a:xfrm>
            <a:off x="10332883" y="6597269"/>
            <a:ext cx="605935" cy="153888"/>
          </a:xfrm>
        </p:spPr>
        <p:txBody>
          <a:bodyPr/>
          <a:lstStyle/>
          <a:p>
            <a:r>
              <a:rPr lang="en-US" altLang="zh-CN">
                <a:solidFill>
                  <a:prstClr val="white">
                    <a:lumMod val="50000"/>
                  </a:prstClr>
                </a:solidFill>
              </a:rPr>
              <a:t>10/12/2018</a:t>
            </a:r>
            <a:endParaRPr lang="en-GB">
              <a:solidFill>
                <a:prstClr val="white">
                  <a:lumMod val="50000"/>
                </a:prstClr>
              </a:solidFill>
            </a:endParaRPr>
          </a:p>
        </p:txBody>
      </p:sp>
    </p:spTree>
    <p:extLst>
      <p:ext uri="{BB962C8B-B14F-4D97-AF65-F5344CB8AC3E}">
        <p14:creationId xmlns:p14="http://schemas.microsoft.com/office/powerpoint/2010/main" val="4618237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928495"/>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sp>
        <p:nvSpPr>
          <p:cNvPr id="3" name="Inhaltsplatzhalt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578958"/>
            <a:ext cx="840361" cy="190510"/>
          </a:xfrm>
          <a:prstGeom prst="rect">
            <a:avLst/>
          </a:prstGeom>
        </p:spPr>
      </p:pic>
      <p:sp>
        <p:nvSpPr>
          <p:cNvPr id="4" name="Titel 3"/>
          <p:cNvSpPr>
            <a:spLocks noGrp="1"/>
          </p:cNvSpPr>
          <p:nvPr>
            <p:ph type="title"/>
          </p:nvPr>
        </p:nvSpPr>
        <p:spPr/>
        <p:txBody>
          <a:bodyPr/>
          <a:lstStyle/>
          <a:p>
            <a:r>
              <a:rPr lang="en-US"/>
              <a:t>Click to edit Master title style</a:t>
            </a:r>
            <a:endParaRPr lang="de-DE"/>
          </a:p>
        </p:txBody>
      </p:sp>
      <p:sp>
        <p:nvSpPr>
          <p:cNvPr id="8" name="Foliennummernplatzhalter 7"/>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13" name="Fußzeilenplatzhalter 4"/>
          <p:cNvSpPr>
            <a:spLocks noGrp="1"/>
          </p:cNvSpPr>
          <p:nvPr>
            <p:ph type="ftr" sz="quarter" idx="3"/>
          </p:nvPr>
        </p:nvSpPr>
        <p:spPr>
          <a:xfrm>
            <a:off x="4052620" y="6651142"/>
            <a:ext cx="3724522" cy="307777"/>
          </a:xfrm>
          <a:prstGeom prst="rect">
            <a:avLst/>
          </a:prstGeom>
        </p:spPr>
        <p:txBody>
          <a:bodyPr vert="horz" wrap="square" lIns="0" tIns="0" rIns="0" bIns="0" rtlCol="0" anchor="ctr">
            <a:spAutoFit/>
          </a:bodyPr>
          <a:lstStyle>
            <a:lvl1pPr algn="l">
              <a:defRPr sz="1000">
                <a:solidFill>
                  <a:schemeClr val="bg1">
                    <a:lumMod val="50000"/>
                  </a:schemeClr>
                </a:solidFill>
                <a:latin typeface="BISansCond" panose="02000006050000020004" pitchFamily="2" charset="0"/>
              </a:defRPr>
            </a:lvl1pPr>
          </a:lstStyle>
          <a:p>
            <a:r>
              <a:rPr lang="en-US" altLang="zh-CN"/>
              <a:t>1200.161(H&amp;N3) Global Lesson &amp; Learnt</a:t>
            </a:r>
            <a:endParaRPr kumimoji="0" lang="de-DE"/>
          </a:p>
          <a:p>
            <a:endParaRPr lang="en-GB">
              <a:solidFill>
                <a:prstClr val="white">
                  <a:lumMod val="50000"/>
                </a:prstClr>
              </a:solidFill>
            </a:endParaRPr>
          </a:p>
        </p:txBody>
      </p:sp>
      <p:sp>
        <p:nvSpPr>
          <p:cNvPr id="14" name="Datumsplatzhalter 3"/>
          <p:cNvSpPr>
            <a:spLocks noGrp="1"/>
          </p:cNvSpPr>
          <p:nvPr>
            <p:ph type="dt" sz="half" idx="10"/>
          </p:nvPr>
        </p:nvSpPr>
        <p:spPr>
          <a:xfrm>
            <a:off x="10332883" y="6597269"/>
            <a:ext cx="605935" cy="153888"/>
          </a:xfrm>
        </p:spPr>
        <p:txBody>
          <a:bodyPr/>
          <a:lstStyle/>
          <a:p>
            <a:r>
              <a:rPr lang="en-US" altLang="zh-CN">
                <a:solidFill>
                  <a:prstClr val="white">
                    <a:lumMod val="50000"/>
                  </a:prstClr>
                </a:solidFill>
              </a:rPr>
              <a:t>10/12/2018</a:t>
            </a:r>
            <a:endParaRPr lang="en-GB">
              <a:solidFill>
                <a:prstClr val="white">
                  <a:lumMod val="50000"/>
                </a:prstClr>
              </a:solidFill>
            </a:endParaRPr>
          </a:p>
        </p:txBody>
      </p:sp>
    </p:spTree>
    <p:extLst>
      <p:ext uri="{BB962C8B-B14F-4D97-AF65-F5344CB8AC3E}">
        <p14:creationId xmlns:p14="http://schemas.microsoft.com/office/powerpoint/2010/main" val="15902071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928495"/>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14" name="Inhaltsplatzhalter 2"/>
          <p:cNvSpPr>
            <a:spLocks noGrp="1"/>
          </p:cNvSpPr>
          <p:nvPr>
            <p:ph idx="1"/>
          </p:nvPr>
        </p:nvSpPr>
        <p:spPr>
          <a:xfrm>
            <a:off x="2362099" y="1600203"/>
            <a:ext cx="7488001" cy="4525963"/>
          </a:xfrm>
        </p:spPr>
        <p:txBody>
          <a:bodyPr/>
          <a:lstStyle>
            <a:lvl1pPr marL="0" indent="0">
              <a:spcBef>
                <a:spcPts val="600"/>
              </a:spcBef>
              <a:buNone/>
              <a:defRPr/>
            </a:lvl1pPr>
            <a:lvl2pPr marL="182563" indent="-182563">
              <a:spcBef>
                <a:spcPts val="600"/>
              </a:spcBef>
              <a:buFont typeface="BISans" panose="02000503040000020004" pitchFamily="2" charset="0"/>
              <a:buChar char="•"/>
              <a:defRPr/>
            </a:lvl2pPr>
            <a:lvl3pPr marL="358775" indent="-176213">
              <a:buFont typeface="Arial" panose="020B0604020202020204" pitchFamily="34" charset="0"/>
              <a:buChar char="–"/>
              <a:defRPr/>
            </a:lvl3pPr>
          </a:lstStyle>
          <a:p>
            <a:pPr lvl="0"/>
            <a:r>
              <a:rPr lang="en-US" noProof="0"/>
              <a:t>Click to edit Master text styles</a:t>
            </a:r>
          </a:p>
          <a:p>
            <a:pPr lvl="1"/>
            <a:r>
              <a:rPr lang="en-US" noProof="0"/>
              <a:t>Second level</a:t>
            </a:r>
          </a:p>
          <a:p>
            <a:pPr lvl="2"/>
            <a:r>
              <a:rPr lang="en-US" noProof="0"/>
              <a:t>Third level</a:t>
            </a:r>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578958"/>
            <a:ext cx="840361" cy="190510"/>
          </a:xfrm>
          <a:prstGeom prst="rect">
            <a:avLst/>
          </a:prstGeom>
        </p:spPr>
      </p:pic>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7" name="Titel 6"/>
          <p:cNvSpPr>
            <a:spLocks noGrp="1"/>
          </p:cNvSpPr>
          <p:nvPr>
            <p:ph type="title"/>
          </p:nvPr>
        </p:nvSpPr>
        <p:spPr/>
        <p:txBody>
          <a:bodyPr/>
          <a:lstStyle/>
          <a:p>
            <a:r>
              <a:rPr lang="en-US"/>
              <a:t>Click to edit Master title style</a:t>
            </a:r>
            <a:endParaRPr lang="de-DE"/>
          </a:p>
        </p:txBody>
      </p:sp>
      <p:sp>
        <p:nvSpPr>
          <p:cNvPr id="13" name="Fußzeilenplatzhalter 4"/>
          <p:cNvSpPr>
            <a:spLocks noGrp="1"/>
          </p:cNvSpPr>
          <p:nvPr>
            <p:ph type="ftr" sz="quarter" idx="3"/>
          </p:nvPr>
        </p:nvSpPr>
        <p:spPr>
          <a:xfrm>
            <a:off x="4052620" y="6651142"/>
            <a:ext cx="3724522" cy="307777"/>
          </a:xfrm>
          <a:prstGeom prst="rect">
            <a:avLst/>
          </a:prstGeom>
        </p:spPr>
        <p:txBody>
          <a:bodyPr vert="horz" wrap="square" lIns="0" tIns="0" rIns="0" bIns="0" rtlCol="0" anchor="ctr">
            <a:spAutoFit/>
          </a:bodyPr>
          <a:lstStyle>
            <a:lvl1pPr algn="l">
              <a:defRPr sz="1000">
                <a:solidFill>
                  <a:schemeClr val="bg1">
                    <a:lumMod val="50000"/>
                  </a:schemeClr>
                </a:solidFill>
                <a:latin typeface="BISansCond" panose="02000006050000020004" pitchFamily="2" charset="0"/>
              </a:defRPr>
            </a:lvl1pPr>
          </a:lstStyle>
          <a:p>
            <a:r>
              <a:rPr lang="en-US" altLang="zh-CN"/>
              <a:t>1200.161(H&amp;N3) Global Lesson &amp; Learnt</a:t>
            </a:r>
            <a:endParaRPr kumimoji="0" lang="de-DE"/>
          </a:p>
          <a:p>
            <a:endParaRPr lang="en-GB">
              <a:solidFill>
                <a:prstClr val="white">
                  <a:lumMod val="50000"/>
                </a:prstClr>
              </a:solidFill>
            </a:endParaRPr>
          </a:p>
        </p:txBody>
      </p:sp>
      <p:sp>
        <p:nvSpPr>
          <p:cNvPr id="15" name="Datumsplatzhalter 3"/>
          <p:cNvSpPr>
            <a:spLocks noGrp="1"/>
          </p:cNvSpPr>
          <p:nvPr>
            <p:ph type="dt" sz="half" idx="10"/>
          </p:nvPr>
        </p:nvSpPr>
        <p:spPr>
          <a:xfrm>
            <a:off x="10332883" y="6597269"/>
            <a:ext cx="605935" cy="153888"/>
          </a:xfrm>
        </p:spPr>
        <p:txBody>
          <a:bodyPr/>
          <a:lstStyle/>
          <a:p>
            <a:r>
              <a:rPr lang="en-US" altLang="zh-CN">
                <a:solidFill>
                  <a:prstClr val="white">
                    <a:lumMod val="50000"/>
                  </a:prstClr>
                </a:solidFill>
              </a:rPr>
              <a:t>10/12/2018</a:t>
            </a:r>
            <a:endParaRPr lang="en-GB">
              <a:solidFill>
                <a:prstClr val="white">
                  <a:lumMod val="50000"/>
                </a:prstClr>
              </a:solidFill>
            </a:endParaRPr>
          </a:p>
        </p:txBody>
      </p:sp>
    </p:spTree>
    <p:extLst>
      <p:ext uri="{BB962C8B-B14F-4D97-AF65-F5344CB8AC3E}">
        <p14:creationId xmlns:p14="http://schemas.microsoft.com/office/powerpoint/2010/main" val="1642151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type="obj" preserve="1">
  <p:cSld name="Titel 36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90100" y="104583"/>
            <a:ext cx="11211801" cy="553998"/>
          </a:xfrm>
        </p:spPr>
        <p:txBody>
          <a:bodyPr/>
          <a:lstStyle>
            <a:lvl1pPr>
              <a:defRPr sz="3600">
                <a:solidFill>
                  <a:srgbClr val="003366"/>
                </a:solidFill>
              </a:defRPr>
            </a:lvl1pPr>
          </a:lstStyle>
          <a:p>
            <a:r>
              <a:rPr lang="en-US" noProof="0"/>
              <a:t>Click to edit Master title style</a:t>
            </a:r>
            <a:endParaRPr lang="en-GB" noProof="0"/>
          </a:p>
        </p:txBody>
      </p:sp>
      <p:sp>
        <p:nvSpPr>
          <p:cNvPr id="3" name="Inhaltsplatzhalt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Fußzeilenplatzhalter 4"/>
          <p:cNvSpPr>
            <a:spLocks noGrp="1"/>
          </p:cNvSpPr>
          <p:nvPr>
            <p:ph type="ftr" sz="quarter" idx="3"/>
          </p:nvPr>
        </p:nvSpPr>
        <p:spPr>
          <a:xfrm>
            <a:off x="4052620" y="6651142"/>
            <a:ext cx="3724522" cy="307777"/>
          </a:xfrm>
          <a:prstGeom prst="rect">
            <a:avLst/>
          </a:prstGeom>
        </p:spPr>
        <p:txBody>
          <a:bodyPr vert="horz" wrap="square" lIns="0" tIns="0" rIns="0" bIns="0" rtlCol="0" anchor="ctr">
            <a:spAutoFit/>
          </a:bodyPr>
          <a:lstStyle>
            <a:lvl1pPr algn="l">
              <a:defRPr sz="1000">
                <a:solidFill>
                  <a:schemeClr val="bg1">
                    <a:lumMod val="50000"/>
                  </a:schemeClr>
                </a:solidFill>
                <a:latin typeface="BISansCond" panose="02000006050000020004" pitchFamily="2" charset="0"/>
              </a:defRPr>
            </a:lvl1pPr>
          </a:lstStyle>
          <a:p>
            <a:r>
              <a:rPr lang="en-US" altLang="zh-CN"/>
              <a:t>1200.161(H&amp;N3) Global Lesson &amp; Learnt</a:t>
            </a:r>
            <a:endParaRPr kumimoji="0" lang="de-DE"/>
          </a:p>
          <a:p>
            <a:endParaRPr lang="en-GB">
              <a:solidFill>
                <a:prstClr val="white">
                  <a:lumMod val="50000"/>
                </a:prstClr>
              </a:solidFill>
            </a:endParaRPr>
          </a:p>
        </p:txBody>
      </p:sp>
      <p:sp>
        <p:nvSpPr>
          <p:cNvPr id="9" name="Datumsplatzhalter 3"/>
          <p:cNvSpPr>
            <a:spLocks noGrp="1"/>
          </p:cNvSpPr>
          <p:nvPr>
            <p:ph type="dt" sz="half" idx="10"/>
          </p:nvPr>
        </p:nvSpPr>
        <p:spPr>
          <a:xfrm>
            <a:off x="10332883" y="6597269"/>
            <a:ext cx="605935" cy="153888"/>
          </a:xfrm>
        </p:spPr>
        <p:txBody>
          <a:bodyPr/>
          <a:lstStyle/>
          <a:p>
            <a:r>
              <a:rPr lang="en-US" altLang="zh-CN">
                <a:solidFill>
                  <a:prstClr val="white">
                    <a:lumMod val="50000"/>
                  </a:prstClr>
                </a:solidFill>
              </a:rPr>
              <a:t>10/12/2018</a:t>
            </a:r>
            <a:endParaRPr lang="en-GB">
              <a:solidFill>
                <a:prstClr val="white">
                  <a:lumMod val="50000"/>
                </a:prstClr>
              </a:solidFill>
            </a:endParaRPr>
          </a:p>
        </p:txBody>
      </p:sp>
    </p:spTree>
    <p:extLst>
      <p:ext uri="{BB962C8B-B14F-4D97-AF65-F5344CB8AC3E}">
        <p14:creationId xmlns:p14="http://schemas.microsoft.com/office/powerpoint/2010/main" val="10059739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928495"/>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pic>
        <p:nvPicPr>
          <p:cNvPr id="1026" name="Picture 2"/>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6231" t="19013" b="13976"/>
          <a:stretch/>
        </p:blipFill>
        <p:spPr bwMode="auto">
          <a:xfrm>
            <a:off x="0" y="0"/>
            <a:ext cx="8573054"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2" y="2654884"/>
            <a:ext cx="7845825" cy="738664"/>
          </a:xfrm>
        </p:spPr>
        <p:txBody>
          <a:bodyPr wrap="square" lIns="0">
            <a:spAutoFit/>
          </a:bodyPr>
          <a:lstStyle>
            <a:lvl1pPr>
              <a:defRPr sz="48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490102" y="4763671"/>
            <a:ext cx="7845825" cy="369332"/>
          </a:xfrm>
        </p:spPr>
        <p:txBody>
          <a:bodyPr wrap="square">
            <a:spAutoFit/>
          </a:bodyPr>
          <a:lstStyle>
            <a:lvl1pPr marL="0" indent="0" algn="l">
              <a:buNone/>
              <a:defRPr sz="2400">
                <a:solidFill>
                  <a:srgbClr val="003366"/>
                </a:solidFill>
                <a:latin typeface="BISansCond" panose="02000006050000020004"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0" name="Gerade Verbindung 9"/>
          <p:cNvCxnSpPr/>
          <p:nvPr userDrawn="1"/>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15" name="Grafik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2937" y="6120399"/>
            <a:ext cx="1679601" cy="381600"/>
          </a:xfrm>
          <a:prstGeom prst="rect">
            <a:avLst/>
          </a:prstGeom>
        </p:spPr>
      </p:pic>
    </p:spTree>
    <p:extLst>
      <p:ext uri="{BB962C8B-B14F-4D97-AF65-F5344CB8AC3E}">
        <p14:creationId xmlns:p14="http://schemas.microsoft.com/office/powerpoint/2010/main" val="966655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Title page_02">
    <p:spTree>
      <p:nvGrpSpPr>
        <p:cNvPr id="1" name=""/>
        <p:cNvGrpSpPr/>
        <p:nvPr/>
      </p:nvGrpSpPr>
      <p:grpSpPr>
        <a:xfrm>
          <a:off x="0" y="0"/>
          <a:ext cx="0" cy="0"/>
          <a:chOff x="0" y="0"/>
          <a:chExt cx="0" cy="0"/>
        </a:xfrm>
      </p:grpSpPr>
      <p:sp>
        <p:nvSpPr>
          <p:cNvPr id="13" name="Rechteck 12"/>
          <p:cNvSpPr/>
          <p:nvPr userDrawn="1"/>
        </p:nvSpPr>
        <p:spPr>
          <a:xfrm>
            <a:off x="0" y="2928495"/>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pic>
        <p:nvPicPr>
          <p:cNvPr id="14" name="Picture 2"/>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6231" t="19013" b="13976"/>
          <a:stretch/>
        </p:blipFill>
        <p:spPr bwMode="auto">
          <a:xfrm>
            <a:off x="0" y="0"/>
            <a:ext cx="8573054"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0" y="2654884"/>
            <a:ext cx="7166475" cy="738664"/>
          </a:xfrm>
        </p:spPr>
        <p:txBody>
          <a:bodyPr wrap="square">
            <a:spAutoFit/>
          </a:bodyPr>
          <a:lstStyle>
            <a:lvl1pPr>
              <a:defRPr sz="4800">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490100" y="4763671"/>
            <a:ext cx="7166475" cy="369332"/>
          </a:xfrm>
        </p:spPr>
        <p:txBody>
          <a:bodyPr wrap="square">
            <a:spAutoFit/>
          </a:bodyPr>
          <a:lstStyle>
            <a:lvl1pPr marL="0" indent="0" algn="l">
              <a:buNone/>
              <a:defRPr sz="2400">
                <a:solidFill>
                  <a:srgbClr val="003366"/>
                </a:solidFill>
                <a:latin typeface="BISansCond" panose="02000006050000020004"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1" name="Gerade Verbindung 10"/>
          <p:cNvCxnSpPr/>
          <p:nvPr userDrawn="1"/>
        </p:nvCxnSpPr>
        <p:spPr>
          <a:xfrm>
            <a:off x="3"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5" name="Textplatzhalter 4"/>
          <p:cNvSpPr>
            <a:spLocks noGrp="1"/>
          </p:cNvSpPr>
          <p:nvPr>
            <p:ph type="body" sz="quarter" idx="10" hasCustomPrompt="1"/>
          </p:nvPr>
        </p:nvSpPr>
        <p:spPr>
          <a:xfrm>
            <a:off x="7724524" y="749516"/>
            <a:ext cx="3014400" cy="2260800"/>
          </a:xfrm>
          <a:prstGeom prst="ellipse">
            <a:avLst/>
          </a:prstGeom>
          <a:gradFill flip="none" rotWithShape="1">
            <a:gsLst>
              <a:gs pos="0">
                <a:srgbClr val="002142"/>
              </a:gs>
              <a:gs pos="100000">
                <a:srgbClr val="275187"/>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normAutofit/>
          </a:bodyPr>
          <a:lstStyle>
            <a:lvl1pPr marL="0" indent="0" algn="ctr">
              <a:buNone/>
              <a:defRPr lang="de-DE" sz="3000" dirty="0">
                <a:solidFill>
                  <a:schemeClr val="bg1"/>
                </a:solidFill>
                <a:latin typeface="+mj-lt"/>
              </a:defRPr>
            </a:lvl1pPr>
          </a:lstStyle>
          <a:p>
            <a:pPr marL="0" lvl="0" algn="ctr"/>
            <a:r>
              <a:rPr lang="en-GB" noProof="0"/>
              <a:t>Add. info [font size variable]</a:t>
            </a:r>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2937" y="6120399"/>
            <a:ext cx="1679601" cy="381600"/>
          </a:xfrm>
          <a:prstGeom prst="rect">
            <a:avLst/>
          </a:prstGeom>
        </p:spPr>
      </p:pic>
    </p:spTree>
    <p:extLst>
      <p:ext uri="{BB962C8B-B14F-4D97-AF65-F5344CB8AC3E}">
        <p14:creationId xmlns:p14="http://schemas.microsoft.com/office/powerpoint/2010/main" val="3955725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prstClr val="white"/>
              </a:solidFill>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en-US" noProof="0"/>
              <a:t>Click to edit Master text styles</a:t>
            </a:r>
          </a:p>
        </p:txBody>
      </p:sp>
      <p:sp>
        <p:nvSpPr>
          <p:cNvPr id="20" name="Textplatzhalter 18"/>
          <p:cNvSpPr>
            <a:spLocks noGrp="1"/>
          </p:cNvSpPr>
          <p:nvPr>
            <p:ph type="body" sz="quarter" idx="12"/>
          </p:nvPr>
        </p:nvSpPr>
        <p:spPr>
          <a:xfrm>
            <a:off x="469105" y="3718148"/>
            <a:ext cx="5412315"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en-US" noProof="0"/>
              <a:t>Click to edit Master text styles</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0" y="6120399"/>
            <a:ext cx="1679601" cy="381600"/>
          </a:xfrm>
          <a:prstGeom prst="rect">
            <a:avLst/>
          </a:prstGeom>
        </p:spPr>
      </p:pic>
    </p:spTree>
    <p:extLst>
      <p:ext uri="{BB962C8B-B14F-4D97-AF65-F5344CB8AC3E}">
        <p14:creationId xmlns:p14="http://schemas.microsoft.com/office/powerpoint/2010/main" val="2376449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Chapter title_02">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prstClr val="white"/>
              </a:solidFill>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en-US" noProof="0"/>
              <a:t>Click to edit Master text styles</a:t>
            </a:r>
          </a:p>
        </p:txBody>
      </p:sp>
      <p:sp>
        <p:nvSpPr>
          <p:cNvPr id="20" name="Textplatzhalter 18"/>
          <p:cNvSpPr>
            <a:spLocks noGrp="1"/>
          </p:cNvSpPr>
          <p:nvPr>
            <p:ph type="body" sz="quarter" idx="12"/>
          </p:nvPr>
        </p:nvSpPr>
        <p:spPr>
          <a:xfrm>
            <a:off x="469105" y="3718148"/>
            <a:ext cx="5412315"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en-US" noProof="0"/>
              <a:t>Click to edit Master text styles</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25" name="Textplatzhalter 24"/>
          <p:cNvSpPr>
            <a:spLocks noGrp="1"/>
          </p:cNvSpPr>
          <p:nvPr>
            <p:ph type="body" sz="quarter" idx="13" hasCustomPrompt="1"/>
          </p:nvPr>
        </p:nvSpPr>
        <p:spPr>
          <a:xfrm>
            <a:off x="6088022" y="970175"/>
            <a:ext cx="36912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a:solidFill>
                  <a:srgbClr val="003366"/>
                </a:solidFill>
                <a:latin typeface="BISansCond" panose="02000006050000020004" pitchFamily="2" charset="0"/>
              </a:defRPr>
            </a:lvl1pPr>
          </a:lstStyle>
          <a:p>
            <a:pPr lvl="0"/>
            <a:r>
              <a:rPr lang="en-GB" noProof="0" err="1"/>
              <a:t>Textmaster</a:t>
            </a:r>
            <a:r>
              <a:rPr lang="en-GB" noProof="0"/>
              <a:t>-format </a:t>
            </a:r>
            <a:r>
              <a:rPr lang="en-GB" noProof="0" err="1"/>
              <a:t>bearbeiten</a:t>
            </a:r>
            <a:endParaRPr lang="en-GB" noProof="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0" y="6120399"/>
            <a:ext cx="1679601" cy="381600"/>
          </a:xfrm>
          <a:prstGeom prst="rect">
            <a:avLst/>
          </a:prstGeom>
        </p:spPr>
      </p:pic>
    </p:spTree>
    <p:extLst>
      <p:ext uri="{BB962C8B-B14F-4D97-AF65-F5344CB8AC3E}">
        <p14:creationId xmlns:p14="http://schemas.microsoft.com/office/powerpoint/2010/main" val="1384007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Chapter title_03">
    <p:spTree>
      <p:nvGrpSpPr>
        <p:cNvPr id="1" name=""/>
        <p:cNvGrpSpPr/>
        <p:nvPr/>
      </p:nvGrpSpPr>
      <p:grpSpPr>
        <a:xfrm>
          <a:off x="0" y="0"/>
          <a:ext cx="0" cy="0"/>
          <a:chOff x="0" y="0"/>
          <a:chExt cx="0" cy="0"/>
        </a:xfrm>
      </p:grpSpPr>
      <p:sp>
        <p:nvSpPr>
          <p:cNvPr id="14" name="Rechteck 13"/>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prstClr val="white"/>
              </a:solidFill>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p:nvPr>
        </p:nvSpPr>
        <p:spPr>
          <a:xfrm>
            <a:off x="469107" y="2640129"/>
            <a:ext cx="5412316" cy="1477328"/>
          </a:xfrm>
        </p:spPr>
        <p:txBody>
          <a:bodyPr wrap="square">
            <a:spAutoFit/>
          </a:bodyPr>
          <a:lstStyle>
            <a:lvl1pPr marL="0" indent="0">
              <a:buNone/>
              <a:defRPr sz="4800">
                <a:solidFill>
                  <a:schemeClr val="bg1"/>
                </a:solidFill>
                <a:latin typeface="BISansCond" panose="02000006050000020004" pitchFamily="2" charset="0"/>
              </a:defRPr>
            </a:lvl1pPr>
          </a:lstStyle>
          <a:p>
            <a:pPr lvl="0"/>
            <a:r>
              <a:rPr lang="en-US" noProof="0"/>
              <a:t>Click to edit Master text styles</a:t>
            </a:r>
          </a:p>
        </p:txBody>
      </p:sp>
      <p:sp>
        <p:nvSpPr>
          <p:cNvPr id="20" name="Textplatzhalter 18"/>
          <p:cNvSpPr>
            <a:spLocks noGrp="1"/>
          </p:cNvSpPr>
          <p:nvPr>
            <p:ph type="body" sz="quarter" idx="12"/>
          </p:nvPr>
        </p:nvSpPr>
        <p:spPr>
          <a:xfrm>
            <a:off x="469105" y="3718148"/>
            <a:ext cx="3939522" cy="369332"/>
          </a:xfrm>
        </p:spPr>
        <p:txBody>
          <a:bodyPr wrap="square">
            <a:spAutoFit/>
          </a:bodyPr>
          <a:lstStyle>
            <a:lvl1pPr marL="0" indent="0">
              <a:buNone/>
              <a:defRPr sz="2400">
                <a:solidFill>
                  <a:schemeClr val="bg1"/>
                </a:solidFill>
                <a:latin typeface="BISansCond" panose="02000006050000020004" pitchFamily="2" charset="0"/>
              </a:defRPr>
            </a:lvl1pPr>
          </a:lstStyle>
          <a:p>
            <a:pPr lvl="0"/>
            <a:r>
              <a:rPr lang="en-US" noProof="0"/>
              <a:t>Click to edit Master text styles</a:t>
            </a:r>
          </a:p>
        </p:txBody>
      </p:sp>
      <p:cxnSp>
        <p:nvCxnSpPr>
          <p:cNvPr id="13" name="Gerade Verbindung 12"/>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9" name="Textplatzhalter 24"/>
          <p:cNvSpPr>
            <a:spLocks noGrp="1"/>
          </p:cNvSpPr>
          <p:nvPr>
            <p:ph type="body" sz="quarter" idx="14" hasCustomPrompt="1"/>
          </p:nvPr>
        </p:nvSpPr>
        <p:spPr>
          <a:xfrm>
            <a:off x="6088022" y="970175"/>
            <a:ext cx="3691200" cy="2768400"/>
          </a:xfrm>
          <a:prstGeom prst="ellipse">
            <a:avLst/>
          </a:prstGeom>
          <a:gradFill>
            <a:gsLst>
              <a:gs pos="0">
                <a:schemeClr val="bg1"/>
              </a:gs>
              <a:gs pos="100000">
                <a:schemeClr val="bg1">
                  <a:alpha val="59000"/>
                </a:schemeClr>
              </a:gs>
            </a:gsLst>
            <a:lin ang="9000000" scaled="0"/>
          </a:gradFill>
          <a:ln>
            <a:noFill/>
          </a:ln>
        </p:spPr>
        <p:txBody>
          <a:bodyPr anchor="ctr" anchorCtr="0"/>
          <a:lstStyle>
            <a:lvl1pPr marL="0" indent="0" algn="ctr">
              <a:spcBef>
                <a:spcPts val="0"/>
              </a:spcBef>
              <a:buNone/>
              <a:defRPr sz="2400">
                <a:solidFill>
                  <a:srgbClr val="003366"/>
                </a:solidFill>
                <a:latin typeface="BISansCond" panose="02000006050000020004" pitchFamily="2" charset="0"/>
              </a:defRPr>
            </a:lvl1pPr>
          </a:lstStyle>
          <a:p>
            <a:pPr lvl="0"/>
            <a:r>
              <a:rPr lang="en-GB" noProof="0" err="1"/>
              <a:t>Textmaster</a:t>
            </a:r>
            <a:r>
              <a:rPr lang="en-GB" noProof="0"/>
              <a:t>-format </a:t>
            </a:r>
            <a:r>
              <a:rPr lang="en-GB" noProof="0" err="1"/>
              <a:t>bearbeiten</a:t>
            </a:r>
            <a:endParaRPr lang="en-GB" noProof="0"/>
          </a:p>
        </p:txBody>
      </p:sp>
      <p:sp>
        <p:nvSpPr>
          <p:cNvPr id="23" name="Bildplatzhalter 22"/>
          <p:cNvSpPr>
            <a:spLocks noGrp="1"/>
          </p:cNvSpPr>
          <p:nvPr>
            <p:ph type="pic" sz="quarter" idx="13"/>
          </p:nvPr>
        </p:nvSpPr>
        <p:spPr>
          <a:xfrm>
            <a:off x="5799691" y="3500533"/>
            <a:ext cx="3014400" cy="2260800"/>
          </a:xfrm>
          <a:prstGeom prst="ellipse">
            <a:avLst/>
          </a:prstGeom>
        </p:spPr>
        <p:txBody>
          <a:bodyPr/>
          <a:lstStyle>
            <a:lvl1pPr marL="0" indent="0">
              <a:buNone/>
              <a:defRPr sz="900"/>
            </a:lvl1pPr>
          </a:lstStyle>
          <a:p>
            <a:r>
              <a:rPr lang="en-US" noProof="0"/>
              <a:t>Click icon to add picture</a:t>
            </a:r>
            <a:endParaRPr lang="en-GB" noProof="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0" y="6120399"/>
            <a:ext cx="1679601" cy="381600"/>
          </a:xfrm>
          <a:prstGeom prst="rect">
            <a:avLst/>
          </a:prstGeom>
        </p:spPr>
      </p:pic>
    </p:spTree>
    <p:extLst>
      <p:ext uri="{BB962C8B-B14F-4D97-AF65-F5344CB8AC3E}">
        <p14:creationId xmlns:p14="http://schemas.microsoft.com/office/powerpoint/2010/main" val="1421385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Standard page_01">
    <p:spTree>
      <p:nvGrpSpPr>
        <p:cNvPr id="1" name=""/>
        <p:cNvGrpSpPr/>
        <p:nvPr/>
      </p:nvGrpSpPr>
      <p:grpSpPr>
        <a:xfrm>
          <a:off x="0" y="0"/>
          <a:ext cx="0" cy="0"/>
          <a:chOff x="0" y="0"/>
          <a:chExt cx="0" cy="0"/>
        </a:xfrm>
      </p:grpSpPr>
      <p:sp>
        <p:nvSpPr>
          <p:cNvPr id="9" name="Rechteck 8"/>
          <p:cNvSpPr/>
          <p:nvPr userDrawn="1"/>
        </p:nvSpPr>
        <p:spPr>
          <a:xfrm>
            <a:off x="0" y="2928495"/>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578958"/>
            <a:ext cx="840361" cy="190510"/>
          </a:xfrm>
          <a:prstGeom prst="rect">
            <a:avLst/>
          </a:prstGeom>
        </p:spPr>
      </p:pic>
      <p:sp>
        <p:nvSpPr>
          <p:cNvPr id="3" name="Titel 2"/>
          <p:cNvSpPr>
            <a:spLocks noGrp="1"/>
          </p:cNvSpPr>
          <p:nvPr>
            <p:ph type="title"/>
          </p:nvPr>
        </p:nvSpPr>
        <p:spPr/>
        <p:txBody>
          <a:bodyPr/>
          <a:lstStyle/>
          <a:p>
            <a:r>
              <a:rPr lang="en-US"/>
              <a:t>Click to edit Master title style</a:t>
            </a:r>
            <a:endParaRPr lang="de-DE"/>
          </a:p>
        </p:txBody>
      </p:sp>
      <p:sp>
        <p:nvSpPr>
          <p:cNvPr id="4" name="Datumsplatzhalter 3"/>
          <p:cNvSpPr>
            <a:spLocks noGrp="1"/>
          </p:cNvSpPr>
          <p:nvPr>
            <p:ph type="dt" sz="half" idx="10"/>
          </p:nvPr>
        </p:nvSpPr>
        <p:spPr>
          <a:xfrm>
            <a:off x="10332883" y="6597269"/>
            <a:ext cx="605935" cy="153888"/>
          </a:xfrm>
        </p:spPr>
        <p:txBody>
          <a:bodyPr/>
          <a:lstStyle/>
          <a:p>
            <a:r>
              <a:rPr lang="en-US" altLang="zh-CN">
                <a:solidFill>
                  <a:prstClr val="white">
                    <a:lumMod val="50000"/>
                  </a:prstClr>
                </a:solidFill>
              </a:rPr>
              <a:t>10/12/2018</a:t>
            </a:r>
            <a:endParaRPr lang="en-GB">
              <a:solidFill>
                <a:prstClr val="white">
                  <a:lumMod val="50000"/>
                </a:prstClr>
              </a:solidFill>
            </a:endParaRPr>
          </a:p>
        </p:txBody>
      </p:sp>
      <p:sp>
        <p:nvSpPr>
          <p:cNvPr id="11" name="Foliennummernplatzhalter 10"/>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Tree>
    <p:extLst>
      <p:ext uri="{BB962C8B-B14F-4D97-AF65-F5344CB8AC3E}">
        <p14:creationId xmlns:p14="http://schemas.microsoft.com/office/powerpoint/2010/main" val="575846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Standard page_02">
    <p:spTree>
      <p:nvGrpSpPr>
        <p:cNvPr id="1" name=""/>
        <p:cNvGrpSpPr/>
        <p:nvPr/>
      </p:nvGrpSpPr>
      <p:grpSpPr>
        <a:xfrm>
          <a:off x="0" y="0"/>
          <a:ext cx="0" cy="0"/>
          <a:chOff x="0" y="0"/>
          <a:chExt cx="0" cy="0"/>
        </a:xfrm>
      </p:grpSpPr>
      <p:sp>
        <p:nvSpPr>
          <p:cNvPr id="12" name="Rechteck 11"/>
          <p:cNvSpPr/>
          <p:nvPr userDrawn="1"/>
        </p:nvSpPr>
        <p:spPr>
          <a:xfrm>
            <a:off x="0" y="2928495"/>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sp>
        <p:nvSpPr>
          <p:cNvPr id="3" name="Inhaltsplatzhalt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578958"/>
            <a:ext cx="840361" cy="190510"/>
          </a:xfrm>
          <a:prstGeom prst="rect">
            <a:avLst/>
          </a:prstGeom>
        </p:spPr>
      </p:pic>
      <p:sp>
        <p:nvSpPr>
          <p:cNvPr id="8" name="Foliennummernplatzhalter 7"/>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14" name="Titel 13"/>
          <p:cNvSpPr>
            <a:spLocks noGrp="1"/>
          </p:cNvSpPr>
          <p:nvPr>
            <p:ph type="title"/>
          </p:nvPr>
        </p:nvSpPr>
        <p:spPr>
          <a:xfrm>
            <a:off x="490100" y="153349"/>
            <a:ext cx="11211801" cy="553998"/>
          </a:xfrm>
        </p:spPr>
        <p:txBody>
          <a:bodyPr/>
          <a:lstStyle>
            <a:lvl1pPr>
              <a:defRPr sz="3600"/>
            </a:lvl1pPr>
          </a:lstStyle>
          <a:p>
            <a:r>
              <a:rPr lang="en-US"/>
              <a:t>Click to edit Master title style</a:t>
            </a:r>
            <a:endParaRPr lang="de-DE"/>
          </a:p>
        </p:txBody>
      </p:sp>
      <p:sp>
        <p:nvSpPr>
          <p:cNvPr id="16" name="Datumsplatzhalter 3"/>
          <p:cNvSpPr>
            <a:spLocks noGrp="1"/>
          </p:cNvSpPr>
          <p:nvPr>
            <p:ph type="dt" sz="half" idx="10"/>
          </p:nvPr>
        </p:nvSpPr>
        <p:spPr>
          <a:xfrm>
            <a:off x="10332883" y="6597269"/>
            <a:ext cx="605935" cy="153888"/>
          </a:xfrm>
        </p:spPr>
        <p:txBody>
          <a:bodyPr/>
          <a:lstStyle/>
          <a:p>
            <a:r>
              <a:rPr lang="en-US" altLang="zh-CN">
                <a:solidFill>
                  <a:prstClr val="white">
                    <a:lumMod val="50000"/>
                  </a:prstClr>
                </a:solidFill>
              </a:rPr>
              <a:t>10/12/2018</a:t>
            </a:r>
            <a:endParaRPr lang="en-GB">
              <a:solidFill>
                <a:prstClr val="white">
                  <a:lumMod val="50000"/>
                </a:prstClr>
              </a:solidFill>
            </a:endParaRPr>
          </a:p>
        </p:txBody>
      </p:sp>
    </p:spTree>
    <p:extLst>
      <p:ext uri="{BB962C8B-B14F-4D97-AF65-F5344CB8AC3E}">
        <p14:creationId xmlns:p14="http://schemas.microsoft.com/office/powerpoint/2010/main" val="1815120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Standard page_03">
    <p:spTree>
      <p:nvGrpSpPr>
        <p:cNvPr id="1" name=""/>
        <p:cNvGrpSpPr/>
        <p:nvPr/>
      </p:nvGrpSpPr>
      <p:grpSpPr>
        <a:xfrm>
          <a:off x="0" y="0"/>
          <a:ext cx="0" cy="0"/>
          <a:chOff x="0" y="0"/>
          <a:chExt cx="0" cy="0"/>
        </a:xfrm>
      </p:grpSpPr>
      <p:sp>
        <p:nvSpPr>
          <p:cNvPr id="12" name="Rechteck 11"/>
          <p:cNvSpPr/>
          <p:nvPr userDrawn="1"/>
        </p:nvSpPr>
        <p:spPr>
          <a:xfrm>
            <a:off x="0" y="2928495"/>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sp>
        <p:nvSpPr>
          <p:cNvPr id="3" name="Inhaltsplatzhalt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578958"/>
            <a:ext cx="840361" cy="190510"/>
          </a:xfrm>
          <a:prstGeom prst="rect">
            <a:avLst/>
          </a:prstGeom>
        </p:spPr>
      </p:pic>
      <p:sp>
        <p:nvSpPr>
          <p:cNvPr id="4" name="Titel 3"/>
          <p:cNvSpPr>
            <a:spLocks noGrp="1"/>
          </p:cNvSpPr>
          <p:nvPr>
            <p:ph type="title"/>
          </p:nvPr>
        </p:nvSpPr>
        <p:spPr/>
        <p:txBody>
          <a:bodyPr/>
          <a:lstStyle/>
          <a:p>
            <a:r>
              <a:rPr lang="en-US"/>
              <a:t>Click to edit Master title style</a:t>
            </a:r>
            <a:endParaRPr lang="de-DE"/>
          </a:p>
        </p:txBody>
      </p:sp>
      <p:sp>
        <p:nvSpPr>
          <p:cNvPr id="8" name="Foliennummernplatzhalter 7"/>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14" name="Datumsplatzhalter 3"/>
          <p:cNvSpPr>
            <a:spLocks noGrp="1"/>
          </p:cNvSpPr>
          <p:nvPr>
            <p:ph type="dt" sz="half" idx="10"/>
          </p:nvPr>
        </p:nvSpPr>
        <p:spPr>
          <a:xfrm>
            <a:off x="10332883" y="6597269"/>
            <a:ext cx="605935" cy="153888"/>
          </a:xfrm>
        </p:spPr>
        <p:txBody>
          <a:bodyPr/>
          <a:lstStyle/>
          <a:p>
            <a:r>
              <a:rPr lang="en-US" altLang="zh-CN">
                <a:solidFill>
                  <a:prstClr val="white">
                    <a:lumMod val="50000"/>
                  </a:prstClr>
                </a:solidFill>
              </a:rPr>
              <a:t>10/12/2018</a:t>
            </a:r>
            <a:endParaRPr lang="en-GB">
              <a:solidFill>
                <a:prstClr val="white">
                  <a:lumMod val="50000"/>
                </a:prstClr>
              </a:solidFill>
            </a:endParaRPr>
          </a:p>
        </p:txBody>
      </p:sp>
    </p:spTree>
    <p:extLst>
      <p:ext uri="{BB962C8B-B14F-4D97-AF65-F5344CB8AC3E}">
        <p14:creationId xmlns:p14="http://schemas.microsoft.com/office/powerpoint/2010/main" val="4040233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928495"/>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14" name="Inhaltsplatzhalter 2"/>
          <p:cNvSpPr>
            <a:spLocks noGrp="1"/>
          </p:cNvSpPr>
          <p:nvPr>
            <p:ph idx="1"/>
          </p:nvPr>
        </p:nvSpPr>
        <p:spPr>
          <a:xfrm>
            <a:off x="2362099" y="1600203"/>
            <a:ext cx="7488001" cy="4525963"/>
          </a:xfrm>
        </p:spPr>
        <p:txBody>
          <a:bodyPr/>
          <a:lstStyle>
            <a:lvl1pPr marL="0" indent="0">
              <a:spcBef>
                <a:spcPts val="600"/>
              </a:spcBef>
              <a:buNone/>
              <a:defRPr/>
            </a:lvl1pPr>
            <a:lvl2pPr marL="182563" indent="-182563">
              <a:spcBef>
                <a:spcPts val="600"/>
              </a:spcBef>
              <a:buFont typeface="BISans" panose="02000503040000020004" pitchFamily="2" charset="0"/>
              <a:buChar char="•"/>
              <a:defRPr/>
            </a:lvl2pPr>
            <a:lvl3pPr marL="358775" indent="-176213">
              <a:buFont typeface="Arial" panose="020B0604020202020204" pitchFamily="34" charset="0"/>
              <a:buChar char="–"/>
              <a:defRPr/>
            </a:lvl3pPr>
          </a:lstStyle>
          <a:p>
            <a:pPr lvl="0"/>
            <a:r>
              <a:rPr lang="en-US" noProof="0"/>
              <a:t>Click to edit Master text styles</a:t>
            </a:r>
          </a:p>
          <a:p>
            <a:pPr lvl="1"/>
            <a:r>
              <a:rPr lang="en-US" noProof="0"/>
              <a:t>Second level</a:t>
            </a:r>
          </a:p>
          <a:p>
            <a:pPr lvl="2"/>
            <a:r>
              <a:rPr lang="en-US" noProof="0"/>
              <a:t>Third level</a:t>
            </a:r>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578958"/>
            <a:ext cx="840361" cy="190510"/>
          </a:xfrm>
          <a:prstGeom prst="rect">
            <a:avLst/>
          </a:prstGeom>
        </p:spPr>
      </p:pic>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7" name="Titel 6"/>
          <p:cNvSpPr>
            <a:spLocks noGrp="1"/>
          </p:cNvSpPr>
          <p:nvPr>
            <p:ph type="title"/>
          </p:nvPr>
        </p:nvSpPr>
        <p:spPr/>
        <p:txBody>
          <a:bodyPr/>
          <a:lstStyle/>
          <a:p>
            <a:r>
              <a:rPr lang="en-US"/>
              <a:t>Click to edit Master title style</a:t>
            </a:r>
            <a:endParaRPr lang="de-DE"/>
          </a:p>
        </p:txBody>
      </p:sp>
      <p:sp>
        <p:nvSpPr>
          <p:cNvPr id="13" name="Fußzeilenplatzhalter 4"/>
          <p:cNvSpPr>
            <a:spLocks noGrp="1"/>
          </p:cNvSpPr>
          <p:nvPr>
            <p:ph type="ftr" sz="quarter" idx="3"/>
          </p:nvPr>
        </p:nvSpPr>
        <p:spPr>
          <a:xfrm>
            <a:off x="4052620" y="6651142"/>
            <a:ext cx="3724522" cy="307777"/>
          </a:xfrm>
          <a:prstGeom prst="rect">
            <a:avLst/>
          </a:prstGeom>
        </p:spPr>
        <p:txBody>
          <a:bodyPr vert="horz" wrap="square" lIns="0" tIns="0" rIns="0" bIns="0" rtlCol="0" anchor="ctr">
            <a:spAutoFit/>
          </a:bodyPr>
          <a:lstStyle>
            <a:lvl1pPr algn="l">
              <a:defRPr sz="1000">
                <a:solidFill>
                  <a:schemeClr val="bg1">
                    <a:lumMod val="50000"/>
                  </a:schemeClr>
                </a:solidFill>
                <a:latin typeface="BISansCond" panose="02000006050000020004" pitchFamily="2" charset="0"/>
              </a:defRPr>
            </a:lvl1pPr>
          </a:lstStyle>
          <a:p>
            <a:r>
              <a:rPr lang="en-US" altLang="zh-CN"/>
              <a:t>1200.161(H&amp;N3) Global Lesson &amp; Learnt</a:t>
            </a:r>
            <a:endParaRPr kumimoji="0" lang="de-DE"/>
          </a:p>
          <a:p>
            <a:endParaRPr lang="en-GB">
              <a:solidFill>
                <a:prstClr val="white">
                  <a:lumMod val="50000"/>
                </a:prstClr>
              </a:solidFill>
            </a:endParaRPr>
          </a:p>
        </p:txBody>
      </p:sp>
      <p:sp>
        <p:nvSpPr>
          <p:cNvPr id="15" name="Datumsplatzhalter 3"/>
          <p:cNvSpPr>
            <a:spLocks noGrp="1"/>
          </p:cNvSpPr>
          <p:nvPr>
            <p:ph type="dt" sz="half" idx="10"/>
          </p:nvPr>
        </p:nvSpPr>
        <p:spPr>
          <a:xfrm>
            <a:off x="10332883" y="6597269"/>
            <a:ext cx="605935" cy="153888"/>
          </a:xfrm>
        </p:spPr>
        <p:txBody>
          <a:bodyPr/>
          <a:lstStyle/>
          <a:p>
            <a:r>
              <a:rPr lang="en-US" altLang="zh-CN">
                <a:solidFill>
                  <a:prstClr val="white">
                    <a:lumMod val="50000"/>
                  </a:prstClr>
                </a:solidFill>
              </a:rPr>
              <a:t>10/12/2018</a:t>
            </a:r>
            <a:endParaRPr lang="en-GB">
              <a:solidFill>
                <a:prstClr val="white">
                  <a:lumMod val="50000"/>
                </a:prstClr>
              </a:solidFill>
            </a:endParaRPr>
          </a:p>
        </p:txBody>
      </p:sp>
    </p:spTree>
    <p:extLst>
      <p:ext uri="{BB962C8B-B14F-4D97-AF65-F5344CB8AC3E}">
        <p14:creationId xmlns:p14="http://schemas.microsoft.com/office/powerpoint/2010/main" val="1604647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type="obj" preserve="1">
  <p:cSld name="Titel 36pt und Inhalt">
    <p:spTree>
      <p:nvGrpSpPr>
        <p:cNvPr id="1" name=""/>
        <p:cNvGrpSpPr/>
        <p:nvPr/>
      </p:nvGrpSpPr>
      <p:grpSpPr>
        <a:xfrm>
          <a:off x="0" y="0"/>
          <a:ext cx="0" cy="0"/>
          <a:chOff x="0" y="0"/>
          <a:chExt cx="0" cy="0"/>
        </a:xfrm>
      </p:grpSpPr>
      <p:sp>
        <p:nvSpPr>
          <p:cNvPr id="2" name="Titel 1"/>
          <p:cNvSpPr>
            <a:spLocks noGrp="1"/>
          </p:cNvSpPr>
          <p:nvPr>
            <p:ph type="title"/>
          </p:nvPr>
        </p:nvSpPr>
        <p:spPr>
          <a:xfrm>
            <a:off x="490100" y="104583"/>
            <a:ext cx="11211801" cy="553998"/>
          </a:xfrm>
        </p:spPr>
        <p:txBody>
          <a:bodyPr/>
          <a:lstStyle>
            <a:lvl1pPr>
              <a:defRPr sz="3600">
                <a:solidFill>
                  <a:srgbClr val="003366"/>
                </a:solidFill>
              </a:defRPr>
            </a:lvl1pPr>
          </a:lstStyle>
          <a:p>
            <a:r>
              <a:rPr lang="en-US" noProof="0"/>
              <a:t>Click to edit Master title style</a:t>
            </a:r>
            <a:endParaRPr lang="en-GB" noProof="0"/>
          </a:p>
        </p:txBody>
      </p:sp>
      <p:sp>
        <p:nvSpPr>
          <p:cNvPr id="3" name="Inhaltsplatzhalt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Fußzeilenplatzhalter 4"/>
          <p:cNvSpPr>
            <a:spLocks noGrp="1"/>
          </p:cNvSpPr>
          <p:nvPr>
            <p:ph type="ftr" sz="quarter" idx="3"/>
          </p:nvPr>
        </p:nvSpPr>
        <p:spPr>
          <a:xfrm>
            <a:off x="4052620" y="6651142"/>
            <a:ext cx="3724522" cy="307777"/>
          </a:xfrm>
          <a:prstGeom prst="rect">
            <a:avLst/>
          </a:prstGeom>
        </p:spPr>
        <p:txBody>
          <a:bodyPr vert="horz" wrap="square" lIns="0" tIns="0" rIns="0" bIns="0" rtlCol="0" anchor="ctr">
            <a:spAutoFit/>
          </a:bodyPr>
          <a:lstStyle>
            <a:lvl1pPr algn="l">
              <a:defRPr sz="1000">
                <a:solidFill>
                  <a:schemeClr val="bg1">
                    <a:lumMod val="50000"/>
                  </a:schemeClr>
                </a:solidFill>
                <a:latin typeface="BISansCond" panose="02000006050000020004" pitchFamily="2" charset="0"/>
              </a:defRPr>
            </a:lvl1pPr>
          </a:lstStyle>
          <a:p>
            <a:r>
              <a:rPr lang="en-US" altLang="zh-CN"/>
              <a:t>1200.161(H&amp;N3) Global Lesson &amp; Learnt</a:t>
            </a:r>
            <a:endParaRPr kumimoji="0" lang="de-DE"/>
          </a:p>
          <a:p>
            <a:endParaRPr lang="en-GB">
              <a:solidFill>
                <a:prstClr val="white">
                  <a:lumMod val="50000"/>
                </a:prstClr>
              </a:solidFill>
            </a:endParaRPr>
          </a:p>
        </p:txBody>
      </p:sp>
      <p:sp>
        <p:nvSpPr>
          <p:cNvPr id="9" name="Datumsplatzhalter 3"/>
          <p:cNvSpPr>
            <a:spLocks noGrp="1"/>
          </p:cNvSpPr>
          <p:nvPr>
            <p:ph type="dt" sz="half" idx="10"/>
          </p:nvPr>
        </p:nvSpPr>
        <p:spPr>
          <a:xfrm>
            <a:off x="10332883" y="6597269"/>
            <a:ext cx="605935" cy="153888"/>
          </a:xfrm>
        </p:spPr>
        <p:txBody>
          <a:bodyPr/>
          <a:lstStyle/>
          <a:p>
            <a:r>
              <a:rPr lang="en-US" altLang="zh-CN">
                <a:solidFill>
                  <a:prstClr val="white">
                    <a:lumMod val="50000"/>
                  </a:prstClr>
                </a:solidFill>
              </a:rPr>
              <a:t>10/12/2018</a:t>
            </a:r>
            <a:endParaRPr lang="en-GB">
              <a:solidFill>
                <a:prstClr val="white">
                  <a:lumMod val="50000"/>
                </a:prstClr>
              </a:solidFill>
            </a:endParaRPr>
          </a:p>
        </p:txBody>
      </p:sp>
    </p:spTree>
    <p:extLst>
      <p:ext uri="{BB962C8B-B14F-4D97-AF65-F5344CB8AC3E}">
        <p14:creationId xmlns:p14="http://schemas.microsoft.com/office/powerpoint/2010/main" val="27643597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1648384186"/>
      </p:ext>
    </p:extLst>
  </p:cSld>
  <p:clrMapOvr>
    <a:masterClrMapping/>
  </p:clrMapOvr>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11786640"/>
      </p:ext>
    </p:extLst>
  </p:cSld>
  <p:clrMapOvr>
    <a:masterClrMapping/>
  </p:clrMapOvr>
  <p:extLst>
    <p:ext uri="{DCECCB84-F9BA-43D5-87BE-67443E8EF086}">
      <p15:sldGuideLst xmlns:p15="http://schemas.microsoft.com/office/powerpoint/2012/main"/>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010973647"/>
      </p:ext>
    </p:extLst>
  </p:cSld>
  <p:clrMapOvr>
    <a:masterClrMapping/>
  </p:clrMapOvr>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9750595"/>
      </p:ext>
    </p:extLst>
  </p:cSld>
  <p:clrMapOvr>
    <a:masterClrMapping/>
  </p:clrMapOvr>
  <p:extLst>
    <p:ext uri="{DCECCB84-F9BA-43D5-87BE-67443E8EF086}">
      <p15:sldGuideLst xmlns:p15="http://schemas.microsoft.com/office/powerpoint/2012/main"/>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12555769"/>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309855993"/>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717493287"/>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3391792784"/>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949667928"/>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093654185"/>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105948946"/>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24195852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138978922"/>
      </p:ext>
    </p:extLst>
  </p:cSld>
  <p:clrMapOvr>
    <a:masterClrMapping/>
  </p:clrMapOvr>
  <p:extLst>
    <p:ext uri="{DCECCB84-F9BA-43D5-87BE-67443E8EF086}">
      <p15:sldGuideLst xmlns:p15="http://schemas.microsoft.com/office/powerpoint/2012/main"/>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45871878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463173202"/>
      </p:ext>
    </p:extLst>
  </p:cSld>
  <p:clrMapOvr>
    <a:masterClrMapping/>
  </p:clrMapOvr>
  <p:extLst>
    <p:ext uri="{DCECCB84-F9BA-43D5-87BE-67443E8EF086}">
      <p15:sldGuideLst xmlns:p15="http://schemas.microsoft.com/office/powerpoint/2012/main"/>
    </p:ext>
  </p:extLs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423217128"/>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368915197"/>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026024092"/>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1435788"/>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5755848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86912591"/>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45211092"/>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8890376"/>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471804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9476261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98375179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73357420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625016249"/>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628890509"/>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113928335"/>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799879366"/>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40977684"/>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2534151955"/>
      </p:ext>
    </p:extLst>
  </p:cSld>
  <p:clrMapOvr>
    <a:masterClrMapping/>
  </p:clrMapOvr>
  <p:extLst>
    <p:ext uri="{DCECCB84-F9BA-43D5-87BE-67443E8EF086}">
      <p15:sldGuideLst xmlns:p15="http://schemas.microsoft.com/office/powerpoint/2012/main"/>
    </p:ext>
  </p:extLst>
</p:sldLayout>
</file>

<file path=ppt/slideLayouts/slideLayout132.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F77E6347-671A-4D0C-9D12-A24E03DAABEC}"/>
              </a:ext>
            </a:extLst>
          </p:cNvPr>
          <p:cNvSpPr/>
          <p:nvPr userDrawn="1"/>
        </p:nvSpPr>
        <p:spPr>
          <a:xfrm>
            <a:off x="277092" y="5781966"/>
            <a:ext cx="1884219" cy="10760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BISans"/>
              <a:ea typeface="+mn-ea"/>
              <a:cs typeface="+mn-cs"/>
            </a:endParaRPr>
          </a:p>
        </p:txBody>
      </p:sp>
      <p:pic>
        <p:nvPicPr>
          <p:cNvPr id="6" name="图片 5">
            <a:extLst>
              <a:ext uri="{FF2B5EF4-FFF2-40B4-BE49-F238E27FC236}">
                <a16:creationId xmlns:a16="http://schemas.microsoft.com/office/drawing/2014/main" id="{16D70B7D-B90D-4975-A0EB-DBA37B2C7DB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81894" b="81021"/>
          <a:stretch/>
        </p:blipFill>
        <p:spPr>
          <a:xfrm>
            <a:off x="3" y="6086765"/>
            <a:ext cx="1308487" cy="771235"/>
          </a:xfrm>
          <a:prstGeom prst="rect">
            <a:avLst/>
          </a:prstGeom>
        </p:spPr>
      </p:pic>
      <p:sp>
        <p:nvSpPr>
          <p:cNvPr id="8" name="矩形 7">
            <a:extLst>
              <a:ext uri="{FF2B5EF4-FFF2-40B4-BE49-F238E27FC236}">
                <a16:creationId xmlns:a16="http://schemas.microsoft.com/office/drawing/2014/main" id="{51716C83-B7EF-422F-8C3D-5028F947097F}"/>
              </a:ext>
            </a:extLst>
          </p:cNvPr>
          <p:cNvSpPr/>
          <p:nvPr userDrawn="1"/>
        </p:nvSpPr>
        <p:spPr>
          <a:xfrm>
            <a:off x="9878292" y="254002"/>
            <a:ext cx="1884219" cy="10760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BISans"/>
              <a:ea typeface="+mn-ea"/>
              <a:cs typeface="+mn-cs"/>
            </a:endParaRPr>
          </a:p>
        </p:txBody>
      </p:sp>
      <p:sp>
        <p:nvSpPr>
          <p:cNvPr id="5" name="矩形 4">
            <a:extLst>
              <a:ext uri="{FF2B5EF4-FFF2-40B4-BE49-F238E27FC236}">
                <a16:creationId xmlns:a16="http://schemas.microsoft.com/office/drawing/2014/main" id="{E19FFFB4-521C-4303-BFF2-445DC977F660}"/>
              </a:ext>
            </a:extLst>
          </p:cNvPr>
          <p:cNvSpPr/>
          <p:nvPr userDrawn="1"/>
        </p:nvSpPr>
        <p:spPr>
          <a:xfrm>
            <a:off x="8672947" y="4276438"/>
            <a:ext cx="3519055" cy="2581564"/>
          </a:xfrm>
          <a:prstGeom prst="rect">
            <a:avLst/>
          </a:pr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BISans"/>
              <a:ea typeface="+mn-ea"/>
              <a:cs typeface="+mn-cs"/>
            </a:endParaRPr>
          </a:p>
        </p:txBody>
      </p:sp>
    </p:spTree>
    <p:extLst>
      <p:ext uri="{BB962C8B-B14F-4D97-AF65-F5344CB8AC3E}">
        <p14:creationId xmlns:p14="http://schemas.microsoft.com/office/powerpoint/2010/main" val="4077421704"/>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cSld name="Standard page_03">
    <p:spTree>
      <p:nvGrpSpPr>
        <p:cNvPr id="1" name=""/>
        <p:cNvGrpSpPr/>
        <p:nvPr/>
      </p:nvGrpSpPr>
      <p:grpSpPr>
        <a:xfrm>
          <a:off x="0" y="0"/>
          <a:ext cx="0" cy="0"/>
          <a:chOff x="0" y="0"/>
          <a:chExt cx="0" cy="0"/>
        </a:xfrm>
      </p:grpSpPr>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Titel 3"/>
          <p:cNvSpPr>
            <a:spLocks noGrp="1"/>
          </p:cNvSpPr>
          <p:nvPr>
            <p:ph type="title"/>
          </p:nvPr>
        </p:nvSpPr>
        <p:spPr/>
        <p:txBody>
          <a:bodyPr/>
          <a:lstStyle/>
          <a:p>
            <a:r>
              <a:rPr lang="zh-CN" altLang="en-US" noProof="0"/>
              <a:t>单击此处编辑母版标题样式</a:t>
            </a:r>
            <a:endParaRPr lang="en-GB" noProof="0"/>
          </a:p>
        </p:txBody>
      </p:sp>
      <p:sp>
        <p:nvSpPr>
          <p:cNvPr id="6" name="Datumsplatzhalter 5"/>
          <p:cNvSpPr>
            <a:spLocks noGrp="1"/>
          </p:cNvSpPr>
          <p:nvPr>
            <p:ph type="dt" sz="half" idx="10"/>
          </p:nvPr>
        </p:nvSpPr>
        <p:spPr/>
        <p:txBody>
          <a:bodyPr/>
          <a:lstStyle/>
          <a:p>
            <a:fld id="{530820CF-B880-4189-942D-D702A7CBA730}" type="datetimeFigureOut">
              <a:rPr lang="zh-CN" altLang="en-US" smtClean="0"/>
              <a:t>2025/7/23</a:t>
            </a:fld>
            <a:endParaRPr lang="zh-CN" altLang="en-US"/>
          </a:p>
        </p:txBody>
      </p:sp>
      <p:sp>
        <p:nvSpPr>
          <p:cNvPr id="7" name="Fußzeilenplatzhalter 6"/>
          <p:cNvSpPr>
            <a:spLocks noGrp="1"/>
          </p:cNvSpPr>
          <p:nvPr>
            <p:ph type="ftr" sz="quarter" idx="11"/>
          </p:nvPr>
        </p:nvSpPr>
        <p:spPr/>
        <p:txBody>
          <a:bodyPr/>
          <a:lstStyle/>
          <a:p>
            <a:endParaRPr lang="zh-CN" altLang="en-US"/>
          </a:p>
        </p:txBody>
      </p:sp>
      <p:sp>
        <p:nvSpPr>
          <p:cNvPr id="8" name="Foliennummernplatzhalter 7"/>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3950951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le pag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B0F98BA-B618-4FB1-BB60-2584B932760F}"/>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p:cNvSpPr>
            <a:spLocks noGrp="1"/>
          </p:cNvSpPr>
          <p:nvPr>
            <p:ph type="ctrTitle" hasCustomPrompt="1"/>
          </p:nvPr>
        </p:nvSpPr>
        <p:spPr>
          <a:xfrm>
            <a:off x="497862" y="1492896"/>
            <a:ext cx="7518351" cy="1895904"/>
          </a:xfrm>
        </p:spPr>
        <p:txBody>
          <a:bodyPr anchor="b">
            <a:noAutofit/>
          </a:bodyPr>
          <a:lstStyle>
            <a:lvl1pPr algn="l">
              <a:defRPr sz="6400"/>
            </a:lvl1pPr>
          </a:lstStyle>
          <a:p>
            <a:r>
              <a:rPr lang="en-GB"/>
              <a:t>Click to add presentation title</a:t>
            </a:r>
          </a:p>
        </p:txBody>
      </p:sp>
      <p:sp>
        <p:nvSpPr>
          <p:cNvPr id="3" name="Subtitle 2"/>
          <p:cNvSpPr>
            <a:spLocks noGrp="1"/>
          </p:cNvSpPr>
          <p:nvPr>
            <p:ph type="subTitle" idx="1"/>
          </p:nvPr>
        </p:nvSpPr>
        <p:spPr>
          <a:xfrm>
            <a:off x="497862" y="3508800"/>
            <a:ext cx="7518351" cy="614400"/>
          </a:xfrm>
        </p:spPr>
        <p:txBody>
          <a:bodyPr>
            <a:noAutofit/>
          </a:bodyPr>
          <a:lstStyle>
            <a:lvl1pPr marL="0" indent="0" algn="l">
              <a:buNone/>
              <a:defRPr sz="32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hidden="1"/>
          <p:cNvSpPr>
            <a:spLocks noGrp="1"/>
          </p:cNvSpPr>
          <p:nvPr>
            <p:ph type="dt" sz="half" idx="10"/>
          </p:nvPr>
        </p:nvSpPr>
        <p:spPr>
          <a:xfrm>
            <a:off x="838200" y="6356351"/>
            <a:ext cx="2743200" cy="365125"/>
          </a:xfrm>
          <a:prstGeom prst="rect">
            <a:avLst/>
          </a:prstGeom>
        </p:spPr>
        <p:txBody>
          <a:bodyPr/>
          <a:lstStyle/>
          <a:p>
            <a:fld id="{FF7CD7CE-12E9-AF47-99E9-72FC00316F26}" type="datetime1">
              <a:rPr lang="en-GB" smtClean="0"/>
              <a:t>23/07/2025</a:t>
            </a:fld>
            <a:endParaRPr lang="en-GB"/>
          </a:p>
        </p:txBody>
      </p:sp>
      <p:sp>
        <p:nvSpPr>
          <p:cNvPr id="5" name="Footer Placeholder 4" hidden="1"/>
          <p:cNvSpPr>
            <a:spLocks noGrp="1"/>
          </p:cNvSpPr>
          <p:nvPr>
            <p:ph type="ftr" sz="quarter" idx="11"/>
          </p:nvPr>
        </p:nvSpPr>
        <p:spPr/>
        <p:txBody>
          <a:bodyPr/>
          <a:lstStyle/>
          <a:p>
            <a:endParaRPr lang="en-GB"/>
          </a:p>
        </p:txBody>
      </p:sp>
      <p:pic>
        <p:nvPicPr>
          <p:cNvPr id="12" name="Picture 11">
            <a:extLst>
              <a:ext uri="{FF2B5EF4-FFF2-40B4-BE49-F238E27FC236}">
                <a16:creationId xmlns:a16="http://schemas.microsoft.com/office/drawing/2014/main" id="{0EF0E214-85CE-47C4-891A-5BCF8C788BD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97863" y="5982356"/>
            <a:ext cx="1663484" cy="499677"/>
          </a:xfrm>
          <a:prstGeom prst="rect">
            <a:avLst/>
          </a:prstGeom>
        </p:spPr>
      </p:pic>
      <p:sp>
        <p:nvSpPr>
          <p:cNvPr id="13" name="Slide Number Placeholder 4">
            <a:extLst>
              <a:ext uri="{FF2B5EF4-FFF2-40B4-BE49-F238E27FC236}">
                <a16:creationId xmlns:a16="http://schemas.microsoft.com/office/drawing/2014/main" id="{3154CF60-D59A-47B4-9EB3-48FF9598A0E0}"/>
              </a:ext>
            </a:extLst>
          </p:cNvPr>
          <p:cNvSpPr txBox="1">
            <a:spLocks/>
          </p:cNvSpPr>
          <p:nvPr userDrawn="1"/>
        </p:nvSpPr>
        <p:spPr>
          <a:xfrm>
            <a:off x="8943005" y="6327252"/>
            <a:ext cx="2733121" cy="164212"/>
          </a:xfrm>
          <a:prstGeom prst="rect">
            <a:avLst/>
          </a:prstGeom>
        </p:spPr>
        <p:txBody>
          <a:bodyPr vert="horz" wrap="none" lIns="0" tIns="0" rIns="0" bIns="0" rtlCol="0" anchor="ctr">
            <a:spAutoFit/>
          </a:bodyPr>
          <a:lstStyle>
            <a:defPPr>
              <a:defRPr lang="de-DE"/>
            </a:defPPr>
            <a:lvl1pPr marL="0" algn="r" defTabSz="914400" rtl="0" eaLnBrk="1" latinLnBrk="0" hangingPunct="1">
              <a:defRPr sz="900" b="0" i="0" kern="1200" baseline="0">
                <a:solidFill>
                  <a:schemeClr val="tx2"/>
                </a:solidFill>
                <a:latin typeface="BISansOptiCond"/>
                <a:ea typeface="+mn-ea"/>
                <a:cs typeface="BISansOpti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67" spc="400">
                <a:solidFill>
                  <a:schemeClr val="bg1"/>
                </a:solidFill>
              </a:rPr>
              <a:t>WE ARE MENTAL HEALTH 2.0</a:t>
            </a:r>
          </a:p>
        </p:txBody>
      </p:sp>
    </p:spTree>
    <p:extLst>
      <p:ext uri="{BB962C8B-B14F-4D97-AF65-F5344CB8AC3E}">
        <p14:creationId xmlns:p14="http://schemas.microsoft.com/office/powerpoint/2010/main" val="23950312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8A0A5A9-C3BA-46DE-960E-466408E4A1E1}"/>
              </a:ext>
            </a:extLst>
          </p:cNvPr>
          <p:cNvPicPr>
            <a:picLocks noChangeAspect="1"/>
          </p:cNvPicPr>
          <p:nvPr userDrawn="1"/>
        </p:nvPicPr>
        <p:blipFill>
          <a:blip r:embed="rId2"/>
          <a:stretch>
            <a:fillRect/>
          </a:stretch>
        </p:blipFill>
        <p:spPr>
          <a:xfrm>
            <a:off x="0" y="1"/>
            <a:ext cx="12192000" cy="1073151"/>
          </a:xfrm>
          <a:prstGeom prst="rect">
            <a:avLst/>
          </a:prstGeom>
        </p:spPr>
      </p:pic>
      <p:sp>
        <p:nvSpPr>
          <p:cNvPr id="2" name="Title 1"/>
          <p:cNvSpPr>
            <a:spLocks noGrp="1"/>
          </p:cNvSpPr>
          <p:nvPr>
            <p:ph type="title" hasCustomPrompt="1"/>
          </p:nvPr>
        </p:nvSpPr>
        <p:spPr/>
        <p:txBody>
          <a:bodyPr/>
          <a:lstStyle/>
          <a:p>
            <a:r>
              <a:rPr lang="en-US"/>
              <a:t>Insert title text here</a:t>
            </a:r>
          </a:p>
        </p:txBody>
      </p:sp>
      <p:sp>
        <p:nvSpPr>
          <p:cNvPr id="4" name="Date Placeholder 3" hidden="1"/>
          <p:cNvSpPr>
            <a:spLocks noGrp="1"/>
          </p:cNvSpPr>
          <p:nvPr>
            <p:ph type="dt" sz="half" idx="10"/>
          </p:nvPr>
        </p:nvSpPr>
        <p:spPr>
          <a:xfrm>
            <a:off x="838200" y="6356351"/>
            <a:ext cx="2743200" cy="365125"/>
          </a:xfrm>
          <a:prstGeom prst="rect">
            <a:avLst/>
          </a:prstGeom>
        </p:spPr>
        <p:txBody>
          <a:bodyPr/>
          <a:lstStyle/>
          <a:p>
            <a:fld id="{7F98FF17-3E3E-C445-8673-DF746FCC145A}" type="datetime1">
              <a:rPr lang="en-GB" smtClean="0"/>
              <a:t>23/07/2025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2B3406A1-1950-4368-9FE9-C04F1A2975FD}" type="slidenum">
              <a:rPr lang="en-GB" smtClean="0"/>
              <a:pPr/>
              <a:t>‹#›</a:t>
            </a:fld>
            <a:endParaRPr lang="en-GB"/>
          </a:p>
        </p:txBody>
      </p:sp>
    </p:spTree>
    <p:extLst>
      <p:ext uri="{BB962C8B-B14F-4D97-AF65-F5344CB8AC3E}">
        <p14:creationId xmlns:p14="http://schemas.microsoft.com/office/powerpoint/2010/main" val="259267782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Standard page 03">
    <p:spTree>
      <p:nvGrpSpPr>
        <p:cNvPr id="1" name=""/>
        <p:cNvGrpSpPr/>
        <p:nvPr/>
      </p:nvGrpSpPr>
      <p:grpSpPr>
        <a:xfrm>
          <a:off x="0" y="0"/>
          <a:ext cx="0" cy="0"/>
          <a:chOff x="0" y="0"/>
          <a:chExt cx="0" cy="0"/>
        </a:xfrm>
      </p:grpSpPr>
      <p:sp>
        <p:nvSpPr>
          <p:cNvPr id="3" name="Content Placeholder 2"/>
          <p:cNvSpPr>
            <a:spLocks noGrp="1"/>
          </p:cNvSpPr>
          <p:nvPr>
            <p:ph idx="1"/>
          </p:nvPr>
        </p:nvSpPr>
        <p:spPr>
          <a:xfrm>
            <a:off x="5121600" y="1598083"/>
            <a:ext cx="6580800" cy="4517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hidden="1"/>
          <p:cNvSpPr>
            <a:spLocks noGrp="1"/>
          </p:cNvSpPr>
          <p:nvPr>
            <p:ph type="dt" sz="half" idx="10"/>
          </p:nvPr>
        </p:nvSpPr>
        <p:spPr>
          <a:xfrm>
            <a:off x="838200" y="6356351"/>
            <a:ext cx="2743200" cy="365125"/>
          </a:xfrm>
          <a:prstGeom prst="rect">
            <a:avLst/>
          </a:prstGeom>
        </p:spPr>
        <p:txBody>
          <a:bodyPr/>
          <a:lstStyle/>
          <a:p>
            <a:fld id="{F60D3CD5-E95E-4640-B294-35FCA3B022BB}" type="datetime1">
              <a:rPr lang="en-GB" smtClean="0"/>
              <a:t>23/07/2025</a:t>
            </a:fld>
            <a:endParaRPr lang="en-GB"/>
          </a:p>
        </p:txBody>
      </p:sp>
      <p:sp>
        <p:nvSpPr>
          <p:cNvPr id="5" name="Footer Placeholder 4"/>
          <p:cNvSpPr>
            <a:spLocks noGrp="1"/>
          </p:cNvSpPr>
          <p:nvPr>
            <p:ph type="ftr" sz="quarter" idx="11"/>
          </p:nvPr>
        </p:nvSpPr>
        <p:spPr/>
        <p:txBody>
          <a:bodyPr/>
          <a:lstStyle/>
          <a:p>
            <a:endParaRPr lang="en-GB"/>
          </a:p>
        </p:txBody>
      </p:sp>
      <p:pic>
        <p:nvPicPr>
          <p:cNvPr id="7" name="Picture 6">
            <a:extLst>
              <a:ext uri="{FF2B5EF4-FFF2-40B4-BE49-F238E27FC236}">
                <a16:creationId xmlns:a16="http://schemas.microsoft.com/office/drawing/2014/main" id="{18A0A5A9-C3BA-46DE-960E-466408E4A1E1}"/>
              </a:ext>
            </a:extLst>
          </p:cNvPr>
          <p:cNvPicPr>
            <a:picLocks noChangeAspect="1"/>
          </p:cNvPicPr>
          <p:nvPr userDrawn="1"/>
        </p:nvPicPr>
        <p:blipFill>
          <a:blip r:embed="rId2"/>
          <a:stretch>
            <a:fillRect/>
          </a:stretch>
        </p:blipFill>
        <p:spPr>
          <a:xfrm>
            <a:off x="0" y="1"/>
            <a:ext cx="12192000" cy="1073151"/>
          </a:xfrm>
          <a:prstGeom prst="rect">
            <a:avLst/>
          </a:prstGeom>
        </p:spPr>
      </p:pic>
      <p:sp>
        <p:nvSpPr>
          <p:cNvPr id="2" name="Title 1"/>
          <p:cNvSpPr>
            <a:spLocks noGrp="1"/>
          </p:cNvSpPr>
          <p:nvPr>
            <p:ph type="title" hasCustomPrompt="1"/>
          </p:nvPr>
        </p:nvSpPr>
        <p:spPr/>
        <p:txBody>
          <a:bodyPr>
            <a:noAutofit/>
          </a:bodyPr>
          <a:lstStyle/>
          <a:p>
            <a:r>
              <a:rPr lang="en-US"/>
              <a:t>Insert title text here</a:t>
            </a:r>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2B3406A1-1950-4368-9FE9-C04F1A2975FD}" type="slidenum">
              <a:rPr lang="en-GB" smtClean="0"/>
              <a:pPr/>
              <a:t>‹#›</a:t>
            </a:fld>
            <a:endParaRPr lang="en-GB"/>
          </a:p>
        </p:txBody>
      </p:sp>
      <p:sp>
        <p:nvSpPr>
          <p:cNvPr id="11" name="Bildplatzhalter 20">
            <a:extLst>
              <a:ext uri="{FF2B5EF4-FFF2-40B4-BE49-F238E27FC236}">
                <a16:creationId xmlns:a16="http://schemas.microsoft.com/office/drawing/2014/main" id="{BD27250E-EF4E-3345-BC09-0AE1430F3609}"/>
              </a:ext>
            </a:extLst>
          </p:cNvPr>
          <p:cNvSpPr>
            <a:spLocks noGrp="1"/>
          </p:cNvSpPr>
          <p:nvPr>
            <p:ph type="pic" sz="quarter" idx="13"/>
          </p:nvPr>
        </p:nvSpPr>
        <p:spPr>
          <a:xfrm>
            <a:off x="11900" y="1073151"/>
            <a:ext cx="4673600" cy="505248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2489" baseline="0">
                <a:solidFill>
                  <a:schemeClr val="bg1"/>
                </a:solidFill>
              </a:defRPr>
            </a:lvl1pPr>
          </a:lstStyle>
          <a:p>
            <a:r>
              <a:rPr lang="en-US"/>
              <a:t>Click icon to add picture</a:t>
            </a:r>
            <a:endParaRPr lang="de-DE"/>
          </a:p>
        </p:txBody>
      </p:sp>
    </p:spTree>
    <p:extLst>
      <p:ext uri="{BB962C8B-B14F-4D97-AF65-F5344CB8AC3E}">
        <p14:creationId xmlns:p14="http://schemas.microsoft.com/office/powerpoint/2010/main" val="3094367206"/>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Standard page 04">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79DF7A2-4045-4D3D-B360-DC31A153D7F8}"/>
              </a:ext>
            </a:extLst>
          </p:cNvPr>
          <p:cNvPicPr>
            <a:picLocks noChangeAspect="1"/>
          </p:cNvPicPr>
          <p:nvPr userDrawn="1"/>
        </p:nvPicPr>
        <p:blipFill>
          <a:blip r:embed="rId2"/>
          <a:stretch>
            <a:fillRect/>
          </a:stretch>
        </p:blipFill>
        <p:spPr>
          <a:xfrm>
            <a:off x="0" y="1"/>
            <a:ext cx="12192000" cy="1073151"/>
          </a:xfrm>
          <a:prstGeom prst="rect">
            <a:avLst/>
          </a:prstGeom>
        </p:spPr>
      </p:pic>
      <p:sp>
        <p:nvSpPr>
          <p:cNvPr id="2" name="Title 1"/>
          <p:cNvSpPr>
            <a:spLocks noGrp="1"/>
          </p:cNvSpPr>
          <p:nvPr>
            <p:ph type="title" hasCustomPrompt="1"/>
          </p:nvPr>
        </p:nvSpPr>
        <p:spPr/>
        <p:txBody>
          <a:bodyPr/>
          <a:lstStyle>
            <a:lvl1pPr>
              <a:defRPr/>
            </a:lvl1pPr>
          </a:lstStyle>
          <a:p>
            <a:r>
              <a:rPr lang="en-US"/>
              <a:t>Insert title text here</a:t>
            </a:r>
          </a:p>
        </p:txBody>
      </p:sp>
      <p:sp>
        <p:nvSpPr>
          <p:cNvPr id="4" name="Date Placeholder 3" hidden="1"/>
          <p:cNvSpPr>
            <a:spLocks noGrp="1"/>
          </p:cNvSpPr>
          <p:nvPr>
            <p:ph type="dt" sz="half" idx="10"/>
          </p:nvPr>
        </p:nvSpPr>
        <p:spPr>
          <a:xfrm>
            <a:off x="838200" y="6356351"/>
            <a:ext cx="2743200" cy="365125"/>
          </a:xfrm>
          <a:prstGeom prst="rect">
            <a:avLst/>
          </a:prstGeom>
        </p:spPr>
        <p:txBody>
          <a:bodyPr/>
          <a:lstStyle/>
          <a:p>
            <a:fld id="{B3A11613-25B2-9C4F-A1A5-F58EEB8EB6C1}" type="datetime1">
              <a:rPr lang="en-GB" smtClean="0"/>
              <a:t>23/07/2025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2B3406A1-1950-4368-9FE9-C04F1A2975FD}" type="slidenum">
              <a:rPr lang="en-GB" smtClean="0"/>
              <a:pPr/>
              <a:t>‹#›</a:t>
            </a:fld>
            <a:endParaRPr lang="en-GB"/>
          </a:p>
        </p:txBody>
      </p:sp>
    </p:spTree>
    <p:extLst>
      <p:ext uri="{BB962C8B-B14F-4D97-AF65-F5344CB8AC3E}">
        <p14:creationId xmlns:p14="http://schemas.microsoft.com/office/powerpoint/2010/main" val="3859837949"/>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Closing contact page (English)">
    <p:spTree>
      <p:nvGrpSpPr>
        <p:cNvPr id="1" name=""/>
        <p:cNvGrpSpPr/>
        <p:nvPr/>
      </p:nvGrpSpPr>
      <p:grpSpPr>
        <a:xfrm>
          <a:off x="0" y="0"/>
          <a:ext cx="0" cy="0"/>
          <a:chOff x="0" y="0"/>
          <a:chExt cx="0" cy="0"/>
        </a:xfrm>
      </p:grpSpPr>
      <p:pic>
        <p:nvPicPr>
          <p:cNvPr id="40" name="Picture 39" descr="A picture containing transport, aircraft&#10;&#10;Description automatically generated">
            <a:extLst>
              <a:ext uri="{FF2B5EF4-FFF2-40B4-BE49-F238E27FC236}">
                <a16:creationId xmlns:a16="http://schemas.microsoft.com/office/drawing/2014/main" id="{F3551687-547F-4A28-B863-923874788668}"/>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1" name="Textfeld 10"/>
          <p:cNvSpPr txBox="1"/>
          <p:nvPr userDrawn="1"/>
        </p:nvSpPr>
        <p:spPr>
          <a:xfrm>
            <a:off x="490101" y="5313971"/>
            <a:ext cx="1800924" cy="205121"/>
          </a:xfrm>
          <a:prstGeom prst="rect">
            <a:avLst/>
          </a:prstGeom>
          <a:noFill/>
        </p:spPr>
        <p:txBody>
          <a:bodyPr wrap="square" lIns="0" tIns="0" rIns="0" bIns="0" rtlCol="0">
            <a:spAutoFit/>
          </a:bodyPr>
          <a:lstStyle/>
          <a:p>
            <a:pPr algn="just"/>
            <a:r>
              <a:rPr lang="de-DE" sz="1333">
                <a:solidFill>
                  <a:schemeClr val="bg1"/>
                </a:solidFill>
                <a:latin typeface="BISansOpti"/>
                <a:cs typeface="BISansOpti"/>
              </a:rPr>
              <a:t>© Boehringer Ingelheim</a:t>
            </a:r>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Telephone number</a:t>
            </a:r>
          </a:p>
        </p:txBody>
      </p:sp>
      <p:sp>
        <p:nvSpPr>
          <p:cNvPr id="19" name="Textfeld 18"/>
          <p:cNvSpPr txBox="1"/>
          <p:nvPr userDrawn="1"/>
        </p:nvSpPr>
        <p:spPr>
          <a:xfrm>
            <a:off x="9441601" y="1463709"/>
            <a:ext cx="249107" cy="205121"/>
          </a:xfrm>
          <a:prstGeom prst="rect">
            <a:avLst/>
          </a:prstGeom>
          <a:noFill/>
        </p:spPr>
        <p:txBody>
          <a:bodyPr wrap="none" lIns="0" tIns="0" rIns="0" bIns="0" rtlCol="0">
            <a:spAutoFit/>
          </a:bodyPr>
          <a:lstStyle/>
          <a:p>
            <a:r>
              <a:rPr lang="de-DE" sz="1333">
                <a:solidFill>
                  <a:schemeClr val="bg1"/>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Fax-Nummer</a:t>
            </a:r>
          </a:p>
        </p:txBody>
      </p:sp>
      <p:sp>
        <p:nvSpPr>
          <p:cNvPr id="29" name="Textfeld 28"/>
          <p:cNvSpPr txBox="1"/>
          <p:nvPr userDrawn="1"/>
        </p:nvSpPr>
        <p:spPr>
          <a:xfrm>
            <a:off x="9441600" y="1675201"/>
            <a:ext cx="288412" cy="205121"/>
          </a:xfrm>
          <a:prstGeom prst="rect">
            <a:avLst/>
          </a:prstGeom>
          <a:noFill/>
        </p:spPr>
        <p:txBody>
          <a:bodyPr wrap="none" lIns="0" tIns="0" rIns="0" bIns="0" rtlCol="0">
            <a:spAutoFit/>
          </a:bodyPr>
          <a:lstStyle/>
          <a:p>
            <a:r>
              <a:rPr lang="de-DE" sz="1333">
                <a:solidFill>
                  <a:schemeClr val="bg1"/>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Website-Adresse</a:t>
            </a:r>
          </a:p>
          <a:p>
            <a:pPr lvl="0"/>
            <a:endParaRPr lang="de-DE"/>
          </a:p>
        </p:txBody>
      </p:sp>
      <p:sp>
        <p:nvSpPr>
          <p:cNvPr id="21" name="Textplatzhalter 20"/>
          <p:cNvSpPr>
            <a:spLocks noGrp="1"/>
          </p:cNvSpPr>
          <p:nvPr>
            <p:ph type="body" sz="quarter" idx="18" hasCustomPrompt="1"/>
          </p:nvPr>
        </p:nvSpPr>
        <p:spPr>
          <a:xfrm>
            <a:off x="489600" y="2760001"/>
            <a:ext cx="7166400" cy="472017"/>
          </a:xfrm>
        </p:spPr>
        <p:txBody>
          <a:bodyPr>
            <a:noAutofit/>
          </a:bodyPr>
          <a:lstStyle>
            <a:lvl1pPr marL="0" indent="0">
              <a:buNone/>
              <a:defRPr baseline="0">
                <a:solidFill>
                  <a:schemeClr val="bg1"/>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489600" y="3233728"/>
            <a:ext cx="7166400" cy="1881600"/>
          </a:xfrm>
        </p:spPr>
        <p:txBody>
          <a:bodyPr>
            <a:noAutofit/>
          </a:bodyPr>
          <a:lstStyle>
            <a:lvl1pPr marL="0" indent="0">
              <a:spcBef>
                <a:spcPts val="0"/>
              </a:spcBef>
              <a:buNone/>
              <a:defRPr sz="2400" baseline="0">
                <a:solidFill>
                  <a:schemeClr val="bg1"/>
                </a:solidFill>
                <a:latin typeface="BISansOpti"/>
                <a:cs typeface="BISansOpti"/>
              </a:defRPr>
            </a:lvl1pPr>
          </a:lstStyle>
          <a:p>
            <a:pPr lvl="0"/>
            <a:r>
              <a:rPr lang="en-GB" noProof="0"/>
              <a:t>Insert your domains here</a:t>
            </a:r>
          </a:p>
        </p:txBody>
      </p:sp>
      <p:sp>
        <p:nvSpPr>
          <p:cNvPr id="38" name="Textplatzhalter 6">
            <a:extLst>
              <a:ext uri="{FF2B5EF4-FFF2-40B4-BE49-F238E27FC236}">
                <a16:creationId xmlns:a16="http://schemas.microsoft.com/office/drawing/2014/main" id="{B2A6F781-119D-A24E-9B11-D046CEB4AC7A}"/>
              </a:ext>
            </a:extLst>
          </p:cNvPr>
          <p:cNvSpPr>
            <a:spLocks noGrp="1"/>
          </p:cNvSpPr>
          <p:nvPr>
            <p:ph type="body" sz="quarter" idx="22" hasCustomPrompt="1"/>
          </p:nvPr>
        </p:nvSpPr>
        <p:spPr>
          <a:xfrm>
            <a:off x="9441600" y="345302"/>
            <a:ext cx="2304000" cy="548663"/>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Company Name</a:t>
            </a:r>
          </a:p>
          <a:p>
            <a:pPr lvl="0"/>
            <a:endParaRPr lang="de-DE"/>
          </a:p>
        </p:txBody>
      </p:sp>
      <p:sp>
        <p:nvSpPr>
          <p:cNvPr id="20" name="Textplatzhalter 6">
            <a:extLst>
              <a:ext uri="{FF2B5EF4-FFF2-40B4-BE49-F238E27FC236}">
                <a16:creationId xmlns:a16="http://schemas.microsoft.com/office/drawing/2014/main" id="{4EDC7ED1-24E2-5641-96BD-46D64149DCF4}"/>
              </a:ext>
            </a:extLst>
          </p:cNvPr>
          <p:cNvSpPr>
            <a:spLocks noGrp="1"/>
          </p:cNvSpPr>
          <p:nvPr>
            <p:ph type="body" sz="quarter" idx="23" hasCustomPrompt="1"/>
          </p:nvPr>
        </p:nvSpPr>
        <p:spPr>
          <a:xfrm>
            <a:off x="487139" y="5547612"/>
            <a:ext cx="3160216" cy="205184"/>
          </a:xfrm>
        </p:spPr>
        <p:txBody>
          <a:bodyPr anchor="ct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Click </a:t>
            </a:r>
            <a:r>
              <a:rPr lang="de-DE" err="1"/>
              <a:t>to</a:t>
            </a:r>
            <a:r>
              <a:rPr lang="de-DE"/>
              <a:t> </a:t>
            </a:r>
            <a:r>
              <a:rPr lang="de-DE" err="1"/>
              <a:t>add</a:t>
            </a:r>
            <a:r>
              <a:rPr lang="de-DE"/>
              <a:t> </a:t>
            </a:r>
            <a:r>
              <a:rPr lang="de-DE" err="1"/>
              <a:t>copyright</a:t>
            </a:r>
            <a:r>
              <a:rPr lang="de-DE"/>
              <a:t> </a:t>
            </a:r>
            <a:r>
              <a:rPr lang="de-DE" err="1"/>
              <a:t>information</a:t>
            </a:r>
            <a:endParaRPr lang="de-DE"/>
          </a:p>
        </p:txBody>
      </p:sp>
      <p:grpSp>
        <p:nvGrpSpPr>
          <p:cNvPr id="7" name="Group 6">
            <a:extLst>
              <a:ext uri="{FF2B5EF4-FFF2-40B4-BE49-F238E27FC236}">
                <a16:creationId xmlns:a16="http://schemas.microsoft.com/office/drawing/2014/main" id="{D4D4AC70-D876-DF4F-AB97-F68596193527}"/>
              </a:ext>
            </a:extLst>
          </p:cNvPr>
          <p:cNvGrpSpPr/>
          <p:nvPr userDrawn="1"/>
        </p:nvGrpSpPr>
        <p:grpSpPr>
          <a:xfrm>
            <a:off x="490102" y="1733172"/>
            <a:ext cx="3157253" cy="415443"/>
            <a:chOff x="367576" y="1233589"/>
            <a:chExt cx="2871722" cy="377872"/>
          </a:xfrm>
        </p:grpSpPr>
        <p:sp>
          <p:nvSpPr>
            <p:cNvPr id="34" name="Freeform 1">
              <a:extLst>
                <a:ext uri="{FF2B5EF4-FFF2-40B4-BE49-F238E27FC236}">
                  <a16:creationId xmlns:a16="http://schemas.microsoft.com/office/drawing/2014/main" id="{23997390-48C4-5648-BCEF-74D214795962}"/>
                </a:ext>
              </a:extLst>
            </p:cNvPr>
            <p:cNvSpPr>
              <a:spLocks noChangeAspect="1" noChangeArrowheads="1"/>
            </p:cNvSpPr>
            <p:nvPr userDrawn="1"/>
          </p:nvSpPr>
          <p:spPr bwMode="auto">
            <a:xfrm>
              <a:off x="367576" y="1233589"/>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bg1"/>
            </a:solidFill>
            <a:ln>
              <a:noFill/>
            </a:ln>
            <a:effectLst/>
          </p:spPr>
          <p:txBody>
            <a:bodyPr wrap="none" anchor="ctr"/>
            <a:lstStyle/>
            <a:p>
              <a:endParaRPr lang="de-DE" sz="2400">
                <a:solidFill>
                  <a:srgbClr val="123563"/>
                </a:solidFill>
                <a:latin typeface="BISansOpti"/>
              </a:endParaRPr>
            </a:p>
          </p:txBody>
        </p:sp>
        <p:sp>
          <p:nvSpPr>
            <p:cNvPr id="35" name="Freeform 2">
              <a:extLst>
                <a:ext uri="{FF2B5EF4-FFF2-40B4-BE49-F238E27FC236}">
                  <a16:creationId xmlns:a16="http://schemas.microsoft.com/office/drawing/2014/main" id="{E2621E1A-070D-5F47-BCB6-F3E348E76101}"/>
                </a:ext>
              </a:extLst>
            </p:cNvPr>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chemeClr val="bg1"/>
            </a:solidFill>
            <a:ln>
              <a:noFill/>
            </a:ln>
            <a:effectLst/>
          </p:spPr>
          <p:txBody>
            <a:bodyPr wrap="none" anchor="ctr"/>
            <a:lstStyle/>
            <a:p>
              <a:endParaRPr lang="de-DE" sz="2400">
                <a:latin typeface="BISansOpti"/>
              </a:endParaRPr>
            </a:p>
          </p:txBody>
        </p:sp>
        <p:sp>
          <p:nvSpPr>
            <p:cNvPr id="36" name="Freeform 2">
              <a:extLst>
                <a:ext uri="{FF2B5EF4-FFF2-40B4-BE49-F238E27FC236}">
                  <a16:creationId xmlns:a16="http://schemas.microsoft.com/office/drawing/2014/main" id="{1DAAE9F8-EEFF-5640-ABD4-C683F3C93882}"/>
                </a:ext>
              </a:extLst>
            </p:cNvPr>
            <p:cNvSpPr>
              <a:spLocks noChangeAspect="1" noChangeArrowheads="1"/>
            </p:cNvSpPr>
            <p:nvPr userDrawn="1"/>
          </p:nvSpPr>
          <p:spPr bwMode="auto">
            <a:xfrm>
              <a:off x="1651481" y="1281034"/>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chemeClr val="bg1"/>
            </a:solidFill>
            <a:ln>
              <a:noFill/>
            </a:ln>
            <a:effectLst/>
          </p:spPr>
          <p:txBody>
            <a:bodyPr wrap="none" anchor="ctr"/>
            <a:lstStyle/>
            <a:p>
              <a:endParaRPr lang="de-DE" sz="2400">
                <a:latin typeface="BISansOpti"/>
              </a:endParaRPr>
            </a:p>
          </p:txBody>
        </p:sp>
        <p:sp>
          <p:nvSpPr>
            <p:cNvPr id="37" name="Freeform 2">
              <a:extLst>
                <a:ext uri="{FF2B5EF4-FFF2-40B4-BE49-F238E27FC236}">
                  <a16:creationId xmlns:a16="http://schemas.microsoft.com/office/drawing/2014/main" id="{CE40BF37-00C4-E940-860A-E550D477F54B}"/>
                </a:ext>
              </a:extLst>
            </p:cNvPr>
            <p:cNvSpPr>
              <a:spLocks noChangeAspect="1" noChangeArrowheads="1"/>
            </p:cNvSpPr>
            <p:nvPr userDrawn="1"/>
          </p:nvSpPr>
          <p:spPr bwMode="auto">
            <a:xfrm>
              <a:off x="2312456"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chemeClr val="bg1"/>
            </a:solidFill>
            <a:ln>
              <a:noFill/>
            </a:ln>
            <a:effectLst/>
          </p:spPr>
          <p:txBody>
            <a:bodyPr wrap="none" anchor="ctr"/>
            <a:lstStyle/>
            <a:p>
              <a:endParaRPr lang="de-DE" sz="2400">
                <a:latin typeface="BISansOpti"/>
              </a:endParaRPr>
            </a:p>
          </p:txBody>
        </p:sp>
        <p:sp>
          <p:nvSpPr>
            <p:cNvPr id="39" name="Freeform 2">
              <a:extLst>
                <a:ext uri="{FF2B5EF4-FFF2-40B4-BE49-F238E27FC236}">
                  <a16:creationId xmlns:a16="http://schemas.microsoft.com/office/drawing/2014/main" id="{4590C141-B571-564D-806B-C71453F580A2}"/>
                </a:ext>
              </a:extLst>
            </p:cNvPr>
            <p:cNvSpPr>
              <a:spLocks noChangeAspect="1" noChangeArrowheads="1"/>
            </p:cNvSpPr>
            <p:nvPr userDrawn="1"/>
          </p:nvSpPr>
          <p:spPr bwMode="auto">
            <a:xfrm>
              <a:off x="2915299" y="1272056"/>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chemeClr val="bg1"/>
            </a:solidFill>
            <a:ln>
              <a:noFill/>
            </a:ln>
            <a:effectLst/>
          </p:spPr>
          <p:txBody>
            <a:bodyPr wrap="none" anchor="ctr"/>
            <a:lstStyle/>
            <a:p>
              <a:endParaRPr lang="de-DE" sz="2400">
                <a:latin typeface="BISansOpti"/>
              </a:endParaRPr>
            </a:p>
          </p:txBody>
        </p:sp>
      </p:grpSp>
      <p:pic>
        <p:nvPicPr>
          <p:cNvPr id="41" name="Picture 40">
            <a:extLst>
              <a:ext uri="{FF2B5EF4-FFF2-40B4-BE49-F238E27FC236}">
                <a16:creationId xmlns:a16="http://schemas.microsoft.com/office/drawing/2014/main" id="{48089703-DF56-714C-83CE-95B1A58E9A5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2488705"/>
            <a:ext cx="12192000" cy="25400"/>
          </a:xfrm>
          <a:prstGeom prst="rect">
            <a:avLst/>
          </a:prstGeom>
        </p:spPr>
      </p:pic>
      <p:pic>
        <p:nvPicPr>
          <p:cNvPr id="43" name="Picture 42">
            <a:extLst>
              <a:ext uri="{FF2B5EF4-FFF2-40B4-BE49-F238E27FC236}">
                <a16:creationId xmlns:a16="http://schemas.microsoft.com/office/drawing/2014/main" id="{DA533275-901D-4D27-BF55-586DEB2F75A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97863" y="5982356"/>
            <a:ext cx="1663484" cy="499677"/>
          </a:xfrm>
          <a:prstGeom prst="rect">
            <a:avLst/>
          </a:prstGeom>
        </p:spPr>
      </p:pic>
      <p:sp>
        <p:nvSpPr>
          <p:cNvPr id="44" name="Slide Number Placeholder 4">
            <a:extLst>
              <a:ext uri="{FF2B5EF4-FFF2-40B4-BE49-F238E27FC236}">
                <a16:creationId xmlns:a16="http://schemas.microsoft.com/office/drawing/2014/main" id="{8B62953A-772F-432B-8827-59ABAFD262B6}"/>
              </a:ext>
            </a:extLst>
          </p:cNvPr>
          <p:cNvSpPr txBox="1">
            <a:spLocks/>
          </p:cNvSpPr>
          <p:nvPr userDrawn="1"/>
        </p:nvSpPr>
        <p:spPr>
          <a:xfrm>
            <a:off x="8943005" y="6327252"/>
            <a:ext cx="2733121" cy="164212"/>
          </a:xfrm>
          <a:prstGeom prst="rect">
            <a:avLst/>
          </a:prstGeom>
        </p:spPr>
        <p:txBody>
          <a:bodyPr vert="horz" wrap="none" lIns="0" tIns="0" rIns="0" bIns="0" rtlCol="0" anchor="ctr">
            <a:spAutoFit/>
          </a:bodyPr>
          <a:lstStyle>
            <a:defPPr>
              <a:defRPr lang="de-DE"/>
            </a:defPPr>
            <a:lvl1pPr marL="0" algn="r" defTabSz="914400" rtl="0" eaLnBrk="1" latinLnBrk="0" hangingPunct="1">
              <a:defRPr sz="900" b="0" i="0" kern="1200" baseline="0">
                <a:solidFill>
                  <a:schemeClr val="tx2"/>
                </a:solidFill>
                <a:latin typeface="BISansOptiCond"/>
                <a:ea typeface="+mn-ea"/>
                <a:cs typeface="BISansOpti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67" spc="400">
                <a:solidFill>
                  <a:schemeClr val="bg1"/>
                </a:solidFill>
              </a:rPr>
              <a:t>WE ARE MENTAL HEALTH 2.0</a:t>
            </a:r>
          </a:p>
        </p:txBody>
      </p:sp>
    </p:spTree>
    <p:extLst>
      <p:ext uri="{BB962C8B-B14F-4D97-AF65-F5344CB8AC3E}">
        <p14:creationId xmlns:p14="http://schemas.microsoft.com/office/powerpoint/2010/main" val="176666085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Closing contact page (German)">
    <p:spTree>
      <p:nvGrpSpPr>
        <p:cNvPr id="1" name=""/>
        <p:cNvGrpSpPr/>
        <p:nvPr/>
      </p:nvGrpSpPr>
      <p:grpSpPr>
        <a:xfrm>
          <a:off x="0" y="0"/>
          <a:ext cx="0" cy="0"/>
          <a:chOff x="0" y="0"/>
          <a:chExt cx="0" cy="0"/>
        </a:xfrm>
      </p:grpSpPr>
      <p:pic>
        <p:nvPicPr>
          <p:cNvPr id="32" name="Picture 31" descr="A picture containing transport, aircraft&#10;&#10;Description automatically generated">
            <a:extLst>
              <a:ext uri="{FF2B5EF4-FFF2-40B4-BE49-F238E27FC236}">
                <a16:creationId xmlns:a16="http://schemas.microsoft.com/office/drawing/2014/main" id="{11AC220F-A326-4013-84F2-8328944C8CB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1" name="Textfeld 10"/>
          <p:cNvSpPr txBox="1"/>
          <p:nvPr userDrawn="1"/>
        </p:nvSpPr>
        <p:spPr>
          <a:xfrm>
            <a:off x="490100" y="5313971"/>
            <a:ext cx="6163984" cy="636008"/>
          </a:xfrm>
          <a:prstGeom prst="rect">
            <a:avLst/>
          </a:prstGeom>
          <a:noFill/>
        </p:spPr>
        <p:txBody>
          <a:bodyPr wrap="square" lIns="0" tIns="0" rIns="0" bIns="0" rtlCol="0">
            <a:spAutoFit/>
          </a:bodyPr>
          <a:lstStyle/>
          <a:p>
            <a:pPr marL="0" marR="0" lvl="0" indent="0" algn="just" defTabSz="1219170" rtl="0" eaLnBrk="1" fontAlgn="auto" latinLnBrk="0" hangingPunct="1">
              <a:lnSpc>
                <a:spcPct val="100000"/>
              </a:lnSpc>
              <a:spcBef>
                <a:spcPts val="0"/>
              </a:spcBef>
              <a:spcAft>
                <a:spcPts val="0"/>
              </a:spcAft>
              <a:buClrTx/>
              <a:buSzTx/>
              <a:buFontTx/>
              <a:buNone/>
              <a:tabLst/>
              <a:defRPr/>
            </a:pPr>
            <a:r>
              <a:rPr lang="de-DE" sz="1333">
                <a:solidFill>
                  <a:schemeClr val="bg1"/>
                </a:solidFill>
                <a:latin typeface="BISansOpti"/>
                <a:cs typeface="BISansOpti"/>
              </a:rPr>
              <a:t>© Boehringer Ingelheim </a:t>
            </a:r>
            <a:r>
              <a:rPr lang="de-DE" sz="1400" noProof="0">
                <a:solidFill>
                  <a:schemeClr val="bg2"/>
                </a:solidFill>
              </a:rPr>
              <a:t>Zum Einfügen des Copyright-Jahres hier klicken</a:t>
            </a:r>
          </a:p>
          <a:p>
            <a:pPr marL="0" marR="0" lvl="0" indent="0" algn="just" defTabSz="1219170" rtl="0" eaLnBrk="1" fontAlgn="auto" latinLnBrk="0" hangingPunct="1">
              <a:lnSpc>
                <a:spcPct val="100000"/>
              </a:lnSpc>
              <a:spcBef>
                <a:spcPts val="0"/>
              </a:spcBef>
              <a:spcAft>
                <a:spcPts val="0"/>
              </a:spcAft>
              <a:buClrTx/>
              <a:buSzTx/>
              <a:buFontTx/>
              <a:buNone/>
              <a:tabLst/>
              <a:defRPr/>
            </a:pPr>
            <a:endParaRPr lang="de-DE" sz="1400" noProof="0">
              <a:solidFill>
                <a:schemeClr val="bg2"/>
              </a:solidFill>
            </a:endParaRPr>
          </a:p>
          <a:p>
            <a:pPr algn="just"/>
            <a:endParaRPr lang="de-DE" sz="1333">
              <a:solidFill>
                <a:schemeClr val="bg1"/>
              </a:solidFill>
              <a:latin typeface="BISansOpti"/>
              <a:cs typeface="BISansOpti"/>
            </a:endParaRPr>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Telefonnummer</a:t>
            </a:r>
          </a:p>
        </p:txBody>
      </p:sp>
      <p:sp>
        <p:nvSpPr>
          <p:cNvPr id="19" name="Textfeld 18"/>
          <p:cNvSpPr txBox="1"/>
          <p:nvPr userDrawn="1"/>
        </p:nvSpPr>
        <p:spPr>
          <a:xfrm>
            <a:off x="9441601" y="1463709"/>
            <a:ext cx="249107" cy="205121"/>
          </a:xfrm>
          <a:prstGeom prst="rect">
            <a:avLst/>
          </a:prstGeom>
          <a:noFill/>
        </p:spPr>
        <p:txBody>
          <a:bodyPr wrap="none" lIns="0" tIns="0" rIns="0" bIns="0" rtlCol="0">
            <a:spAutoFit/>
          </a:bodyPr>
          <a:lstStyle/>
          <a:p>
            <a:r>
              <a:rPr lang="de-DE" sz="1333">
                <a:solidFill>
                  <a:schemeClr val="bg1"/>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fax machine</a:t>
            </a:r>
          </a:p>
        </p:txBody>
      </p:sp>
      <p:sp>
        <p:nvSpPr>
          <p:cNvPr id="29" name="Textfeld 28"/>
          <p:cNvSpPr txBox="1"/>
          <p:nvPr userDrawn="1"/>
        </p:nvSpPr>
        <p:spPr>
          <a:xfrm>
            <a:off x="9441600" y="1675201"/>
            <a:ext cx="288412" cy="205121"/>
          </a:xfrm>
          <a:prstGeom prst="rect">
            <a:avLst/>
          </a:prstGeom>
          <a:noFill/>
        </p:spPr>
        <p:txBody>
          <a:bodyPr wrap="none" lIns="0" tIns="0" rIns="0" bIns="0" rtlCol="0">
            <a:spAutoFit/>
          </a:bodyPr>
          <a:lstStyle/>
          <a:p>
            <a:r>
              <a:rPr lang="de-DE" sz="1333">
                <a:solidFill>
                  <a:schemeClr val="bg1"/>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489600" y="2760001"/>
            <a:ext cx="7166400" cy="472017"/>
          </a:xfrm>
        </p:spPr>
        <p:txBody>
          <a:bodyPr>
            <a:noAutofit/>
          </a:bodyPr>
          <a:lstStyle>
            <a:lvl1pPr marL="0" indent="0">
              <a:buNone/>
              <a:defRPr baseline="0">
                <a:solidFill>
                  <a:schemeClr val="bg1"/>
                </a:solidFill>
                <a:latin typeface="BISansOpti"/>
                <a:cs typeface="BISansOpti"/>
              </a:defRPr>
            </a:lvl1pPr>
          </a:lstStyle>
          <a:p>
            <a:pPr marL="0" marR="0" lvl="0" indent="0" algn="l" defTabSz="121917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noProof="0"/>
              <a:t>Überschrift für weitere Informationen:</a:t>
            </a:r>
          </a:p>
          <a:p>
            <a:pPr lvl="0"/>
            <a:endParaRPr lang="en-GB" noProof="0"/>
          </a:p>
        </p:txBody>
      </p:sp>
      <p:sp>
        <p:nvSpPr>
          <p:cNvPr id="33" name="Textplatzhalter 20"/>
          <p:cNvSpPr>
            <a:spLocks noGrp="1"/>
          </p:cNvSpPr>
          <p:nvPr>
            <p:ph type="body" sz="quarter" idx="19" hasCustomPrompt="1"/>
          </p:nvPr>
        </p:nvSpPr>
        <p:spPr>
          <a:xfrm>
            <a:off x="489600" y="3233728"/>
            <a:ext cx="7166400" cy="1881600"/>
          </a:xfrm>
        </p:spPr>
        <p:txBody>
          <a:bodyPr>
            <a:noAutofit/>
          </a:bodyPr>
          <a:lstStyle>
            <a:lvl1pPr marL="0" indent="0">
              <a:spcBef>
                <a:spcPts val="0"/>
              </a:spcBef>
              <a:buNone/>
              <a:defRPr sz="2400" baseline="0">
                <a:solidFill>
                  <a:schemeClr val="bg1"/>
                </a:solidFill>
                <a:latin typeface="BISansOpti"/>
                <a:cs typeface="BISansOpti"/>
              </a:defRPr>
            </a:lvl1pPr>
          </a:lstStyle>
          <a:p>
            <a:pPr lvl="0"/>
            <a:r>
              <a:rPr lang="de-DE"/>
              <a:t>Fügen Sie hier die Website-Adressen ein</a:t>
            </a:r>
          </a:p>
        </p:txBody>
      </p:sp>
      <p:sp>
        <p:nvSpPr>
          <p:cNvPr id="38" name="Textplatzhalter 6">
            <a:extLst>
              <a:ext uri="{FF2B5EF4-FFF2-40B4-BE49-F238E27FC236}">
                <a16:creationId xmlns:a16="http://schemas.microsoft.com/office/drawing/2014/main" id="{B2A6F781-119D-A24E-9B11-D046CEB4AC7A}"/>
              </a:ext>
            </a:extLst>
          </p:cNvPr>
          <p:cNvSpPr>
            <a:spLocks noGrp="1"/>
          </p:cNvSpPr>
          <p:nvPr>
            <p:ph type="body" sz="quarter" idx="22" hasCustomPrompt="1"/>
          </p:nvPr>
        </p:nvSpPr>
        <p:spPr>
          <a:xfrm>
            <a:off x="9441600" y="345302"/>
            <a:ext cx="2304000" cy="548663"/>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Firmenbezeichnung</a:t>
            </a:r>
          </a:p>
        </p:txBody>
      </p:sp>
      <p:pic>
        <p:nvPicPr>
          <p:cNvPr id="41" name="Picture 40">
            <a:extLst>
              <a:ext uri="{FF2B5EF4-FFF2-40B4-BE49-F238E27FC236}">
                <a16:creationId xmlns:a16="http://schemas.microsoft.com/office/drawing/2014/main" id="{48089703-DF56-714C-83CE-95B1A58E9A5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2488705"/>
            <a:ext cx="12192000" cy="25400"/>
          </a:xfrm>
          <a:prstGeom prst="rect">
            <a:avLst/>
          </a:prstGeom>
        </p:spPr>
      </p:pic>
      <p:sp>
        <p:nvSpPr>
          <p:cNvPr id="24" name="Textplatzhalter 6">
            <a:extLst>
              <a:ext uri="{FF2B5EF4-FFF2-40B4-BE49-F238E27FC236}">
                <a16:creationId xmlns:a16="http://schemas.microsoft.com/office/drawing/2014/main" id="{8A3A6A9D-FE9A-4651-8EBB-515BB8269E41}"/>
              </a:ext>
            </a:extLst>
          </p:cNvPr>
          <p:cNvSpPr>
            <a:spLocks noGrp="1"/>
          </p:cNvSpPr>
          <p:nvPr>
            <p:ph type="body" sz="quarter" idx="23" hasCustomPrompt="1"/>
          </p:nvPr>
        </p:nvSpPr>
        <p:spPr>
          <a:xfrm>
            <a:off x="487139" y="5547612"/>
            <a:ext cx="4260872" cy="316104"/>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Zum Einfügen des Copyright-Textes hier klicken</a:t>
            </a:r>
          </a:p>
        </p:txBody>
      </p:sp>
      <p:grpSp>
        <p:nvGrpSpPr>
          <p:cNvPr id="42" name="Group 41">
            <a:extLst>
              <a:ext uri="{FF2B5EF4-FFF2-40B4-BE49-F238E27FC236}">
                <a16:creationId xmlns:a16="http://schemas.microsoft.com/office/drawing/2014/main" id="{059F6757-A6A6-754E-AAAD-D335E6C6F19A}"/>
              </a:ext>
            </a:extLst>
          </p:cNvPr>
          <p:cNvGrpSpPr/>
          <p:nvPr userDrawn="1"/>
        </p:nvGrpSpPr>
        <p:grpSpPr>
          <a:xfrm>
            <a:off x="490102" y="1733172"/>
            <a:ext cx="3157253" cy="415443"/>
            <a:chOff x="367576" y="1233589"/>
            <a:chExt cx="2871722" cy="377872"/>
          </a:xfrm>
        </p:grpSpPr>
        <p:sp>
          <p:nvSpPr>
            <p:cNvPr id="43" name="Freeform 1">
              <a:extLst>
                <a:ext uri="{FF2B5EF4-FFF2-40B4-BE49-F238E27FC236}">
                  <a16:creationId xmlns:a16="http://schemas.microsoft.com/office/drawing/2014/main" id="{1B1174CA-AEBC-9743-831A-0EBAA305A7A9}"/>
                </a:ext>
              </a:extLst>
            </p:cNvPr>
            <p:cNvSpPr>
              <a:spLocks noChangeAspect="1" noChangeArrowheads="1"/>
            </p:cNvSpPr>
            <p:nvPr userDrawn="1"/>
          </p:nvSpPr>
          <p:spPr bwMode="auto">
            <a:xfrm>
              <a:off x="367576" y="1233589"/>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bg1"/>
            </a:solidFill>
            <a:ln>
              <a:noFill/>
            </a:ln>
            <a:effectLst/>
          </p:spPr>
          <p:txBody>
            <a:bodyPr wrap="none" anchor="ctr"/>
            <a:lstStyle/>
            <a:p>
              <a:endParaRPr lang="de-DE" sz="2400">
                <a:solidFill>
                  <a:srgbClr val="123563"/>
                </a:solidFill>
                <a:latin typeface="BISansOpti"/>
              </a:endParaRPr>
            </a:p>
          </p:txBody>
        </p:sp>
        <p:sp>
          <p:nvSpPr>
            <p:cNvPr id="44" name="Freeform 2">
              <a:extLst>
                <a:ext uri="{FF2B5EF4-FFF2-40B4-BE49-F238E27FC236}">
                  <a16:creationId xmlns:a16="http://schemas.microsoft.com/office/drawing/2014/main" id="{F2AD258C-A247-1443-A955-18353BAFDB15}"/>
                </a:ext>
              </a:extLst>
            </p:cNvPr>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chemeClr val="bg1"/>
            </a:solidFill>
            <a:ln>
              <a:noFill/>
            </a:ln>
            <a:effectLst/>
          </p:spPr>
          <p:txBody>
            <a:bodyPr wrap="none" anchor="ctr"/>
            <a:lstStyle/>
            <a:p>
              <a:endParaRPr lang="de-DE" sz="2400">
                <a:latin typeface="BISansOpti"/>
              </a:endParaRPr>
            </a:p>
          </p:txBody>
        </p:sp>
        <p:sp>
          <p:nvSpPr>
            <p:cNvPr id="45" name="Freeform 2">
              <a:extLst>
                <a:ext uri="{FF2B5EF4-FFF2-40B4-BE49-F238E27FC236}">
                  <a16:creationId xmlns:a16="http://schemas.microsoft.com/office/drawing/2014/main" id="{B7AE36FE-6275-BF49-863F-50F82FADCA9D}"/>
                </a:ext>
              </a:extLst>
            </p:cNvPr>
            <p:cNvSpPr>
              <a:spLocks noChangeAspect="1" noChangeArrowheads="1"/>
            </p:cNvSpPr>
            <p:nvPr userDrawn="1"/>
          </p:nvSpPr>
          <p:spPr bwMode="auto">
            <a:xfrm>
              <a:off x="1651481" y="1281034"/>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chemeClr val="bg1"/>
            </a:solidFill>
            <a:ln>
              <a:noFill/>
            </a:ln>
            <a:effectLst/>
          </p:spPr>
          <p:txBody>
            <a:bodyPr wrap="none" anchor="ctr"/>
            <a:lstStyle/>
            <a:p>
              <a:endParaRPr lang="de-DE" sz="2400">
                <a:latin typeface="BISansOpti"/>
              </a:endParaRPr>
            </a:p>
          </p:txBody>
        </p:sp>
        <p:sp>
          <p:nvSpPr>
            <p:cNvPr id="46" name="Freeform 2">
              <a:extLst>
                <a:ext uri="{FF2B5EF4-FFF2-40B4-BE49-F238E27FC236}">
                  <a16:creationId xmlns:a16="http://schemas.microsoft.com/office/drawing/2014/main" id="{776DE157-3D79-2040-A9BC-F4B92E244EF4}"/>
                </a:ext>
              </a:extLst>
            </p:cNvPr>
            <p:cNvSpPr>
              <a:spLocks noChangeAspect="1" noChangeArrowheads="1"/>
            </p:cNvSpPr>
            <p:nvPr userDrawn="1"/>
          </p:nvSpPr>
          <p:spPr bwMode="auto">
            <a:xfrm>
              <a:off x="2312456"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chemeClr val="bg1"/>
            </a:solidFill>
            <a:ln>
              <a:noFill/>
            </a:ln>
            <a:effectLst/>
          </p:spPr>
          <p:txBody>
            <a:bodyPr wrap="none" anchor="ctr"/>
            <a:lstStyle/>
            <a:p>
              <a:endParaRPr lang="de-DE" sz="2400">
                <a:latin typeface="BISansOpti"/>
              </a:endParaRPr>
            </a:p>
          </p:txBody>
        </p:sp>
        <p:sp>
          <p:nvSpPr>
            <p:cNvPr id="47" name="Freeform 2">
              <a:extLst>
                <a:ext uri="{FF2B5EF4-FFF2-40B4-BE49-F238E27FC236}">
                  <a16:creationId xmlns:a16="http://schemas.microsoft.com/office/drawing/2014/main" id="{7A221194-5F77-E742-928E-08B3F35958C4}"/>
                </a:ext>
              </a:extLst>
            </p:cNvPr>
            <p:cNvSpPr>
              <a:spLocks noChangeAspect="1" noChangeArrowheads="1"/>
            </p:cNvSpPr>
            <p:nvPr userDrawn="1"/>
          </p:nvSpPr>
          <p:spPr bwMode="auto">
            <a:xfrm>
              <a:off x="2915299" y="1272056"/>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chemeClr val="bg1"/>
            </a:solidFill>
            <a:ln>
              <a:noFill/>
            </a:ln>
            <a:effectLst/>
          </p:spPr>
          <p:txBody>
            <a:bodyPr wrap="none" anchor="ctr"/>
            <a:lstStyle/>
            <a:p>
              <a:endParaRPr lang="de-DE" sz="2400">
                <a:latin typeface="BISansOpti"/>
              </a:endParaRPr>
            </a:p>
          </p:txBody>
        </p:sp>
      </p:grpSp>
      <p:pic>
        <p:nvPicPr>
          <p:cNvPr id="36" name="Picture 35">
            <a:extLst>
              <a:ext uri="{FF2B5EF4-FFF2-40B4-BE49-F238E27FC236}">
                <a16:creationId xmlns:a16="http://schemas.microsoft.com/office/drawing/2014/main" id="{8344B219-7575-4A11-9F6C-B6823D47E73C}"/>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97863" y="5982356"/>
            <a:ext cx="1663484" cy="499677"/>
          </a:xfrm>
          <a:prstGeom prst="rect">
            <a:avLst/>
          </a:prstGeom>
        </p:spPr>
      </p:pic>
      <p:sp>
        <p:nvSpPr>
          <p:cNvPr id="37" name="Slide Number Placeholder 4">
            <a:extLst>
              <a:ext uri="{FF2B5EF4-FFF2-40B4-BE49-F238E27FC236}">
                <a16:creationId xmlns:a16="http://schemas.microsoft.com/office/drawing/2014/main" id="{2ABD6098-C0F1-4313-BB9B-906F9FF09CEC}"/>
              </a:ext>
            </a:extLst>
          </p:cNvPr>
          <p:cNvSpPr txBox="1">
            <a:spLocks/>
          </p:cNvSpPr>
          <p:nvPr userDrawn="1"/>
        </p:nvSpPr>
        <p:spPr>
          <a:xfrm>
            <a:off x="8943005" y="6327252"/>
            <a:ext cx="2733121" cy="164212"/>
          </a:xfrm>
          <a:prstGeom prst="rect">
            <a:avLst/>
          </a:prstGeom>
        </p:spPr>
        <p:txBody>
          <a:bodyPr vert="horz" wrap="none" lIns="0" tIns="0" rIns="0" bIns="0" rtlCol="0" anchor="ctr">
            <a:spAutoFit/>
          </a:bodyPr>
          <a:lstStyle>
            <a:defPPr>
              <a:defRPr lang="de-DE"/>
            </a:defPPr>
            <a:lvl1pPr marL="0" algn="r" defTabSz="914400" rtl="0" eaLnBrk="1" latinLnBrk="0" hangingPunct="1">
              <a:defRPr sz="900" b="0" i="0" kern="1200" baseline="0">
                <a:solidFill>
                  <a:schemeClr val="tx2"/>
                </a:solidFill>
                <a:latin typeface="BISansOptiCond"/>
                <a:ea typeface="+mn-ea"/>
                <a:cs typeface="BISansOpti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67" spc="400">
                <a:solidFill>
                  <a:schemeClr val="bg1"/>
                </a:solidFill>
              </a:rPr>
              <a:t>WE ARE MENTAL HEALTH 2.0</a:t>
            </a:r>
          </a:p>
        </p:txBody>
      </p:sp>
    </p:spTree>
    <p:extLst>
      <p:ext uri="{BB962C8B-B14F-4D97-AF65-F5344CB8AC3E}">
        <p14:creationId xmlns:p14="http://schemas.microsoft.com/office/powerpoint/2010/main" val="1326214259"/>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userDrawn="1">
  <p:cSld name="Standard slide_01">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02B2D0D8-B4D5-46B4-9DBE-A9EA9D9D5CA9}"/>
              </a:ext>
            </a:extLst>
          </p:cNvPr>
          <p:cNvSpPr>
            <a:spLocks noGrp="1"/>
          </p:cNvSpPr>
          <p:nvPr>
            <p:ph sz="quarter" idx="14"/>
          </p:nvPr>
        </p:nvSpPr>
        <p:spPr>
          <a:xfrm>
            <a:off x="478368" y="1219202"/>
            <a:ext cx="11223533" cy="4891617"/>
          </a:xfrm>
        </p:spPr>
        <p:txBody>
          <a:bodyPr vert="horz" lIns="0" tIns="0" rIns="0" bIns="0" rtlCol="0">
            <a:noAutofit/>
          </a:bodyPr>
          <a:lstStyle>
            <a:lvl1pPr>
              <a:defRPr lang="en-US" sz="2400" dirty="0" smtClean="0"/>
            </a:lvl1pPr>
            <a:lvl2pPr>
              <a:defRPr lang="en-US" dirty="0" smtClean="0">
                <a:solidFill>
                  <a:schemeClr val="tx2"/>
                </a:solidFill>
              </a:defRPr>
            </a:lvl2pPr>
            <a:lvl3pPr>
              <a:defRPr lang="en-US" sz="1867" dirty="0" smtClean="0">
                <a:solidFill>
                  <a:schemeClr val="tx2"/>
                </a:solidFill>
              </a:defRPr>
            </a:lvl3pPr>
            <a:lvl4pPr>
              <a:defRPr lang="en-US" sz="1867" dirty="0" smtClean="0">
                <a:solidFill>
                  <a:schemeClr val="tx2"/>
                </a:solidFill>
              </a:defRPr>
            </a:lvl4pPr>
            <a:lvl5pPr>
              <a:defRPr lang="en-GB" dirty="0">
                <a:solidFill>
                  <a:schemeClr val="tx2"/>
                </a:solidFill>
              </a:defRPr>
            </a:lvl5pPr>
          </a:lstStyle>
          <a:p>
            <a:pPr marL="455978" lvl="0" indent="-455978">
              <a:lnSpc>
                <a:spcPct val="130000"/>
              </a:lnSpc>
            </a:pPr>
            <a:r>
              <a:rPr lang="en-US"/>
              <a:t>Click to edit Master text styles</a:t>
            </a:r>
          </a:p>
          <a:p>
            <a:pPr marL="455978" lvl="1" indent="-455978">
              <a:lnSpc>
                <a:spcPct val="130000"/>
              </a:lnSpc>
            </a:pPr>
            <a:r>
              <a:rPr lang="en-US"/>
              <a:t>Second level</a:t>
            </a:r>
          </a:p>
          <a:p>
            <a:pPr marL="455978" lvl="2" indent="-455978">
              <a:lnSpc>
                <a:spcPct val="130000"/>
              </a:lnSpc>
            </a:pPr>
            <a:r>
              <a:rPr lang="en-US"/>
              <a:t>Third level</a:t>
            </a:r>
          </a:p>
          <a:p>
            <a:pPr marL="455978" lvl="3" indent="-455978">
              <a:lnSpc>
                <a:spcPct val="130000"/>
              </a:lnSpc>
            </a:pPr>
            <a:r>
              <a:rPr lang="en-US"/>
              <a:t>Fourth level</a:t>
            </a:r>
          </a:p>
        </p:txBody>
      </p:sp>
      <p:sp>
        <p:nvSpPr>
          <p:cNvPr id="11" name="Slide Number Placeholder 4">
            <a:extLst>
              <a:ext uri="{FF2B5EF4-FFF2-40B4-BE49-F238E27FC236}">
                <a16:creationId xmlns:a16="http://schemas.microsoft.com/office/drawing/2014/main" id="{0FE0D513-784E-4A2D-8CBA-841557958B9B}"/>
              </a:ext>
            </a:extLst>
          </p:cNvPr>
          <p:cNvSpPr txBox="1">
            <a:spLocks/>
          </p:cNvSpPr>
          <p:nvPr userDrawn="1"/>
        </p:nvSpPr>
        <p:spPr>
          <a:xfrm>
            <a:off x="10033753" y="6520183"/>
            <a:ext cx="1668149" cy="184666"/>
          </a:xfrm>
          <a:prstGeom prst="rect">
            <a:avLst/>
          </a:prstGeom>
        </p:spPr>
        <p:txBody>
          <a:bodyPr vert="horz" wrap="none" lIns="0" tIns="0" rIns="0" bIns="0" rtlCol="0" anchor="ctr">
            <a:spAutoFit/>
          </a:bodyPr>
          <a:lstStyle>
            <a:defPPr>
              <a:defRPr lang="de-DE"/>
            </a:defPPr>
            <a:lvl1pPr marL="0" algn="r" defTabSz="914400" rtl="0" eaLnBrk="1" latinLnBrk="0" hangingPunct="1">
              <a:defRPr sz="900" b="0" i="0" kern="1200" baseline="0">
                <a:solidFill>
                  <a:schemeClr val="tx2"/>
                </a:solidFill>
                <a:latin typeface="BISansOptiCond"/>
                <a:ea typeface="+mn-ea"/>
                <a:cs typeface="BISansOpti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200"/>
              <a:t>WE ARE MENTAL HEALTH 2.0</a:t>
            </a:r>
          </a:p>
        </p:txBody>
      </p:sp>
      <p:sp>
        <p:nvSpPr>
          <p:cNvPr id="9" name="Subtitle 2">
            <a:extLst>
              <a:ext uri="{FF2B5EF4-FFF2-40B4-BE49-F238E27FC236}">
                <a16:creationId xmlns:a16="http://schemas.microsoft.com/office/drawing/2014/main" id="{C3A4A958-8255-4545-BF38-D040F61E6A76}"/>
              </a:ext>
            </a:extLst>
          </p:cNvPr>
          <p:cNvSpPr txBox="1">
            <a:spLocks/>
          </p:cNvSpPr>
          <p:nvPr userDrawn="1"/>
        </p:nvSpPr>
        <p:spPr>
          <a:xfrm>
            <a:off x="529749" y="2044551"/>
            <a:ext cx="11753624" cy="205121"/>
          </a:xfrm>
          <a:prstGeom prst="rect">
            <a:avLst/>
          </a:prstGeom>
        </p:spPr>
        <p:txBody>
          <a:bodyPr vert="horz" wrap="square" lIns="0" tIns="0" rIns="0" bIns="0" rtlCol="0">
            <a:spAutoFit/>
          </a:bodyPr>
          <a:lstStyle>
            <a:lvl1pPr marL="0" indent="0" algn="l" defTabSz="914400" rtl="0" eaLnBrk="1" latinLnBrk="0" hangingPunct="1">
              <a:spcBef>
                <a:spcPts val="400"/>
              </a:spcBef>
              <a:buFont typeface="Arial" panose="020B0604020202020204" pitchFamily="34" charset="0"/>
              <a:buNone/>
              <a:defRPr sz="2400" b="0" i="0" kern="1200">
                <a:solidFill>
                  <a:srgbClr val="003366"/>
                </a:solidFill>
                <a:latin typeface="BISansOptiCond"/>
                <a:ea typeface="+mn-ea"/>
                <a:cs typeface="BISansOptiCond"/>
              </a:defRPr>
            </a:lvl1pPr>
            <a:lvl2pPr marL="457200" indent="0" algn="ctr" defTabSz="914400" rtl="0" eaLnBrk="1" latinLnBrk="0" hangingPunct="1">
              <a:spcBef>
                <a:spcPts val="0"/>
              </a:spcBef>
              <a:buFont typeface="Arial" panose="020B0604020202020204" pitchFamily="34" charset="0"/>
              <a:buNone/>
              <a:defRPr sz="1600" kern="1200">
                <a:solidFill>
                  <a:schemeClr val="tx1">
                    <a:tint val="75000"/>
                  </a:schemeClr>
                </a:solidFill>
                <a:latin typeface="BISansOpti"/>
                <a:ea typeface="+mn-ea"/>
                <a:cs typeface="BISansOpti"/>
              </a:defRPr>
            </a:lvl2pPr>
            <a:lvl3pPr marL="914400" indent="0" algn="ctr" defTabSz="914400" rtl="0" eaLnBrk="1" latinLnBrk="0" hangingPunct="1">
              <a:spcBef>
                <a:spcPts val="0"/>
              </a:spcBef>
              <a:buFont typeface="Arial" panose="020B0604020202020204" pitchFamily="34" charset="0"/>
              <a:buNone/>
              <a:defRPr sz="1600" kern="1200">
                <a:solidFill>
                  <a:schemeClr val="tx1">
                    <a:tint val="75000"/>
                  </a:schemeClr>
                </a:solidFill>
                <a:latin typeface="BISansOpti"/>
                <a:ea typeface="+mn-ea"/>
                <a:cs typeface="BISansOpti"/>
              </a:defRPr>
            </a:lvl3pPr>
            <a:lvl4pPr marL="1371600" indent="0" algn="ctr" defTabSz="914400" rtl="0" eaLnBrk="1" latinLnBrk="0" hangingPunct="1">
              <a:spcBef>
                <a:spcPts val="0"/>
              </a:spcBef>
              <a:buFont typeface="Arial" panose="020B0604020202020204" pitchFamily="34" charset="0"/>
              <a:buNone/>
              <a:defRPr sz="1600" kern="1200">
                <a:solidFill>
                  <a:schemeClr val="tx1">
                    <a:tint val="75000"/>
                  </a:schemeClr>
                </a:solidFill>
                <a:latin typeface="BISansOpti"/>
                <a:ea typeface="+mn-ea"/>
                <a:cs typeface="BISansOpti"/>
              </a:defRPr>
            </a:lvl4pPr>
            <a:lvl5pPr marL="1828800" indent="0" algn="ctr" defTabSz="914400" rtl="0" eaLnBrk="1" latinLnBrk="0" hangingPunct="1">
              <a:spcBef>
                <a:spcPts val="0"/>
              </a:spcBef>
              <a:buFont typeface="Wingdings" panose="05000000000000000000" pitchFamily="2" charset="2"/>
              <a:buNone/>
              <a:defRPr sz="1600" kern="1200">
                <a:solidFill>
                  <a:schemeClr val="tx1">
                    <a:tint val="75000"/>
                  </a:schemeClr>
                </a:solidFill>
                <a:latin typeface="BISansOpti"/>
                <a:ea typeface="+mn-ea"/>
                <a:cs typeface="BISansOpti"/>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en-US" sz="1333" baseline="0">
                <a:solidFill>
                  <a:schemeClr val="bg1"/>
                </a:solidFill>
              </a:rPr>
              <a:t>Mental Health 2.0</a:t>
            </a:r>
          </a:p>
        </p:txBody>
      </p:sp>
      <p:pic>
        <p:nvPicPr>
          <p:cNvPr id="10" name="Picture 9">
            <a:extLst>
              <a:ext uri="{FF2B5EF4-FFF2-40B4-BE49-F238E27FC236}">
                <a16:creationId xmlns:a16="http://schemas.microsoft.com/office/drawing/2014/main" id="{0FCA3A64-FC8B-9D43-9566-196DA53EC71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956675"/>
            <a:ext cx="12192000" cy="25400"/>
          </a:xfrm>
          <a:prstGeom prst="rect">
            <a:avLst/>
          </a:prstGeom>
        </p:spPr>
      </p:pic>
      <p:pic>
        <p:nvPicPr>
          <p:cNvPr id="13" name="Grafik 6">
            <a:extLst>
              <a:ext uri="{FF2B5EF4-FFF2-40B4-BE49-F238E27FC236}">
                <a16:creationId xmlns:a16="http://schemas.microsoft.com/office/drawing/2014/main" id="{4F6783F5-0CA4-4248-9645-CB9E41E13B3D}"/>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500057" y="6485508"/>
            <a:ext cx="812091" cy="254013"/>
          </a:xfrm>
          <a:prstGeom prst="rect">
            <a:avLst/>
          </a:prstGeom>
        </p:spPr>
      </p:pic>
      <p:sp>
        <p:nvSpPr>
          <p:cNvPr id="14" name="Titel 7">
            <a:extLst>
              <a:ext uri="{FF2B5EF4-FFF2-40B4-BE49-F238E27FC236}">
                <a16:creationId xmlns:a16="http://schemas.microsoft.com/office/drawing/2014/main" id="{5CA51D93-1FDE-470D-8609-9D5EA01935A8}"/>
              </a:ext>
            </a:extLst>
          </p:cNvPr>
          <p:cNvSpPr>
            <a:spLocks noGrp="1"/>
          </p:cNvSpPr>
          <p:nvPr>
            <p:ph type="title" hasCustomPrompt="1"/>
          </p:nvPr>
        </p:nvSpPr>
        <p:spPr>
          <a:xfrm>
            <a:off x="490100" y="25404"/>
            <a:ext cx="11211800" cy="889145"/>
          </a:xfrm>
        </p:spPr>
        <p:txBody>
          <a:bodyPr anchor="b" anchorCtr="0">
            <a:noAutofit/>
          </a:bodyPr>
          <a:lstStyle>
            <a:lvl1pPr>
              <a:lnSpc>
                <a:spcPct val="80000"/>
              </a:lnSpc>
              <a:defRPr/>
            </a:lvl1pPr>
          </a:lstStyle>
          <a:p>
            <a:br>
              <a:rPr lang="en-GB" noProof="0"/>
            </a:br>
            <a:r>
              <a:rPr lang="en-GB" noProof="0"/>
              <a:t>Click to add headline</a:t>
            </a:r>
          </a:p>
        </p:txBody>
      </p:sp>
    </p:spTree>
    <p:extLst>
      <p:ext uri="{BB962C8B-B14F-4D97-AF65-F5344CB8AC3E}">
        <p14:creationId xmlns:p14="http://schemas.microsoft.com/office/powerpoint/2010/main" val="97028083"/>
      </p:ext>
    </p:extLst>
  </p:cSld>
  <p:clrMapOvr>
    <a:masterClrMapping/>
  </p:clrMapOvr>
  <p:extLst>
    <p:ext uri="{DCECCB84-F9BA-43D5-87BE-67443E8EF086}">
      <p15:sldGuideLst xmlns:p15="http://schemas.microsoft.com/office/powerpoint/2012/main">
        <p15:guide id="1" orient="horz" pos="576">
          <p15:clr>
            <a:srgbClr val="FBAE40"/>
          </p15:clr>
        </p15:guide>
        <p15:guide id="2" pos="2880">
          <p15:clr>
            <a:srgbClr val="FBAE40"/>
          </p15:clr>
        </p15:guide>
        <p15:guide id="3" pos="5530">
          <p15:clr>
            <a:srgbClr val="FBAE40"/>
          </p15:clr>
        </p15:guide>
        <p15:guide id="4" orient="horz" pos="2887">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userDrawn="1">
  <p:cSld name="1_Standard page_03">
    <p:spTree>
      <p:nvGrpSpPr>
        <p:cNvPr id="1" name=""/>
        <p:cNvGrpSpPr/>
        <p:nvPr/>
      </p:nvGrpSpPr>
      <p:grpSpPr>
        <a:xfrm>
          <a:off x="0" y="0"/>
          <a:ext cx="0" cy="0"/>
          <a:chOff x="0" y="0"/>
          <a:chExt cx="0" cy="0"/>
        </a:xfrm>
      </p:grpSpPr>
      <p:sp>
        <p:nvSpPr>
          <p:cNvPr id="12" name="Rechteck 11"/>
          <p:cNvSpPr/>
          <p:nvPr userDrawn="1"/>
        </p:nvSpPr>
        <p:spPr>
          <a:xfrm>
            <a:off x="0" y="2928495"/>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sp>
        <p:nvSpPr>
          <p:cNvPr id="3" name="Inhaltsplatzhalt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578958"/>
            <a:ext cx="840361" cy="190510"/>
          </a:xfrm>
          <a:prstGeom prst="rect">
            <a:avLst/>
          </a:prstGeom>
        </p:spPr>
      </p:pic>
      <p:sp>
        <p:nvSpPr>
          <p:cNvPr id="4" name="Titel 3"/>
          <p:cNvSpPr>
            <a:spLocks noGrp="1"/>
          </p:cNvSpPr>
          <p:nvPr>
            <p:ph type="title"/>
          </p:nvPr>
        </p:nvSpPr>
        <p:spPr/>
        <p:txBody>
          <a:bodyPr/>
          <a:lstStyle/>
          <a:p>
            <a:r>
              <a:rPr lang="en-US"/>
              <a:t>Click to edit Master title style</a:t>
            </a:r>
            <a:endParaRPr lang="de-DE"/>
          </a:p>
        </p:txBody>
      </p:sp>
      <p:sp>
        <p:nvSpPr>
          <p:cNvPr id="8" name="Foliennummernplatzhalter 7"/>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13" name="Fußzeilenplatzhalter 4"/>
          <p:cNvSpPr>
            <a:spLocks noGrp="1"/>
          </p:cNvSpPr>
          <p:nvPr>
            <p:ph type="ftr" sz="quarter" idx="3"/>
          </p:nvPr>
        </p:nvSpPr>
        <p:spPr>
          <a:xfrm>
            <a:off x="4052620" y="6651142"/>
            <a:ext cx="3724522" cy="307777"/>
          </a:xfrm>
          <a:prstGeom prst="rect">
            <a:avLst/>
          </a:prstGeom>
        </p:spPr>
        <p:txBody>
          <a:bodyPr vert="horz" wrap="square" lIns="0" tIns="0" rIns="0" bIns="0" rtlCol="0" anchor="ctr">
            <a:spAutoFit/>
          </a:bodyPr>
          <a:lstStyle>
            <a:lvl1pPr algn="l">
              <a:defRPr sz="1000">
                <a:solidFill>
                  <a:schemeClr val="bg1">
                    <a:lumMod val="50000"/>
                  </a:schemeClr>
                </a:solidFill>
                <a:latin typeface="BISansCond" panose="02000006050000020004" pitchFamily="2" charset="0"/>
              </a:defRPr>
            </a:lvl1pPr>
          </a:lstStyle>
          <a:p>
            <a:r>
              <a:rPr lang="en-US" altLang="zh-CN"/>
              <a:t>1200.161(H&amp;N3) Global Lesson &amp; Learnt</a:t>
            </a:r>
            <a:endParaRPr kumimoji="0" lang="de-DE"/>
          </a:p>
          <a:p>
            <a:endParaRPr lang="en-GB">
              <a:solidFill>
                <a:prstClr val="white">
                  <a:lumMod val="50000"/>
                </a:prstClr>
              </a:solidFill>
            </a:endParaRPr>
          </a:p>
        </p:txBody>
      </p:sp>
      <p:sp>
        <p:nvSpPr>
          <p:cNvPr id="14" name="Datumsplatzhalter 3"/>
          <p:cNvSpPr>
            <a:spLocks noGrp="1"/>
          </p:cNvSpPr>
          <p:nvPr>
            <p:ph type="dt" sz="half" idx="10"/>
          </p:nvPr>
        </p:nvSpPr>
        <p:spPr>
          <a:xfrm>
            <a:off x="10332883" y="6597269"/>
            <a:ext cx="605935" cy="153888"/>
          </a:xfrm>
          <a:prstGeom prst="rect">
            <a:avLst/>
          </a:prstGeom>
        </p:spPr>
        <p:txBody>
          <a:bodyPr/>
          <a:lstStyle/>
          <a:p>
            <a:r>
              <a:rPr lang="en-US" altLang="zh-CN">
                <a:solidFill>
                  <a:prstClr val="white">
                    <a:lumMod val="50000"/>
                  </a:prstClr>
                </a:solidFill>
              </a:rPr>
              <a:t>10/12/2018</a:t>
            </a:r>
            <a:endParaRPr lang="en-GB">
              <a:solidFill>
                <a:prstClr val="white">
                  <a:lumMod val="50000"/>
                </a:prstClr>
              </a:solidFill>
            </a:endParaRPr>
          </a:p>
        </p:txBody>
      </p:sp>
    </p:spTree>
    <p:extLst>
      <p:ext uri="{BB962C8B-B14F-4D97-AF65-F5344CB8AC3E}">
        <p14:creationId xmlns:p14="http://schemas.microsoft.com/office/powerpoint/2010/main" val="2610199659"/>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userDrawn="1">
  <p:cSld name="Standard page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a:xfrm>
            <a:off x="838200" y="6356350"/>
            <a:ext cx="2743200" cy="365125"/>
          </a:xfrm>
          <a:prstGeom prst="rect">
            <a:avLst/>
          </a:prstGeom>
        </p:spPr>
        <p:txBody>
          <a:bodyPr/>
          <a:lstStyle/>
          <a:p>
            <a:fld id="{4737E52C-13E7-4544-B37B-080AFD478AFE}" type="datetime1">
              <a:rPr lang="en-US" smtClean="0"/>
              <a:t>7/23/2025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1" name="Grafik 6">
            <a:extLst>
              <a:ext uri="{FF2B5EF4-FFF2-40B4-BE49-F238E27FC236}">
                <a16:creationId xmlns:a16="http://schemas.microsoft.com/office/drawing/2014/main" id="{7916816C-E3DE-439B-A1F9-A495788B24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25513368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userDrawn="1">
  <p:cSld name="2_Standard page_03">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a:xfrm>
            <a:off x="838200" y="6356350"/>
            <a:ext cx="2743200" cy="365125"/>
          </a:xfrm>
          <a:prstGeom prst="rect">
            <a:avLst/>
          </a:prstGeom>
        </p:spPr>
        <p:txBody>
          <a:bodyPr/>
          <a:lstStyle/>
          <a:p>
            <a:fld id="{1C661359-A780-4E12-A6C3-DC4E2163D090}" type="datetime1">
              <a:rPr lang="en-GB" smtClean="0"/>
              <a:t>23/07/2025</a:t>
            </a:fld>
            <a:endParaRPr lang="en-GB"/>
          </a:p>
        </p:txBody>
      </p:sp>
      <p:sp>
        <p:nvSpPr>
          <p:cNvPr id="7" name="Fußzeilenplatzhalter 6"/>
          <p:cNvSpPr>
            <a:spLocks noGrp="1"/>
          </p:cNvSpPr>
          <p:nvPr>
            <p:ph type="ftr" sz="quarter" idx="11"/>
          </p:nvPr>
        </p:nvSpPr>
        <p:spPr/>
        <p:txBody>
          <a:bodyPr/>
          <a:lstStyle/>
          <a:p>
            <a:r>
              <a:rPr lang="en-GB"/>
              <a:t>Presentation title, date, author</a:t>
            </a:r>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10938454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14" name="Inhaltsplatzhalter 2"/>
          <p:cNvSpPr>
            <a:spLocks noGrp="1"/>
          </p:cNvSpPr>
          <p:nvPr>
            <p:ph idx="1"/>
          </p:nvPr>
        </p:nvSpPr>
        <p:spPr>
          <a:xfrm>
            <a:off x="2362098" y="1600201"/>
            <a:ext cx="7488001" cy="4525963"/>
          </a:xfrm>
        </p:spPr>
        <p:txBody>
          <a:bodyPr/>
          <a:lstStyle>
            <a:lvl1pPr marL="0" indent="0">
              <a:spcBef>
                <a:spcPts val="800"/>
              </a:spcBef>
              <a:buNone/>
              <a:defRPr/>
            </a:lvl1pPr>
            <a:lvl2pPr marL="243411" indent="-243411">
              <a:spcBef>
                <a:spcPts val="800"/>
              </a:spcBef>
              <a:buFont typeface="BISans" panose="02000503040000020004" pitchFamily="2" charset="0"/>
              <a:buChar char="•"/>
              <a:defRPr/>
            </a:lvl2pPr>
            <a:lvl3pPr marL="478355" indent="-234945">
              <a:buFont typeface="Arial" panose="020B0604020202020204" pitchFamily="34" charset="0"/>
              <a:buChar char="–"/>
              <a:defRPr/>
            </a:lvl3pPr>
          </a:lstStyle>
          <a:p>
            <a:pPr lvl="0"/>
            <a:r>
              <a:rPr lang="en-US" noProof="0"/>
              <a:t>Click to edit Master text styles</a:t>
            </a:r>
          </a:p>
          <a:p>
            <a:pPr lvl="1"/>
            <a:r>
              <a:rPr lang="en-US" noProof="0"/>
              <a:t>Second level</a:t>
            </a:r>
          </a:p>
          <a:p>
            <a:pPr lvl="2"/>
            <a:r>
              <a:rPr lang="en-US" noProof="0"/>
              <a:t>Third level</a:t>
            </a:r>
          </a:p>
        </p:txBody>
      </p:sp>
      <p:sp>
        <p:nvSpPr>
          <p:cNvPr id="3" name="Datumsplatzhalter 2"/>
          <p:cNvSpPr>
            <a:spLocks noGrp="1"/>
          </p:cNvSpPr>
          <p:nvPr>
            <p:ph type="dt" sz="half" idx="10"/>
          </p:nvPr>
        </p:nvSpPr>
        <p:spPr>
          <a:xfrm>
            <a:off x="838200" y="6356350"/>
            <a:ext cx="2743200" cy="365125"/>
          </a:xfrm>
          <a:prstGeom prst="rect">
            <a:avLst/>
          </a:prstGeom>
        </p:spPr>
        <p:txBody>
          <a:bodyPr/>
          <a:lstStyle/>
          <a:p>
            <a:fld id="{ABBB0F3E-C13F-4440-9895-CCCADA43F0B7}" type="datetime1">
              <a:rPr lang="en-GB" smtClean="0"/>
              <a:t>23/07/2025</a:t>
            </a:fld>
            <a:endParaRPr lang="en-GB"/>
          </a:p>
        </p:txBody>
      </p:sp>
      <p:sp>
        <p:nvSpPr>
          <p:cNvPr id="4" name="Fußzeilenplatzhalter 3"/>
          <p:cNvSpPr>
            <a:spLocks noGrp="1"/>
          </p:cNvSpPr>
          <p:nvPr>
            <p:ph type="ftr" sz="quarter" idx="11"/>
          </p:nvPr>
        </p:nvSpPr>
        <p:spPr/>
        <p:txBody>
          <a:bodyPr/>
          <a:lstStyle/>
          <a:p>
            <a:r>
              <a:rPr lang="en-GB"/>
              <a:t>BI 764524, anti SEMA3A Regional input- 2021</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7" name="Titel 6"/>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617974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type="title" preserve="1">
  <p:cSld name="Title page_01">
    <p:spTree>
      <p:nvGrpSpPr>
        <p:cNvPr id="1" name=""/>
        <p:cNvGrpSpPr/>
        <p:nvPr/>
      </p:nvGrpSpPr>
      <p:grpSpPr>
        <a:xfrm>
          <a:off x="0" y="0"/>
          <a:ext cx="0" cy="0"/>
          <a:chOff x="0" y="0"/>
          <a:chExt cx="0" cy="0"/>
        </a:xfrm>
      </p:grpSpPr>
      <p:sp>
        <p:nvSpPr>
          <p:cNvPr id="12" name="Rechteck 11"/>
          <p:cNvSpPr/>
          <p:nvPr userDrawn="1"/>
        </p:nvSpPr>
        <p:spPr>
          <a:xfrm>
            <a:off x="0" y="2928494"/>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pic>
        <p:nvPicPr>
          <p:cNvPr id="1026" name="Picture 2"/>
          <p:cNvPicPr>
            <a:picLocks noChangeAspect="1" noChangeArrowheads="1"/>
          </p:cNvPicPr>
          <p:nvPr userDrawn="1"/>
        </p:nvPicPr>
        <p:blipFill rotWithShape="1">
          <a:blip r:embed="rId2">
            <a:extLst>
              <a:ext uri="{28A0092B-C50C-407E-A947-70E740481C1C}">
                <a14:useLocalDpi xmlns:a14="http://schemas.microsoft.com/office/drawing/2010/main" val="0"/>
              </a:ext>
            </a:extLst>
          </a:blip>
          <a:srcRect l="16231" t="19013" b="13976"/>
          <a:stretch/>
        </p:blipFill>
        <p:spPr bwMode="auto">
          <a:xfrm>
            <a:off x="0" y="0"/>
            <a:ext cx="8573053"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24" name="Gerade Verbindung 23"/>
          <p:cNvCxnSpPr/>
          <p:nvPr/>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sp>
        <p:nvSpPr>
          <p:cNvPr id="2" name="Titel 1"/>
          <p:cNvSpPr>
            <a:spLocks noGrp="1"/>
          </p:cNvSpPr>
          <p:nvPr>
            <p:ph type="ctrTitle" hasCustomPrompt="1"/>
          </p:nvPr>
        </p:nvSpPr>
        <p:spPr>
          <a:xfrm>
            <a:off x="490101" y="2654884"/>
            <a:ext cx="7845825" cy="646331"/>
          </a:xfrm>
          <a:prstGeom prst="rect">
            <a:avLst/>
          </a:prstGeom>
        </p:spPr>
        <p:txBody>
          <a:bodyPr wrap="square" lIns="0">
            <a:spAutoFit/>
          </a:bodyPr>
          <a:lstStyle>
            <a:lvl1pPr>
              <a:defRPr sz="3600" b="1">
                <a:solidFill>
                  <a:srgbClr val="003366"/>
                </a:solidFill>
              </a:defRPr>
            </a:lvl1pPr>
          </a:lstStyle>
          <a:p>
            <a:r>
              <a:rPr lang="en-GB" noProof="0" err="1"/>
              <a:t>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Untertitel 2"/>
          <p:cNvSpPr>
            <a:spLocks noGrp="1"/>
          </p:cNvSpPr>
          <p:nvPr>
            <p:ph type="subTitle" idx="1" hasCustomPrompt="1"/>
          </p:nvPr>
        </p:nvSpPr>
        <p:spPr>
          <a:xfrm>
            <a:off x="484718" y="3429000"/>
            <a:ext cx="7845825" cy="461665"/>
          </a:xfrm>
          <a:prstGeom prst="rect">
            <a:avLst/>
          </a:prstGeom>
        </p:spPr>
        <p:txBody>
          <a:bodyPr wrap="square">
            <a:spAutoFit/>
          </a:bodyPr>
          <a:lstStyle>
            <a:lvl1pPr marL="0" indent="0" algn="l">
              <a:buNone/>
              <a:defRPr sz="2400">
                <a:solidFill>
                  <a:srgbClr val="003366"/>
                </a:solidFill>
                <a:latin typeface="BISansCond" panose="02000006050000020004" pitchFamily="2"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err="1"/>
              <a:t>Untertitel</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cxnSp>
        <p:nvCxnSpPr>
          <p:cNvPr id="10" name="Gerade Verbindung 9"/>
          <p:cNvCxnSpPr/>
          <p:nvPr userDrawn="1"/>
        </p:nvCxnSpPr>
        <p:spPr>
          <a:xfrm>
            <a:off x="2" y="2492389"/>
            <a:ext cx="12191999" cy="0"/>
          </a:xfrm>
          <a:prstGeom prst="line">
            <a:avLst/>
          </a:prstGeom>
          <a:ln w="12700">
            <a:solidFill>
              <a:srgbClr val="003366"/>
            </a:solidFill>
          </a:ln>
        </p:spPr>
        <p:style>
          <a:lnRef idx="1">
            <a:schemeClr val="accent1"/>
          </a:lnRef>
          <a:fillRef idx="0">
            <a:schemeClr val="accent1"/>
          </a:fillRef>
          <a:effectRef idx="0">
            <a:schemeClr val="accent1"/>
          </a:effectRef>
          <a:fontRef idx="minor">
            <a:schemeClr val="tx1"/>
          </a:fontRef>
        </p:style>
      </p:cxnSp>
      <p:pic>
        <p:nvPicPr>
          <p:cNvPr id="15" name="Grafik 1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022937" y="6120399"/>
            <a:ext cx="1679601" cy="381600"/>
          </a:xfrm>
          <a:prstGeom prst="rect">
            <a:avLst/>
          </a:prstGeom>
        </p:spPr>
      </p:pic>
      <p:pic>
        <p:nvPicPr>
          <p:cNvPr id="9" name="Picture 11" descr="BI_RD-PM_RGB_small"/>
          <p:cNvPicPr>
            <a:picLocks noChangeAspect="1" noChangeArrowheads="1"/>
          </p:cNvPicPr>
          <p:nvPr userDrawn="1"/>
        </p:nvPicPr>
        <p:blipFill>
          <a:blip r:embed="rId4" cstate="print">
            <a:extLst>
              <a:ext uri="{28A0092B-C50C-407E-A947-70E740481C1C}">
                <a14:useLocalDpi xmlns:a14="http://schemas.microsoft.com/office/drawing/2010/main" val="0"/>
              </a:ext>
            </a:extLst>
          </a:blip>
          <a:srcRect/>
          <a:stretch>
            <a:fillRect/>
          </a:stretch>
        </p:blipFill>
        <p:spPr bwMode="auto">
          <a:xfrm>
            <a:off x="503916" y="5989499"/>
            <a:ext cx="1762771"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68406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Standard page_01">
    <p:spTree>
      <p:nvGrpSpPr>
        <p:cNvPr id="1" name=""/>
        <p:cNvGrpSpPr/>
        <p:nvPr/>
      </p:nvGrpSpPr>
      <p:grpSpPr>
        <a:xfrm>
          <a:off x="0" y="0"/>
          <a:ext cx="0" cy="0"/>
          <a:chOff x="0" y="0"/>
          <a:chExt cx="0" cy="0"/>
        </a:xfrm>
      </p:grpSpPr>
      <p:sp>
        <p:nvSpPr>
          <p:cNvPr id="9" name="Rechteck 8"/>
          <p:cNvSpPr/>
          <p:nvPr userDrawn="1"/>
        </p:nvSpPr>
        <p:spPr>
          <a:xfrm>
            <a:off x="0" y="2928494"/>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5" y="6597269"/>
            <a:ext cx="706730" cy="172198"/>
          </a:xfrm>
          <a:prstGeom prst="rect">
            <a:avLst/>
          </a:prstGeom>
        </p:spPr>
      </p:pic>
      <p:sp>
        <p:nvSpPr>
          <p:cNvPr id="3" name="Titel 2"/>
          <p:cNvSpPr>
            <a:spLocks noGrp="1"/>
          </p:cNvSpPr>
          <p:nvPr>
            <p:ph type="title"/>
          </p:nvPr>
        </p:nvSpPr>
        <p:spPr>
          <a:xfrm>
            <a:off x="484717" y="40286"/>
            <a:ext cx="11211800" cy="861774"/>
          </a:xfrm>
          <a:prstGeom prst="rect">
            <a:avLst/>
          </a:prstGeom>
        </p:spPr>
        <p:txBody>
          <a:bodyPr/>
          <a:lstStyle/>
          <a:p>
            <a:r>
              <a:rPr lang="de-DE"/>
              <a:t>Titelmasterformat durch Klicken bearbeiten</a:t>
            </a:r>
          </a:p>
        </p:txBody>
      </p:sp>
      <p:sp>
        <p:nvSpPr>
          <p:cNvPr id="10" name="Fußzeilenplatzhalter 9"/>
          <p:cNvSpPr>
            <a:spLocks noGrp="1"/>
          </p:cNvSpPr>
          <p:nvPr>
            <p:ph type="ftr" sz="quarter" idx="11"/>
          </p:nvPr>
        </p:nvSpPr>
        <p:spPr/>
        <p:txBody>
          <a:bodyPr/>
          <a:lstStyle>
            <a:lvl1pPr>
              <a:defRPr>
                <a:solidFill>
                  <a:schemeClr val="tx1"/>
                </a:solidFill>
              </a:defRPr>
            </a:lvl1pPr>
          </a:lstStyle>
          <a:p>
            <a:endParaRPr lang="en-GB"/>
          </a:p>
        </p:txBody>
      </p:sp>
      <p:sp>
        <p:nvSpPr>
          <p:cNvPr id="11" name="Foliennummernplatzhalter 10"/>
          <p:cNvSpPr>
            <a:spLocks noGrp="1"/>
          </p:cNvSpPr>
          <p:nvPr>
            <p:ph type="sldNum" sz="quarter" idx="12"/>
          </p:nvPr>
        </p:nvSpPr>
        <p:spPr/>
        <p:txBody>
          <a:bodyPr/>
          <a:lstStyle>
            <a:lvl1pPr>
              <a:defRPr>
                <a:solidFill>
                  <a:schemeClr val="tx1"/>
                </a:solidFill>
              </a:defRPr>
            </a:lvl1pPr>
          </a:lstStyle>
          <a:p>
            <a:fld id="{143B55C4-4F5A-416B-997D-6CE47EB0A945}" type="slidenum">
              <a:rPr lang="en-GB" smtClean="0"/>
              <a:pPr/>
              <a:t>‹#›</a:t>
            </a:fld>
            <a:endParaRPr lang="en-GB"/>
          </a:p>
        </p:txBody>
      </p:sp>
    </p:spTree>
    <p:extLst>
      <p:ext uri="{BB962C8B-B14F-4D97-AF65-F5344CB8AC3E}">
        <p14:creationId xmlns:p14="http://schemas.microsoft.com/office/powerpoint/2010/main" val="26075315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Standard page_02">
    <p:spTree>
      <p:nvGrpSpPr>
        <p:cNvPr id="1" name=""/>
        <p:cNvGrpSpPr/>
        <p:nvPr/>
      </p:nvGrpSpPr>
      <p:grpSpPr>
        <a:xfrm>
          <a:off x="0" y="0"/>
          <a:ext cx="0" cy="0"/>
          <a:chOff x="0" y="0"/>
          <a:chExt cx="0" cy="0"/>
        </a:xfrm>
      </p:grpSpPr>
      <p:sp>
        <p:nvSpPr>
          <p:cNvPr id="12" name="Rechteck 11"/>
          <p:cNvSpPr/>
          <p:nvPr userDrawn="1"/>
        </p:nvSpPr>
        <p:spPr>
          <a:xfrm>
            <a:off x="0" y="2928494"/>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noProof="0">
              <a:solidFill>
                <a:schemeClr val="tx1"/>
              </a:solidFill>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578958"/>
            <a:ext cx="840360" cy="190510"/>
          </a:xfrm>
          <a:prstGeom prst="rect">
            <a:avLst/>
          </a:prstGeom>
        </p:spPr>
      </p:pic>
      <p:sp>
        <p:nvSpPr>
          <p:cNvPr id="7" name="Fußzeilenplatzhalter 6"/>
          <p:cNvSpPr>
            <a:spLocks noGrp="1"/>
          </p:cNvSpPr>
          <p:nvPr>
            <p:ph type="ftr" sz="quarter" idx="11"/>
          </p:nvPr>
        </p:nvSpPr>
        <p:spPr/>
        <p:txBody>
          <a:bodyPr/>
          <a:lstStyle>
            <a:lvl1pPr>
              <a:defRPr>
                <a:solidFill>
                  <a:schemeClr val="tx1"/>
                </a:solidFill>
              </a:defRPr>
            </a:lvl1pPr>
          </a:lstStyle>
          <a:p>
            <a:endParaRPr lang="en-GB"/>
          </a:p>
        </p:txBody>
      </p:sp>
      <p:sp>
        <p:nvSpPr>
          <p:cNvPr id="8" name="Foliennummernplatzhalter 7"/>
          <p:cNvSpPr>
            <a:spLocks noGrp="1"/>
          </p:cNvSpPr>
          <p:nvPr>
            <p:ph type="sldNum" sz="quarter" idx="12"/>
          </p:nvPr>
        </p:nvSpPr>
        <p:spPr/>
        <p:txBody>
          <a:bodyPr/>
          <a:lstStyle>
            <a:lvl1pPr>
              <a:defRPr>
                <a:solidFill>
                  <a:schemeClr val="tx1"/>
                </a:solidFill>
              </a:defRPr>
            </a:lvl1pPr>
          </a:lstStyle>
          <a:p>
            <a:fld id="{143B55C4-4F5A-416B-997D-6CE47EB0A945}" type="slidenum">
              <a:rPr lang="en-GB" smtClean="0"/>
              <a:pPr/>
              <a:t>‹#›</a:t>
            </a:fld>
            <a:endParaRPr lang="en-GB"/>
          </a:p>
        </p:txBody>
      </p:sp>
      <p:sp>
        <p:nvSpPr>
          <p:cNvPr id="14" name="Titel 2"/>
          <p:cNvSpPr>
            <a:spLocks noGrp="1"/>
          </p:cNvSpPr>
          <p:nvPr>
            <p:ph type="title"/>
          </p:nvPr>
        </p:nvSpPr>
        <p:spPr>
          <a:xfrm>
            <a:off x="484717" y="40286"/>
            <a:ext cx="11211800" cy="861774"/>
          </a:xfrm>
          <a:prstGeom prst="rect">
            <a:avLst/>
          </a:prstGeom>
        </p:spPr>
        <p:txBody>
          <a:bodyPr/>
          <a:lstStyle/>
          <a:p>
            <a:r>
              <a:rPr lang="de-DE"/>
              <a:t>Titelmasterformat durch Klicken bearbeiten</a:t>
            </a:r>
          </a:p>
        </p:txBody>
      </p:sp>
      <p:sp>
        <p:nvSpPr>
          <p:cNvPr id="4" name="Inhaltsplatzhalter 3"/>
          <p:cNvSpPr>
            <a:spLocks noGrp="1"/>
          </p:cNvSpPr>
          <p:nvPr>
            <p:ph sz="quarter" idx="13"/>
          </p:nvPr>
        </p:nvSpPr>
        <p:spPr>
          <a:xfrm>
            <a:off x="485924" y="1206501"/>
            <a:ext cx="11226800" cy="4524375"/>
          </a:xfrm>
          <a:prstGeom prst="rect">
            <a:avLst/>
          </a:prstGeom>
        </p:spPr>
        <p:txBody>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774090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4"/>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NR2B BI1569912 Feb 2024 HPSC PoCP  |  CONFIDENTIAL</a:t>
            </a:r>
          </a:p>
        </p:txBody>
      </p:sp>
    </p:spTree>
    <p:extLst>
      <p:ext uri="{BB962C8B-B14F-4D97-AF65-F5344CB8AC3E}">
        <p14:creationId xmlns:p14="http://schemas.microsoft.com/office/powerpoint/2010/main" val="1764747133"/>
      </p:ext>
    </p:extLst>
  </p:cSld>
  <p:clrMapOvr>
    <a:masterClrMapping/>
  </p:clrMapOvr>
  <p:extLst>
    <p:ext uri="{DCECCB84-F9BA-43D5-87BE-67443E8EF086}">
      <p15:sldGuideLst xmlns:p15="http://schemas.microsoft.com/office/powerpoint/2012/main"/>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4"/>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NR2B BI1569912 Feb 2024 HPSC PoCP  |  CONFIDENTIAL</a:t>
            </a:r>
          </a:p>
        </p:txBody>
      </p:sp>
    </p:spTree>
    <p:extLst>
      <p:ext uri="{BB962C8B-B14F-4D97-AF65-F5344CB8AC3E}">
        <p14:creationId xmlns:p14="http://schemas.microsoft.com/office/powerpoint/2010/main" val="1979688845"/>
      </p:ext>
    </p:extLst>
  </p:cSld>
  <p:clrMapOvr>
    <a:masterClrMapping/>
  </p:clrMapOvr>
  <p:extLst>
    <p:ext uri="{DCECCB84-F9BA-43D5-87BE-67443E8EF086}">
      <p15:sldGuideLst xmlns:p15="http://schemas.microsoft.com/office/powerpoint/2012/main"/>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NR2B BI1569912 Feb 2024 HPSC PoCP  |  CONFIDENTIAL</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48153422"/>
      </p:ext>
    </p:extLst>
  </p:cSld>
  <p:clrMapOvr>
    <a:masterClrMapping/>
  </p:clrMapOvr>
  <p:extLst>
    <p:ext uri="{DCECCB84-F9BA-43D5-87BE-67443E8EF086}">
      <p15:sldGuideLst xmlns:p15="http://schemas.microsoft.com/office/powerpoint/2012/main"/>
    </p:ext>
  </p:extLst>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NR2B BI1569912 Feb 2024 HPSC PoCP  |  CONFIDENTIAL</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205881572"/>
      </p:ext>
    </p:extLst>
  </p:cSld>
  <p:clrMapOvr>
    <a:masterClrMapping/>
  </p:clrMapOvr>
  <p:extLst>
    <p:ext uri="{DCECCB84-F9BA-43D5-87BE-67443E8EF086}">
      <p15:sldGuideLst xmlns:p15="http://schemas.microsoft.com/office/powerpoint/2012/main"/>
    </p:ext>
  </p:extLst>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NR2B BI1569912 Feb 2024 HPSC PoCP  |  CONFIDENTIAL</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01373112"/>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5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7" y="1412877"/>
            <a:ext cx="11233151" cy="4537075"/>
          </a:xfrm>
        </p:spPr>
        <p:txBody>
          <a:bodyPr/>
          <a:lstStyle>
            <a:lvl1pPr marL="359982" indent="-359982">
              <a:spcBef>
                <a:spcPts val="1800"/>
              </a:spcBef>
              <a:buFont typeface="+mj-lt"/>
              <a:buAutoNum type="arabicPeriod"/>
              <a:defRPr sz="2000"/>
            </a:lvl1pPr>
            <a:lvl2pPr marL="539973" indent="-179992">
              <a:spcBef>
                <a:spcPts val="200"/>
              </a:spcBef>
              <a:spcAft>
                <a:spcPts val="200"/>
              </a:spcAft>
              <a:buFont typeface="Arial" panose="020B0604020202020204" pitchFamily="34" charset="0"/>
              <a:buChar char="•"/>
              <a:defRPr/>
            </a:lvl2pPr>
            <a:lvl3pPr marL="539973" indent="-179992">
              <a:spcBef>
                <a:spcPts val="200"/>
              </a:spcBef>
              <a:spcAft>
                <a:spcPts val="200"/>
              </a:spcAft>
              <a:buFont typeface="Arial" panose="020B0604020202020204" pitchFamily="34" charset="0"/>
              <a:buChar char="•"/>
              <a:defRPr/>
            </a:lvl3pPr>
            <a:lvl4pPr marL="539973" indent="-179992">
              <a:spcBef>
                <a:spcPts val="200"/>
              </a:spcBef>
              <a:spcAft>
                <a:spcPts val="200"/>
              </a:spcAft>
              <a:buFont typeface="Arial" panose="020B0604020202020204" pitchFamily="34" charset="0"/>
              <a:buChar char="•"/>
              <a:defRPr/>
            </a:lvl4pPr>
            <a:lvl5pPr marL="539973" indent="-179992">
              <a:spcBef>
                <a:spcPts val="200"/>
              </a:spcBef>
              <a:spcAft>
                <a:spcPts val="200"/>
              </a:spcAft>
              <a:buFont typeface="Arial" panose="020B0604020202020204" pitchFamily="34" charset="0"/>
              <a:buChar char="•"/>
              <a:defRPr sz="1600"/>
            </a:lvl5pPr>
            <a:lvl6pPr marL="539973" indent="-179992">
              <a:spcBef>
                <a:spcPts val="200"/>
              </a:spcBef>
              <a:spcAft>
                <a:spcPts val="200"/>
              </a:spcAft>
              <a:buFont typeface="Arial" panose="020B0604020202020204" pitchFamily="34" charset="0"/>
              <a:buChar char="•"/>
              <a:defRPr sz="1600"/>
            </a:lvl6pPr>
            <a:lvl7pPr marL="539973" indent="-179992">
              <a:spcBef>
                <a:spcPts val="200"/>
              </a:spcBef>
              <a:spcAft>
                <a:spcPts val="200"/>
              </a:spcAft>
              <a:buFont typeface="Arial" panose="020B0604020202020204" pitchFamily="34" charset="0"/>
              <a:buChar char="•"/>
              <a:defRPr sz="1600"/>
            </a:lvl7pPr>
            <a:lvl8pPr marL="539973" indent="-179992">
              <a:spcBef>
                <a:spcPts val="200"/>
              </a:spcBef>
              <a:spcAft>
                <a:spcPts val="200"/>
              </a:spcAft>
              <a:buFont typeface="Arial" panose="020B0604020202020204" pitchFamily="34" charset="0"/>
              <a:buChar char="•"/>
              <a:defRPr sz="1600"/>
            </a:lvl8pPr>
            <a:lvl9pPr marL="539973" indent="-179992">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NR2B BI1569912 Feb 2024 HPSC PoCP  |  CONFIDENTIAL</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803835371"/>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NR2B BI1569912 Feb 2024 HPSC PoCP  |  CONFIDENTIAL</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1694123600"/>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6"/>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NR2B BI1569912 Feb 2024 HPSC PoCP  |  CONFIDENTIAL</a:t>
            </a:r>
          </a:p>
        </p:txBody>
      </p:sp>
    </p:spTree>
    <p:extLst>
      <p:ext uri="{BB962C8B-B14F-4D97-AF65-F5344CB8AC3E}">
        <p14:creationId xmlns:p14="http://schemas.microsoft.com/office/powerpoint/2010/main" val="2916875521"/>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6"/>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NR2B BI1569912 Feb 2024 HPSC PoCP  |  CONFIDENTIAL</a:t>
            </a:r>
          </a:p>
        </p:txBody>
      </p:sp>
    </p:spTree>
    <p:extLst>
      <p:ext uri="{BB962C8B-B14F-4D97-AF65-F5344CB8AC3E}">
        <p14:creationId xmlns:p14="http://schemas.microsoft.com/office/powerpoint/2010/main" val="1534572099"/>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7" y="1412876"/>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7"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NR2B BI1569912 Feb 2024 HPSC PoCP  |  CONFIDENTIAL</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82619334"/>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7"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NR2B BI1569912 Feb 2024 HPSC PoCP  |  CONFIDENTIAL</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599727560"/>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7"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NR2B BI1569912 Feb 2024 HPSC PoCP  |  CONFIDENTIAL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516317665"/>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60" indent="-215989">
              <a:defRPr sz="1200">
                <a:solidFill>
                  <a:schemeClr val="bg2"/>
                </a:solidFill>
              </a:defRPr>
            </a:lvl5pPr>
            <a:lvl6pPr marL="791960" indent="-215989">
              <a:defRPr sz="1200">
                <a:solidFill>
                  <a:schemeClr val="bg2"/>
                </a:solidFill>
              </a:defRPr>
            </a:lvl6pPr>
            <a:lvl7pPr marL="791960" indent="-215989">
              <a:defRPr sz="1200">
                <a:solidFill>
                  <a:schemeClr val="bg2"/>
                </a:solidFill>
              </a:defRPr>
            </a:lvl7pPr>
            <a:lvl8pPr marL="791960" indent="-215989">
              <a:defRPr sz="1200">
                <a:solidFill>
                  <a:schemeClr val="bg2"/>
                </a:solidFill>
              </a:defRPr>
            </a:lvl8pPr>
            <a:lvl9pPr marL="791960" indent="-215989">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NR2B BI1569912 Feb 2024 HPSC PoCP  |  CONFIDENTIAL</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1957747670"/>
      </p:ext>
    </p:extLst>
  </p:cSld>
  <p:clrMapOvr>
    <a:masterClrMapping/>
  </p:clrMapOvr>
  <p:extLst>
    <p:ext uri="{DCECCB84-F9BA-43D5-87BE-67443E8EF086}">
      <p15:sldGuideLst xmlns:p15="http://schemas.microsoft.com/office/powerpoint/2012/main"/>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60" indent="-215989">
              <a:defRPr sz="1200">
                <a:solidFill>
                  <a:schemeClr val="bg2"/>
                </a:solidFill>
              </a:defRPr>
            </a:lvl5pPr>
            <a:lvl6pPr marL="791960" indent="-215989">
              <a:defRPr sz="1200">
                <a:solidFill>
                  <a:schemeClr val="bg2"/>
                </a:solidFill>
              </a:defRPr>
            </a:lvl6pPr>
            <a:lvl7pPr marL="791960" indent="-215989">
              <a:defRPr sz="1200">
                <a:solidFill>
                  <a:schemeClr val="bg2"/>
                </a:solidFill>
              </a:defRPr>
            </a:lvl7pPr>
            <a:lvl8pPr marL="791960" indent="-215989">
              <a:defRPr sz="1200">
                <a:solidFill>
                  <a:schemeClr val="bg2"/>
                </a:solidFill>
              </a:defRPr>
            </a:lvl8pPr>
            <a:lvl9pPr marL="791960" indent="-215989">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NR2B BI1569912 Feb 2024 HPSC PoCP  |  CONFIDENTIAL</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68552813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60" indent="-215989">
              <a:defRPr sz="1200">
                <a:solidFill>
                  <a:schemeClr val="tx2"/>
                </a:solidFill>
              </a:defRPr>
            </a:lvl5pPr>
            <a:lvl6pPr marL="791960" indent="-215989">
              <a:defRPr sz="1200">
                <a:solidFill>
                  <a:schemeClr val="tx2"/>
                </a:solidFill>
              </a:defRPr>
            </a:lvl6pPr>
            <a:lvl7pPr marL="791960" indent="-215989">
              <a:defRPr sz="1200">
                <a:solidFill>
                  <a:schemeClr val="tx2"/>
                </a:solidFill>
              </a:defRPr>
            </a:lvl7pPr>
            <a:lvl8pPr marL="791960" indent="-215989">
              <a:defRPr sz="1200">
                <a:solidFill>
                  <a:schemeClr val="tx2"/>
                </a:solidFill>
              </a:defRPr>
            </a:lvl8pPr>
            <a:lvl9pPr marL="791960" indent="-215989">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NR2B BI1569912 Feb 2024 HPSC PoCP  |  CONFIDENTIAL</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2134434173"/>
      </p:ext>
    </p:extLst>
  </p:cSld>
  <p:clrMapOvr>
    <a:masterClrMapping/>
  </p:clrMapOvr>
  <p:extLst>
    <p:ext uri="{DCECCB84-F9BA-43D5-87BE-67443E8EF086}">
      <p15:sldGuideLst xmlns:p15="http://schemas.microsoft.com/office/powerpoint/2012/main"/>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60" indent="-215989">
              <a:defRPr sz="1200">
                <a:solidFill>
                  <a:schemeClr val="tx2"/>
                </a:solidFill>
              </a:defRPr>
            </a:lvl5pPr>
            <a:lvl6pPr marL="791960" indent="-215989">
              <a:defRPr sz="1200">
                <a:solidFill>
                  <a:schemeClr val="tx2"/>
                </a:solidFill>
              </a:defRPr>
            </a:lvl6pPr>
            <a:lvl7pPr marL="791960" indent="-215989">
              <a:defRPr sz="1200">
                <a:solidFill>
                  <a:schemeClr val="tx2"/>
                </a:solidFill>
              </a:defRPr>
            </a:lvl7pPr>
            <a:lvl8pPr marL="791960" indent="-215989">
              <a:defRPr sz="1200">
                <a:solidFill>
                  <a:schemeClr val="tx2"/>
                </a:solidFill>
              </a:defRPr>
            </a:lvl8pPr>
            <a:lvl9pPr marL="791960" indent="-215989">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NR2B BI1569912 Feb 2024 HPSC PoCP  |  CONFIDENTIAL</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408296495"/>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NR2B BI1569912 Feb 2024 HPSC PoCP  |  CONFIDENTIAL</a:t>
            </a:r>
          </a:p>
        </p:txBody>
      </p:sp>
    </p:spTree>
    <p:extLst>
      <p:ext uri="{BB962C8B-B14F-4D97-AF65-F5344CB8AC3E}">
        <p14:creationId xmlns:p14="http://schemas.microsoft.com/office/powerpoint/2010/main" val="1297482882"/>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90"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1"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NR2B BI1569912 Feb 2024 HPSC PoCP  |  CONFIDENTIAL</a:t>
            </a:r>
          </a:p>
        </p:txBody>
      </p:sp>
    </p:spTree>
    <p:extLst>
      <p:ext uri="{BB962C8B-B14F-4D97-AF65-F5344CB8AC3E}">
        <p14:creationId xmlns:p14="http://schemas.microsoft.com/office/powerpoint/2010/main" val="1612806120"/>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1"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NR2B BI1569912 Feb 2024 HPSC PoCP  |  CONFIDENTIAL</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30243700"/>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5"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NR2B BI1569912 Feb 2024 HPSC PoCP  |  CONFIDENTIAL</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7920439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6"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NR2B BI1569912 Feb 2024 HPSC PoCP  |  CONFIDENTIAL</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631118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1"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3"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NR2B BI1569912 Feb 2024 HPSC PoCP  |  CONFIDENTIAL</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86369958"/>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NR2B BI1569912 Feb 2024 HPSC PoCP  |  CONFIDENTIAL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6583960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6"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40"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NR2B BI1569912 Feb 2024 HPSC PoCP  |  CONFIDENTIAL</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4513909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1"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1"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NR2B BI1569912 Feb 2024 HPSC PoCP  |  CONFIDENTIAL</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61834039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NR2B BI1569912 Feb 2024 HPSC PoCP  |  CONFIDENTIAL</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97883003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3"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7"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NR2B BI1569912 Feb 2024 HPSC PoCP  |  CONFIDENTIAL</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0521911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NR2B BI1569912 Feb 2024 HPSC PoCP  |  CONFIDENTIAL</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135700785"/>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NR2B BI1569912 Feb 2024 HPSC PoCP  |  CONFIDENTIAL</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de-DE"/>
              <a:t>Mastertextformat bearbeiten</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805330273"/>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NR2B BI1569912 Feb 2024 HPSC PoCP  |  CONFIDENTIAL</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322506627"/>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NR2B BI1569912 Feb 2024 HPSC PoCP  |  CONFIDENTIAL</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2575535744"/>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3"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65" algn="l"/>
              </a:tabLst>
              <a:defRPr b="1">
                <a:solidFill>
                  <a:schemeClr val="bg1"/>
                </a:solidFill>
              </a:defRPr>
            </a:lvl2pPr>
            <a:lvl3pPr marL="0" indent="0" algn="l">
              <a:spcBef>
                <a:spcPts val="0"/>
              </a:spcBef>
              <a:spcAft>
                <a:spcPts val="1200"/>
              </a:spcAft>
              <a:buNone/>
              <a:tabLst>
                <a:tab pos="266687" algn="l"/>
              </a:tabLst>
              <a:defRPr sz="1400">
                <a:solidFill>
                  <a:schemeClr val="bg1"/>
                </a:solidFill>
              </a:defRPr>
            </a:lvl3pPr>
            <a:lvl4pPr marL="0" indent="0" algn="l">
              <a:spcBef>
                <a:spcPts val="0"/>
              </a:spcBef>
              <a:spcAft>
                <a:spcPts val="1200"/>
              </a:spcAft>
              <a:buNone/>
              <a:tabLst>
                <a:tab pos="723865" algn="l"/>
              </a:tabLst>
              <a:defRPr sz="1400">
                <a:solidFill>
                  <a:schemeClr val="bg1"/>
                </a:solidFill>
              </a:defRPr>
            </a:lvl4pPr>
            <a:lvl5pPr marL="0" indent="0" algn="l">
              <a:spcBef>
                <a:spcPts val="0"/>
              </a:spcBef>
              <a:spcAft>
                <a:spcPts val="1200"/>
              </a:spcAft>
              <a:buNone/>
              <a:tabLst>
                <a:tab pos="723865" algn="l"/>
              </a:tabLst>
              <a:defRPr sz="1400">
                <a:solidFill>
                  <a:schemeClr val="bg1"/>
                </a:solidFill>
              </a:defRPr>
            </a:lvl5pPr>
            <a:lvl6pPr marL="0" indent="0">
              <a:spcBef>
                <a:spcPts val="0"/>
              </a:spcBef>
              <a:spcAft>
                <a:spcPts val="1200"/>
              </a:spcAft>
              <a:buNone/>
              <a:tabLst>
                <a:tab pos="723865" algn="l"/>
              </a:tabLst>
              <a:defRPr sz="1400">
                <a:solidFill>
                  <a:schemeClr val="bg1"/>
                </a:solidFill>
              </a:defRPr>
            </a:lvl6pPr>
            <a:lvl7pPr marL="0" indent="0">
              <a:spcBef>
                <a:spcPts val="0"/>
              </a:spcBef>
              <a:spcAft>
                <a:spcPts val="1200"/>
              </a:spcAft>
              <a:buNone/>
              <a:tabLst>
                <a:tab pos="723865" algn="l"/>
              </a:tabLst>
              <a:defRPr sz="1400">
                <a:solidFill>
                  <a:schemeClr val="bg1"/>
                </a:solidFill>
              </a:defRPr>
            </a:lvl7pPr>
            <a:lvl8pPr marL="0" indent="0">
              <a:spcBef>
                <a:spcPts val="0"/>
              </a:spcBef>
              <a:spcAft>
                <a:spcPts val="1200"/>
              </a:spcAft>
              <a:buNone/>
              <a:tabLst>
                <a:tab pos="723865" algn="l"/>
              </a:tabLst>
              <a:defRPr sz="1400">
                <a:solidFill>
                  <a:schemeClr val="bg1"/>
                </a:solidFill>
              </a:defRPr>
            </a:lvl8pPr>
            <a:lvl9pPr marL="0" indent="0">
              <a:spcBef>
                <a:spcPts val="0"/>
              </a:spcBef>
              <a:spcAft>
                <a:spcPts val="1200"/>
              </a:spcAft>
              <a:buNone/>
              <a:tabLst>
                <a:tab pos="723865"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9"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65" algn="l"/>
              </a:tabLst>
              <a:defRPr b="1">
                <a:solidFill>
                  <a:schemeClr val="bg1"/>
                </a:solidFill>
              </a:defRPr>
            </a:lvl2pPr>
            <a:lvl3pPr marL="0" indent="0" algn="l">
              <a:spcBef>
                <a:spcPts val="0"/>
              </a:spcBef>
              <a:spcAft>
                <a:spcPts val="1200"/>
              </a:spcAft>
              <a:buNone/>
              <a:tabLst>
                <a:tab pos="266687" algn="l"/>
              </a:tabLst>
              <a:defRPr sz="1400">
                <a:solidFill>
                  <a:schemeClr val="bg1"/>
                </a:solidFill>
              </a:defRPr>
            </a:lvl3pPr>
            <a:lvl4pPr marL="0" indent="0" algn="l">
              <a:spcBef>
                <a:spcPts val="0"/>
              </a:spcBef>
              <a:spcAft>
                <a:spcPts val="1200"/>
              </a:spcAft>
              <a:buNone/>
              <a:tabLst>
                <a:tab pos="723865" algn="l"/>
              </a:tabLst>
              <a:defRPr sz="1400">
                <a:solidFill>
                  <a:schemeClr val="bg1"/>
                </a:solidFill>
              </a:defRPr>
            </a:lvl4pPr>
            <a:lvl5pPr marL="0" indent="0" algn="l">
              <a:spcBef>
                <a:spcPts val="0"/>
              </a:spcBef>
              <a:spcAft>
                <a:spcPts val="1200"/>
              </a:spcAft>
              <a:buNone/>
              <a:tabLst>
                <a:tab pos="723865" algn="l"/>
              </a:tabLst>
              <a:defRPr sz="1400">
                <a:solidFill>
                  <a:schemeClr val="bg1"/>
                </a:solidFill>
              </a:defRPr>
            </a:lvl5pPr>
            <a:lvl6pPr marL="0" indent="0">
              <a:spcBef>
                <a:spcPts val="0"/>
              </a:spcBef>
              <a:spcAft>
                <a:spcPts val="1200"/>
              </a:spcAft>
              <a:buNone/>
              <a:tabLst>
                <a:tab pos="723865" algn="l"/>
              </a:tabLst>
              <a:defRPr sz="1400">
                <a:solidFill>
                  <a:schemeClr val="bg1"/>
                </a:solidFill>
              </a:defRPr>
            </a:lvl6pPr>
            <a:lvl7pPr marL="0" indent="0">
              <a:spcBef>
                <a:spcPts val="0"/>
              </a:spcBef>
              <a:spcAft>
                <a:spcPts val="1200"/>
              </a:spcAft>
              <a:buNone/>
              <a:tabLst>
                <a:tab pos="723865" algn="l"/>
              </a:tabLst>
              <a:defRPr sz="1400">
                <a:solidFill>
                  <a:schemeClr val="bg1"/>
                </a:solidFill>
              </a:defRPr>
            </a:lvl7pPr>
            <a:lvl8pPr marL="0" indent="0">
              <a:spcBef>
                <a:spcPts val="0"/>
              </a:spcBef>
              <a:spcAft>
                <a:spcPts val="1200"/>
              </a:spcAft>
              <a:buNone/>
              <a:tabLst>
                <a:tab pos="723865" algn="l"/>
              </a:tabLst>
              <a:defRPr sz="1400">
                <a:solidFill>
                  <a:schemeClr val="bg1"/>
                </a:solidFill>
              </a:defRPr>
            </a:lvl8pPr>
            <a:lvl9pPr marL="0" indent="0">
              <a:spcBef>
                <a:spcPts val="0"/>
              </a:spcBef>
              <a:spcAft>
                <a:spcPts val="1200"/>
              </a:spcAft>
              <a:buNone/>
              <a:tabLst>
                <a:tab pos="723865"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NR2B BI1569912 Feb 2024 HPSC PoCP  |  CONFIDENTIAL</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3"/>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2" indent="-143992">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2" indent="-143992">
                <a:lnSpc>
                  <a:spcPct val="120000"/>
                </a:lnSpc>
                <a:spcAft>
                  <a:spcPts val="600"/>
                </a:spcAft>
                <a:buFont typeface="+mj-lt"/>
                <a:buAutoNum type="arabicPeriod"/>
              </a:pPr>
              <a:r>
                <a:rPr lang="en-US" sz="900">
                  <a:solidFill>
                    <a:schemeClr val="tx1"/>
                  </a:solidFill>
                  <a:effectLst/>
                  <a:latin typeface="+mn-lt"/>
                </a:rPr>
                <a:t>Open the menu “Insert”</a:t>
              </a:r>
            </a:p>
            <a:p>
              <a:pPr marL="143992" indent="-143992">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2" indent="-143992">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01679194"/>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NR2B BI1569912 Feb 2024 HPSC PoCP  |  CONFIDENTIAL</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7"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7"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3"/>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5"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3598766994"/>
      </p:ext>
    </p:extLst>
  </p:cSld>
  <p:clrMapOvr>
    <a:masterClrMapping/>
  </p:clrMapOvr>
  <p:extLst>
    <p:ext uri="{DCECCB84-F9BA-43D5-87BE-67443E8EF086}">
      <p15:sldGuideLst xmlns:p15="http://schemas.microsoft.com/office/powerpoint/2012/main"/>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userDrawn="1">
  <p:cSld name="Title only 20 pts">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BA834F0A-3AAE-76F9-DBB2-1572F13A2942}"/>
              </a:ext>
            </a:extLst>
          </p:cNvPr>
          <p:cNvGraphicFramePr>
            <a:graphicFrameLocks noChangeAspect="1"/>
          </p:cNvGraphicFramePr>
          <p:nvPr userDrawn="1">
            <p:custDataLst>
              <p:tags r:id="rId1"/>
            </p:custDataLst>
            <p:extLst>
              <p:ext uri="{D42A27DB-BD31-4B8C-83A1-F6EECF244321}">
                <p14:modId xmlns:p14="http://schemas.microsoft.com/office/powerpoint/2010/main" val="87523428"/>
              </p:ext>
            </p:ext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think-cell Slide" r:id="rId3" imgW="425" imgH="424" progId="TCLayout.ActiveDocument.1">
                  <p:embed/>
                </p:oleObj>
              </mc:Choice>
              <mc:Fallback>
                <p:oleObj name="think-cell Slide" r:id="rId3" imgW="425" imgH="424" progId="TCLayout.ActiveDocument.1">
                  <p:embed/>
                  <p:pic>
                    <p:nvPicPr>
                      <p:cNvPr id="3" name="think-cell data - do not delete" hidden="1">
                        <a:extLst>
                          <a:ext uri="{FF2B5EF4-FFF2-40B4-BE49-F238E27FC236}">
                            <a16:creationId xmlns:a16="http://schemas.microsoft.com/office/drawing/2014/main" id="{BA834F0A-3AAE-76F9-DBB2-1572F13A2942}"/>
                          </a:ext>
                        </a:extLst>
                      </p:cNvPr>
                      <p:cNvPicPr/>
                      <p:nvPr/>
                    </p:nvPicPr>
                    <p:blipFill>
                      <a:blip r:embed="rId4"/>
                      <a:stretch>
                        <a:fillRect/>
                      </a:stretch>
                    </p:blipFill>
                    <p:spPr>
                      <a:xfrm>
                        <a:off x="2119" y="2119"/>
                        <a:ext cx="2117" cy="2117"/>
                      </a:xfrm>
                      <a:prstGeom prst="rect">
                        <a:avLst/>
                      </a:prstGeom>
                    </p:spPr>
                  </p:pic>
                </p:oleObj>
              </mc:Fallback>
            </mc:AlternateContent>
          </a:graphicData>
        </a:graphic>
      </p:graphicFrame>
      <p:sp>
        <p:nvSpPr>
          <p:cNvPr id="4" name="Datumsplatzhalter 3"/>
          <p:cNvSpPr>
            <a:spLocks noGrp="1"/>
          </p:cNvSpPr>
          <p:nvPr>
            <p:ph type="dt" sz="half" idx="12"/>
          </p:nvPr>
        </p:nvSpPr>
        <p:spPr/>
        <p:txBody>
          <a:bodyPr/>
          <a:lstStyle/>
          <a:p>
            <a:endParaRPr lang="en-GB" noProof="0"/>
          </a:p>
        </p:txBody>
      </p:sp>
      <p:sp>
        <p:nvSpPr>
          <p:cNvPr id="6" name="Fußzeilenplatzhalter 5"/>
          <p:cNvSpPr>
            <a:spLocks noGrp="1"/>
          </p:cNvSpPr>
          <p:nvPr>
            <p:ph type="ftr" sz="quarter" idx="13"/>
          </p:nvPr>
        </p:nvSpPr>
        <p:spPr/>
        <p:txBody>
          <a:bodyPr/>
          <a:lstStyle/>
          <a:p>
            <a:r>
              <a:rPr lang="en-US" noProof="0"/>
              <a:t>NR2B BI1569912 Feb 2024 HPSC PoCP  |  CONFIDENTIAL</a:t>
            </a:r>
            <a:endParaRPr lang="en-GB" noProof="0"/>
          </a:p>
        </p:txBody>
      </p:sp>
      <p:sp>
        <p:nvSpPr>
          <p:cNvPr id="7" name="Foliennummernplatzhalter 6"/>
          <p:cNvSpPr>
            <a:spLocks noGrp="1"/>
          </p:cNvSpPr>
          <p:nvPr>
            <p:ph type="sldNum" sz="quarter" idx="14"/>
          </p:nvPr>
        </p:nvSpPr>
        <p:spPr/>
        <p:txBody>
          <a:bodyPr/>
          <a:lstStyle/>
          <a:p>
            <a:fld id="{143B55C4-4F5A-416B-997D-6CE47EB0A945}" type="slidenum">
              <a:rPr lang="en-GB" noProof="0" smtClean="0"/>
              <a:pPr/>
              <a:t>‹#›</a:t>
            </a:fld>
            <a:endParaRPr lang="en-GB" noProof="0"/>
          </a:p>
        </p:txBody>
      </p:sp>
      <p:cxnSp>
        <p:nvCxnSpPr>
          <p:cNvPr id="8" name="Gerade Verbindung 7"/>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9" name="Titel 7"/>
          <p:cNvSpPr>
            <a:spLocks noGrp="1"/>
          </p:cNvSpPr>
          <p:nvPr>
            <p:ph type="title" hasCustomPrompt="1"/>
          </p:nvPr>
        </p:nvSpPr>
        <p:spPr>
          <a:xfrm>
            <a:off x="490100" y="469505"/>
            <a:ext cx="11211800" cy="410369"/>
          </a:xfrm>
        </p:spPr>
        <p:txBody>
          <a:bodyPr vert="horz" anchor="b"/>
          <a:lstStyle>
            <a:lvl1pPr>
              <a:defRPr sz="2667"/>
            </a:lvl1pPr>
          </a:lstStyle>
          <a:p>
            <a:r>
              <a:rPr lang="en-GB" noProof="0"/>
              <a:t>Click to add headline</a:t>
            </a:r>
          </a:p>
        </p:txBody>
      </p:sp>
      <p:pic>
        <p:nvPicPr>
          <p:cNvPr id="10" name="Grafik 6"/>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766244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userDrawn="1">
  <p:cSld name="Chapter title_01">
    <p:spTree>
      <p:nvGrpSpPr>
        <p:cNvPr id="1" name=""/>
        <p:cNvGrpSpPr/>
        <p:nvPr/>
      </p:nvGrpSpPr>
      <p:grpSpPr>
        <a:xfrm>
          <a:off x="0" y="0"/>
          <a:ext cx="0" cy="0"/>
          <a:chOff x="0" y="0"/>
          <a:chExt cx="0" cy="0"/>
        </a:xfrm>
      </p:grpSpPr>
      <p:sp>
        <p:nvSpPr>
          <p:cNvPr id="13" name="Rechteck 12"/>
          <p:cNvSpPr/>
          <p:nvPr userDrawn="1"/>
        </p:nvSpPr>
        <p:spPr>
          <a:xfrm>
            <a:off x="0" y="0"/>
            <a:ext cx="12192000" cy="6858000"/>
          </a:xfrm>
          <a:prstGeom prst="rect">
            <a:avLst/>
          </a:prstGeom>
          <a:gradFill>
            <a:gsLst>
              <a:gs pos="0">
                <a:srgbClr val="89C0FF"/>
              </a:gs>
              <a:gs pos="100000">
                <a:srgbClr val="5486C1"/>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3200" noProof="0">
              <a:latin typeface="BISansOpti"/>
            </a:endParaRPr>
          </a:p>
        </p:txBody>
      </p:sp>
      <p:cxnSp>
        <p:nvCxnSpPr>
          <p:cNvPr id="17" name="Gerade Verbindung 16"/>
          <p:cNvCxnSpPr/>
          <p:nvPr/>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19" name="Textplatzhalter 18"/>
          <p:cNvSpPr>
            <a:spLocks noGrp="1"/>
          </p:cNvSpPr>
          <p:nvPr>
            <p:ph type="body" sz="quarter" idx="11" hasCustomPrompt="1"/>
          </p:nvPr>
        </p:nvSpPr>
        <p:spPr>
          <a:xfrm>
            <a:off x="469104" y="2640131"/>
            <a:ext cx="10980424" cy="1213024"/>
          </a:xfrm>
        </p:spPr>
        <p:txBody>
          <a:bodyPr wrap="square">
            <a:spAutoFit/>
          </a:bodyPr>
          <a:lstStyle>
            <a:lvl1pPr marL="0" indent="0">
              <a:buNone/>
              <a:defRPr sz="6400" b="0" i="0">
                <a:solidFill>
                  <a:schemeClr val="bg1"/>
                </a:solidFill>
                <a:latin typeface="BISansOptiCond"/>
                <a:cs typeface="BISansOptiCond"/>
              </a:defRPr>
            </a:lvl1pPr>
          </a:lstStyle>
          <a:p>
            <a:pPr lvl="0"/>
            <a:r>
              <a:rPr lang="en-GB" noProof="0"/>
              <a:t>Click to add chapter title</a:t>
            </a:r>
          </a:p>
        </p:txBody>
      </p:sp>
      <p:sp>
        <p:nvSpPr>
          <p:cNvPr id="20" name="Textplatzhalter 18"/>
          <p:cNvSpPr>
            <a:spLocks noGrp="1"/>
          </p:cNvSpPr>
          <p:nvPr>
            <p:ph type="body" sz="quarter" idx="12" hasCustomPrompt="1"/>
          </p:nvPr>
        </p:nvSpPr>
        <p:spPr>
          <a:xfrm>
            <a:off x="469105" y="3718149"/>
            <a:ext cx="5412315" cy="606513"/>
          </a:xfrm>
        </p:spPr>
        <p:txBody>
          <a:bodyPr wrap="square">
            <a:spAutoFit/>
          </a:bodyPr>
          <a:lstStyle>
            <a:lvl1pPr marL="0" indent="0">
              <a:buNone/>
              <a:defRPr sz="3200" b="0" i="0">
                <a:solidFill>
                  <a:schemeClr val="bg1"/>
                </a:solidFill>
                <a:latin typeface="BISansOptiCond"/>
                <a:cs typeface="BISansOptiCond"/>
              </a:defRPr>
            </a:lvl1pPr>
          </a:lstStyle>
          <a:p>
            <a:pPr lvl="0"/>
            <a:r>
              <a:rPr lang="en-GB" noProof="0"/>
              <a:t>Click to add text</a:t>
            </a:r>
          </a:p>
        </p:txBody>
      </p:sp>
      <p:cxnSp>
        <p:nvCxnSpPr>
          <p:cNvPr id="10" name="Gerade Verbindung 9"/>
          <p:cNvCxnSpPr/>
          <p:nvPr userDrawn="1"/>
        </p:nvCxnSpPr>
        <p:spPr>
          <a:xfrm>
            <a:off x="0" y="2492389"/>
            <a:ext cx="12192000" cy="0"/>
          </a:xfrm>
          <a:prstGeom prst="line">
            <a:avLst/>
          </a:prstGeom>
          <a:ln w="12700">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8" name="Grafik 1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026261" y="5889117"/>
            <a:ext cx="1679601" cy="508800"/>
          </a:xfrm>
          <a:prstGeom prst="rect">
            <a:avLst/>
          </a:prstGeom>
        </p:spPr>
      </p:pic>
    </p:spTree>
    <p:extLst>
      <p:ext uri="{BB962C8B-B14F-4D97-AF65-F5344CB8AC3E}">
        <p14:creationId xmlns:p14="http://schemas.microsoft.com/office/powerpoint/2010/main" val="2010143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NR2B BI1569912 March TALC  |  CONFIDENTIAL</a:t>
            </a:r>
          </a:p>
        </p:txBody>
      </p:sp>
    </p:spTree>
    <p:extLst>
      <p:ext uri="{BB962C8B-B14F-4D97-AF65-F5344CB8AC3E}">
        <p14:creationId xmlns:p14="http://schemas.microsoft.com/office/powerpoint/2010/main" val="1466167822"/>
      </p:ext>
    </p:extLst>
  </p:cSld>
  <p:clrMapOvr>
    <a:masterClrMapping/>
  </p:clrMapOvr>
  <p:extLst>
    <p:ext uri="{DCECCB84-F9BA-43D5-87BE-67443E8EF086}">
      <p15:sldGuideLst xmlns:p15="http://schemas.microsoft.com/office/powerpoint/2012/main"/>
    </p:ext>
  </p:extLst>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NR2B BI1569912 March TALC  |  CONFIDENTIAL</a:t>
            </a:r>
          </a:p>
        </p:txBody>
      </p:sp>
    </p:spTree>
    <p:extLst>
      <p:ext uri="{BB962C8B-B14F-4D97-AF65-F5344CB8AC3E}">
        <p14:creationId xmlns:p14="http://schemas.microsoft.com/office/powerpoint/2010/main" val="771061743"/>
      </p:ext>
    </p:extLst>
  </p:cSld>
  <p:clrMapOvr>
    <a:masterClrMapping/>
  </p:clrMapOvr>
  <p:extLst>
    <p:ext uri="{DCECCB84-F9BA-43D5-87BE-67443E8EF086}">
      <p15:sldGuideLst xmlns:p15="http://schemas.microsoft.com/office/powerpoint/2012/main"/>
    </p:ext>
  </p:extLst>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NR2B BI1569912 March TALC  |  CONFIDENTIAL</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15346178"/>
      </p:ext>
    </p:extLst>
  </p:cSld>
  <p:clrMapOvr>
    <a:masterClrMapping/>
  </p:clrMapOvr>
  <p:extLst>
    <p:ext uri="{DCECCB84-F9BA-43D5-87BE-67443E8EF086}">
      <p15:sldGuideLst xmlns:p15="http://schemas.microsoft.com/office/powerpoint/2012/main"/>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NR2B BI1569912 March TALC  |  CONFIDENTIAL</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24660574"/>
      </p:ext>
    </p:extLst>
  </p:cSld>
  <p:clrMapOvr>
    <a:masterClrMapping/>
  </p:clrMapOvr>
  <p:extLst>
    <p:ext uri="{DCECCB84-F9BA-43D5-87BE-67443E8EF086}">
      <p15:sldGuideLst xmlns:p15="http://schemas.microsoft.com/office/powerpoint/2012/main"/>
    </p:ext>
  </p:extLs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NR2B BI1569912 March TALC  |  CONFIDENTIAL</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622831457"/>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NR2B BI1569912 March TALC  |  CONFIDENTIAL</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38075762"/>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NR2B BI1569912 March TALC  |  CONFIDENTIAL</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085817704"/>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NR2B BI1569912 March TALC  |  CONFIDENTIAL</a:t>
            </a:r>
          </a:p>
        </p:txBody>
      </p:sp>
    </p:spTree>
    <p:extLst>
      <p:ext uri="{BB962C8B-B14F-4D97-AF65-F5344CB8AC3E}">
        <p14:creationId xmlns:p14="http://schemas.microsoft.com/office/powerpoint/2010/main" val="2725430525"/>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NR2B BI1569912 March TALC  |  CONFIDENTIAL</a:t>
            </a:r>
          </a:p>
        </p:txBody>
      </p:sp>
    </p:spTree>
    <p:extLst>
      <p:ext uri="{BB962C8B-B14F-4D97-AF65-F5344CB8AC3E}">
        <p14:creationId xmlns:p14="http://schemas.microsoft.com/office/powerpoint/2010/main" val="103886901"/>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NR2B BI1569912 March TALC  |  CONFIDENTIAL</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268486282"/>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NR2B BI1569912 March TALC  |  CONFIDENTIAL</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49995260"/>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NR2B BI1569912 March TALC  |  CONFIDENTIAL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223063525"/>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NR2B BI1569912 March TALC  |  CONFIDENTIAL</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399871459"/>
      </p:ext>
    </p:extLst>
  </p:cSld>
  <p:clrMapOvr>
    <a:masterClrMapping/>
  </p:clrMapOvr>
  <p:extLst>
    <p:ext uri="{DCECCB84-F9BA-43D5-87BE-67443E8EF086}">
      <p15:sldGuideLst xmlns:p15="http://schemas.microsoft.com/office/powerpoint/2012/main"/>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NR2B BI1569912 March TALC  |  CONFIDENTIAL</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878454609"/>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NR2B BI1569912 March TALC  |  CONFIDENTIAL</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267225938"/>
      </p:ext>
    </p:extLst>
  </p:cSld>
  <p:clrMapOvr>
    <a:masterClrMapping/>
  </p:clrMapOvr>
  <p:extLst>
    <p:ext uri="{DCECCB84-F9BA-43D5-87BE-67443E8EF086}">
      <p15:sldGuideLst xmlns:p15="http://schemas.microsoft.com/office/powerpoint/2012/main"/>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NR2B BI1569912 March TALC  |  CONFIDENTIAL</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3290920227"/>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NR2B BI1569912 March TALC  |  CONFIDENTIAL</a:t>
            </a:r>
          </a:p>
        </p:txBody>
      </p:sp>
    </p:spTree>
    <p:extLst>
      <p:ext uri="{BB962C8B-B14F-4D97-AF65-F5344CB8AC3E}">
        <p14:creationId xmlns:p14="http://schemas.microsoft.com/office/powerpoint/2010/main" val="3371902921"/>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NR2B BI1569912 March TALC  |  CONFIDENTIAL</a:t>
            </a:r>
          </a:p>
        </p:txBody>
      </p:sp>
    </p:spTree>
    <p:extLst>
      <p:ext uri="{BB962C8B-B14F-4D97-AF65-F5344CB8AC3E}">
        <p14:creationId xmlns:p14="http://schemas.microsoft.com/office/powerpoint/2010/main" val="3748455653"/>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NR2B BI1569912 March TALC  |  CONFIDENTIAL</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31609983"/>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NR2B BI1569912 March TALC  |  CONFIDENTIAL</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6662122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NR2B BI1569912 March TALC  |  CONFIDENTIAL</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9371196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NR2B BI1569912 March TALC  |  CONFIDENTIAL</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68011232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NR2B BI1569912 March TALC  |  CONFIDENTIAL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12173410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NR2B BI1569912 March TALC  |  CONFIDENTIAL</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103587051"/>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NR2B BI1569912 March TALC  |  CONFIDENTIAL</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359125610"/>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NR2B BI1569912 March TALC  |  CONFIDENTIAL</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883650794"/>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NR2B BI1569912 March TALC  |  CONFIDENTIAL</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95207698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NR2B BI1569912 March TALC  |  CONFIDENTIAL</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078174745"/>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NR2B BI1569912 March TALC  |  CONFIDENTIAL</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254535357"/>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NR2B BI1569912 March TALC  |  CONFIDENTIAL</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774735315"/>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NR2B BI1569912 March TALC  |  CONFIDENTIAL</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766535451"/>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NR2B BI1569912 March TALC  |  CONFIDENTIAL</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0297986"/>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NR2B BI1569912 March TALC  |  CONFIDENTIAL</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1553240248"/>
      </p:ext>
    </p:extLst>
  </p:cSld>
  <p:clrMapOvr>
    <a:masterClrMapping/>
  </p:clrMapOvr>
  <p:extLst>
    <p:ext uri="{DCECCB84-F9BA-43D5-87BE-67443E8EF086}">
      <p15:sldGuideLst xmlns:p15="http://schemas.microsoft.com/office/powerpoint/2012/main"/>
    </p:ext>
  </p:extLst>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1252546515"/>
      </p:ext>
    </p:extLst>
  </p:cSld>
  <p:clrMapOvr>
    <a:masterClrMapping/>
  </p:clrMapOvr>
  <p:extLst>
    <p:ext uri="{DCECCB84-F9BA-43D5-87BE-67443E8EF086}">
      <p15:sldGuideLst xmlns:p15="http://schemas.microsoft.com/office/powerpoint/2012/main"/>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3"/>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4237249650"/>
      </p:ext>
    </p:extLst>
  </p:cSld>
  <p:clrMapOvr>
    <a:masterClrMapping/>
  </p:clrMapOvr>
  <p:extLst>
    <p:ext uri="{DCECCB84-F9BA-43D5-87BE-67443E8EF086}">
      <p15:sldGuideLst xmlns:p15="http://schemas.microsoft.com/office/powerpoint/2012/main"/>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95634073"/>
      </p:ext>
    </p:extLst>
  </p:cSld>
  <p:clrMapOvr>
    <a:masterClrMapping/>
  </p:clrMapOvr>
  <p:extLst>
    <p:ext uri="{DCECCB84-F9BA-43D5-87BE-67443E8EF086}">
      <p15:sldGuideLst xmlns:p15="http://schemas.microsoft.com/office/powerpoint/2012/main"/>
    </p:ext>
  </p:extLst>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317206103"/>
      </p:ext>
    </p:extLst>
  </p:cSld>
  <p:clrMapOvr>
    <a:masterClrMapping/>
  </p:clrMapOvr>
  <p:extLst>
    <p:ext uri="{DCECCB84-F9BA-43D5-87BE-67443E8EF086}">
      <p15:sldGuideLst xmlns:p15="http://schemas.microsoft.com/office/powerpoint/2012/main"/>
    </p:ext>
  </p:extLst>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7272339"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7"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7"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11955397"/>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6" y="1412876"/>
            <a:ext cx="11233151" cy="4537075"/>
          </a:xfrm>
        </p:spPr>
        <p:txBody>
          <a:bodyPr/>
          <a:lstStyle>
            <a:lvl1pPr marL="359991" indent="-359991">
              <a:spcBef>
                <a:spcPts val="1800"/>
              </a:spcBef>
              <a:buFont typeface="+mj-lt"/>
              <a:buAutoNum type="arabicPeriod"/>
              <a:defRPr sz="2000"/>
            </a:lvl1pPr>
            <a:lvl2pPr marL="539987" indent="-179996">
              <a:spcBef>
                <a:spcPts val="200"/>
              </a:spcBef>
              <a:spcAft>
                <a:spcPts val="200"/>
              </a:spcAft>
              <a:buFont typeface="Arial" panose="020B0604020202020204" pitchFamily="34" charset="0"/>
              <a:buChar char="•"/>
              <a:defRPr/>
            </a:lvl2pPr>
            <a:lvl3pPr marL="539987" indent="-179996">
              <a:spcBef>
                <a:spcPts val="200"/>
              </a:spcBef>
              <a:spcAft>
                <a:spcPts val="200"/>
              </a:spcAft>
              <a:buFont typeface="Arial" panose="020B0604020202020204" pitchFamily="34" charset="0"/>
              <a:buChar char="•"/>
              <a:defRPr/>
            </a:lvl3pPr>
            <a:lvl4pPr marL="539987" indent="-179996">
              <a:spcBef>
                <a:spcPts val="200"/>
              </a:spcBef>
              <a:spcAft>
                <a:spcPts val="200"/>
              </a:spcAft>
              <a:buFont typeface="Arial" panose="020B0604020202020204" pitchFamily="34" charset="0"/>
              <a:buChar char="•"/>
              <a:defRPr/>
            </a:lvl4pPr>
            <a:lvl5pPr marL="539987" indent="-179996">
              <a:spcBef>
                <a:spcPts val="200"/>
              </a:spcBef>
              <a:spcAft>
                <a:spcPts val="200"/>
              </a:spcAft>
              <a:buFont typeface="Arial" panose="020B0604020202020204" pitchFamily="34" charset="0"/>
              <a:buChar char="•"/>
              <a:defRPr sz="1600"/>
            </a:lvl5pPr>
            <a:lvl6pPr marL="539987" indent="-179996">
              <a:spcBef>
                <a:spcPts val="200"/>
              </a:spcBef>
              <a:spcAft>
                <a:spcPts val="200"/>
              </a:spcAft>
              <a:buFont typeface="Arial" panose="020B0604020202020204" pitchFamily="34" charset="0"/>
              <a:buChar char="•"/>
              <a:defRPr sz="1600"/>
            </a:lvl6pPr>
            <a:lvl7pPr marL="539987" indent="-179996">
              <a:spcBef>
                <a:spcPts val="200"/>
              </a:spcBef>
              <a:spcAft>
                <a:spcPts val="200"/>
              </a:spcAft>
              <a:buFont typeface="Arial" panose="020B0604020202020204" pitchFamily="34" charset="0"/>
              <a:buChar char="•"/>
              <a:defRPr sz="1600"/>
            </a:lvl7pPr>
            <a:lvl8pPr marL="539987" indent="-179996">
              <a:spcBef>
                <a:spcPts val="200"/>
              </a:spcBef>
              <a:spcAft>
                <a:spcPts val="200"/>
              </a:spcAft>
              <a:buFont typeface="Arial" panose="020B0604020202020204" pitchFamily="34" charset="0"/>
              <a:buChar char="•"/>
              <a:defRPr sz="1600"/>
            </a:lvl8pPr>
            <a:lvl9pPr marL="539987" indent="-179996">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5434382"/>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5"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1"/>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5"/>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9"/>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5"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5"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5"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5"/>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164078864"/>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2885240386"/>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5"/>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036905746"/>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6" y="1412875"/>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6"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939162285"/>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6"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454507761"/>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6"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288746150"/>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1608867866"/>
      </p:ext>
    </p:extLst>
  </p:cSld>
  <p:clrMapOvr>
    <a:masterClrMapping/>
  </p:clrMapOvr>
  <p:extLst>
    <p:ext uri="{DCECCB84-F9BA-43D5-87BE-67443E8EF086}">
      <p15:sldGuideLst xmlns:p15="http://schemas.microsoft.com/office/powerpoint/2012/main"/>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1"/>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1980" indent="-215995">
              <a:defRPr sz="1200">
                <a:solidFill>
                  <a:schemeClr val="bg2"/>
                </a:solidFill>
              </a:defRPr>
            </a:lvl5pPr>
            <a:lvl6pPr marL="791980" indent="-215995">
              <a:defRPr sz="1200">
                <a:solidFill>
                  <a:schemeClr val="bg2"/>
                </a:solidFill>
              </a:defRPr>
            </a:lvl6pPr>
            <a:lvl7pPr marL="791980" indent="-215995">
              <a:defRPr sz="1200">
                <a:solidFill>
                  <a:schemeClr val="bg2"/>
                </a:solidFill>
              </a:defRPr>
            </a:lvl7pPr>
            <a:lvl8pPr marL="791980" indent="-215995">
              <a:defRPr sz="1200">
                <a:solidFill>
                  <a:schemeClr val="bg2"/>
                </a:solidFill>
              </a:defRPr>
            </a:lvl8pPr>
            <a:lvl9pPr marL="791980" indent="-215995">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99241611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5"/>
            <a:ext cx="77041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422187370"/>
      </p:ext>
    </p:extLst>
  </p:cSld>
  <p:clrMapOvr>
    <a:masterClrMapping/>
  </p:clrMapOvr>
  <p:extLst>
    <p:ext uri="{DCECCB84-F9BA-43D5-87BE-67443E8EF086}">
      <p15:sldGuideLst xmlns:p15="http://schemas.microsoft.com/office/powerpoint/2012/main"/>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5"/>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1"/>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1980" indent="-215995">
              <a:defRPr sz="1200">
                <a:solidFill>
                  <a:schemeClr val="tx2"/>
                </a:solidFill>
              </a:defRPr>
            </a:lvl5pPr>
            <a:lvl6pPr marL="791980" indent="-215995">
              <a:defRPr sz="1200">
                <a:solidFill>
                  <a:schemeClr val="tx2"/>
                </a:solidFill>
              </a:defRPr>
            </a:lvl6pPr>
            <a:lvl7pPr marL="791980" indent="-215995">
              <a:defRPr sz="1200">
                <a:solidFill>
                  <a:schemeClr val="tx2"/>
                </a:solidFill>
              </a:defRPr>
            </a:lvl7pPr>
            <a:lvl8pPr marL="791980" indent="-215995">
              <a:defRPr sz="1200">
                <a:solidFill>
                  <a:schemeClr val="tx2"/>
                </a:solidFill>
              </a:defRPr>
            </a:lvl8pPr>
            <a:lvl9pPr marL="791980" indent="-215995">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768205323"/>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688801222"/>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233.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3" y="1413223"/>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9"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40"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295750167"/>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90"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03087255"/>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4"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15935367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7" y="0"/>
            <a:ext cx="4043363"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5351679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2"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563664478"/>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3078396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8"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82359914"/>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5"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10" y="1412876"/>
            <a:ext cx="9396415"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1" y="0"/>
            <a:ext cx="2027239"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7127586"/>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5"/>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4035135042"/>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2"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6"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88165714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7" y="0"/>
            <a:ext cx="4043363"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5"/>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50380853"/>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3"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5"/>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501255448"/>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975785659"/>
      </p:ext>
    </p:extLst>
  </p:cSld>
  <p:clrMapOvr>
    <a:masterClrMapping/>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9"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734345638"/>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2" y="0"/>
            <a:ext cx="12191999"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5"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8"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882" algn="l"/>
              </a:tabLst>
              <a:defRPr b="1">
                <a:solidFill>
                  <a:schemeClr val="bg1"/>
                </a:solidFill>
              </a:defRPr>
            </a:lvl2pPr>
            <a:lvl3pPr marL="0" indent="0" algn="l">
              <a:spcBef>
                <a:spcPts val="0"/>
              </a:spcBef>
              <a:spcAft>
                <a:spcPts val="1200"/>
              </a:spcAft>
              <a:buNone/>
              <a:tabLst>
                <a:tab pos="266693" algn="l"/>
              </a:tabLst>
              <a:defRPr sz="1400">
                <a:solidFill>
                  <a:schemeClr val="bg1"/>
                </a:solidFill>
              </a:defRPr>
            </a:lvl3pPr>
            <a:lvl4pPr marL="0" indent="0" algn="l">
              <a:spcBef>
                <a:spcPts val="0"/>
              </a:spcBef>
              <a:spcAft>
                <a:spcPts val="1200"/>
              </a:spcAft>
              <a:buNone/>
              <a:tabLst>
                <a:tab pos="723882" algn="l"/>
              </a:tabLst>
              <a:defRPr sz="1400">
                <a:solidFill>
                  <a:schemeClr val="bg1"/>
                </a:solidFill>
              </a:defRPr>
            </a:lvl4pPr>
            <a:lvl5pPr marL="0" indent="0" algn="l">
              <a:spcBef>
                <a:spcPts val="0"/>
              </a:spcBef>
              <a:spcAft>
                <a:spcPts val="1200"/>
              </a:spcAft>
              <a:buNone/>
              <a:tabLst>
                <a:tab pos="723882" algn="l"/>
              </a:tabLst>
              <a:defRPr sz="1400">
                <a:solidFill>
                  <a:schemeClr val="bg1"/>
                </a:solidFill>
              </a:defRPr>
            </a:lvl5pPr>
            <a:lvl6pPr marL="0" indent="0">
              <a:spcBef>
                <a:spcPts val="0"/>
              </a:spcBef>
              <a:spcAft>
                <a:spcPts val="1200"/>
              </a:spcAft>
              <a:buNone/>
              <a:tabLst>
                <a:tab pos="723882" algn="l"/>
              </a:tabLst>
              <a:defRPr sz="1400">
                <a:solidFill>
                  <a:schemeClr val="bg1"/>
                </a:solidFill>
              </a:defRPr>
            </a:lvl6pPr>
            <a:lvl7pPr marL="0" indent="0">
              <a:spcBef>
                <a:spcPts val="0"/>
              </a:spcBef>
              <a:spcAft>
                <a:spcPts val="1200"/>
              </a:spcAft>
              <a:buNone/>
              <a:tabLst>
                <a:tab pos="723882" algn="l"/>
              </a:tabLst>
              <a:defRPr sz="1400">
                <a:solidFill>
                  <a:schemeClr val="bg1"/>
                </a:solidFill>
              </a:defRPr>
            </a:lvl7pPr>
            <a:lvl8pPr marL="0" indent="0">
              <a:spcBef>
                <a:spcPts val="0"/>
              </a:spcBef>
              <a:spcAft>
                <a:spcPts val="1200"/>
              </a:spcAft>
              <a:buNone/>
              <a:tabLst>
                <a:tab pos="723882" algn="l"/>
              </a:tabLst>
              <a:defRPr sz="1400">
                <a:solidFill>
                  <a:schemeClr val="bg1"/>
                </a:solidFill>
              </a:defRPr>
            </a:lvl8pPr>
            <a:lvl9pPr marL="0" indent="0">
              <a:spcBef>
                <a:spcPts val="0"/>
              </a:spcBef>
              <a:spcAft>
                <a:spcPts val="1200"/>
              </a:spcAft>
              <a:buNone/>
              <a:tabLst>
                <a:tab pos="723882"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2"/>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9"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3996" indent="-143996">
                <a:lnSpc>
                  <a:spcPct val="120000"/>
                </a:lnSpc>
                <a:spcAft>
                  <a:spcPts val="600"/>
                </a:spcAft>
                <a:buFont typeface="+mj-lt"/>
                <a:buAutoNum type="arabicPeriod"/>
              </a:pPr>
              <a:r>
                <a:rPr lang="en-US" sz="900">
                  <a:solidFill>
                    <a:schemeClr val="tx1"/>
                  </a:solidFill>
                  <a:effectLst/>
                  <a:latin typeface="+mn-lt"/>
                </a:rPr>
                <a:t>Click on the placeholder for pictures</a:t>
              </a:r>
            </a:p>
            <a:p>
              <a:pPr marL="143996" indent="-143996">
                <a:lnSpc>
                  <a:spcPct val="120000"/>
                </a:lnSpc>
                <a:spcAft>
                  <a:spcPts val="600"/>
                </a:spcAft>
                <a:buFont typeface="+mj-lt"/>
                <a:buAutoNum type="arabicPeriod"/>
              </a:pPr>
              <a:r>
                <a:rPr lang="en-US" sz="900">
                  <a:solidFill>
                    <a:schemeClr val="tx1"/>
                  </a:solidFill>
                  <a:effectLst/>
                  <a:latin typeface="+mn-lt"/>
                </a:rPr>
                <a:t>Open the menu “Insert”</a:t>
              </a:r>
            </a:p>
            <a:p>
              <a:pPr marL="143996" indent="-143996">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3996" indent="-143996">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042316132"/>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6" y="476251"/>
            <a:ext cx="11233151"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6"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9"/>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4"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pPr marL="0" indent="0" algn="l">
                <a:buFont typeface="Arial" panose="020B0604020202020204" pitchFamily="34" charset="0"/>
                <a:buNone/>
              </a:pPr>
              <a:t>2025</a:t>
            </a:fld>
            <a:r>
              <a:rPr lang="en-US" sz="900"/>
              <a:t> Boehringer Ingelheim International GmbH. All rights reserved.</a:t>
            </a:r>
          </a:p>
        </p:txBody>
      </p:sp>
    </p:spTree>
    <p:extLst>
      <p:ext uri="{BB962C8B-B14F-4D97-AF65-F5344CB8AC3E}">
        <p14:creationId xmlns:p14="http://schemas.microsoft.com/office/powerpoint/2010/main" val="3223185807"/>
      </p:ext>
    </p:extLst>
  </p:cSld>
  <p:clrMapOvr>
    <a:masterClrMapping/>
  </p:clrMapOvr>
  <p:extLst>
    <p:ext uri="{DCECCB84-F9BA-43D5-87BE-67443E8EF086}">
      <p15:sldGuideLst xmlns:p15="http://schemas.microsoft.com/office/powerpoint/2012/main"/>
    </p:ext>
  </p:extLst>
</p:sldLayout>
</file>

<file path=ppt/slideLayouts/slideLayout249.xml><?xml version="1.0" encoding="utf-8"?>
<p:sldLayout xmlns:a="http://schemas.openxmlformats.org/drawingml/2006/main" xmlns:r="http://schemas.openxmlformats.org/officeDocument/2006/relationships" xmlns:p="http://schemas.openxmlformats.org/presentationml/2006/main" userDrawn="1">
  <p:cSld name="1_仅标题">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F77E6347-671A-4D0C-9D12-A24E03DAABEC}"/>
              </a:ext>
            </a:extLst>
          </p:cNvPr>
          <p:cNvSpPr/>
          <p:nvPr userDrawn="1"/>
        </p:nvSpPr>
        <p:spPr>
          <a:xfrm>
            <a:off x="277092" y="5781966"/>
            <a:ext cx="1884219" cy="10760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BISans"/>
              <a:ea typeface="+mn-ea"/>
              <a:cs typeface="+mn-cs"/>
            </a:endParaRPr>
          </a:p>
        </p:txBody>
      </p:sp>
      <p:pic>
        <p:nvPicPr>
          <p:cNvPr id="6" name="图片 5">
            <a:extLst>
              <a:ext uri="{FF2B5EF4-FFF2-40B4-BE49-F238E27FC236}">
                <a16:creationId xmlns:a16="http://schemas.microsoft.com/office/drawing/2014/main" id="{16D70B7D-B90D-4975-A0EB-DBA37B2C7DB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l="81894" b="81021"/>
          <a:stretch/>
        </p:blipFill>
        <p:spPr>
          <a:xfrm>
            <a:off x="3" y="6086765"/>
            <a:ext cx="1308487" cy="771235"/>
          </a:xfrm>
          <a:prstGeom prst="rect">
            <a:avLst/>
          </a:prstGeom>
        </p:spPr>
      </p:pic>
      <p:sp>
        <p:nvSpPr>
          <p:cNvPr id="8" name="矩形 7">
            <a:extLst>
              <a:ext uri="{FF2B5EF4-FFF2-40B4-BE49-F238E27FC236}">
                <a16:creationId xmlns:a16="http://schemas.microsoft.com/office/drawing/2014/main" id="{51716C83-B7EF-422F-8C3D-5028F947097F}"/>
              </a:ext>
            </a:extLst>
          </p:cNvPr>
          <p:cNvSpPr/>
          <p:nvPr userDrawn="1"/>
        </p:nvSpPr>
        <p:spPr>
          <a:xfrm>
            <a:off x="9878292" y="254002"/>
            <a:ext cx="1884219" cy="10760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BISans"/>
              <a:ea typeface="+mn-ea"/>
              <a:cs typeface="+mn-cs"/>
            </a:endParaRPr>
          </a:p>
        </p:txBody>
      </p:sp>
      <p:sp>
        <p:nvSpPr>
          <p:cNvPr id="5" name="矩形 4">
            <a:extLst>
              <a:ext uri="{FF2B5EF4-FFF2-40B4-BE49-F238E27FC236}">
                <a16:creationId xmlns:a16="http://schemas.microsoft.com/office/drawing/2014/main" id="{E19FFFB4-521C-4303-BFF2-445DC977F660}"/>
              </a:ext>
            </a:extLst>
          </p:cNvPr>
          <p:cNvSpPr/>
          <p:nvPr userDrawn="1"/>
        </p:nvSpPr>
        <p:spPr>
          <a:xfrm>
            <a:off x="8672947" y="4276438"/>
            <a:ext cx="3519055" cy="2581564"/>
          </a:xfrm>
          <a:prstGeom prst="rect">
            <a:avLst/>
          </a:prstGeom>
          <a:solidFill>
            <a:schemeClr val="bg1">
              <a:alpha val="5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BISans"/>
              <a:ea typeface="+mn-ea"/>
              <a:cs typeface="+mn-cs"/>
            </a:endParaRPr>
          </a:p>
        </p:txBody>
      </p:sp>
    </p:spTree>
    <p:extLst>
      <p:ext uri="{BB962C8B-B14F-4D97-AF65-F5344CB8AC3E}">
        <p14:creationId xmlns:p14="http://schemas.microsoft.com/office/powerpoint/2010/main" val="3059617198"/>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Title page">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9B0F98BA-B618-4FB1-BB60-2584B932760F}"/>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 name="Title 1"/>
          <p:cNvSpPr>
            <a:spLocks noGrp="1"/>
          </p:cNvSpPr>
          <p:nvPr>
            <p:ph type="ctrTitle" hasCustomPrompt="1"/>
          </p:nvPr>
        </p:nvSpPr>
        <p:spPr>
          <a:xfrm>
            <a:off x="497862" y="1492896"/>
            <a:ext cx="7518351" cy="1895904"/>
          </a:xfrm>
        </p:spPr>
        <p:txBody>
          <a:bodyPr anchor="b">
            <a:noAutofit/>
          </a:bodyPr>
          <a:lstStyle>
            <a:lvl1pPr algn="l">
              <a:defRPr sz="6400"/>
            </a:lvl1pPr>
          </a:lstStyle>
          <a:p>
            <a:r>
              <a:rPr lang="en-GB"/>
              <a:t>Click to add presentation title</a:t>
            </a:r>
          </a:p>
        </p:txBody>
      </p:sp>
      <p:sp>
        <p:nvSpPr>
          <p:cNvPr id="3" name="Subtitle 2"/>
          <p:cNvSpPr>
            <a:spLocks noGrp="1"/>
          </p:cNvSpPr>
          <p:nvPr>
            <p:ph type="subTitle" idx="1"/>
          </p:nvPr>
        </p:nvSpPr>
        <p:spPr>
          <a:xfrm>
            <a:off x="497862" y="3508800"/>
            <a:ext cx="7518351" cy="614400"/>
          </a:xfrm>
        </p:spPr>
        <p:txBody>
          <a:bodyPr>
            <a:noAutofit/>
          </a:bodyPr>
          <a:lstStyle>
            <a:lvl1pPr marL="0" indent="0" algn="l">
              <a:buNone/>
              <a:defRPr sz="32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hidden="1"/>
          <p:cNvSpPr>
            <a:spLocks noGrp="1"/>
          </p:cNvSpPr>
          <p:nvPr>
            <p:ph type="dt" sz="half" idx="10"/>
          </p:nvPr>
        </p:nvSpPr>
        <p:spPr>
          <a:xfrm>
            <a:off x="838200" y="6356351"/>
            <a:ext cx="2743200" cy="365125"/>
          </a:xfrm>
          <a:prstGeom prst="rect">
            <a:avLst/>
          </a:prstGeom>
        </p:spPr>
        <p:txBody>
          <a:bodyPr/>
          <a:lstStyle/>
          <a:p>
            <a:fld id="{FF7CD7CE-12E9-AF47-99E9-72FC00316F26}" type="datetime1">
              <a:rPr lang="en-GB" smtClean="0"/>
              <a:t>23/07/2025</a:t>
            </a:fld>
            <a:endParaRPr lang="en-GB"/>
          </a:p>
        </p:txBody>
      </p:sp>
      <p:sp>
        <p:nvSpPr>
          <p:cNvPr id="5" name="Footer Placeholder 4" hidden="1"/>
          <p:cNvSpPr>
            <a:spLocks noGrp="1"/>
          </p:cNvSpPr>
          <p:nvPr>
            <p:ph type="ftr" sz="quarter" idx="11"/>
          </p:nvPr>
        </p:nvSpPr>
        <p:spPr/>
        <p:txBody>
          <a:bodyPr/>
          <a:lstStyle/>
          <a:p>
            <a:endParaRPr lang="en-GB"/>
          </a:p>
        </p:txBody>
      </p:sp>
      <p:pic>
        <p:nvPicPr>
          <p:cNvPr id="12" name="Picture 11">
            <a:extLst>
              <a:ext uri="{FF2B5EF4-FFF2-40B4-BE49-F238E27FC236}">
                <a16:creationId xmlns:a16="http://schemas.microsoft.com/office/drawing/2014/main" id="{0EF0E214-85CE-47C4-891A-5BCF8C788BDF}"/>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97863" y="5982356"/>
            <a:ext cx="1663484" cy="499677"/>
          </a:xfrm>
          <a:prstGeom prst="rect">
            <a:avLst/>
          </a:prstGeom>
        </p:spPr>
      </p:pic>
      <p:sp>
        <p:nvSpPr>
          <p:cNvPr id="13" name="Slide Number Placeholder 4">
            <a:extLst>
              <a:ext uri="{FF2B5EF4-FFF2-40B4-BE49-F238E27FC236}">
                <a16:creationId xmlns:a16="http://schemas.microsoft.com/office/drawing/2014/main" id="{3154CF60-D59A-47B4-9EB3-48FF9598A0E0}"/>
              </a:ext>
            </a:extLst>
          </p:cNvPr>
          <p:cNvSpPr txBox="1">
            <a:spLocks/>
          </p:cNvSpPr>
          <p:nvPr userDrawn="1"/>
        </p:nvSpPr>
        <p:spPr>
          <a:xfrm>
            <a:off x="8943005" y="6327252"/>
            <a:ext cx="2733121" cy="164212"/>
          </a:xfrm>
          <a:prstGeom prst="rect">
            <a:avLst/>
          </a:prstGeom>
        </p:spPr>
        <p:txBody>
          <a:bodyPr vert="horz" wrap="none" lIns="0" tIns="0" rIns="0" bIns="0" rtlCol="0" anchor="ctr">
            <a:spAutoFit/>
          </a:bodyPr>
          <a:lstStyle>
            <a:defPPr>
              <a:defRPr lang="de-DE"/>
            </a:defPPr>
            <a:lvl1pPr marL="0" algn="r" defTabSz="914400" rtl="0" eaLnBrk="1" latinLnBrk="0" hangingPunct="1">
              <a:defRPr sz="900" b="0" i="0" kern="1200" baseline="0">
                <a:solidFill>
                  <a:schemeClr val="tx2"/>
                </a:solidFill>
                <a:latin typeface="BISansOptiCond"/>
                <a:ea typeface="+mn-ea"/>
                <a:cs typeface="BISansOpti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67" spc="400">
                <a:solidFill>
                  <a:schemeClr val="bg1"/>
                </a:solidFill>
              </a:rPr>
              <a:t>WE ARE MENTAL HEALTH 2.0</a:t>
            </a:r>
          </a:p>
        </p:txBody>
      </p:sp>
    </p:spTree>
    <p:extLst>
      <p:ext uri="{BB962C8B-B14F-4D97-AF65-F5344CB8AC3E}">
        <p14:creationId xmlns:p14="http://schemas.microsoft.com/office/powerpoint/2010/main" val="2404964044"/>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8A0A5A9-C3BA-46DE-960E-466408E4A1E1}"/>
              </a:ext>
            </a:extLst>
          </p:cNvPr>
          <p:cNvPicPr>
            <a:picLocks noChangeAspect="1"/>
          </p:cNvPicPr>
          <p:nvPr userDrawn="1"/>
        </p:nvPicPr>
        <p:blipFill>
          <a:blip r:embed="rId2"/>
          <a:stretch>
            <a:fillRect/>
          </a:stretch>
        </p:blipFill>
        <p:spPr>
          <a:xfrm>
            <a:off x="0" y="1"/>
            <a:ext cx="12192000" cy="1073151"/>
          </a:xfrm>
          <a:prstGeom prst="rect">
            <a:avLst/>
          </a:prstGeom>
        </p:spPr>
      </p:pic>
      <p:sp>
        <p:nvSpPr>
          <p:cNvPr id="2" name="Title 1"/>
          <p:cNvSpPr>
            <a:spLocks noGrp="1"/>
          </p:cNvSpPr>
          <p:nvPr>
            <p:ph type="title" hasCustomPrompt="1"/>
          </p:nvPr>
        </p:nvSpPr>
        <p:spPr/>
        <p:txBody>
          <a:bodyPr/>
          <a:lstStyle/>
          <a:p>
            <a:r>
              <a:rPr lang="en-US"/>
              <a:t>Insert title text here</a:t>
            </a:r>
          </a:p>
        </p:txBody>
      </p:sp>
      <p:sp>
        <p:nvSpPr>
          <p:cNvPr id="4" name="Date Placeholder 3" hidden="1"/>
          <p:cNvSpPr>
            <a:spLocks noGrp="1"/>
          </p:cNvSpPr>
          <p:nvPr>
            <p:ph type="dt" sz="half" idx="10"/>
          </p:nvPr>
        </p:nvSpPr>
        <p:spPr>
          <a:xfrm>
            <a:off x="838200" y="6356351"/>
            <a:ext cx="2743200" cy="365125"/>
          </a:xfrm>
          <a:prstGeom prst="rect">
            <a:avLst/>
          </a:prstGeom>
        </p:spPr>
        <p:txBody>
          <a:bodyPr/>
          <a:lstStyle/>
          <a:p>
            <a:fld id="{7F98FF17-3E3E-C445-8673-DF746FCC145A}" type="datetime1">
              <a:rPr lang="en-GB" smtClean="0"/>
              <a:t>23/07/2025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2B3406A1-1950-4368-9FE9-C04F1A2975FD}" type="slidenum">
              <a:rPr lang="en-GB" smtClean="0"/>
              <a:pPr/>
              <a:t>‹#›</a:t>
            </a:fld>
            <a:endParaRPr lang="en-GB"/>
          </a:p>
        </p:txBody>
      </p:sp>
    </p:spTree>
    <p:extLst>
      <p:ext uri="{BB962C8B-B14F-4D97-AF65-F5344CB8AC3E}">
        <p14:creationId xmlns:p14="http://schemas.microsoft.com/office/powerpoint/2010/main" val="2584252294"/>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preserve="1" userDrawn="1">
  <p:cSld name="Standard page 03">
    <p:spTree>
      <p:nvGrpSpPr>
        <p:cNvPr id="1" name=""/>
        <p:cNvGrpSpPr/>
        <p:nvPr/>
      </p:nvGrpSpPr>
      <p:grpSpPr>
        <a:xfrm>
          <a:off x="0" y="0"/>
          <a:ext cx="0" cy="0"/>
          <a:chOff x="0" y="0"/>
          <a:chExt cx="0" cy="0"/>
        </a:xfrm>
      </p:grpSpPr>
      <p:sp>
        <p:nvSpPr>
          <p:cNvPr id="3" name="Content Placeholder 2"/>
          <p:cNvSpPr>
            <a:spLocks noGrp="1"/>
          </p:cNvSpPr>
          <p:nvPr>
            <p:ph idx="1"/>
          </p:nvPr>
        </p:nvSpPr>
        <p:spPr>
          <a:xfrm>
            <a:off x="5121600" y="1598083"/>
            <a:ext cx="6580800" cy="45171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hidden="1"/>
          <p:cNvSpPr>
            <a:spLocks noGrp="1"/>
          </p:cNvSpPr>
          <p:nvPr>
            <p:ph type="dt" sz="half" idx="10"/>
          </p:nvPr>
        </p:nvSpPr>
        <p:spPr>
          <a:xfrm>
            <a:off x="838200" y="6356351"/>
            <a:ext cx="2743200" cy="365125"/>
          </a:xfrm>
          <a:prstGeom prst="rect">
            <a:avLst/>
          </a:prstGeom>
        </p:spPr>
        <p:txBody>
          <a:bodyPr/>
          <a:lstStyle/>
          <a:p>
            <a:fld id="{F60D3CD5-E95E-4640-B294-35FCA3B022BB}" type="datetime1">
              <a:rPr lang="en-GB" smtClean="0"/>
              <a:t>23/07/2025</a:t>
            </a:fld>
            <a:endParaRPr lang="en-GB"/>
          </a:p>
        </p:txBody>
      </p:sp>
      <p:sp>
        <p:nvSpPr>
          <p:cNvPr id="5" name="Footer Placeholder 4"/>
          <p:cNvSpPr>
            <a:spLocks noGrp="1"/>
          </p:cNvSpPr>
          <p:nvPr>
            <p:ph type="ftr" sz="quarter" idx="11"/>
          </p:nvPr>
        </p:nvSpPr>
        <p:spPr/>
        <p:txBody>
          <a:bodyPr/>
          <a:lstStyle/>
          <a:p>
            <a:endParaRPr lang="en-GB"/>
          </a:p>
        </p:txBody>
      </p:sp>
      <p:pic>
        <p:nvPicPr>
          <p:cNvPr id="7" name="Picture 6">
            <a:extLst>
              <a:ext uri="{FF2B5EF4-FFF2-40B4-BE49-F238E27FC236}">
                <a16:creationId xmlns:a16="http://schemas.microsoft.com/office/drawing/2014/main" id="{18A0A5A9-C3BA-46DE-960E-466408E4A1E1}"/>
              </a:ext>
            </a:extLst>
          </p:cNvPr>
          <p:cNvPicPr>
            <a:picLocks noChangeAspect="1"/>
          </p:cNvPicPr>
          <p:nvPr userDrawn="1"/>
        </p:nvPicPr>
        <p:blipFill>
          <a:blip r:embed="rId2"/>
          <a:stretch>
            <a:fillRect/>
          </a:stretch>
        </p:blipFill>
        <p:spPr>
          <a:xfrm>
            <a:off x="0" y="1"/>
            <a:ext cx="12192000" cy="1073151"/>
          </a:xfrm>
          <a:prstGeom prst="rect">
            <a:avLst/>
          </a:prstGeom>
        </p:spPr>
      </p:pic>
      <p:sp>
        <p:nvSpPr>
          <p:cNvPr id="2" name="Title 1"/>
          <p:cNvSpPr>
            <a:spLocks noGrp="1"/>
          </p:cNvSpPr>
          <p:nvPr>
            <p:ph type="title" hasCustomPrompt="1"/>
          </p:nvPr>
        </p:nvSpPr>
        <p:spPr/>
        <p:txBody>
          <a:bodyPr>
            <a:noAutofit/>
          </a:bodyPr>
          <a:lstStyle/>
          <a:p>
            <a:r>
              <a:rPr lang="en-US"/>
              <a:t>Insert title text here</a:t>
            </a:r>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2B3406A1-1950-4368-9FE9-C04F1A2975FD}" type="slidenum">
              <a:rPr lang="en-GB" smtClean="0"/>
              <a:pPr/>
              <a:t>‹#›</a:t>
            </a:fld>
            <a:endParaRPr lang="en-GB"/>
          </a:p>
        </p:txBody>
      </p:sp>
      <p:sp>
        <p:nvSpPr>
          <p:cNvPr id="11" name="Bildplatzhalter 20">
            <a:extLst>
              <a:ext uri="{FF2B5EF4-FFF2-40B4-BE49-F238E27FC236}">
                <a16:creationId xmlns:a16="http://schemas.microsoft.com/office/drawing/2014/main" id="{BD27250E-EF4E-3345-BC09-0AE1430F3609}"/>
              </a:ext>
            </a:extLst>
          </p:cNvPr>
          <p:cNvSpPr>
            <a:spLocks noGrp="1"/>
          </p:cNvSpPr>
          <p:nvPr>
            <p:ph type="pic" sz="quarter" idx="13"/>
          </p:nvPr>
        </p:nvSpPr>
        <p:spPr>
          <a:xfrm>
            <a:off x="11900" y="1073151"/>
            <a:ext cx="4673600" cy="5052483"/>
          </a:xfrm>
          <a:custGeom>
            <a:avLst/>
            <a:gdLst>
              <a:gd name="connsiteX0" fmla="*/ 0 w 3582000"/>
              <a:gd name="connsiteY0" fmla="*/ 0 h 3960000"/>
              <a:gd name="connsiteX1" fmla="*/ 1791000 w 3582000"/>
              <a:gd name="connsiteY1" fmla="*/ 0 h 3960000"/>
              <a:gd name="connsiteX2" fmla="*/ 3582000 w 3582000"/>
              <a:gd name="connsiteY2" fmla="*/ 1980000 h 3960000"/>
              <a:gd name="connsiteX3" fmla="*/ 1791000 w 3582000"/>
              <a:gd name="connsiteY3" fmla="*/ 3960000 h 3960000"/>
              <a:gd name="connsiteX4" fmla="*/ 0 w 3582000"/>
              <a:gd name="connsiteY4" fmla="*/ 3960000 h 3960000"/>
              <a:gd name="connsiteX5" fmla="*/ 0 w 3582000"/>
              <a:gd name="connsiteY5" fmla="*/ 0 h 3960000"/>
              <a:gd name="connsiteX0" fmla="*/ 0 w 3669107"/>
              <a:gd name="connsiteY0" fmla="*/ 0 h 3960000"/>
              <a:gd name="connsiteX1" fmla="*/ 1791000 w 3669107"/>
              <a:gd name="connsiteY1" fmla="*/ 0 h 3960000"/>
              <a:gd name="connsiteX2" fmla="*/ 3225219 w 3669107"/>
              <a:gd name="connsiteY2" fmla="*/ 807894 h 3960000"/>
              <a:gd name="connsiteX3" fmla="*/ 3582000 w 3669107"/>
              <a:gd name="connsiteY3" fmla="*/ 1980000 h 3960000"/>
              <a:gd name="connsiteX4" fmla="*/ 1791000 w 3669107"/>
              <a:gd name="connsiteY4" fmla="*/ 3960000 h 3960000"/>
              <a:gd name="connsiteX5" fmla="*/ 0 w 3669107"/>
              <a:gd name="connsiteY5" fmla="*/ 3960000 h 3960000"/>
              <a:gd name="connsiteX6" fmla="*/ 0 w 3669107"/>
              <a:gd name="connsiteY6" fmla="*/ 0 h 3960000"/>
              <a:gd name="connsiteX0" fmla="*/ 0 w 3597300"/>
              <a:gd name="connsiteY0" fmla="*/ 0 h 3960000"/>
              <a:gd name="connsiteX1" fmla="*/ 1791000 w 3597300"/>
              <a:gd name="connsiteY1" fmla="*/ 0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261025 w 3597300"/>
              <a:gd name="connsiteY1" fmla="*/ 31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0 h 3960000"/>
              <a:gd name="connsiteX1" fmla="*/ 3019725 w 3597300"/>
              <a:gd name="connsiteY1" fmla="*/ 282575 h 3960000"/>
              <a:gd name="connsiteX2" fmla="*/ 3225219 w 3597300"/>
              <a:gd name="connsiteY2" fmla="*/ 807894 h 3960000"/>
              <a:gd name="connsiteX3" fmla="*/ 3582000 w 3597300"/>
              <a:gd name="connsiteY3" fmla="*/ 1980000 h 3960000"/>
              <a:gd name="connsiteX4" fmla="*/ 2862382 w 3597300"/>
              <a:gd name="connsiteY4" fmla="*/ 3307821 h 3960000"/>
              <a:gd name="connsiteX5" fmla="*/ 1791000 w 3597300"/>
              <a:gd name="connsiteY5" fmla="*/ 3960000 h 3960000"/>
              <a:gd name="connsiteX6" fmla="*/ 0 w 3597300"/>
              <a:gd name="connsiteY6" fmla="*/ 3960000 h 3960000"/>
              <a:gd name="connsiteX7" fmla="*/ 0 w 3597300"/>
              <a:gd name="connsiteY7" fmla="*/ 0 h 3960000"/>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597300"/>
              <a:gd name="connsiteY0" fmla="*/ 3175 h 3963175"/>
              <a:gd name="connsiteX1" fmla="*/ 3264200 w 3597300"/>
              <a:gd name="connsiteY1" fmla="*/ 0 h 3963175"/>
              <a:gd name="connsiteX2" fmla="*/ 3225219 w 3597300"/>
              <a:gd name="connsiteY2" fmla="*/ 811069 h 3963175"/>
              <a:gd name="connsiteX3" fmla="*/ 3582000 w 3597300"/>
              <a:gd name="connsiteY3" fmla="*/ 1983175 h 3963175"/>
              <a:gd name="connsiteX4" fmla="*/ 2862382 w 3597300"/>
              <a:gd name="connsiteY4" fmla="*/ 3310996 h 3963175"/>
              <a:gd name="connsiteX5" fmla="*/ 1791000 w 3597300"/>
              <a:gd name="connsiteY5" fmla="*/ 3963175 h 3963175"/>
              <a:gd name="connsiteX6" fmla="*/ 0 w 3597300"/>
              <a:gd name="connsiteY6" fmla="*/ 3963175 h 3963175"/>
              <a:gd name="connsiteX7" fmla="*/ 0 w 3597300"/>
              <a:gd name="connsiteY7" fmla="*/ 3175 h 3963175"/>
              <a:gd name="connsiteX0" fmla="*/ 0 w 3616616"/>
              <a:gd name="connsiteY0" fmla="*/ 21630 h 3981630"/>
              <a:gd name="connsiteX1" fmla="*/ 3264200 w 3616616"/>
              <a:gd name="connsiteY1" fmla="*/ 18455 h 3981630"/>
              <a:gd name="connsiteX2" fmla="*/ 3323644 w 3616616"/>
              <a:gd name="connsiteY2" fmla="*/ 184999 h 3981630"/>
              <a:gd name="connsiteX3" fmla="*/ 3582000 w 3616616"/>
              <a:gd name="connsiteY3" fmla="*/ 2001630 h 3981630"/>
              <a:gd name="connsiteX4" fmla="*/ 2862382 w 3616616"/>
              <a:gd name="connsiteY4" fmla="*/ 3329451 h 3981630"/>
              <a:gd name="connsiteX5" fmla="*/ 1791000 w 3616616"/>
              <a:gd name="connsiteY5" fmla="*/ 3981630 h 3981630"/>
              <a:gd name="connsiteX6" fmla="*/ 0 w 3616616"/>
              <a:gd name="connsiteY6" fmla="*/ 3981630 h 3981630"/>
              <a:gd name="connsiteX7" fmla="*/ 0 w 3616616"/>
              <a:gd name="connsiteY7" fmla="*/ 21630 h 3981630"/>
              <a:gd name="connsiteX0" fmla="*/ 0 w 3616616"/>
              <a:gd name="connsiteY0" fmla="*/ 3175 h 3963175"/>
              <a:gd name="connsiteX1" fmla="*/ 3264200 w 3616616"/>
              <a:gd name="connsiteY1" fmla="*/ 0 h 3963175"/>
              <a:gd name="connsiteX2" fmla="*/ 3323644 w 3616616"/>
              <a:gd name="connsiteY2" fmla="*/ 166544 h 3963175"/>
              <a:gd name="connsiteX3" fmla="*/ 3582000 w 3616616"/>
              <a:gd name="connsiteY3" fmla="*/ 1983175 h 3963175"/>
              <a:gd name="connsiteX4" fmla="*/ 2862382 w 3616616"/>
              <a:gd name="connsiteY4" fmla="*/ 3310996 h 3963175"/>
              <a:gd name="connsiteX5" fmla="*/ 1791000 w 3616616"/>
              <a:gd name="connsiteY5" fmla="*/ 3963175 h 3963175"/>
              <a:gd name="connsiteX6" fmla="*/ 0 w 3616616"/>
              <a:gd name="connsiteY6" fmla="*/ 3963175 h 3963175"/>
              <a:gd name="connsiteX7" fmla="*/ 0 w 3616616"/>
              <a:gd name="connsiteY7" fmla="*/ 3175 h 3963175"/>
              <a:gd name="connsiteX0" fmla="*/ 0 w 3601265"/>
              <a:gd name="connsiteY0" fmla="*/ 3175 h 3963175"/>
              <a:gd name="connsiteX1" fmla="*/ 3264200 w 3601265"/>
              <a:gd name="connsiteY1" fmla="*/ 0 h 3963175"/>
              <a:gd name="connsiteX2" fmla="*/ 3323644 w 3601265"/>
              <a:gd name="connsiteY2" fmla="*/ 166544 h 3963175"/>
              <a:gd name="connsiteX3" fmla="*/ 3582000 w 3601265"/>
              <a:gd name="connsiteY3" fmla="*/ 1983175 h 3963175"/>
              <a:gd name="connsiteX4" fmla="*/ 2862382 w 3601265"/>
              <a:gd name="connsiteY4" fmla="*/ 3310996 h 3963175"/>
              <a:gd name="connsiteX5" fmla="*/ 1791000 w 3601265"/>
              <a:gd name="connsiteY5" fmla="*/ 3963175 h 3963175"/>
              <a:gd name="connsiteX6" fmla="*/ 0 w 3601265"/>
              <a:gd name="connsiteY6" fmla="*/ 3963175 h 3963175"/>
              <a:gd name="connsiteX7" fmla="*/ 0 w 3601265"/>
              <a:gd name="connsiteY7" fmla="*/ 3175 h 3963175"/>
              <a:gd name="connsiteX0" fmla="*/ 0 w 3364734"/>
              <a:gd name="connsiteY0" fmla="*/ 3175 h 3963175"/>
              <a:gd name="connsiteX1" fmla="*/ 3264200 w 3364734"/>
              <a:gd name="connsiteY1" fmla="*/ 0 h 3963175"/>
              <a:gd name="connsiteX2" fmla="*/ 3323644 w 3364734"/>
              <a:gd name="connsiteY2" fmla="*/ 166544 h 3963175"/>
              <a:gd name="connsiteX3" fmla="*/ 3016850 w 3364734"/>
              <a:gd name="connsiteY3" fmla="*/ 1614875 h 3963175"/>
              <a:gd name="connsiteX4" fmla="*/ 2862382 w 3364734"/>
              <a:gd name="connsiteY4" fmla="*/ 3310996 h 3963175"/>
              <a:gd name="connsiteX5" fmla="*/ 1791000 w 3364734"/>
              <a:gd name="connsiteY5" fmla="*/ 3963175 h 3963175"/>
              <a:gd name="connsiteX6" fmla="*/ 0 w 3364734"/>
              <a:gd name="connsiteY6" fmla="*/ 3963175 h 3963175"/>
              <a:gd name="connsiteX7" fmla="*/ 0 w 3364734"/>
              <a:gd name="connsiteY7" fmla="*/ 3175 h 3963175"/>
              <a:gd name="connsiteX0" fmla="*/ 0 w 3598344"/>
              <a:gd name="connsiteY0" fmla="*/ 3175 h 3963175"/>
              <a:gd name="connsiteX1" fmla="*/ 3264200 w 3598344"/>
              <a:gd name="connsiteY1" fmla="*/ 0 h 3963175"/>
              <a:gd name="connsiteX2" fmla="*/ 3323644 w 3598344"/>
              <a:gd name="connsiteY2" fmla="*/ 166544 h 3963175"/>
              <a:gd name="connsiteX3" fmla="*/ 3578825 w 3598344"/>
              <a:gd name="connsiteY3" fmla="*/ 1640275 h 3963175"/>
              <a:gd name="connsiteX4" fmla="*/ 2862382 w 3598344"/>
              <a:gd name="connsiteY4" fmla="*/ 3310996 h 3963175"/>
              <a:gd name="connsiteX5" fmla="*/ 1791000 w 3598344"/>
              <a:gd name="connsiteY5" fmla="*/ 3963175 h 3963175"/>
              <a:gd name="connsiteX6" fmla="*/ 0 w 3598344"/>
              <a:gd name="connsiteY6" fmla="*/ 3963175 h 3963175"/>
              <a:gd name="connsiteX7" fmla="*/ 0 w 3598344"/>
              <a:gd name="connsiteY7" fmla="*/ 3175 h 3963175"/>
              <a:gd name="connsiteX0" fmla="*/ 0 w 3612056"/>
              <a:gd name="connsiteY0" fmla="*/ 3175 h 3963175"/>
              <a:gd name="connsiteX1" fmla="*/ 3264200 w 3612056"/>
              <a:gd name="connsiteY1" fmla="*/ 0 h 3963175"/>
              <a:gd name="connsiteX2" fmla="*/ 3323644 w 3612056"/>
              <a:gd name="connsiteY2" fmla="*/ 166544 h 3963175"/>
              <a:gd name="connsiteX3" fmla="*/ 3578825 w 3612056"/>
              <a:gd name="connsiteY3" fmla="*/ 1640275 h 3963175"/>
              <a:gd name="connsiteX4" fmla="*/ 2862382 w 3612056"/>
              <a:gd name="connsiteY4" fmla="*/ 3310996 h 3963175"/>
              <a:gd name="connsiteX5" fmla="*/ 1791000 w 3612056"/>
              <a:gd name="connsiteY5" fmla="*/ 3963175 h 3963175"/>
              <a:gd name="connsiteX6" fmla="*/ 0 w 3612056"/>
              <a:gd name="connsiteY6" fmla="*/ 3963175 h 3963175"/>
              <a:gd name="connsiteX7" fmla="*/ 0 w 3612056"/>
              <a:gd name="connsiteY7" fmla="*/ 3175 h 3963175"/>
              <a:gd name="connsiteX0" fmla="*/ 0 w 3635528"/>
              <a:gd name="connsiteY0" fmla="*/ 3175 h 3963175"/>
              <a:gd name="connsiteX1" fmla="*/ 3264200 w 3635528"/>
              <a:gd name="connsiteY1" fmla="*/ 0 h 3963175"/>
              <a:gd name="connsiteX2" fmla="*/ 3323644 w 3635528"/>
              <a:gd name="connsiteY2" fmla="*/ 166544 h 3963175"/>
              <a:gd name="connsiteX3" fmla="*/ 3578825 w 3635528"/>
              <a:gd name="connsiteY3" fmla="*/ 1640275 h 3963175"/>
              <a:gd name="connsiteX4" fmla="*/ 2862382 w 3635528"/>
              <a:gd name="connsiteY4" fmla="*/ 3310996 h 3963175"/>
              <a:gd name="connsiteX5" fmla="*/ 1791000 w 3635528"/>
              <a:gd name="connsiteY5" fmla="*/ 3963175 h 3963175"/>
              <a:gd name="connsiteX6" fmla="*/ 0 w 3635528"/>
              <a:gd name="connsiteY6" fmla="*/ 3963175 h 3963175"/>
              <a:gd name="connsiteX7" fmla="*/ 0 w 3635528"/>
              <a:gd name="connsiteY7" fmla="*/ 3175 h 3963175"/>
              <a:gd name="connsiteX0" fmla="*/ 0 w 3578828"/>
              <a:gd name="connsiteY0" fmla="*/ 3175 h 3963175"/>
              <a:gd name="connsiteX1" fmla="*/ 3264200 w 3578828"/>
              <a:gd name="connsiteY1" fmla="*/ 0 h 3963175"/>
              <a:gd name="connsiteX2" fmla="*/ 3323644 w 3578828"/>
              <a:gd name="connsiteY2" fmla="*/ 166544 h 3963175"/>
              <a:gd name="connsiteX3" fmla="*/ 3578825 w 3578828"/>
              <a:gd name="connsiteY3" fmla="*/ 1640275 h 3963175"/>
              <a:gd name="connsiteX4" fmla="*/ 2862382 w 3578828"/>
              <a:gd name="connsiteY4" fmla="*/ 3310996 h 3963175"/>
              <a:gd name="connsiteX5" fmla="*/ 1791000 w 3578828"/>
              <a:gd name="connsiteY5" fmla="*/ 3963175 h 3963175"/>
              <a:gd name="connsiteX6" fmla="*/ 0 w 3578828"/>
              <a:gd name="connsiteY6" fmla="*/ 3963175 h 3963175"/>
              <a:gd name="connsiteX7" fmla="*/ 0 w 3578828"/>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78942"/>
              <a:gd name="connsiteY0" fmla="*/ 3175 h 3963175"/>
              <a:gd name="connsiteX1" fmla="*/ 3264200 w 3578942"/>
              <a:gd name="connsiteY1" fmla="*/ 0 h 3963175"/>
              <a:gd name="connsiteX2" fmla="*/ 3323644 w 3578942"/>
              <a:gd name="connsiteY2" fmla="*/ 166544 h 3963175"/>
              <a:gd name="connsiteX3" fmla="*/ 3578825 w 3578942"/>
              <a:gd name="connsiteY3" fmla="*/ 1640275 h 3963175"/>
              <a:gd name="connsiteX4" fmla="*/ 2862382 w 3578942"/>
              <a:gd name="connsiteY4" fmla="*/ 3310996 h 3963175"/>
              <a:gd name="connsiteX5" fmla="*/ 1791000 w 3578942"/>
              <a:gd name="connsiteY5" fmla="*/ 3963175 h 3963175"/>
              <a:gd name="connsiteX6" fmla="*/ 0 w 3578942"/>
              <a:gd name="connsiteY6" fmla="*/ 3963175 h 3963175"/>
              <a:gd name="connsiteX7" fmla="*/ 0 w 3578942"/>
              <a:gd name="connsiteY7" fmla="*/ 3175 h 3963175"/>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4831"/>
              <a:gd name="connsiteX1" fmla="*/ 3264200 w 3590408"/>
              <a:gd name="connsiteY1" fmla="*/ 0 h 3974831"/>
              <a:gd name="connsiteX2" fmla="*/ 3323644 w 3590408"/>
              <a:gd name="connsiteY2" fmla="*/ 166544 h 3974831"/>
              <a:gd name="connsiteX3" fmla="*/ 3578825 w 3590408"/>
              <a:gd name="connsiteY3" fmla="*/ 1640275 h 3974831"/>
              <a:gd name="connsiteX4" fmla="*/ 3002082 w 3590408"/>
              <a:gd name="connsiteY4" fmla="*/ 3809471 h 3974831"/>
              <a:gd name="connsiteX5" fmla="*/ 1791000 w 3590408"/>
              <a:gd name="connsiteY5" fmla="*/ 3963175 h 3974831"/>
              <a:gd name="connsiteX6" fmla="*/ 0 w 3590408"/>
              <a:gd name="connsiteY6" fmla="*/ 3963175 h 3974831"/>
              <a:gd name="connsiteX7" fmla="*/ 0 w 3590408"/>
              <a:gd name="connsiteY7" fmla="*/ 3175 h 3974831"/>
              <a:gd name="connsiteX0" fmla="*/ 0 w 3590408"/>
              <a:gd name="connsiteY0" fmla="*/ 3175 h 3975950"/>
              <a:gd name="connsiteX1" fmla="*/ 3264200 w 3590408"/>
              <a:gd name="connsiteY1" fmla="*/ 0 h 3975950"/>
              <a:gd name="connsiteX2" fmla="*/ 3323644 w 3590408"/>
              <a:gd name="connsiteY2" fmla="*/ 166544 h 3975950"/>
              <a:gd name="connsiteX3" fmla="*/ 3578825 w 3590408"/>
              <a:gd name="connsiteY3" fmla="*/ 1640275 h 3975950"/>
              <a:gd name="connsiteX4" fmla="*/ 3002082 w 3590408"/>
              <a:gd name="connsiteY4" fmla="*/ 3809471 h 3975950"/>
              <a:gd name="connsiteX5" fmla="*/ 2908600 w 3590408"/>
              <a:gd name="connsiteY5" fmla="*/ 3966350 h 3975950"/>
              <a:gd name="connsiteX6" fmla="*/ 0 w 3590408"/>
              <a:gd name="connsiteY6" fmla="*/ 3963175 h 3975950"/>
              <a:gd name="connsiteX7" fmla="*/ 0 w 3590408"/>
              <a:gd name="connsiteY7" fmla="*/ 3175 h 39759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90408"/>
              <a:gd name="connsiteY0" fmla="*/ 3175 h 3966350"/>
              <a:gd name="connsiteX1" fmla="*/ 3264200 w 3590408"/>
              <a:gd name="connsiteY1" fmla="*/ 0 h 3966350"/>
              <a:gd name="connsiteX2" fmla="*/ 3323644 w 3590408"/>
              <a:gd name="connsiteY2" fmla="*/ 166544 h 3966350"/>
              <a:gd name="connsiteX3" fmla="*/ 3578825 w 3590408"/>
              <a:gd name="connsiteY3" fmla="*/ 1640275 h 3966350"/>
              <a:gd name="connsiteX4" fmla="*/ 3002082 w 3590408"/>
              <a:gd name="connsiteY4" fmla="*/ 3809471 h 3966350"/>
              <a:gd name="connsiteX5" fmla="*/ 2908600 w 3590408"/>
              <a:gd name="connsiteY5" fmla="*/ 3966350 h 3966350"/>
              <a:gd name="connsiteX6" fmla="*/ 0 w 3590408"/>
              <a:gd name="connsiteY6" fmla="*/ 3963175 h 3966350"/>
              <a:gd name="connsiteX7" fmla="*/ 0 w 3590408"/>
              <a:gd name="connsiteY7" fmla="*/ 3175 h 3966350"/>
              <a:gd name="connsiteX0" fmla="*/ 0 w 3580367"/>
              <a:gd name="connsiteY0" fmla="*/ 3175 h 3966350"/>
              <a:gd name="connsiteX1" fmla="*/ 3264200 w 3580367"/>
              <a:gd name="connsiteY1" fmla="*/ 0 h 3966350"/>
              <a:gd name="connsiteX2" fmla="*/ 3323644 w 3580367"/>
              <a:gd name="connsiteY2" fmla="*/ 166544 h 3966350"/>
              <a:gd name="connsiteX3" fmla="*/ 3578825 w 3580367"/>
              <a:gd name="connsiteY3" fmla="*/ 1640275 h 3966350"/>
              <a:gd name="connsiteX4" fmla="*/ 3002082 w 3580367"/>
              <a:gd name="connsiteY4" fmla="*/ 3809471 h 3966350"/>
              <a:gd name="connsiteX5" fmla="*/ 2908600 w 3580367"/>
              <a:gd name="connsiteY5" fmla="*/ 3966350 h 3966350"/>
              <a:gd name="connsiteX6" fmla="*/ 0 w 3580367"/>
              <a:gd name="connsiteY6" fmla="*/ 3963175 h 3966350"/>
              <a:gd name="connsiteX7" fmla="*/ 0 w 3580367"/>
              <a:gd name="connsiteY7" fmla="*/ 3175 h 3966350"/>
              <a:gd name="connsiteX0" fmla="*/ 0 w 3578976"/>
              <a:gd name="connsiteY0" fmla="*/ 3175 h 3966350"/>
              <a:gd name="connsiteX1" fmla="*/ 3264200 w 3578976"/>
              <a:gd name="connsiteY1" fmla="*/ 0 h 3966350"/>
              <a:gd name="connsiteX2" fmla="*/ 3323644 w 3578976"/>
              <a:gd name="connsiteY2" fmla="*/ 166544 h 3966350"/>
              <a:gd name="connsiteX3" fmla="*/ 3578825 w 3578976"/>
              <a:gd name="connsiteY3" fmla="*/ 1640275 h 3966350"/>
              <a:gd name="connsiteX4" fmla="*/ 3002082 w 3578976"/>
              <a:gd name="connsiteY4" fmla="*/ 3809471 h 3966350"/>
              <a:gd name="connsiteX5" fmla="*/ 2908600 w 3578976"/>
              <a:gd name="connsiteY5" fmla="*/ 3966350 h 3966350"/>
              <a:gd name="connsiteX6" fmla="*/ 0 w 3578976"/>
              <a:gd name="connsiteY6" fmla="*/ 3963175 h 3966350"/>
              <a:gd name="connsiteX7" fmla="*/ 0 w 3578976"/>
              <a:gd name="connsiteY7" fmla="*/ 3175 h 3966350"/>
              <a:gd name="connsiteX0" fmla="*/ 0 w 3579143"/>
              <a:gd name="connsiteY0" fmla="*/ 3175 h 3966350"/>
              <a:gd name="connsiteX1" fmla="*/ 3264200 w 3579143"/>
              <a:gd name="connsiteY1" fmla="*/ 0 h 3966350"/>
              <a:gd name="connsiteX2" fmla="*/ 3323644 w 3579143"/>
              <a:gd name="connsiteY2" fmla="*/ 166544 h 3966350"/>
              <a:gd name="connsiteX3" fmla="*/ 3578825 w 3579143"/>
              <a:gd name="connsiteY3" fmla="*/ 1640275 h 3966350"/>
              <a:gd name="connsiteX4" fmla="*/ 3002082 w 3579143"/>
              <a:gd name="connsiteY4" fmla="*/ 3809471 h 3966350"/>
              <a:gd name="connsiteX5" fmla="*/ 2908600 w 3579143"/>
              <a:gd name="connsiteY5" fmla="*/ 3966350 h 3966350"/>
              <a:gd name="connsiteX6" fmla="*/ 0 w 3579143"/>
              <a:gd name="connsiteY6" fmla="*/ 3963175 h 3966350"/>
              <a:gd name="connsiteX7" fmla="*/ 0 w 3579143"/>
              <a:gd name="connsiteY7" fmla="*/ 3175 h 3966350"/>
              <a:gd name="connsiteX0" fmla="*/ 0 w 3579143"/>
              <a:gd name="connsiteY0" fmla="*/ 3175 h 4131450"/>
              <a:gd name="connsiteX1" fmla="*/ 3264200 w 3579143"/>
              <a:gd name="connsiteY1" fmla="*/ 0 h 4131450"/>
              <a:gd name="connsiteX2" fmla="*/ 3323644 w 3579143"/>
              <a:gd name="connsiteY2" fmla="*/ 166544 h 4131450"/>
              <a:gd name="connsiteX3" fmla="*/ 3578825 w 3579143"/>
              <a:gd name="connsiteY3" fmla="*/ 1640275 h 4131450"/>
              <a:gd name="connsiteX4" fmla="*/ 3002082 w 3579143"/>
              <a:gd name="connsiteY4" fmla="*/ 3809471 h 4131450"/>
              <a:gd name="connsiteX5" fmla="*/ 3159425 w 3579143"/>
              <a:gd name="connsiteY5" fmla="*/ 4131450 h 4131450"/>
              <a:gd name="connsiteX6" fmla="*/ 0 w 3579143"/>
              <a:gd name="connsiteY6" fmla="*/ 3963175 h 4131450"/>
              <a:gd name="connsiteX7" fmla="*/ 0 w 3579143"/>
              <a:gd name="connsiteY7" fmla="*/ 3175 h 4131450"/>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 name="connsiteX0" fmla="*/ 0 w 3579143"/>
              <a:gd name="connsiteY0" fmla="*/ 3175 h 3963175"/>
              <a:gd name="connsiteX1" fmla="*/ 3264200 w 3579143"/>
              <a:gd name="connsiteY1" fmla="*/ 0 h 3963175"/>
              <a:gd name="connsiteX2" fmla="*/ 3323644 w 3579143"/>
              <a:gd name="connsiteY2" fmla="*/ 166544 h 3963175"/>
              <a:gd name="connsiteX3" fmla="*/ 3578825 w 3579143"/>
              <a:gd name="connsiteY3" fmla="*/ 1640275 h 3963175"/>
              <a:gd name="connsiteX4" fmla="*/ 3002082 w 3579143"/>
              <a:gd name="connsiteY4" fmla="*/ 3809471 h 3963175"/>
              <a:gd name="connsiteX5" fmla="*/ 2905425 w 3579143"/>
              <a:gd name="connsiteY5" fmla="*/ 3963175 h 3963175"/>
              <a:gd name="connsiteX6" fmla="*/ 0 w 3579143"/>
              <a:gd name="connsiteY6" fmla="*/ 3963175 h 3963175"/>
              <a:gd name="connsiteX7" fmla="*/ 0 w 3579143"/>
              <a:gd name="connsiteY7" fmla="*/ 3175 h 3963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79143" h="3963175">
                <a:moveTo>
                  <a:pt x="0" y="3175"/>
                </a:moveTo>
                <a:lnTo>
                  <a:pt x="3264200" y="0"/>
                </a:lnTo>
                <a:cubicBezTo>
                  <a:pt x="3287387" y="61624"/>
                  <a:pt x="3301369" y="106419"/>
                  <a:pt x="3323644" y="166544"/>
                </a:cubicBezTo>
                <a:cubicBezTo>
                  <a:pt x="3491969" y="623544"/>
                  <a:pt x="3568919" y="877546"/>
                  <a:pt x="3578825" y="1640275"/>
                </a:cubicBezTo>
                <a:cubicBezTo>
                  <a:pt x="3588731" y="2403004"/>
                  <a:pt x="3367257" y="3165146"/>
                  <a:pt x="3002082" y="3809471"/>
                </a:cubicBezTo>
                <a:cubicBezTo>
                  <a:pt x="2973457" y="3863246"/>
                  <a:pt x="3011014" y="3800503"/>
                  <a:pt x="2905425" y="3963175"/>
                </a:cubicBezTo>
                <a:lnTo>
                  <a:pt x="0" y="3963175"/>
                </a:lnTo>
                <a:lnTo>
                  <a:pt x="0" y="3175"/>
                </a:lnTo>
                <a:close/>
              </a:path>
            </a:pathLst>
          </a:custGeom>
          <a:noFill/>
          <a:ln>
            <a:noFill/>
          </a:ln>
        </p:spPr>
        <p:txBody>
          <a:bodyPr lIns="720000" tIns="720000" rIns="720000" bIns="720000">
            <a:normAutofit/>
          </a:bodyPr>
          <a:lstStyle>
            <a:lvl1pPr marL="0" indent="0" algn="ctr">
              <a:buNone/>
              <a:defRPr sz="2489" baseline="0">
                <a:solidFill>
                  <a:schemeClr val="bg1"/>
                </a:solidFill>
              </a:defRPr>
            </a:lvl1pPr>
          </a:lstStyle>
          <a:p>
            <a:r>
              <a:rPr lang="en-US"/>
              <a:t>Click icon to add picture</a:t>
            </a:r>
            <a:endParaRPr lang="de-DE"/>
          </a:p>
        </p:txBody>
      </p:sp>
    </p:spTree>
    <p:extLst>
      <p:ext uri="{BB962C8B-B14F-4D97-AF65-F5344CB8AC3E}">
        <p14:creationId xmlns:p14="http://schemas.microsoft.com/office/powerpoint/2010/main" val="8205176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Standard page 04">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79DF7A2-4045-4D3D-B360-DC31A153D7F8}"/>
              </a:ext>
            </a:extLst>
          </p:cNvPr>
          <p:cNvPicPr>
            <a:picLocks noChangeAspect="1"/>
          </p:cNvPicPr>
          <p:nvPr userDrawn="1"/>
        </p:nvPicPr>
        <p:blipFill>
          <a:blip r:embed="rId2"/>
          <a:stretch>
            <a:fillRect/>
          </a:stretch>
        </p:blipFill>
        <p:spPr>
          <a:xfrm>
            <a:off x="0" y="1"/>
            <a:ext cx="12192000" cy="1073151"/>
          </a:xfrm>
          <a:prstGeom prst="rect">
            <a:avLst/>
          </a:prstGeom>
        </p:spPr>
      </p:pic>
      <p:sp>
        <p:nvSpPr>
          <p:cNvPr id="2" name="Title 1"/>
          <p:cNvSpPr>
            <a:spLocks noGrp="1"/>
          </p:cNvSpPr>
          <p:nvPr>
            <p:ph type="title" hasCustomPrompt="1"/>
          </p:nvPr>
        </p:nvSpPr>
        <p:spPr/>
        <p:txBody>
          <a:bodyPr/>
          <a:lstStyle>
            <a:lvl1pPr>
              <a:defRPr/>
            </a:lvl1pPr>
          </a:lstStyle>
          <a:p>
            <a:r>
              <a:rPr lang="en-US"/>
              <a:t>Insert title text here</a:t>
            </a:r>
          </a:p>
        </p:txBody>
      </p:sp>
      <p:sp>
        <p:nvSpPr>
          <p:cNvPr id="4" name="Date Placeholder 3" hidden="1"/>
          <p:cNvSpPr>
            <a:spLocks noGrp="1"/>
          </p:cNvSpPr>
          <p:nvPr>
            <p:ph type="dt" sz="half" idx="10"/>
          </p:nvPr>
        </p:nvSpPr>
        <p:spPr>
          <a:xfrm>
            <a:off x="838200" y="6356351"/>
            <a:ext cx="2743200" cy="365125"/>
          </a:xfrm>
          <a:prstGeom prst="rect">
            <a:avLst/>
          </a:prstGeom>
        </p:spPr>
        <p:txBody>
          <a:bodyPr/>
          <a:lstStyle/>
          <a:p>
            <a:fld id="{B3A11613-25B2-9C4F-A1A5-F58EEB8EB6C1}" type="datetime1">
              <a:rPr lang="en-GB" smtClean="0"/>
              <a:t>23/07/2025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2B3406A1-1950-4368-9FE9-C04F1A2975FD}" type="slidenum">
              <a:rPr lang="en-GB" smtClean="0"/>
              <a:pPr/>
              <a:t>‹#›</a:t>
            </a:fld>
            <a:endParaRPr lang="en-GB"/>
          </a:p>
        </p:txBody>
      </p:sp>
    </p:spTree>
    <p:extLst>
      <p:ext uri="{BB962C8B-B14F-4D97-AF65-F5344CB8AC3E}">
        <p14:creationId xmlns:p14="http://schemas.microsoft.com/office/powerpoint/2010/main" val="3911993794"/>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preserve="1" userDrawn="1">
  <p:cSld name="Closing contact page (English)">
    <p:spTree>
      <p:nvGrpSpPr>
        <p:cNvPr id="1" name=""/>
        <p:cNvGrpSpPr/>
        <p:nvPr/>
      </p:nvGrpSpPr>
      <p:grpSpPr>
        <a:xfrm>
          <a:off x="0" y="0"/>
          <a:ext cx="0" cy="0"/>
          <a:chOff x="0" y="0"/>
          <a:chExt cx="0" cy="0"/>
        </a:xfrm>
      </p:grpSpPr>
      <p:pic>
        <p:nvPicPr>
          <p:cNvPr id="40" name="Picture 39" descr="A picture containing transport, aircraft&#10;&#10;Description automatically generated">
            <a:extLst>
              <a:ext uri="{FF2B5EF4-FFF2-40B4-BE49-F238E27FC236}">
                <a16:creationId xmlns:a16="http://schemas.microsoft.com/office/drawing/2014/main" id="{F3551687-547F-4A28-B863-923874788668}"/>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1" name="Textfeld 10"/>
          <p:cNvSpPr txBox="1"/>
          <p:nvPr userDrawn="1"/>
        </p:nvSpPr>
        <p:spPr>
          <a:xfrm>
            <a:off x="490101" y="5313971"/>
            <a:ext cx="1800924" cy="205121"/>
          </a:xfrm>
          <a:prstGeom prst="rect">
            <a:avLst/>
          </a:prstGeom>
          <a:noFill/>
        </p:spPr>
        <p:txBody>
          <a:bodyPr wrap="square" lIns="0" tIns="0" rIns="0" bIns="0" rtlCol="0">
            <a:spAutoFit/>
          </a:bodyPr>
          <a:lstStyle/>
          <a:p>
            <a:pPr algn="just"/>
            <a:r>
              <a:rPr lang="de-DE" sz="1333">
                <a:solidFill>
                  <a:schemeClr val="bg1"/>
                </a:solidFill>
                <a:latin typeface="BISansOpti"/>
                <a:cs typeface="BISansOpti"/>
              </a:rPr>
              <a:t>© Boehringer Ingelheim</a:t>
            </a:r>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Street / No.</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Telephone number</a:t>
            </a:r>
          </a:p>
        </p:txBody>
      </p:sp>
      <p:sp>
        <p:nvSpPr>
          <p:cNvPr id="19" name="Textfeld 18"/>
          <p:cNvSpPr txBox="1"/>
          <p:nvPr userDrawn="1"/>
        </p:nvSpPr>
        <p:spPr>
          <a:xfrm>
            <a:off x="9441601" y="1463709"/>
            <a:ext cx="249107" cy="205121"/>
          </a:xfrm>
          <a:prstGeom prst="rect">
            <a:avLst/>
          </a:prstGeom>
          <a:noFill/>
        </p:spPr>
        <p:txBody>
          <a:bodyPr wrap="none" lIns="0" tIns="0" rIns="0" bIns="0" rtlCol="0">
            <a:spAutoFit/>
          </a:bodyPr>
          <a:lstStyle/>
          <a:p>
            <a:r>
              <a:rPr lang="de-DE" sz="1333">
                <a:solidFill>
                  <a:schemeClr val="bg1"/>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Fax-Nummer</a:t>
            </a:r>
          </a:p>
        </p:txBody>
      </p:sp>
      <p:sp>
        <p:nvSpPr>
          <p:cNvPr id="29" name="Textfeld 28"/>
          <p:cNvSpPr txBox="1"/>
          <p:nvPr userDrawn="1"/>
        </p:nvSpPr>
        <p:spPr>
          <a:xfrm>
            <a:off x="9441600" y="1675201"/>
            <a:ext cx="288412" cy="205121"/>
          </a:xfrm>
          <a:prstGeom prst="rect">
            <a:avLst/>
          </a:prstGeom>
          <a:noFill/>
        </p:spPr>
        <p:txBody>
          <a:bodyPr wrap="none" lIns="0" tIns="0" rIns="0" bIns="0" rtlCol="0">
            <a:spAutoFit/>
          </a:bodyPr>
          <a:lstStyle/>
          <a:p>
            <a:r>
              <a:rPr lang="de-DE" sz="1333">
                <a:solidFill>
                  <a:schemeClr val="bg1"/>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E-Mail-Adresse</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marL="0" marR="0" lvl="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a:pPr>
            <a:r>
              <a:rPr lang="de-DE"/>
              <a:t>Website-Adresse</a:t>
            </a:r>
          </a:p>
          <a:p>
            <a:pPr lvl="0"/>
            <a:endParaRPr lang="de-DE"/>
          </a:p>
        </p:txBody>
      </p:sp>
      <p:sp>
        <p:nvSpPr>
          <p:cNvPr id="21" name="Textplatzhalter 20"/>
          <p:cNvSpPr>
            <a:spLocks noGrp="1"/>
          </p:cNvSpPr>
          <p:nvPr>
            <p:ph type="body" sz="quarter" idx="18" hasCustomPrompt="1"/>
          </p:nvPr>
        </p:nvSpPr>
        <p:spPr>
          <a:xfrm>
            <a:off x="489600" y="2760001"/>
            <a:ext cx="7166400" cy="472017"/>
          </a:xfrm>
        </p:spPr>
        <p:txBody>
          <a:bodyPr>
            <a:noAutofit/>
          </a:bodyPr>
          <a:lstStyle>
            <a:lvl1pPr marL="0" indent="0">
              <a:buNone/>
              <a:defRPr baseline="0">
                <a:solidFill>
                  <a:schemeClr val="bg1"/>
                </a:solidFill>
                <a:latin typeface="BISansOpti"/>
                <a:cs typeface="BISansOpti"/>
              </a:defRPr>
            </a:lvl1pPr>
          </a:lstStyle>
          <a:p>
            <a:pPr lvl="0"/>
            <a:r>
              <a:rPr lang="en-GB" noProof="0"/>
              <a:t>Headline for further information:</a:t>
            </a:r>
          </a:p>
        </p:txBody>
      </p:sp>
      <p:sp>
        <p:nvSpPr>
          <p:cNvPr id="33" name="Textplatzhalter 20"/>
          <p:cNvSpPr>
            <a:spLocks noGrp="1"/>
          </p:cNvSpPr>
          <p:nvPr>
            <p:ph type="body" sz="quarter" idx="19" hasCustomPrompt="1"/>
          </p:nvPr>
        </p:nvSpPr>
        <p:spPr>
          <a:xfrm>
            <a:off x="489600" y="3233728"/>
            <a:ext cx="7166400" cy="1881600"/>
          </a:xfrm>
        </p:spPr>
        <p:txBody>
          <a:bodyPr>
            <a:noAutofit/>
          </a:bodyPr>
          <a:lstStyle>
            <a:lvl1pPr marL="0" indent="0">
              <a:spcBef>
                <a:spcPts val="0"/>
              </a:spcBef>
              <a:buNone/>
              <a:defRPr sz="2400" baseline="0">
                <a:solidFill>
                  <a:schemeClr val="bg1"/>
                </a:solidFill>
                <a:latin typeface="BISansOpti"/>
                <a:cs typeface="BISansOpti"/>
              </a:defRPr>
            </a:lvl1pPr>
          </a:lstStyle>
          <a:p>
            <a:pPr lvl="0"/>
            <a:r>
              <a:rPr lang="en-GB" noProof="0"/>
              <a:t>Insert your domains here</a:t>
            </a:r>
          </a:p>
        </p:txBody>
      </p:sp>
      <p:sp>
        <p:nvSpPr>
          <p:cNvPr id="38" name="Textplatzhalter 6">
            <a:extLst>
              <a:ext uri="{FF2B5EF4-FFF2-40B4-BE49-F238E27FC236}">
                <a16:creationId xmlns:a16="http://schemas.microsoft.com/office/drawing/2014/main" id="{B2A6F781-119D-A24E-9B11-D046CEB4AC7A}"/>
              </a:ext>
            </a:extLst>
          </p:cNvPr>
          <p:cNvSpPr>
            <a:spLocks noGrp="1"/>
          </p:cNvSpPr>
          <p:nvPr>
            <p:ph type="body" sz="quarter" idx="22" hasCustomPrompt="1"/>
          </p:nvPr>
        </p:nvSpPr>
        <p:spPr>
          <a:xfrm>
            <a:off x="9441600" y="345302"/>
            <a:ext cx="2304000" cy="548663"/>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Company Name</a:t>
            </a:r>
          </a:p>
          <a:p>
            <a:pPr lvl="0"/>
            <a:endParaRPr lang="de-DE"/>
          </a:p>
        </p:txBody>
      </p:sp>
      <p:sp>
        <p:nvSpPr>
          <p:cNvPr id="20" name="Textplatzhalter 6">
            <a:extLst>
              <a:ext uri="{FF2B5EF4-FFF2-40B4-BE49-F238E27FC236}">
                <a16:creationId xmlns:a16="http://schemas.microsoft.com/office/drawing/2014/main" id="{4EDC7ED1-24E2-5641-96BD-46D64149DCF4}"/>
              </a:ext>
            </a:extLst>
          </p:cNvPr>
          <p:cNvSpPr>
            <a:spLocks noGrp="1"/>
          </p:cNvSpPr>
          <p:nvPr>
            <p:ph type="body" sz="quarter" idx="23" hasCustomPrompt="1"/>
          </p:nvPr>
        </p:nvSpPr>
        <p:spPr>
          <a:xfrm>
            <a:off x="487139" y="5547612"/>
            <a:ext cx="3160216" cy="205184"/>
          </a:xfrm>
        </p:spPr>
        <p:txBody>
          <a:bodyPr anchor="ct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Click </a:t>
            </a:r>
            <a:r>
              <a:rPr lang="de-DE" err="1"/>
              <a:t>to</a:t>
            </a:r>
            <a:r>
              <a:rPr lang="de-DE"/>
              <a:t> </a:t>
            </a:r>
            <a:r>
              <a:rPr lang="de-DE" err="1"/>
              <a:t>add</a:t>
            </a:r>
            <a:r>
              <a:rPr lang="de-DE"/>
              <a:t> </a:t>
            </a:r>
            <a:r>
              <a:rPr lang="de-DE" err="1"/>
              <a:t>copyright</a:t>
            </a:r>
            <a:r>
              <a:rPr lang="de-DE"/>
              <a:t> </a:t>
            </a:r>
            <a:r>
              <a:rPr lang="de-DE" err="1"/>
              <a:t>information</a:t>
            </a:r>
            <a:endParaRPr lang="de-DE"/>
          </a:p>
        </p:txBody>
      </p:sp>
      <p:grpSp>
        <p:nvGrpSpPr>
          <p:cNvPr id="7" name="Group 6">
            <a:extLst>
              <a:ext uri="{FF2B5EF4-FFF2-40B4-BE49-F238E27FC236}">
                <a16:creationId xmlns:a16="http://schemas.microsoft.com/office/drawing/2014/main" id="{D4D4AC70-D876-DF4F-AB97-F68596193527}"/>
              </a:ext>
            </a:extLst>
          </p:cNvPr>
          <p:cNvGrpSpPr/>
          <p:nvPr userDrawn="1"/>
        </p:nvGrpSpPr>
        <p:grpSpPr>
          <a:xfrm>
            <a:off x="490102" y="1733172"/>
            <a:ext cx="3157253" cy="415443"/>
            <a:chOff x="367576" y="1233589"/>
            <a:chExt cx="2871722" cy="377872"/>
          </a:xfrm>
        </p:grpSpPr>
        <p:sp>
          <p:nvSpPr>
            <p:cNvPr id="34" name="Freeform 1">
              <a:extLst>
                <a:ext uri="{FF2B5EF4-FFF2-40B4-BE49-F238E27FC236}">
                  <a16:creationId xmlns:a16="http://schemas.microsoft.com/office/drawing/2014/main" id="{23997390-48C4-5648-BCEF-74D214795962}"/>
                </a:ext>
              </a:extLst>
            </p:cNvPr>
            <p:cNvSpPr>
              <a:spLocks noChangeAspect="1" noChangeArrowheads="1"/>
            </p:cNvSpPr>
            <p:nvPr userDrawn="1"/>
          </p:nvSpPr>
          <p:spPr bwMode="auto">
            <a:xfrm>
              <a:off x="367576" y="1233589"/>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bg1"/>
            </a:solidFill>
            <a:ln>
              <a:noFill/>
            </a:ln>
            <a:effectLst/>
          </p:spPr>
          <p:txBody>
            <a:bodyPr wrap="none" anchor="ctr"/>
            <a:lstStyle/>
            <a:p>
              <a:endParaRPr lang="de-DE" sz="2400">
                <a:solidFill>
                  <a:srgbClr val="123563"/>
                </a:solidFill>
                <a:latin typeface="BISansOpti"/>
              </a:endParaRPr>
            </a:p>
          </p:txBody>
        </p:sp>
        <p:sp>
          <p:nvSpPr>
            <p:cNvPr id="35" name="Freeform 2">
              <a:extLst>
                <a:ext uri="{FF2B5EF4-FFF2-40B4-BE49-F238E27FC236}">
                  <a16:creationId xmlns:a16="http://schemas.microsoft.com/office/drawing/2014/main" id="{E2621E1A-070D-5F47-BCB6-F3E348E76101}"/>
                </a:ext>
              </a:extLst>
            </p:cNvPr>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chemeClr val="bg1"/>
            </a:solidFill>
            <a:ln>
              <a:noFill/>
            </a:ln>
            <a:effectLst/>
          </p:spPr>
          <p:txBody>
            <a:bodyPr wrap="none" anchor="ctr"/>
            <a:lstStyle/>
            <a:p>
              <a:endParaRPr lang="de-DE" sz="2400">
                <a:latin typeface="BISansOpti"/>
              </a:endParaRPr>
            </a:p>
          </p:txBody>
        </p:sp>
        <p:sp>
          <p:nvSpPr>
            <p:cNvPr id="36" name="Freeform 2">
              <a:extLst>
                <a:ext uri="{FF2B5EF4-FFF2-40B4-BE49-F238E27FC236}">
                  <a16:creationId xmlns:a16="http://schemas.microsoft.com/office/drawing/2014/main" id="{1DAAE9F8-EEFF-5640-ABD4-C683F3C93882}"/>
                </a:ext>
              </a:extLst>
            </p:cNvPr>
            <p:cNvSpPr>
              <a:spLocks noChangeAspect="1" noChangeArrowheads="1"/>
            </p:cNvSpPr>
            <p:nvPr userDrawn="1"/>
          </p:nvSpPr>
          <p:spPr bwMode="auto">
            <a:xfrm>
              <a:off x="1651481" y="1281034"/>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chemeClr val="bg1"/>
            </a:solidFill>
            <a:ln>
              <a:noFill/>
            </a:ln>
            <a:effectLst/>
          </p:spPr>
          <p:txBody>
            <a:bodyPr wrap="none" anchor="ctr"/>
            <a:lstStyle/>
            <a:p>
              <a:endParaRPr lang="de-DE" sz="2400">
                <a:latin typeface="BISansOpti"/>
              </a:endParaRPr>
            </a:p>
          </p:txBody>
        </p:sp>
        <p:sp>
          <p:nvSpPr>
            <p:cNvPr id="37" name="Freeform 2">
              <a:extLst>
                <a:ext uri="{FF2B5EF4-FFF2-40B4-BE49-F238E27FC236}">
                  <a16:creationId xmlns:a16="http://schemas.microsoft.com/office/drawing/2014/main" id="{CE40BF37-00C4-E940-860A-E550D477F54B}"/>
                </a:ext>
              </a:extLst>
            </p:cNvPr>
            <p:cNvSpPr>
              <a:spLocks noChangeAspect="1" noChangeArrowheads="1"/>
            </p:cNvSpPr>
            <p:nvPr userDrawn="1"/>
          </p:nvSpPr>
          <p:spPr bwMode="auto">
            <a:xfrm>
              <a:off x="2312456"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chemeClr val="bg1"/>
            </a:solidFill>
            <a:ln>
              <a:noFill/>
            </a:ln>
            <a:effectLst/>
          </p:spPr>
          <p:txBody>
            <a:bodyPr wrap="none" anchor="ctr"/>
            <a:lstStyle/>
            <a:p>
              <a:endParaRPr lang="de-DE" sz="2400">
                <a:latin typeface="BISansOpti"/>
              </a:endParaRPr>
            </a:p>
          </p:txBody>
        </p:sp>
        <p:sp>
          <p:nvSpPr>
            <p:cNvPr id="39" name="Freeform 2">
              <a:extLst>
                <a:ext uri="{FF2B5EF4-FFF2-40B4-BE49-F238E27FC236}">
                  <a16:creationId xmlns:a16="http://schemas.microsoft.com/office/drawing/2014/main" id="{4590C141-B571-564D-806B-C71453F580A2}"/>
                </a:ext>
              </a:extLst>
            </p:cNvPr>
            <p:cNvSpPr>
              <a:spLocks noChangeAspect="1" noChangeArrowheads="1"/>
            </p:cNvSpPr>
            <p:nvPr userDrawn="1"/>
          </p:nvSpPr>
          <p:spPr bwMode="auto">
            <a:xfrm>
              <a:off x="2915299" y="1272056"/>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chemeClr val="bg1"/>
            </a:solidFill>
            <a:ln>
              <a:noFill/>
            </a:ln>
            <a:effectLst/>
          </p:spPr>
          <p:txBody>
            <a:bodyPr wrap="none" anchor="ctr"/>
            <a:lstStyle/>
            <a:p>
              <a:endParaRPr lang="de-DE" sz="2400">
                <a:latin typeface="BISansOpti"/>
              </a:endParaRPr>
            </a:p>
          </p:txBody>
        </p:sp>
      </p:grpSp>
      <p:pic>
        <p:nvPicPr>
          <p:cNvPr id="41" name="Picture 40">
            <a:extLst>
              <a:ext uri="{FF2B5EF4-FFF2-40B4-BE49-F238E27FC236}">
                <a16:creationId xmlns:a16="http://schemas.microsoft.com/office/drawing/2014/main" id="{48089703-DF56-714C-83CE-95B1A58E9A5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2488705"/>
            <a:ext cx="12192000" cy="25400"/>
          </a:xfrm>
          <a:prstGeom prst="rect">
            <a:avLst/>
          </a:prstGeom>
        </p:spPr>
      </p:pic>
      <p:pic>
        <p:nvPicPr>
          <p:cNvPr id="43" name="Picture 42">
            <a:extLst>
              <a:ext uri="{FF2B5EF4-FFF2-40B4-BE49-F238E27FC236}">
                <a16:creationId xmlns:a16="http://schemas.microsoft.com/office/drawing/2014/main" id="{DA533275-901D-4D27-BF55-586DEB2F75AA}"/>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97863" y="5982356"/>
            <a:ext cx="1663484" cy="499677"/>
          </a:xfrm>
          <a:prstGeom prst="rect">
            <a:avLst/>
          </a:prstGeom>
        </p:spPr>
      </p:pic>
      <p:sp>
        <p:nvSpPr>
          <p:cNvPr id="44" name="Slide Number Placeholder 4">
            <a:extLst>
              <a:ext uri="{FF2B5EF4-FFF2-40B4-BE49-F238E27FC236}">
                <a16:creationId xmlns:a16="http://schemas.microsoft.com/office/drawing/2014/main" id="{8B62953A-772F-432B-8827-59ABAFD262B6}"/>
              </a:ext>
            </a:extLst>
          </p:cNvPr>
          <p:cNvSpPr txBox="1">
            <a:spLocks/>
          </p:cNvSpPr>
          <p:nvPr userDrawn="1"/>
        </p:nvSpPr>
        <p:spPr>
          <a:xfrm>
            <a:off x="8943005" y="6327252"/>
            <a:ext cx="2733121" cy="164212"/>
          </a:xfrm>
          <a:prstGeom prst="rect">
            <a:avLst/>
          </a:prstGeom>
        </p:spPr>
        <p:txBody>
          <a:bodyPr vert="horz" wrap="none" lIns="0" tIns="0" rIns="0" bIns="0" rtlCol="0" anchor="ctr">
            <a:spAutoFit/>
          </a:bodyPr>
          <a:lstStyle>
            <a:defPPr>
              <a:defRPr lang="de-DE"/>
            </a:defPPr>
            <a:lvl1pPr marL="0" algn="r" defTabSz="914400" rtl="0" eaLnBrk="1" latinLnBrk="0" hangingPunct="1">
              <a:defRPr sz="900" b="0" i="0" kern="1200" baseline="0">
                <a:solidFill>
                  <a:schemeClr val="tx2"/>
                </a:solidFill>
                <a:latin typeface="BISansOptiCond"/>
                <a:ea typeface="+mn-ea"/>
                <a:cs typeface="BISansOpti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67" spc="400">
                <a:solidFill>
                  <a:schemeClr val="bg1"/>
                </a:solidFill>
              </a:rPr>
              <a:t>WE ARE MENTAL HEALTH 2.0</a:t>
            </a:r>
          </a:p>
        </p:txBody>
      </p:sp>
    </p:spTree>
    <p:extLst>
      <p:ext uri="{BB962C8B-B14F-4D97-AF65-F5344CB8AC3E}">
        <p14:creationId xmlns:p14="http://schemas.microsoft.com/office/powerpoint/2010/main" val="2649485021"/>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showMasterSp="0" preserve="1" userDrawn="1">
  <p:cSld name="Closing contact page (German)">
    <p:spTree>
      <p:nvGrpSpPr>
        <p:cNvPr id="1" name=""/>
        <p:cNvGrpSpPr/>
        <p:nvPr/>
      </p:nvGrpSpPr>
      <p:grpSpPr>
        <a:xfrm>
          <a:off x="0" y="0"/>
          <a:ext cx="0" cy="0"/>
          <a:chOff x="0" y="0"/>
          <a:chExt cx="0" cy="0"/>
        </a:xfrm>
      </p:grpSpPr>
      <p:pic>
        <p:nvPicPr>
          <p:cNvPr id="32" name="Picture 31" descr="A picture containing transport, aircraft&#10;&#10;Description automatically generated">
            <a:extLst>
              <a:ext uri="{FF2B5EF4-FFF2-40B4-BE49-F238E27FC236}">
                <a16:creationId xmlns:a16="http://schemas.microsoft.com/office/drawing/2014/main" id="{11AC220F-A326-4013-84F2-8328944C8CB2}"/>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1" name="Textfeld 10"/>
          <p:cNvSpPr txBox="1"/>
          <p:nvPr userDrawn="1"/>
        </p:nvSpPr>
        <p:spPr>
          <a:xfrm>
            <a:off x="490100" y="5313971"/>
            <a:ext cx="6163984" cy="636008"/>
          </a:xfrm>
          <a:prstGeom prst="rect">
            <a:avLst/>
          </a:prstGeom>
          <a:noFill/>
        </p:spPr>
        <p:txBody>
          <a:bodyPr wrap="square" lIns="0" tIns="0" rIns="0" bIns="0" rtlCol="0">
            <a:spAutoFit/>
          </a:bodyPr>
          <a:lstStyle/>
          <a:p>
            <a:pPr marL="0" marR="0" lvl="0" indent="0" algn="just" defTabSz="1219170" rtl="0" eaLnBrk="1" fontAlgn="auto" latinLnBrk="0" hangingPunct="1">
              <a:lnSpc>
                <a:spcPct val="100000"/>
              </a:lnSpc>
              <a:spcBef>
                <a:spcPts val="0"/>
              </a:spcBef>
              <a:spcAft>
                <a:spcPts val="0"/>
              </a:spcAft>
              <a:buClrTx/>
              <a:buSzTx/>
              <a:buFontTx/>
              <a:buNone/>
              <a:tabLst/>
              <a:defRPr/>
            </a:pPr>
            <a:r>
              <a:rPr lang="de-DE" sz="1333">
                <a:solidFill>
                  <a:schemeClr val="bg1"/>
                </a:solidFill>
                <a:latin typeface="BISansOpti"/>
                <a:cs typeface="BISansOpti"/>
              </a:rPr>
              <a:t>© Boehringer Ingelheim </a:t>
            </a:r>
            <a:r>
              <a:rPr lang="de-DE" sz="1400" noProof="0">
                <a:solidFill>
                  <a:schemeClr val="bg2"/>
                </a:solidFill>
              </a:rPr>
              <a:t>Zum Einfügen des Copyright-Jahres hier klicken</a:t>
            </a:r>
          </a:p>
          <a:p>
            <a:pPr marL="0" marR="0" lvl="0" indent="0" algn="just" defTabSz="1219170" rtl="0" eaLnBrk="1" fontAlgn="auto" latinLnBrk="0" hangingPunct="1">
              <a:lnSpc>
                <a:spcPct val="100000"/>
              </a:lnSpc>
              <a:spcBef>
                <a:spcPts val="0"/>
              </a:spcBef>
              <a:spcAft>
                <a:spcPts val="0"/>
              </a:spcAft>
              <a:buClrTx/>
              <a:buSzTx/>
              <a:buFontTx/>
              <a:buNone/>
              <a:tabLst/>
              <a:defRPr/>
            </a:pPr>
            <a:endParaRPr lang="de-DE" sz="1400" noProof="0">
              <a:solidFill>
                <a:schemeClr val="bg2"/>
              </a:solidFill>
            </a:endParaRPr>
          </a:p>
          <a:p>
            <a:pPr algn="just"/>
            <a:endParaRPr lang="de-DE" sz="1333">
              <a:solidFill>
                <a:schemeClr val="bg1"/>
              </a:solidFill>
              <a:latin typeface="BISansOpti"/>
              <a:cs typeface="BISansOpti"/>
            </a:endParaRPr>
          </a:p>
        </p:txBody>
      </p:sp>
      <p:sp>
        <p:nvSpPr>
          <p:cNvPr id="25" name="Textplatzhalter 6"/>
          <p:cNvSpPr>
            <a:spLocks noGrp="1"/>
          </p:cNvSpPr>
          <p:nvPr>
            <p:ph type="body" sz="quarter" idx="12" hasCustomPrompt="1"/>
          </p:nvPr>
        </p:nvSpPr>
        <p:spPr>
          <a:xfrm>
            <a:off x="9441600" y="951208"/>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Straße / Nr.</a:t>
            </a:r>
          </a:p>
        </p:txBody>
      </p:sp>
      <p:sp>
        <p:nvSpPr>
          <p:cNvPr id="26" name="Textplatzhalter 6"/>
          <p:cNvSpPr>
            <a:spLocks noGrp="1"/>
          </p:cNvSpPr>
          <p:nvPr>
            <p:ph type="body" sz="quarter" idx="13" hasCustomPrompt="1"/>
          </p:nvPr>
        </p:nvSpPr>
        <p:spPr>
          <a:xfrm>
            <a:off x="9441600" y="11615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Postcode/ Town</a:t>
            </a:r>
          </a:p>
        </p:txBody>
      </p:sp>
      <p:sp>
        <p:nvSpPr>
          <p:cNvPr id="27" name="Textplatzhalter 6"/>
          <p:cNvSpPr>
            <a:spLocks noGrp="1"/>
          </p:cNvSpPr>
          <p:nvPr>
            <p:ph type="body" sz="quarter" idx="14" hasCustomPrompt="1"/>
          </p:nvPr>
        </p:nvSpPr>
        <p:spPr>
          <a:xfrm>
            <a:off x="9921600" y="1463708"/>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Telefonnummer</a:t>
            </a:r>
          </a:p>
        </p:txBody>
      </p:sp>
      <p:sp>
        <p:nvSpPr>
          <p:cNvPr id="19" name="Textfeld 18"/>
          <p:cNvSpPr txBox="1"/>
          <p:nvPr userDrawn="1"/>
        </p:nvSpPr>
        <p:spPr>
          <a:xfrm>
            <a:off x="9441601" y="1463709"/>
            <a:ext cx="249107" cy="205121"/>
          </a:xfrm>
          <a:prstGeom prst="rect">
            <a:avLst/>
          </a:prstGeom>
          <a:noFill/>
        </p:spPr>
        <p:txBody>
          <a:bodyPr wrap="none" lIns="0" tIns="0" rIns="0" bIns="0" rtlCol="0">
            <a:spAutoFit/>
          </a:bodyPr>
          <a:lstStyle/>
          <a:p>
            <a:r>
              <a:rPr lang="de-DE" sz="1333">
                <a:solidFill>
                  <a:schemeClr val="bg1"/>
                </a:solidFill>
                <a:latin typeface="BISansOpti"/>
                <a:cs typeface="BISansOpti"/>
              </a:rPr>
              <a:t>Tel:</a:t>
            </a:r>
          </a:p>
        </p:txBody>
      </p:sp>
      <p:sp>
        <p:nvSpPr>
          <p:cNvPr id="28" name="Textplatzhalter 6"/>
          <p:cNvSpPr>
            <a:spLocks noGrp="1"/>
          </p:cNvSpPr>
          <p:nvPr>
            <p:ph type="body" sz="quarter" idx="15" hasCustomPrompt="1"/>
          </p:nvPr>
        </p:nvSpPr>
        <p:spPr>
          <a:xfrm>
            <a:off x="9921600" y="1675200"/>
            <a:ext cx="182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fax machine</a:t>
            </a:r>
          </a:p>
        </p:txBody>
      </p:sp>
      <p:sp>
        <p:nvSpPr>
          <p:cNvPr id="29" name="Textfeld 28"/>
          <p:cNvSpPr txBox="1"/>
          <p:nvPr userDrawn="1"/>
        </p:nvSpPr>
        <p:spPr>
          <a:xfrm>
            <a:off x="9441600" y="1675201"/>
            <a:ext cx="288412" cy="205121"/>
          </a:xfrm>
          <a:prstGeom prst="rect">
            <a:avLst/>
          </a:prstGeom>
          <a:noFill/>
        </p:spPr>
        <p:txBody>
          <a:bodyPr wrap="none" lIns="0" tIns="0" rIns="0" bIns="0" rtlCol="0">
            <a:spAutoFit/>
          </a:bodyPr>
          <a:lstStyle/>
          <a:p>
            <a:r>
              <a:rPr lang="de-DE" sz="1333">
                <a:solidFill>
                  <a:schemeClr val="bg1"/>
                </a:solidFill>
                <a:latin typeface="BISansOpti"/>
                <a:cs typeface="BISansOpti"/>
              </a:rPr>
              <a:t>Fax:</a:t>
            </a:r>
          </a:p>
        </p:txBody>
      </p:sp>
      <p:sp>
        <p:nvSpPr>
          <p:cNvPr id="30" name="Textplatzhalter 6"/>
          <p:cNvSpPr>
            <a:spLocks noGrp="1"/>
          </p:cNvSpPr>
          <p:nvPr>
            <p:ph type="body" sz="quarter" idx="16" hasCustomPrompt="1"/>
          </p:nvPr>
        </p:nvSpPr>
        <p:spPr>
          <a:xfrm>
            <a:off x="9441600" y="1971975"/>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Email-address</a:t>
            </a:r>
          </a:p>
        </p:txBody>
      </p:sp>
      <p:sp>
        <p:nvSpPr>
          <p:cNvPr id="31" name="Textplatzhalter 6"/>
          <p:cNvSpPr>
            <a:spLocks noGrp="1"/>
          </p:cNvSpPr>
          <p:nvPr>
            <p:ph type="body" sz="quarter" idx="17" hasCustomPrompt="1"/>
          </p:nvPr>
        </p:nvSpPr>
        <p:spPr>
          <a:xfrm>
            <a:off x="9441600" y="2184000"/>
            <a:ext cx="2304000" cy="206400"/>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Website</a:t>
            </a:r>
          </a:p>
        </p:txBody>
      </p:sp>
      <p:sp>
        <p:nvSpPr>
          <p:cNvPr id="21" name="Textplatzhalter 20"/>
          <p:cNvSpPr>
            <a:spLocks noGrp="1"/>
          </p:cNvSpPr>
          <p:nvPr>
            <p:ph type="body" sz="quarter" idx="18" hasCustomPrompt="1"/>
          </p:nvPr>
        </p:nvSpPr>
        <p:spPr>
          <a:xfrm>
            <a:off x="489600" y="2760001"/>
            <a:ext cx="7166400" cy="472017"/>
          </a:xfrm>
        </p:spPr>
        <p:txBody>
          <a:bodyPr>
            <a:noAutofit/>
          </a:bodyPr>
          <a:lstStyle>
            <a:lvl1pPr marL="0" indent="0">
              <a:buNone/>
              <a:defRPr baseline="0">
                <a:solidFill>
                  <a:schemeClr val="bg1"/>
                </a:solidFill>
                <a:latin typeface="BISansOpti"/>
                <a:cs typeface="BISansOpti"/>
              </a:defRPr>
            </a:lvl1pPr>
          </a:lstStyle>
          <a:p>
            <a:pPr marL="0" marR="0" lvl="0" indent="0" algn="l" defTabSz="1219170" rtl="0" eaLnBrk="1" fontAlgn="auto" latinLnBrk="0" hangingPunct="1">
              <a:lnSpc>
                <a:spcPct val="100000"/>
              </a:lnSpc>
              <a:spcBef>
                <a:spcPts val="533"/>
              </a:spcBef>
              <a:spcAft>
                <a:spcPts val="0"/>
              </a:spcAft>
              <a:buClrTx/>
              <a:buSzTx/>
              <a:buFont typeface="Arial" panose="020B0604020202020204" pitchFamily="34" charset="0"/>
              <a:buNone/>
              <a:tabLst/>
              <a:defRPr/>
            </a:pPr>
            <a:r>
              <a:rPr lang="de-DE" noProof="0"/>
              <a:t>Überschrift für weitere Informationen:</a:t>
            </a:r>
          </a:p>
          <a:p>
            <a:pPr lvl="0"/>
            <a:endParaRPr lang="en-GB" noProof="0"/>
          </a:p>
        </p:txBody>
      </p:sp>
      <p:sp>
        <p:nvSpPr>
          <p:cNvPr id="33" name="Textplatzhalter 20"/>
          <p:cNvSpPr>
            <a:spLocks noGrp="1"/>
          </p:cNvSpPr>
          <p:nvPr>
            <p:ph type="body" sz="quarter" idx="19" hasCustomPrompt="1"/>
          </p:nvPr>
        </p:nvSpPr>
        <p:spPr>
          <a:xfrm>
            <a:off x="489600" y="3233728"/>
            <a:ext cx="7166400" cy="1881600"/>
          </a:xfrm>
        </p:spPr>
        <p:txBody>
          <a:bodyPr>
            <a:noAutofit/>
          </a:bodyPr>
          <a:lstStyle>
            <a:lvl1pPr marL="0" indent="0">
              <a:spcBef>
                <a:spcPts val="0"/>
              </a:spcBef>
              <a:buNone/>
              <a:defRPr sz="2400" baseline="0">
                <a:solidFill>
                  <a:schemeClr val="bg1"/>
                </a:solidFill>
                <a:latin typeface="BISansOpti"/>
                <a:cs typeface="BISansOpti"/>
              </a:defRPr>
            </a:lvl1pPr>
          </a:lstStyle>
          <a:p>
            <a:pPr lvl="0"/>
            <a:r>
              <a:rPr lang="de-DE"/>
              <a:t>Fügen Sie hier die Website-Adressen ein</a:t>
            </a:r>
          </a:p>
        </p:txBody>
      </p:sp>
      <p:sp>
        <p:nvSpPr>
          <p:cNvPr id="38" name="Textplatzhalter 6">
            <a:extLst>
              <a:ext uri="{FF2B5EF4-FFF2-40B4-BE49-F238E27FC236}">
                <a16:creationId xmlns:a16="http://schemas.microsoft.com/office/drawing/2014/main" id="{B2A6F781-119D-A24E-9B11-D046CEB4AC7A}"/>
              </a:ext>
            </a:extLst>
          </p:cNvPr>
          <p:cNvSpPr>
            <a:spLocks noGrp="1"/>
          </p:cNvSpPr>
          <p:nvPr>
            <p:ph type="body" sz="quarter" idx="22" hasCustomPrompt="1"/>
          </p:nvPr>
        </p:nvSpPr>
        <p:spPr>
          <a:xfrm>
            <a:off x="9441600" y="345302"/>
            <a:ext cx="2304000" cy="548663"/>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Firmenbezeichnung</a:t>
            </a:r>
          </a:p>
        </p:txBody>
      </p:sp>
      <p:pic>
        <p:nvPicPr>
          <p:cNvPr id="41" name="Picture 40">
            <a:extLst>
              <a:ext uri="{FF2B5EF4-FFF2-40B4-BE49-F238E27FC236}">
                <a16:creationId xmlns:a16="http://schemas.microsoft.com/office/drawing/2014/main" id="{48089703-DF56-714C-83CE-95B1A58E9A5D}"/>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0" y="2488705"/>
            <a:ext cx="12192000" cy="25400"/>
          </a:xfrm>
          <a:prstGeom prst="rect">
            <a:avLst/>
          </a:prstGeom>
        </p:spPr>
      </p:pic>
      <p:sp>
        <p:nvSpPr>
          <p:cNvPr id="24" name="Textplatzhalter 6">
            <a:extLst>
              <a:ext uri="{FF2B5EF4-FFF2-40B4-BE49-F238E27FC236}">
                <a16:creationId xmlns:a16="http://schemas.microsoft.com/office/drawing/2014/main" id="{8A3A6A9D-FE9A-4651-8EBB-515BB8269E41}"/>
              </a:ext>
            </a:extLst>
          </p:cNvPr>
          <p:cNvSpPr>
            <a:spLocks noGrp="1"/>
          </p:cNvSpPr>
          <p:nvPr>
            <p:ph type="body" sz="quarter" idx="23" hasCustomPrompt="1"/>
          </p:nvPr>
        </p:nvSpPr>
        <p:spPr>
          <a:xfrm>
            <a:off x="487139" y="5547612"/>
            <a:ext cx="4260872" cy="316104"/>
          </a:xfrm>
        </p:spPr>
        <p:txBody>
          <a:bodyPr/>
          <a:lstStyle>
            <a:lvl1pPr marL="0" marR="0" indent="0" algn="l" defTabSz="1219170" rtl="0" eaLnBrk="1" fontAlgn="auto" latinLnBrk="0" hangingPunct="1">
              <a:lnSpc>
                <a:spcPct val="100000"/>
              </a:lnSpc>
              <a:spcBef>
                <a:spcPts val="0"/>
              </a:spcBef>
              <a:spcAft>
                <a:spcPts val="0"/>
              </a:spcAft>
              <a:buClrTx/>
              <a:buSzTx/>
              <a:buFont typeface="Arial" panose="020B0604020202020204" pitchFamily="34" charset="0"/>
              <a:buNone/>
              <a:tabLst/>
              <a:defRPr sz="1333" b="0" i="0" baseline="0">
                <a:solidFill>
                  <a:schemeClr val="bg1"/>
                </a:solidFill>
                <a:latin typeface="BISansOpti"/>
                <a:cs typeface="BISansOpti"/>
              </a:defRPr>
            </a:lvl1pPr>
          </a:lstStyle>
          <a:p>
            <a:pPr lvl="0"/>
            <a:r>
              <a:rPr lang="de-DE"/>
              <a:t>Zum Einfügen des Copyright-Textes hier klicken</a:t>
            </a:r>
          </a:p>
        </p:txBody>
      </p:sp>
      <p:grpSp>
        <p:nvGrpSpPr>
          <p:cNvPr id="42" name="Group 41">
            <a:extLst>
              <a:ext uri="{FF2B5EF4-FFF2-40B4-BE49-F238E27FC236}">
                <a16:creationId xmlns:a16="http://schemas.microsoft.com/office/drawing/2014/main" id="{059F6757-A6A6-754E-AAAD-D335E6C6F19A}"/>
              </a:ext>
            </a:extLst>
          </p:cNvPr>
          <p:cNvGrpSpPr/>
          <p:nvPr userDrawn="1"/>
        </p:nvGrpSpPr>
        <p:grpSpPr>
          <a:xfrm>
            <a:off x="490102" y="1733172"/>
            <a:ext cx="3157253" cy="415443"/>
            <a:chOff x="367576" y="1233589"/>
            <a:chExt cx="2871722" cy="377872"/>
          </a:xfrm>
        </p:grpSpPr>
        <p:sp>
          <p:nvSpPr>
            <p:cNvPr id="43" name="Freeform 1">
              <a:extLst>
                <a:ext uri="{FF2B5EF4-FFF2-40B4-BE49-F238E27FC236}">
                  <a16:creationId xmlns:a16="http://schemas.microsoft.com/office/drawing/2014/main" id="{1B1174CA-AEBC-9743-831A-0EBAA305A7A9}"/>
                </a:ext>
              </a:extLst>
            </p:cNvPr>
            <p:cNvSpPr>
              <a:spLocks noChangeAspect="1" noChangeArrowheads="1"/>
            </p:cNvSpPr>
            <p:nvPr userDrawn="1"/>
          </p:nvSpPr>
          <p:spPr bwMode="auto">
            <a:xfrm>
              <a:off x="367576" y="1233589"/>
              <a:ext cx="359997" cy="359997"/>
            </a:xfrm>
            <a:custGeom>
              <a:avLst/>
              <a:gdLst>
                <a:gd name="T0" fmla="*/ 19 w 14438"/>
                <a:gd name="T1" fmla="*/ 766 h 14438"/>
                <a:gd name="T2" fmla="*/ 35 w 14438"/>
                <a:gd name="T3" fmla="*/ 713 h 14438"/>
                <a:gd name="T4" fmla="*/ 95 w 14438"/>
                <a:gd name="T5" fmla="*/ 535 h 14438"/>
                <a:gd name="T6" fmla="*/ 182 w 14438"/>
                <a:gd name="T7" fmla="*/ 382 h 14438"/>
                <a:gd name="T8" fmla="*/ 295 w 14438"/>
                <a:gd name="T9" fmla="*/ 253 h 14438"/>
                <a:gd name="T10" fmla="*/ 434 w 14438"/>
                <a:gd name="T11" fmla="*/ 149 h 14438"/>
                <a:gd name="T12" fmla="*/ 598 w 14438"/>
                <a:gd name="T13" fmla="*/ 69 h 14438"/>
                <a:gd name="T14" fmla="*/ 13628 w 14438"/>
                <a:gd name="T15" fmla="*/ 0 h 14438"/>
                <a:gd name="T16" fmla="*/ 13675 w 14438"/>
                <a:gd name="T17" fmla="*/ 24 h 14438"/>
                <a:gd name="T18" fmla="*/ 13780 w 14438"/>
                <a:gd name="T19" fmla="*/ 53 h 14438"/>
                <a:gd name="T20" fmla="*/ 14011 w 14438"/>
                <a:gd name="T21" fmla="*/ 154 h 14438"/>
                <a:gd name="T22" fmla="*/ 14194 w 14438"/>
                <a:gd name="T23" fmla="*/ 297 h 14438"/>
                <a:gd name="T24" fmla="*/ 14328 w 14438"/>
                <a:gd name="T25" fmla="*/ 482 h 14438"/>
                <a:gd name="T26" fmla="*/ 14409 w 14438"/>
                <a:gd name="T27" fmla="*/ 706 h 14438"/>
                <a:gd name="T28" fmla="*/ 14437 w 14438"/>
                <a:gd name="T29" fmla="*/ 966 h 14438"/>
                <a:gd name="T30" fmla="*/ 14420 w 14438"/>
                <a:gd name="T31" fmla="*/ 13674 h 14438"/>
                <a:gd name="T32" fmla="*/ 14331 w 14438"/>
                <a:gd name="T33" fmla="*/ 13951 h 14438"/>
                <a:gd name="T34" fmla="*/ 14175 w 14438"/>
                <a:gd name="T35" fmla="*/ 14172 h 14438"/>
                <a:gd name="T36" fmla="*/ 13956 w 14438"/>
                <a:gd name="T37" fmla="*/ 14330 h 14438"/>
                <a:gd name="T38" fmla="*/ 13681 w 14438"/>
                <a:gd name="T39" fmla="*/ 14419 h 14438"/>
                <a:gd name="T40" fmla="*/ 10100 w 14438"/>
                <a:gd name="T41" fmla="*/ 14436 h 14438"/>
                <a:gd name="T42" fmla="*/ 9952 w 14438"/>
                <a:gd name="T43" fmla="*/ 14430 h 14438"/>
                <a:gd name="T44" fmla="*/ 11610 w 14438"/>
                <a:gd name="T45" fmla="*/ 9040 h 14438"/>
                <a:gd name="T46" fmla="*/ 11676 w 14438"/>
                <a:gd name="T47" fmla="*/ 9035 h 14438"/>
                <a:gd name="T48" fmla="*/ 11714 w 14438"/>
                <a:gd name="T49" fmla="*/ 9022 h 14438"/>
                <a:gd name="T50" fmla="*/ 11742 w 14438"/>
                <a:gd name="T51" fmla="*/ 8998 h 14438"/>
                <a:gd name="T52" fmla="*/ 11764 w 14438"/>
                <a:gd name="T53" fmla="*/ 8961 h 14438"/>
                <a:gd name="T54" fmla="*/ 11778 w 14438"/>
                <a:gd name="T55" fmla="*/ 8907 h 14438"/>
                <a:gd name="T56" fmla="*/ 9941 w 14438"/>
                <a:gd name="T57" fmla="*/ 6760 h 14438"/>
                <a:gd name="T58" fmla="*/ 9960 w 14438"/>
                <a:gd name="T59" fmla="*/ 5621 h 14438"/>
                <a:gd name="T60" fmla="*/ 10017 w 14438"/>
                <a:gd name="T61" fmla="*/ 5333 h 14438"/>
                <a:gd name="T62" fmla="*/ 10120 w 14438"/>
                <a:gd name="T63" fmla="*/ 5080 h 14438"/>
                <a:gd name="T64" fmla="*/ 10272 w 14438"/>
                <a:gd name="T65" fmla="*/ 4871 h 14438"/>
                <a:gd name="T66" fmla="*/ 10468 w 14438"/>
                <a:gd name="T67" fmla="*/ 4711 h 14438"/>
                <a:gd name="T68" fmla="*/ 10705 w 14438"/>
                <a:gd name="T69" fmla="*/ 4604 h 14438"/>
                <a:gd name="T70" fmla="*/ 10979 w 14438"/>
                <a:gd name="T71" fmla="*/ 4553 h 14438"/>
                <a:gd name="T72" fmla="*/ 11951 w 14438"/>
                <a:gd name="T73" fmla="*/ 4524 h 14438"/>
                <a:gd name="T74" fmla="*/ 12121 w 14438"/>
                <a:gd name="T75" fmla="*/ 2250 h 14438"/>
                <a:gd name="T76" fmla="*/ 10259 w 14438"/>
                <a:gd name="T77" fmla="*/ 2251 h 14438"/>
                <a:gd name="T78" fmla="*/ 9557 w 14438"/>
                <a:gd name="T79" fmla="*/ 2358 h 14438"/>
                <a:gd name="T80" fmla="*/ 8930 w 14438"/>
                <a:gd name="T81" fmla="*/ 2653 h 14438"/>
                <a:gd name="T82" fmla="*/ 8449 w 14438"/>
                <a:gd name="T83" fmla="*/ 3073 h 14438"/>
                <a:gd name="T84" fmla="*/ 8169 w 14438"/>
                <a:gd name="T85" fmla="*/ 3441 h 14438"/>
                <a:gd name="T86" fmla="*/ 7901 w 14438"/>
                <a:gd name="T87" fmla="*/ 3976 h 14438"/>
                <a:gd name="T88" fmla="*/ 7695 w 14438"/>
                <a:gd name="T89" fmla="*/ 4854 h 14438"/>
                <a:gd name="T90" fmla="*/ 7660 w 14438"/>
                <a:gd name="T91" fmla="*/ 5883 h 14438"/>
                <a:gd name="T92" fmla="*/ 5871 w 14438"/>
                <a:gd name="T93" fmla="*/ 6766 h 14438"/>
                <a:gd name="T94" fmla="*/ 7656 w 14438"/>
                <a:gd name="T95" fmla="*/ 14428 h 14438"/>
                <a:gd name="T96" fmla="*/ 7590 w 14438"/>
                <a:gd name="T97" fmla="*/ 14436 h 14438"/>
                <a:gd name="T98" fmla="*/ 820 w 14438"/>
                <a:gd name="T99" fmla="*/ 14431 h 14438"/>
                <a:gd name="T100" fmla="*/ 608 w 14438"/>
                <a:gd name="T101" fmla="*/ 14386 h 14438"/>
                <a:gd name="T102" fmla="*/ 418 w 14438"/>
                <a:gd name="T103" fmla="*/ 14292 h 14438"/>
                <a:gd name="T104" fmla="*/ 257 w 14438"/>
                <a:gd name="T105" fmla="*/ 14157 h 14438"/>
                <a:gd name="T106" fmla="*/ 132 w 14438"/>
                <a:gd name="T107" fmla="*/ 13987 h 14438"/>
                <a:gd name="T108" fmla="*/ 48 w 14438"/>
                <a:gd name="T109" fmla="*/ 13788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438" h="14438">
                  <a:moveTo>
                    <a:pt x="0" y="13628"/>
                  </a:moveTo>
                  <a:lnTo>
                    <a:pt x="0" y="818"/>
                  </a:lnTo>
                  <a:lnTo>
                    <a:pt x="19" y="766"/>
                  </a:lnTo>
                  <a:lnTo>
                    <a:pt x="28" y="740"/>
                  </a:lnTo>
                  <a:lnTo>
                    <a:pt x="32" y="726"/>
                  </a:lnTo>
                  <a:lnTo>
                    <a:pt x="35" y="713"/>
                  </a:lnTo>
                  <a:lnTo>
                    <a:pt x="52" y="651"/>
                  </a:lnTo>
                  <a:lnTo>
                    <a:pt x="72" y="591"/>
                  </a:lnTo>
                  <a:lnTo>
                    <a:pt x="95" y="535"/>
                  </a:lnTo>
                  <a:lnTo>
                    <a:pt x="122" y="481"/>
                  </a:lnTo>
                  <a:lnTo>
                    <a:pt x="150" y="430"/>
                  </a:lnTo>
                  <a:lnTo>
                    <a:pt x="182" y="382"/>
                  </a:lnTo>
                  <a:lnTo>
                    <a:pt x="217" y="336"/>
                  </a:lnTo>
                  <a:lnTo>
                    <a:pt x="255" y="293"/>
                  </a:lnTo>
                  <a:lnTo>
                    <a:pt x="295" y="253"/>
                  </a:lnTo>
                  <a:lnTo>
                    <a:pt x="339" y="216"/>
                  </a:lnTo>
                  <a:lnTo>
                    <a:pt x="385" y="181"/>
                  </a:lnTo>
                  <a:lnTo>
                    <a:pt x="434" y="149"/>
                  </a:lnTo>
                  <a:lnTo>
                    <a:pt x="486" y="120"/>
                  </a:lnTo>
                  <a:lnTo>
                    <a:pt x="541" y="93"/>
                  </a:lnTo>
                  <a:lnTo>
                    <a:pt x="598" y="69"/>
                  </a:lnTo>
                  <a:lnTo>
                    <a:pt x="659" y="48"/>
                  </a:lnTo>
                  <a:lnTo>
                    <a:pt x="818" y="0"/>
                  </a:lnTo>
                  <a:lnTo>
                    <a:pt x="13628" y="0"/>
                  </a:lnTo>
                  <a:lnTo>
                    <a:pt x="13659" y="16"/>
                  </a:lnTo>
                  <a:lnTo>
                    <a:pt x="13667" y="20"/>
                  </a:lnTo>
                  <a:lnTo>
                    <a:pt x="13675" y="24"/>
                  </a:lnTo>
                  <a:lnTo>
                    <a:pt x="13684" y="27"/>
                  </a:lnTo>
                  <a:lnTo>
                    <a:pt x="13692" y="29"/>
                  </a:lnTo>
                  <a:lnTo>
                    <a:pt x="13780" y="53"/>
                  </a:lnTo>
                  <a:lnTo>
                    <a:pt x="13862" y="81"/>
                  </a:lnTo>
                  <a:lnTo>
                    <a:pt x="13939" y="115"/>
                  </a:lnTo>
                  <a:lnTo>
                    <a:pt x="14011" y="154"/>
                  </a:lnTo>
                  <a:lnTo>
                    <a:pt x="14078" y="197"/>
                  </a:lnTo>
                  <a:lnTo>
                    <a:pt x="14139" y="245"/>
                  </a:lnTo>
                  <a:lnTo>
                    <a:pt x="14194" y="297"/>
                  </a:lnTo>
                  <a:lnTo>
                    <a:pt x="14245" y="355"/>
                  </a:lnTo>
                  <a:lnTo>
                    <a:pt x="14289" y="416"/>
                  </a:lnTo>
                  <a:lnTo>
                    <a:pt x="14328" y="482"/>
                  </a:lnTo>
                  <a:lnTo>
                    <a:pt x="14361" y="553"/>
                  </a:lnTo>
                  <a:lnTo>
                    <a:pt x="14388" y="627"/>
                  </a:lnTo>
                  <a:lnTo>
                    <a:pt x="14409" y="706"/>
                  </a:lnTo>
                  <a:lnTo>
                    <a:pt x="14425" y="788"/>
                  </a:lnTo>
                  <a:lnTo>
                    <a:pt x="14434" y="875"/>
                  </a:lnTo>
                  <a:lnTo>
                    <a:pt x="14437" y="966"/>
                  </a:lnTo>
                  <a:lnTo>
                    <a:pt x="14437" y="13462"/>
                  </a:lnTo>
                  <a:lnTo>
                    <a:pt x="14433" y="13571"/>
                  </a:lnTo>
                  <a:lnTo>
                    <a:pt x="14420" y="13674"/>
                  </a:lnTo>
                  <a:lnTo>
                    <a:pt x="14398" y="13772"/>
                  </a:lnTo>
                  <a:lnTo>
                    <a:pt x="14369" y="13864"/>
                  </a:lnTo>
                  <a:lnTo>
                    <a:pt x="14331" y="13951"/>
                  </a:lnTo>
                  <a:lnTo>
                    <a:pt x="14286" y="14031"/>
                  </a:lnTo>
                  <a:lnTo>
                    <a:pt x="14234" y="14105"/>
                  </a:lnTo>
                  <a:lnTo>
                    <a:pt x="14175" y="14172"/>
                  </a:lnTo>
                  <a:lnTo>
                    <a:pt x="14108" y="14232"/>
                  </a:lnTo>
                  <a:lnTo>
                    <a:pt x="14035" y="14284"/>
                  </a:lnTo>
                  <a:lnTo>
                    <a:pt x="13956" y="14330"/>
                  </a:lnTo>
                  <a:lnTo>
                    <a:pt x="13870" y="14368"/>
                  </a:lnTo>
                  <a:lnTo>
                    <a:pt x="13779" y="14397"/>
                  </a:lnTo>
                  <a:lnTo>
                    <a:pt x="13681" y="14419"/>
                  </a:lnTo>
                  <a:lnTo>
                    <a:pt x="13579" y="14432"/>
                  </a:lnTo>
                  <a:lnTo>
                    <a:pt x="13471" y="14437"/>
                  </a:lnTo>
                  <a:lnTo>
                    <a:pt x="10100" y="14436"/>
                  </a:lnTo>
                  <a:lnTo>
                    <a:pt x="10063" y="14435"/>
                  </a:lnTo>
                  <a:lnTo>
                    <a:pt x="10026" y="14434"/>
                  </a:lnTo>
                  <a:lnTo>
                    <a:pt x="9952" y="14430"/>
                  </a:lnTo>
                  <a:lnTo>
                    <a:pt x="9952" y="9038"/>
                  </a:lnTo>
                  <a:lnTo>
                    <a:pt x="10115" y="9038"/>
                  </a:lnTo>
                  <a:lnTo>
                    <a:pt x="11610" y="9040"/>
                  </a:lnTo>
                  <a:lnTo>
                    <a:pt x="11646" y="9039"/>
                  </a:lnTo>
                  <a:lnTo>
                    <a:pt x="11661" y="9038"/>
                  </a:lnTo>
                  <a:lnTo>
                    <a:pt x="11676" y="9035"/>
                  </a:lnTo>
                  <a:lnTo>
                    <a:pt x="11690" y="9032"/>
                  </a:lnTo>
                  <a:lnTo>
                    <a:pt x="11702" y="9027"/>
                  </a:lnTo>
                  <a:lnTo>
                    <a:pt x="11714" y="9022"/>
                  </a:lnTo>
                  <a:lnTo>
                    <a:pt x="11724" y="9015"/>
                  </a:lnTo>
                  <a:lnTo>
                    <a:pt x="11734" y="9007"/>
                  </a:lnTo>
                  <a:lnTo>
                    <a:pt x="11742" y="8998"/>
                  </a:lnTo>
                  <a:lnTo>
                    <a:pt x="11750" y="8987"/>
                  </a:lnTo>
                  <a:lnTo>
                    <a:pt x="11757" y="8975"/>
                  </a:lnTo>
                  <a:lnTo>
                    <a:pt x="11764" y="8961"/>
                  </a:lnTo>
                  <a:lnTo>
                    <a:pt x="11769" y="8945"/>
                  </a:lnTo>
                  <a:lnTo>
                    <a:pt x="11774" y="8927"/>
                  </a:lnTo>
                  <a:lnTo>
                    <a:pt x="11778" y="8907"/>
                  </a:lnTo>
                  <a:lnTo>
                    <a:pt x="12106" y="7266"/>
                  </a:lnTo>
                  <a:lnTo>
                    <a:pt x="12201" y="6760"/>
                  </a:lnTo>
                  <a:lnTo>
                    <a:pt x="9941" y="6760"/>
                  </a:lnTo>
                  <a:lnTo>
                    <a:pt x="9944" y="5817"/>
                  </a:lnTo>
                  <a:lnTo>
                    <a:pt x="9950" y="5719"/>
                  </a:lnTo>
                  <a:lnTo>
                    <a:pt x="9960" y="5621"/>
                  </a:lnTo>
                  <a:lnTo>
                    <a:pt x="9976" y="5523"/>
                  </a:lnTo>
                  <a:lnTo>
                    <a:pt x="9994" y="5427"/>
                  </a:lnTo>
                  <a:lnTo>
                    <a:pt x="10017" y="5333"/>
                  </a:lnTo>
                  <a:lnTo>
                    <a:pt x="10046" y="5244"/>
                  </a:lnTo>
                  <a:lnTo>
                    <a:pt x="10080" y="5159"/>
                  </a:lnTo>
                  <a:lnTo>
                    <a:pt x="10120" y="5080"/>
                  </a:lnTo>
                  <a:lnTo>
                    <a:pt x="10166" y="5005"/>
                  </a:lnTo>
                  <a:lnTo>
                    <a:pt x="10216" y="4936"/>
                  </a:lnTo>
                  <a:lnTo>
                    <a:pt x="10272" y="4871"/>
                  </a:lnTo>
                  <a:lnTo>
                    <a:pt x="10332" y="4812"/>
                  </a:lnTo>
                  <a:lnTo>
                    <a:pt x="10398" y="4759"/>
                  </a:lnTo>
                  <a:lnTo>
                    <a:pt x="10468" y="4711"/>
                  </a:lnTo>
                  <a:lnTo>
                    <a:pt x="10542" y="4669"/>
                  </a:lnTo>
                  <a:lnTo>
                    <a:pt x="10621" y="4633"/>
                  </a:lnTo>
                  <a:lnTo>
                    <a:pt x="10705" y="4604"/>
                  </a:lnTo>
                  <a:lnTo>
                    <a:pt x="10792" y="4580"/>
                  </a:lnTo>
                  <a:lnTo>
                    <a:pt x="10884" y="4563"/>
                  </a:lnTo>
                  <a:lnTo>
                    <a:pt x="10979" y="4553"/>
                  </a:lnTo>
                  <a:lnTo>
                    <a:pt x="11222" y="4539"/>
                  </a:lnTo>
                  <a:lnTo>
                    <a:pt x="11465" y="4532"/>
                  </a:lnTo>
                  <a:lnTo>
                    <a:pt x="11951" y="4524"/>
                  </a:lnTo>
                  <a:lnTo>
                    <a:pt x="12187" y="4524"/>
                  </a:lnTo>
                  <a:lnTo>
                    <a:pt x="12187" y="2254"/>
                  </a:lnTo>
                  <a:lnTo>
                    <a:pt x="12121" y="2250"/>
                  </a:lnTo>
                  <a:lnTo>
                    <a:pt x="12092" y="2249"/>
                  </a:lnTo>
                  <a:lnTo>
                    <a:pt x="12064" y="2248"/>
                  </a:lnTo>
                  <a:lnTo>
                    <a:pt x="10259" y="2251"/>
                  </a:lnTo>
                  <a:lnTo>
                    <a:pt x="10017" y="2266"/>
                  </a:lnTo>
                  <a:lnTo>
                    <a:pt x="9783" y="2301"/>
                  </a:lnTo>
                  <a:lnTo>
                    <a:pt x="9557" y="2358"/>
                  </a:lnTo>
                  <a:lnTo>
                    <a:pt x="9339" y="2435"/>
                  </a:lnTo>
                  <a:lnTo>
                    <a:pt x="9130" y="2533"/>
                  </a:lnTo>
                  <a:lnTo>
                    <a:pt x="8930" y="2653"/>
                  </a:lnTo>
                  <a:lnTo>
                    <a:pt x="8740" y="2794"/>
                  </a:lnTo>
                  <a:lnTo>
                    <a:pt x="8559" y="2958"/>
                  </a:lnTo>
                  <a:lnTo>
                    <a:pt x="8449" y="3073"/>
                  </a:lnTo>
                  <a:lnTo>
                    <a:pt x="8348" y="3193"/>
                  </a:lnTo>
                  <a:lnTo>
                    <a:pt x="8254" y="3315"/>
                  </a:lnTo>
                  <a:lnTo>
                    <a:pt x="8169" y="3441"/>
                  </a:lnTo>
                  <a:lnTo>
                    <a:pt x="8091" y="3570"/>
                  </a:lnTo>
                  <a:lnTo>
                    <a:pt x="8021" y="3703"/>
                  </a:lnTo>
                  <a:lnTo>
                    <a:pt x="7901" y="3976"/>
                  </a:lnTo>
                  <a:lnTo>
                    <a:pt x="7808" y="4259"/>
                  </a:lnTo>
                  <a:lnTo>
                    <a:pt x="7740" y="4553"/>
                  </a:lnTo>
                  <a:lnTo>
                    <a:pt x="7695" y="4854"/>
                  </a:lnTo>
                  <a:lnTo>
                    <a:pt x="7670" y="5164"/>
                  </a:lnTo>
                  <a:lnTo>
                    <a:pt x="7660" y="5523"/>
                  </a:lnTo>
                  <a:lnTo>
                    <a:pt x="7660" y="5883"/>
                  </a:lnTo>
                  <a:lnTo>
                    <a:pt x="7665" y="6603"/>
                  </a:lnTo>
                  <a:lnTo>
                    <a:pt x="7665" y="6766"/>
                  </a:lnTo>
                  <a:lnTo>
                    <a:pt x="5871" y="6766"/>
                  </a:lnTo>
                  <a:lnTo>
                    <a:pt x="5871" y="9041"/>
                  </a:lnTo>
                  <a:lnTo>
                    <a:pt x="7656" y="9041"/>
                  </a:lnTo>
                  <a:lnTo>
                    <a:pt x="7656" y="14428"/>
                  </a:lnTo>
                  <a:lnTo>
                    <a:pt x="7616" y="14433"/>
                  </a:lnTo>
                  <a:lnTo>
                    <a:pt x="7598" y="14435"/>
                  </a:lnTo>
                  <a:lnTo>
                    <a:pt x="7590" y="14436"/>
                  </a:lnTo>
                  <a:lnTo>
                    <a:pt x="7581" y="14436"/>
                  </a:lnTo>
                  <a:lnTo>
                    <a:pt x="895" y="14434"/>
                  </a:lnTo>
                  <a:lnTo>
                    <a:pt x="820" y="14431"/>
                  </a:lnTo>
                  <a:lnTo>
                    <a:pt x="748" y="14422"/>
                  </a:lnTo>
                  <a:lnTo>
                    <a:pt x="677" y="14407"/>
                  </a:lnTo>
                  <a:lnTo>
                    <a:pt x="608" y="14386"/>
                  </a:lnTo>
                  <a:lnTo>
                    <a:pt x="542" y="14360"/>
                  </a:lnTo>
                  <a:lnTo>
                    <a:pt x="479" y="14328"/>
                  </a:lnTo>
                  <a:lnTo>
                    <a:pt x="418" y="14292"/>
                  </a:lnTo>
                  <a:lnTo>
                    <a:pt x="361" y="14252"/>
                  </a:lnTo>
                  <a:lnTo>
                    <a:pt x="307" y="14207"/>
                  </a:lnTo>
                  <a:lnTo>
                    <a:pt x="257" y="14157"/>
                  </a:lnTo>
                  <a:lnTo>
                    <a:pt x="211" y="14104"/>
                  </a:lnTo>
                  <a:lnTo>
                    <a:pt x="169" y="14047"/>
                  </a:lnTo>
                  <a:lnTo>
                    <a:pt x="132" y="13987"/>
                  </a:lnTo>
                  <a:lnTo>
                    <a:pt x="99" y="13923"/>
                  </a:lnTo>
                  <a:lnTo>
                    <a:pt x="71" y="13857"/>
                  </a:lnTo>
                  <a:lnTo>
                    <a:pt x="48" y="13788"/>
                  </a:lnTo>
                  <a:lnTo>
                    <a:pt x="0" y="13628"/>
                  </a:lnTo>
                </a:path>
              </a:pathLst>
            </a:custGeom>
            <a:solidFill>
              <a:schemeClr val="bg1"/>
            </a:solidFill>
            <a:ln>
              <a:noFill/>
            </a:ln>
            <a:effectLst/>
          </p:spPr>
          <p:txBody>
            <a:bodyPr wrap="none" anchor="ctr"/>
            <a:lstStyle/>
            <a:p>
              <a:endParaRPr lang="de-DE" sz="2400">
                <a:solidFill>
                  <a:srgbClr val="123563"/>
                </a:solidFill>
                <a:latin typeface="BISansOpti"/>
              </a:endParaRPr>
            </a:p>
          </p:txBody>
        </p:sp>
        <p:sp>
          <p:nvSpPr>
            <p:cNvPr id="44" name="Freeform 2">
              <a:extLst>
                <a:ext uri="{FF2B5EF4-FFF2-40B4-BE49-F238E27FC236}">
                  <a16:creationId xmlns:a16="http://schemas.microsoft.com/office/drawing/2014/main" id="{F2AD258C-A247-1443-A955-18353BAFDB15}"/>
                </a:ext>
              </a:extLst>
            </p:cNvPr>
            <p:cNvSpPr>
              <a:spLocks noChangeAspect="1" noChangeArrowheads="1"/>
            </p:cNvSpPr>
            <p:nvPr userDrawn="1"/>
          </p:nvSpPr>
          <p:spPr bwMode="auto">
            <a:xfrm>
              <a:off x="1020233" y="1260552"/>
              <a:ext cx="396000" cy="323404"/>
            </a:xfrm>
            <a:custGeom>
              <a:avLst/>
              <a:gdLst>
                <a:gd name="T0" fmla="*/ 2302 w 14384"/>
                <a:gd name="T1" fmla="*/ 10229 h 11746"/>
                <a:gd name="T2" fmla="*/ 4222 w 14384"/>
                <a:gd name="T3" fmla="*/ 9176 h 11746"/>
                <a:gd name="T4" fmla="*/ 3544 w 14384"/>
                <a:gd name="T5" fmla="*/ 9052 h 11746"/>
                <a:gd name="T6" fmla="*/ 2627 w 14384"/>
                <a:gd name="T7" fmla="*/ 8581 h 11746"/>
                <a:gd name="T8" fmla="*/ 2100 w 14384"/>
                <a:gd name="T9" fmla="*/ 8065 h 11746"/>
                <a:gd name="T10" fmla="*/ 1633 w 14384"/>
                <a:gd name="T11" fmla="*/ 7227 h 11746"/>
                <a:gd name="T12" fmla="*/ 1622 w 14384"/>
                <a:gd name="T13" fmla="*/ 7169 h 11746"/>
                <a:gd name="T14" fmla="*/ 1631 w 14384"/>
                <a:gd name="T15" fmla="*/ 7150 h 11746"/>
                <a:gd name="T16" fmla="*/ 1654 w 14384"/>
                <a:gd name="T17" fmla="*/ 7142 h 11746"/>
                <a:gd name="T18" fmla="*/ 1884 w 14384"/>
                <a:gd name="T19" fmla="*/ 7165 h 11746"/>
                <a:gd name="T20" fmla="*/ 2540 w 14384"/>
                <a:gd name="T21" fmla="*/ 7153 h 11746"/>
                <a:gd name="T22" fmla="*/ 2848 w 14384"/>
                <a:gd name="T23" fmla="*/ 7095 h 11746"/>
                <a:gd name="T24" fmla="*/ 1895 w 14384"/>
                <a:gd name="T25" fmla="*/ 6602 h 11746"/>
                <a:gd name="T26" fmla="*/ 974 w 14384"/>
                <a:gd name="T27" fmla="*/ 5689 h 11746"/>
                <a:gd name="T28" fmla="*/ 567 w 14384"/>
                <a:gd name="T29" fmla="*/ 4595 h 11746"/>
                <a:gd name="T30" fmla="*/ 1040 w 14384"/>
                <a:gd name="T31" fmla="*/ 4344 h 11746"/>
                <a:gd name="T32" fmla="*/ 1878 w 14384"/>
                <a:gd name="T33" fmla="*/ 4497 h 11746"/>
                <a:gd name="T34" fmla="*/ 1298 w 14384"/>
                <a:gd name="T35" fmla="*/ 3967 h 11746"/>
                <a:gd name="T36" fmla="*/ 726 w 14384"/>
                <a:gd name="T37" fmla="*/ 2940 h 11746"/>
                <a:gd name="T38" fmla="*/ 592 w 14384"/>
                <a:gd name="T39" fmla="*/ 1831 h 11746"/>
                <a:gd name="T40" fmla="*/ 824 w 14384"/>
                <a:gd name="T41" fmla="*/ 868 h 11746"/>
                <a:gd name="T42" fmla="*/ 964 w 14384"/>
                <a:gd name="T43" fmla="*/ 589 h 11746"/>
                <a:gd name="T44" fmla="*/ 983 w 14384"/>
                <a:gd name="T45" fmla="*/ 577 h 11746"/>
                <a:gd name="T46" fmla="*/ 1005 w 14384"/>
                <a:gd name="T47" fmla="*/ 584 h 11746"/>
                <a:gd name="T48" fmla="*/ 1596 w 14384"/>
                <a:gd name="T49" fmla="*/ 1214 h 11746"/>
                <a:gd name="T50" fmla="*/ 4660 w 14384"/>
                <a:gd name="T51" fmla="*/ 3154 h 11746"/>
                <a:gd name="T52" fmla="*/ 6964 w 14384"/>
                <a:gd name="T53" fmla="*/ 3640 h 11746"/>
                <a:gd name="T54" fmla="*/ 7045 w 14384"/>
                <a:gd name="T55" fmla="*/ 3637 h 11746"/>
                <a:gd name="T56" fmla="*/ 7063 w 14384"/>
                <a:gd name="T57" fmla="*/ 3624 h 11746"/>
                <a:gd name="T58" fmla="*/ 7074 w 14384"/>
                <a:gd name="T59" fmla="*/ 3590 h 11746"/>
                <a:gd name="T60" fmla="*/ 7020 w 14384"/>
                <a:gd name="T61" fmla="*/ 2949 h 11746"/>
                <a:gd name="T62" fmla="*/ 7333 w 14384"/>
                <a:gd name="T63" fmla="*/ 1628 h 11746"/>
                <a:gd name="T64" fmla="*/ 8184 w 14384"/>
                <a:gd name="T65" fmla="*/ 606 h 11746"/>
                <a:gd name="T66" fmla="*/ 9383 w 14384"/>
                <a:gd name="T67" fmla="*/ 70 h 11746"/>
                <a:gd name="T68" fmla="*/ 10325 w 14384"/>
                <a:gd name="T69" fmla="*/ 15 h 11746"/>
                <a:gd name="T70" fmla="*/ 11198 w 14384"/>
                <a:gd name="T71" fmla="*/ 263 h 11746"/>
                <a:gd name="T72" fmla="*/ 11995 w 14384"/>
                <a:gd name="T73" fmla="*/ 807 h 11746"/>
                <a:gd name="T74" fmla="*/ 12123 w 14384"/>
                <a:gd name="T75" fmla="*/ 892 h 11746"/>
                <a:gd name="T76" fmla="*/ 12231 w 14384"/>
                <a:gd name="T77" fmla="*/ 915 h 11746"/>
                <a:gd name="T78" fmla="*/ 12744 w 14384"/>
                <a:gd name="T79" fmla="*/ 787 h 11746"/>
                <a:gd name="T80" fmla="*/ 13860 w 14384"/>
                <a:gd name="T81" fmla="*/ 315 h 11746"/>
                <a:gd name="T82" fmla="*/ 13966 w 14384"/>
                <a:gd name="T83" fmla="*/ 263 h 11746"/>
                <a:gd name="T84" fmla="*/ 13995 w 14384"/>
                <a:gd name="T85" fmla="*/ 269 h 11746"/>
                <a:gd name="T86" fmla="*/ 13527 w 14384"/>
                <a:gd name="T87" fmla="*/ 1148 h 11746"/>
                <a:gd name="T88" fmla="*/ 12830 w 14384"/>
                <a:gd name="T89" fmla="*/ 1838 h 11746"/>
                <a:gd name="T90" fmla="*/ 13292 w 14384"/>
                <a:gd name="T91" fmla="*/ 1763 h 11746"/>
                <a:gd name="T92" fmla="*/ 13785 w 14384"/>
                <a:gd name="T93" fmla="*/ 1631 h 11746"/>
                <a:gd name="T94" fmla="*/ 14219 w 14384"/>
                <a:gd name="T95" fmla="*/ 1479 h 11746"/>
                <a:gd name="T96" fmla="*/ 14275 w 14384"/>
                <a:gd name="T97" fmla="*/ 1604 h 11746"/>
                <a:gd name="T98" fmla="*/ 13501 w 14384"/>
                <a:gd name="T99" fmla="*/ 2473 h 11746"/>
                <a:gd name="T100" fmla="*/ 13009 w 14384"/>
                <a:gd name="T101" fmla="*/ 2877 h 11746"/>
                <a:gd name="T102" fmla="*/ 12970 w 14384"/>
                <a:gd name="T103" fmla="*/ 2930 h 11746"/>
                <a:gd name="T104" fmla="*/ 12953 w 14384"/>
                <a:gd name="T105" fmla="*/ 2990 h 11746"/>
                <a:gd name="T106" fmla="*/ 12687 w 14384"/>
                <a:gd name="T107" fmla="*/ 5388 h 11746"/>
                <a:gd name="T108" fmla="*/ 10923 w 14384"/>
                <a:gd name="T109" fmla="*/ 8821 h 11746"/>
                <a:gd name="T110" fmla="*/ 8211 w 14384"/>
                <a:gd name="T111" fmla="*/ 10949 h 11746"/>
                <a:gd name="T112" fmla="*/ 4606 w 14384"/>
                <a:gd name="T113" fmla="*/ 11745 h 11746"/>
                <a:gd name="T114" fmla="*/ 819 w 14384"/>
                <a:gd name="T115" fmla="*/ 10882 h 117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384" h="11746">
                  <a:moveTo>
                    <a:pt x="0" y="10417"/>
                  </a:moveTo>
                  <a:lnTo>
                    <a:pt x="600" y="10448"/>
                  </a:lnTo>
                  <a:lnTo>
                    <a:pt x="1183" y="10428"/>
                  </a:lnTo>
                  <a:lnTo>
                    <a:pt x="1751" y="10355"/>
                  </a:lnTo>
                  <a:lnTo>
                    <a:pt x="2302" y="10229"/>
                  </a:lnTo>
                  <a:lnTo>
                    <a:pt x="2839" y="10049"/>
                  </a:lnTo>
                  <a:lnTo>
                    <a:pt x="3362" y="9816"/>
                  </a:lnTo>
                  <a:lnTo>
                    <a:pt x="3872" y="9528"/>
                  </a:lnTo>
                  <a:lnTo>
                    <a:pt x="4370" y="9184"/>
                  </a:lnTo>
                  <a:lnTo>
                    <a:pt x="4222" y="9176"/>
                  </a:lnTo>
                  <a:lnTo>
                    <a:pt x="4079" y="9163"/>
                  </a:lnTo>
                  <a:lnTo>
                    <a:pt x="3940" y="9144"/>
                  </a:lnTo>
                  <a:lnTo>
                    <a:pt x="3805" y="9120"/>
                  </a:lnTo>
                  <a:lnTo>
                    <a:pt x="3674" y="9089"/>
                  </a:lnTo>
                  <a:lnTo>
                    <a:pt x="3544" y="9052"/>
                  </a:lnTo>
                  <a:lnTo>
                    <a:pt x="3418" y="9010"/>
                  </a:lnTo>
                  <a:lnTo>
                    <a:pt x="3293" y="8960"/>
                  </a:lnTo>
                  <a:lnTo>
                    <a:pt x="3010" y="8825"/>
                  </a:lnTo>
                  <a:lnTo>
                    <a:pt x="2749" y="8667"/>
                  </a:lnTo>
                  <a:lnTo>
                    <a:pt x="2627" y="8581"/>
                  </a:lnTo>
                  <a:lnTo>
                    <a:pt x="2511" y="8488"/>
                  </a:lnTo>
                  <a:lnTo>
                    <a:pt x="2400" y="8391"/>
                  </a:lnTo>
                  <a:lnTo>
                    <a:pt x="2294" y="8288"/>
                  </a:lnTo>
                  <a:lnTo>
                    <a:pt x="2195" y="8179"/>
                  </a:lnTo>
                  <a:lnTo>
                    <a:pt x="2100" y="8065"/>
                  </a:lnTo>
                  <a:lnTo>
                    <a:pt x="2012" y="7946"/>
                  </a:lnTo>
                  <a:lnTo>
                    <a:pt x="1928" y="7822"/>
                  </a:lnTo>
                  <a:lnTo>
                    <a:pt x="1778" y="7557"/>
                  </a:lnTo>
                  <a:lnTo>
                    <a:pt x="1650" y="7271"/>
                  </a:lnTo>
                  <a:lnTo>
                    <a:pt x="1633" y="7227"/>
                  </a:lnTo>
                  <a:lnTo>
                    <a:pt x="1628" y="7209"/>
                  </a:lnTo>
                  <a:lnTo>
                    <a:pt x="1624" y="7194"/>
                  </a:lnTo>
                  <a:lnTo>
                    <a:pt x="1622" y="7180"/>
                  </a:lnTo>
                  <a:lnTo>
                    <a:pt x="1621" y="7175"/>
                  </a:lnTo>
                  <a:lnTo>
                    <a:pt x="1622" y="7169"/>
                  </a:lnTo>
                  <a:lnTo>
                    <a:pt x="1622" y="7164"/>
                  </a:lnTo>
                  <a:lnTo>
                    <a:pt x="1624" y="7160"/>
                  </a:lnTo>
                  <a:lnTo>
                    <a:pt x="1625" y="7156"/>
                  </a:lnTo>
                  <a:lnTo>
                    <a:pt x="1628" y="7153"/>
                  </a:lnTo>
                  <a:lnTo>
                    <a:pt x="1631" y="7150"/>
                  </a:lnTo>
                  <a:lnTo>
                    <a:pt x="1634" y="7148"/>
                  </a:lnTo>
                  <a:lnTo>
                    <a:pt x="1638" y="7146"/>
                  </a:lnTo>
                  <a:lnTo>
                    <a:pt x="1643" y="7144"/>
                  </a:lnTo>
                  <a:lnTo>
                    <a:pt x="1648" y="7143"/>
                  </a:lnTo>
                  <a:lnTo>
                    <a:pt x="1654" y="7142"/>
                  </a:lnTo>
                  <a:lnTo>
                    <a:pt x="1668" y="7141"/>
                  </a:lnTo>
                  <a:lnTo>
                    <a:pt x="1685" y="7142"/>
                  </a:lnTo>
                  <a:lnTo>
                    <a:pt x="1704" y="7143"/>
                  </a:lnTo>
                  <a:lnTo>
                    <a:pt x="1752" y="7149"/>
                  </a:lnTo>
                  <a:lnTo>
                    <a:pt x="1884" y="7165"/>
                  </a:lnTo>
                  <a:lnTo>
                    <a:pt x="2015" y="7175"/>
                  </a:lnTo>
                  <a:lnTo>
                    <a:pt x="2147" y="7178"/>
                  </a:lnTo>
                  <a:lnTo>
                    <a:pt x="2278" y="7176"/>
                  </a:lnTo>
                  <a:lnTo>
                    <a:pt x="2409" y="7167"/>
                  </a:lnTo>
                  <a:lnTo>
                    <a:pt x="2540" y="7153"/>
                  </a:lnTo>
                  <a:lnTo>
                    <a:pt x="2671" y="7134"/>
                  </a:lnTo>
                  <a:lnTo>
                    <a:pt x="2802" y="7109"/>
                  </a:lnTo>
                  <a:lnTo>
                    <a:pt x="2813" y="7106"/>
                  </a:lnTo>
                  <a:lnTo>
                    <a:pt x="2825" y="7103"/>
                  </a:lnTo>
                  <a:lnTo>
                    <a:pt x="2848" y="7095"/>
                  </a:lnTo>
                  <a:lnTo>
                    <a:pt x="2900" y="7074"/>
                  </a:lnTo>
                  <a:lnTo>
                    <a:pt x="2631" y="6984"/>
                  </a:lnTo>
                  <a:lnTo>
                    <a:pt x="2373" y="6874"/>
                  </a:lnTo>
                  <a:lnTo>
                    <a:pt x="2128" y="6747"/>
                  </a:lnTo>
                  <a:lnTo>
                    <a:pt x="1895" y="6602"/>
                  </a:lnTo>
                  <a:lnTo>
                    <a:pt x="1677" y="6443"/>
                  </a:lnTo>
                  <a:lnTo>
                    <a:pt x="1475" y="6271"/>
                  </a:lnTo>
                  <a:lnTo>
                    <a:pt x="1289" y="6087"/>
                  </a:lnTo>
                  <a:lnTo>
                    <a:pt x="1122" y="5892"/>
                  </a:lnTo>
                  <a:lnTo>
                    <a:pt x="974" y="5689"/>
                  </a:lnTo>
                  <a:lnTo>
                    <a:pt x="846" y="5479"/>
                  </a:lnTo>
                  <a:lnTo>
                    <a:pt x="741" y="5262"/>
                  </a:lnTo>
                  <a:lnTo>
                    <a:pt x="658" y="5042"/>
                  </a:lnTo>
                  <a:lnTo>
                    <a:pt x="600" y="4819"/>
                  </a:lnTo>
                  <a:lnTo>
                    <a:pt x="567" y="4595"/>
                  </a:lnTo>
                  <a:lnTo>
                    <a:pt x="560" y="4372"/>
                  </a:lnTo>
                  <a:lnTo>
                    <a:pt x="582" y="4151"/>
                  </a:lnTo>
                  <a:lnTo>
                    <a:pt x="733" y="4222"/>
                  </a:lnTo>
                  <a:lnTo>
                    <a:pt x="885" y="4286"/>
                  </a:lnTo>
                  <a:lnTo>
                    <a:pt x="1040" y="4344"/>
                  </a:lnTo>
                  <a:lnTo>
                    <a:pt x="1199" y="4394"/>
                  </a:lnTo>
                  <a:lnTo>
                    <a:pt x="1361" y="4435"/>
                  </a:lnTo>
                  <a:lnTo>
                    <a:pt x="1528" y="4466"/>
                  </a:lnTo>
                  <a:lnTo>
                    <a:pt x="1700" y="4487"/>
                  </a:lnTo>
                  <a:lnTo>
                    <a:pt x="1878" y="4497"/>
                  </a:lnTo>
                  <a:lnTo>
                    <a:pt x="1717" y="4366"/>
                  </a:lnTo>
                  <a:lnTo>
                    <a:pt x="1566" y="4238"/>
                  </a:lnTo>
                  <a:lnTo>
                    <a:pt x="1426" y="4106"/>
                  </a:lnTo>
                  <a:lnTo>
                    <a:pt x="1361" y="4038"/>
                  </a:lnTo>
                  <a:lnTo>
                    <a:pt x="1298" y="3967"/>
                  </a:lnTo>
                  <a:lnTo>
                    <a:pt x="1149" y="3775"/>
                  </a:lnTo>
                  <a:lnTo>
                    <a:pt x="1017" y="3577"/>
                  </a:lnTo>
                  <a:lnTo>
                    <a:pt x="903" y="3371"/>
                  </a:lnTo>
                  <a:lnTo>
                    <a:pt x="806" y="3159"/>
                  </a:lnTo>
                  <a:lnTo>
                    <a:pt x="726" y="2940"/>
                  </a:lnTo>
                  <a:lnTo>
                    <a:pt x="664" y="2713"/>
                  </a:lnTo>
                  <a:lnTo>
                    <a:pt x="620" y="2479"/>
                  </a:lnTo>
                  <a:lnTo>
                    <a:pt x="594" y="2237"/>
                  </a:lnTo>
                  <a:lnTo>
                    <a:pt x="586" y="2032"/>
                  </a:lnTo>
                  <a:lnTo>
                    <a:pt x="592" y="1831"/>
                  </a:lnTo>
                  <a:lnTo>
                    <a:pt x="612" y="1633"/>
                  </a:lnTo>
                  <a:lnTo>
                    <a:pt x="645" y="1438"/>
                  </a:lnTo>
                  <a:lnTo>
                    <a:pt x="692" y="1245"/>
                  </a:lnTo>
                  <a:lnTo>
                    <a:pt x="752" y="1056"/>
                  </a:lnTo>
                  <a:lnTo>
                    <a:pt x="824" y="868"/>
                  </a:lnTo>
                  <a:lnTo>
                    <a:pt x="910" y="684"/>
                  </a:lnTo>
                  <a:lnTo>
                    <a:pt x="933" y="638"/>
                  </a:lnTo>
                  <a:lnTo>
                    <a:pt x="952" y="606"/>
                  </a:lnTo>
                  <a:lnTo>
                    <a:pt x="960" y="594"/>
                  </a:lnTo>
                  <a:lnTo>
                    <a:pt x="964" y="589"/>
                  </a:lnTo>
                  <a:lnTo>
                    <a:pt x="968" y="585"/>
                  </a:lnTo>
                  <a:lnTo>
                    <a:pt x="972" y="582"/>
                  </a:lnTo>
                  <a:lnTo>
                    <a:pt x="976" y="580"/>
                  </a:lnTo>
                  <a:lnTo>
                    <a:pt x="980" y="578"/>
                  </a:lnTo>
                  <a:lnTo>
                    <a:pt x="983" y="577"/>
                  </a:lnTo>
                  <a:lnTo>
                    <a:pt x="987" y="577"/>
                  </a:lnTo>
                  <a:lnTo>
                    <a:pt x="992" y="578"/>
                  </a:lnTo>
                  <a:lnTo>
                    <a:pt x="996" y="579"/>
                  </a:lnTo>
                  <a:lnTo>
                    <a:pt x="1000" y="581"/>
                  </a:lnTo>
                  <a:lnTo>
                    <a:pt x="1005" y="584"/>
                  </a:lnTo>
                  <a:lnTo>
                    <a:pt x="1010" y="587"/>
                  </a:lnTo>
                  <a:lnTo>
                    <a:pt x="1020" y="596"/>
                  </a:lnTo>
                  <a:lnTo>
                    <a:pt x="1045" y="623"/>
                  </a:lnTo>
                  <a:lnTo>
                    <a:pt x="1078" y="660"/>
                  </a:lnTo>
                  <a:lnTo>
                    <a:pt x="1596" y="1214"/>
                  </a:lnTo>
                  <a:lnTo>
                    <a:pt x="2145" y="1714"/>
                  </a:lnTo>
                  <a:lnTo>
                    <a:pt x="2726" y="2158"/>
                  </a:lnTo>
                  <a:lnTo>
                    <a:pt x="3338" y="2546"/>
                  </a:lnTo>
                  <a:lnTo>
                    <a:pt x="3983" y="2878"/>
                  </a:lnTo>
                  <a:lnTo>
                    <a:pt x="4660" y="3154"/>
                  </a:lnTo>
                  <a:lnTo>
                    <a:pt x="5369" y="3373"/>
                  </a:lnTo>
                  <a:lnTo>
                    <a:pt x="6112" y="3535"/>
                  </a:lnTo>
                  <a:lnTo>
                    <a:pt x="6324" y="3567"/>
                  </a:lnTo>
                  <a:lnTo>
                    <a:pt x="6537" y="3593"/>
                  </a:lnTo>
                  <a:lnTo>
                    <a:pt x="6964" y="3640"/>
                  </a:lnTo>
                  <a:lnTo>
                    <a:pt x="6997" y="3643"/>
                  </a:lnTo>
                  <a:lnTo>
                    <a:pt x="7011" y="3643"/>
                  </a:lnTo>
                  <a:lnTo>
                    <a:pt x="7024" y="3642"/>
                  </a:lnTo>
                  <a:lnTo>
                    <a:pt x="7035" y="3640"/>
                  </a:lnTo>
                  <a:lnTo>
                    <a:pt x="7045" y="3637"/>
                  </a:lnTo>
                  <a:lnTo>
                    <a:pt x="7049" y="3635"/>
                  </a:lnTo>
                  <a:lnTo>
                    <a:pt x="7053" y="3633"/>
                  </a:lnTo>
                  <a:lnTo>
                    <a:pt x="7057" y="3631"/>
                  </a:lnTo>
                  <a:lnTo>
                    <a:pt x="7060" y="3628"/>
                  </a:lnTo>
                  <a:lnTo>
                    <a:pt x="7063" y="3624"/>
                  </a:lnTo>
                  <a:lnTo>
                    <a:pt x="7066" y="3621"/>
                  </a:lnTo>
                  <a:lnTo>
                    <a:pt x="7068" y="3617"/>
                  </a:lnTo>
                  <a:lnTo>
                    <a:pt x="7070" y="3612"/>
                  </a:lnTo>
                  <a:lnTo>
                    <a:pt x="7073" y="3602"/>
                  </a:lnTo>
                  <a:lnTo>
                    <a:pt x="7074" y="3590"/>
                  </a:lnTo>
                  <a:lnTo>
                    <a:pt x="7075" y="3576"/>
                  </a:lnTo>
                  <a:lnTo>
                    <a:pt x="7074" y="3560"/>
                  </a:lnTo>
                  <a:lnTo>
                    <a:pt x="7069" y="3523"/>
                  </a:lnTo>
                  <a:lnTo>
                    <a:pt x="7031" y="3234"/>
                  </a:lnTo>
                  <a:lnTo>
                    <a:pt x="7020" y="2949"/>
                  </a:lnTo>
                  <a:lnTo>
                    <a:pt x="7035" y="2669"/>
                  </a:lnTo>
                  <a:lnTo>
                    <a:pt x="7074" y="2395"/>
                  </a:lnTo>
                  <a:lnTo>
                    <a:pt x="7137" y="2130"/>
                  </a:lnTo>
                  <a:lnTo>
                    <a:pt x="7224" y="1873"/>
                  </a:lnTo>
                  <a:lnTo>
                    <a:pt x="7333" y="1628"/>
                  </a:lnTo>
                  <a:lnTo>
                    <a:pt x="7463" y="1394"/>
                  </a:lnTo>
                  <a:lnTo>
                    <a:pt x="7614" y="1174"/>
                  </a:lnTo>
                  <a:lnTo>
                    <a:pt x="7785" y="968"/>
                  </a:lnTo>
                  <a:lnTo>
                    <a:pt x="7976" y="778"/>
                  </a:lnTo>
                  <a:lnTo>
                    <a:pt x="8184" y="606"/>
                  </a:lnTo>
                  <a:lnTo>
                    <a:pt x="8410" y="452"/>
                  </a:lnTo>
                  <a:lnTo>
                    <a:pt x="8653" y="319"/>
                  </a:lnTo>
                  <a:lnTo>
                    <a:pt x="8912" y="207"/>
                  </a:lnTo>
                  <a:lnTo>
                    <a:pt x="9186" y="118"/>
                  </a:lnTo>
                  <a:lnTo>
                    <a:pt x="9383" y="70"/>
                  </a:lnTo>
                  <a:lnTo>
                    <a:pt x="9577" y="34"/>
                  </a:lnTo>
                  <a:lnTo>
                    <a:pt x="9768" y="11"/>
                  </a:lnTo>
                  <a:lnTo>
                    <a:pt x="9956" y="0"/>
                  </a:lnTo>
                  <a:lnTo>
                    <a:pt x="10142" y="1"/>
                  </a:lnTo>
                  <a:lnTo>
                    <a:pt x="10325" y="15"/>
                  </a:lnTo>
                  <a:lnTo>
                    <a:pt x="10506" y="40"/>
                  </a:lnTo>
                  <a:lnTo>
                    <a:pt x="10683" y="78"/>
                  </a:lnTo>
                  <a:lnTo>
                    <a:pt x="10858" y="128"/>
                  </a:lnTo>
                  <a:lnTo>
                    <a:pt x="11029" y="189"/>
                  </a:lnTo>
                  <a:lnTo>
                    <a:pt x="11198" y="263"/>
                  </a:lnTo>
                  <a:lnTo>
                    <a:pt x="11364" y="348"/>
                  </a:lnTo>
                  <a:lnTo>
                    <a:pt x="11526" y="445"/>
                  </a:lnTo>
                  <a:lnTo>
                    <a:pt x="11686" y="554"/>
                  </a:lnTo>
                  <a:lnTo>
                    <a:pt x="11842" y="675"/>
                  </a:lnTo>
                  <a:lnTo>
                    <a:pt x="11995" y="807"/>
                  </a:lnTo>
                  <a:lnTo>
                    <a:pt x="12039" y="843"/>
                  </a:lnTo>
                  <a:lnTo>
                    <a:pt x="12060" y="858"/>
                  </a:lnTo>
                  <a:lnTo>
                    <a:pt x="12081" y="871"/>
                  </a:lnTo>
                  <a:lnTo>
                    <a:pt x="12102" y="883"/>
                  </a:lnTo>
                  <a:lnTo>
                    <a:pt x="12123" y="892"/>
                  </a:lnTo>
                  <a:lnTo>
                    <a:pt x="12144" y="900"/>
                  </a:lnTo>
                  <a:lnTo>
                    <a:pt x="12165" y="906"/>
                  </a:lnTo>
                  <a:lnTo>
                    <a:pt x="12187" y="911"/>
                  </a:lnTo>
                  <a:lnTo>
                    <a:pt x="12209" y="914"/>
                  </a:lnTo>
                  <a:lnTo>
                    <a:pt x="12231" y="915"/>
                  </a:lnTo>
                  <a:lnTo>
                    <a:pt x="12254" y="914"/>
                  </a:lnTo>
                  <a:lnTo>
                    <a:pt x="12278" y="912"/>
                  </a:lnTo>
                  <a:lnTo>
                    <a:pt x="12302" y="909"/>
                  </a:lnTo>
                  <a:lnTo>
                    <a:pt x="12354" y="898"/>
                  </a:lnTo>
                  <a:lnTo>
                    <a:pt x="12744" y="787"/>
                  </a:lnTo>
                  <a:lnTo>
                    <a:pt x="13126" y="654"/>
                  </a:lnTo>
                  <a:lnTo>
                    <a:pt x="13313" y="579"/>
                  </a:lnTo>
                  <a:lnTo>
                    <a:pt x="13498" y="497"/>
                  </a:lnTo>
                  <a:lnTo>
                    <a:pt x="13680" y="409"/>
                  </a:lnTo>
                  <a:lnTo>
                    <a:pt x="13860" y="315"/>
                  </a:lnTo>
                  <a:lnTo>
                    <a:pt x="13960" y="264"/>
                  </a:lnTo>
                  <a:lnTo>
                    <a:pt x="13961" y="263"/>
                  </a:lnTo>
                  <a:lnTo>
                    <a:pt x="13963" y="263"/>
                  </a:lnTo>
                  <a:lnTo>
                    <a:pt x="13964" y="263"/>
                  </a:lnTo>
                  <a:lnTo>
                    <a:pt x="13966" y="263"/>
                  </a:lnTo>
                  <a:lnTo>
                    <a:pt x="13968" y="263"/>
                  </a:lnTo>
                  <a:lnTo>
                    <a:pt x="13970" y="264"/>
                  </a:lnTo>
                  <a:lnTo>
                    <a:pt x="13975" y="265"/>
                  </a:lnTo>
                  <a:lnTo>
                    <a:pt x="13987" y="268"/>
                  </a:lnTo>
                  <a:lnTo>
                    <a:pt x="13995" y="269"/>
                  </a:lnTo>
                  <a:lnTo>
                    <a:pt x="14004" y="271"/>
                  </a:lnTo>
                  <a:lnTo>
                    <a:pt x="13912" y="511"/>
                  </a:lnTo>
                  <a:lnTo>
                    <a:pt x="13801" y="736"/>
                  </a:lnTo>
                  <a:lnTo>
                    <a:pt x="13673" y="949"/>
                  </a:lnTo>
                  <a:lnTo>
                    <a:pt x="13527" y="1148"/>
                  </a:lnTo>
                  <a:lnTo>
                    <a:pt x="13363" y="1336"/>
                  </a:lnTo>
                  <a:lnTo>
                    <a:pt x="13182" y="1513"/>
                  </a:lnTo>
                  <a:lnTo>
                    <a:pt x="12984" y="1679"/>
                  </a:lnTo>
                  <a:lnTo>
                    <a:pt x="12768" y="1836"/>
                  </a:lnTo>
                  <a:lnTo>
                    <a:pt x="12830" y="1838"/>
                  </a:lnTo>
                  <a:lnTo>
                    <a:pt x="12888" y="1836"/>
                  </a:lnTo>
                  <a:lnTo>
                    <a:pt x="12943" y="1831"/>
                  </a:lnTo>
                  <a:lnTo>
                    <a:pt x="12996" y="1823"/>
                  </a:lnTo>
                  <a:lnTo>
                    <a:pt x="13192" y="1783"/>
                  </a:lnTo>
                  <a:lnTo>
                    <a:pt x="13292" y="1763"/>
                  </a:lnTo>
                  <a:lnTo>
                    <a:pt x="13392" y="1741"/>
                  </a:lnTo>
                  <a:lnTo>
                    <a:pt x="13491" y="1717"/>
                  </a:lnTo>
                  <a:lnTo>
                    <a:pt x="13590" y="1691"/>
                  </a:lnTo>
                  <a:lnTo>
                    <a:pt x="13688" y="1662"/>
                  </a:lnTo>
                  <a:lnTo>
                    <a:pt x="13785" y="1631"/>
                  </a:lnTo>
                  <a:lnTo>
                    <a:pt x="13979" y="1569"/>
                  </a:lnTo>
                  <a:lnTo>
                    <a:pt x="14026" y="1553"/>
                  </a:lnTo>
                  <a:lnTo>
                    <a:pt x="14073" y="1535"/>
                  </a:lnTo>
                  <a:lnTo>
                    <a:pt x="14169" y="1497"/>
                  </a:lnTo>
                  <a:lnTo>
                    <a:pt x="14219" y="1479"/>
                  </a:lnTo>
                  <a:lnTo>
                    <a:pt x="14271" y="1462"/>
                  </a:lnTo>
                  <a:lnTo>
                    <a:pt x="14325" y="1448"/>
                  </a:lnTo>
                  <a:lnTo>
                    <a:pt x="14383" y="1437"/>
                  </a:lnTo>
                  <a:lnTo>
                    <a:pt x="14329" y="1522"/>
                  </a:lnTo>
                  <a:lnTo>
                    <a:pt x="14275" y="1604"/>
                  </a:lnTo>
                  <a:lnTo>
                    <a:pt x="14161" y="1758"/>
                  </a:lnTo>
                  <a:lnTo>
                    <a:pt x="14044" y="1901"/>
                  </a:lnTo>
                  <a:lnTo>
                    <a:pt x="13924" y="2039"/>
                  </a:lnTo>
                  <a:lnTo>
                    <a:pt x="13717" y="2261"/>
                  </a:lnTo>
                  <a:lnTo>
                    <a:pt x="13501" y="2473"/>
                  </a:lnTo>
                  <a:lnTo>
                    <a:pt x="13274" y="2673"/>
                  </a:lnTo>
                  <a:lnTo>
                    <a:pt x="13155" y="2767"/>
                  </a:lnTo>
                  <a:lnTo>
                    <a:pt x="13033" y="2858"/>
                  </a:lnTo>
                  <a:lnTo>
                    <a:pt x="13020" y="2867"/>
                  </a:lnTo>
                  <a:lnTo>
                    <a:pt x="13009" y="2877"/>
                  </a:lnTo>
                  <a:lnTo>
                    <a:pt x="12999" y="2887"/>
                  </a:lnTo>
                  <a:lnTo>
                    <a:pt x="12990" y="2898"/>
                  </a:lnTo>
                  <a:lnTo>
                    <a:pt x="12982" y="2908"/>
                  </a:lnTo>
                  <a:lnTo>
                    <a:pt x="12975" y="2919"/>
                  </a:lnTo>
                  <a:lnTo>
                    <a:pt x="12970" y="2930"/>
                  </a:lnTo>
                  <a:lnTo>
                    <a:pt x="12965" y="2941"/>
                  </a:lnTo>
                  <a:lnTo>
                    <a:pt x="12961" y="2953"/>
                  </a:lnTo>
                  <a:lnTo>
                    <a:pt x="12957" y="2965"/>
                  </a:lnTo>
                  <a:lnTo>
                    <a:pt x="12955" y="2977"/>
                  </a:lnTo>
                  <a:lnTo>
                    <a:pt x="12953" y="2990"/>
                  </a:lnTo>
                  <a:lnTo>
                    <a:pt x="12950" y="3017"/>
                  </a:lnTo>
                  <a:lnTo>
                    <a:pt x="12950" y="3047"/>
                  </a:lnTo>
                  <a:lnTo>
                    <a:pt x="12929" y="3850"/>
                  </a:lnTo>
                  <a:lnTo>
                    <a:pt x="12841" y="4631"/>
                  </a:lnTo>
                  <a:lnTo>
                    <a:pt x="12687" y="5388"/>
                  </a:lnTo>
                  <a:lnTo>
                    <a:pt x="12467" y="6122"/>
                  </a:lnTo>
                  <a:lnTo>
                    <a:pt x="12180" y="6832"/>
                  </a:lnTo>
                  <a:lnTo>
                    <a:pt x="11827" y="7519"/>
                  </a:lnTo>
                  <a:lnTo>
                    <a:pt x="11408" y="8182"/>
                  </a:lnTo>
                  <a:lnTo>
                    <a:pt x="10923" y="8821"/>
                  </a:lnTo>
                  <a:lnTo>
                    <a:pt x="10445" y="9353"/>
                  </a:lnTo>
                  <a:lnTo>
                    <a:pt x="9935" y="9832"/>
                  </a:lnTo>
                  <a:lnTo>
                    <a:pt x="9392" y="10258"/>
                  </a:lnTo>
                  <a:lnTo>
                    <a:pt x="8817" y="10630"/>
                  </a:lnTo>
                  <a:lnTo>
                    <a:pt x="8211" y="10949"/>
                  </a:lnTo>
                  <a:lnTo>
                    <a:pt x="7574" y="11215"/>
                  </a:lnTo>
                  <a:lnTo>
                    <a:pt x="6907" y="11427"/>
                  </a:lnTo>
                  <a:lnTo>
                    <a:pt x="6210" y="11586"/>
                  </a:lnTo>
                  <a:lnTo>
                    <a:pt x="5402" y="11701"/>
                  </a:lnTo>
                  <a:lnTo>
                    <a:pt x="4606" y="11745"/>
                  </a:lnTo>
                  <a:lnTo>
                    <a:pt x="3823" y="11718"/>
                  </a:lnTo>
                  <a:lnTo>
                    <a:pt x="3053" y="11619"/>
                  </a:lnTo>
                  <a:lnTo>
                    <a:pt x="2295" y="11447"/>
                  </a:lnTo>
                  <a:lnTo>
                    <a:pt x="1550" y="11201"/>
                  </a:lnTo>
                  <a:lnTo>
                    <a:pt x="819" y="10882"/>
                  </a:lnTo>
                  <a:lnTo>
                    <a:pt x="101" y="10488"/>
                  </a:lnTo>
                  <a:lnTo>
                    <a:pt x="83" y="10477"/>
                  </a:lnTo>
                  <a:lnTo>
                    <a:pt x="63" y="10462"/>
                  </a:lnTo>
                  <a:lnTo>
                    <a:pt x="0" y="10417"/>
                  </a:lnTo>
                </a:path>
              </a:pathLst>
            </a:custGeom>
            <a:solidFill>
              <a:schemeClr val="bg1"/>
            </a:solidFill>
            <a:ln>
              <a:noFill/>
            </a:ln>
            <a:effectLst/>
          </p:spPr>
          <p:txBody>
            <a:bodyPr wrap="none" anchor="ctr"/>
            <a:lstStyle/>
            <a:p>
              <a:endParaRPr lang="de-DE" sz="2400">
                <a:latin typeface="BISansOpti"/>
              </a:endParaRPr>
            </a:p>
          </p:txBody>
        </p:sp>
        <p:sp>
          <p:nvSpPr>
            <p:cNvPr id="45" name="Freeform 2">
              <a:extLst>
                <a:ext uri="{FF2B5EF4-FFF2-40B4-BE49-F238E27FC236}">
                  <a16:creationId xmlns:a16="http://schemas.microsoft.com/office/drawing/2014/main" id="{B7AE36FE-6275-BF49-863F-50F82FADCA9D}"/>
                </a:ext>
              </a:extLst>
            </p:cNvPr>
            <p:cNvSpPr>
              <a:spLocks noChangeAspect="1" noChangeArrowheads="1"/>
            </p:cNvSpPr>
            <p:nvPr userDrawn="1"/>
          </p:nvSpPr>
          <p:spPr bwMode="auto">
            <a:xfrm>
              <a:off x="1651481" y="1281034"/>
              <a:ext cx="360000" cy="269395"/>
            </a:xfrm>
            <a:custGeom>
              <a:avLst/>
              <a:gdLst>
                <a:gd name="T0" fmla="*/ 14325 w 14438"/>
                <a:gd name="T1" fmla="*/ 8118 h 10806"/>
                <a:gd name="T2" fmla="*/ 14255 w 14438"/>
                <a:gd name="T3" fmla="*/ 8647 h 10806"/>
                <a:gd name="T4" fmla="*/ 14181 w 14438"/>
                <a:gd name="T5" fmla="*/ 8993 h 10806"/>
                <a:gd name="T6" fmla="*/ 14077 w 14438"/>
                <a:gd name="T7" fmla="*/ 9332 h 10806"/>
                <a:gd name="T8" fmla="*/ 13964 w 14438"/>
                <a:gd name="T9" fmla="*/ 9609 h 10806"/>
                <a:gd name="T10" fmla="*/ 13852 w 14438"/>
                <a:gd name="T11" fmla="*/ 9813 h 10806"/>
                <a:gd name="T12" fmla="*/ 13721 w 14438"/>
                <a:gd name="T13" fmla="*/ 9995 h 10806"/>
                <a:gd name="T14" fmla="*/ 13572 w 14438"/>
                <a:gd name="T15" fmla="*/ 10155 h 10806"/>
                <a:gd name="T16" fmla="*/ 13405 w 14438"/>
                <a:gd name="T17" fmla="*/ 10292 h 10806"/>
                <a:gd name="T18" fmla="*/ 13220 w 14438"/>
                <a:gd name="T19" fmla="*/ 10406 h 10806"/>
                <a:gd name="T20" fmla="*/ 13016 w 14438"/>
                <a:gd name="T21" fmla="*/ 10497 h 10806"/>
                <a:gd name="T22" fmla="*/ 12795 w 14438"/>
                <a:gd name="T23" fmla="*/ 10564 h 10806"/>
                <a:gd name="T24" fmla="*/ 12403 w 14438"/>
                <a:gd name="T25" fmla="*/ 10631 h 10806"/>
                <a:gd name="T26" fmla="*/ 11849 w 14438"/>
                <a:gd name="T27" fmla="*/ 10683 h 10806"/>
                <a:gd name="T28" fmla="*/ 7794 w 14438"/>
                <a:gd name="T29" fmla="*/ 10805 h 10806"/>
                <a:gd name="T30" fmla="*/ 2034 w 14438"/>
                <a:gd name="T31" fmla="*/ 10612 h 10806"/>
                <a:gd name="T32" fmla="*/ 1725 w 14438"/>
                <a:gd name="T33" fmla="*/ 10567 h 10806"/>
                <a:gd name="T34" fmla="*/ 1442 w 14438"/>
                <a:gd name="T35" fmla="*/ 10487 h 10806"/>
                <a:gd name="T36" fmla="*/ 1186 w 14438"/>
                <a:gd name="T37" fmla="*/ 10372 h 10806"/>
                <a:gd name="T38" fmla="*/ 957 w 14438"/>
                <a:gd name="T39" fmla="*/ 10222 h 10806"/>
                <a:gd name="T40" fmla="*/ 756 w 14438"/>
                <a:gd name="T41" fmla="*/ 10035 h 10806"/>
                <a:gd name="T42" fmla="*/ 584 w 14438"/>
                <a:gd name="T43" fmla="*/ 9811 h 10806"/>
                <a:gd name="T44" fmla="*/ 440 w 14438"/>
                <a:gd name="T45" fmla="*/ 9549 h 10806"/>
                <a:gd name="T46" fmla="*/ 327 w 14438"/>
                <a:gd name="T47" fmla="*/ 9249 h 10806"/>
                <a:gd name="T48" fmla="*/ 215 w 14438"/>
                <a:gd name="T49" fmla="*/ 8800 h 10806"/>
                <a:gd name="T50" fmla="*/ 142 w 14438"/>
                <a:gd name="T51" fmla="*/ 8345 h 10806"/>
                <a:gd name="T52" fmla="*/ 60 w 14438"/>
                <a:gd name="T53" fmla="*/ 7429 h 10806"/>
                <a:gd name="T54" fmla="*/ 0 w 14438"/>
                <a:gd name="T55" fmla="*/ 4261 h 10806"/>
                <a:gd name="T56" fmla="*/ 19 w 14438"/>
                <a:gd name="T57" fmla="*/ 4179 h 10806"/>
                <a:gd name="T58" fmla="*/ 22 w 14438"/>
                <a:gd name="T59" fmla="*/ 4152 h 10806"/>
                <a:gd name="T60" fmla="*/ 124 w 14438"/>
                <a:gd name="T61" fmla="*/ 2563 h 10806"/>
                <a:gd name="T62" fmla="*/ 181 w 14438"/>
                <a:gd name="T63" fmla="*/ 2160 h 10806"/>
                <a:gd name="T64" fmla="*/ 268 w 14438"/>
                <a:gd name="T65" fmla="*/ 1763 h 10806"/>
                <a:gd name="T66" fmla="*/ 394 w 14438"/>
                <a:gd name="T67" fmla="*/ 1373 h 10806"/>
                <a:gd name="T68" fmla="*/ 495 w 14438"/>
                <a:gd name="T69" fmla="*/ 1146 h 10806"/>
                <a:gd name="T70" fmla="*/ 616 w 14438"/>
                <a:gd name="T71" fmla="*/ 940 h 10806"/>
                <a:gd name="T72" fmla="*/ 756 w 14438"/>
                <a:gd name="T73" fmla="*/ 757 h 10806"/>
                <a:gd name="T74" fmla="*/ 916 w 14438"/>
                <a:gd name="T75" fmla="*/ 598 h 10806"/>
                <a:gd name="T76" fmla="*/ 1095 w 14438"/>
                <a:gd name="T77" fmla="*/ 464 h 10806"/>
                <a:gd name="T78" fmla="*/ 1295 w 14438"/>
                <a:gd name="T79" fmla="*/ 355 h 10806"/>
                <a:gd name="T80" fmla="*/ 1515 w 14438"/>
                <a:gd name="T81" fmla="*/ 272 h 10806"/>
                <a:gd name="T82" fmla="*/ 1755 w 14438"/>
                <a:gd name="T83" fmla="*/ 217 h 10806"/>
                <a:gd name="T84" fmla="*/ 2523 w 14438"/>
                <a:gd name="T85" fmla="*/ 126 h 10806"/>
                <a:gd name="T86" fmla="*/ 3297 w 14438"/>
                <a:gd name="T87" fmla="*/ 84 h 10806"/>
                <a:gd name="T88" fmla="*/ 10458 w 14438"/>
                <a:gd name="T89" fmla="*/ 57 h 10806"/>
                <a:gd name="T90" fmla="*/ 12041 w 14438"/>
                <a:gd name="T91" fmla="*/ 144 h 10806"/>
                <a:gd name="T92" fmla="*/ 12686 w 14438"/>
                <a:gd name="T93" fmla="*/ 211 h 10806"/>
                <a:gd name="T94" fmla="*/ 12911 w 14438"/>
                <a:gd name="T95" fmla="*/ 262 h 10806"/>
                <a:gd name="T96" fmla="*/ 13122 w 14438"/>
                <a:gd name="T97" fmla="*/ 339 h 10806"/>
                <a:gd name="T98" fmla="*/ 13316 w 14438"/>
                <a:gd name="T99" fmla="*/ 440 h 10806"/>
                <a:gd name="T100" fmla="*/ 13493 w 14438"/>
                <a:gd name="T101" fmla="*/ 567 h 10806"/>
                <a:gd name="T102" fmla="*/ 13651 w 14438"/>
                <a:gd name="T103" fmla="*/ 718 h 10806"/>
                <a:gd name="T104" fmla="*/ 13790 w 14438"/>
                <a:gd name="T105" fmla="*/ 894 h 10806"/>
                <a:gd name="T106" fmla="*/ 13909 w 14438"/>
                <a:gd name="T107" fmla="*/ 1094 h 10806"/>
                <a:gd name="T108" fmla="*/ 14062 w 14438"/>
                <a:gd name="T109" fmla="*/ 1453 h 10806"/>
                <a:gd name="T110" fmla="*/ 14150 w 14438"/>
                <a:gd name="T111" fmla="*/ 1710 h 10806"/>
                <a:gd name="T112" fmla="*/ 14218 w 14438"/>
                <a:gd name="T113" fmla="*/ 1973 h 10806"/>
                <a:gd name="T114" fmla="*/ 14260 w 14438"/>
                <a:gd name="T115" fmla="*/ 2237 h 10806"/>
                <a:gd name="T116" fmla="*/ 14437 w 14438"/>
                <a:gd name="T117" fmla="*/ 5189 h 10806"/>
                <a:gd name="T118" fmla="*/ 5417 w 14438"/>
                <a:gd name="T119" fmla="*/ 8122 h 10806"/>
                <a:gd name="T120" fmla="*/ 5417 w 14438"/>
                <a:gd name="T121" fmla="*/ 2686 h 10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4438" h="10806">
                  <a:moveTo>
                    <a:pt x="14437" y="5994"/>
                  </a:moveTo>
                  <a:lnTo>
                    <a:pt x="14325" y="8118"/>
                  </a:lnTo>
                  <a:lnTo>
                    <a:pt x="14284" y="8472"/>
                  </a:lnTo>
                  <a:lnTo>
                    <a:pt x="14255" y="8647"/>
                  </a:lnTo>
                  <a:lnTo>
                    <a:pt x="14222" y="8821"/>
                  </a:lnTo>
                  <a:lnTo>
                    <a:pt x="14181" y="8993"/>
                  </a:lnTo>
                  <a:lnTo>
                    <a:pt x="14133" y="9164"/>
                  </a:lnTo>
                  <a:lnTo>
                    <a:pt x="14077" y="9332"/>
                  </a:lnTo>
                  <a:lnTo>
                    <a:pt x="14013" y="9499"/>
                  </a:lnTo>
                  <a:lnTo>
                    <a:pt x="13964" y="9609"/>
                  </a:lnTo>
                  <a:lnTo>
                    <a:pt x="13910" y="9714"/>
                  </a:lnTo>
                  <a:lnTo>
                    <a:pt x="13852" y="9813"/>
                  </a:lnTo>
                  <a:lnTo>
                    <a:pt x="13789" y="9907"/>
                  </a:lnTo>
                  <a:lnTo>
                    <a:pt x="13721" y="9995"/>
                  </a:lnTo>
                  <a:lnTo>
                    <a:pt x="13649" y="10078"/>
                  </a:lnTo>
                  <a:lnTo>
                    <a:pt x="13572" y="10155"/>
                  </a:lnTo>
                  <a:lnTo>
                    <a:pt x="13491" y="10226"/>
                  </a:lnTo>
                  <a:lnTo>
                    <a:pt x="13405" y="10292"/>
                  </a:lnTo>
                  <a:lnTo>
                    <a:pt x="13315" y="10352"/>
                  </a:lnTo>
                  <a:lnTo>
                    <a:pt x="13220" y="10406"/>
                  </a:lnTo>
                  <a:lnTo>
                    <a:pt x="13120" y="10454"/>
                  </a:lnTo>
                  <a:lnTo>
                    <a:pt x="13016" y="10497"/>
                  </a:lnTo>
                  <a:lnTo>
                    <a:pt x="12907" y="10533"/>
                  </a:lnTo>
                  <a:lnTo>
                    <a:pt x="12795" y="10564"/>
                  </a:lnTo>
                  <a:lnTo>
                    <a:pt x="12677" y="10588"/>
                  </a:lnTo>
                  <a:lnTo>
                    <a:pt x="12403" y="10631"/>
                  </a:lnTo>
                  <a:lnTo>
                    <a:pt x="12127" y="10662"/>
                  </a:lnTo>
                  <a:lnTo>
                    <a:pt x="11849" y="10683"/>
                  </a:lnTo>
                  <a:lnTo>
                    <a:pt x="11571" y="10696"/>
                  </a:lnTo>
                  <a:lnTo>
                    <a:pt x="7794" y="10805"/>
                  </a:lnTo>
                  <a:lnTo>
                    <a:pt x="4552" y="10756"/>
                  </a:lnTo>
                  <a:lnTo>
                    <a:pt x="2034" y="10612"/>
                  </a:lnTo>
                  <a:lnTo>
                    <a:pt x="1876" y="10594"/>
                  </a:lnTo>
                  <a:lnTo>
                    <a:pt x="1725" y="10567"/>
                  </a:lnTo>
                  <a:lnTo>
                    <a:pt x="1581" y="10531"/>
                  </a:lnTo>
                  <a:lnTo>
                    <a:pt x="1442" y="10487"/>
                  </a:lnTo>
                  <a:lnTo>
                    <a:pt x="1311" y="10434"/>
                  </a:lnTo>
                  <a:lnTo>
                    <a:pt x="1186" y="10372"/>
                  </a:lnTo>
                  <a:lnTo>
                    <a:pt x="1068" y="10302"/>
                  </a:lnTo>
                  <a:lnTo>
                    <a:pt x="957" y="10222"/>
                  </a:lnTo>
                  <a:lnTo>
                    <a:pt x="853" y="10133"/>
                  </a:lnTo>
                  <a:lnTo>
                    <a:pt x="756" y="10035"/>
                  </a:lnTo>
                  <a:lnTo>
                    <a:pt x="666" y="9927"/>
                  </a:lnTo>
                  <a:lnTo>
                    <a:pt x="584" y="9811"/>
                  </a:lnTo>
                  <a:lnTo>
                    <a:pt x="508" y="9685"/>
                  </a:lnTo>
                  <a:lnTo>
                    <a:pt x="440" y="9549"/>
                  </a:lnTo>
                  <a:lnTo>
                    <a:pt x="380" y="9404"/>
                  </a:lnTo>
                  <a:lnTo>
                    <a:pt x="327" y="9249"/>
                  </a:lnTo>
                  <a:lnTo>
                    <a:pt x="265" y="9025"/>
                  </a:lnTo>
                  <a:lnTo>
                    <a:pt x="215" y="8800"/>
                  </a:lnTo>
                  <a:lnTo>
                    <a:pt x="174" y="8573"/>
                  </a:lnTo>
                  <a:lnTo>
                    <a:pt x="142" y="8345"/>
                  </a:lnTo>
                  <a:lnTo>
                    <a:pt x="96" y="7888"/>
                  </a:lnTo>
                  <a:lnTo>
                    <a:pt x="60" y="7429"/>
                  </a:lnTo>
                  <a:lnTo>
                    <a:pt x="0" y="6548"/>
                  </a:lnTo>
                  <a:lnTo>
                    <a:pt x="0" y="4261"/>
                  </a:lnTo>
                  <a:lnTo>
                    <a:pt x="13" y="4207"/>
                  </a:lnTo>
                  <a:lnTo>
                    <a:pt x="19" y="4179"/>
                  </a:lnTo>
                  <a:lnTo>
                    <a:pt x="21" y="4166"/>
                  </a:lnTo>
                  <a:lnTo>
                    <a:pt x="22" y="4152"/>
                  </a:lnTo>
                  <a:lnTo>
                    <a:pt x="89" y="2970"/>
                  </a:lnTo>
                  <a:lnTo>
                    <a:pt x="124" y="2563"/>
                  </a:lnTo>
                  <a:lnTo>
                    <a:pt x="150" y="2361"/>
                  </a:lnTo>
                  <a:lnTo>
                    <a:pt x="181" y="2160"/>
                  </a:lnTo>
                  <a:lnTo>
                    <a:pt x="220" y="1960"/>
                  </a:lnTo>
                  <a:lnTo>
                    <a:pt x="268" y="1763"/>
                  </a:lnTo>
                  <a:lnTo>
                    <a:pt x="326" y="1567"/>
                  </a:lnTo>
                  <a:lnTo>
                    <a:pt x="394" y="1373"/>
                  </a:lnTo>
                  <a:lnTo>
                    <a:pt x="442" y="1257"/>
                  </a:lnTo>
                  <a:lnTo>
                    <a:pt x="495" y="1146"/>
                  </a:lnTo>
                  <a:lnTo>
                    <a:pt x="553" y="1040"/>
                  </a:lnTo>
                  <a:lnTo>
                    <a:pt x="616" y="940"/>
                  </a:lnTo>
                  <a:lnTo>
                    <a:pt x="684" y="846"/>
                  </a:lnTo>
                  <a:lnTo>
                    <a:pt x="756" y="757"/>
                  </a:lnTo>
                  <a:lnTo>
                    <a:pt x="833" y="675"/>
                  </a:lnTo>
                  <a:lnTo>
                    <a:pt x="916" y="598"/>
                  </a:lnTo>
                  <a:lnTo>
                    <a:pt x="1003" y="528"/>
                  </a:lnTo>
                  <a:lnTo>
                    <a:pt x="1095" y="464"/>
                  </a:lnTo>
                  <a:lnTo>
                    <a:pt x="1193" y="406"/>
                  </a:lnTo>
                  <a:lnTo>
                    <a:pt x="1295" y="355"/>
                  </a:lnTo>
                  <a:lnTo>
                    <a:pt x="1402" y="310"/>
                  </a:lnTo>
                  <a:lnTo>
                    <a:pt x="1515" y="272"/>
                  </a:lnTo>
                  <a:lnTo>
                    <a:pt x="1632" y="241"/>
                  </a:lnTo>
                  <a:lnTo>
                    <a:pt x="1755" y="217"/>
                  </a:lnTo>
                  <a:lnTo>
                    <a:pt x="2137" y="163"/>
                  </a:lnTo>
                  <a:lnTo>
                    <a:pt x="2523" y="126"/>
                  </a:lnTo>
                  <a:lnTo>
                    <a:pt x="2910" y="101"/>
                  </a:lnTo>
                  <a:lnTo>
                    <a:pt x="3297" y="84"/>
                  </a:lnTo>
                  <a:lnTo>
                    <a:pt x="6666" y="0"/>
                  </a:lnTo>
                  <a:lnTo>
                    <a:pt x="10458" y="57"/>
                  </a:lnTo>
                  <a:lnTo>
                    <a:pt x="11514" y="105"/>
                  </a:lnTo>
                  <a:lnTo>
                    <a:pt x="12041" y="144"/>
                  </a:lnTo>
                  <a:lnTo>
                    <a:pt x="12567" y="195"/>
                  </a:lnTo>
                  <a:lnTo>
                    <a:pt x="12686" y="211"/>
                  </a:lnTo>
                  <a:lnTo>
                    <a:pt x="12800" y="233"/>
                  </a:lnTo>
                  <a:lnTo>
                    <a:pt x="12911" y="262"/>
                  </a:lnTo>
                  <a:lnTo>
                    <a:pt x="13019" y="297"/>
                  </a:lnTo>
                  <a:lnTo>
                    <a:pt x="13122" y="339"/>
                  </a:lnTo>
                  <a:lnTo>
                    <a:pt x="13221" y="386"/>
                  </a:lnTo>
                  <a:lnTo>
                    <a:pt x="13316" y="440"/>
                  </a:lnTo>
                  <a:lnTo>
                    <a:pt x="13406" y="500"/>
                  </a:lnTo>
                  <a:lnTo>
                    <a:pt x="13493" y="567"/>
                  </a:lnTo>
                  <a:lnTo>
                    <a:pt x="13574" y="639"/>
                  </a:lnTo>
                  <a:lnTo>
                    <a:pt x="13651" y="718"/>
                  </a:lnTo>
                  <a:lnTo>
                    <a:pt x="13723" y="803"/>
                  </a:lnTo>
                  <a:lnTo>
                    <a:pt x="13790" y="894"/>
                  </a:lnTo>
                  <a:lnTo>
                    <a:pt x="13852" y="991"/>
                  </a:lnTo>
                  <a:lnTo>
                    <a:pt x="13909" y="1094"/>
                  </a:lnTo>
                  <a:lnTo>
                    <a:pt x="13960" y="1203"/>
                  </a:lnTo>
                  <a:lnTo>
                    <a:pt x="14062" y="1453"/>
                  </a:lnTo>
                  <a:lnTo>
                    <a:pt x="14108" y="1581"/>
                  </a:lnTo>
                  <a:lnTo>
                    <a:pt x="14150" y="1710"/>
                  </a:lnTo>
                  <a:lnTo>
                    <a:pt x="14187" y="1841"/>
                  </a:lnTo>
                  <a:lnTo>
                    <a:pt x="14218" y="1973"/>
                  </a:lnTo>
                  <a:lnTo>
                    <a:pt x="14242" y="2105"/>
                  </a:lnTo>
                  <a:lnTo>
                    <a:pt x="14260" y="2237"/>
                  </a:lnTo>
                  <a:lnTo>
                    <a:pt x="14427" y="4739"/>
                  </a:lnTo>
                  <a:lnTo>
                    <a:pt x="14437" y="5189"/>
                  </a:lnTo>
                  <a:lnTo>
                    <a:pt x="14437" y="5994"/>
                  </a:lnTo>
                  <a:close/>
                  <a:moveTo>
                    <a:pt x="5417" y="8122"/>
                  </a:moveTo>
                  <a:lnTo>
                    <a:pt x="9947" y="5404"/>
                  </a:lnTo>
                  <a:lnTo>
                    <a:pt x="5417" y="2686"/>
                  </a:lnTo>
                  <a:lnTo>
                    <a:pt x="5417" y="8122"/>
                  </a:lnTo>
                  <a:close/>
                </a:path>
              </a:pathLst>
            </a:custGeom>
            <a:solidFill>
              <a:schemeClr val="bg1"/>
            </a:solidFill>
            <a:ln>
              <a:noFill/>
            </a:ln>
            <a:effectLst/>
          </p:spPr>
          <p:txBody>
            <a:bodyPr wrap="none" anchor="ctr"/>
            <a:lstStyle/>
            <a:p>
              <a:endParaRPr lang="de-DE" sz="2400">
                <a:latin typeface="BISansOpti"/>
              </a:endParaRPr>
            </a:p>
          </p:txBody>
        </p:sp>
        <p:sp>
          <p:nvSpPr>
            <p:cNvPr id="46" name="Freeform 2">
              <a:extLst>
                <a:ext uri="{FF2B5EF4-FFF2-40B4-BE49-F238E27FC236}">
                  <a16:creationId xmlns:a16="http://schemas.microsoft.com/office/drawing/2014/main" id="{776DE157-3D79-2040-A9BC-F4B92E244EF4}"/>
                </a:ext>
              </a:extLst>
            </p:cNvPr>
            <p:cNvSpPr>
              <a:spLocks noChangeAspect="1" noChangeArrowheads="1"/>
            </p:cNvSpPr>
            <p:nvPr userDrawn="1"/>
          </p:nvSpPr>
          <p:spPr bwMode="auto">
            <a:xfrm>
              <a:off x="2312456" y="1240070"/>
              <a:ext cx="287999" cy="371391"/>
            </a:xfrm>
            <a:custGeom>
              <a:avLst/>
              <a:gdLst>
                <a:gd name="T0" fmla="*/ 3118 w 9837"/>
                <a:gd name="T1" fmla="*/ 11425 h 12686"/>
                <a:gd name="T2" fmla="*/ 2294 w 9837"/>
                <a:gd name="T3" fmla="*/ 12646 h 12686"/>
                <a:gd name="T4" fmla="*/ 2234 w 9837"/>
                <a:gd name="T5" fmla="*/ 12679 h 12686"/>
                <a:gd name="T6" fmla="*/ 2189 w 9837"/>
                <a:gd name="T7" fmla="*/ 12684 h 12686"/>
                <a:gd name="T8" fmla="*/ 2154 w 9837"/>
                <a:gd name="T9" fmla="*/ 12659 h 12686"/>
                <a:gd name="T10" fmla="*/ 2115 w 9837"/>
                <a:gd name="T11" fmla="*/ 12581 h 12686"/>
                <a:gd name="T12" fmla="*/ 2014 w 9837"/>
                <a:gd name="T13" fmla="*/ 11008 h 12686"/>
                <a:gd name="T14" fmla="*/ 3053 w 9837"/>
                <a:gd name="T15" fmla="*/ 5966 h 12686"/>
                <a:gd name="T16" fmla="*/ 3042 w 9837"/>
                <a:gd name="T17" fmla="*/ 5815 h 12686"/>
                <a:gd name="T18" fmla="*/ 2842 w 9837"/>
                <a:gd name="T19" fmla="*/ 4798 h 12686"/>
                <a:gd name="T20" fmla="*/ 3098 w 9837"/>
                <a:gd name="T21" fmla="*/ 3624 h 12686"/>
                <a:gd name="T22" fmla="*/ 3521 w 9837"/>
                <a:gd name="T23" fmla="*/ 3104 h 12686"/>
                <a:gd name="T24" fmla="*/ 4132 w 9837"/>
                <a:gd name="T25" fmla="*/ 2846 h 12686"/>
                <a:gd name="T26" fmla="*/ 4671 w 9837"/>
                <a:gd name="T27" fmla="*/ 2922 h 12686"/>
                <a:gd name="T28" fmla="*/ 5025 w 9837"/>
                <a:gd name="T29" fmla="*/ 3211 h 12686"/>
                <a:gd name="T30" fmla="*/ 5210 w 9837"/>
                <a:gd name="T31" fmla="*/ 3670 h 12686"/>
                <a:gd name="T32" fmla="*/ 5155 w 9837"/>
                <a:gd name="T33" fmla="*/ 4529 h 12686"/>
                <a:gd name="T34" fmla="*/ 4590 w 9837"/>
                <a:gd name="T35" fmla="*/ 7081 h 12686"/>
                <a:gd name="T36" fmla="*/ 5138 w 9837"/>
                <a:gd name="T37" fmla="*/ 7774 h 12686"/>
                <a:gd name="T38" fmla="*/ 6107 w 9837"/>
                <a:gd name="T39" fmla="*/ 7877 h 12686"/>
                <a:gd name="T40" fmla="*/ 6907 w 9837"/>
                <a:gd name="T41" fmla="*/ 7429 h 12686"/>
                <a:gd name="T42" fmla="*/ 7658 w 9837"/>
                <a:gd name="T43" fmla="*/ 6268 h 12686"/>
                <a:gd name="T44" fmla="*/ 8036 w 9837"/>
                <a:gd name="T45" fmla="*/ 4561 h 12686"/>
                <a:gd name="T46" fmla="*/ 7946 w 9837"/>
                <a:gd name="T47" fmla="*/ 3244 h 12686"/>
                <a:gd name="T48" fmla="*/ 7471 w 9837"/>
                <a:gd name="T49" fmla="*/ 2262 h 12686"/>
                <a:gd name="T50" fmla="*/ 6646 w 9837"/>
                <a:gd name="T51" fmla="*/ 1607 h 12686"/>
                <a:gd name="T52" fmla="*/ 5184 w 9837"/>
                <a:gd name="T53" fmla="*/ 1253 h 12686"/>
                <a:gd name="T54" fmla="*/ 3867 w 9837"/>
                <a:gd name="T55" fmla="*/ 1402 h 12686"/>
                <a:gd name="T56" fmla="*/ 2664 w 9837"/>
                <a:gd name="T57" fmla="*/ 2075 h 12686"/>
                <a:gd name="T58" fmla="*/ 1782 w 9837"/>
                <a:gd name="T59" fmla="*/ 3159 h 12686"/>
                <a:gd name="T60" fmla="*/ 1441 w 9837"/>
                <a:gd name="T61" fmla="*/ 4444 h 12686"/>
                <a:gd name="T62" fmla="*/ 1565 w 9837"/>
                <a:gd name="T63" fmla="*/ 5601 h 12686"/>
                <a:gd name="T64" fmla="*/ 1877 w 9837"/>
                <a:gd name="T65" fmla="*/ 6126 h 12686"/>
                <a:gd name="T66" fmla="*/ 2001 w 9837"/>
                <a:gd name="T67" fmla="*/ 6319 h 12686"/>
                <a:gd name="T68" fmla="*/ 2029 w 9837"/>
                <a:gd name="T69" fmla="*/ 6526 h 12686"/>
                <a:gd name="T70" fmla="*/ 1959 w 9837"/>
                <a:gd name="T71" fmla="*/ 6794 h 12686"/>
                <a:gd name="T72" fmla="*/ 1816 w 9837"/>
                <a:gd name="T73" fmla="*/ 7275 h 12686"/>
                <a:gd name="T74" fmla="*/ 1678 w 9837"/>
                <a:gd name="T75" fmla="*/ 7368 h 12686"/>
                <a:gd name="T76" fmla="*/ 1479 w 9837"/>
                <a:gd name="T77" fmla="*/ 7335 h 12686"/>
                <a:gd name="T78" fmla="*/ 785 w 9837"/>
                <a:gd name="T79" fmla="*/ 6867 h 12686"/>
                <a:gd name="T80" fmla="*/ 124 w 9837"/>
                <a:gd name="T81" fmla="*/ 5565 h 12686"/>
                <a:gd name="T82" fmla="*/ 8 w 9837"/>
                <a:gd name="T83" fmla="*/ 4355 h 12686"/>
                <a:gd name="T84" fmla="*/ 473 w 9837"/>
                <a:gd name="T85" fmla="*/ 2695 h 12686"/>
                <a:gd name="T86" fmla="*/ 1407 w 9837"/>
                <a:gd name="T87" fmla="*/ 1407 h 12686"/>
                <a:gd name="T88" fmla="*/ 2703 w 9837"/>
                <a:gd name="T89" fmla="*/ 537 h 12686"/>
                <a:gd name="T90" fmla="*/ 5376 w 9837"/>
                <a:gd name="T91" fmla="*/ 0 h 12686"/>
                <a:gd name="T92" fmla="*/ 7729 w 9837"/>
                <a:gd name="T93" fmla="*/ 664 h 12686"/>
                <a:gd name="T94" fmla="*/ 8900 w 9837"/>
                <a:gd name="T95" fmla="*/ 1632 h 12686"/>
                <a:gd name="T96" fmla="*/ 9626 w 9837"/>
                <a:gd name="T97" fmla="*/ 2968 h 12686"/>
                <a:gd name="T98" fmla="*/ 9835 w 9837"/>
                <a:gd name="T99" fmla="*/ 4374 h 12686"/>
                <a:gd name="T100" fmla="*/ 9529 w 9837"/>
                <a:gd name="T101" fmla="*/ 6232 h 12686"/>
                <a:gd name="T102" fmla="*/ 8493 w 9837"/>
                <a:gd name="T103" fmla="*/ 8045 h 12686"/>
                <a:gd name="T104" fmla="*/ 7525 w 9837"/>
                <a:gd name="T105" fmla="*/ 8795 h 12686"/>
                <a:gd name="T106" fmla="*/ 6357 w 9837"/>
                <a:gd name="T107" fmla="*/ 9150 h 12686"/>
                <a:gd name="T108" fmla="*/ 5273 w 9837"/>
                <a:gd name="T109" fmla="*/ 9099 h 12686"/>
                <a:gd name="T110" fmla="*/ 4591 w 9837"/>
                <a:gd name="T111" fmla="*/ 8776 h 126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9837" h="12686">
                  <a:moveTo>
                    <a:pt x="4115" y="8296"/>
                  </a:moveTo>
                  <a:lnTo>
                    <a:pt x="3659" y="10080"/>
                  </a:lnTo>
                  <a:lnTo>
                    <a:pt x="3556" y="10434"/>
                  </a:lnTo>
                  <a:lnTo>
                    <a:pt x="3431" y="10775"/>
                  </a:lnTo>
                  <a:lnTo>
                    <a:pt x="3284" y="11105"/>
                  </a:lnTo>
                  <a:lnTo>
                    <a:pt x="3118" y="11425"/>
                  </a:lnTo>
                  <a:lnTo>
                    <a:pt x="2936" y="11736"/>
                  </a:lnTo>
                  <a:lnTo>
                    <a:pt x="2740" y="12039"/>
                  </a:lnTo>
                  <a:lnTo>
                    <a:pt x="2313" y="12628"/>
                  </a:lnTo>
                  <a:lnTo>
                    <a:pt x="2307" y="12634"/>
                  </a:lnTo>
                  <a:lnTo>
                    <a:pt x="2301" y="12640"/>
                  </a:lnTo>
                  <a:lnTo>
                    <a:pt x="2294" y="12646"/>
                  </a:lnTo>
                  <a:lnTo>
                    <a:pt x="2286" y="12652"/>
                  </a:lnTo>
                  <a:lnTo>
                    <a:pt x="2278" y="12658"/>
                  </a:lnTo>
                  <a:lnTo>
                    <a:pt x="2270" y="12663"/>
                  </a:lnTo>
                  <a:lnTo>
                    <a:pt x="2252" y="12672"/>
                  </a:lnTo>
                  <a:lnTo>
                    <a:pt x="2243" y="12676"/>
                  </a:lnTo>
                  <a:lnTo>
                    <a:pt x="2234" y="12679"/>
                  </a:lnTo>
                  <a:lnTo>
                    <a:pt x="2225" y="12682"/>
                  </a:lnTo>
                  <a:lnTo>
                    <a:pt x="2216" y="12684"/>
                  </a:lnTo>
                  <a:lnTo>
                    <a:pt x="2207" y="12685"/>
                  </a:lnTo>
                  <a:lnTo>
                    <a:pt x="2200" y="12685"/>
                  </a:lnTo>
                  <a:lnTo>
                    <a:pt x="2192" y="12685"/>
                  </a:lnTo>
                  <a:lnTo>
                    <a:pt x="2189" y="12684"/>
                  </a:lnTo>
                  <a:lnTo>
                    <a:pt x="2186" y="12683"/>
                  </a:lnTo>
                  <a:lnTo>
                    <a:pt x="2179" y="12680"/>
                  </a:lnTo>
                  <a:lnTo>
                    <a:pt x="2173" y="12676"/>
                  </a:lnTo>
                  <a:lnTo>
                    <a:pt x="2166" y="12671"/>
                  </a:lnTo>
                  <a:lnTo>
                    <a:pt x="2160" y="12666"/>
                  </a:lnTo>
                  <a:lnTo>
                    <a:pt x="2154" y="12659"/>
                  </a:lnTo>
                  <a:lnTo>
                    <a:pt x="2148" y="12652"/>
                  </a:lnTo>
                  <a:lnTo>
                    <a:pt x="2143" y="12644"/>
                  </a:lnTo>
                  <a:lnTo>
                    <a:pt x="2138" y="12636"/>
                  </a:lnTo>
                  <a:lnTo>
                    <a:pt x="2129" y="12618"/>
                  </a:lnTo>
                  <a:lnTo>
                    <a:pt x="2121" y="12600"/>
                  </a:lnTo>
                  <a:lnTo>
                    <a:pt x="2115" y="12581"/>
                  </a:lnTo>
                  <a:lnTo>
                    <a:pt x="2113" y="12573"/>
                  </a:lnTo>
                  <a:lnTo>
                    <a:pt x="2112" y="12564"/>
                  </a:lnTo>
                  <a:lnTo>
                    <a:pt x="2063" y="12174"/>
                  </a:lnTo>
                  <a:lnTo>
                    <a:pt x="2030" y="11785"/>
                  </a:lnTo>
                  <a:lnTo>
                    <a:pt x="2013" y="11396"/>
                  </a:lnTo>
                  <a:lnTo>
                    <a:pt x="2014" y="11008"/>
                  </a:lnTo>
                  <a:lnTo>
                    <a:pt x="2034" y="10620"/>
                  </a:lnTo>
                  <a:lnTo>
                    <a:pt x="2075" y="10233"/>
                  </a:lnTo>
                  <a:lnTo>
                    <a:pt x="2139" y="9846"/>
                  </a:lnTo>
                  <a:lnTo>
                    <a:pt x="2226" y="9459"/>
                  </a:lnTo>
                  <a:lnTo>
                    <a:pt x="3051" y="5979"/>
                  </a:lnTo>
                  <a:lnTo>
                    <a:pt x="3053" y="5966"/>
                  </a:lnTo>
                  <a:lnTo>
                    <a:pt x="3055" y="5953"/>
                  </a:lnTo>
                  <a:lnTo>
                    <a:pt x="3057" y="5926"/>
                  </a:lnTo>
                  <a:lnTo>
                    <a:pt x="3056" y="5898"/>
                  </a:lnTo>
                  <a:lnTo>
                    <a:pt x="3053" y="5871"/>
                  </a:lnTo>
                  <a:lnTo>
                    <a:pt x="3049" y="5843"/>
                  </a:lnTo>
                  <a:lnTo>
                    <a:pt x="3042" y="5815"/>
                  </a:lnTo>
                  <a:lnTo>
                    <a:pt x="3035" y="5788"/>
                  </a:lnTo>
                  <a:lnTo>
                    <a:pt x="3027" y="5763"/>
                  </a:lnTo>
                  <a:lnTo>
                    <a:pt x="2952" y="5522"/>
                  </a:lnTo>
                  <a:lnTo>
                    <a:pt x="2895" y="5281"/>
                  </a:lnTo>
                  <a:lnTo>
                    <a:pt x="2858" y="5040"/>
                  </a:lnTo>
                  <a:lnTo>
                    <a:pt x="2842" y="4798"/>
                  </a:lnTo>
                  <a:lnTo>
                    <a:pt x="2848" y="4557"/>
                  </a:lnTo>
                  <a:lnTo>
                    <a:pt x="2876" y="4315"/>
                  </a:lnTo>
                  <a:lnTo>
                    <a:pt x="2929" y="4073"/>
                  </a:lnTo>
                  <a:lnTo>
                    <a:pt x="3007" y="3832"/>
                  </a:lnTo>
                  <a:lnTo>
                    <a:pt x="3050" y="3726"/>
                  </a:lnTo>
                  <a:lnTo>
                    <a:pt x="3098" y="3624"/>
                  </a:lnTo>
                  <a:lnTo>
                    <a:pt x="3153" y="3526"/>
                  </a:lnTo>
                  <a:lnTo>
                    <a:pt x="3213" y="3432"/>
                  </a:lnTo>
                  <a:lnTo>
                    <a:pt x="3280" y="3343"/>
                  </a:lnTo>
                  <a:lnTo>
                    <a:pt x="3354" y="3258"/>
                  </a:lnTo>
                  <a:lnTo>
                    <a:pt x="3434" y="3178"/>
                  </a:lnTo>
                  <a:lnTo>
                    <a:pt x="3521" y="3104"/>
                  </a:lnTo>
                  <a:lnTo>
                    <a:pt x="3614" y="3035"/>
                  </a:lnTo>
                  <a:lnTo>
                    <a:pt x="3711" y="2977"/>
                  </a:lnTo>
                  <a:lnTo>
                    <a:pt x="3812" y="2929"/>
                  </a:lnTo>
                  <a:lnTo>
                    <a:pt x="3915" y="2891"/>
                  </a:lnTo>
                  <a:lnTo>
                    <a:pt x="4022" y="2863"/>
                  </a:lnTo>
                  <a:lnTo>
                    <a:pt x="4132" y="2846"/>
                  </a:lnTo>
                  <a:lnTo>
                    <a:pt x="4245" y="2840"/>
                  </a:lnTo>
                  <a:lnTo>
                    <a:pt x="4362" y="2844"/>
                  </a:lnTo>
                  <a:lnTo>
                    <a:pt x="4443" y="2854"/>
                  </a:lnTo>
                  <a:lnTo>
                    <a:pt x="4522" y="2870"/>
                  </a:lnTo>
                  <a:lnTo>
                    <a:pt x="4598" y="2893"/>
                  </a:lnTo>
                  <a:lnTo>
                    <a:pt x="4671" y="2922"/>
                  </a:lnTo>
                  <a:lnTo>
                    <a:pt x="4739" y="2956"/>
                  </a:lnTo>
                  <a:lnTo>
                    <a:pt x="4805" y="2997"/>
                  </a:lnTo>
                  <a:lnTo>
                    <a:pt x="4866" y="3043"/>
                  </a:lnTo>
                  <a:lnTo>
                    <a:pt x="4923" y="3094"/>
                  </a:lnTo>
                  <a:lnTo>
                    <a:pt x="4976" y="3150"/>
                  </a:lnTo>
                  <a:lnTo>
                    <a:pt x="5025" y="3211"/>
                  </a:lnTo>
                  <a:lnTo>
                    <a:pt x="5068" y="3277"/>
                  </a:lnTo>
                  <a:lnTo>
                    <a:pt x="5107" y="3348"/>
                  </a:lnTo>
                  <a:lnTo>
                    <a:pt x="5141" y="3422"/>
                  </a:lnTo>
                  <a:lnTo>
                    <a:pt x="5170" y="3501"/>
                  </a:lnTo>
                  <a:lnTo>
                    <a:pt x="5193" y="3584"/>
                  </a:lnTo>
                  <a:lnTo>
                    <a:pt x="5210" y="3670"/>
                  </a:lnTo>
                  <a:lnTo>
                    <a:pt x="5228" y="3816"/>
                  </a:lnTo>
                  <a:lnTo>
                    <a:pt x="5232" y="3961"/>
                  </a:lnTo>
                  <a:lnTo>
                    <a:pt x="5226" y="4105"/>
                  </a:lnTo>
                  <a:lnTo>
                    <a:pt x="5209" y="4247"/>
                  </a:lnTo>
                  <a:lnTo>
                    <a:pt x="5185" y="4389"/>
                  </a:lnTo>
                  <a:lnTo>
                    <a:pt x="5155" y="4529"/>
                  </a:lnTo>
                  <a:lnTo>
                    <a:pt x="5082" y="4809"/>
                  </a:lnTo>
                  <a:lnTo>
                    <a:pt x="4617" y="6403"/>
                  </a:lnTo>
                  <a:lnTo>
                    <a:pt x="4574" y="6584"/>
                  </a:lnTo>
                  <a:lnTo>
                    <a:pt x="4556" y="6758"/>
                  </a:lnTo>
                  <a:lnTo>
                    <a:pt x="4562" y="6924"/>
                  </a:lnTo>
                  <a:lnTo>
                    <a:pt x="4590" y="7081"/>
                  </a:lnTo>
                  <a:lnTo>
                    <a:pt x="4639" y="7228"/>
                  </a:lnTo>
                  <a:lnTo>
                    <a:pt x="4706" y="7364"/>
                  </a:lnTo>
                  <a:lnTo>
                    <a:pt x="4791" y="7487"/>
                  </a:lnTo>
                  <a:lnTo>
                    <a:pt x="4892" y="7598"/>
                  </a:lnTo>
                  <a:lnTo>
                    <a:pt x="5008" y="7693"/>
                  </a:lnTo>
                  <a:lnTo>
                    <a:pt x="5138" y="7774"/>
                  </a:lnTo>
                  <a:lnTo>
                    <a:pt x="5278" y="7838"/>
                  </a:lnTo>
                  <a:lnTo>
                    <a:pt x="5430" y="7885"/>
                  </a:lnTo>
                  <a:lnTo>
                    <a:pt x="5589" y="7914"/>
                  </a:lnTo>
                  <a:lnTo>
                    <a:pt x="5757" y="7922"/>
                  </a:lnTo>
                  <a:lnTo>
                    <a:pt x="5930" y="7911"/>
                  </a:lnTo>
                  <a:lnTo>
                    <a:pt x="6107" y="7877"/>
                  </a:lnTo>
                  <a:lnTo>
                    <a:pt x="6260" y="7832"/>
                  </a:lnTo>
                  <a:lnTo>
                    <a:pt x="6405" y="7774"/>
                  </a:lnTo>
                  <a:lnTo>
                    <a:pt x="6541" y="7704"/>
                  </a:lnTo>
                  <a:lnTo>
                    <a:pt x="6670" y="7623"/>
                  </a:lnTo>
                  <a:lnTo>
                    <a:pt x="6792" y="7531"/>
                  </a:lnTo>
                  <a:lnTo>
                    <a:pt x="6907" y="7429"/>
                  </a:lnTo>
                  <a:lnTo>
                    <a:pt x="7016" y="7318"/>
                  </a:lnTo>
                  <a:lnTo>
                    <a:pt x="7118" y="7198"/>
                  </a:lnTo>
                  <a:lnTo>
                    <a:pt x="7282" y="6978"/>
                  </a:lnTo>
                  <a:lnTo>
                    <a:pt x="7426" y="6749"/>
                  </a:lnTo>
                  <a:lnTo>
                    <a:pt x="7551" y="6512"/>
                  </a:lnTo>
                  <a:lnTo>
                    <a:pt x="7658" y="6268"/>
                  </a:lnTo>
                  <a:lnTo>
                    <a:pt x="7749" y="6017"/>
                  </a:lnTo>
                  <a:lnTo>
                    <a:pt x="7826" y="5760"/>
                  </a:lnTo>
                  <a:lnTo>
                    <a:pt x="7890" y="5498"/>
                  </a:lnTo>
                  <a:lnTo>
                    <a:pt x="7943" y="5232"/>
                  </a:lnTo>
                  <a:lnTo>
                    <a:pt x="8012" y="4785"/>
                  </a:lnTo>
                  <a:lnTo>
                    <a:pt x="8036" y="4561"/>
                  </a:lnTo>
                  <a:lnTo>
                    <a:pt x="8052" y="4336"/>
                  </a:lnTo>
                  <a:lnTo>
                    <a:pt x="8056" y="4111"/>
                  </a:lnTo>
                  <a:lnTo>
                    <a:pt x="8048" y="3887"/>
                  </a:lnTo>
                  <a:lnTo>
                    <a:pt x="8027" y="3662"/>
                  </a:lnTo>
                  <a:lnTo>
                    <a:pt x="7990" y="3438"/>
                  </a:lnTo>
                  <a:lnTo>
                    <a:pt x="7946" y="3244"/>
                  </a:lnTo>
                  <a:lnTo>
                    <a:pt x="7891" y="3058"/>
                  </a:lnTo>
                  <a:lnTo>
                    <a:pt x="7827" y="2881"/>
                  </a:lnTo>
                  <a:lnTo>
                    <a:pt x="7752" y="2713"/>
                  </a:lnTo>
                  <a:lnTo>
                    <a:pt x="7668" y="2554"/>
                  </a:lnTo>
                  <a:lnTo>
                    <a:pt x="7574" y="2403"/>
                  </a:lnTo>
                  <a:lnTo>
                    <a:pt x="7471" y="2262"/>
                  </a:lnTo>
                  <a:lnTo>
                    <a:pt x="7357" y="2130"/>
                  </a:lnTo>
                  <a:lnTo>
                    <a:pt x="7234" y="2006"/>
                  </a:lnTo>
                  <a:lnTo>
                    <a:pt x="7101" y="1892"/>
                  </a:lnTo>
                  <a:lnTo>
                    <a:pt x="6959" y="1788"/>
                  </a:lnTo>
                  <a:lnTo>
                    <a:pt x="6807" y="1693"/>
                  </a:lnTo>
                  <a:lnTo>
                    <a:pt x="6646" y="1607"/>
                  </a:lnTo>
                  <a:lnTo>
                    <a:pt x="6475" y="1531"/>
                  </a:lnTo>
                  <a:lnTo>
                    <a:pt x="6295" y="1464"/>
                  </a:lnTo>
                  <a:lnTo>
                    <a:pt x="6105" y="1408"/>
                  </a:lnTo>
                  <a:lnTo>
                    <a:pt x="5642" y="1307"/>
                  </a:lnTo>
                  <a:lnTo>
                    <a:pt x="5412" y="1273"/>
                  </a:lnTo>
                  <a:lnTo>
                    <a:pt x="5184" y="1253"/>
                  </a:lnTo>
                  <a:lnTo>
                    <a:pt x="4959" y="1244"/>
                  </a:lnTo>
                  <a:lnTo>
                    <a:pt x="4735" y="1249"/>
                  </a:lnTo>
                  <a:lnTo>
                    <a:pt x="4514" y="1266"/>
                  </a:lnTo>
                  <a:lnTo>
                    <a:pt x="4296" y="1298"/>
                  </a:lnTo>
                  <a:lnTo>
                    <a:pt x="4080" y="1343"/>
                  </a:lnTo>
                  <a:lnTo>
                    <a:pt x="3867" y="1402"/>
                  </a:lnTo>
                  <a:lnTo>
                    <a:pt x="3658" y="1476"/>
                  </a:lnTo>
                  <a:lnTo>
                    <a:pt x="3451" y="1565"/>
                  </a:lnTo>
                  <a:lnTo>
                    <a:pt x="3249" y="1669"/>
                  </a:lnTo>
                  <a:lnTo>
                    <a:pt x="3050" y="1788"/>
                  </a:lnTo>
                  <a:lnTo>
                    <a:pt x="2855" y="1923"/>
                  </a:lnTo>
                  <a:lnTo>
                    <a:pt x="2664" y="2075"/>
                  </a:lnTo>
                  <a:lnTo>
                    <a:pt x="2479" y="2241"/>
                  </a:lnTo>
                  <a:lnTo>
                    <a:pt x="2309" y="2413"/>
                  </a:lnTo>
                  <a:lnTo>
                    <a:pt x="2155" y="2590"/>
                  </a:lnTo>
                  <a:lnTo>
                    <a:pt x="2015" y="2774"/>
                  </a:lnTo>
                  <a:lnTo>
                    <a:pt x="1891" y="2964"/>
                  </a:lnTo>
                  <a:lnTo>
                    <a:pt x="1782" y="3159"/>
                  </a:lnTo>
                  <a:lnTo>
                    <a:pt x="1687" y="3360"/>
                  </a:lnTo>
                  <a:lnTo>
                    <a:pt x="1608" y="3566"/>
                  </a:lnTo>
                  <a:lnTo>
                    <a:pt x="1544" y="3778"/>
                  </a:lnTo>
                  <a:lnTo>
                    <a:pt x="1495" y="3995"/>
                  </a:lnTo>
                  <a:lnTo>
                    <a:pt x="1460" y="4217"/>
                  </a:lnTo>
                  <a:lnTo>
                    <a:pt x="1441" y="4444"/>
                  </a:lnTo>
                  <a:lnTo>
                    <a:pt x="1437" y="4677"/>
                  </a:lnTo>
                  <a:lnTo>
                    <a:pt x="1447" y="4914"/>
                  </a:lnTo>
                  <a:lnTo>
                    <a:pt x="1473" y="5156"/>
                  </a:lnTo>
                  <a:lnTo>
                    <a:pt x="1513" y="5403"/>
                  </a:lnTo>
                  <a:lnTo>
                    <a:pt x="1536" y="5503"/>
                  </a:lnTo>
                  <a:lnTo>
                    <a:pt x="1565" y="5601"/>
                  </a:lnTo>
                  <a:lnTo>
                    <a:pt x="1602" y="5697"/>
                  </a:lnTo>
                  <a:lnTo>
                    <a:pt x="1644" y="5789"/>
                  </a:lnTo>
                  <a:lnTo>
                    <a:pt x="1694" y="5879"/>
                  </a:lnTo>
                  <a:lnTo>
                    <a:pt x="1749" y="5965"/>
                  </a:lnTo>
                  <a:lnTo>
                    <a:pt x="1810" y="6047"/>
                  </a:lnTo>
                  <a:lnTo>
                    <a:pt x="1877" y="6126"/>
                  </a:lnTo>
                  <a:lnTo>
                    <a:pt x="1904" y="6157"/>
                  </a:lnTo>
                  <a:lnTo>
                    <a:pt x="1929" y="6189"/>
                  </a:lnTo>
                  <a:lnTo>
                    <a:pt x="1951" y="6221"/>
                  </a:lnTo>
                  <a:lnTo>
                    <a:pt x="1970" y="6253"/>
                  </a:lnTo>
                  <a:lnTo>
                    <a:pt x="1987" y="6286"/>
                  </a:lnTo>
                  <a:lnTo>
                    <a:pt x="2001" y="6319"/>
                  </a:lnTo>
                  <a:lnTo>
                    <a:pt x="2012" y="6352"/>
                  </a:lnTo>
                  <a:lnTo>
                    <a:pt x="2021" y="6386"/>
                  </a:lnTo>
                  <a:lnTo>
                    <a:pt x="2027" y="6420"/>
                  </a:lnTo>
                  <a:lnTo>
                    <a:pt x="2030" y="6455"/>
                  </a:lnTo>
                  <a:lnTo>
                    <a:pt x="2031" y="6490"/>
                  </a:lnTo>
                  <a:lnTo>
                    <a:pt x="2029" y="6526"/>
                  </a:lnTo>
                  <a:lnTo>
                    <a:pt x="2024" y="6563"/>
                  </a:lnTo>
                  <a:lnTo>
                    <a:pt x="2016" y="6601"/>
                  </a:lnTo>
                  <a:lnTo>
                    <a:pt x="2006" y="6640"/>
                  </a:lnTo>
                  <a:lnTo>
                    <a:pt x="1994" y="6679"/>
                  </a:lnTo>
                  <a:lnTo>
                    <a:pt x="1975" y="6736"/>
                  </a:lnTo>
                  <a:lnTo>
                    <a:pt x="1959" y="6794"/>
                  </a:lnTo>
                  <a:lnTo>
                    <a:pt x="1930" y="6910"/>
                  </a:lnTo>
                  <a:lnTo>
                    <a:pt x="1874" y="7142"/>
                  </a:lnTo>
                  <a:lnTo>
                    <a:pt x="1862" y="7181"/>
                  </a:lnTo>
                  <a:lnTo>
                    <a:pt x="1848" y="7215"/>
                  </a:lnTo>
                  <a:lnTo>
                    <a:pt x="1833" y="7247"/>
                  </a:lnTo>
                  <a:lnTo>
                    <a:pt x="1816" y="7275"/>
                  </a:lnTo>
                  <a:lnTo>
                    <a:pt x="1797" y="7299"/>
                  </a:lnTo>
                  <a:lnTo>
                    <a:pt x="1777" y="7320"/>
                  </a:lnTo>
                  <a:lnTo>
                    <a:pt x="1755" y="7337"/>
                  </a:lnTo>
                  <a:lnTo>
                    <a:pt x="1731" y="7351"/>
                  </a:lnTo>
                  <a:lnTo>
                    <a:pt x="1705" y="7361"/>
                  </a:lnTo>
                  <a:lnTo>
                    <a:pt x="1678" y="7368"/>
                  </a:lnTo>
                  <a:lnTo>
                    <a:pt x="1649" y="7372"/>
                  </a:lnTo>
                  <a:lnTo>
                    <a:pt x="1618" y="7372"/>
                  </a:lnTo>
                  <a:lnTo>
                    <a:pt x="1586" y="7368"/>
                  </a:lnTo>
                  <a:lnTo>
                    <a:pt x="1552" y="7361"/>
                  </a:lnTo>
                  <a:lnTo>
                    <a:pt x="1516" y="7350"/>
                  </a:lnTo>
                  <a:lnTo>
                    <a:pt x="1479" y="7335"/>
                  </a:lnTo>
                  <a:lnTo>
                    <a:pt x="1282" y="7241"/>
                  </a:lnTo>
                  <a:lnTo>
                    <a:pt x="1102" y="7132"/>
                  </a:lnTo>
                  <a:lnTo>
                    <a:pt x="1017" y="7071"/>
                  </a:lnTo>
                  <a:lnTo>
                    <a:pt x="936" y="7007"/>
                  </a:lnTo>
                  <a:lnTo>
                    <a:pt x="859" y="6939"/>
                  </a:lnTo>
                  <a:lnTo>
                    <a:pt x="785" y="6867"/>
                  </a:lnTo>
                  <a:lnTo>
                    <a:pt x="650" y="6713"/>
                  </a:lnTo>
                  <a:lnTo>
                    <a:pt x="529" y="6545"/>
                  </a:lnTo>
                  <a:lnTo>
                    <a:pt x="422" y="6364"/>
                  </a:lnTo>
                  <a:lnTo>
                    <a:pt x="330" y="6170"/>
                  </a:lnTo>
                  <a:lnTo>
                    <a:pt x="182" y="5767"/>
                  </a:lnTo>
                  <a:lnTo>
                    <a:pt x="124" y="5565"/>
                  </a:lnTo>
                  <a:lnTo>
                    <a:pt x="78" y="5363"/>
                  </a:lnTo>
                  <a:lnTo>
                    <a:pt x="42" y="5162"/>
                  </a:lnTo>
                  <a:lnTo>
                    <a:pt x="17" y="4960"/>
                  </a:lnTo>
                  <a:lnTo>
                    <a:pt x="3" y="4758"/>
                  </a:lnTo>
                  <a:lnTo>
                    <a:pt x="0" y="4556"/>
                  </a:lnTo>
                  <a:lnTo>
                    <a:pt x="8" y="4355"/>
                  </a:lnTo>
                  <a:lnTo>
                    <a:pt x="26" y="4153"/>
                  </a:lnTo>
                  <a:lnTo>
                    <a:pt x="55" y="3952"/>
                  </a:lnTo>
                  <a:lnTo>
                    <a:pt x="94" y="3751"/>
                  </a:lnTo>
                  <a:lnTo>
                    <a:pt x="204" y="3350"/>
                  </a:lnTo>
                  <a:lnTo>
                    <a:pt x="355" y="2951"/>
                  </a:lnTo>
                  <a:lnTo>
                    <a:pt x="473" y="2695"/>
                  </a:lnTo>
                  <a:lnTo>
                    <a:pt x="602" y="2450"/>
                  </a:lnTo>
                  <a:lnTo>
                    <a:pt x="742" y="2218"/>
                  </a:lnTo>
                  <a:lnTo>
                    <a:pt x="893" y="1998"/>
                  </a:lnTo>
                  <a:lnTo>
                    <a:pt x="1054" y="1789"/>
                  </a:lnTo>
                  <a:lnTo>
                    <a:pt x="1226" y="1592"/>
                  </a:lnTo>
                  <a:lnTo>
                    <a:pt x="1407" y="1407"/>
                  </a:lnTo>
                  <a:lnTo>
                    <a:pt x="1599" y="1233"/>
                  </a:lnTo>
                  <a:lnTo>
                    <a:pt x="1801" y="1071"/>
                  </a:lnTo>
                  <a:lnTo>
                    <a:pt x="2012" y="921"/>
                  </a:lnTo>
                  <a:lnTo>
                    <a:pt x="2233" y="781"/>
                  </a:lnTo>
                  <a:lnTo>
                    <a:pt x="2463" y="653"/>
                  </a:lnTo>
                  <a:lnTo>
                    <a:pt x="2703" y="537"/>
                  </a:lnTo>
                  <a:lnTo>
                    <a:pt x="2952" y="431"/>
                  </a:lnTo>
                  <a:lnTo>
                    <a:pt x="3478" y="254"/>
                  </a:lnTo>
                  <a:lnTo>
                    <a:pt x="3953" y="135"/>
                  </a:lnTo>
                  <a:lnTo>
                    <a:pt x="4428" y="52"/>
                  </a:lnTo>
                  <a:lnTo>
                    <a:pt x="4903" y="6"/>
                  </a:lnTo>
                  <a:lnTo>
                    <a:pt x="5376" y="0"/>
                  </a:lnTo>
                  <a:lnTo>
                    <a:pt x="5848" y="37"/>
                  </a:lnTo>
                  <a:lnTo>
                    <a:pt x="6317" y="118"/>
                  </a:lnTo>
                  <a:lnTo>
                    <a:pt x="6783" y="245"/>
                  </a:lnTo>
                  <a:lnTo>
                    <a:pt x="7245" y="422"/>
                  </a:lnTo>
                  <a:lnTo>
                    <a:pt x="7493" y="538"/>
                  </a:lnTo>
                  <a:lnTo>
                    <a:pt x="7729" y="664"/>
                  </a:lnTo>
                  <a:lnTo>
                    <a:pt x="7954" y="801"/>
                  </a:lnTo>
                  <a:lnTo>
                    <a:pt x="8167" y="947"/>
                  </a:lnTo>
                  <a:lnTo>
                    <a:pt x="8369" y="1103"/>
                  </a:lnTo>
                  <a:lnTo>
                    <a:pt x="8558" y="1269"/>
                  </a:lnTo>
                  <a:lnTo>
                    <a:pt x="8735" y="1446"/>
                  </a:lnTo>
                  <a:lnTo>
                    <a:pt x="8900" y="1632"/>
                  </a:lnTo>
                  <a:lnTo>
                    <a:pt x="9053" y="1829"/>
                  </a:lnTo>
                  <a:lnTo>
                    <a:pt x="9193" y="2036"/>
                  </a:lnTo>
                  <a:lnTo>
                    <a:pt x="9321" y="2254"/>
                  </a:lnTo>
                  <a:lnTo>
                    <a:pt x="9435" y="2481"/>
                  </a:lnTo>
                  <a:lnTo>
                    <a:pt x="9537" y="2719"/>
                  </a:lnTo>
                  <a:lnTo>
                    <a:pt x="9626" y="2968"/>
                  </a:lnTo>
                  <a:lnTo>
                    <a:pt x="9702" y="3227"/>
                  </a:lnTo>
                  <a:lnTo>
                    <a:pt x="9765" y="3497"/>
                  </a:lnTo>
                  <a:lnTo>
                    <a:pt x="9802" y="3716"/>
                  </a:lnTo>
                  <a:lnTo>
                    <a:pt x="9825" y="3935"/>
                  </a:lnTo>
                  <a:lnTo>
                    <a:pt x="9836" y="4155"/>
                  </a:lnTo>
                  <a:lnTo>
                    <a:pt x="9835" y="4374"/>
                  </a:lnTo>
                  <a:lnTo>
                    <a:pt x="9825" y="4594"/>
                  </a:lnTo>
                  <a:lnTo>
                    <a:pt x="9806" y="4813"/>
                  </a:lnTo>
                  <a:lnTo>
                    <a:pt x="9751" y="5252"/>
                  </a:lnTo>
                  <a:lnTo>
                    <a:pt x="9694" y="5585"/>
                  </a:lnTo>
                  <a:lnTo>
                    <a:pt x="9620" y="5912"/>
                  </a:lnTo>
                  <a:lnTo>
                    <a:pt x="9529" y="6232"/>
                  </a:lnTo>
                  <a:lnTo>
                    <a:pt x="9420" y="6545"/>
                  </a:lnTo>
                  <a:lnTo>
                    <a:pt x="9291" y="6850"/>
                  </a:lnTo>
                  <a:lnTo>
                    <a:pt x="9140" y="7146"/>
                  </a:lnTo>
                  <a:lnTo>
                    <a:pt x="8968" y="7434"/>
                  </a:lnTo>
                  <a:lnTo>
                    <a:pt x="8772" y="7712"/>
                  </a:lnTo>
                  <a:lnTo>
                    <a:pt x="8493" y="8045"/>
                  </a:lnTo>
                  <a:lnTo>
                    <a:pt x="8346" y="8196"/>
                  </a:lnTo>
                  <a:lnTo>
                    <a:pt x="8193" y="8337"/>
                  </a:lnTo>
                  <a:lnTo>
                    <a:pt x="8034" y="8467"/>
                  </a:lnTo>
                  <a:lnTo>
                    <a:pt x="7870" y="8587"/>
                  </a:lnTo>
                  <a:lnTo>
                    <a:pt x="7701" y="8696"/>
                  </a:lnTo>
                  <a:lnTo>
                    <a:pt x="7525" y="8795"/>
                  </a:lnTo>
                  <a:lnTo>
                    <a:pt x="7345" y="8882"/>
                  </a:lnTo>
                  <a:lnTo>
                    <a:pt x="7159" y="8958"/>
                  </a:lnTo>
                  <a:lnTo>
                    <a:pt x="6967" y="9023"/>
                  </a:lnTo>
                  <a:lnTo>
                    <a:pt x="6769" y="9077"/>
                  </a:lnTo>
                  <a:lnTo>
                    <a:pt x="6566" y="9119"/>
                  </a:lnTo>
                  <a:lnTo>
                    <a:pt x="6357" y="9150"/>
                  </a:lnTo>
                  <a:lnTo>
                    <a:pt x="6143" y="9169"/>
                  </a:lnTo>
                  <a:lnTo>
                    <a:pt x="5922" y="9176"/>
                  </a:lnTo>
                  <a:lnTo>
                    <a:pt x="5655" y="9165"/>
                  </a:lnTo>
                  <a:lnTo>
                    <a:pt x="5525" y="9150"/>
                  </a:lnTo>
                  <a:lnTo>
                    <a:pt x="5398" y="9128"/>
                  </a:lnTo>
                  <a:lnTo>
                    <a:pt x="5273" y="9099"/>
                  </a:lnTo>
                  <a:lnTo>
                    <a:pt x="5152" y="9063"/>
                  </a:lnTo>
                  <a:lnTo>
                    <a:pt x="5034" y="9020"/>
                  </a:lnTo>
                  <a:lnTo>
                    <a:pt x="4918" y="8970"/>
                  </a:lnTo>
                  <a:lnTo>
                    <a:pt x="4806" y="8913"/>
                  </a:lnTo>
                  <a:lnTo>
                    <a:pt x="4697" y="8848"/>
                  </a:lnTo>
                  <a:lnTo>
                    <a:pt x="4591" y="8776"/>
                  </a:lnTo>
                  <a:lnTo>
                    <a:pt x="4489" y="8696"/>
                  </a:lnTo>
                  <a:lnTo>
                    <a:pt x="4390" y="8608"/>
                  </a:lnTo>
                  <a:lnTo>
                    <a:pt x="4295" y="8512"/>
                  </a:lnTo>
                  <a:lnTo>
                    <a:pt x="4203" y="8408"/>
                  </a:lnTo>
                  <a:lnTo>
                    <a:pt x="4115" y="8296"/>
                  </a:lnTo>
                </a:path>
              </a:pathLst>
            </a:custGeom>
            <a:solidFill>
              <a:schemeClr val="bg1"/>
            </a:solidFill>
            <a:ln>
              <a:noFill/>
            </a:ln>
            <a:effectLst/>
          </p:spPr>
          <p:txBody>
            <a:bodyPr wrap="none" anchor="ctr"/>
            <a:lstStyle/>
            <a:p>
              <a:endParaRPr lang="de-DE" sz="2400">
                <a:latin typeface="BISansOpti"/>
              </a:endParaRPr>
            </a:p>
          </p:txBody>
        </p:sp>
        <p:sp>
          <p:nvSpPr>
            <p:cNvPr id="47" name="Freeform 2">
              <a:extLst>
                <a:ext uri="{FF2B5EF4-FFF2-40B4-BE49-F238E27FC236}">
                  <a16:creationId xmlns:a16="http://schemas.microsoft.com/office/drawing/2014/main" id="{7A221194-5F77-E742-928E-08B3F35958C4}"/>
                </a:ext>
              </a:extLst>
            </p:cNvPr>
            <p:cNvSpPr>
              <a:spLocks noChangeAspect="1" noChangeArrowheads="1"/>
            </p:cNvSpPr>
            <p:nvPr userDrawn="1"/>
          </p:nvSpPr>
          <p:spPr bwMode="auto">
            <a:xfrm>
              <a:off x="2915299" y="1272056"/>
              <a:ext cx="323999" cy="323999"/>
            </a:xfrm>
            <a:custGeom>
              <a:avLst/>
              <a:gdLst>
                <a:gd name="T0" fmla="*/ 12913 w 14438"/>
                <a:gd name="T1" fmla="*/ 17 h 14438"/>
                <a:gd name="T2" fmla="*/ 13781 w 14438"/>
                <a:gd name="T3" fmla="*/ 392 h 14438"/>
                <a:gd name="T4" fmla="*/ 14305 w 14438"/>
                <a:gd name="T5" fmla="*/ 1097 h 14438"/>
                <a:gd name="T6" fmla="*/ 14432 w 14438"/>
                <a:gd name="T7" fmla="*/ 12796 h 14438"/>
                <a:gd name="T8" fmla="*/ 14249 w 14438"/>
                <a:gd name="T9" fmla="*/ 13460 h 14438"/>
                <a:gd name="T10" fmla="*/ 13703 w 14438"/>
                <a:gd name="T11" fmla="*/ 14108 h 14438"/>
                <a:gd name="T12" fmla="*/ 12896 w 14438"/>
                <a:gd name="T13" fmla="*/ 14422 h 14438"/>
                <a:gd name="T14" fmla="*/ 1127 w 14438"/>
                <a:gd name="T15" fmla="*/ 14320 h 14438"/>
                <a:gd name="T16" fmla="*/ 473 w 14438"/>
                <a:gd name="T17" fmla="*/ 13875 h 14438"/>
                <a:gd name="T18" fmla="*/ 75 w 14438"/>
                <a:gd name="T19" fmla="*/ 13174 h 14438"/>
                <a:gd name="T20" fmla="*/ 19 w 14438"/>
                <a:gd name="T21" fmla="*/ 1490 h 14438"/>
                <a:gd name="T22" fmla="*/ 243 w 14438"/>
                <a:gd name="T23" fmla="*/ 870 h 14438"/>
                <a:gd name="T24" fmla="*/ 717 w 14438"/>
                <a:gd name="T25" fmla="*/ 343 h 14438"/>
                <a:gd name="T26" fmla="*/ 1356 w 14438"/>
                <a:gd name="T27" fmla="*/ 46 h 14438"/>
                <a:gd name="T28" fmla="*/ 11674 w 14438"/>
                <a:gd name="T29" fmla="*/ 6803 h 14438"/>
                <a:gd name="T30" fmla="*/ 11511 w 14438"/>
                <a:gd name="T31" fmla="*/ 8713 h 14438"/>
                <a:gd name="T32" fmla="*/ 10505 w 14438"/>
                <a:gd name="T33" fmla="*/ 10313 h 14438"/>
                <a:gd name="T34" fmla="*/ 8796 w 14438"/>
                <a:gd name="T35" fmla="*/ 11441 h 14438"/>
                <a:gd name="T36" fmla="*/ 6950 w 14438"/>
                <a:gd name="T37" fmla="*/ 11727 h 14438"/>
                <a:gd name="T38" fmla="*/ 5067 w 14438"/>
                <a:gd name="T39" fmla="*/ 11137 h 14438"/>
                <a:gd name="T40" fmla="*/ 3387 w 14438"/>
                <a:gd name="T41" fmla="*/ 9647 h 14438"/>
                <a:gd name="T42" fmla="*/ 2759 w 14438"/>
                <a:gd name="T43" fmla="*/ 7666 h 14438"/>
                <a:gd name="T44" fmla="*/ 1801 w 14438"/>
                <a:gd name="T45" fmla="*/ 6048 h 14438"/>
                <a:gd name="T46" fmla="*/ 1831 w 14438"/>
                <a:gd name="T47" fmla="*/ 12398 h 14438"/>
                <a:gd name="T48" fmla="*/ 1969 w 14438"/>
                <a:gd name="T49" fmla="*/ 12574 h 14438"/>
                <a:gd name="T50" fmla="*/ 2231 w 14438"/>
                <a:gd name="T51" fmla="*/ 12635 h 14438"/>
                <a:gd name="T52" fmla="*/ 12355 w 14438"/>
                <a:gd name="T53" fmla="*/ 12615 h 14438"/>
                <a:gd name="T54" fmla="*/ 12494 w 14438"/>
                <a:gd name="T55" fmla="*/ 12559 h 14438"/>
                <a:gd name="T56" fmla="*/ 12584 w 14438"/>
                <a:gd name="T57" fmla="*/ 12451 h 14438"/>
                <a:gd name="T58" fmla="*/ 12630 w 14438"/>
                <a:gd name="T59" fmla="*/ 12242 h 14438"/>
                <a:gd name="T60" fmla="*/ 7228 w 14438"/>
                <a:gd name="T61" fmla="*/ 10019 h 14438"/>
                <a:gd name="T62" fmla="*/ 8762 w 14438"/>
                <a:gd name="T63" fmla="*/ 9581 h 14438"/>
                <a:gd name="T64" fmla="*/ 9907 w 14438"/>
                <a:gd name="T65" fmla="*/ 8263 h 14438"/>
                <a:gd name="T66" fmla="*/ 10045 w 14438"/>
                <a:gd name="T67" fmla="*/ 6516 h 14438"/>
                <a:gd name="T68" fmla="*/ 9166 w 14438"/>
                <a:gd name="T69" fmla="*/ 5099 h 14438"/>
                <a:gd name="T70" fmla="*/ 7702 w 14438"/>
                <a:gd name="T71" fmla="*/ 4419 h 14438"/>
                <a:gd name="T72" fmla="*/ 6052 w 14438"/>
                <a:gd name="T73" fmla="*/ 4623 h 14438"/>
                <a:gd name="T74" fmla="*/ 4844 w 14438"/>
                <a:gd name="T75" fmla="*/ 5593 h 14438"/>
                <a:gd name="T76" fmla="*/ 4336 w 14438"/>
                <a:gd name="T77" fmla="*/ 7017 h 14438"/>
                <a:gd name="T78" fmla="*/ 4649 w 14438"/>
                <a:gd name="T79" fmla="*/ 8481 h 14438"/>
                <a:gd name="T80" fmla="*/ 5608 w 14438"/>
                <a:gd name="T81" fmla="*/ 9522 h 14438"/>
                <a:gd name="T82" fmla="*/ 6977 w 14438"/>
                <a:gd name="T83" fmla="*/ 10006 h 14438"/>
                <a:gd name="T84" fmla="*/ 9947 w 14438"/>
                <a:gd name="T85" fmla="*/ 4184 h 14438"/>
                <a:gd name="T86" fmla="*/ 10089 w 14438"/>
                <a:gd name="T87" fmla="*/ 4407 h 14438"/>
                <a:gd name="T88" fmla="*/ 10342 w 14438"/>
                <a:gd name="T89" fmla="*/ 4506 h 14438"/>
                <a:gd name="T90" fmla="*/ 12359 w 14438"/>
                <a:gd name="T91" fmla="*/ 4474 h 14438"/>
                <a:gd name="T92" fmla="*/ 12560 w 14438"/>
                <a:gd name="T93" fmla="*/ 4309 h 14438"/>
                <a:gd name="T94" fmla="*/ 12635 w 14438"/>
                <a:gd name="T95" fmla="*/ 4037 h 14438"/>
                <a:gd name="T96" fmla="*/ 12582 w 14438"/>
                <a:gd name="T97" fmla="*/ 2038 h 14438"/>
                <a:gd name="T98" fmla="*/ 12395 w 14438"/>
                <a:gd name="T99" fmla="*/ 1854 h 14438"/>
                <a:gd name="T100" fmla="*/ 10408 w 14438"/>
                <a:gd name="T101" fmla="*/ 1802 h 14438"/>
                <a:gd name="T102" fmla="*/ 10126 w 14438"/>
                <a:gd name="T103" fmla="*/ 1877 h 14438"/>
                <a:gd name="T104" fmla="*/ 9962 w 14438"/>
                <a:gd name="T105" fmla="*/ 2086 h 144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38" h="14438">
                  <a:moveTo>
                    <a:pt x="12872" y="0"/>
                  </a:moveTo>
                  <a:lnTo>
                    <a:pt x="12892" y="10"/>
                  </a:lnTo>
                  <a:lnTo>
                    <a:pt x="12897" y="12"/>
                  </a:lnTo>
                  <a:lnTo>
                    <a:pt x="12903" y="14"/>
                  </a:lnTo>
                  <a:lnTo>
                    <a:pt x="12908" y="16"/>
                  </a:lnTo>
                  <a:lnTo>
                    <a:pt x="12913" y="17"/>
                  </a:lnTo>
                  <a:lnTo>
                    <a:pt x="13079" y="54"/>
                  </a:lnTo>
                  <a:lnTo>
                    <a:pt x="13237" y="102"/>
                  </a:lnTo>
                  <a:lnTo>
                    <a:pt x="13387" y="160"/>
                  </a:lnTo>
                  <a:lnTo>
                    <a:pt x="13527" y="227"/>
                  </a:lnTo>
                  <a:lnTo>
                    <a:pt x="13659" y="305"/>
                  </a:lnTo>
                  <a:lnTo>
                    <a:pt x="13781" y="392"/>
                  </a:lnTo>
                  <a:lnTo>
                    <a:pt x="13894" y="488"/>
                  </a:lnTo>
                  <a:lnTo>
                    <a:pt x="13997" y="594"/>
                  </a:lnTo>
                  <a:lnTo>
                    <a:pt x="14089" y="707"/>
                  </a:lnTo>
                  <a:lnTo>
                    <a:pt x="14172" y="829"/>
                  </a:lnTo>
                  <a:lnTo>
                    <a:pt x="14244" y="959"/>
                  </a:lnTo>
                  <a:lnTo>
                    <a:pt x="14305" y="1097"/>
                  </a:lnTo>
                  <a:lnTo>
                    <a:pt x="14355" y="1242"/>
                  </a:lnTo>
                  <a:lnTo>
                    <a:pt x="14394" y="1394"/>
                  </a:lnTo>
                  <a:lnTo>
                    <a:pt x="14421" y="1553"/>
                  </a:lnTo>
                  <a:lnTo>
                    <a:pt x="14437" y="1718"/>
                  </a:lnTo>
                  <a:lnTo>
                    <a:pt x="14437" y="12716"/>
                  </a:lnTo>
                  <a:lnTo>
                    <a:pt x="14432" y="12796"/>
                  </a:lnTo>
                  <a:lnTo>
                    <a:pt x="14424" y="12876"/>
                  </a:lnTo>
                  <a:lnTo>
                    <a:pt x="14412" y="12955"/>
                  </a:lnTo>
                  <a:lnTo>
                    <a:pt x="14397" y="13033"/>
                  </a:lnTo>
                  <a:lnTo>
                    <a:pt x="14358" y="13182"/>
                  </a:lnTo>
                  <a:lnTo>
                    <a:pt x="14308" y="13325"/>
                  </a:lnTo>
                  <a:lnTo>
                    <a:pt x="14249" y="13460"/>
                  </a:lnTo>
                  <a:lnTo>
                    <a:pt x="14179" y="13588"/>
                  </a:lnTo>
                  <a:lnTo>
                    <a:pt x="14101" y="13709"/>
                  </a:lnTo>
                  <a:lnTo>
                    <a:pt x="14014" y="13821"/>
                  </a:lnTo>
                  <a:lnTo>
                    <a:pt x="13918" y="13925"/>
                  </a:lnTo>
                  <a:lnTo>
                    <a:pt x="13814" y="14021"/>
                  </a:lnTo>
                  <a:lnTo>
                    <a:pt x="13703" y="14108"/>
                  </a:lnTo>
                  <a:lnTo>
                    <a:pt x="13584" y="14185"/>
                  </a:lnTo>
                  <a:lnTo>
                    <a:pt x="13458" y="14253"/>
                  </a:lnTo>
                  <a:lnTo>
                    <a:pt x="13326" y="14311"/>
                  </a:lnTo>
                  <a:lnTo>
                    <a:pt x="13189" y="14358"/>
                  </a:lnTo>
                  <a:lnTo>
                    <a:pt x="13045" y="14396"/>
                  </a:lnTo>
                  <a:lnTo>
                    <a:pt x="12896" y="14422"/>
                  </a:lnTo>
                  <a:lnTo>
                    <a:pt x="12743" y="14437"/>
                  </a:lnTo>
                  <a:lnTo>
                    <a:pt x="1655" y="14437"/>
                  </a:lnTo>
                  <a:lnTo>
                    <a:pt x="1518" y="14423"/>
                  </a:lnTo>
                  <a:lnTo>
                    <a:pt x="1384" y="14398"/>
                  </a:lnTo>
                  <a:lnTo>
                    <a:pt x="1253" y="14364"/>
                  </a:lnTo>
                  <a:lnTo>
                    <a:pt x="1127" y="14320"/>
                  </a:lnTo>
                  <a:lnTo>
                    <a:pt x="1004" y="14266"/>
                  </a:lnTo>
                  <a:lnTo>
                    <a:pt x="887" y="14204"/>
                  </a:lnTo>
                  <a:lnTo>
                    <a:pt x="774" y="14134"/>
                  </a:lnTo>
                  <a:lnTo>
                    <a:pt x="668" y="14055"/>
                  </a:lnTo>
                  <a:lnTo>
                    <a:pt x="567" y="13969"/>
                  </a:lnTo>
                  <a:lnTo>
                    <a:pt x="473" y="13875"/>
                  </a:lnTo>
                  <a:lnTo>
                    <a:pt x="387" y="13774"/>
                  </a:lnTo>
                  <a:lnTo>
                    <a:pt x="307" y="13666"/>
                  </a:lnTo>
                  <a:lnTo>
                    <a:pt x="236" y="13552"/>
                  </a:lnTo>
                  <a:lnTo>
                    <a:pt x="173" y="13431"/>
                  </a:lnTo>
                  <a:lnTo>
                    <a:pt x="119" y="13305"/>
                  </a:lnTo>
                  <a:lnTo>
                    <a:pt x="75" y="13174"/>
                  </a:lnTo>
                  <a:lnTo>
                    <a:pt x="55" y="13101"/>
                  </a:lnTo>
                  <a:lnTo>
                    <a:pt x="36" y="13028"/>
                  </a:lnTo>
                  <a:lnTo>
                    <a:pt x="0" y="12881"/>
                  </a:lnTo>
                  <a:lnTo>
                    <a:pt x="0" y="1558"/>
                  </a:lnTo>
                  <a:lnTo>
                    <a:pt x="13" y="1513"/>
                  </a:lnTo>
                  <a:lnTo>
                    <a:pt x="19" y="1490"/>
                  </a:lnTo>
                  <a:lnTo>
                    <a:pt x="24" y="1468"/>
                  </a:lnTo>
                  <a:lnTo>
                    <a:pt x="55" y="1337"/>
                  </a:lnTo>
                  <a:lnTo>
                    <a:pt x="92" y="1211"/>
                  </a:lnTo>
                  <a:lnTo>
                    <a:pt x="136" y="1092"/>
                  </a:lnTo>
                  <a:lnTo>
                    <a:pt x="186" y="978"/>
                  </a:lnTo>
                  <a:lnTo>
                    <a:pt x="243" y="870"/>
                  </a:lnTo>
                  <a:lnTo>
                    <a:pt x="306" y="767"/>
                  </a:lnTo>
                  <a:lnTo>
                    <a:pt x="375" y="671"/>
                  </a:lnTo>
                  <a:lnTo>
                    <a:pt x="451" y="580"/>
                  </a:lnTo>
                  <a:lnTo>
                    <a:pt x="533" y="495"/>
                  </a:lnTo>
                  <a:lnTo>
                    <a:pt x="622" y="416"/>
                  </a:lnTo>
                  <a:lnTo>
                    <a:pt x="717" y="343"/>
                  </a:lnTo>
                  <a:lnTo>
                    <a:pt x="819" y="276"/>
                  </a:lnTo>
                  <a:lnTo>
                    <a:pt x="927" y="214"/>
                  </a:lnTo>
                  <a:lnTo>
                    <a:pt x="1042" y="159"/>
                  </a:lnTo>
                  <a:lnTo>
                    <a:pt x="1163" y="109"/>
                  </a:lnTo>
                  <a:lnTo>
                    <a:pt x="1291" y="65"/>
                  </a:lnTo>
                  <a:lnTo>
                    <a:pt x="1356" y="46"/>
                  </a:lnTo>
                  <a:lnTo>
                    <a:pt x="1422" y="30"/>
                  </a:lnTo>
                  <a:lnTo>
                    <a:pt x="1554" y="0"/>
                  </a:lnTo>
                  <a:lnTo>
                    <a:pt x="12872" y="0"/>
                  </a:lnTo>
                  <a:close/>
                  <a:moveTo>
                    <a:pt x="11550" y="6105"/>
                  </a:moveTo>
                  <a:lnTo>
                    <a:pt x="11623" y="6457"/>
                  </a:lnTo>
                  <a:lnTo>
                    <a:pt x="11674" y="6803"/>
                  </a:lnTo>
                  <a:lnTo>
                    <a:pt x="11703" y="7141"/>
                  </a:lnTo>
                  <a:lnTo>
                    <a:pt x="11710" y="7472"/>
                  </a:lnTo>
                  <a:lnTo>
                    <a:pt x="11695" y="7794"/>
                  </a:lnTo>
                  <a:lnTo>
                    <a:pt x="11656" y="8109"/>
                  </a:lnTo>
                  <a:lnTo>
                    <a:pt x="11595" y="8415"/>
                  </a:lnTo>
                  <a:lnTo>
                    <a:pt x="11511" y="8713"/>
                  </a:lnTo>
                  <a:lnTo>
                    <a:pt x="11404" y="9002"/>
                  </a:lnTo>
                  <a:lnTo>
                    <a:pt x="11272" y="9283"/>
                  </a:lnTo>
                  <a:lnTo>
                    <a:pt x="11117" y="9554"/>
                  </a:lnTo>
                  <a:lnTo>
                    <a:pt x="10937" y="9817"/>
                  </a:lnTo>
                  <a:lnTo>
                    <a:pt x="10733" y="10070"/>
                  </a:lnTo>
                  <a:lnTo>
                    <a:pt x="10505" y="10313"/>
                  </a:lnTo>
                  <a:lnTo>
                    <a:pt x="10251" y="10547"/>
                  </a:lnTo>
                  <a:lnTo>
                    <a:pt x="9972" y="10770"/>
                  </a:lnTo>
                  <a:lnTo>
                    <a:pt x="9684" y="10973"/>
                  </a:lnTo>
                  <a:lnTo>
                    <a:pt x="9391" y="11153"/>
                  </a:lnTo>
                  <a:lnTo>
                    <a:pt x="9095" y="11309"/>
                  </a:lnTo>
                  <a:lnTo>
                    <a:pt x="8796" y="11441"/>
                  </a:lnTo>
                  <a:lnTo>
                    <a:pt x="8493" y="11549"/>
                  </a:lnTo>
                  <a:lnTo>
                    <a:pt x="8189" y="11633"/>
                  </a:lnTo>
                  <a:lnTo>
                    <a:pt x="7881" y="11693"/>
                  </a:lnTo>
                  <a:lnTo>
                    <a:pt x="7572" y="11728"/>
                  </a:lnTo>
                  <a:lnTo>
                    <a:pt x="7262" y="11740"/>
                  </a:lnTo>
                  <a:lnTo>
                    <a:pt x="6950" y="11727"/>
                  </a:lnTo>
                  <a:lnTo>
                    <a:pt x="6636" y="11690"/>
                  </a:lnTo>
                  <a:lnTo>
                    <a:pt x="6323" y="11629"/>
                  </a:lnTo>
                  <a:lnTo>
                    <a:pt x="6008" y="11543"/>
                  </a:lnTo>
                  <a:lnTo>
                    <a:pt x="5694" y="11432"/>
                  </a:lnTo>
                  <a:lnTo>
                    <a:pt x="5380" y="11297"/>
                  </a:lnTo>
                  <a:lnTo>
                    <a:pt x="5067" y="11137"/>
                  </a:lnTo>
                  <a:lnTo>
                    <a:pt x="4711" y="10926"/>
                  </a:lnTo>
                  <a:lnTo>
                    <a:pt x="4386" y="10699"/>
                  </a:lnTo>
                  <a:lnTo>
                    <a:pt x="4092" y="10457"/>
                  </a:lnTo>
                  <a:lnTo>
                    <a:pt x="3827" y="10202"/>
                  </a:lnTo>
                  <a:lnTo>
                    <a:pt x="3592" y="9931"/>
                  </a:lnTo>
                  <a:lnTo>
                    <a:pt x="3387" y="9647"/>
                  </a:lnTo>
                  <a:lnTo>
                    <a:pt x="3210" y="9349"/>
                  </a:lnTo>
                  <a:lnTo>
                    <a:pt x="3063" y="9038"/>
                  </a:lnTo>
                  <a:lnTo>
                    <a:pt x="2945" y="8714"/>
                  </a:lnTo>
                  <a:lnTo>
                    <a:pt x="2855" y="8377"/>
                  </a:lnTo>
                  <a:lnTo>
                    <a:pt x="2793" y="8028"/>
                  </a:lnTo>
                  <a:lnTo>
                    <a:pt x="2759" y="7666"/>
                  </a:lnTo>
                  <a:lnTo>
                    <a:pt x="2753" y="7292"/>
                  </a:lnTo>
                  <a:lnTo>
                    <a:pt x="2774" y="6907"/>
                  </a:lnTo>
                  <a:lnTo>
                    <a:pt x="2822" y="6510"/>
                  </a:lnTo>
                  <a:lnTo>
                    <a:pt x="2898" y="6103"/>
                  </a:lnTo>
                  <a:lnTo>
                    <a:pt x="1801" y="5865"/>
                  </a:lnTo>
                  <a:lnTo>
                    <a:pt x="1801" y="6048"/>
                  </a:lnTo>
                  <a:lnTo>
                    <a:pt x="1801" y="11985"/>
                  </a:lnTo>
                  <a:lnTo>
                    <a:pt x="1802" y="12211"/>
                  </a:lnTo>
                  <a:lnTo>
                    <a:pt x="1805" y="12263"/>
                  </a:lnTo>
                  <a:lnTo>
                    <a:pt x="1810" y="12312"/>
                  </a:lnTo>
                  <a:lnTo>
                    <a:pt x="1819" y="12357"/>
                  </a:lnTo>
                  <a:lnTo>
                    <a:pt x="1831" y="12398"/>
                  </a:lnTo>
                  <a:lnTo>
                    <a:pt x="1846" y="12436"/>
                  </a:lnTo>
                  <a:lnTo>
                    <a:pt x="1864" y="12470"/>
                  </a:lnTo>
                  <a:lnTo>
                    <a:pt x="1885" y="12501"/>
                  </a:lnTo>
                  <a:lnTo>
                    <a:pt x="1910" y="12529"/>
                  </a:lnTo>
                  <a:lnTo>
                    <a:pt x="1938" y="12553"/>
                  </a:lnTo>
                  <a:lnTo>
                    <a:pt x="1969" y="12574"/>
                  </a:lnTo>
                  <a:lnTo>
                    <a:pt x="2004" y="12592"/>
                  </a:lnTo>
                  <a:lnTo>
                    <a:pt x="2042" y="12606"/>
                  </a:lnTo>
                  <a:lnTo>
                    <a:pt x="2084" y="12618"/>
                  </a:lnTo>
                  <a:lnTo>
                    <a:pt x="2129" y="12627"/>
                  </a:lnTo>
                  <a:lnTo>
                    <a:pt x="2178" y="12632"/>
                  </a:lnTo>
                  <a:lnTo>
                    <a:pt x="2231" y="12635"/>
                  </a:lnTo>
                  <a:lnTo>
                    <a:pt x="2315" y="12636"/>
                  </a:lnTo>
                  <a:lnTo>
                    <a:pt x="12118" y="12635"/>
                  </a:lnTo>
                  <a:lnTo>
                    <a:pt x="12178" y="12634"/>
                  </a:lnTo>
                  <a:lnTo>
                    <a:pt x="12237" y="12630"/>
                  </a:lnTo>
                  <a:lnTo>
                    <a:pt x="12296" y="12624"/>
                  </a:lnTo>
                  <a:lnTo>
                    <a:pt x="12355" y="12615"/>
                  </a:lnTo>
                  <a:lnTo>
                    <a:pt x="12382" y="12609"/>
                  </a:lnTo>
                  <a:lnTo>
                    <a:pt x="12407" y="12602"/>
                  </a:lnTo>
                  <a:lnTo>
                    <a:pt x="12431" y="12593"/>
                  </a:lnTo>
                  <a:lnTo>
                    <a:pt x="12453" y="12583"/>
                  </a:lnTo>
                  <a:lnTo>
                    <a:pt x="12474" y="12572"/>
                  </a:lnTo>
                  <a:lnTo>
                    <a:pt x="12494" y="12559"/>
                  </a:lnTo>
                  <a:lnTo>
                    <a:pt x="12513" y="12544"/>
                  </a:lnTo>
                  <a:lnTo>
                    <a:pt x="12530" y="12528"/>
                  </a:lnTo>
                  <a:lnTo>
                    <a:pt x="12545" y="12511"/>
                  </a:lnTo>
                  <a:lnTo>
                    <a:pt x="12560" y="12493"/>
                  </a:lnTo>
                  <a:lnTo>
                    <a:pt x="12573" y="12473"/>
                  </a:lnTo>
                  <a:lnTo>
                    <a:pt x="12584" y="12451"/>
                  </a:lnTo>
                  <a:lnTo>
                    <a:pt x="12594" y="12429"/>
                  </a:lnTo>
                  <a:lnTo>
                    <a:pt x="12602" y="12405"/>
                  </a:lnTo>
                  <a:lnTo>
                    <a:pt x="12610" y="12380"/>
                  </a:lnTo>
                  <a:lnTo>
                    <a:pt x="12615" y="12353"/>
                  </a:lnTo>
                  <a:lnTo>
                    <a:pt x="12624" y="12298"/>
                  </a:lnTo>
                  <a:lnTo>
                    <a:pt x="12630" y="12242"/>
                  </a:lnTo>
                  <a:lnTo>
                    <a:pt x="12634" y="12186"/>
                  </a:lnTo>
                  <a:lnTo>
                    <a:pt x="12635" y="12130"/>
                  </a:lnTo>
                  <a:lnTo>
                    <a:pt x="12636" y="6023"/>
                  </a:lnTo>
                  <a:lnTo>
                    <a:pt x="12636" y="5865"/>
                  </a:lnTo>
                  <a:lnTo>
                    <a:pt x="11550" y="6105"/>
                  </a:lnTo>
                  <a:close/>
                  <a:moveTo>
                    <a:pt x="7228" y="10019"/>
                  </a:moveTo>
                  <a:lnTo>
                    <a:pt x="7564" y="9978"/>
                  </a:lnTo>
                  <a:lnTo>
                    <a:pt x="7731" y="9954"/>
                  </a:lnTo>
                  <a:lnTo>
                    <a:pt x="7897" y="9923"/>
                  </a:lnTo>
                  <a:lnTo>
                    <a:pt x="8204" y="9839"/>
                  </a:lnTo>
                  <a:lnTo>
                    <a:pt x="8493" y="9724"/>
                  </a:lnTo>
                  <a:lnTo>
                    <a:pt x="8762" y="9581"/>
                  </a:lnTo>
                  <a:lnTo>
                    <a:pt x="9011" y="9412"/>
                  </a:lnTo>
                  <a:lnTo>
                    <a:pt x="9239" y="9220"/>
                  </a:lnTo>
                  <a:lnTo>
                    <a:pt x="9443" y="9007"/>
                  </a:lnTo>
                  <a:lnTo>
                    <a:pt x="9624" y="8775"/>
                  </a:lnTo>
                  <a:lnTo>
                    <a:pt x="9779" y="8526"/>
                  </a:lnTo>
                  <a:lnTo>
                    <a:pt x="9907" y="8263"/>
                  </a:lnTo>
                  <a:lnTo>
                    <a:pt x="10007" y="7988"/>
                  </a:lnTo>
                  <a:lnTo>
                    <a:pt x="10078" y="7704"/>
                  </a:lnTo>
                  <a:lnTo>
                    <a:pt x="10119" y="7412"/>
                  </a:lnTo>
                  <a:lnTo>
                    <a:pt x="10128" y="7115"/>
                  </a:lnTo>
                  <a:lnTo>
                    <a:pt x="10103" y="6816"/>
                  </a:lnTo>
                  <a:lnTo>
                    <a:pt x="10045" y="6516"/>
                  </a:lnTo>
                  <a:lnTo>
                    <a:pt x="9950" y="6218"/>
                  </a:lnTo>
                  <a:lnTo>
                    <a:pt x="9837" y="5959"/>
                  </a:lnTo>
                  <a:lnTo>
                    <a:pt x="9700" y="5717"/>
                  </a:lnTo>
                  <a:lnTo>
                    <a:pt x="9541" y="5493"/>
                  </a:lnTo>
                  <a:lnTo>
                    <a:pt x="9363" y="5286"/>
                  </a:lnTo>
                  <a:lnTo>
                    <a:pt x="9166" y="5099"/>
                  </a:lnTo>
                  <a:lnTo>
                    <a:pt x="8952" y="4931"/>
                  </a:lnTo>
                  <a:lnTo>
                    <a:pt x="8724" y="4784"/>
                  </a:lnTo>
                  <a:lnTo>
                    <a:pt x="8484" y="4658"/>
                  </a:lnTo>
                  <a:lnTo>
                    <a:pt x="8232" y="4555"/>
                  </a:lnTo>
                  <a:lnTo>
                    <a:pt x="7970" y="4475"/>
                  </a:lnTo>
                  <a:lnTo>
                    <a:pt x="7702" y="4419"/>
                  </a:lnTo>
                  <a:lnTo>
                    <a:pt x="7428" y="4387"/>
                  </a:lnTo>
                  <a:lnTo>
                    <a:pt x="7149" y="4381"/>
                  </a:lnTo>
                  <a:lnTo>
                    <a:pt x="6869" y="4402"/>
                  </a:lnTo>
                  <a:lnTo>
                    <a:pt x="6589" y="4450"/>
                  </a:lnTo>
                  <a:lnTo>
                    <a:pt x="6310" y="4526"/>
                  </a:lnTo>
                  <a:lnTo>
                    <a:pt x="6052" y="4623"/>
                  </a:lnTo>
                  <a:lnTo>
                    <a:pt x="5809" y="4741"/>
                  </a:lnTo>
                  <a:lnTo>
                    <a:pt x="5582" y="4878"/>
                  </a:lnTo>
                  <a:lnTo>
                    <a:pt x="5371" y="5033"/>
                  </a:lnTo>
                  <a:lnTo>
                    <a:pt x="5177" y="5205"/>
                  </a:lnTo>
                  <a:lnTo>
                    <a:pt x="5001" y="5392"/>
                  </a:lnTo>
                  <a:lnTo>
                    <a:pt x="4844" y="5593"/>
                  </a:lnTo>
                  <a:lnTo>
                    <a:pt x="4706" y="5807"/>
                  </a:lnTo>
                  <a:lnTo>
                    <a:pt x="4588" y="6032"/>
                  </a:lnTo>
                  <a:lnTo>
                    <a:pt x="4492" y="6267"/>
                  </a:lnTo>
                  <a:lnTo>
                    <a:pt x="4417" y="6510"/>
                  </a:lnTo>
                  <a:lnTo>
                    <a:pt x="4365" y="6761"/>
                  </a:lnTo>
                  <a:lnTo>
                    <a:pt x="4336" y="7017"/>
                  </a:lnTo>
                  <a:lnTo>
                    <a:pt x="4332" y="7278"/>
                  </a:lnTo>
                  <a:lnTo>
                    <a:pt x="4352" y="7542"/>
                  </a:lnTo>
                  <a:lnTo>
                    <a:pt x="4399" y="7807"/>
                  </a:lnTo>
                  <a:lnTo>
                    <a:pt x="4462" y="8041"/>
                  </a:lnTo>
                  <a:lnTo>
                    <a:pt x="4546" y="8266"/>
                  </a:lnTo>
                  <a:lnTo>
                    <a:pt x="4649" y="8481"/>
                  </a:lnTo>
                  <a:lnTo>
                    <a:pt x="4771" y="8686"/>
                  </a:lnTo>
                  <a:lnTo>
                    <a:pt x="4909" y="8879"/>
                  </a:lnTo>
                  <a:lnTo>
                    <a:pt x="5062" y="9060"/>
                  </a:lnTo>
                  <a:lnTo>
                    <a:pt x="5231" y="9228"/>
                  </a:lnTo>
                  <a:lnTo>
                    <a:pt x="5413" y="9382"/>
                  </a:lnTo>
                  <a:lnTo>
                    <a:pt x="5608" y="9522"/>
                  </a:lnTo>
                  <a:lnTo>
                    <a:pt x="5814" y="9646"/>
                  </a:lnTo>
                  <a:lnTo>
                    <a:pt x="6030" y="9754"/>
                  </a:lnTo>
                  <a:lnTo>
                    <a:pt x="6256" y="9845"/>
                  </a:lnTo>
                  <a:lnTo>
                    <a:pt x="6490" y="9918"/>
                  </a:lnTo>
                  <a:lnTo>
                    <a:pt x="6730" y="9971"/>
                  </a:lnTo>
                  <a:lnTo>
                    <a:pt x="6977" y="10006"/>
                  </a:lnTo>
                  <a:lnTo>
                    <a:pt x="7228" y="10019"/>
                  </a:lnTo>
                  <a:close/>
                  <a:moveTo>
                    <a:pt x="9927" y="3148"/>
                  </a:moveTo>
                  <a:lnTo>
                    <a:pt x="9927" y="4036"/>
                  </a:lnTo>
                  <a:lnTo>
                    <a:pt x="9930" y="4087"/>
                  </a:lnTo>
                  <a:lnTo>
                    <a:pt x="9936" y="4137"/>
                  </a:lnTo>
                  <a:lnTo>
                    <a:pt x="9947" y="4184"/>
                  </a:lnTo>
                  <a:lnTo>
                    <a:pt x="9962" y="4228"/>
                  </a:lnTo>
                  <a:lnTo>
                    <a:pt x="9980" y="4270"/>
                  </a:lnTo>
                  <a:lnTo>
                    <a:pt x="10002" y="4309"/>
                  </a:lnTo>
                  <a:lnTo>
                    <a:pt x="10028" y="4345"/>
                  </a:lnTo>
                  <a:lnTo>
                    <a:pt x="10056" y="4378"/>
                  </a:lnTo>
                  <a:lnTo>
                    <a:pt x="10089" y="4407"/>
                  </a:lnTo>
                  <a:lnTo>
                    <a:pt x="10124" y="4433"/>
                  </a:lnTo>
                  <a:lnTo>
                    <a:pt x="10162" y="4455"/>
                  </a:lnTo>
                  <a:lnTo>
                    <a:pt x="10203" y="4474"/>
                  </a:lnTo>
                  <a:lnTo>
                    <a:pt x="10247" y="4489"/>
                  </a:lnTo>
                  <a:lnTo>
                    <a:pt x="10293" y="4500"/>
                  </a:lnTo>
                  <a:lnTo>
                    <a:pt x="10342" y="4506"/>
                  </a:lnTo>
                  <a:lnTo>
                    <a:pt x="10393" y="4509"/>
                  </a:lnTo>
                  <a:lnTo>
                    <a:pt x="12168" y="4509"/>
                  </a:lnTo>
                  <a:lnTo>
                    <a:pt x="12219" y="4506"/>
                  </a:lnTo>
                  <a:lnTo>
                    <a:pt x="12268" y="4500"/>
                  </a:lnTo>
                  <a:lnTo>
                    <a:pt x="12315" y="4489"/>
                  </a:lnTo>
                  <a:lnTo>
                    <a:pt x="12359" y="4474"/>
                  </a:lnTo>
                  <a:lnTo>
                    <a:pt x="12400" y="4455"/>
                  </a:lnTo>
                  <a:lnTo>
                    <a:pt x="12438" y="4433"/>
                  </a:lnTo>
                  <a:lnTo>
                    <a:pt x="12474" y="4407"/>
                  </a:lnTo>
                  <a:lnTo>
                    <a:pt x="12506" y="4378"/>
                  </a:lnTo>
                  <a:lnTo>
                    <a:pt x="12535" y="4345"/>
                  </a:lnTo>
                  <a:lnTo>
                    <a:pt x="12560" y="4309"/>
                  </a:lnTo>
                  <a:lnTo>
                    <a:pt x="12583" y="4270"/>
                  </a:lnTo>
                  <a:lnTo>
                    <a:pt x="12601" y="4229"/>
                  </a:lnTo>
                  <a:lnTo>
                    <a:pt x="12616" y="4185"/>
                  </a:lnTo>
                  <a:lnTo>
                    <a:pt x="12626" y="4138"/>
                  </a:lnTo>
                  <a:lnTo>
                    <a:pt x="12633" y="4088"/>
                  </a:lnTo>
                  <a:lnTo>
                    <a:pt x="12635" y="4037"/>
                  </a:lnTo>
                  <a:lnTo>
                    <a:pt x="12635" y="2275"/>
                  </a:lnTo>
                  <a:lnTo>
                    <a:pt x="12633" y="2222"/>
                  </a:lnTo>
                  <a:lnTo>
                    <a:pt x="12626" y="2172"/>
                  </a:lnTo>
                  <a:lnTo>
                    <a:pt x="12615" y="2124"/>
                  </a:lnTo>
                  <a:lnTo>
                    <a:pt x="12601" y="2080"/>
                  </a:lnTo>
                  <a:lnTo>
                    <a:pt x="12582" y="2038"/>
                  </a:lnTo>
                  <a:lnTo>
                    <a:pt x="12560" y="1999"/>
                  </a:lnTo>
                  <a:lnTo>
                    <a:pt x="12533" y="1963"/>
                  </a:lnTo>
                  <a:lnTo>
                    <a:pt x="12504" y="1931"/>
                  </a:lnTo>
                  <a:lnTo>
                    <a:pt x="12471" y="1902"/>
                  </a:lnTo>
                  <a:lnTo>
                    <a:pt x="12435" y="1876"/>
                  </a:lnTo>
                  <a:lnTo>
                    <a:pt x="12395" y="1854"/>
                  </a:lnTo>
                  <a:lnTo>
                    <a:pt x="12353" y="1836"/>
                  </a:lnTo>
                  <a:lnTo>
                    <a:pt x="12307" y="1821"/>
                  </a:lnTo>
                  <a:lnTo>
                    <a:pt x="12259" y="1811"/>
                  </a:lnTo>
                  <a:lnTo>
                    <a:pt x="12208" y="1804"/>
                  </a:lnTo>
                  <a:lnTo>
                    <a:pt x="12155" y="1802"/>
                  </a:lnTo>
                  <a:lnTo>
                    <a:pt x="10408" y="1802"/>
                  </a:lnTo>
                  <a:lnTo>
                    <a:pt x="10354" y="1804"/>
                  </a:lnTo>
                  <a:lnTo>
                    <a:pt x="10302" y="1811"/>
                  </a:lnTo>
                  <a:lnTo>
                    <a:pt x="10254" y="1821"/>
                  </a:lnTo>
                  <a:lnTo>
                    <a:pt x="10208" y="1836"/>
                  </a:lnTo>
                  <a:lnTo>
                    <a:pt x="10166" y="1855"/>
                  </a:lnTo>
                  <a:lnTo>
                    <a:pt x="10126" y="1877"/>
                  </a:lnTo>
                  <a:lnTo>
                    <a:pt x="10090" y="1903"/>
                  </a:lnTo>
                  <a:lnTo>
                    <a:pt x="10057" y="1933"/>
                  </a:lnTo>
                  <a:lnTo>
                    <a:pt x="10028" y="1966"/>
                  </a:lnTo>
                  <a:lnTo>
                    <a:pt x="10002" y="2003"/>
                  </a:lnTo>
                  <a:lnTo>
                    <a:pt x="9980" y="2043"/>
                  </a:lnTo>
                  <a:lnTo>
                    <a:pt x="9962" y="2086"/>
                  </a:lnTo>
                  <a:lnTo>
                    <a:pt x="9947" y="2132"/>
                  </a:lnTo>
                  <a:lnTo>
                    <a:pt x="9936" y="2182"/>
                  </a:lnTo>
                  <a:lnTo>
                    <a:pt x="9930" y="2234"/>
                  </a:lnTo>
                  <a:lnTo>
                    <a:pt x="9927" y="2289"/>
                  </a:lnTo>
                  <a:lnTo>
                    <a:pt x="9927" y="3148"/>
                  </a:lnTo>
                  <a:close/>
                </a:path>
              </a:pathLst>
            </a:custGeom>
            <a:solidFill>
              <a:schemeClr val="bg1"/>
            </a:solidFill>
            <a:ln>
              <a:noFill/>
            </a:ln>
            <a:effectLst/>
          </p:spPr>
          <p:txBody>
            <a:bodyPr wrap="none" anchor="ctr"/>
            <a:lstStyle/>
            <a:p>
              <a:endParaRPr lang="de-DE" sz="2400">
                <a:latin typeface="BISansOpti"/>
              </a:endParaRPr>
            </a:p>
          </p:txBody>
        </p:sp>
      </p:grpSp>
      <p:pic>
        <p:nvPicPr>
          <p:cNvPr id="36" name="Picture 35">
            <a:extLst>
              <a:ext uri="{FF2B5EF4-FFF2-40B4-BE49-F238E27FC236}">
                <a16:creationId xmlns:a16="http://schemas.microsoft.com/office/drawing/2014/main" id="{8344B219-7575-4A11-9F6C-B6823D47E73C}"/>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a:off x="497863" y="5982356"/>
            <a:ext cx="1663484" cy="499677"/>
          </a:xfrm>
          <a:prstGeom prst="rect">
            <a:avLst/>
          </a:prstGeom>
        </p:spPr>
      </p:pic>
      <p:sp>
        <p:nvSpPr>
          <p:cNvPr id="37" name="Slide Number Placeholder 4">
            <a:extLst>
              <a:ext uri="{FF2B5EF4-FFF2-40B4-BE49-F238E27FC236}">
                <a16:creationId xmlns:a16="http://schemas.microsoft.com/office/drawing/2014/main" id="{2ABD6098-C0F1-4313-BB9B-906F9FF09CEC}"/>
              </a:ext>
            </a:extLst>
          </p:cNvPr>
          <p:cNvSpPr txBox="1">
            <a:spLocks/>
          </p:cNvSpPr>
          <p:nvPr userDrawn="1"/>
        </p:nvSpPr>
        <p:spPr>
          <a:xfrm>
            <a:off x="8943005" y="6327252"/>
            <a:ext cx="2733121" cy="164212"/>
          </a:xfrm>
          <a:prstGeom prst="rect">
            <a:avLst/>
          </a:prstGeom>
        </p:spPr>
        <p:txBody>
          <a:bodyPr vert="horz" wrap="none" lIns="0" tIns="0" rIns="0" bIns="0" rtlCol="0" anchor="ctr">
            <a:spAutoFit/>
          </a:bodyPr>
          <a:lstStyle>
            <a:defPPr>
              <a:defRPr lang="de-DE"/>
            </a:defPPr>
            <a:lvl1pPr marL="0" algn="r" defTabSz="914400" rtl="0" eaLnBrk="1" latinLnBrk="0" hangingPunct="1">
              <a:defRPr sz="900" b="0" i="0" kern="1200" baseline="0">
                <a:solidFill>
                  <a:schemeClr val="tx2"/>
                </a:solidFill>
                <a:latin typeface="BISansOptiCond"/>
                <a:ea typeface="+mn-ea"/>
                <a:cs typeface="BISansOpti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67" spc="400">
                <a:solidFill>
                  <a:schemeClr val="bg1"/>
                </a:solidFill>
              </a:rPr>
              <a:t>WE ARE MENTAL HEALTH 2.0</a:t>
            </a:r>
          </a:p>
        </p:txBody>
      </p:sp>
    </p:spTree>
    <p:extLst>
      <p:ext uri="{BB962C8B-B14F-4D97-AF65-F5344CB8AC3E}">
        <p14:creationId xmlns:p14="http://schemas.microsoft.com/office/powerpoint/2010/main" val="3101488337"/>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showMasterSp="0" userDrawn="1">
  <p:cSld name="Standard slide_01">
    <p:spTree>
      <p:nvGrpSpPr>
        <p:cNvPr id="1" name=""/>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02B2D0D8-B4D5-46B4-9DBE-A9EA9D9D5CA9}"/>
              </a:ext>
            </a:extLst>
          </p:cNvPr>
          <p:cNvSpPr>
            <a:spLocks noGrp="1"/>
          </p:cNvSpPr>
          <p:nvPr>
            <p:ph sz="quarter" idx="14"/>
          </p:nvPr>
        </p:nvSpPr>
        <p:spPr>
          <a:xfrm>
            <a:off x="478368" y="1219202"/>
            <a:ext cx="11223533" cy="4891617"/>
          </a:xfrm>
        </p:spPr>
        <p:txBody>
          <a:bodyPr vert="horz" lIns="0" tIns="0" rIns="0" bIns="0" rtlCol="0">
            <a:noAutofit/>
          </a:bodyPr>
          <a:lstStyle>
            <a:lvl1pPr>
              <a:defRPr lang="en-US" sz="2400" dirty="0" smtClean="0"/>
            </a:lvl1pPr>
            <a:lvl2pPr>
              <a:defRPr lang="en-US" dirty="0" smtClean="0">
                <a:solidFill>
                  <a:schemeClr val="tx2"/>
                </a:solidFill>
              </a:defRPr>
            </a:lvl2pPr>
            <a:lvl3pPr>
              <a:defRPr lang="en-US" sz="1867" dirty="0" smtClean="0">
                <a:solidFill>
                  <a:schemeClr val="tx2"/>
                </a:solidFill>
              </a:defRPr>
            </a:lvl3pPr>
            <a:lvl4pPr>
              <a:defRPr lang="en-US" sz="1867" dirty="0" smtClean="0">
                <a:solidFill>
                  <a:schemeClr val="tx2"/>
                </a:solidFill>
              </a:defRPr>
            </a:lvl4pPr>
            <a:lvl5pPr>
              <a:defRPr lang="en-GB" dirty="0">
                <a:solidFill>
                  <a:schemeClr val="tx2"/>
                </a:solidFill>
              </a:defRPr>
            </a:lvl5pPr>
          </a:lstStyle>
          <a:p>
            <a:pPr marL="455978" lvl="0" indent="-455978">
              <a:lnSpc>
                <a:spcPct val="130000"/>
              </a:lnSpc>
            </a:pPr>
            <a:r>
              <a:rPr lang="en-US"/>
              <a:t>Click to edit Master text styles</a:t>
            </a:r>
          </a:p>
          <a:p>
            <a:pPr marL="455978" lvl="1" indent="-455978">
              <a:lnSpc>
                <a:spcPct val="130000"/>
              </a:lnSpc>
            </a:pPr>
            <a:r>
              <a:rPr lang="en-US"/>
              <a:t>Second level</a:t>
            </a:r>
          </a:p>
          <a:p>
            <a:pPr marL="455978" lvl="2" indent="-455978">
              <a:lnSpc>
                <a:spcPct val="130000"/>
              </a:lnSpc>
            </a:pPr>
            <a:r>
              <a:rPr lang="en-US"/>
              <a:t>Third level</a:t>
            </a:r>
          </a:p>
          <a:p>
            <a:pPr marL="455978" lvl="3" indent="-455978">
              <a:lnSpc>
                <a:spcPct val="130000"/>
              </a:lnSpc>
            </a:pPr>
            <a:r>
              <a:rPr lang="en-US"/>
              <a:t>Fourth level</a:t>
            </a:r>
          </a:p>
        </p:txBody>
      </p:sp>
      <p:sp>
        <p:nvSpPr>
          <p:cNvPr id="11" name="Slide Number Placeholder 4">
            <a:extLst>
              <a:ext uri="{FF2B5EF4-FFF2-40B4-BE49-F238E27FC236}">
                <a16:creationId xmlns:a16="http://schemas.microsoft.com/office/drawing/2014/main" id="{0FE0D513-784E-4A2D-8CBA-841557958B9B}"/>
              </a:ext>
            </a:extLst>
          </p:cNvPr>
          <p:cNvSpPr txBox="1">
            <a:spLocks/>
          </p:cNvSpPr>
          <p:nvPr userDrawn="1"/>
        </p:nvSpPr>
        <p:spPr>
          <a:xfrm>
            <a:off x="10033753" y="6520183"/>
            <a:ext cx="1668149" cy="184666"/>
          </a:xfrm>
          <a:prstGeom prst="rect">
            <a:avLst/>
          </a:prstGeom>
        </p:spPr>
        <p:txBody>
          <a:bodyPr vert="horz" wrap="none" lIns="0" tIns="0" rIns="0" bIns="0" rtlCol="0" anchor="ctr">
            <a:spAutoFit/>
          </a:bodyPr>
          <a:lstStyle>
            <a:defPPr>
              <a:defRPr lang="de-DE"/>
            </a:defPPr>
            <a:lvl1pPr marL="0" algn="r" defTabSz="914400" rtl="0" eaLnBrk="1" latinLnBrk="0" hangingPunct="1">
              <a:defRPr sz="900" b="0" i="0" kern="1200" baseline="0">
                <a:solidFill>
                  <a:schemeClr val="tx2"/>
                </a:solidFill>
                <a:latin typeface="BISansOptiCond"/>
                <a:ea typeface="+mn-ea"/>
                <a:cs typeface="BISansOpti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200"/>
              <a:t>WE ARE MENTAL HEALTH 2.0</a:t>
            </a:r>
          </a:p>
        </p:txBody>
      </p:sp>
      <p:sp>
        <p:nvSpPr>
          <p:cNvPr id="9" name="Subtitle 2">
            <a:extLst>
              <a:ext uri="{FF2B5EF4-FFF2-40B4-BE49-F238E27FC236}">
                <a16:creationId xmlns:a16="http://schemas.microsoft.com/office/drawing/2014/main" id="{C3A4A958-8255-4545-BF38-D040F61E6A76}"/>
              </a:ext>
            </a:extLst>
          </p:cNvPr>
          <p:cNvSpPr txBox="1">
            <a:spLocks/>
          </p:cNvSpPr>
          <p:nvPr userDrawn="1"/>
        </p:nvSpPr>
        <p:spPr>
          <a:xfrm>
            <a:off x="529749" y="2044551"/>
            <a:ext cx="11753624" cy="205121"/>
          </a:xfrm>
          <a:prstGeom prst="rect">
            <a:avLst/>
          </a:prstGeom>
        </p:spPr>
        <p:txBody>
          <a:bodyPr vert="horz" wrap="square" lIns="0" tIns="0" rIns="0" bIns="0" rtlCol="0">
            <a:spAutoFit/>
          </a:bodyPr>
          <a:lstStyle>
            <a:lvl1pPr marL="0" indent="0" algn="l" defTabSz="914400" rtl="0" eaLnBrk="1" latinLnBrk="0" hangingPunct="1">
              <a:spcBef>
                <a:spcPts val="400"/>
              </a:spcBef>
              <a:buFont typeface="Arial" panose="020B0604020202020204" pitchFamily="34" charset="0"/>
              <a:buNone/>
              <a:defRPr sz="2400" b="0" i="0" kern="1200">
                <a:solidFill>
                  <a:srgbClr val="003366"/>
                </a:solidFill>
                <a:latin typeface="BISansOptiCond"/>
                <a:ea typeface="+mn-ea"/>
                <a:cs typeface="BISansOptiCond"/>
              </a:defRPr>
            </a:lvl1pPr>
            <a:lvl2pPr marL="457200" indent="0" algn="ctr" defTabSz="914400" rtl="0" eaLnBrk="1" latinLnBrk="0" hangingPunct="1">
              <a:spcBef>
                <a:spcPts val="0"/>
              </a:spcBef>
              <a:buFont typeface="Arial" panose="020B0604020202020204" pitchFamily="34" charset="0"/>
              <a:buNone/>
              <a:defRPr sz="1600" kern="1200">
                <a:solidFill>
                  <a:schemeClr val="tx1">
                    <a:tint val="75000"/>
                  </a:schemeClr>
                </a:solidFill>
                <a:latin typeface="BISansOpti"/>
                <a:ea typeface="+mn-ea"/>
                <a:cs typeface="BISansOpti"/>
              </a:defRPr>
            </a:lvl2pPr>
            <a:lvl3pPr marL="914400" indent="0" algn="ctr" defTabSz="914400" rtl="0" eaLnBrk="1" latinLnBrk="0" hangingPunct="1">
              <a:spcBef>
                <a:spcPts val="0"/>
              </a:spcBef>
              <a:buFont typeface="Arial" panose="020B0604020202020204" pitchFamily="34" charset="0"/>
              <a:buNone/>
              <a:defRPr sz="1600" kern="1200">
                <a:solidFill>
                  <a:schemeClr val="tx1">
                    <a:tint val="75000"/>
                  </a:schemeClr>
                </a:solidFill>
                <a:latin typeface="BISansOpti"/>
                <a:ea typeface="+mn-ea"/>
                <a:cs typeface="BISansOpti"/>
              </a:defRPr>
            </a:lvl3pPr>
            <a:lvl4pPr marL="1371600" indent="0" algn="ctr" defTabSz="914400" rtl="0" eaLnBrk="1" latinLnBrk="0" hangingPunct="1">
              <a:spcBef>
                <a:spcPts val="0"/>
              </a:spcBef>
              <a:buFont typeface="Arial" panose="020B0604020202020204" pitchFamily="34" charset="0"/>
              <a:buNone/>
              <a:defRPr sz="1600" kern="1200">
                <a:solidFill>
                  <a:schemeClr val="tx1">
                    <a:tint val="75000"/>
                  </a:schemeClr>
                </a:solidFill>
                <a:latin typeface="BISansOpti"/>
                <a:ea typeface="+mn-ea"/>
                <a:cs typeface="BISansOpti"/>
              </a:defRPr>
            </a:lvl4pPr>
            <a:lvl5pPr marL="1828800" indent="0" algn="ctr" defTabSz="914400" rtl="0" eaLnBrk="1" latinLnBrk="0" hangingPunct="1">
              <a:spcBef>
                <a:spcPts val="0"/>
              </a:spcBef>
              <a:buFont typeface="Wingdings" panose="05000000000000000000" pitchFamily="2" charset="2"/>
              <a:buNone/>
              <a:defRPr sz="1600" kern="1200">
                <a:solidFill>
                  <a:schemeClr val="tx1">
                    <a:tint val="75000"/>
                  </a:schemeClr>
                </a:solidFill>
                <a:latin typeface="BISansOpti"/>
                <a:ea typeface="+mn-ea"/>
                <a:cs typeface="BISansOpti"/>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pPr algn="l"/>
            <a:r>
              <a:rPr lang="en-US" sz="1333" baseline="0">
                <a:solidFill>
                  <a:schemeClr val="bg1"/>
                </a:solidFill>
              </a:rPr>
              <a:t>Mental Health 2.0</a:t>
            </a:r>
          </a:p>
        </p:txBody>
      </p:sp>
      <p:pic>
        <p:nvPicPr>
          <p:cNvPr id="10" name="Picture 9">
            <a:extLst>
              <a:ext uri="{FF2B5EF4-FFF2-40B4-BE49-F238E27FC236}">
                <a16:creationId xmlns:a16="http://schemas.microsoft.com/office/drawing/2014/main" id="{0FCA3A64-FC8B-9D43-9566-196DA53EC71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956675"/>
            <a:ext cx="12192000" cy="25400"/>
          </a:xfrm>
          <a:prstGeom prst="rect">
            <a:avLst/>
          </a:prstGeom>
        </p:spPr>
      </p:pic>
      <p:pic>
        <p:nvPicPr>
          <p:cNvPr id="13" name="Grafik 6">
            <a:extLst>
              <a:ext uri="{FF2B5EF4-FFF2-40B4-BE49-F238E27FC236}">
                <a16:creationId xmlns:a16="http://schemas.microsoft.com/office/drawing/2014/main" id="{4F6783F5-0CA4-4248-9645-CB9E41E13B3D}"/>
              </a:ext>
            </a:extLst>
          </p:cNvPr>
          <p:cNvPicPr>
            <a:picLocks noChangeAspect="1"/>
          </p:cNvPicPr>
          <p:nvPr userDrawn="1"/>
        </p:nvPicPr>
        <p:blipFill>
          <a:blip r:embed="rId3" cstate="email">
            <a:extLst>
              <a:ext uri="{28A0092B-C50C-407E-A947-70E740481C1C}">
                <a14:useLocalDpi xmlns:a14="http://schemas.microsoft.com/office/drawing/2010/main"/>
              </a:ext>
            </a:extLst>
          </a:blip>
          <a:srcRect/>
          <a:stretch/>
        </p:blipFill>
        <p:spPr>
          <a:xfrm>
            <a:off x="500057" y="6485508"/>
            <a:ext cx="812091" cy="254013"/>
          </a:xfrm>
          <a:prstGeom prst="rect">
            <a:avLst/>
          </a:prstGeom>
        </p:spPr>
      </p:pic>
      <p:sp>
        <p:nvSpPr>
          <p:cNvPr id="14" name="Titel 7">
            <a:extLst>
              <a:ext uri="{FF2B5EF4-FFF2-40B4-BE49-F238E27FC236}">
                <a16:creationId xmlns:a16="http://schemas.microsoft.com/office/drawing/2014/main" id="{5CA51D93-1FDE-470D-8609-9D5EA01935A8}"/>
              </a:ext>
            </a:extLst>
          </p:cNvPr>
          <p:cNvSpPr>
            <a:spLocks noGrp="1"/>
          </p:cNvSpPr>
          <p:nvPr>
            <p:ph type="title" hasCustomPrompt="1"/>
          </p:nvPr>
        </p:nvSpPr>
        <p:spPr>
          <a:xfrm>
            <a:off x="490100" y="25404"/>
            <a:ext cx="11211800" cy="889145"/>
          </a:xfrm>
        </p:spPr>
        <p:txBody>
          <a:bodyPr anchor="b" anchorCtr="0">
            <a:noAutofit/>
          </a:bodyPr>
          <a:lstStyle>
            <a:lvl1pPr>
              <a:lnSpc>
                <a:spcPct val="80000"/>
              </a:lnSpc>
              <a:defRPr/>
            </a:lvl1pPr>
          </a:lstStyle>
          <a:p>
            <a:br>
              <a:rPr lang="en-GB" noProof="0"/>
            </a:br>
            <a:r>
              <a:rPr lang="en-GB" noProof="0"/>
              <a:t>Click to add headline</a:t>
            </a:r>
          </a:p>
        </p:txBody>
      </p:sp>
    </p:spTree>
    <p:extLst>
      <p:ext uri="{BB962C8B-B14F-4D97-AF65-F5344CB8AC3E}">
        <p14:creationId xmlns:p14="http://schemas.microsoft.com/office/powerpoint/2010/main" val="3531571463"/>
      </p:ext>
    </p:extLst>
  </p:cSld>
  <p:clrMapOvr>
    <a:masterClrMapping/>
  </p:clrMapOvr>
  <p:extLst>
    <p:ext uri="{DCECCB84-F9BA-43D5-87BE-67443E8EF086}">
      <p15:sldGuideLst xmlns:p15="http://schemas.microsoft.com/office/powerpoint/2012/main">
        <p15:guide id="1" orient="horz" pos="576">
          <p15:clr>
            <a:srgbClr val="FBAE40"/>
          </p15:clr>
        </p15:guide>
        <p15:guide id="2" pos="2880">
          <p15:clr>
            <a:srgbClr val="FBAE40"/>
          </p15:clr>
        </p15:guide>
        <p15:guide id="3" pos="5530">
          <p15:clr>
            <a:srgbClr val="FBAE40"/>
          </p15:clr>
        </p15:guide>
        <p15:guide id="4" orient="horz" pos="2887">
          <p15:clr>
            <a:srgbClr val="FBAE40"/>
          </p15:clr>
        </p15:guide>
      </p15:sldGuideLst>
    </p:ext>
  </p:extLst>
</p:sldLayout>
</file>

<file path=ppt/slideLayouts/slideLayout257.xml><?xml version="1.0" encoding="utf-8"?>
<p:sldLayout xmlns:a="http://schemas.openxmlformats.org/drawingml/2006/main" xmlns:r="http://schemas.openxmlformats.org/officeDocument/2006/relationships" xmlns:p="http://schemas.openxmlformats.org/presentationml/2006/main" showMasterSp="0" userDrawn="1">
  <p:cSld name="1_Standard page_03">
    <p:spTree>
      <p:nvGrpSpPr>
        <p:cNvPr id="1" name=""/>
        <p:cNvGrpSpPr/>
        <p:nvPr/>
      </p:nvGrpSpPr>
      <p:grpSpPr>
        <a:xfrm>
          <a:off x="0" y="0"/>
          <a:ext cx="0" cy="0"/>
          <a:chOff x="0" y="0"/>
          <a:chExt cx="0" cy="0"/>
        </a:xfrm>
      </p:grpSpPr>
      <p:sp>
        <p:nvSpPr>
          <p:cNvPr id="12" name="Rechteck 11"/>
          <p:cNvSpPr/>
          <p:nvPr userDrawn="1"/>
        </p:nvSpPr>
        <p:spPr>
          <a:xfrm>
            <a:off x="0" y="2928495"/>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400">
              <a:solidFill>
                <a:prstClr val="black"/>
              </a:solidFill>
            </a:endParaRPr>
          </a:p>
        </p:txBody>
      </p:sp>
      <p:sp>
        <p:nvSpPr>
          <p:cNvPr id="3" name="Inhaltsplatzhalter 2"/>
          <p:cNvSpPr>
            <a:spLocks noGrp="1"/>
          </p:cNvSpPr>
          <p:nvPr>
            <p:ph idx="1"/>
          </p:nvPr>
        </p:nvSpPr>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578958"/>
            <a:ext cx="840361" cy="190510"/>
          </a:xfrm>
          <a:prstGeom prst="rect">
            <a:avLst/>
          </a:prstGeom>
        </p:spPr>
      </p:pic>
      <p:sp>
        <p:nvSpPr>
          <p:cNvPr id="4" name="Titel 3"/>
          <p:cNvSpPr>
            <a:spLocks noGrp="1"/>
          </p:cNvSpPr>
          <p:nvPr>
            <p:ph type="title"/>
          </p:nvPr>
        </p:nvSpPr>
        <p:spPr/>
        <p:txBody>
          <a:bodyPr/>
          <a:lstStyle/>
          <a:p>
            <a:r>
              <a:rPr lang="en-US"/>
              <a:t>Click to edit Master title style</a:t>
            </a:r>
            <a:endParaRPr lang="de-DE"/>
          </a:p>
        </p:txBody>
      </p:sp>
      <p:sp>
        <p:nvSpPr>
          <p:cNvPr id="8" name="Foliennummernplatzhalter 7"/>
          <p:cNvSpPr>
            <a:spLocks noGrp="1"/>
          </p:cNvSpPr>
          <p:nvPr>
            <p:ph type="sldNum" sz="quarter" idx="12"/>
          </p:nvPr>
        </p:nvSpPr>
        <p:spPr/>
        <p:txBody>
          <a:body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sp>
        <p:nvSpPr>
          <p:cNvPr id="13" name="Fußzeilenplatzhalter 4"/>
          <p:cNvSpPr>
            <a:spLocks noGrp="1"/>
          </p:cNvSpPr>
          <p:nvPr>
            <p:ph type="ftr" sz="quarter" idx="3"/>
          </p:nvPr>
        </p:nvSpPr>
        <p:spPr>
          <a:xfrm>
            <a:off x="4052620" y="6651142"/>
            <a:ext cx="3724522" cy="307777"/>
          </a:xfrm>
          <a:prstGeom prst="rect">
            <a:avLst/>
          </a:prstGeom>
        </p:spPr>
        <p:txBody>
          <a:bodyPr vert="horz" wrap="square" lIns="0" tIns="0" rIns="0" bIns="0" rtlCol="0" anchor="ctr">
            <a:spAutoFit/>
          </a:bodyPr>
          <a:lstStyle>
            <a:lvl1pPr algn="l">
              <a:defRPr sz="1000">
                <a:solidFill>
                  <a:schemeClr val="bg1">
                    <a:lumMod val="50000"/>
                  </a:schemeClr>
                </a:solidFill>
                <a:latin typeface="BISansCond" panose="02000006050000020004" pitchFamily="2" charset="0"/>
              </a:defRPr>
            </a:lvl1pPr>
          </a:lstStyle>
          <a:p>
            <a:r>
              <a:rPr lang="en-US" altLang="zh-CN"/>
              <a:t>1200.161(H&amp;N3) Global Lesson &amp; Learnt</a:t>
            </a:r>
            <a:endParaRPr kumimoji="0" lang="de-DE"/>
          </a:p>
          <a:p>
            <a:endParaRPr lang="en-GB">
              <a:solidFill>
                <a:prstClr val="white">
                  <a:lumMod val="50000"/>
                </a:prstClr>
              </a:solidFill>
            </a:endParaRPr>
          </a:p>
        </p:txBody>
      </p:sp>
      <p:sp>
        <p:nvSpPr>
          <p:cNvPr id="14" name="Datumsplatzhalter 3"/>
          <p:cNvSpPr>
            <a:spLocks noGrp="1"/>
          </p:cNvSpPr>
          <p:nvPr>
            <p:ph type="dt" sz="half" idx="10"/>
          </p:nvPr>
        </p:nvSpPr>
        <p:spPr>
          <a:xfrm>
            <a:off x="10332883" y="6597269"/>
            <a:ext cx="605935" cy="153888"/>
          </a:xfrm>
          <a:prstGeom prst="rect">
            <a:avLst/>
          </a:prstGeom>
        </p:spPr>
        <p:txBody>
          <a:bodyPr/>
          <a:lstStyle/>
          <a:p>
            <a:r>
              <a:rPr lang="en-US" altLang="zh-CN">
                <a:solidFill>
                  <a:prstClr val="white">
                    <a:lumMod val="50000"/>
                  </a:prstClr>
                </a:solidFill>
              </a:rPr>
              <a:t>10/12/2018</a:t>
            </a:r>
            <a:endParaRPr lang="en-GB">
              <a:solidFill>
                <a:prstClr val="white">
                  <a:lumMod val="50000"/>
                </a:prstClr>
              </a:solidFill>
            </a:endParaRPr>
          </a:p>
        </p:txBody>
      </p:sp>
    </p:spTree>
    <p:extLst>
      <p:ext uri="{BB962C8B-B14F-4D97-AF65-F5344CB8AC3E}">
        <p14:creationId xmlns:p14="http://schemas.microsoft.com/office/powerpoint/2010/main" val="4043994980"/>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showMasterSp="0" userDrawn="1">
  <p:cSld name="Standard page_01">
    <p:spTree>
      <p:nvGrpSpPr>
        <p:cNvPr id="1" name=""/>
        <p:cNvGrpSpPr/>
        <p:nvPr/>
      </p:nvGrpSpPr>
      <p:grpSpPr>
        <a:xfrm>
          <a:off x="0" y="0"/>
          <a:ext cx="0" cy="0"/>
          <a:chOff x="0" y="0"/>
          <a:chExt cx="0" cy="0"/>
        </a:xfrm>
      </p:grpSpPr>
      <p:sp>
        <p:nvSpPr>
          <p:cNvPr id="9" name="Rechteck 8"/>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cxnSp>
        <p:nvCxnSpPr>
          <p:cNvPr id="5" name="Gerade Verbindung 4"/>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3" name="Datumsplatzhalter 2"/>
          <p:cNvSpPr>
            <a:spLocks noGrp="1"/>
          </p:cNvSpPr>
          <p:nvPr>
            <p:ph type="dt" sz="half" idx="10"/>
          </p:nvPr>
        </p:nvSpPr>
        <p:spPr>
          <a:xfrm>
            <a:off x="838200" y="6356350"/>
            <a:ext cx="2743200" cy="365125"/>
          </a:xfrm>
          <a:prstGeom prst="rect">
            <a:avLst/>
          </a:prstGeom>
        </p:spPr>
        <p:txBody>
          <a:bodyPr/>
          <a:lstStyle/>
          <a:p>
            <a:fld id="{4737E52C-13E7-4544-B37B-080AFD478AFE}" type="datetime1">
              <a:rPr lang="en-US" smtClean="0"/>
              <a:t>7/23/2025</a:t>
            </a:fld>
            <a:endParaRPr lang="en-GB"/>
          </a:p>
        </p:txBody>
      </p:sp>
      <p:sp>
        <p:nvSpPr>
          <p:cNvPr id="4" name="Fußzeilenplatzhalter 3"/>
          <p:cNvSpPr>
            <a:spLocks noGrp="1"/>
          </p:cNvSpPr>
          <p:nvPr>
            <p:ph type="ftr" sz="quarter" idx="11"/>
          </p:nvPr>
        </p:nvSpPr>
        <p:spPr/>
        <p:txBody>
          <a:bodyPr/>
          <a:lstStyle/>
          <a:p>
            <a:r>
              <a:rPr lang="en-US"/>
              <a:t>Confidential</a:t>
            </a:r>
            <a:endParaRPr lang="en-GB"/>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8" name="Titel 7"/>
          <p:cNvSpPr>
            <a:spLocks noGrp="1"/>
          </p:cNvSpPr>
          <p:nvPr>
            <p:ph type="title" hasCustomPrompt="1"/>
          </p:nvPr>
        </p:nvSpPr>
        <p:spPr/>
        <p:txBody>
          <a:bodyPr/>
          <a:lstStyle/>
          <a:p>
            <a:r>
              <a:rPr lang="en-GB" noProof="0"/>
              <a:t>Click to add headline</a:t>
            </a:r>
          </a:p>
        </p:txBody>
      </p:sp>
      <p:pic>
        <p:nvPicPr>
          <p:cNvPr id="11" name="Grafik 6">
            <a:extLst>
              <a:ext uri="{FF2B5EF4-FFF2-40B4-BE49-F238E27FC236}">
                <a16:creationId xmlns:a16="http://schemas.microsoft.com/office/drawing/2014/main" id="{7916816C-E3DE-439B-A1F9-A495788B242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9099" y="6487155"/>
            <a:ext cx="840360" cy="254013"/>
          </a:xfrm>
          <a:prstGeom prst="rect">
            <a:avLst/>
          </a:prstGeom>
        </p:spPr>
      </p:pic>
    </p:spTree>
    <p:extLst>
      <p:ext uri="{BB962C8B-B14F-4D97-AF65-F5344CB8AC3E}">
        <p14:creationId xmlns:p14="http://schemas.microsoft.com/office/powerpoint/2010/main" val="4174431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userDrawn="1">
  <p:cSld name="2_Standard page_03">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latin typeface="BISansOpti"/>
            </a:endParaRPr>
          </a:p>
        </p:txBody>
      </p:sp>
      <p:sp>
        <p:nvSpPr>
          <p:cNvPr id="3" name="Inhaltsplatzhalter 2"/>
          <p:cNvSpPr>
            <a:spLocks noGrp="1"/>
          </p:cNvSpPr>
          <p:nvPr>
            <p:ph idx="1" hasCustomPrompt="1"/>
          </p:nvPr>
        </p:nvSpPr>
        <p:spPr/>
        <p:txBody>
          <a:bodyPr/>
          <a:lstStyle>
            <a:lvl1pPr>
              <a:defRPr>
                <a:solidFill>
                  <a:srgbClr val="000000"/>
                </a:solidFill>
              </a:defRPr>
            </a:lvl1pPr>
          </a:lstStyle>
          <a:p>
            <a:pPr lvl="0"/>
            <a:r>
              <a:rPr lang="en-GB" noProof="0"/>
              <a:t>Click to add text</a:t>
            </a: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6" name="Datumsplatzhalter 5"/>
          <p:cNvSpPr>
            <a:spLocks noGrp="1"/>
          </p:cNvSpPr>
          <p:nvPr>
            <p:ph type="dt" sz="half" idx="10"/>
          </p:nvPr>
        </p:nvSpPr>
        <p:spPr>
          <a:xfrm>
            <a:off x="838200" y="6356350"/>
            <a:ext cx="2743200" cy="365125"/>
          </a:xfrm>
          <a:prstGeom prst="rect">
            <a:avLst/>
          </a:prstGeom>
        </p:spPr>
        <p:txBody>
          <a:bodyPr/>
          <a:lstStyle/>
          <a:p>
            <a:fld id="{1C661359-A780-4E12-A6C3-DC4E2163D090}" type="datetime1">
              <a:rPr lang="en-GB" smtClean="0"/>
              <a:t>23/07/2025</a:t>
            </a:fld>
            <a:endParaRPr lang="en-GB"/>
          </a:p>
        </p:txBody>
      </p:sp>
      <p:sp>
        <p:nvSpPr>
          <p:cNvPr id="7" name="Fußzeilenplatzhalter 6"/>
          <p:cNvSpPr>
            <a:spLocks noGrp="1"/>
          </p:cNvSpPr>
          <p:nvPr>
            <p:ph type="ftr" sz="quarter" idx="11"/>
          </p:nvPr>
        </p:nvSpPr>
        <p:spPr/>
        <p:txBody>
          <a:bodyPr/>
          <a:lstStyle/>
          <a:p>
            <a:r>
              <a:rPr lang="en-GB"/>
              <a:t>Presentation title, date, author</a:t>
            </a:r>
          </a:p>
        </p:txBody>
      </p:sp>
      <p:sp>
        <p:nvSpPr>
          <p:cNvPr id="8" name="Foliennummernplatzhalter 7"/>
          <p:cNvSpPr>
            <a:spLocks noGrp="1"/>
          </p:cNvSpPr>
          <p:nvPr>
            <p:ph type="sldNum" sz="quarter" idx="12"/>
          </p:nvPr>
        </p:nvSpPr>
        <p:spPr/>
        <p:txBody>
          <a:bodyPr/>
          <a:lstStyle/>
          <a:p>
            <a:fld id="{143B55C4-4F5A-416B-997D-6CE47EB0A945}" type="slidenum">
              <a:rPr lang="en-GB" smtClean="0"/>
              <a:pPr/>
              <a:t>‹#›</a:t>
            </a:fld>
            <a:endParaRPr lang="en-GB"/>
          </a:p>
        </p:txBody>
      </p:sp>
      <p:sp>
        <p:nvSpPr>
          <p:cNvPr id="14" name="Titel 7"/>
          <p:cNvSpPr>
            <a:spLocks noGrp="1"/>
          </p:cNvSpPr>
          <p:nvPr>
            <p:ph type="title" hasCustomPrompt="1"/>
          </p:nvPr>
        </p:nvSpPr>
        <p:spPr>
          <a:xfrm>
            <a:off x="490100" y="387429"/>
            <a:ext cx="11211800" cy="492443"/>
          </a:xfrm>
        </p:spPr>
        <p:txBody>
          <a:bodyPr/>
          <a:lstStyle/>
          <a:p>
            <a:r>
              <a:rPr lang="en-GB" noProof="0"/>
              <a:t>Click to add headline</a:t>
            </a:r>
          </a:p>
        </p:txBody>
      </p:sp>
      <p:pic>
        <p:nvPicPr>
          <p:cNvPr id="15"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678657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userDrawn="1">
  <p:cSld name="Standard page_04">
    <p:spTree>
      <p:nvGrpSpPr>
        <p:cNvPr id="1" name=""/>
        <p:cNvGrpSpPr/>
        <p:nvPr/>
      </p:nvGrpSpPr>
      <p:grpSpPr>
        <a:xfrm>
          <a:off x="0" y="0"/>
          <a:ext cx="0" cy="0"/>
          <a:chOff x="0" y="0"/>
          <a:chExt cx="0" cy="0"/>
        </a:xfrm>
      </p:grpSpPr>
      <p:sp>
        <p:nvSpPr>
          <p:cNvPr id="12" name="Rechteck 11"/>
          <p:cNvSpPr/>
          <p:nvPr userDrawn="1"/>
        </p:nvSpPr>
        <p:spPr>
          <a:xfrm>
            <a:off x="0" y="2928493"/>
            <a:ext cx="12192000" cy="3929507"/>
          </a:xfrm>
          <a:prstGeom prst="rect">
            <a:avLst/>
          </a:prstGeom>
          <a:gradFill>
            <a:gsLst>
              <a:gs pos="0">
                <a:srgbClr val="6699CC">
                  <a:alpha val="40000"/>
                </a:srgbClr>
              </a:gs>
              <a:gs pos="100000">
                <a:srgbClr val="FFFFFF"/>
              </a:gs>
            </a:gsLst>
            <a:lin ang="16200000" scaled="0"/>
          </a:gra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algn="ctr"/>
            <a:endParaRPr lang="en-GB" sz="1867" noProof="0">
              <a:solidFill>
                <a:schemeClr val="tx1"/>
              </a:solidFill>
            </a:endParaRPr>
          </a:p>
        </p:txBody>
      </p:sp>
      <p:cxnSp>
        <p:nvCxnSpPr>
          <p:cNvPr id="5" name="Gerade Verbindung 4"/>
          <p:cNvCxnSpPr/>
          <p:nvPr/>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13" name="Grafik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
        <p:nvSpPr>
          <p:cNvPr id="14" name="Inhaltsplatzhalter 2"/>
          <p:cNvSpPr>
            <a:spLocks noGrp="1"/>
          </p:cNvSpPr>
          <p:nvPr>
            <p:ph idx="1"/>
          </p:nvPr>
        </p:nvSpPr>
        <p:spPr>
          <a:xfrm>
            <a:off x="2362098" y="1600201"/>
            <a:ext cx="7488001" cy="4525963"/>
          </a:xfrm>
        </p:spPr>
        <p:txBody>
          <a:bodyPr/>
          <a:lstStyle>
            <a:lvl1pPr marL="0" indent="0">
              <a:spcBef>
                <a:spcPts val="800"/>
              </a:spcBef>
              <a:buNone/>
              <a:defRPr/>
            </a:lvl1pPr>
            <a:lvl2pPr marL="243411" indent="-243411">
              <a:spcBef>
                <a:spcPts val="800"/>
              </a:spcBef>
              <a:buFont typeface="BISans" panose="02000503040000020004" pitchFamily="2" charset="0"/>
              <a:buChar char="•"/>
              <a:defRPr/>
            </a:lvl2pPr>
            <a:lvl3pPr marL="478355" indent="-234945">
              <a:buFont typeface="Arial" panose="020B0604020202020204" pitchFamily="34" charset="0"/>
              <a:buChar char="–"/>
              <a:defRPr/>
            </a:lvl3pPr>
          </a:lstStyle>
          <a:p>
            <a:pPr lvl="0"/>
            <a:r>
              <a:rPr lang="en-US" noProof="0"/>
              <a:t>Click to edit Master text styles</a:t>
            </a:r>
          </a:p>
          <a:p>
            <a:pPr lvl="1"/>
            <a:r>
              <a:rPr lang="en-US" noProof="0"/>
              <a:t>Second level</a:t>
            </a:r>
          </a:p>
          <a:p>
            <a:pPr lvl="2"/>
            <a:r>
              <a:rPr lang="en-US" noProof="0"/>
              <a:t>Third level</a:t>
            </a:r>
          </a:p>
        </p:txBody>
      </p:sp>
      <p:sp>
        <p:nvSpPr>
          <p:cNvPr id="3" name="Datumsplatzhalter 2"/>
          <p:cNvSpPr>
            <a:spLocks noGrp="1"/>
          </p:cNvSpPr>
          <p:nvPr>
            <p:ph type="dt" sz="half" idx="10"/>
          </p:nvPr>
        </p:nvSpPr>
        <p:spPr>
          <a:xfrm>
            <a:off x="838200" y="6356350"/>
            <a:ext cx="2743200" cy="365125"/>
          </a:xfrm>
          <a:prstGeom prst="rect">
            <a:avLst/>
          </a:prstGeom>
        </p:spPr>
        <p:txBody>
          <a:bodyPr/>
          <a:lstStyle/>
          <a:p>
            <a:fld id="{ABBB0F3E-C13F-4440-9895-CCCADA43F0B7}" type="datetime1">
              <a:rPr lang="en-GB" smtClean="0"/>
              <a:t>23/07/2025</a:t>
            </a:fld>
            <a:endParaRPr lang="en-GB"/>
          </a:p>
        </p:txBody>
      </p:sp>
      <p:sp>
        <p:nvSpPr>
          <p:cNvPr id="4" name="Fußzeilenplatzhalter 3"/>
          <p:cNvSpPr>
            <a:spLocks noGrp="1"/>
          </p:cNvSpPr>
          <p:nvPr>
            <p:ph type="ftr" sz="quarter" idx="11"/>
          </p:nvPr>
        </p:nvSpPr>
        <p:spPr/>
        <p:txBody>
          <a:bodyPr/>
          <a:lstStyle/>
          <a:p>
            <a:r>
              <a:rPr lang="en-GB"/>
              <a:t>BI 764524, anti SEMA3A Regional input- 2021</a:t>
            </a:r>
          </a:p>
        </p:txBody>
      </p:sp>
      <p:sp>
        <p:nvSpPr>
          <p:cNvPr id="6" name="Foliennummernplatzhalter 5"/>
          <p:cNvSpPr>
            <a:spLocks noGrp="1"/>
          </p:cNvSpPr>
          <p:nvPr>
            <p:ph type="sldNum" sz="quarter" idx="12"/>
          </p:nvPr>
        </p:nvSpPr>
        <p:spPr/>
        <p:txBody>
          <a:bodyPr/>
          <a:lstStyle/>
          <a:p>
            <a:fld id="{143B55C4-4F5A-416B-997D-6CE47EB0A945}" type="slidenum">
              <a:rPr lang="en-GB" smtClean="0"/>
              <a:pPr/>
              <a:t>‹#›</a:t>
            </a:fld>
            <a:endParaRPr lang="en-GB"/>
          </a:p>
        </p:txBody>
      </p:sp>
      <p:sp>
        <p:nvSpPr>
          <p:cNvPr id="7" name="Titel 6"/>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53166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userDrawn="1">
  <p:cSld name="Stand-alone">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11DD82D5-5CDB-4DD2-80A6-AFB50E09CF46}" type="datetime1">
              <a:rPr lang="en-GB" altLang="ja-JP" noProof="0" smtClean="0"/>
              <a:t>23/07/2025</a:t>
            </a:fld>
            <a:endParaRPr lang="en-GB" noProof="0"/>
          </a:p>
        </p:txBody>
      </p:sp>
      <p:sp>
        <p:nvSpPr>
          <p:cNvPr id="5" name="Fußzeilenplatzhalter 4"/>
          <p:cNvSpPr>
            <a:spLocks noGrp="1"/>
          </p:cNvSpPr>
          <p:nvPr>
            <p:ph type="ftr" sz="quarter" idx="11"/>
          </p:nvPr>
        </p:nvSpPr>
        <p:spPr/>
        <p:txBody>
          <a:bodyPr/>
          <a:lstStyle/>
          <a:p>
            <a:r>
              <a:rPr lang="en-US" altLang="ja-JP" noProof="0"/>
              <a:t>Development scenarios_Japan_14Jul2023</a:t>
            </a:r>
            <a:endParaRPr lang="en-GB" noProof="0"/>
          </a:p>
        </p:txBody>
      </p:sp>
      <p:sp>
        <p:nvSpPr>
          <p:cNvPr id="6" name="Foliennummernplatzhalter 5"/>
          <p:cNvSpPr>
            <a:spLocks noGrp="1"/>
          </p:cNvSpPr>
          <p:nvPr>
            <p:ph type="sldNum" sz="quarter" idx="12"/>
          </p:nvPr>
        </p:nvSpPr>
        <p:spPr/>
        <p:txBody>
          <a:bodyPr/>
          <a:lstStyle/>
          <a:p>
            <a:fld id="{143B55C4-4F5A-416B-997D-6CE47EB0A945}" type="slidenum">
              <a:rPr lang="en-GB" noProof="0" smtClean="0"/>
              <a:t>‹#›</a:t>
            </a:fld>
            <a:endParaRPr lang="en-GB" noProof="0"/>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pic>
        <p:nvPicPr>
          <p:cNvPr id="8"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23712790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userDrawn="1">
  <p:cSld name="Titel 24pt und Inhalt">
    <p:spTree>
      <p:nvGrpSpPr>
        <p:cNvPr id="1" name=""/>
        <p:cNvGrpSpPr/>
        <p:nvPr/>
      </p:nvGrpSpPr>
      <p:grpSpPr>
        <a:xfrm>
          <a:off x="0" y="0"/>
          <a:ext cx="0" cy="0"/>
          <a:chOff x="0" y="0"/>
          <a:chExt cx="0" cy="0"/>
        </a:xfrm>
      </p:grpSpPr>
      <p:sp>
        <p:nvSpPr>
          <p:cNvPr id="3" name="Inhaltsplatzhalter 2"/>
          <p:cNvSpPr>
            <a:spLocks noGrp="1"/>
          </p:cNvSpPr>
          <p:nvPr>
            <p:ph idx="1" hasCustomPrompt="1"/>
          </p:nvPr>
        </p:nvSpPr>
        <p:spPr/>
        <p:txBody>
          <a:bodyPr/>
          <a:lstStyle/>
          <a:p>
            <a:pPr lvl="0"/>
            <a:r>
              <a:rPr lang="en-GB" noProof="0"/>
              <a:t>Click to add text</a:t>
            </a:r>
          </a:p>
        </p:txBody>
      </p:sp>
      <p:cxnSp>
        <p:nvCxnSpPr>
          <p:cNvPr id="7" name="Gerade Verbindung 6"/>
          <p:cNvCxnSpPr/>
          <p:nvPr userDrawn="1"/>
        </p:nvCxnSpPr>
        <p:spPr>
          <a:xfrm>
            <a:off x="0" y="971453"/>
            <a:ext cx="12192000" cy="0"/>
          </a:xfrm>
          <a:prstGeom prst="line">
            <a:avLst/>
          </a:prstGeom>
          <a:ln w="12700">
            <a:solidFill>
              <a:srgbClr val="003366"/>
            </a:solidFill>
          </a:ln>
          <a:effectLst/>
        </p:spPr>
        <p:style>
          <a:lnRef idx="2">
            <a:schemeClr val="accent1"/>
          </a:lnRef>
          <a:fillRef idx="0">
            <a:schemeClr val="accent1"/>
          </a:fillRef>
          <a:effectRef idx="1">
            <a:schemeClr val="accent1"/>
          </a:effectRef>
          <a:fontRef idx="minor">
            <a:schemeClr val="tx1"/>
          </a:fontRef>
        </p:style>
      </p:cxnSp>
      <p:sp>
        <p:nvSpPr>
          <p:cNvPr id="8" name="Titel 7"/>
          <p:cNvSpPr>
            <a:spLocks noGrp="1"/>
          </p:cNvSpPr>
          <p:nvPr>
            <p:ph type="title" hasCustomPrompt="1"/>
          </p:nvPr>
        </p:nvSpPr>
        <p:spPr>
          <a:xfrm>
            <a:off x="490100" y="387429"/>
            <a:ext cx="11211800" cy="418576"/>
          </a:xfrm>
        </p:spPr>
        <p:txBody>
          <a:bodyPr/>
          <a:lstStyle/>
          <a:p>
            <a:r>
              <a:rPr lang="en-GB" noProof="0"/>
              <a:t>Click to add headline</a:t>
            </a:r>
          </a:p>
        </p:txBody>
      </p:sp>
      <p:pic>
        <p:nvPicPr>
          <p:cNvPr id="11" name="Grafik 6">
            <a:extLst>
              <a:ext uri="{FF2B5EF4-FFF2-40B4-BE49-F238E27FC236}">
                <a16:creationId xmlns:a16="http://schemas.microsoft.com/office/drawing/2014/main" id="{B59F2C71-66DB-4750-ABCB-071103CC5E2C}"/>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
        <p:nvSpPr>
          <p:cNvPr id="2" name="Date Placeholder 1">
            <a:extLst>
              <a:ext uri="{FF2B5EF4-FFF2-40B4-BE49-F238E27FC236}">
                <a16:creationId xmlns:a16="http://schemas.microsoft.com/office/drawing/2014/main" id="{D8CD893A-DBF8-40BD-8FE6-8546FC2DCFAF}"/>
              </a:ext>
            </a:extLst>
          </p:cNvPr>
          <p:cNvSpPr>
            <a:spLocks noGrp="1"/>
          </p:cNvSpPr>
          <p:nvPr>
            <p:ph type="dt" sz="half" idx="10"/>
          </p:nvPr>
        </p:nvSpPr>
        <p:spPr/>
        <p:txBody>
          <a:bodyPr/>
          <a:lstStyle/>
          <a:p>
            <a:endParaRPr lang="en-GB"/>
          </a:p>
        </p:txBody>
      </p:sp>
      <p:sp>
        <p:nvSpPr>
          <p:cNvPr id="9" name="Footer Placeholder 8">
            <a:extLst>
              <a:ext uri="{FF2B5EF4-FFF2-40B4-BE49-F238E27FC236}">
                <a16:creationId xmlns:a16="http://schemas.microsoft.com/office/drawing/2014/main" id="{E01E0513-3A09-4C5E-B83C-D9FAC2087845}"/>
              </a:ext>
            </a:extLst>
          </p:cNvPr>
          <p:cNvSpPr>
            <a:spLocks noGrp="1"/>
          </p:cNvSpPr>
          <p:nvPr>
            <p:ph type="ftr" sz="quarter" idx="11"/>
          </p:nvPr>
        </p:nvSpPr>
        <p:spPr/>
        <p:txBody>
          <a:bodyPr/>
          <a:lstStyle/>
          <a:p>
            <a:r>
              <a:rPr lang="en-US"/>
              <a:t>2019 Annual Medical Visit ROPU TCM</a:t>
            </a:r>
            <a:endParaRPr lang="en-GB"/>
          </a:p>
        </p:txBody>
      </p:sp>
      <p:sp>
        <p:nvSpPr>
          <p:cNvPr id="10" name="Slide Number Placeholder 9">
            <a:extLst>
              <a:ext uri="{FF2B5EF4-FFF2-40B4-BE49-F238E27FC236}">
                <a16:creationId xmlns:a16="http://schemas.microsoft.com/office/drawing/2014/main" id="{A8C99E6B-8594-4CDA-A2D3-72DFEAA2AF18}"/>
              </a:ext>
            </a:extLst>
          </p:cNvPr>
          <p:cNvSpPr>
            <a:spLocks noGrp="1"/>
          </p:cNvSpPr>
          <p:nvPr>
            <p:ph type="sldNum" sz="quarter" idx="12"/>
          </p:nvPr>
        </p:nvSpPr>
        <p:spPr/>
        <p:txBody>
          <a:bodyPr/>
          <a:lstStyle/>
          <a:p>
            <a:fld id="{143B55C4-4F5A-416B-997D-6CE47EB0A945}" type="slidenum">
              <a:rPr lang="en-GB" smtClean="0"/>
              <a:pPr/>
              <a:t>‹#›</a:t>
            </a:fld>
            <a:endParaRPr lang="en-GB"/>
          </a:p>
        </p:txBody>
      </p:sp>
    </p:spTree>
    <p:extLst>
      <p:ext uri="{BB962C8B-B14F-4D97-AF65-F5344CB8AC3E}">
        <p14:creationId xmlns:p14="http://schemas.microsoft.com/office/powerpoint/2010/main" val="1975222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112F3-1468-6D66-7508-50F2C372C56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B13D73-9D30-033E-E996-D792E744016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794250-5173-0644-B3AB-4E01CB6C9EF4}"/>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BAD2F82-87FF-C56F-EDE6-4A375E75E188}"/>
              </a:ext>
            </a:extLst>
          </p:cNvPr>
          <p:cNvSpPr>
            <a:spLocks noGrp="1"/>
          </p:cNvSpPr>
          <p:nvPr>
            <p:ph type="ftr" sz="quarter" idx="11"/>
          </p:nvPr>
        </p:nvSpPr>
        <p:spPr/>
        <p:txBody>
          <a:bodyPr/>
          <a:lstStyle/>
          <a:p>
            <a:r>
              <a:rPr lang="en-US"/>
              <a:t>Asian Integration Kick-off    |    ONLY FOR INTERNAL USE</a:t>
            </a:r>
          </a:p>
        </p:txBody>
      </p:sp>
      <p:sp>
        <p:nvSpPr>
          <p:cNvPr id="6" name="Slide Number Placeholder 5">
            <a:extLst>
              <a:ext uri="{FF2B5EF4-FFF2-40B4-BE49-F238E27FC236}">
                <a16:creationId xmlns:a16="http://schemas.microsoft.com/office/drawing/2014/main" id="{F2FC9D7A-19DC-5215-F604-71E0B45BC78C}"/>
              </a:ext>
            </a:extLst>
          </p:cNvPr>
          <p:cNvSpPr>
            <a:spLocks noGrp="1"/>
          </p:cNvSpPr>
          <p:nvPr>
            <p:ph type="sldNum" sz="quarter" idx="12"/>
          </p:nvPr>
        </p:nvSpPr>
        <p:spPr/>
        <p:txBody>
          <a:bodyPr/>
          <a:lstStyle/>
          <a:p>
            <a:fld id="{E78F8DBB-960E-4800-AE0B-DF0DB7F8D228}" type="slidenum">
              <a:rPr lang="en-US" smtClean="0"/>
              <a:t>‹#›</a:t>
            </a:fld>
            <a:endParaRPr lang="en-US"/>
          </a:p>
        </p:txBody>
      </p:sp>
    </p:spTree>
    <p:extLst>
      <p:ext uri="{BB962C8B-B14F-4D97-AF65-F5344CB8AC3E}">
        <p14:creationId xmlns:p14="http://schemas.microsoft.com/office/powerpoint/2010/main" val="3661877314"/>
      </p:ext>
    </p:extLst>
  </p:cSld>
  <p:clrMapOvr>
    <a:masterClrMapping/>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Tree>
    <p:extLst>
      <p:ext uri="{BB962C8B-B14F-4D97-AF65-F5344CB8AC3E}">
        <p14:creationId xmlns:p14="http://schemas.microsoft.com/office/powerpoint/2010/main" val="2633585864"/>
      </p:ext>
    </p:extLst>
  </p:cSld>
  <p:clrMapOvr>
    <a:masterClrMapping/>
  </p:clrMapOvr>
  <p:extLst>
    <p:ext uri="{DCECCB84-F9BA-43D5-87BE-67443E8EF086}">
      <p15:sldGuideLst xmlns:p15="http://schemas.microsoft.com/office/powerpoint/2012/main"/>
    </p:ext>
  </p:extLst>
</p:sldLayout>
</file>

<file path=ppt/slideLayouts/slideLayout265.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Tree>
    <p:extLst>
      <p:ext uri="{BB962C8B-B14F-4D97-AF65-F5344CB8AC3E}">
        <p14:creationId xmlns:p14="http://schemas.microsoft.com/office/powerpoint/2010/main" val="3345509664"/>
      </p:ext>
    </p:extLst>
  </p:cSld>
  <p:clrMapOvr>
    <a:masterClrMapping/>
  </p:clrMapOvr>
  <p:extLst>
    <p:ext uri="{DCECCB84-F9BA-43D5-87BE-67443E8EF086}">
      <p15:sldGuideLst xmlns:p15="http://schemas.microsoft.com/office/powerpoint/2012/main"/>
    </p:ext>
  </p:extLst>
</p:sldLayout>
</file>

<file path=ppt/slideLayouts/slideLayout266.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811243641"/>
      </p:ext>
    </p:extLst>
  </p:cSld>
  <p:clrMapOvr>
    <a:masterClrMapping/>
  </p:clrMapOvr>
  <p:extLst>
    <p:ext uri="{DCECCB84-F9BA-43D5-87BE-67443E8EF086}">
      <p15:sldGuideLst xmlns:p15="http://schemas.microsoft.com/office/powerpoint/2012/main"/>
    </p:ext>
  </p:extLst>
</p:sldLayout>
</file>

<file path=ppt/slideLayouts/slideLayout267.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ONLY FOR INTERNAL USE</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35560970"/>
      </p:ext>
    </p:extLst>
  </p:cSld>
  <p:clrMapOvr>
    <a:masterClrMapping/>
  </p:clrMapOvr>
  <p:extLst>
    <p:ext uri="{DCECCB84-F9BA-43D5-87BE-67443E8EF086}">
      <p15:sldGuideLst xmlns:p15="http://schemas.microsoft.com/office/powerpoint/2012/main"/>
    </p:ext>
  </p:extLst>
</p:sldLayout>
</file>

<file path=ppt/slideLayouts/slideLayout268.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ONLY FOR INTERNAL USE</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463232440"/>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269.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667176277"/>
      </p:ext>
    </p:extLst>
  </p:cSld>
  <p:clrMapOvr>
    <a:masterClrMapping/>
  </p:clrMapOvr>
</p:sldLayout>
</file>

<file path=ppt/slideLayouts/slideLayout270.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216485384"/>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271.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Presentation title    |    ONLY FOR INTERNAL USE</a:t>
            </a:r>
          </a:p>
        </p:txBody>
      </p:sp>
    </p:spTree>
    <p:extLst>
      <p:ext uri="{BB962C8B-B14F-4D97-AF65-F5344CB8AC3E}">
        <p14:creationId xmlns:p14="http://schemas.microsoft.com/office/powerpoint/2010/main" val="3828715068"/>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272.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spTree>
    <p:extLst>
      <p:ext uri="{BB962C8B-B14F-4D97-AF65-F5344CB8AC3E}">
        <p14:creationId xmlns:p14="http://schemas.microsoft.com/office/powerpoint/2010/main" val="1342942354"/>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273.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936806753"/>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274.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Presentation title    |    ONLY FOR INTERNAL USE</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1157694215"/>
      </p:ext>
    </p:extLst>
  </p:cSld>
  <p:clrMapOvr>
    <a:masterClrMapping/>
  </p:clrMapOvr>
</p:sldLayout>
</file>

<file path=ppt/slideLayouts/slideLayout275.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643125945"/>
      </p:ext>
    </p:extLst>
  </p:cSld>
  <p:clrMapOvr>
    <a:masterClrMapping/>
  </p:clrMapOvr>
</p:sldLayout>
</file>

<file path=ppt/slideLayouts/slideLayout276.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305548115"/>
      </p:ext>
    </p:extLst>
  </p:cSld>
  <p:clrMapOvr>
    <a:masterClrMapping/>
  </p:clrMapOvr>
  <p:extLst>
    <p:ext uri="{DCECCB84-F9BA-43D5-87BE-67443E8EF086}">
      <p15:sldGuideLst xmlns:p15="http://schemas.microsoft.com/office/powerpoint/2012/main"/>
    </p:ext>
  </p:extLst>
</p:sldLayout>
</file>

<file path=ppt/slideLayouts/slideLayout277.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Presentation title    |    </a:t>
            </a:r>
          </a:p>
          <a:p>
            <a:r>
              <a:rPr lang="en-US"/>
              <a:t>ONLY FOR INTERNAL USE</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365244062"/>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78.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Presentation title    |    ONLY FOR INTERNAL USE</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039760861"/>
      </p:ext>
    </p:extLst>
  </p:cSld>
  <p:clrMapOvr>
    <a:masterClrMapping/>
  </p:clrMapOvr>
  <p:extLst>
    <p:ext uri="{DCECCB84-F9BA-43D5-87BE-67443E8EF086}">
      <p15:sldGuideLst xmlns:p15="http://schemas.microsoft.com/office/powerpoint/2012/main"/>
    </p:ext>
  </p:extLst>
</p:sldLayout>
</file>

<file path=ppt/slideLayouts/slideLayout279.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Presentation title    |    </a:t>
            </a:r>
          </a:p>
          <a:p>
            <a:r>
              <a:rPr lang="en-US"/>
              <a:t>ONLY FOR INTERNAL USE</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1922741334"/>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280.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2913510918"/>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281.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Presentation title    |    ONLY FOR INTERNAL USE</a:t>
            </a:r>
          </a:p>
        </p:txBody>
      </p:sp>
    </p:spTree>
    <p:extLst>
      <p:ext uri="{BB962C8B-B14F-4D97-AF65-F5344CB8AC3E}">
        <p14:creationId xmlns:p14="http://schemas.microsoft.com/office/powerpoint/2010/main" val="3359403038"/>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282.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Presentation title    |    ONLY FOR INTERNAL USE</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071043548"/>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283.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47059121"/>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84.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534691798"/>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85.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Presentation title    |    ONLY FOR INTERNAL USE</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764843513"/>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86.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Presentation title    |    ONLY FOR INTERNAL USE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70285000"/>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287.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Presentation title    |    ONLY FOR INTERNAL USE</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36496284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288.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89086605"/>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289.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318807418"/>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290.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Presentation title    |    ONLY FOR INTERNAL USE</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54481192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291.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2447495048"/>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292.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Presentation title    |    ONLY FOR INTERNAL USE</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ltLang="zh-CN"/>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1431803540"/>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293.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Presentation title    |    ONLY FOR INTERNAL USE</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735740794"/>
      </p:ext>
    </p:extLst>
  </p:cSld>
  <p:clrMapOvr>
    <a:masterClrMapping/>
  </p:clrMapOvr>
</p:sldLayout>
</file>

<file path=ppt/slideLayouts/slideLayout294.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313842628"/>
      </p:ext>
    </p:extLst>
  </p:cSld>
  <p:clrMapOvr>
    <a:masterClrMapping/>
  </p:clrMapOvr>
</p:sldLayout>
</file>

<file path=ppt/slideLayouts/slideLayout295.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Presentation title    |    ONLY FOR INTERNAL USE</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438081768"/>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296.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Presentation title    |    ONLY FOR INTERNAL USE</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2281898370"/>
      </p:ext>
    </p:extLst>
  </p:cSld>
  <p:clrMapOvr>
    <a:masterClrMapping/>
  </p:clrMapOvr>
  <p:extLst>
    <p:ext uri="{DCECCB84-F9BA-43D5-87BE-67443E8EF086}">
      <p15:sldGuideLst xmlns:p15="http://schemas.microsoft.com/office/powerpoint/2012/main"/>
    </p:ext>
  </p:extLst>
</p:sldLayout>
</file>

<file path=ppt/slideLayouts/slideLayout297.xml><?xml version="1.0" encoding="utf-8"?>
<p:sldLayout xmlns:a="http://schemas.openxmlformats.org/drawingml/2006/main" xmlns:r="http://schemas.openxmlformats.org/officeDocument/2006/relationships" xmlns:p="http://schemas.openxmlformats.org/presentationml/2006/main" userDrawn="1">
  <p:cSld name="Title with content">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B02F2972-ABED-49AC-AD79-E052424CFBB8}"/>
              </a:ext>
            </a:extLst>
          </p:cNvPr>
          <p:cNvGraphicFramePr>
            <a:graphicFrameLocks noChangeAspect="1"/>
          </p:cNvGraphicFramePr>
          <p:nvPr userDrawn="1">
            <p:custDataLst>
              <p:tags r:id="rId1"/>
            </p:custDataLst>
            <p:extLst>
              <p:ext uri="{D42A27DB-BD31-4B8C-83A1-F6EECF244321}">
                <p14:modId xmlns:p14="http://schemas.microsoft.com/office/powerpoint/2010/main" val="450659606"/>
              </p:ext>
            </p:extLst>
          </p:nvPr>
        </p:nvGraphicFramePr>
        <p:xfrm>
          <a:off x="2118" y="2118"/>
          <a:ext cx="2117" cy="2117"/>
        </p:xfrm>
        <a:graphic>
          <a:graphicData uri="http://schemas.openxmlformats.org/presentationml/2006/ole">
            <mc:AlternateContent xmlns:mc="http://schemas.openxmlformats.org/markup-compatibility/2006">
              <mc:Choice xmlns:v="urn:schemas-microsoft-com:vml" Requires="v">
                <p:oleObj name="think-cell Slide" r:id="rId4" imgW="425" imgH="426" progId="TCLayout.ActiveDocument.1">
                  <p:embed/>
                </p:oleObj>
              </mc:Choice>
              <mc:Fallback>
                <p:oleObj name="think-cell Slide" r:id="rId4" imgW="425" imgH="426" progId="TCLayout.ActiveDocument.1">
                  <p:embed/>
                  <p:pic>
                    <p:nvPicPr>
                      <p:cNvPr id="3" name="Object 2" hidden="1">
                        <a:extLst>
                          <a:ext uri="{FF2B5EF4-FFF2-40B4-BE49-F238E27FC236}">
                            <a16:creationId xmlns:a16="http://schemas.microsoft.com/office/drawing/2014/main" id="{B02F2972-ABED-49AC-AD79-E052424CFBB8}"/>
                          </a:ext>
                        </a:extLst>
                      </p:cNvPr>
                      <p:cNvPicPr/>
                      <p:nvPr/>
                    </p:nvPicPr>
                    <p:blipFill>
                      <a:blip r:embed="rId5"/>
                      <a:stretch>
                        <a:fillRect/>
                      </a:stretch>
                    </p:blipFill>
                    <p:spPr>
                      <a:xfrm>
                        <a:off x="2118" y="2118"/>
                        <a:ext cx="2117" cy="2117"/>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C153E9C5-65C5-4598-8946-5FBCA43FDD17}"/>
              </a:ext>
            </a:extLst>
          </p:cNvPr>
          <p:cNvSpPr/>
          <p:nvPr userDrawn="1">
            <p:custDataLst>
              <p:tags r:id="rId2"/>
            </p:custDataLst>
          </p:nvPr>
        </p:nvSpPr>
        <p:spPr>
          <a:xfrm>
            <a:off x="0" y="0"/>
            <a:ext cx="211667" cy="211667"/>
          </a:xfrm>
          <a:prstGeom prst="rect">
            <a:avLst/>
          </a:prstGeom>
          <a:solidFill>
            <a:srgbClr val="003366"/>
          </a:solidFill>
          <a:ln w="12700">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t" anchorCtr="0">
            <a:noAutofit/>
          </a:bodyPr>
          <a:lstStyle/>
          <a:p>
            <a:pPr marL="0" lvl="0" indent="0" algn="l"/>
            <a:endParaRPr lang="en-GB" sz="2667" b="0" i="0" baseline="0" err="1">
              <a:solidFill>
                <a:schemeClr val="bg1"/>
              </a:solidFill>
              <a:latin typeface="BISansOptiCond" panose="02000506040000020004" pitchFamily="2" charset="0"/>
              <a:ea typeface="+mj-ea"/>
              <a:sym typeface="BISansOptiCond" panose="02000506040000020004" pitchFamily="2" charset="0"/>
            </a:endParaRPr>
          </a:p>
        </p:txBody>
      </p:sp>
      <p:sp>
        <p:nvSpPr>
          <p:cNvPr id="10" name="Datumsplatzhalter 3">
            <a:extLst>
              <a:ext uri="{FF2B5EF4-FFF2-40B4-BE49-F238E27FC236}">
                <a16:creationId xmlns:a16="http://schemas.microsoft.com/office/drawing/2014/main" id="{F03D2F70-28FD-4FC0-B747-D49FE9BA467B}"/>
              </a:ext>
            </a:extLst>
          </p:cNvPr>
          <p:cNvSpPr>
            <a:spLocks noGrp="1"/>
          </p:cNvSpPr>
          <p:nvPr>
            <p:ph type="dt" sz="half" idx="2"/>
          </p:nvPr>
        </p:nvSpPr>
        <p:spPr>
          <a:xfrm>
            <a:off x="10938752" y="6521895"/>
            <a:ext cx="64" cy="164212"/>
          </a:xfrm>
          <a:prstGeom prst="rect">
            <a:avLst/>
          </a:prstGeom>
        </p:spPr>
        <p:txBody>
          <a:bodyPr vert="horz" wrap="none" lIns="0" tIns="0" rIns="0" bIns="0" rtlCol="0" anchor="ctr">
            <a:spAutoFit/>
          </a:bodyPr>
          <a:lstStyle>
            <a:lvl1pPr algn="r">
              <a:defRPr sz="1067" b="0" i="0">
                <a:solidFill>
                  <a:srgbClr val="7F7F7F"/>
                </a:solidFill>
                <a:latin typeface="BISans" panose="02000503040000020004" pitchFamily="2" charset="0"/>
                <a:cs typeface="BISans" panose="02000503040000020004" pitchFamily="2" charset="0"/>
              </a:defRPr>
            </a:lvl1pPr>
          </a:lstStyle>
          <a:p>
            <a:endParaRPr lang="en-GB"/>
          </a:p>
        </p:txBody>
      </p:sp>
      <p:sp>
        <p:nvSpPr>
          <p:cNvPr id="11" name="Fußzeilenplatzhalter 4">
            <a:extLst>
              <a:ext uri="{FF2B5EF4-FFF2-40B4-BE49-F238E27FC236}">
                <a16:creationId xmlns:a16="http://schemas.microsoft.com/office/drawing/2014/main" id="{E70F3104-307E-48FC-9255-B8A9C5285874}"/>
              </a:ext>
            </a:extLst>
          </p:cNvPr>
          <p:cNvSpPr>
            <a:spLocks noGrp="1"/>
          </p:cNvSpPr>
          <p:nvPr>
            <p:ph type="ftr" sz="quarter" idx="3"/>
          </p:nvPr>
        </p:nvSpPr>
        <p:spPr>
          <a:xfrm>
            <a:off x="2313139" y="6521927"/>
            <a:ext cx="7674921" cy="164148"/>
          </a:xfrm>
          <a:prstGeom prst="rect">
            <a:avLst/>
          </a:prstGeom>
        </p:spPr>
        <p:txBody>
          <a:bodyPr vert="horz" wrap="square" lIns="0" tIns="0" rIns="0" bIns="0" rtlCol="0" anchor="ctr">
            <a:spAutoFit/>
          </a:bodyPr>
          <a:lstStyle>
            <a:lvl1pPr algn="l">
              <a:defRPr sz="1067" b="0" i="0">
                <a:solidFill>
                  <a:srgbClr val="7F7F7F"/>
                </a:solidFill>
                <a:latin typeface="BISans" panose="02000503040000020004" pitchFamily="2" charset="0"/>
                <a:cs typeface="BISans" panose="02000503040000020004" pitchFamily="2" charset="0"/>
              </a:defRPr>
            </a:lvl1pPr>
          </a:lstStyle>
          <a:p>
            <a:r>
              <a:rPr lang="nl-NL"/>
              <a:t>GA, 1484-P01, Version 1.0, 19 Dec 2023</a:t>
            </a:r>
            <a:endParaRPr lang="en-GB"/>
          </a:p>
        </p:txBody>
      </p:sp>
      <p:sp>
        <p:nvSpPr>
          <p:cNvPr id="32" name="Foliennummernplatzhalter 5">
            <a:extLst>
              <a:ext uri="{FF2B5EF4-FFF2-40B4-BE49-F238E27FC236}">
                <a16:creationId xmlns:a16="http://schemas.microsoft.com/office/drawing/2014/main" id="{C9EE8479-A53A-4837-B151-0C89559CBB08}"/>
              </a:ext>
            </a:extLst>
          </p:cNvPr>
          <p:cNvSpPr>
            <a:spLocks noGrp="1"/>
          </p:cNvSpPr>
          <p:nvPr>
            <p:ph type="sldNum" sz="quarter" idx="4"/>
          </p:nvPr>
        </p:nvSpPr>
        <p:spPr>
          <a:xfrm>
            <a:off x="11852249" y="6524503"/>
            <a:ext cx="161904" cy="164212"/>
          </a:xfrm>
          <a:prstGeom prst="rect">
            <a:avLst/>
          </a:prstGeom>
        </p:spPr>
        <p:txBody>
          <a:bodyPr vert="horz" wrap="none" lIns="0" tIns="0" rIns="0" bIns="0" rtlCol="0" anchor="ctr">
            <a:spAutoFit/>
          </a:bodyPr>
          <a:lstStyle>
            <a:lvl1pPr algn="ctr">
              <a:defRPr sz="1067" b="0" i="0">
                <a:solidFill>
                  <a:schemeClr val="bg1"/>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sp>
        <p:nvSpPr>
          <p:cNvPr id="5" name="Text Placeholder 4">
            <a:extLst>
              <a:ext uri="{FF2B5EF4-FFF2-40B4-BE49-F238E27FC236}">
                <a16:creationId xmlns:a16="http://schemas.microsoft.com/office/drawing/2014/main" id="{241F2266-AC98-4563-810B-868E8E7298A7}"/>
              </a:ext>
            </a:extLst>
          </p:cNvPr>
          <p:cNvSpPr>
            <a:spLocks noGrp="1"/>
          </p:cNvSpPr>
          <p:nvPr>
            <p:ph type="body" sz="quarter" idx="10"/>
          </p:nvPr>
        </p:nvSpPr>
        <p:spPr>
          <a:xfrm>
            <a:off x="517099" y="1101299"/>
            <a:ext cx="11166901" cy="5223301"/>
          </a:xfrm>
        </p:spPr>
        <p:txBody>
          <a:bodyPr/>
          <a:lstStyle>
            <a:lvl1pPr>
              <a:spcBef>
                <a:spcPts val="1800"/>
              </a:spcBef>
              <a:defRPr/>
            </a:lvl1pPr>
            <a:lvl2pPr>
              <a:spcBef>
                <a:spcPts val="600"/>
              </a:spcBef>
              <a:defRPr/>
            </a:lvl2pPr>
            <a:lvl3pPr>
              <a:spcBef>
                <a:spcPts val="600"/>
              </a:spcBef>
              <a:defRPr/>
            </a:lvl3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itle 3">
            <a:extLst>
              <a:ext uri="{FF2B5EF4-FFF2-40B4-BE49-F238E27FC236}">
                <a16:creationId xmlns:a16="http://schemas.microsoft.com/office/drawing/2014/main" id="{971F84FD-7F62-4F51-BE1B-EEE34497B39A}"/>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978508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298.xml><?xml version="1.0" encoding="utf-8"?>
<p:sldLayout xmlns:a="http://schemas.openxmlformats.org/drawingml/2006/main" xmlns:r="http://schemas.openxmlformats.org/officeDocument/2006/relationships" xmlns:p="http://schemas.openxmlformats.org/presentationml/2006/main" showMasterSp="0">
  <p:cSld name="Standard page_03">
    <p:spTree>
      <p:nvGrpSpPr>
        <p:cNvPr id="1" name=""/>
        <p:cNvGrpSpPr/>
        <p:nvPr/>
      </p:nvGrpSpPr>
      <p:grpSpPr>
        <a:xfrm>
          <a:off x="0" y="0"/>
          <a:ext cx="0" cy="0"/>
          <a:chOff x="0" y="0"/>
          <a:chExt cx="0" cy="0"/>
        </a:xfrm>
      </p:grpSpPr>
      <p:sp>
        <p:nvSpPr>
          <p:cNvPr id="3" name="Inhaltsplatzhalter 2"/>
          <p:cNvSpPr>
            <a:spLocks noGrp="1"/>
          </p:cNvSpPr>
          <p:nvPr>
            <p:ph idx="1"/>
          </p:nvPr>
        </p:nvSpPr>
        <p:spPr/>
        <p:txBody>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endParaRPr lang="en-GB" noProof="0"/>
          </a:p>
        </p:txBody>
      </p:sp>
      <p:sp>
        <p:nvSpPr>
          <p:cNvPr id="4" name="Titel 3"/>
          <p:cNvSpPr>
            <a:spLocks noGrp="1"/>
          </p:cNvSpPr>
          <p:nvPr>
            <p:ph type="title"/>
          </p:nvPr>
        </p:nvSpPr>
        <p:spPr/>
        <p:txBody>
          <a:bodyPr/>
          <a:lstStyle/>
          <a:p>
            <a:r>
              <a:rPr lang="zh-CN" altLang="en-US" noProof="0"/>
              <a:t>单击此处编辑母版标题样式</a:t>
            </a:r>
            <a:endParaRPr lang="en-GB" noProof="0"/>
          </a:p>
        </p:txBody>
      </p:sp>
      <p:sp>
        <p:nvSpPr>
          <p:cNvPr id="6" name="Datumsplatzhalter 5"/>
          <p:cNvSpPr>
            <a:spLocks noGrp="1"/>
          </p:cNvSpPr>
          <p:nvPr>
            <p:ph type="dt" sz="half" idx="10"/>
          </p:nvPr>
        </p:nvSpPr>
        <p:spPr/>
        <p:txBody>
          <a:bodyPr/>
          <a:lstStyle/>
          <a:p>
            <a:fld id="{530820CF-B880-4189-942D-D702A7CBA730}" type="datetimeFigureOut">
              <a:rPr lang="zh-CN" altLang="en-US" smtClean="0"/>
              <a:t>2025/7/23</a:t>
            </a:fld>
            <a:endParaRPr lang="zh-CN" altLang="en-US"/>
          </a:p>
        </p:txBody>
      </p:sp>
      <p:sp>
        <p:nvSpPr>
          <p:cNvPr id="7" name="Fußzeilenplatzhalter 6"/>
          <p:cNvSpPr>
            <a:spLocks noGrp="1"/>
          </p:cNvSpPr>
          <p:nvPr>
            <p:ph type="ftr" sz="quarter" idx="11"/>
          </p:nvPr>
        </p:nvSpPr>
        <p:spPr/>
        <p:txBody>
          <a:bodyPr/>
          <a:lstStyle/>
          <a:p>
            <a:endParaRPr lang="zh-CN" altLang="en-US"/>
          </a:p>
        </p:txBody>
      </p:sp>
      <p:sp>
        <p:nvSpPr>
          <p:cNvPr id="8" name="Foliennummernplatzhalter 7"/>
          <p:cNvSpPr>
            <a:spLocks noGrp="1"/>
          </p:cNvSpPr>
          <p:nvPr>
            <p:ph type="sldNum" sz="quarter" idx="12"/>
          </p:nvPr>
        </p:nvSpPr>
        <p:spPr/>
        <p:txBody>
          <a:bodyPr/>
          <a:lstStyle/>
          <a:p>
            <a:fld id="{0C913308-F349-4B6D-A68A-DD1791B4A57B}" type="slidenum">
              <a:rPr lang="zh-CN" altLang="en-US" smtClean="0"/>
              <a:t>‹#›</a:t>
            </a:fld>
            <a:endParaRPr lang="zh-CN" altLang="en-US"/>
          </a:p>
        </p:txBody>
      </p:sp>
    </p:spTree>
    <p:extLst>
      <p:ext uri="{BB962C8B-B14F-4D97-AF65-F5344CB8AC3E}">
        <p14:creationId xmlns:p14="http://schemas.microsoft.com/office/powerpoint/2010/main" val="27209089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9.xml><?xml version="1.0" encoding="utf-8"?>
<p:sldLayout xmlns:a="http://schemas.openxmlformats.org/drawingml/2006/main" xmlns:r="http://schemas.openxmlformats.org/officeDocument/2006/relationships" xmlns:p="http://schemas.openxmlformats.org/presentationml/2006/main" preserve="1" userDrawn="1">
  <p:cSld name="Title slide (bright)">
    <p:bg bwMode="gray">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tx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lvl1pPr>
          </a:lstStyle>
          <a:p>
            <a:r>
              <a:rPr lang="en-US"/>
              <a:t>NR2B timeline overview and deliverable plan</a:t>
            </a:r>
          </a:p>
        </p:txBody>
      </p:sp>
    </p:spTree>
    <p:extLst>
      <p:ext uri="{BB962C8B-B14F-4D97-AF65-F5344CB8AC3E}">
        <p14:creationId xmlns:p14="http://schemas.microsoft.com/office/powerpoint/2010/main" val="3174954810"/>
      </p:ext>
    </p:extLst>
  </p:cSld>
  <p:clrMapOvr>
    <a:masterClrMapping/>
  </p:clrMapOvr>
  <p:extLst>
    <p:ext uri="{DCECCB84-F9BA-43D5-87BE-67443E8EF086}">
      <p15:sldGuideLst xmlns:p15="http://schemas.microsoft.com/office/powerpoint/2012/main"/>
    </p:ext>
  </p:extLst>
</p:sldLayout>
</file>

<file path=ppt/slideLayouts/slideLayout300.xml><?xml version="1.0" encoding="utf-8"?>
<p:sldLayout xmlns:a="http://schemas.openxmlformats.org/drawingml/2006/main" xmlns:r="http://schemas.openxmlformats.org/officeDocument/2006/relationships" xmlns:p="http://schemas.openxmlformats.org/presentationml/2006/main" preserve="1" userDrawn="1">
  <p:cSld name="Title slide (dark)">
    <p:bg bwMode="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5" y="2637000"/>
            <a:ext cx="8280755"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5" y="4437120"/>
            <a:ext cx="8281375"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0" name="Rechteck 9">
            <a:extLst>
              <a:ext uri="{FF2B5EF4-FFF2-40B4-BE49-F238E27FC236}">
                <a16:creationId xmlns:a16="http://schemas.microsoft.com/office/drawing/2014/main" id="{9B0B3083-709D-1FC7-BFBA-C4F2D3257FEE}"/>
              </a:ext>
              <a:ext uri="{C183D7F6-B498-43B3-948B-1728B52AA6E4}">
                <adec:decorative xmlns:adec="http://schemas.microsoft.com/office/drawing/2017/decorative" val="1"/>
              </a:ext>
            </a:extLst>
          </p:cNvPr>
          <p:cNvSpPr/>
          <p:nvPr userDrawn="1"/>
        </p:nvSpPr>
        <p:spPr bwMode="gray">
          <a:xfrm>
            <a:off x="0" y="5706000"/>
            <a:ext cx="9360000" cy="1152000"/>
          </a:xfrm>
          <a:prstGeom prst="rect">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pic>
        <p:nvPicPr>
          <p:cNvPr id="8" name="Grafik 7">
            <a:extLst>
              <a:ext uri="{FF2B5EF4-FFF2-40B4-BE49-F238E27FC236}">
                <a16:creationId xmlns:a16="http://schemas.microsoft.com/office/drawing/2014/main" id="{6DB32D28-99E6-CEDB-1308-E8AA86413B9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6672"/>
            <a:ext cx="1645200" cy="496608"/>
          </a:xfrm>
          <a:prstGeom prst="rect">
            <a:avLst/>
          </a:prstGeom>
        </p:spPr>
      </p:pic>
      <p:pic>
        <p:nvPicPr>
          <p:cNvPr id="9" name="Grafik 8">
            <a:extLst>
              <a:ext uri="{FF2B5EF4-FFF2-40B4-BE49-F238E27FC236}">
                <a16:creationId xmlns:a16="http://schemas.microsoft.com/office/drawing/2014/main" id="{B239B802-036F-AAEA-0DFE-B625A130C1D2}"/>
              </a:ext>
              <a:ext uri="{C183D7F6-B498-43B3-948B-1728B52AA6E4}">
                <adec:decorative xmlns:adec="http://schemas.microsoft.com/office/drawing/2017/decorative" val="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bwMode="gray">
          <a:xfrm>
            <a:off x="10094400" y="6166372"/>
            <a:ext cx="1620000" cy="214956"/>
          </a:xfrm>
          <a:prstGeom prst="rect">
            <a:avLst/>
          </a:prstGeom>
        </p:spPr>
      </p:pic>
      <p:sp>
        <p:nvSpPr>
          <p:cNvPr id="4" name="Fußzeilenplatzhalter 3">
            <a:extLst>
              <a:ext uri="{FF2B5EF4-FFF2-40B4-BE49-F238E27FC236}">
                <a16:creationId xmlns:a16="http://schemas.microsoft.com/office/drawing/2014/main" id="{584603D0-3740-CB40-9C94-D226811D1CE4}"/>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NR2B timeline overview and deliverable plan</a:t>
            </a:r>
          </a:p>
        </p:txBody>
      </p:sp>
    </p:spTree>
    <p:extLst>
      <p:ext uri="{BB962C8B-B14F-4D97-AF65-F5344CB8AC3E}">
        <p14:creationId xmlns:p14="http://schemas.microsoft.com/office/powerpoint/2010/main" val="1700714217"/>
      </p:ext>
    </p:extLst>
  </p:cSld>
  <p:clrMapOvr>
    <a:masterClrMapping/>
  </p:clrMapOvr>
  <p:extLst>
    <p:ext uri="{DCECCB84-F9BA-43D5-87BE-67443E8EF086}">
      <p15:sldGuideLst xmlns:p15="http://schemas.microsoft.com/office/powerpoint/2012/main"/>
    </p:ext>
  </p:extLst>
</p:sldLayout>
</file>

<file path=ppt/slideLayouts/slideLayout301.xml><?xml version="1.0" encoding="utf-8"?>
<p:sldLayout xmlns:a="http://schemas.openxmlformats.org/drawingml/2006/main" xmlns:r="http://schemas.openxmlformats.org/officeDocument/2006/relationships" xmlns:p="http://schemas.openxmlformats.org/presentationml/2006/main" preserve="1" userDrawn="1">
  <p:cSld name="Title slide image (dark)">
    <p:bg>
      <p:bgPr>
        <a:solidFill>
          <a:schemeClr val="bg2"/>
        </a:solidFill>
        <a:effectLst/>
      </p:bgPr>
    </p:bg>
    <p:spTree>
      <p:nvGrpSpPr>
        <p:cNvPr id="1" name=""/>
        <p:cNvGrpSpPr/>
        <p:nvPr/>
      </p:nvGrpSpPr>
      <p:grpSpPr>
        <a:xfrm>
          <a:off x="0" y="0"/>
          <a:ext cx="0" cy="0"/>
          <a:chOff x="0" y="0"/>
          <a:chExt cx="0" cy="0"/>
        </a:xfrm>
      </p:grpSpPr>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lt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1"/>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4" name="Fußzeilenplatzhalter 3">
            <a:extLst>
              <a:ext uri="{FF2B5EF4-FFF2-40B4-BE49-F238E27FC236}">
                <a16:creationId xmlns:a16="http://schemas.microsoft.com/office/drawing/2014/main" id="{65B23BDB-375D-448C-7262-11E792AC8FAE}"/>
              </a:ext>
            </a:extLst>
          </p:cNvPr>
          <p:cNvSpPr>
            <a:spLocks noGrp="1"/>
          </p:cNvSpPr>
          <p:nvPr>
            <p:ph type="ftr" sz="quarter" idx="19"/>
          </p:nvPr>
        </p:nvSpPr>
        <p:spPr bwMode="gray">
          <a:xfrm>
            <a:off x="479936" y="6165328"/>
            <a:ext cx="5040000" cy="216000"/>
          </a:xfrm>
        </p:spPr>
        <p:txBody>
          <a:bodyPr/>
          <a:lstStyle>
            <a:lvl1pPr algn="l">
              <a:defRPr>
                <a:solidFill>
                  <a:schemeClr val="bg1"/>
                </a:solidFill>
              </a:defRPr>
            </a:lvl1pPr>
          </a:lstStyle>
          <a:p>
            <a:r>
              <a:rPr lang="en-US"/>
              <a:t>NR2B timeline overview and deliverable plan</a:t>
            </a:r>
          </a:p>
        </p:txBody>
      </p:sp>
      <p:sp>
        <p:nvSpPr>
          <p:cNvPr id="5" name="Text Placeholder 8">
            <a:extLst>
              <a:ext uri="{FF2B5EF4-FFF2-40B4-BE49-F238E27FC236}">
                <a16:creationId xmlns:a16="http://schemas.microsoft.com/office/drawing/2014/main" id="{A9A75F8B-7A38-F1DD-491D-3E0B998BD203}"/>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6" name="Text Placeholder 8">
            <a:extLst>
              <a:ext uri="{FF2B5EF4-FFF2-40B4-BE49-F238E27FC236}">
                <a16:creationId xmlns:a16="http://schemas.microsoft.com/office/drawing/2014/main" id="{0EDBEA77-ABD0-D5A8-255C-A067BF57DCC4}"/>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7" name="Group 6">
            <a:extLst>
              <a:ext uri="{FF2B5EF4-FFF2-40B4-BE49-F238E27FC236}">
                <a16:creationId xmlns:a16="http://schemas.microsoft.com/office/drawing/2014/main" id="{BA669BE9-DB05-2F9E-3096-174AF48C01E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8" name="TextBox 7">
              <a:extLst>
                <a:ext uri="{FF2B5EF4-FFF2-40B4-BE49-F238E27FC236}">
                  <a16:creationId xmlns:a16="http://schemas.microsoft.com/office/drawing/2014/main" id="{F9C57377-EFE2-3B36-0F2F-944FECFDEFE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9" name="Picture 8">
              <a:extLst>
                <a:ext uri="{FF2B5EF4-FFF2-40B4-BE49-F238E27FC236}">
                  <a16:creationId xmlns:a16="http://schemas.microsoft.com/office/drawing/2014/main" id="{63372E67-EC64-72AB-4F31-68412C617ADF}"/>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0" name="TextBox 9">
              <a:extLst>
                <a:ext uri="{FF2B5EF4-FFF2-40B4-BE49-F238E27FC236}">
                  <a16:creationId xmlns:a16="http://schemas.microsoft.com/office/drawing/2014/main" id="{C8EB2689-F775-778E-97D3-0EFCF23014E1}"/>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861988448"/>
      </p:ext>
    </p:extLst>
  </p:cSld>
  <p:clrMapOvr>
    <a:masterClrMapping/>
  </p:clrMapOvr>
  <p:extLst>
    <p:ext uri="{DCECCB84-F9BA-43D5-87BE-67443E8EF086}">
      <p15:sldGuideLst xmlns:p15="http://schemas.microsoft.com/office/powerpoint/2012/main"/>
    </p:ext>
  </p:extLst>
</p:sldLayout>
</file>

<file path=ppt/slideLayouts/slideLayout302.xml><?xml version="1.0" encoding="utf-8"?>
<p:sldLayout xmlns:a="http://schemas.openxmlformats.org/drawingml/2006/main" xmlns:r="http://schemas.openxmlformats.org/officeDocument/2006/relationships" xmlns:p="http://schemas.openxmlformats.org/presentationml/2006/main" preserve="1" userDrawn="1">
  <p:cSld name="Title slide image (bright)">
    <p:bg>
      <p:bgPr>
        <a:solidFill>
          <a:schemeClr val="bg1"/>
        </a:solidFill>
        <a:effectLst/>
      </p:bgPr>
    </p:bg>
    <p:spTree>
      <p:nvGrpSpPr>
        <p:cNvPr id="1" name=""/>
        <p:cNvGrpSpPr/>
        <p:nvPr/>
      </p:nvGrpSpPr>
      <p:grpSpPr>
        <a:xfrm>
          <a:off x="0" y="0"/>
          <a:ext cx="0" cy="0"/>
          <a:chOff x="0" y="0"/>
          <a:chExt cx="0" cy="0"/>
        </a:xfrm>
      </p:grpSpPr>
      <p:sp>
        <p:nvSpPr>
          <p:cNvPr id="4" name="Rechteck 3">
            <a:extLst>
              <a:ext uri="{FF2B5EF4-FFF2-40B4-BE49-F238E27FC236}">
                <a16:creationId xmlns:a16="http://schemas.microsoft.com/office/drawing/2014/main" id="{82DAC9A8-F395-3F0C-869E-1EF7B1AD07A5}"/>
              </a:ext>
              <a:ext uri="{C183D7F6-B498-43B3-948B-1728B52AA6E4}">
                <adec:decorative xmlns:adec="http://schemas.microsoft.com/office/drawing/2017/decorative" val="1"/>
              </a:ext>
            </a:extLst>
          </p:cNvPr>
          <p:cNvSpPr/>
          <p:nvPr userDrawn="1"/>
        </p:nvSpPr>
        <p:spPr bwMode="gray">
          <a:xfrm>
            <a:off x="0" y="0"/>
            <a:ext cx="12196800" cy="6858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0" y="0"/>
            <a:ext cx="12192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bg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2"/>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2"/>
                </a:solidFill>
              </a:defRPr>
            </a:lvl2pPr>
            <a:lvl3pPr marL="0" indent="0" algn="l">
              <a:lnSpc>
                <a:spcPct val="100000"/>
              </a:lnSpc>
              <a:spcBef>
                <a:spcPts val="0"/>
              </a:spcBef>
              <a:spcAft>
                <a:spcPts val="0"/>
              </a:spcAft>
              <a:buFont typeface="Arial" panose="020B0604020202020204" pitchFamily="34" charset="0"/>
              <a:buNone/>
              <a:defRPr sz="1600" b="0">
                <a:solidFill>
                  <a:schemeClr val="bg2"/>
                </a:solidFill>
              </a:defRPr>
            </a:lvl3pPr>
            <a:lvl4pPr marL="0" indent="0" algn="l">
              <a:lnSpc>
                <a:spcPct val="100000"/>
              </a:lnSpc>
              <a:spcBef>
                <a:spcPts val="0"/>
              </a:spcBef>
              <a:spcAft>
                <a:spcPts val="0"/>
              </a:spcAft>
              <a:buFont typeface="Arial" panose="020B0604020202020204" pitchFamily="34" charset="0"/>
              <a:buNone/>
              <a:defRPr sz="1600" b="0">
                <a:solidFill>
                  <a:schemeClr val="bg2"/>
                </a:solidFill>
              </a:defRPr>
            </a:lvl4pPr>
            <a:lvl5pPr marL="0" indent="0" algn="l">
              <a:lnSpc>
                <a:spcPct val="100000"/>
              </a:lnSpc>
              <a:spcBef>
                <a:spcPts val="0"/>
              </a:spcBef>
              <a:spcAft>
                <a:spcPts val="0"/>
              </a:spcAft>
              <a:buFont typeface="Arial" panose="020B0604020202020204" pitchFamily="34" charset="0"/>
              <a:buNone/>
              <a:defRPr sz="1600" b="0">
                <a:solidFill>
                  <a:schemeClr val="bg2"/>
                </a:solidFill>
              </a:defRPr>
            </a:lvl5pPr>
            <a:lvl6pPr marL="0" indent="0" algn="l">
              <a:lnSpc>
                <a:spcPct val="100000"/>
              </a:lnSpc>
              <a:spcBef>
                <a:spcPts val="0"/>
              </a:spcBef>
              <a:spcAft>
                <a:spcPts val="0"/>
              </a:spcAft>
              <a:buFont typeface="Arial" panose="020B0604020202020204" pitchFamily="34" charset="0"/>
              <a:buNone/>
              <a:defRPr sz="1600" b="0">
                <a:solidFill>
                  <a:schemeClr val="bg2"/>
                </a:solidFill>
              </a:defRPr>
            </a:lvl6pPr>
            <a:lvl7pPr marL="0" indent="0" algn="l">
              <a:lnSpc>
                <a:spcPct val="100000"/>
              </a:lnSpc>
              <a:spcBef>
                <a:spcPts val="0"/>
              </a:spcBef>
              <a:spcAft>
                <a:spcPts val="0"/>
              </a:spcAft>
              <a:buFont typeface="Arial" panose="020B0604020202020204" pitchFamily="34" charset="0"/>
              <a:buNone/>
              <a:defRPr sz="1600" b="0">
                <a:solidFill>
                  <a:schemeClr val="bg2"/>
                </a:solidFill>
              </a:defRPr>
            </a:lvl7pPr>
            <a:lvl8pPr marL="0" indent="0" algn="l">
              <a:lnSpc>
                <a:spcPct val="100000"/>
              </a:lnSpc>
              <a:spcBef>
                <a:spcPts val="0"/>
              </a:spcBef>
              <a:spcAft>
                <a:spcPts val="0"/>
              </a:spcAft>
              <a:buFont typeface="Arial" panose="020B0604020202020204" pitchFamily="34" charset="0"/>
              <a:buNone/>
              <a:defRPr sz="1600" b="0">
                <a:solidFill>
                  <a:schemeClr val="bg2"/>
                </a:solidFill>
              </a:defRPr>
            </a:lvl8pPr>
            <a:lvl9pPr marL="0" indent="0" algn="l">
              <a:lnSpc>
                <a:spcPct val="100000"/>
              </a:lnSpc>
              <a:spcBef>
                <a:spcPts val="0"/>
              </a:spcBef>
              <a:spcAft>
                <a:spcPts val="0"/>
              </a:spcAft>
              <a:buFont typeface="Arial" panose="020B0604020202020204" pitchFamily="34" charset="0"/>
              <a:buNone/>
              <a:defRPr sz="1600" b="0">
                <a:solidFill>
                  <a:schemeClr val="bg2"/>
                </a:solidFill>
              </a:defRPr>
            </a:lvl9pPr>
          </a:lstStyle>
          <a:p>
            <a:r>
              <a:rPr lang="en-US"/>
              <a:t>Subtitle of the presentation</a:t>
            </a:r>
          </a:p>
          <a:p>
            <a:pPr lvl="1"/>
            <a:r>
              <a:rPr lang="en-US"/>
              <a:t>Author | Date | Place</a:t>
            </a:r>
          </a:p>
        </p:txBody>
      </p:sp>
      <p:sp>
        <p:nvSpPr>
          <p:cNvPr id="5" name="Fußzeilenplatzhalter 3">
            <a:extLst>
              <a:ext uri="{FF2B5EF4-FFF2-40B4-BE49-F238E27FC236}">
                <a16:creationId xmlns:a16="http://schemas.microsoft.com/office/drawing/2014/main" id="{5D14FE30-3C4E-F754-2D41-93EF7194D6C4}"/>
              </a:ext>
            </a:extLst>
          </p:cNvPr>
          <p:cNvSpPr>
            <a:spLocks noGrp="1"/>
          </p:cNvSpPr>
          <p:nvPr>
            <p:ph type="ftr" sz="quarter" idx="19"/>
          </p:nvPr>
        </p:nvSpPr>
        <p:spPr bwMode="gray">
          <a:xfrm>
            <a:off x="479936" y="6165328"/>
            <a:ext cx="5040000" cy="216000"/>
          </a:xfrm>
        </p:spPr>
        <p:txBody>
          <a:bodyPr/>
          <a:lstStyle>
            <a:lvl1pPr algn="l">
              <a:defRPr/>
            </a:lvl1pPr>
          </a:lstStyle>
          <a:p>
            <a:r>
              <a:rPr lang="en-US"/>
              <a:t>NR2B timeline overview and deliverable plan</a:t>
            </a:r>
          </a:p>
        </p:txBody>
      </p:sp>
      <p:sp>
        <p:nvSpPr>
          <p:cNvPr id="9" name="Text Placeholder 8">
            <a:extLst>
              <a:ext uri="{FF2B5EF4-FFF2-40B4-BE49-F238E27FC236}">
                <a16:creationId xmlns:a16="http://schemas.microsoft.com/office/drawing/2014/main" id="{9A611717-560C-23BF-BFA5-6461F5FD8E88}"/>
              </a:ext>
            </a:extLst>
          </p:cNvPr>
          <p:cNvSpPr>
            <a:spLocks noGrp="1"/>
          </p:cNvSpPr>
          <p:nvPr>
            <p:ph type="body" sz="quarter" idx="30"/>
          </p:nvPr>
        </p:nvSpPr>
        <p:spPr bwMode="gray">
          <a:xfrm>
            <a:off x="478800" y="476672"/>
            <a:ext cx="1645200" cy="496800"/>
          </a:xfrm>
          <a:blipFill>
            <a:blip r:embed="rId2">
              <a:extLst>
                <a:ext uri="{96DAC541-7B7A-43D3-8B79-37D633B846F1}">
                  <asvg:svgBlip xmlns:asvg="http://schemas.microsoft.com/office/drawing/2016/SVG/main" r:embed="rId3"/>
                </a:ext>
              </a:extLst>
            </a:blip>
            <a:srcRect/>
            <a:stretch>
              <a:fillRect t="20" b="2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sp>
        <p:nvSpPr>
          <p:cNvPr id="13" name="Text Placeholder 8">
            <a:extLst>
              <a:ext uri="{FF2B5EF4-FFF2-40B4-BE49-F238E27FC236}">
                <a16:creationId xmlns:a16="http://schemas.microsoft.com/office/drawing/2014/main" id="{93782BBF-D8A0-BA04-4568-B85013E9E548}"/>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2" name="Group 11">
            <a:extLst>
              <a:ext uri="{FF2B5EF4-FFF2-40B4-BE49-F238E27FC236}">
                <a16:creationId xmlns:a16="http://schemas.microsoft.com/office/drawing/2014/main" id="{2AD6AF06-02D9-288E-3250-06E22F2FE2F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2B32CD0F-9230-7E21-AAD3-A6C5516575C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23E0A192-DE0E-E520-25E7-B303A079C7E3}"/>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BF14A84B-7BF0-7BFD-629D-A25AF4354A2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45149200"/>
      </p:ext>
    </p:extLst>
  </p:cSld>
  <p:clrMapOvr>
    <a:masterClrMapping/>
  </p:clrMapOvr>
  <p:extLst>
    <p:ext uri="{DCECCB84-F9BA-43D5-87BE-67443E8EF086}">
      <p15:sldGuideLst xmlns:p15="http://schemas.microsoft.com/office/powerpoint/2012/main"/>
    </p:ext>
  </p:extLst>
</p:sldLayout>
</file>

<file path=ppt/slideLayouts/slideLayout303.xml><?xml version="1.0" encoding="utf-8"?>
<p:sldLayout xmlns:a="http://schemas.openxmlformats.org/drawingml/2006/main" xmlns:r="http://schemas.openxmlformats.org/officeDocument/2006/relationships" xmlns:p="http://schemas.openxmlformats.org/presentationml/2006/main" preserve="1" userDrawn="1">
  <p:cSld name="Title slide image (small)">
    <p:bg bwMode="ltGray">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bwMode="gray">
          <a:xfrm>
            <a:off x="479426" y="2637000"/>
            <a:ext cx="7272338" cy="1584000"/>
          </a:xfrm>
        </p:spPr>
        <p:txBody>
          <a:bodyPr anchor="b"/>
          <a:lstStyle>
            <a:lvl1pPr algn="l">
              <a:defRPr sz="4800" b="1" i="0">
                <a:solidFill>
                  <a:schemeClr val="tx2"/>
                </a:solidFill>
                <a:latin typeface="+mj-lt"/>
              </a:defRPr>
            </a:lvl1pPr>
          </a:lstStyle>
          <a:p>
            <a:r>
              <a:rPr lang="en-US"/>
              <a:t>Presentation title</a:t>
            </a:r>
          </a:p>
        </p:txBody>
      </p:sp>
      <p:sp>
        <p:nvSpPr>
          <p:cNvPr id="3" name="Untertitel 2"/>
          <p:cNvSpPr>
            <a:spLocks noGrp="1"/>
          </p:cNvSpPr>
          <p:nvPr>
            <p:ph type="subTitle" idx="1" hasCustomPrompt="1"/>
          </p:nvPr>
        </p:nvSpPr>
        <p:spPr bwMode="gray">
          <a:xfrm>
            <a:off x="479426" y="4437120"/>
            <a:ext cx="7272928" cy="936000"/>
          </a:xfrm>
        </p:spPr>
        <p:txBody>
          <a:bodyPr/>
          <a:lstStyle>
            <a:lvl1pPr marL="0" indent="0" algn="l">
              <a:lnSpc>
                <a:spcPct val="100000"/>
              </a:lnSpc>
              <a:spcBef>
                <a:spcPts val="0"/>
              </a:spcBef>
              <a:spcAft>
                <a:spcPts val="2400"/>
              </a:spcAft>
              <a:buFont typeface="Arial" panose="020B0604020202020204" pitchFamily="34" charset="0"/>
              <a:buNone/>
              <a:defRPr sz="2400" b="0">
                <a:solidFill>
                  <a:schemeClr val="bg1"/>
                </a:solidFill>
                <a:latin typeface="+mj-lt"/>
              </a:defRPr>
            </a:lvl1pPr>
            <a:lvl2pPr marL="0" indent="0" algn="l">
              <a:lnSpc>
                <a:spcPct val="100000"/>
              </a:lnSpc>
              <a:spcBef>
                <a:spcPts val="0"/>
              </a:spcBef>
              <a:spcAft>
                <a:spcPts val="0"/>
              </a:spcAft>
              <a:buFont typeface="Arial" panose="020B0604020202020204" pitchFamily="34" charset="0"/>
              <a:buNone/>
              <a:defRPr sz="1600" b="0">
                <a:solidFill>
                  <a:schemeClr val="bg1"/>
                </a:solidFill>
              </a:defRPr>
            </a:lvl2pPr>
            <a:lvl3pPr marL="0" indent="0" algn="l">
              <a:lnSpc>
                <a:spcPct val="100000"/>
              </a:lnSpc>
              <a:spcBef>
                <a:spcPts val="0"/>
              </a:spcBef>
              <a:spcAft>
                <a:spcPts val="0"/>
              </a:spcAft>
              <a:buFont typeface="Arial" panose="020B0604020202020204" pitchFamily="34" charset="0"/>
              <a:buNone/>
              <a:defRPr sz="1600" b="0">
                <a:solidFill>
                  <a:schemeClr val="bg1"/>
                </a:solidFill>
              </a:defRPr>
            </a:lvl3pPr>
            <a:lvl4pPr marL="0" indent="0" algn="l">
              <a:lnSpc>
                <a:spcPct val="100000"/>
              </a:lnSpc>
              <a:spcBef>
                <a:spcPts val="0"/>
              </a:spcBef>
              <a:spcAft>
                <a:spcPts val="0"/>
              </a:spcAft>
              <a:buFont typeface="Arial" panose="020B0604020202020204" pitchFamily="34" charset="0"/>
              <a:buNone/>
              <a:defRPr sz="1600" b="0">
                <a:solidFill>
                  <a:schemeClr val="bg1"/>
                </a:solidFill>
              </a:defRPr>
            </a:lvl4pPr>
            <a:lvl5pPr marL="0" indent="0" algn="l">
              <a:lnSpc>
                <a:spcPct val="100000"/>
              </a:lnSpc>
              <a:spcBef>
                <a:spcPts val="0"/>
              </a:spcBef>
              <a:spcAft>
                <a:spcPts val="0"/>
              </a:spcAft>
              <a:buFont typeface="Arial" panose="020B0604020202020204" pitchFamily="34" charset="0"/>
              <a:buNone/>
              <a:defRPr sz="1600" b="0">
                <a:solidFill>
                  <a:schemeClr val="bg1"/>
                </a:solidFill>
              </a:defRPr>
            </a:lvl5pPr>
            <a:lvl6pPr marL="0" indent="0" algn="l">
              <a:lnSpc>
                <a:spcPct val="100000"/>
              </a:lnSpc>
              <a:spcBef>
                <a:spcPts val="0"/>
              </a:spcBef>
              <a:spcAft>
                <a:spcPts val="0"/>
              </a:spcAft>
              <a:buFont typeface="Arial" panose="020B0604020202020204" pitchFamily="34" charset="0"/>
              <a:buNone/>
              <a:defRPr sz="1600" b="0">
                <a:solidFill>
                  <a:schemeClr val="bg1"/>
                </a:solidFill>
              </a:defRPr>
            </a:lvl6pPr>
            <a:lvl7pPr marL="0" indent="0" algn="l">
              <a:lnSpc>
                <a:spcPct val="100000"/>
              </a:lnSpc>
              <a:spcBef>
                <a:spcPts val="0"/>
              </a:spcBef>
              <a:spcAft>
                <a:spcPts val="0"/>
              </a:spcAft>
              <a:buFont typeface="Arial" panose="020B0604020202020204" pitchFamily="34" charset="0"/>
              <a:buNone/>
              <a:defRPr sz="1600" b="0">
                <a:solidFill>
                  <a:schemeClr val="bg1"/>
                </a:solidFill>
              </a:defRPr>
            </a:lvl7pPr>
            <a:lvl8pPr marL="0" indent="0" algn="l">
              <a:lnSpc>
                <a:spcPct val="100000"/>
              </a:lnSpc>
              <a:spcBef>
                <a:spcPts val="0"/>
              </a:spcBef>
              <a:spcAft>
                <a:spcPts val="0"/>
              </a:spcAft>
              <a:buFont typeface="Arial" panose="020B0604020202020204" pitchFamily="34" charset="0"/>
              <a:buNone/>
              <a:defRPr sz="1600" b="0">
                <a:solidFill>
                  <a:schemeClr val="bg1"/>
                </a:solidFill>
              </a:defRPr>
            </a:lvl8pPr>
            <a:lvl9pPr marL="0" indent="0" algn="l">
              <a:lnSpc>
                <a:spcPct val="100000"/>
              </a:lnSpc>
              <a:spcBef>
                <a:spcPts val="0"/>
              </a:spcBef>
              <a:spcAft>
                <a:spcPts val="0"/>
              </a:spcAft>
              <a:buFont typeface="Arial" panose="020B0604020202020204" pitchFamily="34" charset="0"/>
              <a:buNone/>
              <a:defRPr sz="1600" b="0">
                <a:solidFill>
                  <a:schemeClr val="bg1"/>
                </a:solidFill>
              </a:defRPr>
            </a:lvl9pPr>
          </a:lstStyle>
          <a:p>
            <a:r>
              <a:rPr lang="en-US"/>
              <a:t>Subtitle of the presentation</a:t>
            </a:r>
          </a:p>
          <a:p>
            <a:pPr lvl="1"/>
            <a:r>
              <a:rPr lang="en-US"/>
              <a:t>Author | Date | Place</a:t>
            </a:r>
          </a:p>
        </p:txBody>
      </p:sp>
      <p:sp>
        <p:nvSpPr>
          <p:cNvPr id="11" name="Bildplatzhalter 10">
            <a:extLst>
              <a:ext uri="{FF2B5EF4-FFF2-40B4-BE49-F238E27FC236}">
                <a16:creationId xmlns:a16="http://schemas.microsoft.com/office/drawing/2014/main" id="{E497B016-C9FA-B4F6-C161-98540A473741}"/>
              </a:ext>
            </a:extLst>
          </p:cNvPr>
          <p:cNvSpPr>
            <a:spLocks noGrp="1"/>
          </p:cNvSpPr>
          <p:nvPr>
            <p:ph type="pic" sz="quarter" idx="10" hasCustomPrompt="1"/>
          </p:nvPr>
        </p:nvSpPr>
        <p:spPr bwMode="gray">
          <a:xfrm>
            <a:off x="8112125" y="0"/>
            <a:ext cx="4079875" cy="6858000"/>
          </a:xfrm>
          <a:solidFill>
            <a:srgbClr val="E5E3DE"/>
          </a:solidFill>
        </p:spPr>
        <p:txBody>
          <a:bodyPr tIns="720000" anchor="ctr" anchorCtr="0"/>
          <a:lstStyle>
            <a:lvl1pPr marL="0" indent="0" algn="ctr">
              <a:spcBef>
                <a:spcPts val="0"/>
              </a:spcBef>
              <a:spcAft>
                <a:spcPts val="0"/>
              </a:spcAft>
              <a:buFontTx/>
              <a:buNone/>
              <a:tabLst/>
              <a:defRPr sz="1200" b="0"/>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Add picture</a:t>
            </a:r>
          </a:p>
        </p:txBody>
      </p:sp>
      <p:pic>
        <p:nvPicPr>
          <p:cNvPr id="14" name="Grafik 13">
            <a:extLst>
              <a:ext uri="{FF2B5EF4-FFF2-40B4-BE49-F238E27FC236}">
                <a16:creationId xmlns:a16="http://schemas.microsoft.com/office/drawing/2014/main" id="{AB10EE33-A0A3-2BD8-C7ED-852048EC8CE6}"/>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8800" y="475200"/>
            <a:ext cx="1645200" cy="496608"/>
          </a:xfrm>
          <a:prstGeom prst="rect">
            <a:avLst/>
          </a:prstGeom>
        </p:spPr>
      </p:pic>
      <p:sp>
        <p:nvSpPr>
          <p:cNvPr id="4" name="Fußzeilenplatzhalter 3">
            <a:extLst>
              <a:ext uri="{FF2B5EF4-FFF2-40B4-BE49-F238E27FC236}">
                <a16:creationId xmlns:a16="http://schemas.microsoft.com/office/drawing/2014/main" id="{C5F7B9D5-A641-50BA-7FC3-561DC9FE3D6A}"/>
              </a:ext>
            </a:extLst>
          </p:cNvPr>
          <p:cNvSpPr>
            <a:spLocks noGrp="1"/>
          </p:cNvSpPr>
          <p:nvPr>
            <p:ph type="ftr" sz="quarter" idx="19"/>
          </p:nvPr>
        </p:nvSpPr>
        <p:spPr bwMode="gray">
          <a:xfrm>
            <a:off x="479426" y="6165328"/>
            <a:ext cx="5040000" cy="216000"/>
          </a:xfrm>
        </p:spPr>
        <p:txBody>
          <a:bodyPr/>
          <a:lstStyle>
            <a:lvl1pPr algn="l">
              <a:defRPr>
                <a:solidFill>
                  <a:schemeClr val="bg1"/>
                </a:solidFill>
              </a:defRPr>
            </a:lvl1pPr>
          </a:lstStyle>
          <a:p>
            <a:r>
              <a:rPr lang="en-US"/>
              <a:t>NR2B timeline overview and deliverable plan</a:t>
            </a:r>
          </a:p>
        </p:txBody>
      </p:sp>
      <p:sp>
        <p:nvSpPr>
          <p:cNvPr id="5" name="Text Placeholder 8">
            <a:extLst>
              <a:ext uri="{FF2B5EF4-FFF2-40B4-BE49-F238E27FC236}">
                <a16:creationId xmlns:a16="http://schemas.microsoft.com/office/drawing/2014/main" id="{D866CAA2-63E1-6F81-7EFF-FDAEDBEBDB8A}"/>
              </a:ext>
              <a:ext uri="{C183D7F6-B498-43B3-948B-1728B52AA6E4}">
                <adec:decorative xmlns:adec="http://schemas.microsoft.com/office/drawing/2017/decorative" val="1"/>
              </a:ext>
            </a:extLst>
          </p:cNvPr>
          <p:cNvSpPr>
            <a:spLocks noGrp="1"/>
          </p:cNvSpPr>
          <p:nvPr>
            <p:ph type="body" sz="quarter" idx="31"/>
          </p:nvPr>
        </p:nvSpPr>
        <p:spPr bwMode="gray">
          <a:xfrm>
            <a:off x="10092439" y="6166800"/>
            <a:ext cx="1620000" cy="216000"/>
          </a:xfrm>
          <a:blipFill>
            <a:blip r:embed="rId4">
              <a:extLst>
                <a:ext uri="{96DAC541-7B7A-43D3-8B79-37D633B846F1}">
                  <asvg:svgBlip xmlns:asvg="http://schemas.microsoft.com/office/drawing/2016/SVG/main" r:embed="rId5"/>
                </a:ext>
              </a:extLst>
            </a:blip>
            <a:srcRect/>
            <a:stretch>
              <a:fillRect t="-1800" b="-1800"/>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6" name="Group 5">
            <a:extLst>
              <a:ext uri="{FF2B5EF4-FFF2-40B4-BE49-F238E27FC236}">
                <a16:creationId xmlns:a16="http://schemas.microsoft.com/office/drawing/2014/main" id="{28D32FED-547E-0BF1-8567-DB33A9EEAF18}"/>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2" name="TextBox 11">
              <a:extLst>
                <a:ext uri="{FF2B5EF4-FFF2-40B4-BE49-F238E27FC236}">
                  <a16:creationId xmlns:a16="http://schemas.microsoft.com/office/drawing/2014/main" id="{39404507-51EC-B961-42FB-56684AE6D086}"/>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3" name="Picture 12">
              <a:extLst>
                <a:ext uri="{FF2B5EF4-FFF2-40B4-BE49-F238E27FC236}">
                  <a16:creationId xmlns:a16="http://schemas.microsoft.com/office/drawing/2014/main" id="{D2A2DCDD-87D8-A4BF-7482-51B8E6D5DA42}"/>
                </a:ext>
              </a:extLst>
            </p:cNvPr>
            <p:cNvPicPr>
              <a:picLocks noChangeAspect="1"/>
            </p:cNvPicPr>
            <p:nvPr userDrawn="1"/>
          </p:nvPicPr>
          <p:blipFill rotWithShape="1">
            <a:blip r:embed="rId6"/>
            <a:srcRect l="8843" r="2395" b="2546"/>
            <a:stretch/>
          </p:blipFill>
          <p:spPr bwMode="gray">
            <a:xfrm>
              <a:off x="-1589806" y="4475212"/>
              <a:ext cx="745332" cy="1122804"/>
            </a:xfrm>
            <a:prstGeom prst="roundRect">
              <a:avLst>
                <a:gd name="adj" fmla="val 3514"/>
              </a:avLst>
            </a:prstGeom>
          </p:spPr>
        </p:pic>
        <p:sp>
          <p:nvSpPr>
            <p:cNvPr id="15" name="TextBox 14">
              <a:extLst>
                <a:ext uri="{FF2B5EF4-FFF2-40B4-BE49-F238E27FC236}">
                  <a16:creationId xmlns:a16="http://schemas.microsoft.com/office/drawing/2014/main" id="{065B591E-D8A0-EDFE-1511-0E54D26949F7}"/>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4279622424"/>
      </p:ext>
    </p:extLst>
  </p:cSld>
  <p:clrMapOvr>
    <a:masterClrMapping/>
  </p:clrMapOvr>
  <p:extLst>
    <p:ext uri="{DCECCB84-F9BA-43D5-87BE-67443E8EF086}">
      <p15:sldGuideLst xmlns:p15="http://schemas.microsoft.com/office/powerpoint/2012/main">
        <p15:guide id="1" orient="horz" pos="2682">
          <p15:clr>
            <a:srgbClr val="FBAE40"/>
          </p15:clr>
        </p15:guide>
        <p15:guide id="7" orient="horz" pos="2795">
          <p15:clr>
            <a:srgbClr val="FBAE40"/>
          </p15:clr>
        </p15:guide>
      </p15:sldGuideLst>
    </p:ext>
  </p:extLst>
</p:sldLayout>
</file>

<file path=ppt/slideLayouts/slideLayout304.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a:t>Add agenda title</a:t>
            </a:r>
          </a:p>
        </p:txBody>
      </p:sp>
      <p:sp>
        <p:nvSpPr>
          <p:cNvPr id="10" name="Textplatzhalter 9"/>
          <p:cNvSpPr>
            <a:spLocks noGrp="1"/>
          </p:cNvSpPr>
          <p:nvPr>
            <p:ph type="body" sz="quarter" idx="15" hasCustomPrompt="1"/>
          </p:nvPr>
        </p:nvSpPr>
        <p:spPr bwMode="gray">
          <a:xfrm>
            <a:off x="479424" y="1412876"/>
            <a:ext cx="11233151" cy="4537074"/>
          </a:xfrm>
        </p:spPr>
        <p:txBody>
          <a:bodyPr/>
          <a:lstStyle>
            <a:lvl1pPr marL="360000" indent="-360000">
              <a:spcBef>
                <a:spcPts val="1800"/>
              </a:spcBef>
              <a:buFont typeface="+mj-lt"/>
              <a:buAutoNum type="arabicPeriod"/>
              <a:defRPr sz="2000"/>
            </a:lvl1pPr>
            <a:lvl2pPr marL="540000" indent="-180000">
              <a:spcBef>
                <a:spcPts val="200"/>
              </a:spcBef>
              <a:spcAft>
                <a:spcPts val="200"/>
              </a:spcAft>
              <a:buFont typeface="Arial" panose="020B0604020202020204" pitchFamily="34" charset="0"/>
              <a:buChar char="•"/>
              <a:defRPr/>
            </a:lvl2pPr>
            <a:lvl3pPr marL="540000" indent="-180000">
              <a:spcBef>
                <a:spcPts val="200"/>
              </a:spcBef>
              <a:spcAft>
                <a:spcPts val="200"/>
              </a:spcAft>
              <a:buFont typeface="Arial" panose="020B0604020202020204" pitchFamily="34" charset="0"/>
              <a:buChar char="•"/>
              <a:defRPr/>
            </a:lvl3pPr>
            <a:lvl4pPr marL="540000" indent="-180000">
              <a:spcBef>
                <a:spcPts val="200"/>
              </a:spcBef>
              <a:spcAft>
                <a:spcPts val="200"/>
              </a:spcAft>
              <a:buFont typeface="Arial" panose="020B0604020202020204" pitchFamily="34" charset="0"/>
              <a:buChar char="•"/>
              <a:defRPr/>
            </a:lvl4pPr>
            <a:lvl5pPr marL="540000" indent="-180000">
              <a:spcBef>
                <a:spcPts val="200"/>
              </a:spcBef>
              <a:spcAft>
                <a:spcPts val="200"/>
              </a:spcAft>
              <a:buFont typeface="Arial" panose="020B0604020202020204" pitchFamily="34" charset="0"/>
              <a:buChar char="•"/>
              <a:defRPr sz="1600"/>
            </a:lvl5pPr>
            <a:lvl6pPr marL="540000" indent="-180000">
              <a:spcBef>
                <a:spcPts val="200"/>
              </a:spcBef>
              <a:spcAft>
                <a:spcPts val="200"/>
              </a:spcAft>
              <a:buFont typeface="Arial" panose="020B0604020202020204" pitchFamily="34" charset="0"/>
              <a:buChar char="•"/>
              <a:defRPr sz="1600"/>
            </a:lvl6pPr>
            <a:lvl7pPr marL="540000" indent="-180000">
              <a:spcBef>
                <a:spcPts val="200"/>
              </a:spcBef>
              <a:spcAft>
                <a:spcPts val="200"/>
              </a:spcAft>
              <a:buFont typeface="Arial" panose="020B0604020202020204" pitchFamily="34" charset="0"/>
              <a:buChar char="•"/>
              <a:defRPr sz="1600"/>
            </a:lvl7pPr>
            <a:lvl8pPr marL="540000" indent="-180000">
              <a:spcBef>
                <a:spcPts val="200"/>
              </a:spcBef>
              <a:spcAft>
                <a:spcPts val="200"/>
              </a:spcAft>
              <a:buFont typeface="Arial" panose="020B0604020202020204" pitchFamily="34" charset="0"/>
              <a:buChar char="•"/>
              <a:defRPr sz="1600"/>
            </a:lvl8pPr>
            <a:lvl9pPr marL="540000" indent="-180000">
              <a:spcBef>
                <a:spcPts val="200"/>
              </a:spcBef>
              <a:spcAft>
                <a:spcPts val="200"/>
              </a:spcAft>
              <a:buFont typeface="Arial" panose="020B0604020202020204" pitchFamily="34" charset="0"/>
              <a:buChar char="•"/>
              <a:defRPr sz="1600"/>
            </a:lvl9pPr>
          </a:lstStyle>
          <a:p>
            <a:pPr lvl="0"/>
            <a:r>
              <a:rPr lang="en-US"/>
              <a:t>Edit text by clicking. Use the "Increase/decrease list level" buttons on the Start tab to switch between the set up text levels.</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p>
            <a:r>
              <a:rPr lang="en-US"/>
              <a:t>NR2B timeline overview and deliverable plan</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3598300191"/>
      </p:ext>
    </p:extLst>
  </p:cSld>
  <p:clrMapOvr>
    <a:masterClrMapping/>
  </p:clrMapOvr>
</p:sldLayout>
</file>

<file path=ppt/slideLayouts/slideLayout305.xml><?xml version="1.0" encoding="utf-8"?>
<p:sldLayout xmlns:a="http://schemas.openxmlformats.org/drawingml/2006/main" xmlns:r="http://schemas.openxmlformats.org/officeDocument/2006/relationships" xmlns:p="http://schemas.openxmlformats.org/presentationml/2006/main" preserve="1" userDrawn="1">
  <p:cSld name="Agenda alternative">
    <p:bg bwMode="blackWhite">
      <p:bgPr>
        <a:solidFill>
          <a:schemeClr val="bg2"/>
        </a:solidFill>
        <a:effectLst/>
      </p:bgPr>
    </p:bg>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21F75BC8-F612-2B70-B801-672E4369F889}"/>
              </a:ext>
            </a:extLst>
          </p:cNvPr>
          <p:cNvSpPr>
            <a:spLocks noGrp="1"/>
          </p:cNvSpPr>
          <p:nvPr>
            <p:ph type="title" hasCustomPrompt="1"/>
          </p:nvPr>
        </p:nvSpPr>
        <p:spPr bwMode="gray"/>
        <p:txBody>
          <a:bodyPr/>
          <a:lstStyle>
            <a:lvl1pPr>
              <a:defRPr>
                <a:solidFill>
                  <a:schemeClr val="tx2"/>
                </a:solidFill>
              </a:defRPr>
            </a:lvl1pPr>
          </a:lstStyle>
          <a:p>
            <a:r>
              <a:rPr lang="en-US"/>
              <a:t>Add agenda title</a:t>
            </a:r>
          </a:p>
        </p:txBody>
      </p:sp>
      <p:sp>
        <p:nvSpPr>
          <p:cNvPr id="6" name="Fußzeilenplatzhalter 5">
            <a:extLst>
              <a:ext uri="{FF2B5EF4-FFF2-40B4-BE49-F238E27FC236}">
                <a16:creationId xmlns:a16="http://schemas.microsoft.com/office/drawing/2014/main" id="{BA817014-5BFC-469F-98F9-387F1D269363}"/>
              </a:ext>
            </a:extLst>
          </p:cNvPr>
          <p:cNvSpPr>
            <a:spLocks noGrp="1"/>
          </p:cNvSpPr>
          <p:nvPr>
            <p:ph type="ftr" sz="quarter" idx="16"/>
          </p:nvPr>
        </p:nvSpPr>
        <p:spPr bwMode="gray"/>
        <p:txBody>
          <a:bodyPr/>
          <a:lstStyle>
            <a:lvl1pPr>
              <a:defRPr>
                <a:solidFill>
                  <a:schemeClr val="bg1"/>
                </a:solidFill>
              </a:defRPr>
            </a:lvl1pPr>
          </a:lstStyle>
          <a:p>
            <a:r>
              <a:rPr lang="en-US"/>
              <a:t>NR2B timeline overview and deliverable plan</a:t>
            </a:r>
          </a:p>
        </p:txBody>
      </p:sp>
      <p:sp>
        <p:nvSpPr>
          <p:cNvPr id="7" name="Foliennummernplatzhalter 6">
            <a:extLst>
              <a:ext uri="{FF2B5EF4-FFF2-40B4-BE49-F238E27FC236}">
                <a16:creationId xmlns:a16="http://schemas.microsoft.com/office/drawing/2014/main" id="{BF4CBD4C-0F49-F57C-9B27-DEC864627EEC}"/>
              </a:ext>
            </a:extLst>
          </p:cNvPr>
          <p:cNvSpPr>
            <a:spLocks noGrp="1"/>
          </p:cNvSpPr>
          <p:nvPr>
            <p:ph type="sldNum" sz="quarter" idx="17"/>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5" name="Textplatzhalter 8">
            <a:extLst>
              <a:ext uri="{FF2B5EF4-FFF2-40B4-BE49-F238E27FC236}">
                <a16:creationId xmlns:a16="http://schemas.microsoft.com/office/drawing/2014/main" id="{4C4A6E80-CB53-4D72-1B7B-3500815C4B7B}"/>
              </a:ext>
            </a:extLst>
          </p:cNvPr>
          <p:cNvSpPr>
            <a:spLocks noGrp="1"/>
          </p:cNvSpPr>
          <p:nvPr>
            <p:ph type="body" sz="quarter" idx="48" hasCustomPrompt="1"/>
          </p:nvPr>
        </p:nvSpPr>
        <p:spPr bwMode="white">
          <a:xfrm>
            <a:off x="479480"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9" name="Textplatzhalter 8">
            <a:extLst>
              <a:ext uri="{FF2B5EF4-FFF2-40B4-BE49-F238E27FC236}">
                <a16:creationId xmlns:a16="http://schemas.microsoft.com/office/drawing/2014/main" id="{7E03331E-BAE6-FE9A-0655-4888C3038D4F}"/>
              </a:ext>
            </a:extLst>
          </p:cNvPr>
          <p:cNvSpPr>
            <a:spLocks noGrp="1"/>
          </p:cNvSpPr>
          <p:nvPr>
            <p:ph type="body" sz="quarter" idx="18" hasCustomPrompt="1"/>
          </p:nvPr>
        </p:nvSpPr>
        <p:spPr bwMode="gray">
          <a:xfrm>
            <a:off x="148571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26" name="Textplatzhalter 8">
            <a:extLst>
              <a:ext uri="{FF2B5EF4-FFF2-40B4-BE49-F238E27FC236}">
                <a16:creationId xmlns:a16="http://schemas.microsoft.com/office/drawing/2014/main" id="{54A84130-BB18-0BA4-1EE9-823C0DB98D2B}"/>
              </a:ext>
            </a:extLst>
          </p:cNvPr>
          <p:cNvSpPr>
            <a:spLocks noGrp="1"/>
          </p:cNvSpPr>
          <p:nvPr>
            <p:ph type="body" sz="quarter" idx="30" hasCustomPrompt="1"/>
          </p:nvPr>
        </p:nvSpPr>
        <p:spPr bwMode="white">
          <a:xfrm>
            <a:off x="479480"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7" name="Textplatzhalter 8">
            <a:extLst>
              <a:ext uri="{FF2B5EF4-FFF2-40B4-BE49-F238E27FC236}">
                <a16:creationId xmlns:a16="http://schemas.microsoft.com/office/drawing/2014/main" id="{208F9C79-09A7-4EEA-9FFB-C9B3089CC82C}"/>
              </a:ext>
            </a:extLst>
          </p:cNvPr>
          <p:cNvSpPr>
            <a:spLocks noGrp="1"/>
          </p:cNvSpPr>
          <p:nvPr>
            <p:ph type="body" sz="quarter" idx="31" hasCustomPrompt="1"/>
          </p:nvPr>
        </p:nvSpPr>
        <p:spPr bwMode="white">
          <a:xfrm>
            <a:off x="479376"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8" name="Textplatzhalter 8">
            <a:extLst>
              <a:ext uri="{FF2B5EF4-FFF2-40B4-BE49-F238E27FC236}">
                <a16:creationId xmlns:a16="http://schemas.microsoft.com/office/drawing/2014/main" id="{07B81727-F8CD-3444-26FB-0954D4A41441}"/>
              </a:ext>
            </a:extLst>
          </p:cNvPr>
          <p:cNvSpPr>
            <a:spLocks noGrp="1"/>
          </p:cNvSpPr>
          <p:nvPr>
            <p:ph type="body" sz="quarter" idx="32" hasCustomPrompt="1"/>
          </p:nvPr>
        </p:nvSpPr>
        <p:spPr bwMode="white">
          <a:xfrm>
            <a:off x="479376"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0" name="Textplatzhalter 8">
            <a:extLst>
              <a:ext uri="{FF2B5EF4-FFF2-40B4-BE49-F238E27FC236}">
                <a16:creationId xmlns:a16="http://schemas.microsoft.com/office/drawing/2014/main" id="{176E8A7C-F934-3053-3346-B9C0DDCB28B0}"/>
              </a:ext>
            </a:extLst>
          </p:cNvPr>
          <p:cNvSpPr>
            <a:spLocks noGrp="1"/>
          </p:cNvSpPr>
          <p:nvPr>
            <p:ph type="body" sz="quarter" idx="34" hasCustomPrompt="1"/>
          </p:nvPr>
        </p:nvSpPr>
        <p:spPr bwMode="white">
          <a:xfrm>
            <a:off x="6252635" y="1412776"/>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4" name="Textplatzhalter 8">
            <a:extLst>
              <a:ext uri="{FF2B5EF4-FFF2-40B4-BE49-F238E27FC236}">
                <a16:creationId xmlns:a16="http://schemas.microsoft.com/office/drawing/2014/main" id="{6F35D68B-9EA2-1F5E-DBD3-B9F93C1D90B9}"/>
              </a:ext>
            </a:extLst>
          </p:cNvPr>
          <p:cNvSpPr>
            <a:spLocks noGrp="1"/>
          </p:cNvSpPr>
          <p:nvPr>
            <p:ph type="body" sz="quarter" idx="38" hasCustomPrompt="1"/>
          </p:nvPr>
        </p:nvSpPr>
        <p:spPr bwMode="white">
          <a:xfrm>
            <a:off x="6252531" y="2529950"/>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5" name="Textplatzhalter 8">
            <a:extLst>
              <a:ext uri="{FF2B5EF4-FFF2-40B4-BE49-F238E27FC236}">
                <a16:creationId xmlns:a16="http://schemas.microsoft.com/office/drawing/2014/main" id="{C0AE24B1-32EB-BCA7-7B48-261B6399A0A5}"/>
              </a:ext>
            </a:extLst>
          </p:cNvPr>
          <p:cNvSpPr>
            <a:spLocks noGrp="1"/>
          </p:cNvSpPr>
          <p:nvPr>
            <p:ph type="body" sz="quarter" idx="39" hasCustomPrompt="1"/>
          </p:nvPr>
        </p:nvSpPr>
        <p:spPr bwMode="white">
          <a:xfrm>
            <a:off x="6252427" y="3646074"/>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36" name="Textplatzhalter 8">
            <a:extLst>
              <a:ext uri="{FF2B5EF4-FFF2-40B4-BE49-F238E27FC236}">
                <a16:creationId xmlns:a16="http://schemas.microsoft.com/office/drawing/2014/main" id="{A942C4DD-370F-53DC-9980-04DA927CBB92}"/>
              </a:ext>
            </a:extLst>
          </p:cNvPr>
          <p:cNvSpPr>
            <a:spLocks noGrp="1"/>
          </p:cNvSpPr>
          <p:nvPr>
            <p:ph type="body" sz="quarter" idx="40" hasCustomPrompt="1"/>
          </p:nvPr>
        </p:nvSpPr>
        <p:spPr bwMode="white">
          <a:xfrm>
            <a:off x="6252427" y="4762198"/>
            <a:ext cx="792000" cy="540000"/>
          </a:xfrm>
          <a:solidFill>
            <a:schemeClr val="bg2"/>
          </a:solidFill>
          <a:effectLst/>
        </p:spPr>
        <p:txBody>
          <a:bodyPr wrap="none" rIns="0" bIns="72000" anchor="ctr" anchorCtr="0"/>
          <a:lstStyle>
            <a:lvl1pPr marL="0" indent="0" algn="l">
              <a:buFontTx/>
              <a:buNone/>
              <a:defRPr sz="4400" b="1">
                <a:solidFill>
                  <a:schemeClr val="tx2"/>
                </a:solidFill>
                <a:latin typeface="+mj-lt"/>
              </a:defRPr>
            </a:lvl1pPr>
            <a:lvl2pPr marL="0" indent="0">
              <a:buFontTx/>
              <a:buNone/>
              <a:defRPr sz="4400" b="1">
                <a:solidFill>
                  <a:schemeClr val="tx2"/>
                </a:solidFill>
                <a:latin typeface="+mj-lt"/>
              </a:defRPr>
            </a:lvl2pPr>
            <a:lvl3pPr marL="0" indent="0">
              <a:buFontTx/>
              <a:buNone/>
              <a:defRPr sz="4400" b="1">
                <a:solidFill>
                  <a:schemeClr val="tx2"/>
                </a:solidFill>
                <a:latin typeface="+mj-lt"/>
              </a:defRPr>
            </a:lvl3pPr>
            <a:lvl4pPr marL="0" indent="0">
              <a:buFontTx/>
              <a:buNone/>
              <a:defRPr sz="4400" b="1">
                <a:solidFill>
                  <a:schemeClr val="tx2"/>
                </a:solidFill>
                <a:latin typeface="+mj-lt"/>
              </a:defRPr>
            </a:lvl4pPr>
            <a:lvl5pPr marL="0" indent="0">
              <a:buFontTx/>
              <a:buNone/>
              <a:defRPr sz="4400" b="1">
                <a:solidFill>
                  <a:schemeClr val="tx2"/>
                </a:solidFill>
                <a:latin typeface="+mj-lt"/>
              </a:defRPr>
            </a:lvl5pPr>
            <a:lvl6pPr marL="0" indent="0">
              <a:buFontTx/>
              <a:buNone/>
              <a:defRPr sz="4400" b="1">
                <a:solidFill>
                  <a:schemeClr val="tx2"/>
                </a:solidFill>
                <a:latin typeface="+mj-lt"/>
              </a:defRPr>
            </a:lvl6pPr>
            <a:lvl7pPr marL="0" indent="0">
              <a:buFontTx/>
              <a:buNone/>
              <a:defRPr sz="4400" b="1">
                <a:solidFill>
                  <a:schemeClr val="tx2"/>
                </a:solidFill>
                <a:latin typeface="+mj-lt"/>
              </a:defRPr>
            </a:lvl7pPr>
            <a:lvl8pPr marL="0" indent="0">
              <a:buFontTx/>
              <a:buNone/>
              <a:defRPr sz="4400" b="1">
                <a:solidFill>
                  <a:schemeClr val="tx2"/>
                </a:solidFill>
                <a:latin typeface="+mj-lt"/>
              </a:defRPr>
            </a:lvl8pPr>
            <a:lvl9pPr marL="0" indent="0">
              <a:buFontTx/>
              <a:buNone/>
              <a:defRPr sz="4400" b="1">
                <a:solidFill>
                  <a:schemeClr val="tx2"/>
                </a:solidFill>
                <a:latin typeface="+mj-lt"/>
              </a:defRPr>
            </a:lvl9pPr>
          </a:lstStyle>
          <a:p>
            <a:pPr lvl="0"/>
            <a:r>
              <a:rPr lang="en-US"/>
              <a:t>00</a:t>
            </a:r>
          </a:p>
        </p:txBody>
      </p:sp>
      <p:sp>
        <p:nvSpPr>
          <p:cNvPr id="2" name="Textplatzhalter 8">
            <a:extLst>
              <a:ext uri="{FF2B5EF4-FFF2-40B4-BE49-F238E27FC236}">
                <a16:creationId xmlns:a16="http://schemas.microsoft.com/office/drawing/2014/main" id="{FE96CCAE-DEB1-05B2-23F4-80296F42DC33}"/>
              </a:ext>
            </a:extLst>
          </p:cNvPr>
          <p:cNvSpPr>
            <a:spLocks noGrp="1"/>
          </p:cNvSpPr>
          <p:nvPr>
            <p:ph type="body" sz="quarter" idx="41" hasCustomPrompt="1"/>
          </p:nvPr>
        </p:nvSpPr>
        <p:spPr bwMode="gray">
          <a:xfrm>
            <a:off x="148571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3" name="Textplatzhalter 8">
            <a:extLst>
              <a:ext uri="{FF2B5EF4-FFF2-40B4-BE49-F238E27FC236}">
                <a16:creationId xmlns:a16="http://schemas.microsoft.com/office/drawing/2014/main" id="{A507323D-32FF-D21E-0B11-BE50DD3C09B2}"/>
              </a:ext>
            </a:extLst>
          </p:cNvPr>
          <p:cNvSpPr>
            <a:spLocks noGrp="1"/>
          </p:cNvSpPr>
          <p:nvPr>
            <p:ph type="body" sz="quarter" idx="42" hasCustomPrompt="1"/>
          </p:nvPr>
        </p:nvSpPr>
        <p:spPr bwMode="gray">
          <a:xfrm>
            <a:off x="148571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8" name="Textplatzhalter 8">
            <a:extLst>
              <a:ext uri="{FF2B5EF4-FFF2-40B4-BE49-F238E27FC236}">
                <a16:creationId xmlns:a16="http://schemas.microsoft.com/office/drawing/2014/main" id="{7E31A785-5524-76BF-9060-B6AA5B0F30E7}"/>
              </a:ext>
            </a:extLst>
          </p:cNvPr>
          <p:cNvSpPr>
            <a:spLocks noGrp="1"/>
          </p:cNvSpPr>
          <p:nvPr>
            <p:ph type="body" sz="quarter" idx="43" hasCustomPrompt="1"/>
          </p:nvPr>
        </p:nvSpPr>
        <p:spPr bwMode="gray">
          <a:xfrm>
            <a:off x="148571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0" name="Textplatzhalter 8">
            <a:extLst>
              <a:ext uri="{FF2B5EF4-FFF2-40B4-BE49-F238E27FC236}">
                <a16:creationId xmlns:a16="http://schemas.microsoft.com/office/drawing/2014/main" id="{EFEA4E51-2FA4-4753-1997-132CFAA3ED77}"/>
              </a:ext>
            </a:extLst>
          </p:cNvPr>
          <p:cNvSpPr>
            <a:spLocks noGrp="1"/>
          </p:cNvSpPr>
          <p:nvPr>
            <p:ph type="body" sz="quarter" idx="44" hasCustomPrompt="1"/>
          </p:nvPr>
        </p:nvSpPr>
        <p:spPr bwMode="gray">
          <a:xfrm>
            <a:off x="7248624" y="1412776"/>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2" name="Textplatzhalter 8">
            <a:extLst>
              <a:ext uri="{FF2B5EF4-FFF2-40B4-BE49-F238E27FC236}">
                <a16:creationId xmlns:a16="http://schemas.microsoft.com/office/drawing/2014/main" id="{AB9A186C-679D-438B-04CB-003052B11225}"/>
              </a:ext>
            </a:extLst>
          </p:cNvPr>
          <p:cNvSpPr>
            <a:spLocks noGrp="1"/>
          </p:cNvSpPr>
          <p:nvPr>
            <p:ph type="body" sz="quarter" idx="45" hasCustomPrompt="1"/>
          </p:nvPr>
        </p:nvSpPr>
        <p:spPr bwMode="gray">
          <a:xfrm>
            <a:off x="7248624" y="252931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3" name="Textplatzhalter 8">
            <a:extLst>
              <a:ext uri="{FF2B5EF4-FFF2-40B4-BE49-F238E27FC236}">
                <a16:creationId xmlns:a16="http://schemas.microsoft.com/office/drawing/2014/main" id="{5442791C-C3FF-9B10-DCFF-2C95FAD1ACA5}"/>
              </a:ext>
            </a:extLst>
          </p:cNvPr>
          <p:cNvSpPr>
            <a:spLocks noGrp="1"/>
          </p:cNvSpPr>
          <p:nvPr>
            <p:ph type="body" sz="quarter" idx="46" hasCustomPrompt="1"/>
          </p:nvPr>
        </p:nvSpPr>
        <p:spPr bwMode="gray">
          <a:xfrm>
            <a:off x="7248624" y="3645279"/>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sp>
        <p:nvSpPr>
          <p:cNvPr id="14" name="Textplatzhalter 8">
            <a:extLst>
              <a:ext uri="{FF2B5EF4-FFF2-40B4-BE49-F238E27FC236}">
                <a16:creationId xmlns:a16="http://schemas.microsoft.com/office/drawing/2014/main" id="{0EB776AE-0143-C85F-03FB-98448F3729D0}"/>
              </a:ext>
            </a:extLst>
          </p:cNvPr>
          <p:cNvSpPr>
            <a:spLocks noGrp="1"/>
          </p:cNvSpPr>
          <p:nvPr>
            <p:ph type="body" sz="quarter" idx="47" hasCustomPrompt="1"/>
          </p:nvPr>
        </p:nvSpPr>
        <p:spPr bwMode="gray">
          <a:xfrm>
            <a:off x="7248624" y="4761244"/>
            <a:ext cx="4464000" cy="864000"/>
          </a:xfrm>
        </p:spPr>
        <p:txBody>
          <a:bodyPr/>
          <a:lstStyle>
            <a:lvl1pPr marL="0" indent="0">
              <a:spcAft>
                <a:spcPts val="0"/>
              </a:spcAft>
              <a:buFontTx/>
              <a:buNone/>
              <a:defRPr sz="1600" b="1">
                <a:solidFill>
                  <a:schemeClr val="bg1"/>
                </a:solidFill>
              </a:defRPr>
            </a:lvl1pPr>
            <a:lvl2pPr marL="0" indent="0">
              <a:spcAft>
                <a:spcPts val="0"/>
              </a:spcAft>
              <a:buFontTx/>
              <a:buNone/>
              <a:defRPr sz="1600">
                <a:solidFill>
                  <a:schemeClr val="bg1"/>
                </a:solidFill>
              </a:defRPr>
            </a:lvl2pPr>
            <a:lvl3pPr marL="0" indent="0">
              <a:spcAft>
                <a:spcPts val="0"/>
              </a:spcAft>
              <a:buFontTx/>
              <a:buNone/>
              <a:defRPr sz="1600">
                <a:solidFill>
                  <a:schemeClr val="bg1"/>
                </a:solidFill>
              </a:defRPr>
            </a:lvl3pPr>
            <a:lvl4pPr marL="0" indent="0">
              <a:spcAft>
                <a:spcPts val="0"/>
              </a:spcAft>
              <a:buFontTx/>
              <a:buNone/>
              <a:defRPr sz="1600">
                <a:solidFill>
                  <a:schemeClr val="bg1"/>
                </a:solidFill>
              </a:defRPr>
            </a:lvl4pPr>
            <a:lvl5pPr marL="0" indent="0">
              <a:spcAft>
                <a:spcPts val="0"/>
              </a:spcAft>
              <a:buFontTx/>
              <a:buNone/>
              <a:defRPr sz="1600">
                <a:solidFill>
                  <a:schemeClr val="bg1"/>
                </a:solidFill>
              </a:defRPr>
            </a:lvl5pPr>
            <a:lvl6pPr marL="0" indent="0">
              <a:spcAft>
                <a:spcPts val="0"/>
              </a:spcAft>
              <a:buFontTx/>
              <a:buNone/>
              <a:defRPr sz="1600">
                <a:solidFill>
                  <a:schemeClr val="bg1"/>
                </a:solidFill>
              </a:defRPr>
            </a:lvl6pPr>
            <a:lvl7pPr marL="0" indent="0">
              <a:spcAft>
                <a:spcPts val="0"/>
              </a:spcAft>
              <a:buFontTx/>
              <a:buNone/>
              <a:defRPr sz="1600">
                <a:solidFill>
                  <a:schemeClr val="bg1"/>
                </a:solidFill>
              </a:defRPr>
            </a:lvl7pPr>
            <a:lvl8pPr marL="0" indent="0">
              <a:spcAft>
                <a:spcPts val="0"/>
              </a:spcAft>
              <a:buFontTx/>
              <a:buNone/>
              <a:defRPr sz="1600">
                <a:solidFill>
                  <a:schemeClr val="bg1"/>
                </a:solidFill>
              </a:defRPr>
            </a:lvl8pPr>
            <a:lvl9pPr marL="0" indent="0">
              <a:spcAft>
                <a:spcPts val="0"/>
              </a:spcAft>
              <a:buFontTx/>
              <a:buNone/>
              <a:defRPr sz="1600">
                <a:solidFill>
                  <a:schemeClr val="bg1"/>
                </a:solidFill>
              </a:defRPr>
            </a:lvl9pPr>
          </a:lstStyle>
          <a:p>
            <a:pPr lvl="0"/>
            <a:r>
              <a:rPr lang="en-US"/>
              <a:t>First level</a:t>
            </a:r>
          </a:p>
          <a:p>
            <a:pPr lvl="1"/>
            <a:r>
              <a:rPr lang="en-US"/>
              <a:t>Second level</a:t>
            </a:r>
          </a:p>
        </p:txBody>
      </p:sp>
      <p:pic>
        <p:nvPicPr>
          <p:cNvPr id="4" name="Grafik 3">
            <a:extLst>
              <a:ext uri="{FF2B5EF4-FFF2-40B4-BE49-F238E27FC236}">
                <a16:creationId xmlns:a16="http://schemas.microsoft.com/office/drawing/2014/main" id="{6FF19CC3-3A21-2383-F22A-797AA780005E}"/>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123268087"/>
      </p:ext>
    </p:extLst>
  </p:cSld>
  <p:clrMapOvr>
    <a:masterClrMapping/>
  </p:clrMapOvr>
  <p:extLst>
    <p:ext uri="{DCECCB84-F9BA-43D5-87BE-67443E8EF086}">
      <p15:sldGuideLst xmlns:p15="http://schemas.microsoft.com/office/powerpoint/2012/main">
        <p15:guide id="3" pos="3749">
          <p15:clr>
            <a:srgbClr val="FBAE40"/>
          </p15:clr>
        </p15:guide>
        <p15:guide id="5" pos="3931">
          <p15:clr>
            <a:srgbClr val="FBAE40"/>
          </p15:clr>
        </p15:guide>
      </p15:sldGuideLst>
    </p:ext>
  </p:extLst>
</p:sldLayout>
</file>

<file path=ppt/slideLayouts/slideLayout306.xml><?xml version="1.0" encoding="utf-8"?>
<p:sldLayout xmlns:a="http://schemas.openxmlformats.org/drawingml/2006/main" xmlns:r="http://schemas.openxmlformats.org/officeDocument/2006/relationships" xmlns:p="http://schemas.openxmlformats.org/presentationml/2006/main" preserve="1" userDrawn="1">
  <p:cSld name="Chapter divider (1)">
    <p:bg>
      <p:bgPr>
        <a:solidFill>
          <a:schemeClr val="tx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bg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2"/>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2"/>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4769088E-E8C5-EC8B-3FB8-5430FCA3DC4B}"/>
              </a:ext>
            </a:extLst>
          </p:cNvPr>
          <p:cNvSpPr>
            <a:spLocks noGrp="1"/>
          </p:cNvSpPr>
          <p:nvPr>
            <p:ph type="ftr" sz="quarter" idx="19"/>
          </p:nvPr>
        </p:nvSpPr>
        <p:spPr bwMode="gray"/>
        <p:txBody>
          <a:bodyPr/>
          <a:lstStyle/>
          <a:p>
            <a:r>
              <a:rPr lang="en-US"/>
              <a:t>NR2B timeline overview and deliverable plan</a:t>
            </a:r>
          </a:p>
        </p:txBody>
      </p:sp>
    </p:spTree>
    <p:extLst>
      <p:ext uri="{BB962C8B-B14F-4D97-AF65-F5344CB8AC3E}">
        <p14:creationId xmlns:p14="http://schemas.microsoft.com/office/powerpoint/2010/main" val="2595593732"/>
      </p:ext>
    </p:extLst>
  </p:cSld>
  <p:clrMapOvr>
    <a:masterClrMapping/>
  </p:clrMapOvr>
  <p:extLst>
    <p:ext uri="{DCECCB84-F9BA-43D5-87BE-67443E8EF086}">
      <p15:sldGuideLst xmlns:p15="http://schemas.microsoft.com/office/powerpoint/2012/main">
        <p15:guide id="1" orient="horz" pos="2024">
          <p15:clr>
            <a:srgbClr val="FBAE40"/>
          </p15:clr>
        </p15:guide>
        <p15:guide id="2" orient="horz" pos="2251">
          <p15:clr>
            <a:srgbClr val="FBAE40"/>
          </p15:clr>
        </p15:guide>
      </p15:sldGuideLst>
    </p:ext>
  </p:extLst>
</p:sldLayout>
</file>

<file path=ppt/slideLayouts/slideLayout307.xml><?xml version="1.0" encoding="utf-8"?>
<p:sldLayout xmlns:a="http://schemas.openxmlformats.org/drawingml/2006/main" xmlns:r="http://schemas.openxmlformats.org/officeDocument/2006/relationships" xmlns:p="http://schemas.openxmlformats.org/presentationml/2006/main" preserve="1" userDrawn="1">
  <p:cSld name="Chapter divider (2)">
    <p:bg>
      <p:bgPr>
        <a:solidFill>
          <a:schemeClr val="bg2"/>
        </a:solidFill>
        <a:effectLst/>
      </p:bgPr>
    </p:bg>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a:xfrm>
            <a:off x="479424" y="1412874"/>
            <a:ext cx="7632701"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7632701"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4" name="Grafik 3">
            <a:extLst>
              <a:ext uri="{FF2B5EF4-FFF2-40B4-BE49-F238E27FC236}">
                <a16:creationId xmlns:a16="http://schemas.microsoft.com/office/drawing/2014/main" id="{7E3CE082-8BE8-42AC-F40F-87B704B7B141}"/>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8" name="Fußzeilenplatzhalter 7">
            <a:extLst>
              <a:ext uri="{FF2B5EF4-FFF2-40B4-BE49-F238E27FC236}">
                <a16:creationId xmlns:a16="http://schemas.microsoft.com/office/drawing/2014/main" id="{C09303A1-9EA9-72D7-63F5-E6B6F685FAE0}"/>
              </a:ext>
            </a:extLst>
          </p:cNvPr>
          <p:cNvSpPr>
            <a:spLocks noGrp="1"/>
          </p:cNvSpPr>
          <p:nvPr>
            <p:ph type="ftr" sz="quarter" idx="19"/>
          </p:nvPr>
        </p:nvSpPr>
        <p:spPr bwMode="gray"/>
        <p:txBody>
          <a:bodyPr/>
          <a:lstStyle>
            <a:lvl1pPr>
              <a:defRPr>
                <a:solidFill>
                  <a:schemeClr val="bg1"/>
                </a:solidFill>
              </a:defRPr>
            </a:lvl1pPr>
          </a:lstStyle>
          <a:p>
            <a:r>
              <a:rPr lang="en-US"/>
              <a:t>NR2B timeline overview and deliverable plan</a:t>
            </a:r>
          </a:p>
        </p:txBody>
      </p:sp>
    </p:spTree>
    <p:extLst>
      <p:ext uri="{BB962C8B-B14F-4D97-AF65-F5344CB8AC3E}">
        <p14:creationId xmlns:p14="http://schemas.microsoft.com/office/powerpoint/2010/main" val="3222793185"/>
      </p:ext>
    </p:extLst>
  </p:cSld>
  <p:clrMapOvr>
    <a:masterClrMapping/>
  </p:clrMapOvr>
  <p:extLst>
    <p:ext uri="{DCECCB84-F9BA-43D5-87BE-67443E8EF086}">
      <p15:sldGuideLst xmlns:p15="http://schemas.microsoft.com/office/powerpoint/2012/main">
        <p15:guide id="3" orient="horz" pos="2024">
          <p15:clr>
            <a:srgbClr val="FBAE40"/>
          </p15:clr>
        </p15:guide>
        <p15:guide id="4" orient="horz" pos="2251">
          <p15:clr>
            <a:srgbClr val="FBAE40"/>
          </p15:clr>
        </p15:guide>
      </p15:sldGuideLst>
    </p:ext>
  </p:extLst>
</p:sldLayout>
</file>

<file path=ppt/slideLayouts/slideLayout308.xml><?xml version="1.0" encoding="utf-8"?>
<p:sldLayout xmlns:a="http://schemas.openxmlformats.org/drawingml/2006/main" xmlns:r="http://schemas.openxmlformats.org/officeDocument/2006/relationships" xmlns:p="http://schemas.openxmlformats.org/presentationml/2006/main" preserve="1" userDrawn="1">
  <p:cSld name="Chapter divider (image)">
    <p:bg>
      <p:bgPr>
        <a:solidFill>
          <a:schemeClr val="bg2"/>
        </a:solidFill>
        <a:effectLst/>
      </p:bgPr>
    </p:bg>
    <p:spTree>
      <p:nvGrpSpPr>
        <p:cNvPr id="1" name=""/>
        <p:cNvGrpSpPr/>
        <p:nvPr/>
      </p:nvGrpSpPr>
      <p:grpSpPr>
        <a:xfrm>
          <a:off x="0" y="0"/>
          <a:ext cx="0" cy="0"/>
          <a:chOff x="0" y="0"/>
          <a:chExt cx="0" cy="0"/>
        </a:xfrm>
      </p:grpSpPr>
      <p:sp>
        <p:nvSpPr>
          <p:cNvPr id="8" name="Bildplatzhalter 10">
            <a:extLst>
              <a:ext uri="{FF2B5EF4-FFF2-40B4-BE49-F238E27FC236}">
                <a16:creationId xmlns:a16="http://schemas.microsoft.com/office/drawing/2014/main" id="{47C26184-1D1B-92B8-25CF-5F2442C1A0BD}"/>
              </a:ext>
            </a:extLst>
          </p:cNvPr>
          <p:cNvSpPr>
            <a:spLocks noGrp="1"/>
          </p:cNvSpPr>
          <p:nvPr>
            <p:ph type="pic" sz="quarter" idx="10" hasCustomPrompt="1"/>
          </p:nvPr>
        </p:nvSpPr>
        <p:spPr bwMode="gray">
          <a:xfrm>
            <a:off x="6096000" y="0"/>
            <a:ext cx="6096000"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2" name="Titel 1"/>
          <p:cNvSpPr>
            <a:spLocks noGrp="1"/>
          </p:cNvSpPr>
          <p:nvPr>
            <p:ph type="title" hasCustomPrompt="1"/>
          </p:nvPr>
        </p:nvSpPr>
        <p:spPr bwMode="gray">
          <a:xfrm>
            <a:off x="479424" y="1412874"/>
            <a:ext cx="5329239" cy="1799861"/>
          </a:xfrm>
        </p:spPr>
        <p:txBody>
          <a:bodyPr anchor="b"/>
          <a:lstStyle>
            <a:lvl1pPr>
              <a:defRPr sz="4000">
                <a:solidFill>
                  <a:schemeClr val="tx2"/>
                </a:solidFill>
              </a:defRPr>
            </a:lvl1pPr>
          </a:lstStyle>
          <a:p>
            <a:r>
              <a:rPr lang="en-US"/>
              <a:t>Name of the current chapter</a:t>
            </a:r>
          </a:p>
        </p:txBody>
      </p:sp>
      <p:sp>
        <p:nvSpPr>
          <p:cNvPr id="9" name="Untertitel 2">
            <a:extLst>
              <a:ext uri="{FF2B5EF4-FFF2-40B4-BE49-F238E27FC236}">
                <a16:creationId xmlns:a16="http://schemas.microsoft.com/office/drawing/2014/main" id="{CB53F2D2-D116-44C8-A3EF-21A6F6DBA4E3}"/>
              </a:ext>
            </a:extLst>
          </p:cNvPr>
          <p:cNvSpPr>
            <a:spLocks noGrp="1"/>
          </p:cNvSpPr>
          <p:nvPr>
            <p:ph type="subTitle" idx="14" hasCustomPrompt="1"/>
          </p:nvPr>
        </p:nvSpPr>
        <p:spPr bwMode="gray">
          <a:xfrm>
            <a:off x="479424" y="3573016"/>
            <a:ext cx="5329239" cy="792088"/>
          </a:xfrm>
        </p:spPr>
        <p:txBody>
          <a:bodyPr/>
          <a:lstStyle>
            <a:lvl1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1pPr>
            <a:lvl2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2pPr>
            <a:lvl3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3pPr>
            <a:lvl4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4pPr>
            <a:lvl5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5pPr>
            <a:lvl6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6pPr>
            <a:lvl7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7pPr>
            <a:lvl8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8pPr>
            <a:lvl9pPr marL="0" indent="0" algn="l">
              <a:lnSpc>
                <a:spcPct val="140000"/>
              </a:lnSpc>
              <a:spcBef>
                <a:spcPts val="0"/>
              </a:spcBef>
              <a:spcAft>
                <a:spcPts val="0"/>
              </a:spcAft>
              <a:buFont typeface="Arial" panose="020B0604020202020204" pitchFamily="34" charset="0"/>
              <a:buNone/>
              <a:defRPr sz="1600" b="0">
                <a:solidFill>
                  <a:schemeClr val="bg1"/>
                </a:solidFill>
                <a:latin typeface="+mn-lt"/>
              </a:defRPr>
            </a:lvl9pPr>
          </a:lstStyle>
          <a:p>
            <a:r>
              <a:rPr lang="en-US"/>
              <a:t>Optional short description</a:t>
            </a:r>
          </a:p>
        </p:txBody>
      </p:sp>
      <p:sp>
        <p:nvSpPr>
          <p:cNvPr id="7" name="Foliennummernplatzhalter 6">
            <a:extLst>
              <a:ext uri="{FF2B5EF4-FFF2-40B4-BE49-F238E27FC236}">
                <a16:creationId xmlns:a16="http://schemas.microsoft.com/office/drawing/2014/main" id="{8EAAE6E7-1373-8040-C96B-B3A08A84CE2A}"/>
              </a:ext>
            </a:extLst>
          </p:cNvPr>
          <p:cNvSpPr>
            <a:spLocks noGrp="1"/>
          </p:cNvSpPr>
          <p:nvPr>
            <p:ph type="sldNum" sz="quarter" idx="16"/>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5" name="Grafik 4">
            <a:extLst>
              <a:ext uri="{FF2B5EF4-FFF2-40B4-BE49-F238E27FC236}">
                <a16:creationId xmlns:a16="http://schemas.microsoft.com/office/drawing/2014/main" id="{EE7772F2-FA6E-58A9-9E00-5407C4C6D9D5}"/>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12" name="Fußzeilenplatzhalter 11">
            <a:extLst>
              <a:ext uri="{FF2B5EF4-FFF2-40B4-BE49-F238E27FC236}">
                <a16:creationId xmlns:a16="http://schemas.microsoft.com/office/drawing/2014/main" id="{0118AE22-AF85-0585-B755-09D18B404308}"/>
              </a:ext>
            </a:extLst>
          </p:cNvPr>
          <p:cNvSpPr>
            <a:spLocks noGrp="1"/>
          </p:cNvSpPr>
          <p:nvPr>
            <p:ph type="ftr" sz="quarter" idx="19"/>
          </p:nvPr>
        </p:nvSpPr>
        <p:spPr bwMode="gray"/>
        <p:txBody>
          <a:bodyPr/>
          <a:lstStyle>
            <a:lvl1pPr>
              <a:defRPr>
                <a:solidFill>
                  <a:schemeClr val="bg1"/>
                </a:solidFill>
              </a:defRPr>
            </a:lvl1pPr>
          </a:lstStyle>
          <a:p>
            <a:r>
              <a:rPr lang="en-US"/>
              <a:t>NR2B timeline overview and deliverable plan</a:t>
            </a:r>
          </a:p>
        </p:txBody>
      </p:sp>
      <p:grpSp>
        <p:nvGrpSpPr>
          <p:cNvPr id="16" name="Group 15">
            <a:extLst>
              <a:ext uri="{FF2B5EF4-FFF2-40B4-BE49-F238E27FC236}">
                <a16:creationId xmlns:a16="http://schemas.microsoft.com/office/drawing/2014/main" id="{D2D34356-34F3-1E89-4AAB-FD152C5E05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D4B81AAF-FF1D-EDCE-0A83-D65DAC7945B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B75A2EF2-D131-D1B0-F40E-2A5462A47C5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1D861B26-9995-6295-D8D1-F6113B2A85D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61129832"/>
      </p:ext>
    </p:extLst>
  </p:cSld>
  <p:clrMapOvr>
    <a:masterClrMapping/>
  </p:clrMapOvr>
  <p:extLst>
    <p:ext uri="{DCECCB84-F9BA-43D5-87BE-67443E8EF086}">
      <p15:sldGuideLst xmlns:p15="http://schemas.microsoft.com/office/powerpoint/2012/main">
        <p15:guide id="1" pos="3840">
          <p15:clr>
            <a:srgbClr val="FBAE40"/>
          </p15:clr>
        </p15:guide>
        <p15:guide id="2" orient="horz" pos="2024">
          <p15:clr>
            <a:srgbClr val="FBAE40"/>
          </p15:clr>
        </p15:guide>
        <p15:guide id="3" orient="horz" pos="2251">
          <p15:clr>
            <a:srgbClr val="FBAE40"/>
          </p15:clr>
        </p15:guide>
      </p15:sldGuideLst>
    </p:ext>
  </p:extLst>
</p:sldLayout>
</file>

<file path=ppt/slideLayouts/slideLayout309.xml><?xml version="1.0" encoding="utf-8"?>
<p:sldLayout xmlns:a="http://schemas.openxmlformats.org/drawingml/2006/main" xmlns:r="http://schemas.openxmlformats.org/officeDocument/2006/relationships" xmlns:p="http://schemas.openxmlformats.org/presentationml/2006/main" preserve="1" userDrawn="1">
  <p:cSld name="One content">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a:t>Add  title of the slide</a:t>
            </a:r>
          </a:p>
        </p:txBody>
      </p:sp>
      <p:sp>
        <p:nvSpPr>
          <p:cNvPr id="3" name="Inhaltsplatzhalter 2"/>
          <p:cNvSpPr>
            <a:spLocks noGrp="1"/>
          </p:cNvSpPr>
          <p:nvPr>
            <p:ph idx="1" hasCustomPrompt="1"/>
          </p:nvPr>
        </p:nvSpPr>
        <p:spPr bwMode="gray">
          <a:xfrm>
            <a:off x="479424" y="1412876"/>
            <a:ext cx="11233151"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Fußzeilenplatzhalter 3">
            <a:extLst>
              <a:ext uri="{FF2B5EF4-FFF2-40B4-BE49-F238E27FC236}">
                <a16:creationId xmlns:a16="http://schemas.microsoft.com/office/drawing/2014/main" id="{D2A15767-C935-9245-AEC6-4E3D0D96A295}"/>
              </a:ext>
            </a:extLst>
          </p:cNvPr>
          <p:cNvSpPr>
            <a:spLocks noGrp="1"/>
          </p:cNvSpPr>
          <p:nvPr>
            <p:ph type="ftr" sz="quarter" idx="19"/>
          </p:nvPr>
        </p:nvSpPr>
        <p:spPr bwMode="gray"/>
        <p:txBody>
          <a:bodyPr/>
          <a:lstStyle/>
          <a:p>
            <a:r>
              <a:rPr lang="en-US"/>
              <a:t>NR2B timeline overview and deliverable plan</a:t>
            </a:r>
          </a:p>
        </p:txBody>
      </p:sp>
      <p:sp>
        <p:nvSpPr>
          <p:cNvPr id="5" name="Foliennummernplatzhalter 4">
            <a:extLst>
              <a:ext uri="{FF2B5EF4-FFF2-40B4-BE49-F238E27FC236}">
                <a16:creationId xmlns:a16="http://schemas.microsoft.com/office/drawing/2014/main" id="{5CC89D3B-393F-9E87-6D42-19413F2259DA}"/>
              </a:ext>
            </a:extLst>
          </p:cNvPr>
          <p:cNvSpPr>
            <a:spLocks noGrp="1"/>
          </p:cNvSpPr>
          <p:nvPr>
            <p:ph type="sldNum" sz="quarter" idx="20"/>
          </p:nvPr>
        </p:nvSpPr>
        <p:spPr bwMode="gray"/>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377024903"/>
      </p:ext>
    </p:extLst>
  </p:cSld>
  <p:clrMapOvr>
    <a:masterClrMapping/>
  </p:clrMapOvr>
</p:sldLayout>
</file>

<file path=ppt/slideLayouts/slideLayout310.xml><?xml version="1.0" encoding="utf-8"?>
<p:sldLayout xmlns:a="http://schemas.openxmlformats.org/drawingml/2006/main" xmlns:r="http://schemas.openxmlformats.org/officeDocument/2006/relationships" xmlns:p="http://schemas.openxmlformats.org/presentationml/2006/main" preserve="1" userDrawn="1">
  <p:cSld name="One content dark">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11233151"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NR2B timeline overview and deliverable plan</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655943AA-9582-D43E-426E-499CC57E5187}"/>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1584191457"/>
      </p:ext>
    </p:extLst>
  </p:cSld>
  <p:clrMapOvr>
    <a:masterClrMapping/>
  </p:clrMapOvr>
</p:sldLayout>
</file>

<file path=ppt/slideLayouts/slideLayout311.xml><?xml version="1.0" encoding="utf-8"?>
<p:sldLayout xmlns:a="http://schemas.openxmlformats.org/drawingml/2006/main" xmlns:r="http://schemas.openxmlformats.org/officeDocument/2006/relationships" xmlns:p="http://schemas.openxmlformats.org/presentationml/2006/main" preserve="1" userDrawn="1">
  <p:cSld name="Content and margin">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gray">
          <a:xfrm>
            <a:off x="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gray">
          <a:xfrm>
            <a:off x="479376"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7" name="Fußzeilenplatzhalter 6">
            <a:extLst>
              <a:ext uri="{FF2B5EF4-FFF2-40B4-BE49-F238E27FC236}">
                <a16:creationId xmlns:a16="http://schemas.microsoft.com/office/drawing/2014/main" id="{03767B11-95F5-EF30-786E-85FF75E46DF7}"/>
              </a:ext>
            </a:extLst>
          </p:cNvPr>
          <p:cNvSpPr>
            <a:spLocks noGrp="1"/>
          </p:cNvSpPr>
          <p:nvPr>
            <p:ph type="ftr" sz="quarter" idx="21"/>
          </p:nvPr>
        </p:nvSpPr>
        <p:spPr bwMode="gray"/>
        <p:txBody>
          <a:bodyPr/>
          <a:lstStyle/>
          <a:p>
            <a:r>
              <a:rPr lang="en-US"/>
              <a:t>NR2B timeline overview and deliverable plan</a:t>
            </a:r>
          </a:p>
        </p:txBody>
      </p:sp>
      <p:sp>
        <p:nvSpPr>
          <p:cNvPr id="8" name="Foliennummernplatzhalter 7">
            <a:extLst>
              <a:ext uri="{FF2B5EF4-FFF2-40B4-BE49-F238E27FC236}">
                <a16:creationId xmlns:a16="http://schemas.microsoft.com/office/drawing/2014/main" id="{BBC5784B-3341-229A-166C-A3CFE21498D3}"/>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9" name="Grafik 8">
            <a:extLst>
              <a:ext uri="{FF2B5EF4-FFF2-40B4-BE49-F238E27FC236}">
                <a16:creationId xmlns:a16="http://schemas.microsoft.com/office/drawing/2014/main" id="{93239E29-02AE-A81D-3D5A-88835FF77C42}"/>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4133184140"/>
      </p:ext>
    </p:extLst>
  </p:cSld>
  <p:clrMapOvr>
    <a:masterClrMapping/>
  </p:clrMapOvr>
  <p:extLst>
    <p:ext uri="{DCECCB84-F9BA-43D5-87BE-67443E8EF086}">
      <p15:sldGuideLst xmlns:p15="http://schemas.microsoft.com/office/powerpoint/2012/main"/>
    </p:ext>
  </p:extLst>
</p:sldLayout>
</file>

<file path=ppt/slideLayouts/slideLayout312.xml><?xml version="1.0" encoding="utf-8"?>
<p:sldLayout xmlns:a="http://schemas.openxmlformats.org/drawingml/2006/main" xmlns:r="http://schemas.openxmlformats.org/officeDocument/2006/relationships" xmlns:p="http://schemas.openxmlformats.org/presentationml/2006/main" preserve="1" userDrawn="1">
  <p:cSld name="Content and margin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gray">
          <a:xfrm>
            <a:off x="8617200" y="0"/>
            <a:ext cx="3574800" cy="6858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gray">
          <a:xfrm>
            <a:off x="8904624" y="476670"/>
            <a:ext cx="2808000" cy="5472000"/>
          </a:xfrm>
          <a:noFill/>
        </p:spPr>
        <p:txBody>
          <a:bodyPr lIns="0" tIns="0" rIns="0"/>
          <a:lstStyle>
            <a:lvl1pPr>
              <a:defRPr sz="1200">
                <a:solidFill>
                  <a:schemeClr val="bg2"/>
                </a:solidFill>
              </a:defRPr>
            </a:lvl1pPr>
            <a:lvl2pPr>
              <a:defRPr sz="1200">
                <a:solidFill>
                  <a:schemeClr val="bg2"/>
                </a:solidFill>
              </a:defRPr>
            </a:lvl2pPr>
            <a:lvl3pPr>
              <a:defRPr sz="1200">
                <a:solidFill>
                  <a:schemeClr val="bg2"/>
                </a:solidFill>
              </a:defRPr>
            </a:lvl3pPr>
            <a:lvl4pPr>
              <a:defRPr sz="1200">
                <a:solidFill>
                  <a:schemeClr val="bg2"/>
                </a:solidFill>
              </a:defRPr>
            </a:lvl4pPr>
            <a:lvl5pPr marL="792000" indent="-216000">
              <a:defRPr sz="1200">
                <a:solidFill>
                  <a:schemeClr val="bg2"/>
                </a:solidFill>
              </a:defRPr>
            </a:lvl5pPr>
            <a:lvl6pPr marL="792000" indent="-216000">
              <a:defRPr sz="1200">
                <a:solidFill>
                  <a:schemeClr val="bg2"/>
                </a:solidFill>
              </a:defRPr>
            </a:lvl6pPr>
            <a:lvl7pPr marL="792000" indent="-216000">
              <a:defRPr sz="1200">
                <a:solidFill>
                  <a:schemeClr val="bg2"/>
                </a:solidFill>
              </a:defRPr>
            </a:lvl7pPr>
            <a:lvl8pPr marL="792000" indent="-216000">
              <a:defRPr sz="1200">
                <a:solidFill>
                  <a:schemeClr val="bg2"/>
                </a:solidFill>
              </a:defRPr>
            </a:lvl8pPr>
            <a:lvl9pPr marL="792000" indent="-216000">
              <a:defRPr sz="1200">
                <a:solidFill>
                  <a:schemeClr val="bg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44FD59F4-1C7D-3239-B386-71AF16CE89A6}"/>
              </a:ext>
            </a:extLst>
          </p:cNvPr>
          <p:cNvSpPr>
            <a:spLocks noGrp="1"/>
          </p:cNvSpPr>
          <p:nvPr>
            <p:ph type="ftr" sz="quarter" idx="19"/>
          </p:nvPr>
        </p:nvSpPr>
        <p:spPr bwMode="gray">
          <a:xfrm>
            <a:off x="8904624" y="6246836"/>
            <a:ext cx="2447960" cy="288000"/>
          </a:xfrm>
        </p:spPr>
        <p:txBody>
          <a:bodyPr/>
          <a:lstStyle/>
          <a:p>
            <a:r>
              <a:rPr lang="en-US"/>
              <a:t>NR2B timeline overview and deliverable plan</a:t>
            </a:r>
          </a:p>
        </p:txBody>
      </p:sp>
      <p:sp>
        <p:nvSpPr>
          <p:cNvPr id="6" name="Arrow: Pentagon 5">
            <a:extLst>
              <a:ext uri="{FF2B5EF4-FFF2-40B4-BE49-F238E27FC236}">
                <a16:creationId xmlns:a16="http://schemas.microsoft.com/office/drawing/2014/main" id="{D538B7FC-6B3A-8F3A-BBDC-1EEFED308F78}"/>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2873124227"/>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13.xml><?xml version="1.0" encoding="utf-8"?>
<p:sldLayout xmlns:a="http://schemas.openxmlformats.org/drawingml/2006/main" xmlns:r="http://schemas.openxmlformats.org/officeDocument/2006/relationships" xmlns:p="http://schemas.openxmlformats.org/presentationml/2006/main" preserve="1" userDrawn="1">
  <p:cSld name="Content and margin dark">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008437" y="475421"/>
            <a:ext cx="7704576"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008437" y="1412874"/>
            <a:ext cx="77041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Textplatzhalter 7">
            <a:extLst>
              <a:ext uri="{FF2B5EF4-FFF2-40B4-BE49-F238E27FC236}">
                <a16:creationId xmlns:a16="http://schemas.microsoft.com/office/drawing/2014/main" id="{2A95F447-219A-69FD-4A7C-F3F31D1125FD}"/>
              </a:ext>
            </a:extLst>
          </p:cNvPr>
          <p:cNvSpPr>
            <a:spLocks noGrp="1"/>
          </p:cNvSpPr>
          <p:nvPr>
            <p:ph type="body" sz="quarter" idx="13" hasCustomPrompt="1"/>
          </p:nvPr>
        </p:nvSpPr>
        <p:spPr bwMode="gray">
          <a:xfrm>
            <a:off x="4008437" y="5805280"/>
            <a:ext cx="770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2" name="Rechteck 1">
            <a:extLst>
              <a:ext uri="{FF2B5EF4-FFF2-40B4-BE49-F238E27FC236}">
                <a16:creationId xmlns:a16="http://schemas.microsoft.com/office/drawing/2014/main" id="{964E6C92-F738-050B-D124-0B9B2D1A3A22}"/>
              </a:ext>
              <a:ext uri="{C183D7F6-B498-43B3-948B-1728B52AA6E4}">
                <adec:decorative xmlns:adec="http://schemas.microsoft.com/office/drawing/2017/decorative" val="1"/>
              </a:ext>
            </a:extLst>
          </p:cNvPr>
          <p:cNvSpPr/>
          <p:nvPr userDrawn="1"/>
        </p:nvSpPr>
        <p:spPr bwMode="ltGray">
          <a:xfrm>
            <a:off x="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13" name="Inhaltsplatzhalter 2">
            <a:extLst>
              <a:ext uri="{FF2B5EF4-FFF2-40B4-BE49-F238E27FC236}">
                <a16:creationId xmlns:a16="http://schemas.microsoft.com/office/drawing/2014/main" id="{57AF223A-9133-4CD7-A24F-37E750D20428}"/>
              </a:ext>
            </a:extLst>
          </p:cNvPr>
          <p:cNvSpPr>
            <a:spLocks noGrp="1"/>
          </p:cNvSpPr>
          <p:nvPr>
            <p:ph idx="16" hasCustomPrompt="1"/>
          </p:nvPr>
        </p:nvSpPr>
        <p:spPr bwMode="white">
          <a:xfrm>
            <a:off x="479376"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Fußzeilenplatzhalter 7">
            <a:extLst>
              <a:ext uri="{FF2B5EF4-FFF2-40B4-BE49-F238E27FC236}">
                <a16:creationId xmlns:a16="http://schemas.microsoft.com/office/drawing/2014/main" id="{968BB1DE-E9BE-775B-4288-1AF4F0D5B1B1}"/>
              </a:ext>
            </a:extLst>
          </p:cNvPr>
          <p:cNvSpPr>
            <a:spLocks noGrp="1"/>
          </p:cNvSpPr>
          <p:nvPr>
            <p:ph type="ftr" sz="quarter" idx="21"/>
          </p:nvPr>
        </p:nvSpPr>
        <p:spPr bwMode="gray"/>
        <p:txBody>
          <a:bodyPr/>
          <a:lstStyle/>
          <a:p>
            <a:r>
              <a:rPr lang="en-US"/>
              <a:t>NR2B timeline overview and deliverable plan</a:t>
            </a:r>
          </a:p>
        </p:txBody>
      </p:sp>
      <p:sp>
        <p:nvSpPr>
          <p:cNvPr id="9" name="Foliennummernplatzhalter 8">
            <a:extLst>
              <a:ext uri="{FF2B5EF4-FFF2-40B4-BE49-F238E27FC236}">
                <a16:creationId xmlns:a16="http://schemas.microsoft.com/office/drawing/2014/main" id="{3E2B5224-32EA-94A3-115E-0FDE596416E4}"/>
              </a:ext>
            </a:extLst>
          </p:cNvPr>
          <p:cNvSpPr>
            <a:spLocks noGrp="1"/>
          </p:cNvSpPr>
          <p:nvPr>
            <p:ph type="sldNum" sz="quarter" idx="22"/>
          </p:nvPr>
        </p:nvSpPr>
        <p:spPr bwMode="gray"/>
        <p:txBody>
          <a:bodyPr/>
          <a:lstStyle/>
          <a:p>
            <a:fld id="{DF4E8F9F-5B1F-4F5B-BE49-3245D8C18D9F}" type="slidenum">
              <a:rPr lang="en-US" smtClean="0"/>
              <a:pPr/>
              <a:t>‹#›</a:t>
            </a:fld>
            <a:endParaRPr lang="en-US"/>
          </a:p>
        </p:txBody>
      </p:sp>
      <p:pic>
        <p:nvPicPr>
          <p:cNvPr id="11" name="Grafik 10">
            <a:extLst>
              <a:ext uri="{FF2B5EF4-FFF2-40B4-BE49-F238E27FC236}">
                <a16:creationId xmlns:a16="http://schemas.microsoft.com/office/drawing/2014/main" id="{0815D78F-DFF9-F83D-6050-F8F2DCF549A4}"/>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528332008"/>
      </p:ext>
    </p:extLst>
  </p:cSld>
  <p:clrMapOvr>
    <a:masterClrMapping/>
  </p:clrMapOvr>
  <p:extLst>
    <p:ext uri="{DCECCB84-F9BA-43D5-87BE-67443E8EF086}">
      <p15:sldGuideLst xmlns:p15="http://schemas.microsoft.com/office/powerpoint/2012/main"/>
    </p:ext>
  </p:extLst>
</p:sldLayout>
</file>

<file path=ppt/slideLayouts/slideLayout314.xml><?xml version="1.0" encoding="utf-8"?>
<p:sldLayout xmlns:a="http://schemas.openxmlformats.org/drawingml/2006/main" xmlns:r="http://schemas.openxmlformats.org/officeDocument/2006/relationships" xmlns:p="http://schemas.openxmlformats.org/presentationml/2006/main" preserve="1" userDrawn="1">
  <p:cSld name="Content and margin dark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5421"/>
            <a:ext cx="7380288"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4"/>
            <a:ext cx="738028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Textplatzhalter 7">
            <a:extLst>
              <a:ext uri="{FF2B5EF4-FFF2-40B4-BE49-F238E27FC236}">
                <a16:creationId xmlns:a16="http://schemas.microsoft.com/office/drawing/2014/main" id="{08582CA4-7CD5-7812-627E-FD2D9C55D890}"/>
              </a:ext>
            </a:extLst>
          </p:cNvPr>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4" name="Rechteck 3">
            <a:extLst>
              <a:ext uri="{FF2B5EF4-FFF2-40B4-BE49-F238E27FC236}">
                <a16:creationId xmlns:a16="http://schemas.microsoft.com/office/drawing/2014/main" id="{24688781-42AD-2AB8-7E4B-B07DF616297A}"/>
              </a:ext>
              <a:ext uri="{C183D7F6-B498-43B3-948B-1728B52AA6E4}">
                <adec:decorative xmlns:adec="http://schemas.microsoft.com/office/drawing/2017/decorative" val="1"/>
              </a:ext>
            </a:extLst>
          </p:cNvPr>
          <p:cNvSpPr/>
          <p:nvPr userDrawn="1"/>
        </p:nvSpPr>
        <p:spPr bwMode="ltGray">
          <a:xfrm>
            <a:off x="8617200" y="0"/>
            <a:ext cx="3574800" cy="6858000"/>
          </a:xfrm>
          <a:prstGeom prst="rect">
            <a:avLst/>
          </a:prstGeom>
          <a:solidFill>
            <a:schemeClr val="bg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solidFill>
                <a:schemeClr val="tx1"/>
              </a:solidFill>
            </a:endParaRPr>
          </a:p>
        </p:txBody>
      </p:sp>
      <p:sp>
        <p:nvSpPr>
          <p:cNvPr id="5" name="Inhaltsplatzhalter 2">
            <a:extLst>
              <a:ext uri="{FF2B5EF4-FFF2-40B4-BE49-F238E27FC236}">
                <a16:creationId xmlns:a16="http://schemas.microsoft.com/office/drawing/2014/main" id="{86302274-F93B-1846-038E-F2D91EC79A58}"/>
              </a:ext>
            </a:extLst>
          </p:cNvPr>
          <p:cNvSpPr>
            <a:spLocks noGrp="1"/>
          </p:cNvSpPr>
          <p:nvPr>
            <p:ph idx="16" hasCustomPrompt="1"/>
          </p:nvPr>
        </p:nvSpPr>
        <p:spPr bwMode="white">
          <a:xfrm>
            <a:off x="8904624" y="476670"/>
            <a:ext cx="2808000" cy="5472000"/>
          </a:xfrm>
          <a:noFill/>
        </p:spPr>
        <p:txBody>
          <a:bodyPr lIns="0" tIns="0" rIns="0"/>
          <a:lstStyle>
            <a:lvl1pPr>
              <a:defRPr sz="1200">
                <a:solidFill>
                  <a:schemeClr val="tx2"/>
                </a:solidFill>
              </a:defRPr>
            </a:lvl1pPr>
            <a:lvl2pPr>
              <a:defRPr sz="1200">
                <a:solidFill>
                  <a:schemeClr val="tx2"/>
                </a:solidFill>
              </a:defRPr>
            </a:lvl2pPr>
            <a:lvl3pPr>
              <a:defRPr sz="1200">
                <a:solidFill>
                  <a:schemeClr val="tx2"/>
                </a:solidFill>
              </a:defRPr>
            </a:lvl3pPr>
            <a:lvl4pPr>
              <a:defRPr sz="1200">
                <a:solidFill>
                  <a:schemeClr val="tx2"/>
                </a:solidFill>
              </a:defRPr>
            </a:lvl4pPr>
            <a:lvl5pPr marL="792000" indent="-216000">
              <a:defRPr sz="1200">
                <a:solidFill>
                  <a:schemeClr val="tx2"/>
                </a:solidFill>
              </a:defRPr>
            </a:lvl5pPr>
            <a:lvl6pPr marL="792000" indent="-216000">
              <a:defRPr sz="1200">
                <a:solidFill>
                  <a:schemeClr val="tx2"/>
                </a:solidFill>
              </a:defRPr>
            </a:lvl6pPr>
            <a:lvl7pPr marL="792000" indent="-216000">
              <a:defRPr sz="1200">
                <a:solidFill>
                  <a:schemeClr val="tx2"/>
                </a:solidFill>
              </a:defRPr>
            </a:lvl7pPr>
            <a:lvl8pPr marL="792000" indent="-216000">
              <a:defRPr sz="1200">
                <a:solidFill>
                  <a:schemeClr val="tx2"/>
                </a:solidFill>
              </a:defRPr>
            </a:lvl8pPr>
            <a:lvl9pPr marL="792000" indent="-216000">
              <a:defRPr sz="1200">
                <a:solidFill>
                  <a:schemeClr val="tx2"/>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10" name="Foliennummernplatzhalter 9">
            <a:extLst>
              <a:ext uri="{FF2B5EF4-FFF2-40B4-BE49-F238E27FC236}">
                <a16:creationId xmlns:a16="http://schemas.microsoft.com/office/drawing/2014/main" id="{72FCF5F4-CA3B-1BFB-C58A-7D430F5E452D}"/>
              </a:ext>
            </a:extLst>
          </p:cNvPr>
          <p:cNvSpPr>
            <a:spLocks noGrp="1"/>
          </p:cNvSpPr>
          <p:nvPr>
            <p:ph type="sldNum" sz="quarter" idx="18"/>
          </p:nvPr>
        </p:nvSpPr>
        <p:spPr bwMode="gray">
          <a:xfrm>
            <a:off x="11424592" y="6246836"/>
            <a:ext cx="288000" cy="288000"/>
          </a:xfrm>
        </p:spPr>
        <p:txBody>
          <a:bodyPr/>
          <a:lstStyle>
            <a:lvl1pPr>
              <a:defRPr>
                <a:solidFill>
                  <a:schemeClr val="bg1"/>
                </a:solidFill>
              </a:defRPr>
            </a:lvl1pPr>
          </a:lstStyle>
          <a:p>
            <a:fld id="{8FF9B0DE-3FEB-4AA0-B465-B80EF7C1333D}" type="slidenum">
              <a:rPr lang="en-US" smtClean="0"/>
              <a:pPr/>
              <a:t>‹#›</a:t>
            </a:fld>
            <a:endParaRPr lang="en-US"/>
          </a:p>
        </p:txBody>
      </p:sp>
      <p:sp>
        <p:nvSpPr>
          <p:cNvPr id="6" name="Fußzeilenplatzhalter 5">
            <a:extLst>
              <a:ext uri="{FF2B5EF4-FFF2-40B4-BE49-F238E27FC236}">
                <a16:creationId xmlns:a16="http://schemas.microsoft.com/office/drawing/2014/main" id="{3C34E6B4-9185-474A-FF6F-DCBB3809D0C0}"/>
              </a:ext>
            </a:extLst>
          </p:cNvPr>
          <p:cNvSpPr>
            <a:spLocks noGrp="1"/>
          </p:cNvSpPr>
          <p:nvPr>
            <p:ph type="ftr" sz="quarter" idx="19"/>
          </p:nvPr>
        </p:nvSpPr>
        <p:spPr bwMode="gray">
          <a:xfrm>
            <a:off x="8904624" y="6246836"/>
            <a:ext cx="2447960" cy="288000"/>
          </a:xfrm>
        </p:spPr>
        <p:txBody>
          <a:bodyPr/>
          <a:lstStyle>
            <a:lvl1pPr>
              <a:defRPr>
                <a:solidFill>
                  <a:schemeClr val="bg1"/>
                </a:solidFill>
              </a:defRPr>
            </a:lvl1pPr>
          </a:lstStyle>
          <a:p>
            <a:r>
              <a:rPr lang="en-US"/>
              <a:t>NR2B timeline overview and deliverable plan</a:t>
            </a:r>
          </a:p>
        </p:txBody>
      </p:sp>
      <p:sp>
        <p:nvSpPr>
          <p:cNvPr id="7" name="Arrow: Pentagon 6">
            <a:extLst>
              <a:ext uri="{FF2B5EF4-FFF2-40B4-BE49-F238E27FC236}">
                <a16:creationId xmlns:a16="http://schemas.microsoft.com/office/drawing/2014/main" id="{1C2F19D9-5B8F-D889-26A0-5956F75299B0}"/>
              </a:ext>
            </a:extLst>
          </p:cNvPr>
          <p:cNvSpPr/>
          <p:nvPr userDrawn="1"/>
        </p:nvSpPr>
        <p:spPr bwMode="gray">
          <a:xfrm flipH="1">
            <a:off x="12216880" y="6165344"/>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title first line, classification second line</a:t>
            </a:r>
            <a:endParaRPr lang="en-US" sz="800" b="1">
              <a:solidFill>
                <a:srgbClr val="076D7E"/>
              </a:solidFill>
              <a:latin typeface="+mj-lt"/>
            </a:endParaRPr>
          </a:p>
        </p:txBody>
      </p:sp>
    </p:spTree>
    <p:extLst>
      <p:ext uri="{BB962C8B-B14F-4D97-AF65-F5344CB8AC3E}">
        <p14:creationId xmlns:p14="http://schemas.microsoft.com/office/powerpoint/2010/main" val="879250917"/>
      </p:ext>
    </p:extLst>
  </p:cSld>
  <p:clrMapOvr>
    <a:masterClrMapping/>
  </p:clrMapOvr>
  <p:extLst>
    <p:ext uri="{DCECCB84-F9BA-43D5-87BE-67443E8EF086}">
      <p15:sldGuideLst xmlns:p15="http://schemas.microsoft.com/office/powerpoint/2012/main">
        <p15:guide id="2" pos="4951">
          <p15:clr>
            <a:srgbClr val="FBAE40"/>
          </p15:clr>
        </p15:guide>
      </p15:sldGuideLst>
    </p:ext>
  </p:extLst>
</p:sldLayout>
</file>

<file path=ppt/slideLayouts/slideLayout315.xml><?xml version="1.0" encoding="utf-8"?>
<p:sldLayout xmlns:a="http://schemas.openxmlformats.org/drawingml/2006/main" xmlns:r="http://schemas.openxmlformats.org/officeDocument/2006/relationships" xmlns:p="http://schemas.openxmlformats.org/presentationml/2006/main" preserve="1" userDrawn="1">
  <p:cSld name="Two contents">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B969D033-1776-30E3-34FB-6D433A2B3D1E}"/>
              </a:ext>
            </a:extLst>
          </p:cNvPr>
          <p:cNvSpPr>
            <a:spLocks noGrp="1"/>
          </p:cNvSpPr>
          <p:nvPr>
            <p:ph type="title" hasCustomPrompt="1"/>
          </p:nvPr>
        </p:nvSpPr>
        <p:spPr bwMode="gray"/>
        <p:txBody>
          <a:bodyPr/>
          <a:lstStyle/>
          <a:p>
            <a:r>
              <a:rPr lang="en-US"/>
              <a:t>Mastertitelformat bearbeiten</a:t>
            </a:r>
          </a:p>
        </p:txBody>
      </p:sp>
      <p:sp>
        <p:nvSpPr>
          <p:cNvPr id="3" name="Inhaltsplatzhalter 2"/>
          <p:cNvSpPr>
            <a:spLocks noGrp="1"/>
          </p:cNvSpPr>
          <p:nvPr>
            <p:ph idx="1" hasCustomPrompt="1"/>
          </p:nvPr>
        </p:nvSpPr>
        <p:spPr bwMode="gray">
          <a:xfrm>
            <a:off x="479425"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6240461" y="1412876"/>
            <a:ext cx="54721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183299EF-0735-B377-A1A9-0068F4589F5F}"/>
              </a:ext>
            </a:extLst>
          </p:cNvPr>
          <p:cNvSpPr>
            <a:spLocks noGrp="1"/>
          </p:cNvSpPr>
          <p:nvPr>
            <p:ph type="ftr" sz="quarter" idx="21"/>
          </p:nvPr>
        </p:nvSpPr>
        <p:spPr bwMode="gray"/>
        <p:txBody>
          <a:bodyPr/>
          <a:lstStyle/>
          <a:p>
            <a:r>
              <a:rPr lang="en-US"/>
              <a:t>NR2B timeline overview and deliverable plan</a:t>
            </a:r>
          </a:p>
        </p:txBody>
      </p:sp>
    </p:spTree>
    <p:extLst>
      <p:ext uri="{BB962C8B-B14F-4D97-AF65-F5344CB8AC3E}">
        <p14:creationId xmlns:p14="http://schemas.microsoft.com/office/powerpoint/2010/main" val="3845920562"/>
      </p:ext>
    </p:extLst>
  </p:cSld>
  <p:clrMapOvr>
    <a:masterClrMapping/>
  </p:clrMapOvr>
  <p:extLst>
    <p:ext uri="{DCECCB84-F9BA-43D5-87BE-67443E8EF086}">
      <p15:sldGuideLst xmlns:p15="http://schemas.microsoft.com/office/powerpoint/2012/main">
        <p15:guide id="1" pos="3749">
          <p15:clr>
            <a:srgbClr val="FBAE40"/>
          </p15:clr>
        </p15:guide>
        <p15:guide id="2" pos="3931">
          <p15:clr>
            <a:srgbClr val="FBAE40"/>
          </p15:clr>
        </p15:guide>
      </p15:sldGuideLst>
    </p:ext>
  </p:extLst>
</p:sldLayout>
</file>

<file path=ppt/slideLayouts/slideLayout316.xml><?xml version="1.0" encoding="utf-8"?>
<p:sldLayout xmlns:a="http://schemas.openxmlformats.org/drawingml/2006/main" xmlns:r="http://schemas.openxmlformats.org/officeDocument/2006/relationships" xmlns:p="http://schemas.openxmlformats.org/presentationml/2006/main" preserve="1" userDrawn="1">
  <p:cSld name="Three contents">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834" y="1413222"/>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2" name="Inhaltsplatzhalter 2">
            <a:extLst>
              <a:ext uri="{FF2B5EF4-FFF2-40B4-BE49-F238E27FC236}">
                <a16:creationId xmlns:a16="http://schemas.microsoft.com/office/drawing/2014/main" id="{BADB063E-26C4-805D-BAFD-D98A9ADF74B2}"/>
              </a:ext>
            </a:extLst>
          </p:cNvPr>
          <p:cNvSpPr>
            <a:spLocks noGrp="1"/>
          </p:cNvSpPr>
          <p:nvPr>
            <p:ph idx="16" hasCustomPrompt="1"/>
          </p:nvPr>
        </p:nvSpPr>
        <p:spPr bwMode="gray">
          <a:xfrm>
            <a:off x="4332288" y="1412876"/>
            <a:ext cx="3527425"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4" name="Inhaltsplatzhalter 2">
            <a:extLst>
              <a:ext uri="{FF2B5EF4-FFF2-40B4-BE49-F238E27FC236}">
                <a16:creationId xmlns:a16="http://schemas.microsoft.com/office/drawing/2014/main" id="{D1B68FCE-197A-6E5E-0E54-04837565753A}"/>
              </a:ext>
            </a:extLst>
          </p:cNvPr>
          <p:cNvSpPr>
            <a:spLocks noGrp="1"/>
          </p:cNvSpPr>
          <p:nvPr>
            <p:ph idx="17" hasCustomPrompt="1"/>
          </p:nvPr>
        </p:nvSpPr>
        <p:spPr bwMode="gray">
          <a:xfrm>
            <a:off x="8148638" y="1412876"/>
            <a:ext cx="3563937"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8" name="Textplatzhalter 7"/>
          <p:cNvSpPr>
            <a:spLocks noGrp="1"/>
          </p:cNvSpPr>
          <p:nvPr>
            <p:ph type="body" sz="quarter" idx="13" hasCustomPrompt="1"/>
          </p:nvPr>
        </p:nvSpPr>
        <p:spPr bwMode="gray">
          <a:xfrm>
            <a:off x="480000"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8C2E740B-CD4F-8BDC-2C1B-D377B1F6FC20}"/>
              </a:ext>
            </a:extLst>
          </p:cNvPr>
          <p:cNvSpPr>
            <a:spLocks noGrp="1"/>
          </p:cNvSpPr>
          <p:nvPr>
            <p:ph type="ftr" sz="quarter" idx="21"/>
          </p:nvPr>
        </p:nvSpPr>
        <p:spPr bwMode="gray"/>
        <p:txBody>
          <a:bodyPr/>
          <a:lstStyle/>
          <a:p>
            <a:r>
              <a:rPr lang="en-US"/>
              <a:t>NR2B timeline overview and deliverable plan</a:t>
            </a:r>
          </a:p>
        </p:txBody>
      </p:sp>
    </p:spTree>
    <p:extLst>
      <p:ext uri="{BB962C8B-B14F-4D97-AF65-F5344CB8AC3E}">
        <p14:creationId xmlns:p14="http://schemas.microsoft.com/office/powerpoint/2010/main" val="3057323369"/>
      </p:ext>
    </p:extLst>
  </p:cSld>
  <p:clrMapOvr>
    <a:masterClrMapping/>
  </p:clrMapOvr>
  <p:extLst>
    <p:ext uri="{DCECCB84-F9BA-43D5-87BE-67443E8EF086}">
      <p15:sldGuideLst xmlns:p15="http://schemas.microsoft.com/office/powerpoint/2012/main">
        <p15:guide id="1" pos="2547">
          <p15:clr>
            <a:srgbClr val="FBAE40"/>
          </p15:clr>
        </p15:guide>
        <p15:guide id="2" pos="4951">
          <p15:clr>
            <a:srgbClr val="FBAE40"/>
          </p15:clr>
        </p15:guide>
        <p15:guide id="3" pos="2729">
          <p15:clr>
            <a:srgbClr val="FBAE40"/>
          </p15:clr>
        </p15:guide>
        <p15:guide id="4" pos="5133">
          <p15:clr>
            <a:srgbClr val="FBAE40"/>
          </p15:clr>
        </p15:guide>
      </p15:sldGuideLst>
    </p:ext>
  </p:extLst>
</p:sldLayout>
</file>

<file path=ppt/slideLayouts/slideLayout317.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5" y="1412876"/>
            <a:ext cx="3563938"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p:txBody>
      </p:sp>
      <p:sp>
        <p:nvSpPr>
          <p:cNvPr id="8" name="Textplatzhalter 7"/>
          <p:cNvSpPr>
            <a:spLocks noGrp="1"/>
          </p:cNvSpPr>
          <p:nvPr>
            <p:ph type="body" sz="quarter" idx="13" hasCustomPrompt="1"/>
          </p:nvPr>
        </p:nvSpPr>
        <p:spPr bwMode="gray">
          <a:xfrm>
            <a:off x="480000" y="5805280"/>
            <a:ext cx="3564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FB127ACA-7301-1D15-F27B-789EB417CEE5}"/>
              </a:ext>
            </a:extLst>
          </p:cNvPr>
          <p:cNvSpPr>
            <a:spLocks noGrp="1"/>
          </p:cNvSpPr>
          <p:nvPr>
            <p:ph type="pic" sz="quarter" idx="10" hasCustomPrompt="1"/>
          </p:nvPr>
        </p:nvSpPr>
        <p:spPr bwMode="gray">
          <a:xfrm>
            <a:off x="4332288" y="1412875"/>
            <a:ext cx="7380287" cy="4537076"/>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p>
            <a:fld id="{8FF9B0DE-3FEB-4AA0-B465-B80EF7C1333D}" type="slidenum">
              <a:rPr lang="en-US" smtClean="0"/>
              <a:pPr/>
              <a:t>‹#›</a:t>
            </a:fld>
            <a:endParaRPr lang="en-US"/>
          </a:p>
        </p:txBody>
      </p:sp>
      <p:sp>
        <p:nvSpPr>
          <p:cNvPr id="7" name="Fußzeilenplatzhalter 6">
            <a:extLst>
              <a:ext uri="{FF2B5EF4-FFF2-40B4-BE49-F238E27FC236}">
                <a16:creationId xmlns:a16="http://schemas.microsoft.com/office/drawing/2014/main" id="{75C3C559-0E44-2CF1-30DB-163A44A8E1A0}"/>
              </a:ext>
            </a:extLst>
          </p:cNvPr>
          <p:cNvSpPr>
            <a:spLocks noGrp="1"/>
          </p:cNvSpPr>
          <p:nvPr>
            <p:ph type="ftr" sz="quarter" idx="21"/>
          </p:nvPr>
        </p:nvSpPr>
        <p:spPr bwMode="gray"/>
        <p:txBody>
          <a:bodyPr/>
          <a:lstStyle/>
          <a:p>
            <a:r>
              <a:rPr lang="en-US"/>
              <a:t>NR2B timeline overview and deliverable plan</a:t>
            </a:r>
          </a:p>
        </p:txBody>
      </p:sp>
      <p:grpSp>
        <p:nvGrpSpPr>
          <p:cNvPr id="16" name="Group 15">
            <a:extLst>
              <a:ext uri="{FF2B5EF4-FFF2-40B4-BE49-F238E27FC236}">
                <a16:creationId xmlns:a16="http://schemas.microsoft.com/office/drawing/2014/main" id="{5C004B49-0A09-FF20-3C02-5645DB8F518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C261A63-FB73-23E5-90D9-E0CE8078F2F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913620F6-50B6-B7FA-90C6-56A1C2D600DA}"/>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BD49DFC3-B857-BDA2-9814-717235FC2029}"/>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840091949"/>
      </p:ext>
    </p:extLst>
  </p:cSld>
  <p:clrMapOvr>
    <a:masterClrMapping/>
  </p:clrMapOvr>
  <p:extLst>
    <p:ext uri="{DCECCB84-F9BA-43D5-87BE-67443E8EF086}">
      <p15:sldGuideLst xmlns:p15="http://schemas.microsoft.com/office/powerpoint/2012/main">
        <p15:guide id="1" pos="2547">
          <p15:clr>
            <a:srgbClr val="FBAE40"/>
          </p15:clr>
        </p15:guide>
        <p15:guide id="2" pos="2729">
          <p15:clr>
            <a:srgbClr val="FBAE40"/>
          </p15:clr>
        </p15:guide>
      </p15:sldGuideLst>
    </p:ext>
  </p:extLst>
</p:sldLayout>
</file>

<file path=ppt/slideLayouts/slideLayout318.xml><?xml version="1.0" encoding="utf-8"?>
<p:sldLayout xmlns:a="http://schemas.openxmlformats.org/drawingml/2006/main" xmlns:r="http://schemas.openxmlformats.org/officeDocument/2006/relationships" xmlns:p="http://schemas.openxmlformats.org/presentationml/2006/main" preserve="1" userDrawn="1">
  <p:cSld name="Content with image portrait (1)">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6" name="Bildplatzhalter 10">
            <a:extLst>
              <a:ext uri="{FF2B5EF4-FFF2-40B4-BE49-F238E27FC236}">
                <a16:creationId xmlns:a16="http://schemas.microsoft.com/office/drawing/2014/main" id="{07DFFAAB-7F67-7CCB-4278-3380D6198626}"/>
              </a:ext>
            </a:extLst>
          </p:cNvPr>
          <p:cNvSpPr>
            <a:spLocks noGrp="1"/>
          </p:cNvSpPr>
          <p:nvPr>
            <p:ph type="pic" sz="quarter" idx="10" hasCustomPrompt="1"/>
          </p:nvPr>
        </p:nvSpPr>
        <p:spPr bwMode="gray">
          <a:xfrm>
            <a:off x="6240462" y="0"/>
            <a:ext cx="5951537"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11" name="Fußzeilenplatzhalter 10">
            <a:extLst>
              <a:ext uri="{FF2B5EF4-FFF2-40B4-BE49-F238E27FC236}">
                <a16:creationId xmlns:a16="http://schemas.microsoft.com/office/drawing/2014/main" id="{F62110C8-BF5F-EA2C-EB2D-4E0C19640ECA}"/>
              </a:ext>
            </a:extLst>
          </p:cNvPr>
          <p:cNvSpPr>
            <a:spLocks noGrp="1"/>
          </p:cNvSpPr>
          <p:nvPr>
            <p:ph type="ftr" sz="quarter" idx="21"/>
          </p:nvPr>
        </p:nvSpPr>
        <p:spPr bwMode="gray"/>
        <p:txBody>
          <a:bodyPr/>
          <a:lstStyle>
            <a:lvl1pPr>
              <a:defRPr>
                <a:solidFill>
                  <a:schemeClr val="bg1"/>
                </a:solidFill>
              </a:defRPr>
            </a:lvl1pPr>
          </a:lstStyle>
          <a:p>
            <a:r>
              <a:rPr lang="en-US"/>
              <a:t>NR2B timeline overview and deliverable plan</a:t>
            </a:r>
          </a:p>
        </p:txBody>
      </p:sp>
      <p:grpSp>
        <p:nvGrpSpPr>
          <p:cNvPr id="16" name="Group 15">
            <a:extLst>
              <a:ext uri="{FF2B5EF4-FFF2-40B4-BE49-F238E27FC236}">
                <a16:creationId xmlns:a16="http://schemas.microsoft.com/office/drawing/2014/main" id="{967AA79C-2B4E-4DB9-F976-62ADDFA37FF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5D5BFF86-A68C-0B9C-092C-6C18506FDCE9}"/>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651567FA-06CC-D5C2-1547-BCEA50F0F885}"/>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E9293D4-108C-1E0E-3148-65D756A4F4A8}"/>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91987889"/>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19.xml><?xml version="1.0" encoding="utf-8"?>
<p:sldLayout xmlns:a="http://schemas.openxmlformats.org/drawingml/2006/main" xmlns:r="http://schemas.openxmlformats.org/officeDocument/2006/relationships" xmlns:p="http://schemas.openxmlformats.org/presentationml/2006/main" preserve="1" userDrawn="1">
  <p:cSld name="Content with image portrait (2)">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80"/>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Bildplatzhalter 10">
            <a:extLst>
              <a:ext uri="{FF2B5EF4-FFF2-40B4-BE49-F238E27FC236}">
                <a16:creationId xmlns:a16="http://schemas.microsoft.com/office/drawing/2014/main" id="{14CF255F-B2EC-2517-FAAE-EBA3F3EB53C3}"/>
              </a:ext>
            </a:extLst>
          </p:cNvPr>
          <p:cNvSpPr>
            <a:spLocks noGrp="1"/>
          </p:cNvSpPr>
          <p:nvPr>
            <p:ph type="pic" sz="quarter" idx="10" hasCustomPrompt="1"/>
          </p:nvPr>
        </p:nvSpPr>
        <p:spPr bwMode="gray">
          <a:xfrm>
            <a:off x="8148638" y="0"/>
            <a:ext cx="4043362"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sp>
        <p:nvSpPr>
          <p:cNvPr id="2" name="Fußzeilenplatzhalter 1">
            <a:extLst>
              <a:ext uri="{FF2B5EF4-FFF2-40B4-BE49-F238E27FC236}">
                <a16:creationId xmlns:a16="http://schemas.microsoft.com/office/drawing/2014/main" id="{8464A4AD-DF50-326A-C3CC-77A3E90EED6B}"/>
              </a:ext>
            </a:extLst>
          </p:cNvPr>
          <p:cNvSpPr>
            <a:spLocks noGrp="1"/>
          </p:cNvSpPr>
          <p:nvPr>
            <p:ph type="ftr" sz="quarter" idx="16"/>
          </p:nvPr>
        </p:nvSpPr>
        <p:spPr bwMode="gray"/>
        <p:txBody>
          <a:bodyPr/>
          <a:lstStyle>
            <a:lvl1pPr>
              <a:defRPr>
                <a:solidFill>
                  <a:schemeClr val="bg1"/>
                </a:solidFill>
              </a:defRPr>
            </a:lvl1pPr>
          </a:lstStyle>
          <a:p>
            <a:r>
              <a:rPr lang="en-US"/>
              <a:t>NR2B timeline overview and deliverable plan</a:t>
            </a:r>
          </a:p>
        </p:txBody>
      </p:sp>
      <p:grpSp>
        <p:nvGrpSpPr>
          <p:cNvPr id="16" name="Group 15">
            <a:extLst>
              <a:ext uri="{FF2B5EF4-FFF2-40B4-BE49-F238E27FC236}">
                <a16:creationId xmlns:a16="http://schemas.microsoft.com/office/drawing/2014/main" id="{826E795A-4AEE-2618-1B23-937B8A4644F0}"/>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7" name="TextBox 16">
              <a:extLst>
                <a:ext uri="{FF2B5EF4-FFF2-40B4-BE49-F238E27FC236}">
                  <a16:creationId xmlns:a16="http://schemas.microsoft.com/office/drawing/2014/main" id="{8B0F84D0-AE67-3B0E-A7AB-6540F919DB0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8" name="Picture 17">
              <a:extLst>
                <a:ext uri="{FF2B5EF4-FFF2-40B4-BE49-F238E27FC236}">
                  <a16:creationId xmlns:a16="http://schemas.microsoft.com/office/drawing/2014/main" id="{8A135E1A-DE75-B2CF-E3B2-F7C52478F81B}"/>
                </a:ext>
              </a:extLst>
            </p:cNvPr>
            <p:cNvPicPr>
              <a:picLocks noChangeAspect="1"/>
            </p:cNvPicPr>
            <p:nvPr userDrawn="1"/>
          </p:nvPicPr>
          <p:blipFill rotWithShape="1">
            <a:blip r:embed="rId2"/>
            <a:srcRect l="8843" r="2395" b="2546"/>
            <a:stretch/>
          </p:blipFill>
          <p:spPr bwMode="gray">
            <a:xfrm>
              <a:off x="-1589806" y="4475212"/>
              <a:ext cx="745332" cy="1122804"/>
            </a:xfrm>
            <a:prstGeom prst="roundRect">
              <a:avLst>
                <a:gd name="adj" fmla="val 3514"/>
              </a:avLst>
            </a:prstGeom>
          </p:spPr>
        </p:pic>
        <p:sp>
          <p:nvSpPr>
            <p:cNvPr id="19" name="TextBox 18">
              <a:extLst>
                <a:ext uri="{FF2B5EF4-FFF2-40B4-BE49-F238E27FC236}">
                  <a16:creationId xmlns:a16="http://schemas.microsoft.com/office/drawing/2014/main" id="{6CE8A64D-42CD-4BF1-BA15-ED10E21F96F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5990695"/>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20.xml><?xml version="1.0" encoding="utf-8"?>
<p:sldLayout xmlns:a="http://schemas.openxmlformats.org/drawingml/2006/main" xmlns:r="http://schemas.openxmlformats.org/officeDocument/2006/relationships" xmlns:p="http://schemas.openxmlformats.org/presentationml/2006/main" preserve="1" userDrawn="1">
  <p:cSld name="Content with image portrait (3)">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163" y="477000"/>
            <a:ext cx="9396461" cy="720000"/>
          </a:xfrm>
        </p:spPr>
        <p:txBody>
          <a:bodyPr/>
          <a:lstStyle>
            <a:lvl1pPr>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defRPr/>
            </a:lvl1pPr>
            <a:lvl2pPr>
              <a:defRPr/>
            </a:lvl2pPr>
            <a:lvl3pPr>
              <a:defRPr/>
            </a:lvl3pPr>
            <a:lvl4pPr>
              <a:defRPr/>
            </a:lvl4pPr>
            <a:lvl5pPr>
              <a:defRPr/>
            </a:lvl5pPr>
            <a:lvl6pPr>
              <a:defRPr/>
            </a:lvl6pPr>
            <a:lvl7pPr>
              <a:defRPr/>
            </a:lvl7pPr>
            <a:lvl8pPr>
              <a:defRPr/>
            </a:lvl8pPr>
            <a:lvl9pPr>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13" name="Bildplatzhalter 10">
            <a:extLst>
              <a:ext uri="{FF2B5EF4-FFF2-40B4-BE49-F238E27FC236}">
                <a16:creationId xmlns:a16="http://schemas.microsoft.com/office/drawing/2014/main" id="{4EA519C6-3621-AA78-3D48-CE2C8B305E30}"/>
              </a:ext>
            </a:extLst>
          </p:cNvPr>
          <p:cNvSpPr>
            <a:spLocks noGrp="1"/>
          </p:cNvSpPr>
          <p:nvPr>
            <p:ph type="pic" sz="quarter" idx="10" hasCustomPrompt="1"/>
          </p:nvPr>
        </p:nvSpPr>
        <p:spPr bwMode="gray">
          <a:xfrm>
            <a:off x="1"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4" name="Fußzeilenplatzhalter 13">
            <a:extLst>
              <a:ext uri="{FF2B5EF4-FFF2-40B4-BE49-F238E27FC236}">
                <a16:creationId xmlns:a16="http://schemas.microsoft.com/office/drawing/2014/main" id="{6EEB0A4C-9CB1-5FD3-5A85-95FE106E43BA}"/>
              </a:ext>
            </a:extLst>
          </p:cNvPr>
          <p:cNvSpPr>
            <a:spLocks noGrp="1"/>
          </p:cNvSpPr>
          <p:nvPr>
            <p:ph type="ftr" sz="quarter" idx="29"/>
          </p:nvPr>
        </p:nvSpPr>
        <p:spPr bwMode="gray"/>
        <p:txBody>
          <a:bodyPr/>
          <a:lstStyle/>
          <a:p>
            <a:r>
              <a:rPr lang="en-US"/>
              <a:t>NR2B timeline overview and deliverable plan</a:t>
            </a:r>
          </a:p>
        </p:txBody>
      </p:sp>
      <p:sp>
        <p:nvSpPr>
          <p:cNvPr id="15" name="Foliennummernplatzhalter 14">
            <a:extLst>
              <a:ext uri="{FF2B5EF4-FFF2-40B4-BE49-F238E27FC236}">
                <a16:creationId xmlns:a16="http://schemas.microsoft.com/office/drawing/2014/main" id="{15D18496-5D1E-5F00-2ACA-70465B9A16F2}"/>
              </a:ext>
            </a:extLst>
          </p:cNvPr>
          <p:cNvSpPr>
            <a:spLocks noGrp="1"/>
          </p:cNvSpPr>
          <p:nvPr>
            <p:ph type="sldNum" sz="quarter" idx="30"/>
          </p:nvPr>
        </p:nvSpPr>
        <p:spPr bwMode="gray"/>
        <p:txBody>
          <a:body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0581CA52-FD82-1F55-27CD-D1C50118A4C0}"/>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0D5B12A7-5AE8-4E1A-DA33-D80561FB9A6F}"/>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367C244-F025-3A15-FAA2-8B46D5E9A8A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B5B5593A-6E6C-DA64-6263-6DB67B6B34B4}"/>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EC983BE9-6EB2-3207-54B9-1904F8E3EE1D}"/>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3710442282"/>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21.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1)">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5" y="477000"/>
            <a:ext cx="54721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5472113"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80000" y="5805280"/>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BB620B58-DC4D-ABB4-B16A-92C43E6933B4}"/>
              </a:ext>
            </a:extLst>
          </p:cNvPr>
          <p:cNvSpPr>
            <a:spLocks noGrp="1"/>
          </p:cNvSpPr>
          <p:nvPr>
            <p:ph type="pic" sz="quarter" idx="10" hasCustomPrompt="1"/>
          </p:nvPr>
        </p:nvSpPr>
        <p:spPr bwMode="gray">
          <a:xfrm>
            <a:off x="6240463" y="0"/>
            <a:ext cx="5951536"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9" name="Fußzeilenplatzhalter 8">
            <a:extLst>
              <a:ext uri="{FF2B5EF4-FFF2-40B4-BE49-F238E27FC236}">
                <a16:creationId xmlns:a16="http://schemas.microsoft.com/office/drawing/2014/main" id="{DD2A017B-395B-34E7-2458-B410A50C8516}"/>
              </a:ext>
            </a:extLst>
          </p:cNvPr>
          <p:cNvSpPr>
            <a:spLocks noGrp="1"/>
          </p:cNvSpPr>
          <p:nvPr>
            <p:ph type="ftr" sz="quarter" idx="14"/>
          </p:nvPr>
        </p:nvSpPr>
        <p:spPr bwMode="gray"/>
        <p:txBody>
          <a:bodyPr/>
          <a:lstStyle>
            <a:lvl1pPr>
              <a:defRPr>
                <a:solidFill>
                  <a:schemeClr val="bg1"/>
                </a:solidFill>
              </a:defRPr>
            </a:lvl1pPr>
          </a:lstStyle>
          <a:p>
            <a:r>
              <a:rPr lang="en-US"/>
              <a:t>NR2B timeline overview and deliverable plan</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8F1C8E5E-1DF3-5390-67F1-46733FD70093}"/>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7" name="Group 16">
            <a:extLst>
              <a:ext uri="{FF2B5EF4-FFF2-40B4-BE49-F238E27FC236}">
                <a16:creationId xmlns:a16="http://schemas.microsoft.com/office/drawing/2014/main" id="{78C86180-AB79-4834-665E-69ECBDACDBFA}"/>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EE62970-DA69-216C-E19E-55BF4225BE20}"/>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04E9497-F690-B6F9-BDBD-88138254379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010D4C6-8495-8FBA-8744-C69458EFC7C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67093670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sldGuideLst>
    </p:ext>
  </p:extLst>
</p:sldLayout>
</file>

<file path=ppt/slideLayouts/slideLayout322.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2)">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479424" y="477000"/>
            <a:ext cx="7380289"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479424" y="1412876"/>
            <a:ext cx="7380289"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479999" y="5805264"/>
            <a:ext cx="7379713"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7" name="Bildplatzhalter 10">
            <a:extLst>
              <a:ext uri="{FF2B5EF4-FFF2-40B4-BE49-F238E27FC236}">
                <a16:creationId xmlns:a16="http://schemas.microsoft.com/office/drawing/2014/main" id="{CB86A524-EBBF-8AA1-B452-E3F520BD9009}"/>
              </a:ext>
            </a:extLst>
          </p:cNvPr>
          <p:cNvSpPr>
            <a:spLocks noGrp="1"/>
          </p:cNvSpPr>
          <p:nvPr>
            <p:ph type="pic" sz="quarter" idx="10" hasCustomPrompt="1"/>
          </p:nvPr>
        </p:nvSpPr>
        <p:spPr bwMode="gray">
          <a:xfrm>
            <a:off x="8148637" y="0"/>
            <a:ext cx="4043361"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0" name="Foliennummernplatzhalter 9">
            <a:extLst>
              <a:ext uri="{FF2B5EF4-FFF2-40B4-BE49-F238E27FC236}">
                <a16:creationId xmlns:a16="http://schemas.microsoft.com/office/drawing/2014/main" id="{94D61AF6-E14A-F199-9F75-3E049334E961}"/>
              </a:ext>
            </a:extLst>
          </p:cNvPr>
          <p:cNvSpPr>
            <a:spLocks noGrp="1"/>
          </p:cNvSpPr>
          <p:nvPr>
            <p:ph type="sldNum" sz="quarter" idx="15"/>
          </p:nvPr>
        </p:nvSpPr>
        <p:spPr bwMode="gray"/>
        <p:txBody>
          <a:bodyPr/>
          <a:lstStyle>
            <a:lvl1pPr>
              <a:defRPr>
                <a:solidFill>
                  <a:schemeClr val="bg1"/>
                </a:solidFill>
              </a:defRPr>
            </a:lvl1pPr>
          </a:lstStyle>
          <a:p>
            <a:fld id="{8FF9B0DE-3FEB-4AA0-B465-B80EF7C1333D}" type="slidenum">
              <a:rPr lang="en-US" smtClean="0"/>
              <a:pPr/>
              <a:t>‹#›</a:t>
            </a:fld>
            <a:endParaRPr lang="en-US"/>
          </a:p>
        </p:txBody>
      </p:sp>
      <p:pic>
        <p:nvPicPr>
          <p:cNvPr id="6" name="Grafik 5">
            <a:extLst>
              <a:ext uri="{FF2B5EF4-FFF2-40B4-BE49-F238E27FC236}">
                <a16:creationId xmlns:a16="http://schemas.microsoft.com/office/drawing/2014/main" id="{C437CFD6-8782-8672-5598-F3A97DD175FC}"/>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sp>
        <p:nvSpPr>
          <p:cNvPr id="2" name="Fußzeilenplatzhalter 1">
            <a:extLst>
              <a:ext uri="{FF2B5EF4-FFF2-40B4-BE49-F238E27FC236}">
                <a16:creationId xmlns:a16="http://schemas.microsoft.com/office/drawing/2014/main" id="{10AA6098-3F2F-0A65-3542-51CB8D539E51}"/>
              </a:ext>
            </a:extLst>
          </p:cNvPr>
          <p:cNvSpPr>
            <a:spLocks noGrp="1"/>
          </p:cNvSpPr>
          <p:nvPr>
            <p:ph type="ftr" sz="quarter" idx="16"/>
          </p:nvPr>
        </p:nvSpPr>
        <p:spPr bwMode="gray"/>
        <p:txBody>
          <a:bodyPr/>
          <a:lstStyle>
            <a:lvl1pPr>
              <a:defRPr>
                <a:solidFill>
                  <a:schemeClr val="bg1"/>
                </a:solidFill>
              </a:defRPr>
            </a:lvl1pPr>
          </a:lstStyle>
          <a:p>
            <a:r>
              <a:rPr lang="en-US"/>
              <a:t>NR2B timeline overview and deliverable plan</a:t>
            </a:r>
          </a:p>
        </p:txBody>
      </p:sp>
      <p:grpSp>
        <p:nvGrpSpPr>
          <p:cNvPr id="17" name="Group 16">
            <a:extLst>
              <a:ext uri="{FF2B5EF4-FFF2-40B4-BE49-F238E27FC236}">
                <a16:creationId xmlns:a16="http://schemas.microsoft.com/office/drawing/2014/main" id="{EB3D85D0-EE44-A930-049A-7DA939F6D0F4}"/>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AC27EF27-1B97-A569-7351-28E06EE47B6C}"/>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23580758-F3F5-AE7A-4F63-F70660D4FE0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E778F22-457B-0501-F4D5-F037A2E66E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802301716"/>
      </p:ext>
    </p:extLst>
  </p:cSld>
  <p:clrMapOvr>
    <a:masterClrMapping/>
  </p:clrMapOvr>
  <p:extLst>
    <p:ext uri="{DCECCB84-F9BA-43D5-87BE-67443E8EF086}">
      <p15:sldGuideLst xmlns:p15="http://schemas.microsoft.com/office/powerpoint/2012/main">
        <p15:guide id="1" pos="5133">
          <p15:clr>
            <a:srgbClr val="FBAE40"/>
          </p15:clr>
        </p15:guide>
        <p15:guide id="2" pos="4951">
          <p15:clr>
            <a:srgbClr val="FBAE40"/>
          </p15:clr>
        </p15:guide>
      </p15:sldGuideLst>
    </p:ext>
  </p:extLst>
</p:sldLayout>
</file>

<file path=ppt/slideLayouts/slideLayout323.xml><?xml version="1.0" encoding="utf-8"?>
<p:sldLayout xmlns:a="http://schemas.openxmlformats.org/drawingml/2006/main" xmlns:r="http://schemas.openxmlformats.org/officeDocument/2006/relationships" xmlns:p="http://schemas.openxmlformats.org/presentationml/2006/main" preserve="1" userDrawn="1">
  <p:cSld name="Content dark with image portrait (3)">
    <p:bg>
      <p:bgPr>
        <a:solidFill>
          <a:schemeClr val="bg2"/>
        </a:solidFill>
        <a:effectLst/>
      </p:bgPr>
    </p:bg>
    <p:spTree>
      <p:nvGrpSpPr>
        <p:cNvPr id="1" name=""/>
        <p:cNvGrpSpPr/>
        <p:nvPr/>
      </p:nvGrpSpPr>
      <p:grpSpPr>
        <a:xfrm>
          <a:off x="0" y="0"/>
          <a:ext cx="0" cy="0"/>
          <a:chOff x="0" y="0"/>
          <a:chExt cx="0" cy="0"/>
        </a:xfrm>
      </p:grpSpPr>
      <p:sp>
        <p:nvSpPr>
          <p:cNvPr id="12" name="Titel 11"/>
          <p:cNvSpPr>
            <a:spLocks noGrp="1"/>
          </p:cNvSpPr>
          <p:nvPr>
            <p:ph type="title" hasCustomPrompt="1"/>
          </p:nvPr>
        </p:nvSpPr>
        <p:spPr bwMode="gray">
          <a:xfrm>
            <a:off x="2316210" y="477000"/>
            <a:ext cx="9396414" cy="720000"/>
          </a:xfrm>
        </p:spPr>
        <p:txBody>
          <a:bodyPr/>
          <a:lstStyle>
            <a:lvl1pPr>
              <a:defRPr>
                <a:solidFill>
                  <a:schemeClr val="tx2"/>
                </a:solidFill>
              </a:defRPr>
            </a:lvl1pPr>
          </a:lstStyle>
          <a:p>
            <a:r>
              <a:rPr lang="en-US" err="1"/>
              <a:t>Folientitel</a:t>
            </a:r>
            <a:endParaRPr lang="en-US"/>
          </a:p>
        </p:txBody>
      </p:sp>
      <p:sp>
        <p:nvSpPr>
          <p:cNvPr id="3" name="Inhaltsplatzhalter 2"/>
          <p:cNvSpPr>
            <a:spLocks noGrp="1"/>
          </p:cNvSpPr>
          <p:nvPr>
            <p:ph idx="1" hasCustomPrompt="1"/>
          </p:nvPr>
        </p:nvSpPr>
        <p:spPr bwMode="gray">
          <a:xfrm>
            <a:off x="2316209" y="1412876"/>
            <a:ext cx="9396414" cy="4392000"/>
          </a:xfrm>
        </p:spPr>
        <p:txBody>
          <a:bodyPr/>
          <a:lstStyle>
            <a:lvl1pPr>
              <a:buClr>
                <a:schemeClr val="tx2"/>
              </a:buClr>
              <a:defRPr>
                <a:solidFill>
                  <a:schemeClr val="bg1"/>
                </a:solidFill>
              </a:defRPr>
            </a:lvl1pPr>
            <a:lvl2pPr>
              <a:buClr>
                <a:schemeClr val="tx2"/>
              </a:buClr>
              <a:defRPr>
                <a:solidFill>
                  <a:schemeClr val="bg1"/>
                </a:solidFill>
              </a:defRPr>
            </a:lvl2pPr>
            <a:lvl3pPr>
              <a:buClr>
                <a:schemeClr val="tx2"/>
              </a:buClr>
              <a:defRPr>
                <a:solidFill>
                  <a:schemeClr val="bg1"/>
                </a:solidFill>
              </a:defRPr>
            </a:lvl3pPr>
            <a:lvl4pPr>
              <a:buClr>
                <a:schemeClr val="tx2"/>
              </a:buClr>
              <a:defRPr>
                <a:solidFill>
                  <a:schemeClr val="bg1"/>
                </a:solidFill>
              </a:defRPr>
            </a:lvl4pPr>
            <a:lvl5pPr>
              <a:buClr>
                <a:schemeClr val="tx2"/>
              </a:buClr>
              <a:defRPr>
                <a:solidFill>
                  <a:schemeClr val="bg1"/>
                </a:solidFill>
              </a:defRPr>
            </a:lvl5pPr>
            <a:lvl6pPr>
              <a:buClr>
                <a:schemeClr val="tx2"/>
              </a:buClr>
              <a:defRPr>
                <a:solidFill>
                  <a:schemeClr val="bg1"/>
                </a:solidFill>
              </a:defRPr>
            </a:lvl6pPr>
            <a:lvl7pPr>
              <a:buClr>
                <a:schemeClr val="tx2"/>
              </a:buClr>
              <a:defRPr>
                <a:solidFill>
                  <a:schemeClr val="bg1"/>
                </a:solidFill>
              </a:defRPr>
            </a:lvl7pPr>
            <a:lvl8pPr>
              <a:buClr>
                <a:schemeClr val="tx2"/>
              </a:buClr>
              <a:defRPr>
                <a:solidFill>
                  <a:schemeClr val="bg1"/>
                </a:solidFill>
              </a:defRPr>
            </a:lvl8pPr>
            <a:lvl9pPr>
              <a:buClr>
                <a:schemeClr val="tx2"/>
              </a:buClr>
              <a:defRPr>
                <a:solidFill>
                  <a:schemeClr val="bg1"/>
                </a:solidFill>
              </a:defRPr>
            </a:lvl9p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8" name="Textplatzhalter 7"/>
          <p:cNvSpPr>
            <a:spLocks noGrp="1"/>
          </p:cNvSpPr>
          <p:nvPr>
            <p:ph type="body" sz="quarter" idx="13" hasCustomPrompt="1"/>
          </p:nvPr>
        </p:nvSpPr>
        <p:spPr bwMode="gray">
          <a:xfrm>
            <a:off x="2316783"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Clr>
                <a:schemeClr val="tx2"/>
              </a:buClr>
              <a:buNone/>
              <a:defRPr sz="800" b="0">
                <a:solidFill>
                  <a:schemeClr val="bg1"/>
                </a:solidFill>
              </a:defRPr>
            </a:lvl9pPr>
          </a:lstStyle>
          <a:p>
            <a:pPr lvl="0"/>
            <a:r>
              <a:rPr lang="en-US"/>
              <a:t>Footnote/Source</a:t>
            </a:r>
          </a:p>
        </p:txBody>
      </p:sp>
      <p:sp>
        <p:nvSpPr>
          <p:cNvPr id="9" name="Bildplatzhalter 10">
            <a:extLst>
              <a:ext uri="{FF2B5EF4-FFF2-40B4-BE49-F238E27FC236}">
                <a16:creationId xmlns:a16="http://schemas.microsoft.com/office/drawing/2014/main" id="{8AC3E855-6EF4-C6F2-D585-DB31C0712702}"/>
              </a:ext>
            </a:extLst>
          </p:cNvPr>
          <p:cNvSpPr>
            <a:spLocks noGrp="1"/>
          </p:cNvSpPr>
          <p:nvPr>
            <p:ph type="pic" sz="quarter" idx="10" hasCustomPrompt="1"/>
          </p:nvPr>
        </p:nvSpPr>
        <p:spPr bwMode="gray">
          <a:xfrm>
            <a:off x="0" y="0"/>
            <a:ext cx="2027238" cy="6858000"/>
          </a:xfrm>
          <a:solidFill>
            <a:srgbClr val="E5E3DE"/>
          </a:solidFill>
        </p:spPr>
        <p:txBody>
          <a:bodyPr tIns="720000" anchor="ctr" anchorCtr="0"/>
          <a:lstStyle>
            <a:lvl1pPr marL="0" indent="0" algn="ctr">
              <a:spcBef>
                <a:spcPts val="0"/>
              </a:spcBef>
              <a:spcAft>
                <a:spcPts val="0"/>
              </a:spcAft>
              <a:buFontTx/>
              <a:buNone/>
              <a:tabLst/>
              <a:defRPr sz="1200" b="0">
                <a:solidFill>
                  <a:schemeClr val="tx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13" name="Fußzeilenplatzhalter 12">
            <a:extLst>
              <a:ext uri="{FF2B5EF4-FFF2-40B4-BE49-F238E27FC236}">
                <a16:creationId xmlns:a16="http://schemas.microsoft.com/office/drawing/2014/main" id="{D88892A0-6C24-62CD-4CFC-704F04B95F1E}"/>
              </a:ext>
            </a:extLst>
          </p:cNvPr>
          <p:cNvSpPr>
            <a:spLocks noGrp="1"/>
          </p:cNvSpPr>
          <p:nvPr>
            <p:ph type="ftr" sz="quarter" idx="21"/>
          </p:nvPr>
        </p:nvSpPr>
        <p:spPr bwMode="gray"/>
        <p:txBody>
          <a:bodyPr/>
          <a:lstStyle>
            <a:lvl1pPr>
              <a:defRPr>
                <a:solidFill>
                  <a:schemeClr val="bg1"/>
                </a:solidFill>
              </a:defRPr>
            </a:lvl1pPr>
          </a:lstStyle>
          <a:p>
            <a:r>
              <a:rPr lang="en-US"/>
              <a:t>NR2B timeline overview and deliverable plan</a:t>
            </a:r>
          </a:p>
        </p:txBody>
      </p:sp>
      <p:sp>
        <p:nvSpPr>
          <p:cNvPr id="14" name="Foliennummernplatzhalter 13">
            <a:extLst>
              <a:ext uri="{FF2B5EF4-FFF2-40B4-BE49-F238E27FC236}">
                <a16:creationId xmlns:a16="http://schemas.microsoft.com/office/drawing/2014/main" id="{6C936672-C494-FE8E-9599-B67DEB310856}"/>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BBE11ABF-3402-C443-27C0-39F802CCA058}"/>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10CE41C5-B831-0917-4EF0-7E77AD98CCC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E7A05A8A-B1C1-AF73-2631-553BBA814E3B}"/>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65F2F23-FABD-0611-744F-39A4715C4376}"/>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B37C428C-35F0-EFF6-E7EE-A9943D4C637E}"/>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1752684139"/>
      </p:ext>
    </p:extLst>
  </p:cSld>
  <p:clrMapOvr>
    <a:masterClrMapping/>
  </p:clrMapOvr>
  <p:extLst>
    <p:ext uri="{DCECCB84-F9BA-43D5-87BE-67443E8EF086}">
      <p15:sldGuideLst xmlns:p15="http://schemas.microsoft.com/office/powerpoint/2012/main">
        <p15:guide id="1" pos="1459">
          <p15:clr>
            <a:srgbClr val="FBAE40"/>
          </p15:clr>
        </p15:guide>
        <p15:guide id="2" pos="1277">
          <p15:clr>
            <a:srgbClr val="FBAE40"/>
          </p15:clr>
        </p15:guide>
      </p15:sldGuideLst>
    </p:ext>
  </p:extLst>
</p:sldLayout>
</file>

<file path=ppt/slideLayouts/slideLayout324.xml><?xml version="1.0" encoding="utf-8"?>
<p:sldLayout xmlns:a="http://schemas.openxmlformats.org/drawingml/2006/main" xmlns:r="http://schemas.openxmlformats.org/officeDocument/2006/relationships" xmlns:p="http://schemas.openxmlformats.org/presentationml/2006/main" preserve="1" userDrawn="1">
  <p:cSld name="Key message and image">
    <p:spTree>
      <p:nvGrpSpPr>
        <p:cNvPr id="1" name=""/>
        <p:cNvGrpSpPr/>
        <p:nvPr/>
      </p:nvGrpSpPr>
      <p:grpSpPr>
        <a:xfrm>
          <a:off x="0" y="0"/>
          <a:ext cx="0" cy="0"/>
          <a:chOff x="0" y="0"/>
          <a:chExt cx="0" cy="0"/>
        </a:xfrm>
      </p:grpSpPr>
      <p:sp>
        <p:nvSpPr>
          <p:cNvPr id="16" name="Bildplatzhalter 10">
            <a:extLst>
              <a:ext uri="{FF2B5EF4-FFF2-40B4-BE49-F238E27FC236}">
                <a16:creationId xmlns:a16="http://schemas.microsoft.com/office/drawing/2014/main" id="{CDCE6BA9-456A-2E17-7285-6D2E904642A7}"/>
              </a:ext>
            </a:extLst>
          </p:cNvPr>
          <p:cNvSpPr>
            <a:spLocks noGrp="1"/>
          </p:cNvSpPr>
          <p:nvPr>
            <p:ph type="pic" sz="quarter" idx="10" hasCustomPrompt="1"/>
          </p:nvPr>
        </p:nvSpPr>
        <p:spPr bwMode="ltGray">
          <a:xfrm>
            <a:off x="0" y="0"/>
            <a:ext cx="12192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376" y="1412874"/>
            <a:ext cx="11233149" cy="4392000"/>
          </a:xfrm>
        </p:spPr>
        <p:txBody>
          <a:bodyPr/>
          <a:lstStyle>
            <a:lvl1pPr marL="0" indent="0">
              <a:lnSpc>
                <a:spcPct val="120000"/>
              </a:lnSpc>
              <a:spcAft>
                <a:spcPts val="0"/>
              </a:spcAft>
              <a:buNone/>
              <a:defRPr sz="4000" b="1">
                <a:solidFill>
                  <a:schemeClr val="bg1"/>
                </a:solidFill>
                <a:latin typeface="+mj-lt"/>
              </a:defRPr>
            </a:lvl1pPr>
            <a:lvl2pPr marL="0" indent="0">
              <a:lnSpc>
                <a:spcPct val="120000"/>
              </a:lnSpc>
              <a:spcAft>
                <a:spcPts val="0"/>
              </a:spcAft>
              <a:buNone/>
              <a:defRPr sz="4000" b="1">
                <a:solidFill>
                  <a:schemeClr val="tx2"/>
                </a:solidFill>
                <a:latin typeface="+mj-lt"/>
              </a:defRPr>
            </a:lvl2pPr>
            <a:lvl3pPr marL="0" indent="0">
              <a:lnSpc>
                <a:spcPct val="120000"/>
              </a:lnSpc>
              <a:spcAft>
                <a:spcPts val="0"/>
              </a:spcAft>
              <a:buNone/>
              <a:defRPr sz="4000" b="1">
                <a:solidFill>
                  <a:schemeClr val="tx2"/>
                </a:solidFill>
                <a:latin typeface="+mj-lt"/>
              </a:defRPr>
            </a:lvl3pPr>
            <a:lvl4pPr marL="0" indent="0">
              <a:lnSpc>
                <a:spcPct val="120000"/>
              </a:lnSpc>
              <a:spcAft>
                <a:spcPts val="0"/>
              </a:spcAft>
              <a:buNone/>
              <a:defRPr sz="4000" b="1">
                <a:solidFill>
                  <a:schemeClr val="tx2"/>
                </a:solidFill>
                <a:latin typeface="+mj-lt"/>
              </a:defRPr>
            </a:lvl4pPr>
            <a:lvl5pPr marL="0" indent="0">
              <a:lnSpc>
                <a:spcPct val="120000"/>
              </a:lnSpc>
              <a:spcAft>
                <a:spcPts val="0"/>
              </a:spcAft>
              <a:buNone/>
              <a:defRPr sz="4000" b="1">
                <a:solidFill>
                  <a:schemeClr val="tx2"/>
                </a:solidFill>
                <a:latin typeface="+mj-lt"/>
              </a:defRPr>
            </a:lvl5pPr>
            <a:lvl6pPr marL="0" indent="0">
              <a:lnSpc>
                <a:spcPct val="120000"/>
              </a:lnSpc>
              <a:spcAft>
                <a:spcPts val="0"/>
              </a:spcAft>
              <a:buNone/>
              <a:defRPr sz="4000" b="1">
                <a:solidFill>
                  <a:schemeClr val="tx2"/>
                </a:solidFill>
                <a:latin typeface="+mj-lt"/>
              </a:defRPr>
            </a:lvl6pPr>
            <a:lvl7pPr marL="0" indent="0">
              <a:lnSpc>
                <a:spcPct val="120000"/>
              </a:lnSpc>
              <a:spcAft>
                <a:spcPts val="0"/>
              </a:spcAft>
              <a:buNone/>
              <a:defRPr sz="4000" b="1">
                <a:solidFill>
                  <a:schemeClr val="tx2"/>
                </a:solidFill>
                <a:latin typeface="+mj-lt"/>
              </a:defRPr>
            </a:lvl7pPr>
            <a:lvl8pPr marL="0" indent="0">
              <a:lnSpc>
                <a:spcPct val="120000"/>
              </a:lnSpc>
              <a:spcAft>
                <a:spcPts val="0"/>
              </a:spcAft>
              <a:buNone/>
              <a:defRPr sz="4000" b="1">
                <a:solidFill>
                  <a:schemeClr val="tx2"/>
                </a:solidFill>
                <a:latin typeface="+mj-lt"/>
              </a:defRPr>
            </a:lvl8pPr>
            <a:lvl9pPr marL="0" indent="0">
              <a:lnSpc>
                <a:spcPct val="120000"/>
              </a:lnSpc>
              <a:spcAft>
                <a:spcPts val="0"/>
              </a:spcAft>
              <a:buNone/>
              <a:defRPr sz="40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19" name="Fußzeilenplatzhalter 18">
            <a:extLst>
              <a:ext uri="{FF2B5EF4-FFF2-40B4-BE49-F238E27FC236}">
                <a16:creationId xmlns:a16="http://schemas.microsoft.com/office/drawing/2014/main" id="{2706031C-1812-1C52-3140-EDDE3DB5703F}"/>
              </a:ext>
            </a:extLst>
          </p:cNvPr>
          <p:cNvSpPr>
            <a:spLocks noGrp="1"/>
          </p:cNvSpPr>
          <p:nvPr>
            <p:ph type="ftr" sz="quarter" idx="29"/>
          </p:nvPr>
        </p:nvSpPr>
        <p:spPr bwMode="gray"/>
        <p:txBody>
          <a:bodyPr/>
          <a:lstStyle>
            <a:lvl1pPr>
              <a:defRPr>
                <a:solidFill>
                  <a:schemeClr val="bg1"/>
                </a:solidFill>
              </a:defRPr>
            </a:lvl1pPr>
          </a:lstStyle>
          <a:p>
            <a:r>
              <a:rPr lang="en-US"/>
              <a:t>NR2B timeline overview and deliverable plan</a:t>
            </a:r>
          </a:p>
        </p:txBody>
      </p:sp>
      <p:sp>
        <p:nvSpPr>
          <p:cNvPr id="20" name="Foliennummernplatzhalter 19">
            <a:extLst>
              <a:ext uri="{FF2B5EF4-FFF2-40B4-BE49-F238E27FC236}">
                <a16:creationId xmlns:a16="http://schemas.microsoft.com/office/drawing/2014/main" id="{55540A76-A2F8-66BE-84B7-CD50E20A56F1}"/>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8" name="Textplatzhalter 7"/>
          <p:cNvSpPr>
            <a:spLocks noGrp="1"/>
          </p:cNvSpPr>
          <p:nvPr>
            <p:ph type="body" sz="quarter" idx="13" hasCustomPrompt="1"/>
          </p:nvPr>
        </p:nvSpPr>
        <p:spPr bwMode="gray">
          <a:xfrm>
            <a:off x="480000" y="5805264"/>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2" name="Text Placeholder 8">
            <a:extLst>
              <a:ext uri="{FF2B5EF4-FFF2-40B4-BE49-F238E27FC236}">
                <a16:creationId xmlns:a16="http://schemas.microsoft.com/office/drawing/2014/main" id="{E48AB895-403D-2837-EFB7-B1EA2D95A83B}"/>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3" name="Group 12">
            <a:extLst>
              <a:ext uri="{FF2B5EF4-FFF2-40B4-BE49-F238E27FC236}">
                <a16:creationId xmlns:a16="http://schemas.microsoft.com/office/drawing/2014/main" id="{CE4AEE63-02E0-6605-B2A1-120F8CA2B401}"/>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7BFA4372-03FC-5464-BB8D-FDF16512BABE}"/>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B6F7839F-DF51-6296-1393-3706F5CAFADA}"/>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7" name="TextBox 16">
              <a:extLst>
                <a:ext uri="{FF2B5EF4-FFF2-40B4-BE49-F238E27FC236}">
                  <a16:creationId xmlns:a16="http://schemas.microsoft.com/office/drawing/2014/main" id="{999A7330-3B4A-E3AB-E977-BD83267E806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F1671DA-AF66-65E8-3B46-9A2A1A7C1B92}"/>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a picture in the background</a:t>
            </a:r>
            <a:endParaRPr lang="en-US" sz="800" b="1">
              <a:solidFill>
                <a:srgbClr val="076D7E"/>
              </a:solidFill>
              <a:latin typeface="+mj-lt"/>
            </a:endParaRPr>
          </a:p>
        </p:txBody>
      </p:sp>
    </p:spTree>
    <p:extLst>
      <p:ext uri="{BB962C8B-B14F-4D97-AF65-F5344CB8AC3E}">
        <p14:creationId xmlns:p14="http://schemas.microsoft.com/office/powerpoint/2010/main" val="1244758367"/>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sldGuideLst>
    </p:ext>
  </p:extLst>
</p:sldLayout>
</file>

<file path=ppt/slideLayouts/slideLayout325.xml><?xml version="1.0" encoding="utf-8"?>
<p:sldLayout xmlns:a="http://schemas.openxmlformats.org/drawingml/2006/main" xmlns:r="http://schemas.openxmlformats.org/officeDocument/2006/relationships" xmlns:p="http://schemas.openxmlformats.org/presentationml/2006/main" preserve="1" userDrawn="1">
  <p:cSld name="Key message and image division (1)">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6095999"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6" name="Bildplatzhalter 10">
            <a:extLst>
              <a:ext uri="{FF2B5EF4-FFF2-40B4-BE49-F238E27FC236}">
                <a16:creationId xmlns:a16="http://schemas.microsoft.com/office/drawing/2014/main" id="{1B5E6665-6076-758D-8F68-22FE102F4503}"/>
              </a:ext>
            </a:extLst>
          </p:cNvPr>
          <p:cNvSpPr>
            <a:spLocks noGrp="1"/>
          </p:cNvSpPr>
          <p:nvPr>
            <p:ph type="pic" sz="quarter" idx="21" hasCustomPrompt="1"/>
          </p:nvPr>
        </p:nvSpPr>
        <p:spPr bwMode="ltGray">
          <a:xfrm>
            <a:off x="6096000" y="0"/>
            <a:ext cx="6096000"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3280"/>
            <a:ext cx="54721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64"/>
            <a:ext cx="5472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3" name="Fußzeilenplatzhalter 12">
            <a:extLst>
              <a:ext uri="{FF2B5EF4-FFF2-40B4-BE49-F238E27FC236}">
                <a16:creationId xmlns:a16="http://schemas.microsoft.com/office/drawing/2014/main" id="{A667E39B-7540-9CEB-0374-944CA8579721}"/>
              </a:ext>
            </a:extLst>
          </p:cNvPr>
          <p:cNvSpPr>
            <a:spLocks noGrp="1"/>
          </p:cNvSpPr>
          <p:nvPr>
            <p:ph type="ftr" sz="quarter" idx="29"/>
          </p:nvPr>
        </p:nvSpPr>
        <p:spPr bwMode="gray"/>
        <p:txBody>
          <a:bodyPr/>
          <a:lstStyle>
            <a:lvl1pPr>
              <a:defRPr>
                <a:solidFill>
                  <a:schemeClr val="bg1"/>
                </a:solidFill>
              </a:defRPr>
            </a:lvl1pPr>
          </a:lstStyle>
          <a:p>
            <a:r>
              <a:rPr lang="en-US"/>
              <a:t>NR2B timeline overview and deliverable plan</a:t>
            </a:r>
          </a:p>
        </p:txBody>
      </p:sp>
      <p:sp>
        <p:nvSpPr>
          <p:cNvPr id="14" name="Foliennummernplatzhalter 13">
            <a:extLst>
              <a:ext uri="{FF2B5EF4-FFF2-40B4-BE49-F238E27FC236}">
                <a16:creationId xmlns:a16="http://schemas.microsoft.com/office/drawing/2014/main" id="{8232BFC2-647B-B4B6-1EB1-6E9E32ED1994}"/>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2" name="Text Placeholder 8">
            <a:extLst>
              <a:ext uri="{FF2B5EF4-FFF2-40B4-BE49-F238E27FC236}">
                <a16:creationId xmlns:a16="http://schemas.microsoft.com/office/drawing/2014/main" id="{CB4A65EB-A398-8280-6840-772AD43C343C}"/>
              </a:ext>
            </a:extLst>
          </p:cNvPr>
          <p:cNvSpPr>
            <a:spLocks noGrp="1"/>
          </p:cNvSpPr>
          <p:nvPr>
            <p:ph type="body" sz="quarter" idx="31"/>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B486832A-3F59-AC80-2F13-A64607CB7775}"/>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66E4FF04-A86E-0C54-7F24-DB0EE1782691}"/>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7DFE41E4-ECEB-A2A1-A286-BCB29F691638}"/>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60BB963A-B8DB-ADCF-209D-23D0816454B4}"/>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3" name="Arrow: Pentagon 6">
            <a:extLst>
              <a:ext uri="{FF2B5EF4-FFF2-40B4-BE49-F238E27FC236}">
                <a16:creationId xmlns:a16="http://schemas.microsoft.com/office/drawing/2014/main" id="{10626C63-9EC1-F170-9293-A76090726AF6}"/>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988597783"/>
      </p:ext>
    </p:extLst>
  </p:cSld>
  <p:clrMapOvr>
    <a:masterClrMapping/>
  </p:clrMapOvr>
  <p:extLst>
    <p:ext uri="{DCECCB84-F9BA-43D5-87BE-67443E8EF086}">
      <p15:sldGuideLst xmlns:p15="http://schemas.microsoft.com/office/powerpoint/2012/main">
        <p15:guide id="1" pos="3931">
          <p15:clr>
            <a:srgbClr val="FBAE40"/>
          </p15:clr>
        </p15:guide>
        <p15:guide id="2" pos="3749">
          <p15:clr>
            <a:srgbClr val="FBAE40"/>
          </p15:clr>
        </p15:guide>
        <p15:guide id="3" orient="horz" pos="1298">
          <p15:clr>
            <a:srgbClr val="FBAE40"/>
          </p15:clr>
        </p15:guide>
        <p15:guide id="4" pos="3840">
          <p15:clr>
            <a:srgbClr val="FBAE40"/>
          </p15:clr>
        </p15:guide>
      </p15:sldGuideLst>
    </p:ext>
  </p:extLst>
</p:sldLayout>
</file>

<file path=ppt/slideLayouts/slideLayout326.xml><?xml version="1.0" encoding="utf-8"?>
<p:sldLayout xmlns:a="http://schemas.openxmlformats.org/drawingml/2006/main" xmlns:r="http://schemas.openxmlformats.org/officeDocument/2006/relationships" xmlns:p="http://schemas.openxmlformats.org/presentationml/2006/main" preserve="1" userDrawn="1">
  <p:cSld name="Key message and image division (2)">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0" y="0"/>
            <a:ext cx="8148637"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4FBDAE19-EEFC-C0FF-2C91-7610E4715477}"/>
              </a:ext>
            </a:extLst>
          </p:cNvPr>
          <p:cNvSpPr>
            <a:spLocks noGrp="1"/>
          </p:cNvSpPr>
          <p:nvPr>
            <p:ph type="pic" sz="quarter" idx="21" hasCustomPrompt="1"/>
          </p:nvPr>
        </p:nvSpPr>
        <p:spPr bwMode="ltGray">
          <a:xfrm>
            <a:off x="8148638" y="0"/>
            <a:ext cx="4043362"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5" y="1412874"/>
            <a:ext cx="7380288"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7380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2C16D604-692B-A946-0EC8-16D8E62D24EC}"/>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29E334AD-D29B-7211-26D3-B8B8A73BFA0B}"/>
              </a:ext>
            </a:extLst>
          </p:cNvPr>
          <p:cNvSpPr>
            <a:spLocks noGrp="1"/>
          </p:cNvSpPr>
          <p:nvPr>
            <p:ph type="ftr" sz="quarter" idx="31"/>
          </p:nvPr>
        </p:nvSpPr>
        <p:spPr bwMode="gray"/>
        <p:txBody>
          <a:bodyPr/>
          <a:lstStyle>
            <a:lvl1pPr>
              <a:defRPr>
                <a:solidFill>
                  <a:schemeClr val="bg1"/>
                </a:solidFill>
              </a:defRPr>
            </a:lvl1pPr>
          </a:lstStyle>
          <a:p>
            <a:r>
              <a:rPr lang="en-US"/>
              <a:t>NR2B timeline overview and deliverable plan</a:t>
            </a:r>
          </a:p>
        </p:txBody>
      </p:sp>
      <p:sp>
        <p:nvSpPr>
          <p:cNvPr id="2" name="Text Placeholder 8">
            <a:extLst>
              <a:ext uri="{FF2B5EF4-FFF2-40B4-BE49-F238E27FC236}">
                <a16:creationId xmlns:a16="http://schemas.microsoft.com/office/drawing/2014/main" id="{AA49972D-F9C7-9152-B19D-7D4EB031A5D2}"/>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DCF59E70-0AA5-7D95-51CA-468698922E0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F2DB1682-7A9E-32ED-89E1-35FD5DD053E4}"/>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F4CC5AE4-025E-4DA7-5C5D-88CB2C864849}"/>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C42EB3FB-8F80-C780-C13A-9D6DFF4300EC}"/>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0DBDA80F-0715-C37D-E631-65B9559D2BA3}"/>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4026453417"/>
      </p:ext>
    </p:extLst>
  </p:cSld>
  <p:clrMapOvr>
    <a:masterClrMapping/>
  </p:clrMapOvr>
  <p:extLst>
    <p:ext uri="{DCECCB84-F9BA-43D5-87BE-67443E8EF086}">
      <p15:sldGuideLst xmlns:p15="http://schemas.microsoft.com/office/powerpoint/2012/main">
        <p15:guide id="1" pos="4951">
          <p15:clr>
            <a:srgbClr val="FBAE40"/>
          </p15:clr>
        </p15:guide>
        <p15:guide id="3" orient="horz" pos="1298">
          <p15:clr>
            <a:srgbClr val="FBAE40"/>
          </p15:clr>
        </p15:guide>
        <p15:guide id="4" pos="5133">
          <p15:clr>
            <a:srgbClr val="FBAE40"/>
          </p15:clr>
        </p15:guide>
      </p15:sldGuideLst>
    </p:ext>
  </p:extLst>
</p:sldLayout>
</file>

<file path=ppt/slideLayouts/slideLayout327.xml><?xml version="1.0" encoding="utf-8"?>
<p:sldLayout xmlns:a="http://schemas.openxmlformats.org/drawingml/2006/main" xmlns:r="http://schemas.openxmlformats.org/officeDocument/2006/relationships" xmlns:p="http://schemas.openxmlformats.org/presentationml/2006/main" preserve="1" userDrawn="1">
  <p:cSld name="Key message and image division (3)">
    <p:spTree>
      <p:nvGrpSpPr>
        <p:cNvPr id="1" name=""/>
        <p:cNvGrpSpPr/>
        <p:nvPr/>
      </p:nvGrpSpPr>
      <p:grpSpPr>
        <a:xfrm>
          <a:off x="0" y="0"/>
          <a:ext cx="0" cy="0"/>
          <a:chOff x="0" y="0"/>
          <a:chExt cx="0" cy="0"/>
        </a:xfrm>
      </p:grpSpPr>
      <p:sp>
        <p:nvSpPr>
          <p:cNvPr id="4" name="Bildplatzhalter 10">
            <a:extLst>
              <a:ext uri="{FF2B5EF4-FFF2-40B4-BE49-F238E27FC236}">
                <a16:creationId xmlns:a16="http://schemas.microsoft.com/office/drawing/2014/main" id="{6F9AA895-08EE-571D-61F7-0086C0A8BE7C}"/>
              </a:ext>
            </a:extLst>
          </p:cNvPr>
          <p:cNvSpPr>
            <a:spLocks noGrp="1"/>
          </p:cNvSpPr>
          <p:nvPr>
            <p:ph type="pic" sz="quarter" idx="10" hasCustomPrompt="1"/>
          </p:nvPr>
        </p:nvSpPr>
        <p:spPr bwMode="ltGray">
          <a:xfrm>
            <a:off x="1" y="0"/>
            <a:ext cx="10164762" cy="6858000"/>
          </a:xfrm>
          <a:solidFill>
            <a:schemeClr val="bg2"/>
          </a:solidFill>
        </p:spPr>
        <p:txBody>
          <a:bodyPr tIns="108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lvl5pPr>
            <a:lvl6pPr marL="0" indent="0" algn="ctr">
              <a:spcBef>
                <a:spcPts val="0"/>
              </a:spcBef>
              <a:spcAft>
                <a:spcPts val="0"/>
              </a:spcAft>
              <a:buFontTx/>
              <a:buNone/>
              <a:tabLst/>
              <a:defRPr sz="1200" b="0"/>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r>
              <a:rPr lang="en-US"/>
              <a:t>Bild hinzufügen per </a:t>
            </a:r>
            <a:br>
              <a:rPr lang="en-US"/>
            </a:br>
            <a:r>
              <a:rPr lang="en-US"/>
              <a:t>Klick auf das Symbol</a:t>
            </a:r>
          </a:p>
        </p:txBody>
      </p:sp>
      <p:sp>
        <p:nvSpPr>
          <p:cNvPr id="12" name="Bildplatzhalter 10">
            <a:extLst>
              <a:ext uri="{FF2B5EF4-FFF2-40B4-BE49-F238E27FC236}">
                <a16:creationId xmlns:a16="http://schemas.microsoft.com/office/drawing/2014/main" id="{7A533ABC-C52E-DA13-A669-D0BEA88A8E1A}"/>
              </a:ext>
            </a:extLst>
          </p:cNvPr>
          <p:cNvSpPr>
            <a:spLocks noGrp="1"/>
          </p:cNvSpPr>
          <p:nvPr>
            <p:ph type="pic" sz="quarter" idx="21" hasCustomPrompt="1"/>
          </p:nvPr>
        </p:nvSpPr>
        <p:spPr bwMode="ltGray">
          <a:xfrm>
            <a:off x="10164763" y="0"/>
            <a:ext cx="2027236" cy="6858000"/>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solidFill>
                  <a:schemeClr val="bg1"/>
                </a:solidFill>
              </a:defRPr>
            </a:lvl3pPr>
            <a:lvl4pPr marL="0" indent="0" algn="ctr">
              <a:spcBef>
                <a:spcPts val="0"/>
              </a:spcBef>
              <a:spcAft>
                <a:spcPts val="0"/>
              </a:spcAft>
              <a:buFontTx/>
              <a:buNone/>
              <a:tabLst/>
              <a:defRPr sz="1200" b="0">
                <a:solidFill>
                  <a:schemeClr val="bg1"/>
                </a:solidFill>
              </a:defRPr>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solidFill>
                  <a:schemeClr val="bg1"/>
                </a:solidFill>
              </a:defRPr>
            </a:lvl7pPr>
            <a:lvl8pPr marL="0" indent="0" algn="ctr">
              <a:spcBef>
                <a:spcPts val="0"/>
              </a:spcBef>
              <a:spcAft>
                <a:spcPts val="0"/>
              </a:spcAft>
              <a:buFontTx/>
              <a:buNone/>
              <a:tabLst/>
              <a:defRPr sz="1200" b="0">
                <a:solidFill>
                  <a:schemeClr val="bg1"/>
                </a:solidFill>
              </a:defRPr>
            </a:lvl8pPr>
            <a:lvl9pPr marL="0" indent="0" algn="ctr">
              <a:spcBef>
                <a:spcPts val="0"/>
              </a:spcBef>
              <a:spcAft>
                <a:spcPts val="0"/>
              </a:spcAft>
              <a:buFontTx/>
              <a:buNone/>
              <a:tabLst/>
              <a:defRPr sz="1200" b="0">
                <a:solidFill>
                  <a:schemeClr val="bg1"/>
                </a:solidFill>
              </a:defRPr>
            </a:lvl9pPr>
          </a:lstStyle>
          <a:p>
            <a:pPr lvl="0"/>
            <a:r>
              <a:rPr lang="en-US"/>
              <a:t>Add picture</a:t>
            </a:r>
          </a:p>
        </p:txBody>
      </p:sp>
      <p:sp>
        <p:nvSpPr>
          <p:cNvPr id="7" name="Textplatzhalter 6">
            <a:extLst>
              <a:ext uri="{FF2B5EF4-FFF2-40B4-BE49-F238E27FC236}">
                <a16:creationId xmlns:a16="http://schemas.microsoft.com/office/drawing/2014/main" id="{BB5806D4-1E90-A7C2-8212-91BE93E8EF72}"/>
              </a:ext>
            </a:extLst>
          </p:cNvPr>
          <p:cNvSpPr>
            <a:spLocks noGrp="1"/>
          </p:cNvSpPr>
          <p:nvPr>
            <p:ph type="body" sz="quarter" idx="18" hasCustomPrompt="1"/>
          </p:nvPr>
        </p:nvSpPr>
        <p:spPr bwMode="gray">
          <a:xfrm>
            <a:off x="479424" y="1412874"/>
            <a:ext cx="9396413" cy="4392000"/>
          </a:xfrm>
        </p:spPr>
        <p:txBody>
          <a:bodyPr/>
          <a:lstStyle>
            <a:lvl1pPr marL="0" indent="0">
              <a:lnSpc>
                <a:spcPct val="120000"/>
              </a:lnSpc>
              <a:spcAft>
                <a:spcPts val="0"/>
              </a:spcAft>
              <a:buNone/>
              <a:defRPr sz="3200" b="1">
                <a:solidFill>
                  <a:schemeClr val="bg1"/>
                </a:solidFill>
                <a:latin typeface="+mj-lt"/>
              </a:defRPr>
            </a:lvl1pPr>
            <a:lvl2pPr marL="0" indent="0">
              <a:lnSpc>
                <a:spcPct val="120000"/>
              </a:lnSpc>
              <a:spcAft>
                <a:spcPts val="0"/>
              </a:spcAft>
              <a:buNone/>
              <a:defRPr sz="3200" b="1">
                <a:solidFill>
                  <a:schemeClr val="tx2"/>
                </a:solidFill>
                <a:latin typeface="+mj-lt"/>
              </a:defRPr>
            </a:lvl2pPr>
            <a:lvl3pPr marL="0" indent="0">
              <a:lnSpc>
                <a:spcPct val="120000"/>
              </a:lnSpc>
              <a:spcAft>
                <a:spcPts val="0"/>
              </a:spcAft>
              <a:buNone/>
              <a:defRPr sz="3200" b="1">
                <a:solidFill>
                  <a:schemeClr val="tx2"/>
                </a:solidFill>
                <a:latin typeface="+mj-lt"/>
              </a:defRPr>
            </a:lvl3pPr>
            <a:lvl4pPr marL="0" indent="0">
              <a:lnSpc>
                <a:spcPct val="120000"/>
              </a:lnSpc>
              <a:spcAft>
                <a:spcPts val="0"/>
              </a:spcAft>
              <a:buNone/>
              <a:defRPr sz="3200" b="1">
                <a:solidFill>
                  <a:schemeClr val="tx2"/>
                </a:solidFill>
                <a:latin typeface="+mj-lt"/>
              </a:defRPr>
            </a:lvl4pPr>
            <a:lvl5pPr marL="0" indent="0">
              <a:lnSpc>
                <a:spcPct val="120000"/>
              </a:lnSpc>
              <a:spcAft>
                <a:spcPts val="0"/>
              </a:spcAft>
              <a:buNone/>
              <a:defRPr sz="3200" b="1">
                <a:solidFill>
                  <a:schemeClr val="tx2"/>
                </a:solidFill>
                <a:latin typeface="+mj-lt"/>
              </a:defRPr>
            </a:lvl5pPr>
            <a:lvl6pPr marL="0" indent="0">
              <a:lnSpc>
                <a:spcPct val="120000"/>
              </a:lnSpc>
              <a:spcAft>
                <a:spcPts val="0"/>
              </a:spcAft>
              <a:buNone/>
              <a:defRPr sz="3200" b="1">
                <a:solidFill>
                  <a:schemeClr val="tx2"/>
                </a:solidFill>
                <a:latin typeface="+mj-lt"/>
              </a:defRPr>
            </a:lvl6pPr>
            <a:lvl7pPr marL="0" indent="0">
              <a:lnSpc>
                <a:spcPct val="120000"/>
              </a:lnSpc>
              <a:spcAft>
                <a:spcPts val="0"/>
              </a:spcAft>
              <a:buNone/>
              <a:defRPr sz="3200" b="1">
                <a:solidFill>
                  <a:schemeClr val="tx2"/>
                </a:solidFill>
                <a:latin typeface="+mj-lt"/>
              </a:defRPr>
            </a:lvl7pPr>
            <a:lvl8pPr marL="0" indent="0">
              <a:lnSpc>
                <a:spcPct val="120000"/>
              </a:lnSpc>
              <a:spcAft>
                <a:spcPts val="0"/>
              </a:spcAft>
              <a:buNone/>
              <a:defRPr sz="3200" b="1">
                <a:solidFill>
                  <a:schemeClr val="tx2"/>
                </a:solidFill>
                <a:latin typeface="+mj-lt"/>
              </a:defRPr>
            </a:lvl8pPr>
            <a:lvl9pPr marL="0" indent="0">
              <a:lnSpc>
                <a:spcPct val="120000"/>
              </a:lnSpc>
              <a:spcAft>
                <a:spcPts val="0"/>
              </a:spcAft>
              <a:buNone/>
              <a:defRPr sz="3200" b="1">
                <a:solidFill>
                  <a:schemeClr val="tx2"/>
                </a:solidFill>
                <a:latin typeface="+mj-lt"/>
              </a:defRPr>
            </a:lvl9pPr>
          </a:lstStyle>
          <a:p>
            <a:pPr lvl="0"/>
            <a:r>
              <a:rPr lang="en-US"/>
              <a:t>Edit text by clicking. Use the "Increase/decrease list level" buttons on the Start tab to switch between the set up text levels.</a:t>
            </a:r>
          </a:p>
          <a:p>
            <a:pPr lvl="1"/>
            <a:r>
              <a:rPr lang="en-US"/>
              <a:t>Second level</a:t>
            </a:r>
          </a:p>
        </p:txBody>
      </p:sp>
      <p:sp>
        <p:nvSpPr>
          <p:cNvPr id="8" name="Textplatzhalter 7"/>
          <p:cNvSpPr>
            <a:spLocks noGrp="1"/>
          </p:cNvSpPr>
          <p:nvPr>
            <p:ph type="body" sz="quarter" idx="13" hasCustomPrompt="1"/>
          </p:nvPr>
        </p:nvSpPr>
        <p:spPr bwMode="gray">
          <a:xfrm>
            <a:off x="480000" y="5805280"/>
            <a:ext cx="9396000" cy="144000"/>
          </a:xfrm>
        </p:spPr>
        <p:txBody>
          <a:bodyPr anchor="b"/>
          <a:lstStyle>
            <a:lvl1pPr marL="0" indent="0">
              <a:lnSpc>
                <a:spcPct val="100000"/>
              </a:lnSpc>
              <a:spcBef>
                <a:spcPts val="0"/>
              </a:spcBef>
              <a:spcAft>
                <a:spcPts val="0"/>
              </a:spcAft>
              <a:buFont typeface="Arial" panose="020B0604020202020204" pitchFamily="34" charset="0"/>
              <a:buNone/>
              <a:defRPr sz="800" b="0">
                <a:solidFill>
                  <a:schemeClr val="bg1"/>
                </a:solidFill>
              </a:defRPr>
            </a:lvl1pPr>
            <a:lvl2pPr marL="0" indent="0">
              <a:lnSpc>
                <a:spcPct val="100000"/>
              </a:lnSpc>
              <a:spcBef>
                <a:spcPts val="0"/>
              </a:spcBef>
              <a:spcAft>
                <a:spcPts val="0"/>
              </a:spcAft>
              <a:buFont typeface="Arial" panose="020B0604020202020204" pitchFamily="34" charset="0"/>
              <a:buNone/>
              <a:defRPr sz="800" b="0">
                <a:solidFill>
                  <a:schemeClr val="bg1"/>
                </a:solidFill>
              </a:defRPr>
            </a:lvl2pPr>
            <a:lvl3pPr marL="0" indent="0">
              <a:lnSpc>
                <a:spcPct val="100000"/>
              </a:lnSpc>
              <a:spcBef>
                <a:spcPts val="0"/>
              </a:spcBef>
              <a:spcAft>
                <a:spcPts val="0"/>
              </a:spcAft>
              <a:buNone/>
              <a:defRPr sz="800" b="0">
                <a:solidFill>
                  <a:schemeClr val="bg1"/>
                </a:solidFill>
              </a:defRPr>
            </a:lvl3pPr>
            <a:lvl4pPr marL="0" indent="0">
              <a:lnSpc>
                <a:spcPct val="100000"/>
              </a:lnSpc>
              <a:spcBef>
                <a:spcPts val="0"/>
              </a:spcBef>
              <a:spcAft>
                <a:spcPts val="0"/>
              </a:spcAft>
              <a:buNone/>
              <a:defRPr sz="800" b="0">
                <a:solidFill>
                  <a:schemeClr val="bg1"/>
                </a:solidFill>
              </a:defRPr>
            </a:lvl4pPr>
            <a:lvl5pPr marL="0" indent="0">
              <a:lnSpc>
                <a:spcPct val="100000"/>
              </a:lnSpc>
              <a:spcBef>
                <a:spcPts val="0"/>
              </a:spcBef>
              <a:spcAft>
                <a:spcPts val="0"/>
              </a:spcAft>
              <a:buNone/>
              <a:defRPr sz="800" b="0">
                <a:solidFill>
                  <a:schemeClr val="bg1"/>
                </a:solidFill>
              </a:defRPr>
            </a:lvl5pPr>
            <a:lvl6pPr marL="0" indent="0">
              <a:lnSpc>
                <a:spcPct val="100000"/>
              </a:lnSpc>
              <a:spcBef>
                <a:spcPts val="0"/>
              </a:spcBef>
              <a:spcAft>
                <a:spcPts val="0"/>
              </a:spcAft>
              <a:buNone/>
              <a:defRPr sz="800" b="0">
                <a:solidFill>
                  <a:schemeClr val="bg1"/>
                </a:solidFill>
              </a:defRPr>
            </a:lvl6pPr>
            <a:lvl7pPr marL="0" indent="0">
              <a:lnSpc>
                <a:spcPct val="100000"/>
              </a:lnSpc>
              <a:spcBef>
                <a:spcPts val="0"/>
              </a:spcBef>
              <a:spcAft>
                <a:spcPts val="0"/>
              </a:spcAft>
              <a:buNone/>
              <a:defRPr sz="800" b="0">
                <a:solidFill>
                  <a:schemeClr val="bg1"/>
                </a:solidFill>
              </a:defRPr>
            </a:lvl7pPr>
            <a:lvl8pPr marL="0" indent="0">
              <a:lnSpc>
                <a:spcPct val="100000"/>
              </a:lnSpc>
              <a:spcBef>
                <a:spcPts val="0"/>
              </a:spcBef>
              <a:spcAft>
                <a:spcPts val="0"/>
              </a:spcAft>
              <a:buNone/>
              <a:defRPr sz="800" b="0">
                <a:solidFill>
                  <a:schemeClr val="bg1"/>
                </a:solidFill>
              </a:defRPr>
            </a:lvl8pPr>
            <a:lvl9pPr marL="0" indent="0">
              <a:lnSpc>
                <a:spcPct val="100000"/>
              </a:lnSpc>
              <a:spcBef>
                <a:spcPts val="0"/>
              </a:spcBef>
              <a:spcAft>
                <a:spcPts val="0"/>
              </a:spcAft>
              <a:buNone/>
              <a:defRPr sz="800" b="0">
                <a:solidFill>
                  <a:schemeClr val="bg1"/>
                </a:solidFill>
              </a:defRPr>
            </a:lvl9pPr>
          </a:lstStyle>
          <a:p>
            <a:pPr lvl="0"/>
            <a:r>
              <a:rPr lang="en-US"/>
              <a:t>Footnote/Source</a:t>
            </a:r>
          </a:p>
        </p:txBody>
      </p:sp>
      <p:sp>
        <p:nvSpPr>
          <p:cNvPr id="14" name="Foliennummernplatzhalter 13">
            <a:extLst>
              <a:ext uri="{FF2B5EF4-FFF2-40B4-BE49-F238E27FC236}">
                <a16:creationId xmlns:a16="http://schemas.microsoft.com/office/drawing/2014/main" id="{45F3464A-9797-B24C-824F-1ACC52EFDC22}"/>
              </a:ext>
            </a:extLst>
          </p:cNvPr>
          <p:cNvSpPr>
            <a:spLocks noGrp="1"/>
          </p:cNvSpPr>
          <p:nvPr>
            <p:ph type="sldNum" sz="quarter" idx="30"/>
          </p:nvPr>
        </p:nvSpPr>
        <p:spPr bwMode="gray"/>
        <p:txBody>
          <a:bodyPr/>
          <a:lstStyle>
            <a:lvl1pPr>
              <a:defRPr>
                <a:solidFill>
                  <a:schemeClr val="bg1"/>
                </a:solidFill>
              </a:defRPr>
            </a:lvl1pPr>
          </a:lstStyle>
          <a:p>
            <a:fld id="{DF4E8F9F-5B1F-4F5B-BE49-3245D8C18D9F}" type="slidenum">
              <a:rPr lang="en-US" smtClean="0"/>
              <a:pPr/>
              <a:t>‹#›</a:t>
            </a:fld>
            <a:endParaRPr lang="en-US"/>
          </a:p>
        </p:txBody>
      </p:sp>
      <p:sp>
        <p:nvSpPr>
          <p:cNvPr id="3" name="Fußzeilenplatzhalter 2">
            <a:extLst>
              <a:ext uri="{FF2B5EF4-FFF2-40B4-BE49-F238E27FC236}">
                <a16:creationId xmlns:a16="http://schemas.microsoft.com/office/drawing/2014/main" id="{60A36999-AA89-78BB-997C-93DA7D5BAB15}"/>
              </a:ext>
            </a:extLst>
          </p:cNvPr>
          <p:cNvSpPr>
            <a:spLocks noGrp="1"/>
          </p:cNvSpPr>
          <p:nvPr>
            <p:ph type="ftr" sz="quarter" idx="31"/>
          </p:nvPr>
        </p:nvSpPr>
        <p:spPr bwMode="gray"/>
        <p:txBody>
          <a:bodyPr/>
          <a:lstStyle>
            <a:lvl1pPr>
              <a:defRPr>
                <a:solidFill>
                  <a:schemeClr val="bg1"/>
                </a:solidFill>
              </a:defRPr>
            </a:lvl1pPr>
          </a:lstStyle>
          <a:p>
            <a:r>
              <a:rPr lang="en-US"/>
              <a:t>NR2B timeline overview and deliverable plan</a:t>
            </a:r>
          </a:p>
        </p:txBody>
      </p:sp>
      <p:sp>
        <p:nvSpPr>
          <p:cNvPr id="2" name="Text Placeholder 8">
            <a:extLst>
              <a:ext uri="{FF2B5EF4-FFF2-40B4-BE49-F238E27FC236}">
                <a16:creationId xmlns:a16="http://schemas.microsoft.com/office/drawing/2014/main" id="{65A201DE-2CBA-3A2F-BCAF-2D18E1438B20}"/>
              </a:ext>
            </a:extLst>
          </p:cNvPr>
          <p:cNvSpPr>
            <a:spLocks noGrp="1"/>
          </p:cNvSpPr>
          <p:nvPr>
            <p:ph type="body" sz="quarter" idx="32"/>
          </p:nvPr>
        </p:nvSpPr>
        <p:spPr bwMode="gray">
          <a:xfrm>
            <a:off x="479424" y="6166800"/>
            <a:ext cx="1234800" cy="374400"/>
          </a:xfrm>
          <a:blipFill>
            <a:blip r:embed="rId2">
              <a:extLst>
                <a:ext uri="{96DAC541-7B7A-43D3-8B79-37D633B846F1}">
                  <asvg:svgBlip xmlns:asvg="http://schemas.microsoft.com/office/drawing/2016/SVG/main" r:embed="rId3"/>
                </a:ext>
              </a:extLst>
            </a:blip>
            <a:srcRect/>
            <a:stretch>
              <a:fillRect t="224" b="224"/>
            </a:stretch>
          </a:blipFill>
        </p:spPr>
        <p:txBody>
          <a:bodyPr/>
          <a:lstStyle>
            <a:lvl1pPr marL="0" indent="0">
              <a:lnSpc>
                <a:spcPct val="100000"/>
              </a:lnSpc>
              <a:spcAft>
                <a:spcPts val="0"/>
              </a:spcAft>
              <a:buFontTx/>
              <a:buNone/>
              <a:defRPr sz="200">
                <a:noFill/>
              </a:defRPr>
            </a:lvl1pPr>
            <a:lvl2pPr marL="0" indent="0">
              <a:lnSpc>
                <a:spcPct val="100000"/>
              </a:lnSpc>
              <a:spcAft>
                <a:spcPts val="0"/>
              </a:spcAft>
              <a:buFontTx/>
              <a:buNone/>
              <a:defRPr sz="200">
                <a:noFill/>
              </a:defRPr>
            </a:lvl2pPr>
            <a:lvl3pPr marL="0" indent="0">
              <a:lnSpc>
                <a:spcPct val="100000"/>
              </a:lnSpc>
              <a:spcAft>
                <a:spcPts val="0"/>
              </a:spcAft>
              <a:buFontTx/>
              <a:buNone/>
              <a:defRPr sz="200">
                <a:noFill/>
              </a:defRPr>
            </a:lvl3pPr>
            <a:lvl4pPr marL="0" indent="0">
              <a:lnSpc>
                <a:spcPct val="100000"/>
              </a:lnSpc>
              <a:spcAft>
                <a:spcPts val="0"/>
              </a:spcAft>
              <a:buFontTx/>
              <a:buNone/>
              <a:defRPr sz="200">
                <a:noFill/>
              </a:defRPr>
            </a:lvl4pPr>
            <a:lvl5pPr marL="0" indent="0">
              <a:lnSpc>
                <a:spcPct val="100000"/>
              </a:lnSpc>
              <a:spcAft>
                <a:spcPts val="0"/>
              </a:spcAft>
              <a:buFontTx/>
              <a:buNone/>
              <a:defRPr sz="200">
                <a:noFill/>
              </a:defRPr>
            </a:lvl5pPr>
          </a:lstStyle>
          <a:p>
            <a:pPr lvl="0"/>
            <a:r>
              <a:rPr lang="en-US"/>
              <a:t>Click to edit Master text styles</a:t>
            </a:r>
          </a:p>
        </p:txBody>
      </p:sp>
      <p:grpSp>
        <p:nvGrpSpPr>
          <p:cNvPr id="17" name="Group 16">
            <a:extLst>
              <a:ext uri="{FF2B5EF4-FFF2-40B4-BE49-F238E27FC236}">
                <a16:creationId xmlns:a16="http://schemas.microsoft.com/office/drawing/2014/main" id="{4BAE589A-359B-E6DB-622E-EAE04CAF348C}"/>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8" name="TextBox 17">
              <a:extLst>
                <a:ext uri="{FF2B5EF4-FFF2-40B4-BE49-F238E27FC236}">
                  <a16:creationId xmlns:a16="http://schemas.microsoft.com/office/drawing/2014/main" id="{29600E54-4002-6509-4582-0EDEEBDAB63D}"/>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9" name="Picture 18">
              <a:extLst>
                <a:ext uri="{FF2B5EF4-FFF2-40B4-BE49-F238E27FC236}">
                  <a16:creationId xmlns:a16="http://schemas.microsoft.com/office/drawing/2014/main" id="{32624874-21BE-DEEA-091D-A0656CFC21F1}"/>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20" name="TextBox 19">
              <a:extLst>
                <a:ext uri="{FF2B5EF4-FFF2-40B4-BE49-F238E27FC236}">
                  <a16:creationId xmlns:a16="http://schemas.microsoft.com/office/drawing/2014/main" id="{AC724CB1-D70D-E3FD-69B6-E6671D0AC023}"/>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
        <p:nvSpPr>
          <p:cNvPr id="5" name="Arrow: Pentagon 6">
            <a:extLst>
              <a:ext uri="{FF2B5EF4-FFF2-40B4-BE49-F238E27FC236}">
                <a16:creationId xmlns:a16="http://schemas.microsoft.com/office/drawing/2014/main" id="{E400A93E-ECB0-FAFD-59FC-294C05F64D5E}"/>
              </a:ext>
            </a:extLst>
          </p:cNvPr>
          <p:cNvSpPr/>
          <p:nvPr userDrawn="1"/>
        </p:nvSpPr>
        <p:spPr bwMode="gray">
          <a:xfrm flipH="1">
            <a:off x="12216880" y="548680"/>
            <a:ext cx="1656000" cy="432000"/>
          </a:xfrm>
          <a:prstGeom prst="homePlate">
            <a:avLst/>
          </a:prstGeom>
          <a:solidFill>
            <a:schemeClr val="accent6"/>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180000" rtlCol="0" anchor="ctr"/>
          <a:lstStyle/>
          <a:p>
            <a:pPr algn="l">
              <a:lnSpc>
                <a:spcPct val="140000"/>
              </a:lnSpc>
            </a:pPr>
            <a:r>
              <a:rPr lang="en-GB" sz="800" b="1">
                <a:solidFill>
                  <a:srgbClr val="076D7E"/>
                </a:solidFill>
                <a:latin typeface="+mj-lt"/>
              </a:rPr>
              <a:t>This layout requires two pictures in the background</a:t>
            </a:r>
            <a:endParaRPr lang="en-US" sz="800" b="1">
              <a:solidFill>
                <a:srgbClr val="076D7E"/>
              </a:solidFill>
              <a:latin typeface="+mj-lt"/>
            </a:endParaRPr>
          </a:p>
        </p:txBody>
      </p:sp>
    </p:spTree>
    <p:extLst>
      <p:ext uri="{BB962C8B-B14F-4D97-AF65-F5344CB8AC3E}">
        <p14:creationId xmlns:p14="http://schemas.microsoft.com/office/powerpoint/2010/main" val="3565155605"/>
      </p:ext>
    </p:extLst>
  </p:cSld>
  <p:clrMapOvr>
    <a:masterClrMapping/>
  </p:clrMapOvr>
  <p:extLst>
    <p:ext uri="{DCECCB84-F9BA-43D5-87BE-67443E8EF086}">
      <p15:sldGuideLst xmlns:p15="http://schemas.microsoft.com/office/powerpoint/2012/main">
        <p15:guide id="1" pos="6221">
          <p15:clr>
            <a:srgbClr val="FBAE40"/>
          </p15:clr>
        </p15:guide>
        <p15:guide id="2" pos="6403">
          <p15:clr>
            <a:srgbClr val="FBAE40"/>
          </p15:clr>
        </p15:guide>
        <p15:guide id="3" orient="horz" pos="1298">
          <p15:clr>
            <a:srgbClr val="FBAE40"/>
          </p15:clr>
        </p15:guide>
      </p15:sldGuideLst>
    </p:ext>
  </p:extLst>
</p:sldLayout>
</file>

<file path=ppt/slideLayouts/slideLayout32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sp>
        <p:nvSpPr>
          <p:cNvPr id="2" name="Titel 1"/>
          <p:cNvSpPr>
            <a:spLocks noGrp="1"/>
          </p:cNvSpPr>
          <p:nvPr>
            <p:ph type="title" hasCustomPrompt="1"/>
          </p:nvPr>
        </p:nvSpPr>
        <p:spPr bwMode="gray"/>
        <p:txBody>
          <a:bodyPr/>
          <a:lstStyle>
            <a:lvl1pPr>
              <a:defRPr/>
            </a:lvl1pPr>
          </a:lstStyle>
          <a:p>
            <a:r>
              <a:rPr lang="en-US" err="1"/>
              <a:t>Folientitel</a:t>
            </a:r>
            <a:endParaRPr lang="en-US"/>
          </a:p>
        </p:txBody>
      </p:sp>
      <p:sp>
        <p:nvSpPr>
          <p:cNvPr id="11" name="Textplatzhalter 7">
            <a:extLst>
              <a:ext uri="{FF2B5EF4-FFF2-40B4-BE49-F238E27FC236}">
                <a16:creationId xmlns:a16="http://schemas.microsoft.com/office/drawing/2014/main" id="{87DC9DBC-428C-0141-1449-618275A50D20}"/>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AC322F83-D582-6CFE-50EE-9B963E9DAFF2}"/>
              </a:ext>
            </a:extLst>
          </p:cNvPr>
          <p:cNvSpPr>
            <a:spLocks noGrp="1"/>
          </p:cNvSpPr>
          <p:nvPr>
            <p:ph type="ftr" sz="quarter" idx="10"/>
          </p:nvPr>
        </p:nvSpPr>
        <p:spPr bwMode="gray"/>
        <p:txBody>
          <a:bodyPr/>
          <a:lstStyle/>
          <a:p>
            <a:r>
              <a:rPr lang="en-US"/>
              <a:t>NR2B timeline overview and deliverable plan</a:t>
            </a:r>
          </a:p>
        </p:txBody>
      </p:sp>
      <p:sp>
        <p:nvSpPr>
          <p:cNvPr id="10" name="Foliennummernplatzhalter 9">
            <a:extLst>
              <a:ext uri="{FF2B5EF4-FFF2-40B4-BE49-F238E27FC236}">
                <a16:creationId xmlns:a16="http://schemas.microsoft.com/office/drawing/2014/main" id="{381724B2-BBE4-E79B-167B-326D36AACC52}"/>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4029764523"/>
      </p:ext>
    </p:extLst>
  </p:cSld>
  <p:clrMapOvr>
    <a:masterClrMapping/>
  </p:clrMapOvr>
</p:sldLayout>
</file>

<file path=ppt/slideLayouts/slideLayout329.xml><?xml version="1.0" encoding="utf-8"?>
<p:sldLayout xmlns:a="http://schemas.openxmlformats.org/drawingml/2006/main" xmlns:r="http://schemas.openxmlformats.org/officeDocument/2006/relationships" xmlns:p="http://schemas.openxmlformats.org/presentationml/2006/main" preserve="1" userDrawn="1">
  <p:cSld name="Empty">
    <p:spTree>
      <p:nvGrpSpPr>
        <p:cNvPr id="1" name=""/>
        <p:cNvGrpSpPr/>
        <p:nvPr/>
      </p:nvGrpSpPr>
      <p:grpSpPr>
        <a:xfrm>
          <a:off x="0" y="0"/>
          <a:ext cx="0" cy="0"/>
          <a:chOff x="0" y="0"/>
          <a:chExt cx="0" cy="0"/>
        </a:xfrm>
      </p:grpSpPr>
      <p:sp>
        <p:nvSpPr>
          <p:cNvPr id="9" name="Textplatzhalter 7">
            <a:extLst>
              <a:ext uri="{FF2B5EF4-FFF2-40B4-BE49-F238E27FC236}">
                <a16:creationId xmlns:a16="http://schemas.microsoft.com/office/drawing/2014/main" id="{5B4F68A4-760E-D8DD-FB9B-EEEE9A86D218}"/>
              </a:ext>
            </a:extLst>
          </p:cNvPr>
          <p:cNvSpPr>
            <a:spLocks noGrp="1"/>
          </p:cNvSpPr>
          <p:nvPr>
            <p:ph type="body" sz="quarter" idx="13" hasCustomPrompt="1"/>
          </p:nvPr>
        </p:nvSpPr>
        <p:spPr bwMode="gray">
          <a:xfrm>
            <a:off x="479998" y="5805280"/>
            <a:ext cx="11232000" cy="144000"/>
          </a:xfrm>
        </p:spPr>
        <p:txBody>
          <a:bodyPr anchor="b"/>
          <a:lstStyle>
            <a:lvl1pPr marL="0" indent="0">
              <a:lnSpc>
                <a:spcPct val="100000"/>
              </a:lnSpc>
              <a:spcBef>
                <a:spcPts val="0"/>
              </a:spcBef>
              <a:spcAft>
                <a:spcPts val="0"/>
              </a:spcAft>
              <a:buFont typeface="Arial" panose="020B0604020202020204" pitchFamily="34" charset="0"/>
              <a:buNone/>
              <a:defRPr sz="800" b="0"/>
            </a:lvl1pPr>
            <a:lvl2pPr marL="0" indent="0">
              <a:lnSpc>
                <a:spcPct val="100000"/>
              </a:lnSpc>
              <a:spcBef>
                <a:spcPts val="0"/>
              </a:spcBef>
              <a:spcAft>
                <a:spcPts val="0"/>
              </a:spcAft>
              <a:buFont typeface="Arial" panose="020B0604020202020204" pitchFamily="34" charset="0"/>
              <a:buNone/>
              <a:defRPr sz="800" b="0"/>
            </a:lvl2pPr>
            <a:lvl3pPr marL="0" indent="0">
              <a:lnSpc>
                <a:spcPct val="100000"/>
              </a:lnSpc>
              <a:spcBef>
                <a:spcPts val="0"/>
              </a:spcBef>
              <a:spcAft>
                <a:spcPts val="0"/>
              </a:spcAft>
              <a:buNone/>
              <a:defRPr sz="800" b="0"/>
            </a:lvl3pPr>
            <a:lvl4pPr marL="0" indent="0">
              <a:lnSpc>
                <a:spcPct val="100000"/>
              </a:lnSpc>
              <a:spcBef>
                <a:spcPts val="0"/>
              </a:spcBef>
              <a:spcAft>
                <a:spcPts val="0"/>
              </a:spcAft>
              <a:buNone/>
              <a:defRPr sz="800" b="0"/>
            </a:lvl4pPr>
            <a:lvl5pPr marL="0" indent="0">
              <a:lnSpc>
                <a:spcPct val="100000"/>
              </a:lnSpc>
              <a:spcBef>
                <a:spcPts val="0"/>
              </a:spcBef>
              <a:spcAft>
                <a:spcPts val="0"/>
              </a:spcAft>
              <a:buNone/>
              <a:defRPr sz="800" b="0"/>
            </a:lvl5pPr>
            <a:lvl6pPr marL="0" indent="0">
              <a:lnSpc>
                <a:spcPct val="100000"/>
              </a:lnSpc>
              <a:spcBef>
                <a:spcPts val="0"/>
              </a:spcBef>
              <a:spcAft>
                <a:spcPts val="0"/>
              </a:spcAft>
              <a:buNone/>
              <a:defRPr sz="800" b="0"/>
            </a:lvl6pPr>
            <a:lvl7pPr marL="0" indent="0">
              <a:lnSpc>
                <a:spcPct val="100000"/>
              </a:lnSpc>
              <a:spcBef>
                <a:spcPts val="0"/>
              </a:spcBef>
              <a:spcAft>
                <a:spcPts val="0"/>
              </a:spcAft>
              <a:buNone/>
              <a:defRPr sz="800" b="0"/>
            </a:lvl7pPr>
            <a:lvl8pPr marL="0" indent="0">
              <a:lnSpc>
                <a:spcPct val="100000"/>
              </a:lnSpc>
              <a:spcBef>
                <a:spcPts val="0"/>
              </a:spcBef>
              <a:spcAft>
                <a:spcPts val="0"/>
              </a:spcAft>
              <a:buNone/>
              <a:defRPr sz="800" b="0"/>
            </a:lvl8pPr>
            <a:lvl9pPr marL="0" indent="0">
              <a:lnSpc>
                <a:spcPct val="100000"/>
              </a:lnSpc>
              <a:spcBef>
                <a:spcPts val="0"/>
              </a:spcBef>
              <a:spcAft>
                <a:spcPts val="0"/>
              </a:spcAft>
              <a:buNone/>
              <a:defRPr sz="800" b="0"/>
            </a:lvl9pPr>
          </a:lstStyle>
          <a:p>
            <a:pPr lvl="0"/>
            <a:r>
              <a:rPr lang="en-US"/>
              <a:t>Footnote/Source</a:t>
            </a:r>
          </a:p>
        </p:txBody>
      </p:sp>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NR2B timeline overview and deliverable plan</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Tree>
    <p:extLst>
      <p:ext uri="{BB962C8B-B14F-4D97-AF65-F5344CB8AC3E}">
        <p14:creationId xmlns:p14="http://schemas.microsoft.com/office/powerpoint/2010/main" val="1011478120"/>
      </p:ext>
    </p:extLst>
  </p:cSld>
  <p:clrMapOvr>
    <a:masterClrMapping/>
  </p:clrMapOvr>
</p:sldLayout>
</file>

<file path=ppt/slideLayouts/slideLayout330.xml><?xml version="1.0" encoding="utf-8"?>
<p:sldLayout xmlns:a="http://schemas.openxmlformats.org/drawingml/2006/main" xmlns:r="http://schemas.openxmlformats.org/officeDocument/2006/relationships" xmlns:p="http://schemas.openxmlformats.org/presentationml/2006/main" preserve="1" userDrawn="1">
  <p:cSld name="Contact">
    <p:bg>
      <p:bgPr>
        <a:solidFill>
          <a:schemeClr val="bg2"/>
        </a:solidFill>
        <a:effectLst/>
      </p:bgPr>
    </p:bg>
    <p:spTree>
      <p:nvGrpSpPr>
        <p:cNvPr id="1" name=""/>
        <p:cNvGrpSpPr/>
        <p:nvPr/>
      </p:nvGrpSpPr>
      <p:grpSpPr>
        <a:xfrm>
          <a:off x="0" y="0"/>
          <a:ext cx="0" cy="0"/>
          <a:chOff x="0" y="0"/>
          <a:chExt cx="0" cy="0"/>
        </a:xfrm>
      </p:grpSpPr>
      <p:sp>
        <p:nvSpPr>
          <p:cNvPr id="13" name="Titel 12">
            <a:extLst>
              <a:ext uri="{FF2B5EF4-FFF2-40B4-BE49-F238E27FC236}">
                <a16:creationId xmlns:a16="http://schemas.microsoft.com/office/drawing/2014/main" id="{DB5A7F3B-7D8D-EFD1-99CB-9BB681ACBDEE}"/>
              </a:ext>
            </a:extLst>
          </p:cNvPr>
          <p:cNvSpPr>
            <a:spLocks noGrp="1"/>
          </p:cNvSpPr>
          <p:nvPr>
            <p:ph type="title" hasCustomPrompt="1"/>
          </p:nvPr>
        </p:nvSpPr>
        <p:spPr bwMode="gray"/>
        <p:txBody>
          <a:bodyPr/>
          <a:lstStyle>
            <a:lvl1pPr>
              <a:defRPr>
                <a:solidFill>
                  <a:schemeClr val="bg1"/>
                </a:solidFill>
              </a:defRPr>
            </a:lvl1pPr>
          </a:lstStyle>
          <a:p>
            <a:r>
              <a:rPr lang="en-US"/>
              <a:t>Add End Message</a:t>
            </a:r>
          </a:p>
        </p:txBody>
      </p:sp>
      <p:sp>
        <p:nvSpPr>
          <p:cNvPr id="5" name="Bildplatzhalter 10">
            <a:extLst>
              <a:ext uri="{FF2B5EF4-FFF2-40B4-BE49-F238E27FC236}">
                <a16:creationId xmlns:a16="http://schemas.microsoft.com/office/drawing/2014/main" id="{ED8B2C2E-F2A3-10EF-4F1B-48E4651D76B7}"/>
              </a:ext>
            </a:extLst>
          </p:cNvPr>
          <p:cNvSpPr>
            <a:spLocks noGrp="1"/>
          </p:cNvSpPr>
          <p:nvPr>
            <p:ph type="pic" sz="quarter" idx="19" hasCustomPrompt="1"/>
          </p:nvPr>
        </p:nvSpPr>
        <p:spPr bwMode="ltGray">
          <a:xfrm>
            <a:off x="1" y="0"/>
            <a:ext cx="12191998" cy="3392488"/>
          </a:xfrm>
          <a:solidFill>
            <a:schemeClr val="bg2"/>
          </a:solidFill>
        </p:spPr>
        <p:txBody>
          <a:bodyPr tIns="720000" anchor="ctr" anchorCtr="0"/>
          <a:lstStyle>
            <a:lvl1pPr marL="0" indent="0" algn="ctr">
              <a:spcBef>
                <a:spcPts val="0"/>
              </a:spcBef>
              <a:spcAft>
                <a:spcPts val="0"/>
              </a:spcAft>
              <a:buFontTx/>
              <a:buNone/>
              <a:tabLst/>
              <a:defRPr sz="1200" b="0">
                <a:solidFill>
                  <a:schemeClr val="bg1"/>
                </a:solidFill>
              </a:defRPr>
            </a:lvl1pPr>
            <a:lvl2pPr marL="0" indent="0" algn="ctr">
              <a:spcBef>
                <a:spcPts val="0"/>
              </a:spcBef>
              <a:spcAft>
                <a:spcPts val="0"/>
              </a:spcAft>
              <a:buFontTx/>
              <a:buNone/>
              <a:tabLst/>
              <a:defRPr sz="1200" b="0">
                <a:solidFill>
                  <a:schemeClr val="bg1"/>
                </a:solidFill>
              </a:defRPr>
            </a:lvl2pPr>
            <a:lvl3pPr marL="0" indent="0" algn="ctr">
              <a:spcBef>
                <a:spcPts val="0"/>
              </a:spcBef>
              <a:spcAft>
                <a:spcPts val="0"/>
              </a:spcAft>
              <a:buFontTx/>
              <a:buNone/>
              <a:tabLst/>
              <a:defRPr sz="1200" b="0"/>
            </a:lvl3pPr>
            <a:lvl4pPr marL="0" indent="0" algn="ctr">
              <a:spcBef>
                <a:spcPts val="0"/>
              </a:spcBef>
              <a:spcAft>
                <a:spcPts val="0"/>
              </a:spcAft>
              <a:buFontTx/>
              <a:buNone/>
              <a:tabLst/>
              <a:defRPr sz="1200" b="0"/>
            </a:lvl4pPr>
            <a:lvl5pPr marL="0" indent="0" algn="ctr">
              <a:spcBef>
                <a:spcPts val="0"/>
              </a:spcBef>
              <a:spcAft>
                <a:spcPts val="0"/>
              </a:spcAft>
              <a:buFontTx/>
              <a:buNone/>
              <a:tabLst/>
              <a:defRPr sz="1200" b="0">
                <a:solidFill>
                  <a:schemeClr val="bg1"/>
                </a:solidFill>
              </a:defRPr>
            </a:lvl5pPr>
            <a:lvl6pPr marL="0" indent="0" algn="ctr">
              <a:spcBef>
                <a:spcPts val="0"/>
              </a:spcBef>
              <a:spcAft>
                <a:spcPts val="0"/>
              </a:spcAft>
              <a:buFontTx/>
              <a:buNone/>
              <a:tabLst/>
              <a:defRPr sz="1200" b="0">
                <a:solidFill>
                  <a:schemeClr val="bg1"/>
                </a:solidFill>
              </a:defRPr>
            </a:lvl6pPr>
            <a:lvl7pPr marL="0" indent="0" algn="ctr">
              <a:spcBef>
                <a:spcPts val="0"/>
              </a:spcBef>
              <a:spcAft>
                <a:spcPts val="0"/>
              </a:spcAft>
              <a:buFontTx/>
              <a:buNone/>
              <a:tabLst/>
              <a:defRPr sz="1200" b="0"/>
            </a:lvl7pPr>
            <a:lvl8pPr marL="0" indent="0" algn="ctr">
              <a:spcBef>
                <a:spcPts val="0"/>
              </a:spcBef>
              <a:spcAft>
                <a:spcPts val="0"/>
              </a:spcAft>
              <a:buFontTx/>
              <a:buNone/>
              <a:tabLst/>
              <a:defRPr sz="1200" b="0"/>
            </a:lvl8pPr>
            <a:lvl9pPr marL="0" indent="0" algn="ctr">
              <a:spcBef>
                <a:spcPts val="0"/>
              </a:spcBef>
              <a:spcAft>
                <a:spcPts val="0"/>
              </a:spcAft>
              <a:buFontTx/>
              <a:buNone/>
              <a:tabLst/>
              <a:defRPr sz="1200" b="0"/>
            </a:lvl9pPr>
          </a:lstStyle>
          <a:p>
            <a:pPr lvl="0"/>
            <a:r>
              <a:rPr lang="en-US"/>
              <a:t>Add picture</a:t>
            </a:r>
          </a:p>
        </p:txBody>
      </p:sp>
      <p:sp>
        <p:nvSpPr>
          <p:cNvPr id="8" name="Textplatzhalter 7"/>
          <p:cNvSpPr>
            <a:spLocks noGrp="1"/>
          </p:cNvSpPr>
          <p:nvPr>
            <p:ph type="body" sz="quarter" idx="10" hasCustomPrompt="1"/>
          </p:nvPr>
        </p:nvSpPr>
        <p:spPr bwMode="gray">
          <a:xfrm>
            <a:off x="479424"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11" name="Textplatzhalter 7">
            <a:extLst>
              <a:ext uri="{FF2B5EF4-FFF2-40B4-BE49-F238E27FC236}">
                <a16:creationId xmlns:a16="http://schemas.microsoft.com/office/drawing/2014/main" id="{63EFF41A-2249-B1BB-008D-C93DA85C3703}"/>
              </a:ext>
            </a:extLst>
          </p:cNvPr>
          <p:cNvSpPr>
            <a:spLocks noGrp="1"/>
          </p:cNvSpPr>
          <p:nvPr>
            <p:ph type="body" sz="quarter" idx="15" hasCustomPrompt="1"/>
          </p:nvPr>
        </p:nvSpPr>
        <p:spPr bwMode="gray">
          <a:xfrm>
            <a:off x="6235526" y="3573016"/>
            <a:ext cx="5472113" cy="2376000"/>
          </a:xfrm>
        </p:spPr>
        <p:txBody>
          <a:bodyPr anchor="t" anchorCtr="0"/>
          <a:lstStyle>
            <a:lvl1pPr marL="0" indent="0" algn="l">
              <a:spcBef>
                <a:spcPts val="0"/>
              </a:spcBef>
              <a:spcAft>
                <a:spcPts val="600"/>
              </a:spcAft>
              <a:buNone/>
              <a:defRPr sz="2000">
                <a:solidFill>
                  <a:schemeClr val="tx2"/>
                </a:solidFill>
              </a:defRPr>
            </a:lvl1pPr>
            <a:lvl2pPr marL="0" indent="0" algn="l">
              <a:spcBef>
                <a:spcPts val="0"/>
              </a:spcBef>
              <a:spcAft>
                <a:spcPts val="0"/>
              </a:spcAft>
              <a:buFont typeface="Arial" panose="020B0604020202020204" pitchFamily="34" charset="0"/>
              <a:buNone/>
              <a:tabLst>
                <a:tab pos="723900" algn="l"/>
              </a:tabLst>
              <a:defRPr b="1">
                <a:solidFill>
                  <a:schemeClr val="bg1"/>
                </a:solidFill>
              </a:defRPr>
            </a:lvl2pPr>
            <a:lvl3pPr marL="0" indent="0" algn="l">
              <a:spcBef>
                <a:spcPts val="0"/>
              </a:spcBef>
              <a:spcAft>
                <a:spcPts val="1200"/>
              </a:spcAft>
              <a:buNone/>
              <a:tabLst>
                <a:tab pos="266700" algn="l"/>
              </a:tabLst>
              <a:defRPr sz="1400">
                <a:solidFill>
                  <a:schemeClr val="bg1"/>
                </a:solidFill>
              </a:defRPr>
            </a:lvl3pPr>
            <a:lvl4pPr marL="0" indent="0" algn="l">
              <a:spcBef>
                <a:spcPts val="0"/>
              </a:spcBef>
              <a:spcAft>
                <a:spcPts val="1200"/>
              </a:spcAft>
              <a:buNone/>
              <a:tabLst>
                <a:tab pos="723900" algn="l"/>
              </a:tabLst>
              <a:defRPr sz="1400">
                <a:solidFill>
                  <a:schemeClr val="bg1"/>
                </a:solidFill>
              </a:defRPr>
            </a:lvl4pPr>
            <a:lvl5pPr marL="0" indent="0" algn="l">
              <a:spcBef>
                <a:spcPts val="0"/>
              </a:spcBef>
              <a:spcAft>
                <a:spcPts val="1200"/>
              </a:spcAft>
              <a:buNone/>
              <a:tabLst>
                <a:tab pos="723900" algn="l"/>
              </a:tabLst>
              <a:defRPr sz="1400">
                <a:solidFill>
                  <a:schemeClr val="bg1"/>
                </a:solidFill>
              </a:defRPr>
            </a:lvl5pPr>
            <a:lvl6pPr marL="0" indent="0">
              <a:spcBef>
                <a:spcPts val="0"/>
              </a:spcBef>
              <a:spcAft>
                <a:spcPts val="1200"/>
              </a:spcAft>
              <a:buNone/>
              <a:tabLst>
                <a:tab pos="723900" algn="l"/>
              </a:tabLst>
              <a:defRPr sz="1400">
                <a:solidFill>
                  <a:schemeClr val="bg1"/>
                </a:solidFill>
              </a:defRPr>
            </a:lvl6pPr>
            <a:lvl7pPr marL="0" indent="0">
              <a:spcBef>
                <a:spcPts val="0"/>
              </a:spcBef>
              <a:spcAft>
                <a:spcPts val="1200"/>
              </a:spcAft>
              <a:buNone/>
              <a:tabLst>
                <a:tab pos="723900" algn="l"/>
              </a:tabLst>
              <a:defRPr sz="1400">
                <a:solidFill>
                  <a:schemeClr val="bg1"/>
                </a:solidFill>
              </a:defRPr>
            </a:lvl7pPr>
            <a:lvl8pPr marL="0" indent="0">
              <a:spcBef>
                <a:spcPts val="0"/>
              </a:spcBef>
              <a:spcAft>
                <a:spcPts val="1200"/>
              </a:spcAft>
              <a:buNone/>
              <a:tabLst>
                <a:tab pos="723900" algn="l"/>
              </a:tabLst>
              <a:defRPr sz="1400">
                <a:solidFill>
                  <a:schemeClr val="bg1"/>
                </a:solidFill>
              </a:defRPr>
            </a:lvl8pPr>
            <a:lvl9pPr marL="0" indent="0">
              <a:spcBef>
                <a:spcPts val="0"/>
              </a:spcBef>
              <a:spcAft>
                <a:spcPts val="1200"/>
              </a:spcAft>
              <a:buNone/>
              <a:tabLst>
                <a:tab pos="723900" algn="l"/>
              </a:tabLst>
              <a:defRPr sz="1400">
                <a:solidFill>
                  <a:schemeClr val="bg1"/>
                </a:solidFill>
              </a:defRPr>
            </a:lvl9pPr>
          </a:lstStyle>
          <a:p>
            <a:pPr lvl="0"/>
            <a:r>
              <a:rPr lang="en-US"/>
              <a:t>Add Name in the first text level, in the second text level function and in the third address. Use the "Increase/ decrease list level" buttons to switch between the set up text levels</a:t>
            </a:r>
          </a:p>
          <a:p>
            <a:pPr lvl="1"/>
            <a:r>
              <a:rPr lang="en-US"/>
              <a:t>Second level</a:t>
            </a:r>
          </a:p>
          <a:p>
            <a:pPr lvl="2"/>
            <a:r>
              <a:rPr lang="en-US"/>
              <a:t>Third level</a:t>
            </a:r>
          </a:p>
        </p:txBody>
      </p:sp>
      <p:sp>
        <p:nvSpPr>
          <p:cNvPr id="7" name="Fußzeilenplatzhalter 6">
            <a:extLst>
              <a:ext uri="{FF2B5EF4-FFF2-40B4-BE49-F238E27FC236}">
                <a16:creationId xmlns:a16="http://schemas.microsoft.com/office/drawing/2014/main" id="{9D23F8D4-2091-3342-FC66-194C19083D99}"/>
              </a:ext>
            </a:extLst>
          </p:cNvPr>
          <p:cNvSpPr>
            <a:spLocks noGrp="1"/>
          </p:cNvSpPr>
          <p:nvPr>
            <p:ph type="ftr" sz="quarter" idx="21"/>
          </p:nvPr>
        </p:nvSpPr>
        <p:spPr bwMode="gray"/>
        <p:txBody>
          <a:bodyPr/>
          <a:lstStyle>
            <a:lvl1pPr>
              <a:defRPr>
                <a:solidFill>
                  <a:schemeClr val="bg1"/>
                </a:solidFill>
              </a:defRPr>
            </a:lvl1pPr>
          </a:lstStyle>
          <a:p>
            <a:r>
              <a:rPr lang="en-US"/>
              <a:t>NR2B timeline overview and deliverable plan</a:t>
            </a:r>
          </a:p>
        </p:txBody>
      </p:sp>
      <p:sp>
        <p:nvSpPr>
          <p:cNvPr id="9" name="Foliennummernplatzhalter 8">
            <a:extLst>
              <a:ext uri="{FF2B5EF4-FFF2-40B4-BE49-F238E27FC236}">
                <a16:creationId xmlns:a16="http://schemas.microsoft.com/office/drawing/2014/main" id="{41B27782-384F-041B-A991-2E9D5FCFE582}"/>
              </a:ext>
            </a:extLst>
          </p:cNvPr>
          <p:cNvSpPr>
            <a:spLocks noGrp="1"/>
          </p:cNvSpPr>
          <p:nvPr>
            <p:ph type="sldNum" sz="quarter" idx="22"/>
          </p:nvPr>
        </p:nvSpPr>
        <p:spPr bwMode="gray"/>
        <p:txBody>
          <a:bodyPr/>
          <a:lstStyle>
            <a:lvl1pPr>
              <a:defRPr>
                <a:solidFill>
                  <a:schemeClr val="bg1"/>
                </a:solidFill>
              </a:defRPr>
            </a:lvl1pPr>
          </a:lstStyle>
          <a:p>
            <a:fld id="{DF4E8F9F-5B1F-4F5B-BE49-3245D8C18D9F}" type="slidenum">
              <a:rPr lang="en-US" smtClean="0"/>
              <a:pPr/>
              <a:t>‹#›</a:t>
            </a:fld>
            <a:endParaRPr lang="en-US"/>
          </a:p>
        </p:txBody>
      </p:sp>
      <p:pic>
        <p:nvPicPr>
          <p:cNvPr id="12" name="Grafik 11">
            <a:extLst>
              <a:ext uri="{FF2B5EF4-FFF2-40B4-BE49-F238E27FC236}">
                <a16:creationId xmlns:a16="http://schemas.microsoft.com/office/drawing/2014/main" id="{F2874AFC-74CB-0BE3-BE94-780E6A5A13BB}"/>
              </a:ext>
              <a:ext uri="{C183D7F6-B498-43B3-948B-1728B52AA6E4}">
                <adec:decorative xmlns:adec="http://schemas.microsoft.com/office/drawing/2017/decorative" val="1"/>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bwMode="gray">
          <a:xfrm>
            <a:off x="479424" y="6165000"/>
            <a:ext cx="1234800" cy="372727"/>
          </a:xfrm>
          <a:prstGeom prst="rect">
            <a:avLst/>
          </a:prstGeom>
        </p:spPr>
      </p:pic>
      <p:grpSp>
        <p:nvGrpSpPr>
          <p:cNvPr id="10" name="Group 9">
            <a:extLst>
              <a:ext uri="{FF2B5EF4-FFF2-40B4-BE49-F238E27FC236}">
                <a16:creationId xmlns:a16="http://schemas.microsoft.com/office/drawing/2014/main" id="{7F716648-72D7-19EE-F0D1-88CEC08CBD0B}"/>
              </a:ext>
              <a:ext uri="{C183D7F6-B498-43B3-948B-1728B52AA6E4}">
                <adec:decorative xmlns:adec="http://schemas.microsoft.com/office/drawing/2017/decorative" val="1"/>
              </a:ext>
            </a:extLst>
          </p:cNvPr>
          <p:cNvGrpSpPr/>
          <p:nvPr userDrawn="1"/>
        </p:nvGrpSpPr>
        <p:grpSpPr bwMode="gray">
          <a:xfrm>
            <a:off x="-1896888" y="0"/>
            <a:ext cx="1715078" cy="3744416"/>
            <a:chOff x="-1824880" y="2708920"/>
            <a:chExt cx="1715078" cy="3744416"/>
          </a:xfrm>
        </p:grpSpPr>
        <p:sp>
          <p:nvSpPr>
            <p:cNvPr id="14" name="TextBox 13">
              <a:extLst>
                <a:ext uri="{FF2B5EF4-FFF2-40B4-BE49-F238E27FC236}">
                  <a16:creationId xmlns:a16="http://schemas.microsoft.com/office/drawing/2014/main" id="{39292310-B8F7-FC12-65D8-0063132D7C5F}"/>
                </a:ext>
              </a:extLst>
            </p:cNvPr>
            <p:cNvSpPr txBox="1"/>
            <p:nvPr userDrawn="1"/>
          </p:nvSpPr>
          <p:spPr bwMode="gray">
            <a:xfrm>
              <a:off x="-1824880" y="2708920"/>
              <a:ext cx="1715078" cy="3744416"/>
            </a:xfrm>
            <a:prstGeom prst="rect">
              <a:avLst/>
            </a:prstGeom>
            <a:solidFill>
              <a:schemeClr val="bg1"/>
            </a:solidFill>
          </p:spPr>
          <p:txBody>
            <a:bodyPr wrap="square" lIns="108000" tIns="108000" rIns="108000" bIns="108000">
              <a:noAutofit/>
            </a:bodyPr>
            <a:lstStyle/>
            <a:p>
              <a:pPr>
                <a:lnSpc>
                  <a:spcPct val="120000"/>
                </a:lnSpc>
                <a:spcAft>
                  <a:spcPts val="600"/>
                </a:spcAft>
              </a:pPr>
              <a:r>
                <a:rPr lang="en-US" sz="1100" b="1">
                  <a:solidFill>
                    <a:schemeClr val="tx1"/>
                  </a:solidFill>
                  <a:effectLst/>
                  <a:latin typeface="+mj-lt"/>
                </a:rPr>
                <a:t>To insert a picture:</a:t>
              </a:r>
            </a:p>
            <a:p>
              <a:pPr marL="144000" indent="-144000">
                <a:lnSpc>
                  <a:spcPct val="120000"/>
                </a:lnSpc>
                <a:spcAft>
                  <a:spcPts val="600"/>
                </a:spcAft>
                <a:buFont typeface="+mj-lt"/>
                <a:buAutoNum type="arabicPeriod"/>
              </a:pPr>
              <a:r>
                <a:rPr lang="en-US" sz="900">
                  <a:solidFill>
                    <a:schemeClr val="tx1"/>
                  </a:solidFill>
                  <a:effectLst/>
                  <a:latin typeface="+mn-lt"/>
                </a:rPr>
                <a:t>Click on the placeholder for pictures</a:t>
              </a:r>
            </a:p>
            <a:p>
              <a:pPr marL="144000" indent="-144000">
                <a:lnSpc>
                  <a:spcPct val="120000"/>
                </a:lnSpc>
                <a:spcAft>
                  <a:spcPts val="600"/>
                </a:spcAft>
                <a:buFont typeface="+mj-lt"/>
                <a:buAutoNum type="arabicPeriod"/>
              </a:pPr>
              <a:r>
                <a:rPr lang="en-US" sz="900">
                  <a:solidFill>
                    <a:schemeClr val="tx1"/>
                  </a:solidFill>
                  <a:effectLst/>
                  <a:latin typeface="+mn-lt"/>
                </a:rPr>
                <a:t>Open the menu “Insert”</a:t>
              </a:r>
            </a:p>
            <a:p>
              <a:pPr marL="144000" indent="-144000">
                <a:lnSpc>
                  <a:spcPct val="120000"/>
                </a:lnSpc>
                <a:spcAft>
                  <a:spcPts val="600"/>
                </a:spcAft>
                <a:buFont typeface="+mj-lt"/>
                <a:buAutoNum type="arabicPeriod"/>
              </a:pPr>
              <a:r>
                <a:rPr lang="en-US" sz="900">
                  <a:solidFill>
                    <a:schemeClr val="tx1"/>
                  </a:solidFill>
                  <a:effectLst/>
                  <a:latin typeface="+mn-lt"/>
                </a:rPr>
                <a:t>Choose “Pictures” and then the corresponding source where the image is located</a:t>
              </a:r>
              <a:endParaRPr lang="en-US" sz="900">
                <a:solidFill>
                  <a:schemeClr val="tx1"/>
                </a:solidFill>
                <a:latin typeface="+mn-lt"/>
              </a:endParaRPr>
            </a:p>
          </p:txBody>
        </p:sp>
        <p:pic>
          <p:nvPicPr>
            <p:cNvPr id="15" name="Picture 14">
              <a:extLst>
                <a:ext uri="{FF2B5EF4-FFF2-40B4-BE49-F238E27FC236}">
                  <a16:creationId xmlns:a16="http://schemas.microsoft.com/office/drawing/2014/main" id="{35B9F273-16B6-E1DC-FCB9-01E9449EED9E}"/>
                </a:ext>
              </a:extLst>
            </p:cNvPr>
            <p:cNvPicPr>
              <a:picLocks noChangeAspect="1"/>
            </p:cNvPicPr>
            <p:nvPr userDrawn="1"/>
          </p:nvPicPr>
          <p:blipFill rotWithShape="1">
            <a:blip r:embed="rId4"/>
            <a:srcRect l="8843" r="2395" b="2546"/>
            <a:stretch/>
          </p:blipFill>
          <p:spPr bwMode="gray">
            <a:xfrm>
              <a:off x="-1589806" y="4475212"/>
              <a:ext cx="745332" cy="1122804"/>
            </a:xfrm>
            <a:prstGeom prst="roundRect">
              <a:avLst>
                <a:gd name="adj" fmla="val 3514"/>
              </a:avLst>
            </a:prstGeom>
          </p:spPr>
        </p:pic>
        <p:sp>
          <p:nvSpPr>
            <p:cNvPr id="16" name="TextBox 15">
              <a:extLst>
                <a:ext uri="{FF2B5EF4-FFF2-40B4-BE49-F238E27FC236}">
                  <a16:creationId xmlns:a16="http://schemas.microsoft.com/office/drawing/2014/main" id="{3CC7B68A-834C-1601-B673-ABE093226632}"/>
                </a:ext>
              </a:extLst>
            </p:cNvPr>
            <p:cNvSpPr txBox="1"/>
            <p:nvPr userDrawn="1"/>
          </p:nvSpPr>
          <p:spPr bwMode="gray">
            <a:xfrm>
              <a:off x="-1824880" y="5589240"/>
              <a:ext cx="1715078" cy="864096"/>
            </a:xfrm>
            <a:prstGeom prst="rect">
              <a:avLst/>
            </a:prstGeom>
            <a:noFill/>
          </p:spPr>
          <p:txBody>
            <a:bodyPr wrap="square" lIns="108000" tIns="108000" rIns="108000" bIns="108000">
              <a:noAutofit/>
            </a:bodyPr>
            <a:lstStyle/>
            <a:p>
              <a:pPr marL="144000" indent="-144000">
                <a:spcAft>
                  <a:spcPts val="600"/>
                </a:spcAft>
                <a:buFont typeface="+mj-lt"/>
                <a:buAutoNum type="arabicPeriod" startAt="4"/>
              </a:pPr>
              <a:r>
                <a:rPr lang="en-US" sz="900">
                  <a:solidFill>
                    <a:schemeClr val="tx1"/>
                  </a:solidFill>
                  <a:effectLst/>
                  <a:latin typeface="+mn-lt"/>
                </a:rPr>
                <a:t>Now the image has </a:t>
              </a:r>
              <a:br>
                <a:rPr lang="en-US" sz="900">
                  <a:solidFill>
                    <a:schemeClr val="tx1"/>
                  </a:solidFill>
                  <a:effectLst/>
                  <a:latin typeface="+mn-lt"/>
                </a:rPr>
              </a:br>
              <a:r>
                <a:rPr lang="en-US" sz="900">
                  <a:solidFill>
                    <a:schemeClr val="tx1"/>
                  </a:solidFill>
                  <a:effectLst/>
                  <a:latin typeface="+mn-lt"/>
                </a:rPr>
                <a:t>been loaded into the </a:t>
              </a:r>
              <a:br>
                <a:rPr lang="en-US" sz="900">
                  <a:solidFill>
                    <a:schemeClr val="tx1"/>
                  </a:solidFill>
                  <a:effectLst/>
                  <a:latin typeface="+mn-lt"/>
                </a:rPr>
              </a:br>
              <a:r>
                <a:rPr lang="en-US" sz="900">
                  <a:solidFill>
                    <a:schemeClr val="tx1"/>
                  </a:solidFill>
                  <a:effectLst/>
                  <a:latin typeface="+mn-lt"/>
                </a:rPr>
                <a:t>placeholder.</a:t>
              </a:r>
              <a:endParaRPr lang="en-US" sz="900">
                <a:solidFill>
                  <a:schemeClr val="tx1"/>
                </a:solidFill>
                <a:latin typeface="+mn-lt"/>
              </a:endParaRPr>
            </a:p>
          </p:txBody>
        </p:sp>
      </p:grpSp>
    </p:spTree>
    <p:extLst>
      <p:ext uri="{BB962C8B-B14F-4D97-AF65-F5344CB8AC3E}">
        <p14:creationId xmlns:p14="http://schemas.microsoft.com/office/powerpoint/2010/main" val="224425153"/>
      </p:ext>
    </p:extLst>
  </p:cSld>
  <p:clrMapOvr>
    <a:masterClrMapping/>
  </p:clrMapOvr>
  <p:extLst>
    <p:ext uri="{DCECCB84-F9BA-43D5-87BE-67443E8EF086}">
      <p15:sldGuideLst xmlns:p15="http://schemas.microsoft.com/office/powerpoint/2012/main">
        <p15:guide id="1" pos="3931">
          <p15:clr>
            <a:srgbClr val="FBAE40"/>
          </p15:clr>
        </p15:guide>
        <p15:guide id="2" orient="horz" pos="2137">
          <p15:clr>
            <a:srgbClr val="FBAE40"/>
          </p15:clr>
        </p15:guide>
        <p15:guide id="3" orient="horz" pos="1434">
          <p15:clr>
            <a:srgbClr val="FBAE40"/>
          </p15:clr>
        </p15:guide>
        <p15:guide id="4" pos="3749">
          <p15:clr>
            <a:srgbClr val="FBAE40"/>
          </p15:clr>
        </p15:guide>
      </p15:sldGuideLst>
    </p:ext>
  </p:extLst>
</p:sldLayout>
</file>

<file path=ppt/slideLayouts/slideLayout331.xml><?xml version="1.0" encoding="utf-8"?>
<p:sldLayout xmlns:a="http://schemas.openxmlformats.org/drawingml/2006/main" xmlns:r="http://schemas.openxmlformats.org/officeDocument/2006/relationships" xmlns:p="http://schemas.openxmlformats.org/presentationml/2006/main" preserve="1" userDrawn="1">
  <p:cSld name="Disclaimer">
    <p:spTree>
      <p:nvGrpSpPr>
        <p:cNvPr id="1" name=""/>
        <p:cNvGrpSpPr/>
        <p:nvPr/>
      </p:nvGrpSpPr>
      <p:grpSpPr>
        <a:xfrm>
          <a:off x="0" y="0"/>
          <a:ext cx="0" cy="0"/>
          <a:chOff x="0" y="0"/>
          <a:chExt cx="0" cy="0"/>
        </a:xfrm>
      </p:grpSpPr>
      <p:sp>
        <p:nvSpPr>
          <p:cNvPr id="7" name="Fußzeilenplatzhalter 6">
            <a:extLst>
              <a:ext uri="{FF2B5EF4-FFF2-40B4-BE49-F238E27FC236}">
                <a16:creationId xmlns:a16="http://schemas.microsoft.com/office/drawing/2014/main" id="{65A0CC2C-1A22-ACCD-F954-31305506A0DB}"/>
              </a:ext>
            </a:extLst>
          </p:cNvPr>
          <p:cNvSpPr>
            <a:spLocks noGrp="1"/>
          </p:cNvSpPr>
          <p:nvPr>
            <p:ph type="ftr" sz="quarter" idx="10"/>
          </p:nvPr>
        </p:nvSpPr>
        <p:spPr bwMode="gray"/>
        <p:txBody>
          <a:bodyPr/>
          <a:lstStyle/>
          <a:p>
            <a:r>
              <a:rPr lang="en-US"/>
              <a:t>NR2B timeline overview and deliverable plan</a:t>
            </a:r>
          </a:p>
        </p:txBody>
      </p:sp>
      <p:sp>
        <p:nvSpPr>
          <p:cNvPr id="8" name="Foliennummernplatzhalter 7">
            <a:extLst>
              <a:ext uri="{FF2B5EF4-FFF2-40B4-BE49-F238E27FC236}">
                <a16:creationId xmlns:a16="http://schemas.microsoft.com/office/drawing/2014/main" id="{E7CA049A-FBC2-2652-22F7-C91C418B0F2E}"/>
              </a:ext>
            </a:extLst>
          </p:cNvPr>
          <p:cNvSpPr>
            <a:spLocks noGrp="1"/>
          </p:cNvSpPr>
          <p:nvPr>
            <p:ph type="sldNum" sz="quarter" idx="11"/>
          </p:nvPr>
        </p:nvSpPr>
        <p:spPr bwMode="gray"/>
        <p:txBody>
          <a:bodyPr/>
          <a:lstStyle/>
          <a:p>
            <a:fld id="{8FF9B0DE-3FEB-4AA0-B465-B80EF7C1333D}" type="slidenum">
              <a:rPr lang="en-US" smtClean="0"/>
              <a:pPr/>
              <a:t>‹#›</a:t>
            </a:fld>
            <a:endParaRPr lang="en-US"/>
          </a:p>
        </p:txBody>
      </p:sp>
      <p:sp>
        <p:nvSpPr>
          <p:cNvPr id="2" name="Rechteck 1">
            <a:extLst>
              <a:ext uri="{FF2B5EF4-FFF2-40B4-BE49-F238E27FC236}">
                <a16:creationId xmlns:a16="http://schemas.microsoft.com/office/drawing/2014/main" id="{3341D3C2-8E8C-C888-7E53-E3465CB0DDEB}"/>
              </a:ext>
            </a:extLst>
          </p:cNvPr>
          <p:cNvSpPr/>
          <p:nvPr userDrawn="1"/>
        </p:nvSpPr>
        <p:spPr bwMode="gray">
          <a:xfrm>
            <a:off x="479425" y="476250"/>
            <a:ext cx="11233150" cy="720000"/>
          </a:xfrm>
          <a:prstGeom prst="rect">
            <a:avLst/>
          </a:prstGeom>
          <a:solidFill>
            <a:schemeClr val="bg1"/>
          </a:solid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2500" b="1">
                <a:solidFill>
                  <a:schemeClr val="bg2"/>
                </a:solidFill>
                <a:latin typeface="+mj-lt"/>
              </a:rPr>
              <a:t>Disclaimer</a:t>
            </a:r>
          </a:p>
        </p:txBody>
      </p:sp>
      <p:sp>
        <p:nvSpPr>
          <p:cNvPr id="6" name="Inhaltsplatzhalter 18">
            <a:extLst>
              <a:ext uri="{FF2B5EF4-FFF2-40B4-BE49-F238E27FC236}">
                <a16:creationId xmlns:a16="http://schemas.microsoft.com/office/drawing/2014/main" id="{DDE0E452-5F2C-BB59-8DE7-874CECE76ABE}"/>
              </a:ext>
            </a:extLst>
          </p:cNvPr>
          <p:cNvSpPr txBox="1">
            <a:spLocks/>
          </p:cNvSpPr>
          <p:nvPr userDrawn="1"/>
        </p:nvSpPr>
        <p:spPr bwMode="gray">
          <a:xfrm>
            <a:off x="479425" y="1916832"/>
            <a:ext cx="6120631" cy="3456384"/>
          </a:xfrm>
          <a:prstGeom prst="rect">
            <a:avLst/>
          </a:prstGeom>
        </p:spPr>
        <p:txBody>
          <a:bodyPr vert="horz" lIns="0" tIns="0" rIns="0" bIns="0" numCol="1" spcCol="28800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spcAft>
                <a:spcPts val="1200"/>
              </a:spcAft>
              <a:buFont typeface="Arial" panose="020B0604020202020204" pitchFamily="34" charset="0"/>
              <a:buNone/>
            </a:pPr>
            <a:r>
              <a:rPr lang="en-US" sz="1400"/>
              <a:t>This presentation and its contents are property of Boehringer Ingelheim and are, inter alia, protected by copyright law. Complete or partial passing on to third parties as well as copying, reproduction, publication or any other use by third parties is not permitted.</a:t>
            </a:r>
          </a:p>
        </p:txBody>
      </p:sp>
      <p:sp>
        <p:nvSpPr>
          <p:cNvPr id="10" name="Inhaltsplatzhalter 18">
            <a:extLst>
              <a:ext uri="{FF2B5EF4-FFF2-40B4-BE49-F238E27FC236}">
                <a16:creationId xmlns:a16="http://schemas.microsoft.com/office/drawing/2014/main" id="{7FF0A3E9-BBDF-2079-1E3B-71A2C0AF8B14}"/>
              </a:ext>
            </a:extLst>
          </p:cNvPr>
          <p:cNvSpPr txBox="1">
            <a:spLocks/>
          </p:cNvSpPr>
          <p:nvPr userDrawn="1"/>
        </p:nvSpPr>
        <p:spPr bwMode="gray">
          <a:xfrm>
            <a:off x="475503" y="5697252"/>
            <a:ext cx="8892000" cy="252698"/>
          </a:xfrm>
          <a:prstGeom prst="rect">
            <a:avLst/>
          </a:prstGeom>
        </p:spPr>
        <p:txBody>
          <a:bodyPr vert="horz" lIns="0" tIns="0" rIns="0" bIns="0" rtlCol="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buFont typeface="Arial" panose="020B0604020202020204" pitchFamily="34" charset="0"/>
              <a:buNone/>
            </a:pPr>
            <a:r>
              <a:rPr lang="en-US" sz="1400"/>
              <a:t> </a:t>
            </a:r>
          </a:p>
        </p:txBody>
      </p:sp>
      <p:sp>
        <p:nvSpPr>
          <p:cNvPr id="11" name="Inhaltsplatzhalter 18">
            <a:extLst>
              <a:ext uri="{FF2B5EF4-FFF2-40B4-BE49-F238E27FC236}">
                <a16:creationId xmlns:a16="http://schemas.microsoft.com/office/drawing/2014/main" id="{74AA0B8D-5EC8-118E-FABE-831281106603}"/>
              </a:ext>
            </a:extLst>
          </p:cNvPr>
          <p:cNvSpPr txBox="1">
            <a:spLocks/>
          </p:cNvSpPr>
          <p:nvPr userDrawn="1"/>
        </p:nvSpPr>
        <p:spPr bwMode="gray">
          <a:xfrm>
            <a:off x="475503" y="1412875"/>
            <a:ext cx="5436555" cy="180020"/>
          </a:xfrm>
          <a:prstGeom prst="rect">
            <a:avLst/>
          </a:prstGeom>
        </p:spPr>
        <p:txBody>
          <a:bodyPr vert="horz" lIns="0" tIns="0" rIns="0" bIns="0" rtlCol="0" anchor="b" anchorCtr="0">
            <a:noAutofit/>
          </a:bodyPr>
          <a:lstStyle>
            <a:lvl1pPr marL="216000" indent="-216000" algn="l" defTabSz="914400" rtl="0" eaLnBrk="1" latinLnBrk="0" hangingPunct="1">
              <a:lnSpc>
                <a:spcPct val="11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1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1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a:lstStyle>
          <a:p>
            <a:pPr marL="0" indent="0" algn="l">
              <a:buFont typeface="Arial" panose="020B0604020202020204" pitchFamily="34" charset="0"/>
              <a:buNone/>
            </a:pPr>
            <a:r>
              <a:rPr lang="en-US" sz="900"/>
              <a:t>© </a:t>
            </a:r>
            <a:fld id="{2F99CDBD-C73A-474F-91D2-EC8081FF32A1}" type="datetimeyyyy">
              <a:rPr lang="en-US" sz="900" smtClean="0"/>
              <a:t>2025</a:t>
            </a:fld>
            <a:r>
              <a:rPr lang="en-US" sz="900"/>
              <a:t> Boehringer Ingelheim International GmbH. All rights reserved.</a:t>
            </a:r>
          </a:p>
        </p:txBody>
      </p:sp>
    </p:spTree>
    <p:extLst>
      <p:ext uri="{BB962C8B-B14F-4D97-AF65-F5344CB8AC3E}">
        <p14:creationId xmlns:p14="http://schemas.microsoft.com/office/powerpoint/2010/main" val="4007016861"/>
      </p:ext>
    </p:extLst>
  </p:cSld>
  <p:clrMapOvr>
    <a:masterClrMapping/>
  </p:clrMapOvr>
  <p:extLst>
    <p:ext uri="{DCECCB84-F9BA-43D5-87BE-67443E8EF086}">
      <p15:sldGuideLst xmlns:p15="http://schemas.microsoft.com/office/powerpoint/2012/main"/>
    </p:ext>
  </p:extLst>
</p:sldLayout>
</file>

<file path=ppt/slideLayouts/slideLayout3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8D816B1-A575-4F93-B0B6-EB3338AD7B0E}"/>
              </a:ext>
            </a:extLst>
          </p:cNvPr>
          <p:cNvSpPr>
            <a:spLocks noGrp="1"/>
          </p:cNvSpPr>
          <p:nvPr>
            <p:ph type="ftr" sz="quarter" idx="10"/>
          </p:nvPr>
        </p:nvSpPr>
        <p:spPr/>
        <p:txBody>
          <a:bodyPr/>
          <a:lstStyle/>
          <a:p>
            <a:r>
              <a:rPr lang="en-US"/>
              <a:t>NR2B timeline overview and deliverable plan</a:t>
            </a:r>
          </a:p>
        </p:txBody>
      </p:sp>
      <p:sp>
        <p:nvSpPr>
          <p:cNvPr id="3" name="Slide Number Placeholder 2">
            <a:extLst>
              <a:ext uri="{FF2B5EF4-FFF2-40B4-BE49-F238E27FC236}">
                <a16:creationId xmlns:a16="http://schemas.microsoft.com/office/drawing/2014/main" id="{248B7E2B-B135-8637-1E01-29914E3D61AF}"/>
              </a:ext>
            </a:extLst>
          </p:cNvPr>
          <p:cNvSpPr>
            <a:spLocks noGrp="1"/>
          </p:cNvSpPr>
          <p:nvPr>
            <p:ph type="sldNum" sz="quarter" idx="11"/>
          </p:nvPr>
        </p:nvSpPr>
        <p:spPr/>
        <p:txBody>
          <a:bodyPr/>
          <a:lstStyle/>
          <a:p>
            <a:fld id="{DF4E8F9F-5B1F-4F5B-BE49-3245D8C18D9F}" type="slidenum">
              <a:rPr lang="en-US" smtClean="0"/>
              <a:pPr/>
              <a:t>‹#›</a:t>
            </a:fld>
            <a:endParaRPr lang="en-US"/>
          </a:p>
        </p:txBody>
      </p:sp>
    </p:spTree>
    <p:extLst>
      <p:ext uri="{BB962C8B-B14F-4D97-AF65-F5344CB8AC3E}">
        <p14:creationId xmlns:p14="http://schemas.microsoft.com/office/powerpoint/2010/main" val="2025104164"/>
      </p:ext>
    </p:extLst>
  </p:cSld>
  <p:clrMapOvr>
    <a:masterClrMapping/>
  </p:clrMapOvr>
</p:sldLayout>
</file>

<file path=ppt/slideLayouts/slideLayout333.xml><?xml version="1.0" encoding="utf-8"?>
<p:sldLayout xmlns:a="http://schemas.openxmlformats.org/drawingml/2006/main" xmlns:r="http://schemas.openxmlformats.org/officeDocument/2006/relationships" xmlns:p="http://schemas.openxmlformats.org/presentationml/2006/main" userDrawn="1">
  <p:cSld name="Standard page 04">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79DF7A2-4045-4D3D-B360-DC31A153D7F8}"/>
              </a:ext>
            </a:extLst>
          </p:cNvPr>
          <p:cNvPicPr>
            <a:picLocks noChangeAspect="1"/>
          </p:cNvPicPr>
          <p:nvPr userDrawn="1"/>
        </p:nvPicPr>
        <p:blipFill>
          <a:blip r:embed="rId2"/>
          <a:stretch>
            <a:fillRect/>
          </a:stretch>
        </p:blipFill>
        <p:spPr>
          <a:xfrm>
            <a:off x="0" y="1"/>
            <a:ext cx="12192000" cy="1073151"/>
          </a:xfrm>
          <a:prstGeom prst="rect">
            <a:avLst/>
          </a:prstGeom>
        </p:spPr>
      </p:pic>
      <p:sp>
        <p:nvSpPr>
          <p:cNvPr id="2" name="Title 1"/>
          <p:cNvSpPr>
            <a:spLocks noGrp="1"/>
          </p:cNvSpPr>
          <p:nvPr>
            <p:ph type="title" hasCustomPrompt="1"/>
          </p:nvPr>
        </p:nvSpPr>
        <p:spPr/>
        <p:txBody>
          <a:bodyPr/>
          <a:lstStyle>
            <a:lvl1pPr>
              <a:defRPr/>
            </a:lvl1pPr>
          </a:lstStyle>
          <a:p>
            <a:r>
              <a:rPr lang="en-US"/>
              <a:t>Insert title text here</a:t>
            </a:r>
          </a:p>
        </p:txBody>
      </p:sp>
      <p:sp>
        <p:nvSpPr>
          <p:cNvPr id="4" name="Date Placeholder 3" hidden="1"/>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r>
              <a:rPr lang="en-US"/>
              <a:t>NR2B timeline overview and deliverable plan</a:t>
            </a:r>
            <a:endParaRPr lang="en-GB"/>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2B3406A1-1950-4368-9FE9-C04F1A2975FD}" type="slidenum">
              <a:rPr lang="en-GB" smtClean="0"/>
              <a:pPr/>
              <a:t>‹#›</a:t>
            </a:fld>
            <a:endParaRPr lang="en-GB"/>
          </a:p>
        </p:txBody>
      </p:sp>
    </p:spTree>
    <p:extLst>
      <p:ext uri="{BB962C8B-B14F-4D97-AF65-F5344CB8AC3E}">
        <p14:creationId xmlns:p14="http://schemas.microsoft.com/office/powerpoint/2010/main" val="496336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4.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8A0A5A9-C3BA-46DE-960E-466408E4A1E1}"/>
              </a:ext>
            </a:extLst>
          </p:cNvPr>
          <p:cNvPicPr>
            <a:picLocks noChangeAspect="1"/>
          </p:cNvPicPr>
          <p:nvPr userDrawn="1"/>
        </p:nvPicPr>
        <p:blipFill>
          <a:blip r:embed="rId2"/>
          <a:stretch>
            <a:fillRect/>
          </a:stretch>
        </p:blipFill>
        <p:spPr>
          <a:xfrm>
            <a:off x="0" y="1"/>
            <a:ext cx="12192000" cy="1073151"/>
          </a:xfrm>
          <a:prstGeom prst="rect">
            <a:avLst/>
          </a:prstGeom>
        </p:spPr>
      </p:pic>
      <p:sp>
        <p:nvSpPr>
          <p:cNvPr id="2" name="Title 1"/>
          <p:cNvSpPr>
            <a:spLocks noGrp="1"/>
          </p:cNvSpPr>
          <p:nvPr>
            <p:ph type="title" hasCustomPrompt="1"/>
          </p:nvPr>
        </p:nvSpPr>
        <p:spPr/>
        <p:txBody>
          <a:bodyPr/>
          <a:lstStyle/>
          <a:p>
            <a:r>
              <a:rPr lang="en-US"/>
              <a:t>Insert title text here</a:t>
            </a:r>
          </a:p>
        </p:txBody>
      </p:sp>
      <p:sp>
        <p:nvSpPr>
          <p:cNvPr id="4" name="Date Placeholder 3" hidden="1"/>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r>
              <a:rPr lang="en-US"/>
              <a:t>NR2B timeline overview and deliverable plan</a:t>
            </a:r>
            <a:endParaRPr lang="en-GB"/>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2B3406A1-1950-4368-9FE9-C04F1A2975FD}" type="slidenum">
              <a:rPr lang="en-GB" smtClean="0"/>
              <a:pPr/>
              <a:t>‹#›</a:t>
            </a:fld>
            <a:endParaRPr lang="en-GB"/>
          </a:p>
        </p:txBody>
      </p:sp>
    </p:spTree>
    <p:extLst>
      <p:ext uri="{BB962C8B-B14F-4D97-AF65-F5344CB8AC3E}">
        <p14:creationId xmlns:p14="http://schemas.microsoft.com/office/powerpoint/2010/main" val="2288981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5.xml><?xml version="1.0" encoding="utf-8"?>
<p:sldLayout xmlns:a="http://schemas.openxmlformats.org/drawingml/2006/main" xmlns:r="http://schemas.openxmlformats.org/officeDocument/2006/relationships" xmlns:p="http://schemas.openxmlformats.org/presentationml/2006/main" type="title">
  <p:cSld name="Chapter title 01">
    <p:spTree>
      <p:nvGrpSpPr>
        <p:cNvPr id="1" name=""/>
        <p:cNvGrpSpPr/>
        <p:nvPr/>
      </p:nvGrpSpPr>
      <p:grpSpPr>
        <a:xfrm>
          <a:off x="0" y="0"/>
          <a:ext cx="0" cy="0"/>
          <a:chOff x="0" y="0"/>
          <a:chExt cx="0" cy="0"/>
        </a:xfrm>
      </p:grpSpPr>
      <p:pic>
        <p:nvPicPr>
          <p:cNvPr id="10" name="Picture 9" descr="Shape, background pattern&#10;&#10;Description automatically generated">
            <a:extLst>
              <a:ext uri="{FF2B5EF4-FFF2-40B4-BE49-F238E27FC236}">
                <a16:creationId xmlns:a16="http://schemas.microsoft.com/office/drawing/2014/main" id="{17E4DC0B-38B7-4620-92EC-ADCD85ED51F9}"/>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470400" y="2640000"/>
            <a:ext cx="10982400" cy="984000"/>
          </a:xfrm>
        </p:spPr>
        <p:txBody>
          <a:bodyPr anchor="b">
            <a:noAutofit/>
          </a:bodyPr>
          <a:lstStyle>
            <a:lvl1pPr algn="l">
              <a:defRPr sz="6400"/>
            </a:lvl1pPr>
          </a:lstStyle>
          <a:p>
            <a:r>
              <a:rPr lang="en-GB"/>
              <a:t>Click to add chapter title</a:t>
            </a:r>
          </a:p>
        </p:txBody>
      </p:sp>
      <p:sp>
        <p:nvSpPr>
          <p:cNvPr id="3" name="Subtitle 2"/>
          <p:cNvSpPr>
            <a:spLocks noGrp="1"/>
          </p:cNvSpPr>
          <p:nvPr>
            <p:ph type="subTitle" idx="1" hasCustomPrompt="1"/>
          </p:nvPr>
        </p:nvSpPr>
        <p:spPr>
          <a:xfrm>
            <a:off x="470400" y="3720000"/>
            <a:ext cx="5414400" cy="494400"/>
          </a:xfrm>
        </p:spPr>
        <p:txBody>
          <a:bodyPr>
            <a:noAutofit/>
          </a:bodyPr>
          <a:lstStyle>
            <a:lvl1pPr marL="0" indent="0" algn="l">
              <a:buNone/>
              <a:defRPr sz="32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add text</a:t>
            </a:r>
          </a:p>
        </p:txBody>
      </p:sp>
      <p:sp>
        <p:nvSpPr>
          <p:cNvPr id="4" name="Date Placeholder 3" hidden="1"/>
          <p:cNvSpPr>
            <a:spLocks noGrp="1"/>
          </p:cNvSpPr>
          <p:nvPr>
            <p:ph type="dt" sz="half" idx="10"/>
          </p:nvPr>
        </p:nvSpPr>
        <p:spPr/>
        <p:txBody>
          <a:bodyPr/>
          <a:lstStyle/>
          <a:p>
            <a:endParaRPr lang="en-GB"/>
          </a:p>
        </p:txBody>
      </p:sp>
      <p:sp>
        <p:nvSpPr>
          <p:cNvPr id="5" name="Footer Placeholder 4" hidden="1"/>
          <p:cNvSpPr>
            <a:spLocks noGrp="1"/>
          </p:cNvSpPr>
          <p:nvPr>
            <p:ph type="ftr" sz="quarter" idx="11"/>
          </p:nvPr>
        </p:nvSpPr>
        <p:spPr/>
        <p:txBody>
          <a:bodyPr/>
          <a:lstStyle/>
          <a:p>
            <a:r>
              <a:rPr lang="en-US"/>
              <a:t>NR2B timeline overview and deliverable plan</a:t>
            </a:r>
            <a:endParaRPr lang="en-GB"/>
          </a:p>
        </p:txBody>
      </p:sp>
      <p:pic>
        <p:nvPicPr>
          <p:cNvPr id="13" name="Picture 12">
            <a:extLst>
              <a:ext uri="{FF2B5EF4-FFF2-40B4-BE49-F238E27FC236}">
                <a16:creationId xmlns:a16="http://schemas.microsoft.com/office/drawing/2014/main" id="{158FDDE2-2E5E-4F66-885B-41DF77006EDE}"/>
              </a:ext>
            </a:extLst>
          </p:cNvPr>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497863" y="5982356"/>
            <a:ext cx="1663484" cy="499677"/>
          </a:xfrm>
          <a:prstGeom prst="rect">
            <a:avLst/>
          </a:prstGeom>
        </p:spPr>
      </p:pic>
      <p:sp>
        <p:nvSpPr>
          <p:cNvPr id="14" name="Slide Number Placeholder 4">
            <a:extLst>
              <a:ext uri="{FF2B5EF4-FFF2-40B4-BE49-F238E27FC236}">
                <a16:creationId xmlns:a16="http://schemas.microsoft.com/office/drawing/2014/main" id="{6B1A01F8-291E-4C4F-880D-A8CA47518768}"/>
              </a:ext>
            </a:extLst>
          </p:cNvPr>
          <p:cNvSpPr txBox="1">
            <a:spLocks/>
          </p:cNvSpPr>
          <p:nvPr userDrawn="1"/>
        </p:nvSpPr>
        <p:spPr>
          <a:xfrm>
            <a:off x="8503783" y="6327252"/>
            <a:ext cx="3172342" cy="164212"/>
          </a:xfrm>
          <a:prstGeom prst="rect">
            <a:avLst/>
          </a:prstGeom>
        </p:spPr>
        <p:txBody>
          <a:bodyPr vert="horz" wrap="none" lIns="0" tIns="0" rIns="0" bIns="0" rtlCol="0" anchor="ctr">
            <a:spAutoFit/>
          </a:bodyPr>
          <a:lstStyle>
            <a:defPPr>
              <a:defRPr lang="de-DE"/>
            </a:defPPr>
            <a:lvl1pPr marL="0" algn="r" defTabSz="914400" rtl="0" eaLnBrk="1" latinLnBrk="0" hangingPunct="1">
              <a:defRPr sz="900" b="0" i="0" kern="1200" baseline="0">
                <a:solidFill>
                  <a:schemeClr val="tx2"/>
                </a:solidFill>
                <a:latin typeface="BISansOptiCond"/>
                <a:ea typeface="+mn-ea"/>
                <a:cs typeface="BISansOptiCond"/>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sz="1067" spc="400">
                <a:solidFill>
                  <a:schemeClr val="bg1"/>
                </a:solidFill>
              </a:rPr>
              <a:t>WE ARE MENTAL HEALTH 2.0</a:t>
            </a:r>
          </a:p>
        </p:txBody>
      </p:sp>
      <p:pic>
        <p:nvPicPr>
          <p:cNvPr id="16" name="Picture 15">
            <a:extLst>
              <a:ext uri="{FF2B5EF4-FFF2-40B4-BE49-F238E27FC236}">
                <a16:creationId xmlns:a16="http://schemas.microsoft.com/office/drawing/2014/main" id="{8F7C7CDB-32F9-4BAC-AA92-D4BFFD8C4A7D}"/>
              </a:ext>
            </a:extLst>
          </p:cNvPr>
          <p:cNvPicPr>
            <a:picLocks noChangeAspect="1"/>
          </p:cNvPicPr>
          <p:nvPr userDrawn="1"/>
        </p:nvPicPr>
        <p:blipFill>
          <a:blip r:embed="rId4" cstate="print">
            <a:extLst>
              <a:ext uri="{28A0092B-C50C-407E-A947-70E740481C1C}">
                <a14:useLocalDpi xmlns:a14="http://schemas.microsoft.com/office/drawing/2010/main"/>
              </a:ext>
            </a:extLst>
          </a:blip>
          <a:stretch>
            <a:fillRect/>
          </a:stretch>
        </p:blipFill>
        <p:spPr>
          <a:xfrm>
            <a:off x="0" y="2245584"/>
            <a:ext cx="12192000" cy="25400"/>
          </a:xfrm>
          <a:prstGeom prst="rect">
            <a:avLst/>
          </a:prstGeom>
        </p:spPr>
      </p:pic>
    </p:spTree>
    <p:extLst>
      <p:ext uri="{BB962C8B-B14F-4D97-AF65-F5344CB8AC3E}">
        <p14:creationId xmlns:p14="http://schemas.microsoft.com/office/powerpoint/2010/main" val="28244416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6.xml><?xml version="1.0" encoding="utf-8"?>
<p:sldLayout xmlns:a="http://schemas.openxmlformats.org/drawingml/2006/main" xmlns:r="http://schemas.openxmlformats.org/officeDocument/2006/relationships" xmlns:p="http://schemas.openxmlformats.org/presentationml/2006/main" type="obj">
  <p:cSld name="Standard page 01">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8A0A5A9-C3BA-46DE-960E-466408E4A1E1}"/>
              </a:ext>
            </a:extLst>
          </p:cNvPr>
          <p:cNvPicPr>
            <a:picLocks noChangeAspect="1"/>
          </p:cNvPicPr>
          <p:nvPr userDrawn="1"/>
        </p:nvPicPr>
        <p:blipFill>
          <a:blip r:embed="rId2"/>
          <a:stretch>
            <a:fillRect/>
          </a:stretch>
        </p:blipFill>
        <p:spPr>
          <a:xfrm>
            <a:off x="0" y="1"/>
            <a:ext cx="12192000" cy="1073151"/>
          </a:xfrm>
          <a:prstGeom prst="rect">
            <a:avLst/>
          </a:prstGeom>
        </p:spPr>
      </p:pic>
      <p:sp>
        <p:nvSpPr>
          <p:cNvPr id="2" name="Title 1"/>
          <p:cNvSpPr>
            <a:spLocks noGrp="1"/>
          </p:cNvSpPr>
          <p:nvPr>
            <p:ph type="title" hasCustomPrompt="1"/>
          </p:nvPr>
        </p:nvSpPr>
        <p:spPr/>
        <p:txBody>
          <a:bodyPr/>
          <a:lstStyle/>
          <a:p>
            <a:r>
              <a:rPr lang="en-US"/>
              <a:t>Insert title text here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hidden="1"/>
          <p:cNvSpPr>
            <a:spLocks noGrp="1"/>
          </p:cNvSpPr>
          <p:nvPr>
            <p:ph type="dt" sz="half" idx="10"/>
          </p:nvPr>
        </p:nvSpPr>
        <p:spPr/>
        <p:txBody>
          <a:bodyPr/>
          <a:lstStyle/>
          <a:p>
            <a:endParaRPr lang="en-GB"/>
          </a:p>
        </p:txBody>
      </p:sp>
      <p:sp>
        <p:nvSpPr>
          <p:cNvPr id="5" name="Footer Placeholder 4"/>
          <p:cNvSpPr>
            <a:spLocks noGrp="1"/>
          </p:cNvSpPr>
          <p:nvPr>
            <p:ph type="ftr" sz="quarter" idx="11"/>
          </p:nvPr>
        </p:nvSpPr>
        <p:spPr/>
        <p:txBody>
          <a:bodyPr/>
          <a:lstStyle/>
          <a:p>
            <a:r>
              <a:rPr lang="en-US"/>
              <a:t>NR2B timeline overview and deliverable plan</a:t>
            </a:r>
            <a:endParaRPr lang="en-GB"/>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2B3406A1-1950-4368-9FE9-C04F1A2975FD}" type="slidenum">
              <a:rPr lang="en-GB" smtClean="0"/>
              <a:pPr/>
              <a:t>‹#›</a:t>
            </a:fld>
            <a:endParaRPr lang="en-GB"/>
          </a:p>
        </p:txBody>
      </p:sp>
    </p:spTree>
    <p:extLst>
      <p:ext uri="{BB962C8B-B14F-4D97-AF65-F5344CB8AC3E}">
        <p14:creationId xmlns:p14="http://schemas.microsoft.com/office/powerpoint/2010/main" val="3024938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slideLayout" Target="../slideLayouts/slideLayout34.xml"/><Relationship Id="rId18" Type="http://schemas.openxmlformats.org/officeDocument/2006/relationships/slideLayout" Target="../slideLayouts/slideLayout39.xml"/><Relationship Id="rId26" Type="http://schemas.openxmlformats.org/officeDocument/2006/relationships/slideLayout" Target="../slideLayouts/slideLayout47.xml"/><Relationship Id="rId3" Type="http://schemas.openxmlformats.org/officeDocument/2006/relationships/slideLayout" Target="../slideLayouts/slideLayout24.xml"/><Relationship Id="rId21" Type="http://schemas.openxmlformats.org/officeDocument/2006/relationships/slideLayout" Target="../slideLayouts/slideLayout42.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17" Type="http://schemas.openxmlformats.org/officeDocument/2006/relationships/slideLayout" Target="../slideLayouts/slideLayout38.xml"/><Relationship Id="rId25" Type="http://schemas.openxmlformats.org/officeDocument/2006/relationships/slideLayout" Target="../slideLayouts/slideLayout46.xml"/><Relationship Id="rId2" Type="http://schemas.openxmlformats.org/officeDocument/2006/relationships/slideLayout" Target="../slideLayouts/slideLayout23.xml"/><Relationship Id="rId16" Type="http://schemas.openxmlformats.org/officeDocument/2006/relationships/slideLayout" Target="../slideLayouts/slideLayout37.xml"/><Relationship Id="rId20" Type="http://schemas.openxmlformats.org/officeDocument/2006/relationships/slideLayout" Target="../slideLayouts/slideLayout41.xml"/><Relationship Id="rId29" Type="http://schemas.openxmlformats.org/officeDocument/2006/relationships/slideLayout" Target="../slideLayouts/slideLayout50.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24" Type="http://schemas.openxmlformats.org/officeDocument/2006/relationships/slideLayout" Target="../slideLayouts/slideLayout45.xml"/><Relationship Id="rId5" Type="http://schemas.openxmlformats.org/officeDocument/2006/relationships/slideLayout" Target="../slideLayouts/slideLayout26.xml"/><Relationship Id="rId15" Type="http://schemas.openxmlformats.org/officeDocument/2006/relationships/slideLayout" Target="../slideLayouts/slideLayout36.xml"/><Relationship Id="rId23" Type="http://schemas.openxmlformats.org/officeDocument/2006/relationships/slideLayout" Target="../slideLayouts/slideLayout44.xml"/><Relationship Id="rId28" Type="http://schemas.openxmlformats.org/officeDocument/2006/relationships/slideLayout" Target="../slideLayouts/slideLayout49.xml"/><Relationship Id="rId10" Type="http://schemas.openxmlformats.org/officeDocument/2006/relationships/slideLayout" Target="../slideLayouts/slideLayout31.xml"/><Relationship Id="rId19" Type="http://schemas.openxmlformats.org/officeDocument/2006/relationships/slideLayout" Target="../slideLayouts/slideLayout40.xml"/><Relationship Id="rId31" Type="http://schemas.openxmlformats.org/officeDocument/2006/relationships/image" Target="../media/image5.png"/><Relationship Id="rId4" Type="http://schemas.openxmlformats.org/officeDocument/2006/relationships/slideLayout" Target="../slideLayouts/slideLayout25.xml"/><Relationship Id="rId9" Type="http://schemas.openxmlformats.org/officeDocument/2006/relationships/slideLayout" Target="../slideLayouts/slideLayout30.xml"/><Relationship Id="rId14" Type="http://schemas.openxmlformats.org/officeDocument/2006/relationships/slideLayout" Target="../slideLayouts/slideLayout35.xml"/><Relationship Id="rId22" Type="http://schemas.openxmlformats.org/officeDocument/2006/relationships/slideLayout" Target="../slideLayouts/slideLayout43.xml"/><Relationship Id="rId27" Type="http://schemas.openxmlformats.org/officeDocument/2006/relationships/slideLayout" Target="../slideLayouts/slideLayout48.xml"/><Relationship Id="rId3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8.xml"/><Relationship Id="rId13" Type="http://schemas.openxmlformats.org/officeDocument/2006/relationships/slideLayout" Target="../slideLayouts/slideLayout63.xml"/><Relationship Id="rId18" Type="http://schemas.openxmlformats.org/officeDocument/2006/relationships/slideLayout" Target="../slideLayouts/slideLayout68.xml"/><Relationship Id="rId26" Type="http://schemas.openxmlformats.org/officeDocument/2006/relationships/slideLayout" Target="../slideLayouts/slideLayout76.xml"/><Relationship Id="rId3" Type="http://schemas.openxmlformats.org/officeDocument/2006/relationships/slideLayout" Target="../slideLayouts/slideLayout53.xml"/><Relationship Id="rId21" Type="http://schemas.openxmlformats.org/officeDocument/2006/relationships/slideLayout" Target="../slideLayouts/slideLayout71.xml"/><Relationship Id="rId7" Type="http://schemas.openxmlformats.org/officeDocument/2006/relationships/slideLayout" Target="../slideLayouts/slideLayout57.xml"/><Relationship Id="rId12" Type="http://schemas.openxmlformats.org/officeDocument/2006/relationships/slideLayout" Target="../slideLayouts/slideLayout62.xml"/><Relationship Id="rId17" Type="http://schemas.openxmlformats.org/officeDocument/2006/relationships/slideLayout" Target="../slideLayouts/slideLayout67.xml"/><Relationship Id="rId25" Type="http://schemas.openxmlformats.org/officeDocument/2006/relationships/slideLayout" Target="../slideLayouts/slideLayout75.xml"/><Relationship Id="rId2" Type="http://schemas.openxmlformats.org/officeDocument/2006/relationships/slideLayout" Target="../slideLayouts/slideLayout52.xml"/><Relationship Id="rId16" Type="http://schemas.openxmlformats.org/officeDocument/2006/relationships/slideLayout" Target="../slideLayouts/slideLayout66.xml"/><Relationship Id="rId20" Type="http://schemas.openxmlformats.org/officeDocument/2006/relationships/slideLayout" Target="../slideLayouts/slideLayout70.xml"/><Relationship Id="rId29" Type="http://schemas.openxmlformats.org/officeDocument/2006/relationships/theme" Target="../theme/theme3.xml"/><Relationship Id="rId1" Type="http://schemas.openxmlformats.org/officeDocument/2006/relationships/slideLayout" Target="../slideLayouts/slideLayout51.xml"/><Relationship Id="rId6" Type="http://schemas.openxmlformats.org/officeDocument/2006/relationships/slideLayout" Target="../slideLayouts/slideLayout56.xml"/><Relationship Id="rId11" Type="http://schemas.openxmlformats.org/officeDocument/2006/relationships/slideLayout" Target="../slideLayouts/slideLayout61.xml"/><Relationship Id="rId24" Type="http://schemas.openxmlformats.org/officeDocument/2006/relationships/slideLayout" Target="../slideLayouts/slideLayout74.xml"/><Relationship Id="rId5" Type="http://schemas.openxmlformats.org/officeDocument/2006/relationships/slideLayout" Target="../slideLayouts/slideLayout55.xml"/><Relationship Id="rId15" Type="http://schemas.openxmlformats.org/officeDocument/2006/relationships/slideLayout" Target="../slideLayouts/slideLayout65.xml"/><Relationship Id="rId23" Type="http://schemas.openxmlformats.org/officeDocument/2006/relationships/slideLayout" Target="../slideLayouts/slideLayout73.xml"/><Relationship Id="rId28" Type="http://schemas.openxmlformats.org/officeDocument/2006/relationships/slideLayout" Target="../slideLayouts/slideLayout78.xml"/><Relationship Id="rId10" Type="http://schemas.openxmlformats.org/officeDocument/2006/relationships/slideLayout" Target="../slideLayouts/slideLayout60.xml"/><Relationship Id="rId19" Type="http://schemas.openxmlformats.org/officeDocument/2006/relationships/slideLayout" Target="../slideLayouts/slideLayout69.xml"/><Relationship Id="rId4" Type="http://schemas.openxmlformats.org/officeDocument/2006/relationships/slideLayout" Target="../slideLayouts/slideLayout54.xml"/><Relationship Id="rId9" Type="http://schemas.openxmlformats.org/officeDocument/2006/relationships/slideLayout" Target="../slideLayouts/slideLayout59.xml"/><Relationship Id="rId14" Type="http://schemas.openxmlformats.org/officeDocument/2006/relationships/slideLayout" Target="../slideLayouts/slideLayout64.xml"/><Relationship Id="rId22" Type="http://schemas.openxmlformats.org/officeDocument/2006/relationships/slideLayout" Target="../slideLayouts/slideLayout72.xml"/><Relationship Id="rId27" Type="http://schemas.openxmlformats.org/officeDocument/2006/relationships/slideLayout" Target="../slideLayouts/slideLayout77.xml"/><Relationship Id="rId30" Type="http://schemas.openxmlformats.org/officeDocument/2006/relationships/image" Target="../media/image9.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86.xml"/><Relationship Id="rId3" Type="http://schemas.openxmlformats.org/officeDocument/2006/relationships/slideLayout" Target="../slideLayouts/slideLayout81.xml"/><Relationship Id="rId7" Type="http://schemas.openxmlformats.org/officeDocument/2006/relationships/slideLayout" Target="../slideLayouts/slideLayout85.xml"/><Relationship Id="rId12" Type="http://schemas.openxmlformats.org/officeDocument/2006/relationships/image" Target="../media/image10.png"/><Relationship Id="rId2" Type="http://schemas.openxmlformats.org/officeDocument/2006/relationships/slideLayout" Target="../slideLayouts/slideLayout80.xml"/><Relationship Id="rId1" Type="http://schemas.openxmlformats.org/officeDocument/2006/relationships/slideLayout" Target="../slideLayouts/slideLayout79.xml"/><Relationship Id="rId6" Type="http://schemas.openxmlformats.org/officeDocument/2006/relationships/slideLayout" Target="../slideLayouts/slideLayout84.xml"/><Relationship Id="rId11" Type="http://schemas.openxmlformats.org/officeDocument/2006/relationships/theme" Target="../theme/theme4.xml"/><Relationship Id="rId5" Type="http://schemas.openxmlformats.org/officeDocument/2006/relationships/slideLayout" Target="../slideLayouts/slideLayout83.xml"/><Relationship Id="rId10" Type="http://schemas.openxmlformats.org/officeDocument/2006/relationships/slideLayout" Target="../slideLayouts/slideLayout88.xml"/><Relationship Id="rId4" Type="http://schemas.openxmlformats.org/officeDocument/2006/relationships/slideLayout" Target="../slideLayouts/slideLayout82.xml"/><Relationship Id="rId9" Type="http://schemas.openxmlformats.org/officeDocument/2006/relationships/slideLayout" Target="../slideLayouts/slideLayout8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96.xml"/><Relationship Id="rId3" Type="http://schemas.openxmlformats.org/officeDocument/2006/relationships/slideLayout" Target="../slideLayouts/slideLayout91.xml"/><Relationship Id="rId7" Type="http://schemas.openxmlformats.org/officeDocument/2006/relationships/slideLayout" Target="../slideLayouts/slideLayout95.xml"/><Relationship Id="rId12" Type="http://schemas.openxmlformats.org/officeDocument/2006/relationships/image" Target="../media/image10.png"/><Relationship Id="rId2" Type="http://schemas.openxmlformats.org/officeDocument/2006/relationships/slideLayout" Target="../slideLayouts/slideLayout90.xml"/><Relationship Id="rId1" Type="http://schemas.openxmlformats.org/officeDocument/2006/relationships/slideLayout" Target="../slideLayouts/slideLayout89.xml"/><Relationship Id="rId6" Type="http://schemas.openxmlformats.org/officeDocument/2006/relationships/slideLayout" Target="../slideLayouts/slideLayout94.xml"/><Relationship Id="rId11" Type="http://schemas.openxmlformats.org/officeDocument/2006/relationships/theme" Target="../theme/theme5.xml"/><Relationship Id="rId5" Type="http://schemas.openxmlformats.org/officeDocument/2006/relationships/slideLayout" Target="../slideLayouts/slideLayout93.xml"/><Relationship Id="rId10" Type="http://schemas.openxmlformats.org/officeDocument/2006/relationships/slideLayout" Target="../slideLayouts/slideLayout98.xml"/><Relationship Id="rId4" Type="http://schemas.openxmlformats.org/officeDocument/2006/relationships/slideLayout" Target="../slideLayouts/slideLayout92.xml"/><Relationship Id="rId9" Type="http://schemas.openxmlformats.org/officeDocument/2006/relationships/slideLayout" Target="../slideLayouts/slideLayout97.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11.xml"/><Relationship Id="rId18" Type="http://schemas.openxmlformats.org/officeDocument/2006/relationships/slideLayout" Target="../slideLayouts/slideLayout116.xml"/><Relationship Id="rId26" Type="http://schemas.openxmlformats.org/officeDocument/2006/relationships/slideLayout" Target="../slideLayouts/slideLayout124.xml"/><Relationship Id="rId39" Type="http://schemas.openxmlformats.org/officeDocument/2006/relationships/slideLayout" Target="../slideLayouts/slideLayout137.xml"/><Relationship Id="rId21" Type="http://schemas.openxmlformats.org/officeDocument/2006/relationships/slideLayout" Target="../slideLayouts/slideLayout119.xml"/><Relationship Id="rId34" Type="http://schemas.openxmlformats.org/officeDocument/2006/relationships/slideLayout" Target="../slideLayouts/slideLayout132.xml"/><Relationship Id="rId42" Type="http://schemas.openxmlformats.org/officeDocument/2006/relationships/slideLayout" Target="../slideLayouts/slideLayout140.xml"/><Relationship Id="rId47" Type="http://schemas.openxmlformats.org/officeDocument/2006/relationships/theme" Target="../theme/theme6.xml"/><Relationship Id="rId7" Type="http://schemas.openxmlformats.org/officeDocument/2006/relationships/slideLayout" Target="../slideLayouts/slideLayout105.xml"/><Relationship Id="rId2" Type="http://schemas.openxmlformats.org/officeDocument/2006/relationships/slideLayout" Target="../slideLayouts/slideLayout100.xml"/><Relationship Id="rId16" Type="http://schemas.openxmlformats.org/officeDocument/2006/relationships/slideLayout" Target="../slideLayouts/slideLayout114.xml"/><Relationship Id="rId29" Type="http://schemas.openxmlformats.org/officeDocument/2006/relationships/slideLayout" Target="../slideLayouts/slideLayout127.xml"/><Relationship Id="rId11" Type="http://schemas.openxmlformats.org/officeDocument/2006/relationships/slideLayout" Target="../slideLayouts/slideLayout109.xml"/><Relationship Id="rId24" Type="http://schemas.openxmlformats.org/officeDocument/2006/relationships/slideLayout" Target="../slideLayouts/slideLayout122.xml"/><Relationship Id="rId32" Type="http://schemas.openxmlformats.org/officeDocument/2006/relationships/slideLayout" Target="../slideLayouts/slideLayout130.xml"/><Relationship Id="rId37" Type="http://schemas.openxmlformats.org/officeDocument/2006/relationships/slideLayout" Target="../slideLayouts/slideLayout135.xml"/><Relationship Id="rId40" Type="http://schemas.openxmlformats.org/officeDocument/2006/relationships/slideLayout" Target="../slideLayouts/slideLayout138.xml"/><Relationship Id="rId45" Type="http://schemas.openxmlformats.org/officeDocument/2006/relationships/slideLayout" Target="../slideLayouts/slideLayout143.xml"/><Relationship Id="rId5" Type="http://schemas.openxmlformats.org/officeDocument/2006/relationships/slideLayout" Target="../slideLayouts/slideLayout103.xml"/><Relationship Id="rId15" Type="http://schemas.openxmlformats.org/officeDocument/2006/relationships/slideLayout" Target="../slideLayouts/slideLayout113.xml"/><Relationship Id="rId23" Type="http://schemas.openxmlformats.org/officeDocument/2006/relationships/slideLayout" Target="../slideLayouts/slideLayout121.xml"/><Relationship Id="rId28" Type="http://schemas.openxmlformats.org/officeDocument/2006/relationships/slideLayout" Target="../slideLayouts/slideLayout126.xml"/><Relationship Id="rId36" Type="http://schemas.openxmlformats.org/officeDocument/2006/relationships/slideLayout" Target="../slideLayouts/slideLayout134.xml"/><Relationship Id="rId49" Type="http://schemas.openxmlformats.org/officeDocument/2006/relationships/image" Target="../media/image14.svg"/><Relationship Id="rId10" Type="http://schemas.openxmlformats.org/officeDocument/2006/relationships/slideLayout" Target="../slideLayouts/slideLayout108.xml"/><Relationship Id="rId19" Type="http://schemas.openxmlformats.org/officeDocument/2006/relationships/slideLayout" Target="../slideLayouts/slideLayout117.xml"/><Relationship Id="rId31" Type="http://schemas.openxmlformats.org/officeDocument/2006/relationships/slideLayout" Target="../slideLayouts/slideLayout129.xml"/><Relationship Id="rId44" Type="http://schemas.openxmlformats.org/officeDocument/2006/relationships/slideLayout" Target="../slideLayouts/slideLayout142.xml"/><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slideLayout" Target="../slideLayouts/slideLayout112.xml"/><Relationship Id="rId22" Type="http://schemas.openxmlformats.org/officeDocument/2006/relationships/slideLayout" Target="../slideLayouts/slideLayout120.xml"/><Relationship Id="rId27" Type="http://schemas.openxmlformats.org/officeDocument/2006/relationships/slideLayout" Target="../slideLayouts/slideLayout125.xml"/><Relationship Id="rId30" Type="http://schemas.openxmlformats.org/officeDocument/2006/relationships/slideLayout" Target="../slideLayouts/slideLayout128.xml"/><Relationship Id="rId35" Type="http://schemas.openxmlformats.org/officeDocument/2006/relationships/slideLayout" Target="../slideLayouts/slideLayout133.xml"/><Relationship Id="rId43" Type="http://schemas.openxmlformats.org/officeDocument/2006/relationships/slideLayout" Target="../slideLayouts/slideLayout141.xml"/><Relationship Id="rId48" Type="http://schemas.openxmlformats.org/officeDocument/2006/relationships/image" Target="../media/image13.png"/><Relationship Id="rId8" Type="http://schemas.openxmlformats.org/officeDocument/2006/relationships/slideLayout" Target="../slideLayouts/slideLayout106.xml"/><Relationship Id="rId3" Type="http://schemas.openxmlformats.org/officeDocument/2006/relationships/slideLayout" Target="../slideLayouts/slideLayout101.xml"/><Relationship Id="rId12" Type="http://schemas.openxmlformats.org/officeDocument/2006/relationships/slideLayout" Target="../slideLayouts/slideLayout110.xml"/><Relationship Id="rId17" Type="http://schemas.openxmlformats.org/officeDocument/2006/relationships/slideLayout" Target="../slideLayouts/slideLayout115.xml"/><Relationship Id="rId25" Type="http://schemas.openxmlformats.org/officeDocument/2006/relationships/slideLayout" Target="../slideLayouts/slideLayout123.xml"/><Relationship Id="rId33" Type="http://schemas.openxmlformats.org/officeDocument/2006/relationships/slideLayout" Target="../slideLayouts/slideLayout131.xml"/><Relationship Id="rId38" Type="http://schemas.openxmlformats.org/officeDocument/2006/relationships/slideLayout" Target="../slideLayouts/slideLayout136.xml"/><Relationship Id="rId46" Type="http://schemas.openxmlformats.org/officeDocument/2006/relationships/slideLayout" Target="../slideLayouts/slideLayout144.xml"/><Relationship Id="rId20" Type="http://schemas.openxmlformats.org/officeDocument/2006/relationships/slideLayout" Target="../slideLayouts/slideLayout118.xml"/><Relationship Id="rId41" Type="http://schemas.openxmlformats.org/officeDocument/2006/relationships/slideLayout" Target="../slideLayouts/slideLayout139.xml"/><Relationship Id="rId1" Type="http://schemas.openxmlformats.org/officeDocument/2006/relationships/slideLayout" Target="../slideLayouts/slideLayout99.xml"/><Relationship Id="rId6" Type="http://schemas.openxmlformats.org/officeDocument/2006/relationships/slideLayout" Target="../slideLayouts/slideLayout104.xml"/></Relationships>
</file>

<file path=ppt/slideMasters/_rels/slideMaster7.xml.rels><?xml version="1.0" encoding="UTF-8" standalone="yes"?>
<Relationships xmlns="http://schemas.openxmlformats.org/package/2006/relationships"><Relationship Id="rId3" Type="http://schemas.openxmlformats.org/officeDocument/2006/relationships/slideLayout" Target="../slideLayouts/slideLayout147.xml"/><Relationship Id="rId2" Type="http://schemas.openxmlformats.org/officeDocument/2006/relationships/slideLayout" Target="../slideLayouts/slideLayout146.xml"/><Relationship Id="rId1" Type="http://schemas.openxmlformats.org/officeDocument/2006/relationships/slideLayout" Target="../slideLayouts/slideLayout145.xml"/><Relationship Id="rId5" Type="http://schemas.openxmlformats.org/officeDocument/2006/relationships/image" Target="../media/image40.png"/><Relationship Id="rId4" Type="http://schemas.openxmlformats.org/officeDocument/2006/relationships/theme" Target="../theme/theme7.xml"/></Relationships>
</file>

<file path=ppt/slideMasters/_rels/slideMaster8.xml.rels><?xml version="1.0" encoding="UTF-8" standalone="yes"?>
<Relationships xmlns="http://schemas.openxmlformats.org/package/2006/relationships"><Relationship Id="rId13" Type="http://schemas.openxmlformats.org/officeDocument/2006/relationships/slideLayout" Target="../slideLayouts/slideLayout160.xml"/><Relationship Id="rId18" Type="http://schemas.openxmlformats.org/officeDocument/2006/relationships/slideLayout" Target="../slideLayouts/slideLayout165.xml"/><Relationship Id="rId26" Type="http://schemas.openxmlformats.org/officeDocument/2006/relationships/slideLayout" Target="../slideLayouts/slideLayout173.xml"/><Relationship Id="rId39" Type="http://schemas.openxmlformats.org/officeDocument/2006/relationships/image" Target="../media/image44.emf"/><Relationship Id="rId21" Type="http://schemas.openxmlformats.org/officeDocument/2006/relationships/slideLayout" Target="../slideLayouts/slideLayout168.xml"/><Relationship Id="rId34" Type="http://schemas.openxmlformats.org/officeDocument/2006/relationships/slideLayout" Target="../slideLayouts/slideLayout181.xml"/><Relationship Id="rId7" Type="http://schemas.openxmlformats.org/officeDocument/2006/relationships/slideLayout" Target="../slideLayouts/slideLayout154.xml"/><Relationship Id="rId2" Type="http://schemas.openxmlformats.org/officeDocument/2006/relationships/slideLayout" Target="../slideLayouts/slideLayout149.xml"/><Relationship Id="rId16" Type="http://schemas.openxmlformats.org/officeDocument/2006/relationships/slideLayout" Target="../slideLayouts/slideLayout163.xml"/><Relationship Id="rId20" Type="http://schemas.openxmlformats.org/officeDocument/2006/relationships/slideLayout" Target="../slideLayouts/slideLayout167.xml"/><Relationship Id="rId29" Type="http://schemas.openxmlformats.org/officeDocument/2006/relationships/slideLayout" Target="../slideLayouts/slideLayout176.xml"/><Relationship Id="rId41" Type="http://schemas.openxmlformats.org/officeDocument/2006/relationships/image" Target="../media/image14.svg"/><Relationship Id="rId1" Type="http://schemas.openxmlformats.org/officeDocument/2006/relationships/slideLayout" Target="../slideLayouts/slideLayout148.xml"/><Relationship Id="rId6" Type="http://schemas.openxmlformats.org/officeDocument/2006/relationships/slideLayout" Target="../slideLayouts/slideLayout153.xml"/><Relationship Id="rId11" Type="http://schemas.openxmlformats.org/officeDocument/2006/relationships/slideLayout" Target="../slideLayouts/slideLayout158.xml"/><Relationship Id="rId24" Type="http://schemas.openxmlformats.org/officeDocument/2006/relationships/slideLayout" Target="../slideLayouts/slideLayout171.xml"/><Relationship Id="rId32" Type="http://schemas.openxmlformats.org/officeDocument/2006/relationships/slideLayout" Target="../slideLayouts/slideLayout179.xml"/><Relationship Id="rId37" Type="http://schemas.openxmlformats.org/officeDocument/2006/relationships/tags" Target="../tags/tag1.xml"/><Relationship Id="rId40" Type="http://schemas.openxmlformats.org/officeDocument/2006/relationships/image" Target="../media/image13.png"/><Relationship Id="rId5" Type="http://schemas.openxmlformats.org/officeDocument/2006/relationships/slideLayout" Target="../slideLayouts/slideLayout152.xml"/><Relationship Id="rId15" Type="http://schemas.openxmlformats.org/officeDocument/2006/relationships/slideLayout" Target="../slideLayouts/slideLayout162.xml"/><Relationship Id="rId23" Type="http://schemas.openxmlformats.org/officeDocument/2006/relationships/slideLayout" Target="../slideLayouts/slideLayout170.xml"/><Relationship Id="rId28" Type="http://schemas.openxmlformats.org/officeDocument/2006/relationships/slideLayout" Target="../slideLayouts/slideLayout175.xml"/><Relationship Id="rId36" Type="http://schemas.openxmlformats.org/officeDocument/2006/relationships/theme" Target="../theme/theme8.xml"/><Relationship Id="rId10" Type="http://schemas.openxmlformats.org/officeDocument/2006/relationships/slideLayout" Target="../slideLayouts/slideLayout157.xml"/><Relationship Id="rId19" Type="http://schemas.openxmlformats.org/officeDocument/2006/relationships/slideLayout" Target="../slideLayouts/slideLayout166.xml"/><Relationship Id="rId31" Type="http://schemas.openxmlformats.org/officeDocument/2006/relationships/slideLayout" Target="../slideLayouts/slideLayout178.xml"/><Relationship Id="rId4" Type="http://schemas.openxmlformats.org/officeDocument/2006/relationships/slideLayout" Target="../slideLayouts/slideLayout151.xml"/><Relationship Id="rId9" Type="http://schemas.openxmlformats.org/officeDocument/2006/relationships/slideLayout" Target="../slideLayouts/slideLayout156.xml"/><Relationship Id="rId14" Type="http://schemas.openxmlformats.org/officeDocument/2006/relationships/slideLayout" Target="../slideLayouts/slideLayout161.xml"/><Relationship Id="rId22" Type="http://schemas.openxmlformats.org/officeDocument/2006/relationships/slideLayout" Target="../slideLayouts/slideLayout169.xml"/><Relationship Id="rId27" Type="http://schemas.openxmlformats.org/officeDocument/2006/relationships/slideLayout" Target="../slideLayouts/slideLayout174.xml"/><Relationship Id="rId30" Type="http://schemas.openxmlformats.org/officeDocument/2006/relationships/slideLayout" Target="../slideLayouts/slideLayout177.xml"/><Relationship Id="rId35" Type="http://schemas.openxmlformats.org/officeDocument/2006/relationships/slideLayout" Target="../slideLayouts/slideLayout182.xml"/><Relationship Id="rId8" Type="http://schemas.openxmlformats.org/officeDocument/2006/relationships/slideLayout" Target="../slideLayouts/slideLayout155.xml"/><Relationship Id="rId3" Type="http://schemas.openxmlformats.org/officeDocument/2006/relationships/slideLayout" Target="../slideLayouts/slideLayout150.xml"/><Relationship Id="rId12" Type="http://schemas.openxmlformats.org/officeDocument/2006/relationships/slideLayout" Target="../slideLayouts/slideLayout159.xml"/><Relationship Id="rId17" Type="http://schemas.openxmlformats.org/officeDocument/2006/relationships/slideLayout" Target="../slideLayouts/slideLayout164.xml"/><Relationship Id="rId25" Type="http://schemas.openxmlformats.org/officeDocument/2006/relationships/slideLayout" Target="../slideLayouts/slideLayout172.xml"/><Relationship Id="rId33" Type="http://schemas.openxmlformats.org/officeDocument/2006/relationships/slideLayout" Target="../slideLayouts/slideLayout180.xml"/><Relationship Id="rId38" Type="http://schemas.openxmlformats.org/officeDocument/2006/relationships/oleObject" Target="../embeddings/oleObject1.bin"/></Relationships>
</file>

<file path=ppt/slideMasters/_rels/slideMaster9.xml.rels><?xml version="1.0" encoding="UTF-8" standalone="yes"?>
<Relationships xmlns="http://schemas.openxmlformats.org/package/2006/relationships"><Relationship Id="rId13" Type="http://schemas.openxmlformats.org/officeDocument/2006/relationships/slideLayout" Target="../slideLayouts/slideLayout195.xml"/><Relationship Id="rId18" Type="http://schemas.openxmlformats.org/officeDocument/2006/relationships/slideLayout" Target="../slideLayouts/slideLayout200.xml"/><Relationship Id="rId26" Type="http://schemas.openxmlformats.org/officeDocument/2006/relationships/slideLayout" Target="../slideLayouts/slideLayout208.xml"/><Relationship Id="rId3" Type="http://schemas.openxmlformats.org/officeDocument/2006/relationships/slideLayout" Target="../slideLayouts/slideLayout185.xml"/><Relationship Id="rId21" Type="http://schemas.openxmlformats.org/officeDocument/2006/relationships/slideLayout" Target="../slideLayouts/slideLayout203.xml"/><Relationship Id="rId34" Type="http://schemas.openxmlformats.org/officeDocument/2006/relationships/theme" Target="../theme/theme9.xml"/><Relationship Id="rId7" Type="http://schemas.openxmlformats.org/officeDocument/2006/relationships/slideLayout" Target="../slideLayouts/slideLayout189.xml"/><Relationship Id="rId12" Type="http://schemas.openxmlformats.org/officeDocument/2006/relationships/slideLayout" Target="../slideLayouts/slideLayout194.xml"/><Relationship Id="rId17" Type="http://schemas.openxmlformats.org/officeDocument/2006/relationships/slideLayout" Target="../slideLayouts/slideLayout199.xml"/><Relationship Id="rId25" Type="http://schemas.openxmlformats.org/officeDocument/2006/relationships/slideLayout" Target="../slideLayouts/slideLayout207.xml"/><Relationship Id="rId33" Type="http://schemas.openxmlformats.org/officeDocument/2006/relationships/slideLayout" Target="../slideLayouts/slideLayout215.xml"/><Relationship Id="rId2" Type="http://schemas.openxmlformats.org/officeDocument/2006/relationships/slideLayout" Target="../slideLayouts/slideLayout184.xml"/><Relationship Id="rId16" Type="http://schemas.openxmlformats.org/officeDocument/2006/relationships/slideLayout" Target="../slideLayouts/slideLayout198.xml"/><Relationship Id="rId20" Type="http://schemas.openxmlformats.org/officeDocument/2006/relationships/slideLayout" Target="../slideLayouts/slideLayout202.xml"/><Relationship Id="rId29" Type="http://schemas.openxmlformats.org/officeDocument/2006/relationships/slideLayout" Target="../slideLayouts/slideLayout211.xml"/><Relationship Id="rId1" Type="http://schemas.openxmlformats.org/officeDocument/2006/relationships/slideLayout" Target="../slideLayouts/slideLayout183.xml"/><Relationship Id="rId6" Type="http://schemas.openxmlformats.org/officeDocument/2006/relationships/slideLayout" Target="../slideLayouts/slideLayout188.xml"/><Relationship Id="rId11" Type="http://schemas.openxmlformats.org/officeDocument/2006/relationships/slideLayout" Target="../slideLayouts/slideLayout193.xml"/><Relationship Id="rId24" Type="http://schemas.openxmlformats.org/officeDocument/2006/relationships/slideLayout" Target="../slideLayouts/slideLayout206.xml"/><Relationship Id="rId32" Type="http://schemas.openxmlformats.org/officeDocument/2006/relationships/slideLayout" Target="../slideLayouts/slideLayout214.xml"/><Relationship Id="rId5" Type="http://schemas.openxmlformats.org/officeDocument/2006/relationships/slideLayout" Target="../slideLayouts/slideLayout187.xml"/><Relationship Id="rId15" Type="http://schemas.openxmlformats.org/officeDocument/2006/relationships/slideLayout" Target="../slideLayouts/slideLayout197.xml"/><Relationship Id="rId23" Type="http://schemas.openxmlformats.org/officeDocument/2006/relationships/slideLayout" Target="../slideLayouts/slideLayout205.xml"/><Relationship Id="rId28" Type="http://schemas.openxmlformats.org/officeDocument/2006/relationships/slideLayout" Target="../slideLayouts/slideLayout210.xml"/><Relationship Id="rId36" Type="http://schemas.openxmlformats.org/officeDocument/2006/relationships/image" Target="../media/image14.svg"/><Relationship Id="rId10" Type="http://schemas.openxmlformats.org/officeDocument/2006/relationships/slideLayout" Target="../slideLayouts/slideLayout192.xml"/><Relationship Id="rId19" Type="http://schemas.openxmlformats.org/officeDocument/2006/relationships/slideLayout" Target="../slideLayouts/slideLayout201.xml"/><Relationship Id="rId31" Type="http://schemas.openxmlformats.org/officeDocument/2006/relationships/slideLayout" Target="../slideLayouts/slideLayout213.xml"/><Relationship Id="rId4" Type="http://schemas.openxmlformats.org/officeDocument/2006/relationships/slideLayout" Target="../slideLayouts/slideLayout186.xml"/><Relationship Id="rId9" Type="http://schemas.openxmlformats.org/officeDocument/2006/relationships/slideLayout" Target="../slideLayouts/slideLayout191.xml"/><Relationship Id="rId14" Type="http://schemas.openxmlformats.org/officeDocument/2006/relationships/slideLayout" Target="../slideLayouts/slideLayout196.xml"/><Relationship Id="rId22" Type="http://schemas.openxmlformats.org/officeDocument/2006/relationships/slideLayout" Target="../slideLayouts/slideLayout204.xml"/><Relationship Id="rId27" Type="http://schemas.openxmlformats.org/officeDocument/2006/relationships/slideLayout" Target="../slideLayouts/slideLayout209.xml"/><Relationship Id="rId30" Type="http://schemas.openxmlformats.org/officeDocument/2006/relationships/slideLayout" Target="../slideLayouts/slideLayout212.xml"/><Relationship Id="rId35" Type="http://schemas.openxmlformats.org/officeDocument/2006/relationships/image" Target="../media/image13.png"/><Relationship Id="rId8" Type="http://schemas.openxmlformats.org/officeDocument/2006/relationships/slideLayout" Target="../slideLayouts/slideLayout190.xml"/></Relationships>
</file>

<file path=ppt/slideMasters/_rels/slideMaster10.xml.rels><?xml version="1.0" encoding="UTF-8" standalone="yes"?>
<Relationships xmlns="http://schemas.openxmlformats.org/package/2006/relationships"><Relationship Id="rId13" Type="http://schemas.openxmlformats.org/officeDocument/2006/relationships/slideLayout" Target="../slideLayouts/slideLayout228.xml"/><Relationship Id="rId18" Type="http://schemas.openxmlformats.org/officeDocument/2006/relationships/slideLayout" Target="../slideLayouts/slideLayout233.xml"/><Relationship Id="rId26" Type="http://schemas.openxmlformats.org/officeDocument/2006/relationships/slideLayout" Target="../slideLayouts/slideLayout241.xml"/><Relationship Id="rId39" Type="http://schemas.openxmlformats.org/officeDocument/2006/relationships/slideLayout" Target="../slideLayouts/slideLayout254.xml"/><Relationship Id="rId21" Type="http://schemas.openxmlformats.org/officeDocument/2006/relationships/slideLayout" Target="../slideLayouts/slideLayout236.xml"/><Relationship Id="rId34" Type="http://schemas.openxmlformats.org/officeDocument/2006/relationships/slideLayout" Target="../slideLayouts/slideLayout249.xml"/><Relationship Id="rId42" Type="http://schemas.openxmlformats.org/officeDocument/2006/relationships/slideLayout" Target="../slideLayouts/slideLayout257.xml"/><Relationship Id="rId47" Type="http://schemas.openxmlformats.org/officeDocument/2006/relationships/slideLayout" Target="../slideLayouts/slideLayout262.xml"/><Relationship Id="rId50" Type="http://schemas.openxmlformats.org/officeDocument/2006/relationships/image" Target="../media/image13.png"/><Relationship Id="rId7" Type="http://schemas.openxmlformats.org/officeDocument/2006/relationships/slideLayout" Target="../slideLayouts/slideLayout222.xml"/><Relationship Id="rId2" Type="http://schemas.openxmlformats.org/officeDocument/2006/relationships/slideLayout" Target="../slideLayouts/slideLayout217.xml"/><Relationship Id="rId16" Type="http://schemas.openxmlformats.org/officeDocument/2006/relationships/slideLayout" Target="../slideLayouts/slideLayout231.xml"/><Relationship Id="rId29" Type="http://schemas.openxmlformats.org/officeDocument/2006/relationships/slideLayout" Target="../slideLayouts/slideLayout244.xml"/><Relationship Id="rId11" Type="http://schemas.openxmlformats.org/officeDocument/2006/relationships/slideLayout" Target="../slideLayouts/slideLayout226.xml"/><Relationship Id="rId24" Type="http://schemas.openxmlformats.org/officeDocument/2006/relationships/slideLayout" Target="../slideLayouts/slideLayout239.xml"/><Relationship Id="rId32" Type="http://schemas.openxmlformats.org/officeDocument/2006/relationships/slideLayout" Target="../slideLayouts/slideLayout247.xml"/><Relationship Id="rId37" Type="http://schemas.openxmlformats.org/officeDocument/2006/relationships/slideLayout" Target="../slideLayouts/slideLayout252.xml"/><Relationship Id="rId40" Type="http://schemas.openxmlformats.org/officeDocument/2006/relationships/slideLayout" Target="../slideLayouts/slideLayout255.xml"/><Relationship Id="rId45" Type="http://schemas.openxmlformats.org/officeDocument/2006/relationships/slideLayout" Target="../slideLayouts/slideLayout260.xml"/><Relationship Id="rId5" Type="http://schemas.openxmlformats.org/officeDocument/2006/relationships/slideLayout" Target="../slideLayouts/slideLayout220.xml"/><Relationship Id="rId15" Type="http://schemas.openxmlformats.org/officeDocument/2006/relationships/slideLayout" Target="../slideLayouts/slideLayout230.xml"/><Relationship Id="rId23" Type="http://schemas.openxmlformats.org/officeDocument/2006/relationships/slideLayout" Target="../slideLayouts/slideLayout238.xml"/><Relationship Id="rId28" Type="http://schemas.openxmlformats.org/officeDocument/2006/relationships/slideLayout" Target="../slideLayouts/slideLayout243.xml"/><Relationship Id="rId36" Type="http://schemas.openxmlformats.org/officeDocument/2006/relationships/slideLayout" Target="../slideLayouts/slideLayout251.xml"/><Relationship Id="rId49" Type="http://schemas.openxmlformats.org/officeDocument/2006/relationships/theme" Target="../theme/theme10.xml"/><Relationship Id="rId10" Type="http://schemas.openxmlformats.org/officeDocument/2006/relationships/slideLayout" Target="../slideLayouts/slideLayout225.xml"/><Relationship Id="rId19" Type="http://schemas.openxmlformats.org/officeDocument/2006/relationships/slideLayout" Target="../slideLayouts/slideLayout234.xml"/><Relationship Id="rId31" Type="http://schemas.openxmlformats.org/officeDocument/2006/relationships/slideLayout" Target="../slideLayouts/slideLayout246.xml"/><Relationship Id="rId44" Type="http://schemas.openxmlformats.org/officeDocument/2006/relationships/slideLayout" Target="../slideLayouts/slideLayout259.xml"/><Relationship Id="rId4" Type="http://schemas.openxmlformats.org/officeDocument/2006/relationships/slideLayout" Target="../slideLayouts/slideLayout219.xml"/><Relationship Id="rId9" Type="http://schemas.openxmlformats.org/officeDocument/2006/relationships/slideLayout" Target="../slideLayouts/slideLayout224.xml"/><Relationship Id="rId14" Type="http://schemas.openxmlformats.org/officeDocument/2006/relationships/slideLayout" Target="../slideLayouts/slideLayout229.xml"/><Relationship Id="rId22" Type="http://schemas.openxmlformats.org/officeDocument/2006/relationships/slideLayout" Target="../slideLayouts/slideLayout237.xml"/><Relationship Id="rId27" Type="http://schemas.openxmlformats.org/officeDocument/2006/relationships/slideLayout" Target="../slideLayouts/slideLayout242.xml"/><Relationship Id="rId30" Type="http://schemas.openxmlformats.org/officeDocument/2006/relationships/slideLayout" Target="../slideLayouts/slideLayout245.xml"/><Relationship Id="rId35" Type="http://schemas.openxmlformats.org/officeDocument/2006/relationships/slideLayout" Target="../slideLayouts/slideLayout250.xml"/><Relationship Id="rId43" Type="http://schemas.openxmlformats.org/officeDocument/2006/relationships/slideLayout" Target="../slideLayouts/slideLayout258.xml"/><Relationship Id="rId48" Type="http://schemas.openxmlformats.org/officeDocument/2006/relationships/slideLayout" Target="../slideLayouts/slideLayout263.xml"/><Relationship Id="rId8" Type="http://schemas.openxmlformats.org/officeDocument/2006/relationships/slideLayout" Target="../slideLayouts/slideLayout223.xml"/><Relationship Id="rId51" Type="http://schemas.openxmlformats.org/officeDocument/2006/relationships/image" Target="../media/image14.svg"/><Relationship Id="rId3" Type="http://schemas.openxmlformats.org/officeDocument/2006/relationships/slideLayout" Target="../slideLayouts/slideLayout218.xml"/><Relationship Id="rId12" Type="http://schemas.openxmlformats.org/officeDocument/2006/relationships/slideLayout" Target="../slideLayouts/slideLayout227.xml"/><Relationship Id="rId17" Type="http://schemas.openxmlformats.org/officeDocument/2006/relationships/slideLayout" Target="../slideLayouts/slideLayout232.xml"/><Relationship Id="rId25" Type="http://schemas.openxmlformats.org/officeDocument/2006/relationships/slideLayout" Target="../slideLayouts/slideLayout240.xml"/><Relationship Id="rId33" Type="http://schemas.openxmlformats.org/officeDocument/2006/relationships/slideLayout" Target="../slideLayouts/slideLayout248.xml"/><Relationship Id="rId38" Type="http://schemas.openxmlformats.org/officeDocument/2006/relationships/slideLayout" Target="../slideLayouts/slideLayout253.xml"/><Relationship Id="rId46" Type="http://schemas.openxmlformats.org/officeDocument/2006/relationships/slideLayout" Target="../slideLayouts/slideLayout261.xml"/><Relationship Id="rId20" Type="http://schemas.openxmlformats.org/officeDocument/2006/relationships/slideLayout" Target="../slideLayouts/slideLayout235.xml"/><Relationship Id="rId41" Type="http://schemas.openxmlformats.org/officeDocument/2006/relationships/slideLayout" Target="../slideLayouts/slideLayout256.xml"/><Relationship Id="rId1" Type="http://schemas.openxmlformats.org/officeDocument/2006/relationships/slideLayout" Target="../slideLayouts/slideLayout216.xml"/><Relationship Id="rId6" Type="http://schemas.openxmlformats.org/officeDocument/2006/relationships/slideLayout" Target="../slideLayouts/slideLayout221.xml"/></Relationships>
</file>

<file path=ppt/slideMasters/_rels/slideMaster11.xml.rels><?xml version="1.0" encoding="UTF-8" standalone="yes"?>
<Relationships xmlns="http://schemas.openxmlformats.org/package/2006/relationships"><Relationship Id="rId13" Type="http://schemas.openxmlformats.org/officeDocument/2006/relationships/slideLayout" Target="../slideLayouts/slideLayout276.xml"/><Relationship Id="rId18" Type="http://schemas.openxmlformats.org/officeDocument/2006/relationships/slideLayout" Target="../slideLayouts/slideLayout281.xml"/><Relationship Id="rId26" Type="http://schemas.openxmlformats.org/officeDocument/2006/relationships/slideLayout" Target="../slideLayouts/slideLayout289.xml"/><Relationship Id="rId21" Type="http://schemas.openxmlformats.org/officeDocument/2006/relationships/slideLayout" Target="../slideLayouts/slideLayout284.xml"/><Relationship Id="rId34" Type="http://schemas.openxmlformats.org/officeDocument/2006/relationships/slideLayout" Target="../slideLayouts/slideLayout297.xml"/><Relationship Id="rId7" Type="http://schemas.openxmlformats.org/officeDocument/2006/relationships/slideLayout" Target="../slideLayouts/slideLayout270.xml"/><Relationship Id="rId12" Type="http://schemas.openxmlformats.org/officeDocument/2006/relationships/slideLayout" Target="../slideLayouts/slideLayout275.xml"/><Relationship Id="rId17" Type="http://schemas.openxmlformats.org/officeDocument/2006/relationships/slideLayout" Target="../slideLayouts/slideLayout280.xml"/><Relationship Id="rId25" Type="http://schemas.openxmlformats.org/officeDocument/2006/relationships/slideLayout" Target="../slideLayouts/slideLayout288.xml"/><Relationship Id="rId33" Type="http://schemas.openxmlformats.org/officeDocument/2006/relationships/slideLayout" Target="../slideLayouts/slideLayout296.xml"/><Relationship Id="rId38" Type="http://schemas.openxmlformats.org/officeDocument/2006/relationships/image" Target="../media/image14.svg"/><Relationship Id="rId2" Type="http://schemas.openxmlformats.org/officeDocument/2006/relationships/slideLayout" Target="../slideLayouts/slideLayout265.xml"/><Relationship Id="rId16" Type="http://schemas.openxmlformats.org/officeDocument/2006/relationships/slideLayout" Target="../slideLayouts/slideLayout279.xml"/><Relationship Id="rId20" Type="http://schemas.openxmlformats.org/officeDocument/2006/relationships/slideLayout" Target="../slideLayouts/slideLayout283.xml"/><Relationship Id="rId29" Type="http://schemas.openxmlformats.org/officeDocument/2006/relationships/slideLayout" Target="../slideLayouts/slideLayout292.xml"/><Relationship Id="rId1" Type="http://schemas.openxmlformats.org/officeDocument/2006/relationships/slideLayout" Target="../slideLayouts/slideLayout264.xml"/><Relationship Id="rId6" Type="http://schemas.openxmlformats.org/officeDocument/2006/relationships/slideLayout" Target="../slideLayouts/slideLayout269.xml"/><Relationship Id="rId11" Type="http://schemas.openxmlformats.org/officeDocument/2006/relationships/slideLayout" Target="../slideLayouts/slideLayout274.xml"/><Relationship Id="rId24" Type="http://schemas.openxmlformats.org/officeDocument/2006/relationships/slideLayout" Target="../slideLayouts/slideLayout287.xml"/><Relationship Id="rId32" Type="http://schemas.openxmlformats.org/officeDocument/2006/relationships/slideLayout" Target="../slideLayouts/slideLayout295.xml"/><Relationship Id="rId37" Type="http://schemas.openxmlformats.org/officeDocument/2006/relationships/image" Target="../media/image13.png"/><Relationship Id="rId5" Type="http://schemas.openxmlformats.org/officeDocument/2006/relationships/slideLayout" Target="../slideLayouts/slideLayout268.xml"/><Relationship Id="rId15" Type="http://schemas.openxmlformats.org/officeDocument/2006/relationships/slideLayout" Target="../slideLayouts/slideLayout278.xml"/><Relationship Id="rId23" Type="http://schemas.openxmlformats.org/officeDocument/2006/relationships/slideLayout" Target="../slideLayouts/slideLayout286.xml"/><Relationship Id="rId28" Type="http://schemas.openxmlformats.org/officeDocument/2006/relationships/slideLayout" Target="../slideLayouts/slideLayout291.xml"/><Relationship Id="rId36" Type="http://schemas.openxmlformats.org/officeDocument/2006/relationships/theme" Target="../theme/theme11.xml"/><Relationship Id="rId10" Type="http://schemas.openxmlformats.org/officeDocument/2006/relationships/slideLayout" Target="../slideLayouts/slideLayout273.xml"/><Relationship Id="rId19" Type="http://schemas.openxmlformats.org/officeDocument/2006/relationships/slideLayout" Target="../slideLayouts/slideLayout282.xml"/><Relationship Id="rId31" Type="http://schemas.openxmlformats.org/officeDocument/2006/relationships/slideLayout" Target="../slideLayouts/slideLayout294.xml"/><Relationship Id="rId4" Type="http://schemas.openxmlformats.org/officeDocument/2006/relationships/slideLayout" Target="../slideLayouts/slideLayout267.xml"/><Relationship Id="rId9" Type="http://schemas.openxmlformats.org/officeDocument/2006/relationships/slideLayout" Target="../slideLayouts/slideLayout272.xml"/><Relationship Id="rId14" Type="http://schemas.openxmlformats.org/officeDocument/2006/relationships/slideLayout" Target="../slideLayouts/slideLayout277.xml"/><Relationship Id="rId22" Type="http://schemas.openxmlformats.org/officeDocument/2006/relationships/slideLayout" Target="../slideLayouts/slideLayout285.xml"/><Relationship Id="rId27" Type="http://schemas.openxmlformats.org/officeDocument/2006/relationships/slideLayout" Target="../slideLayouts/slideLayout290.xml"/><Relationship Id="rId30" Type="http://schemas.openxmlformats.org/officeDocument/2006/relationships/slideLayout" Target="../slideLayouts/slideLayout293.xml"/><Relationship Id="rId35" Type="http://schemas.openxmlformats.org/officeDocument/2006/relationships/slideLayout" Target="../slideLayouts/slideLayout298.xml"/><Relationship Id="rId8" Type="http://schemas.openxmlformats.org/officeDocument/2006/relationships/slideLayout" Target="../slideLayouts/slideLayout271.xml"/><Relationship Id="rId3" Type="http://schemas.openxmlformats.org/officeDocument/2006/relationships/slideLayout" Target="../slideLayouts/slideLayout266.xml"/></Relationships>
</file>

<file path=ppt/slideMasters/_rels/slideMaster12.xml.rels><?xml version="1.0" encoding="UTF-8" standalone="yes"?>
<Relationships xmlns="http://schemas.openxmlformats.org/package/2006/relationships"><Relationship Id="rId13" Type="http://schemas.openxmlformats.org/officeDocument/2006/relationships/slideLayout" Target="../slideLayouts/slideLayout311.xml"/><Relationship Id="rId18" Type="http://schemas.openxmlformats.org/officeDocument/2006/relationships/slideLayout" Target="../slideLayouts/slideLayout316.xml"/><Relationship Id="rId26" Type="http://schemas.openxmlformats.org/officeDocument/2006/relationships/slideLayout" Target="../slideLayouts/slideLayout324.xml"/><Relationship Id="rId39" Type="http://schemas.openxmlformats.org/officeDocument/2006/relationships/theme" Target="../theme/theme12.xml"/><Relationship Id="rId21" Type="http://schemas.openxmlformats.org/officeDocument/2006/relationships/slideLayout" Target="../slideLayouts/slideLayout319.xml"/><Relationship Id="rId34" Type="http://schemas.openxmlformats.org/officeDocument/2006/relationships/slideLayout" Target="../slideLayouts/slideLayout332.xml"/><Relationship Id="rId7" Type="http://schemas.openxmlformats.org/officeDocument/2006/relationships/slideLayout" Target="../slideLayouts/slideLayout305.xml"/><Relationship Id="rId2" Type="http://schemas.openxmlformats.org/officeDocument/2006/relationships/slideLayout" Target="../slideLayouts/slideLayout300.xml"/><Relationship Id="rId16" Type="http://schemas.openxmlformats.org/officeDocument/2006/relationships/slideLayout" Target="../slideLayouts/slideLayout314.xml"/><Relationship Id="rId20" Type="http://schemas.openxmlformats.org/officeDocument/2006/relationships/slideLayout" Target="../slideLayouts/slideLayout318.xml"/><Relationship Id="rId29" Type="http://schemas.openxmlformats.org/officeDocument/2006/relationships/slideLayout" Target="../slideLayouts/slideLayout327.xml"/><Relationship Id="rId41" Type="http://schemas.openxmlformats.org/officeDocument/2006/relationships/image" Target="../media/image14.svg"/><Relationship Id="rId1" Type="http://schemas.openxmlformats.org/officeDocument/2006/relationships/slideLayout" Target="../slideLayouts/slideLayout299.xml"/><Relationship Id="rId6" Type="http://schemas.openxmlformats.org/officeDocument/2006/relationships/slideLayout" Target="../slideLayouts/slideLayout304.xml"/><Relationship Id="rId11" Type="http://schemas.openxmlformats.org/officeDocument/2006/relationships/slideLayout" Target="../slideLayouts/slideLayout309.xml"/><Relationship Id="rId24" Type="http://schemas.openxmlformats.org/officeDocument/2006/relationships/slideLayout" Target="../slideLayouts/slideLayout322.xml"/><Relationship Id="rId32" Type="http://schemas.openxmlformats.org/officeDocument/2006/relationships/slideLayout" Target="../slideLayouts/slideLayout330.xml"/><Relationship Id="rId37" Type="http://schemas.openxmlformats.org/officeDocument/2006/relationships/slideLayout" Target="../slideLayouts/slideLayout335.xml"/><Relationship Id="rId40" Type="http://schemas.openxmlformats.org/officeDocument/2006/relationships/image" Target="../media/image13.png"/><Relationship Id="rId5" Type="http://schemas.openxmlformats.org/officeDocument/2006/relationships/slideLayout" Target="../slideLayouts/slideLayout303.xml"/><Relationship Id="rId15" Type="http://schemas.openxmlformats.org/officeDocument/2006/relationships/slideLayout" Target="../slideLayouts/slideLayout313.xml"/><Relationship Id="rId23" Type="http://schemas.openxmlformats.org/officeDocument/2006/relationships/slideLayout" Target="../slideLayouts/slideLayout321.xml"/><Relationship Id="rId28" Type="http://schemas.openxmlformats.org/officeDocument/2006/relationships/slideLayout" Target="../slideLayouts/slideLayout326.xml"/><Relationship Id="rId36" Type="http://schemas.openxmlformats.org/officeDocument/2006/relationships/slideLayout" Target="../slideLayouts/slideLayout334.xml"/><Relationship Id="rId10" Type="http://schemas.openxmlformats.org/officeDocument/2006/relationships/slideLayout" Target="../slideLayouts/slideLayout308.xml"/><Relationship Id="rId19" Type="http://schemas.openxmlformats.org/officeDocument/2006/relationships/slideLayout" Target="../slideLayouts/slideLayout317.xml"/><Relationship Id="rId31" Type="http://schemas.openxmlformats.org/officeDocument/2006/relationships/slideLayout" Target="../slideLayouts/slideLayout329.xml"/><Relationship Id="rId4" Type="http://schemas.openxmlformats.org/officeDocument/2006/relationships/slideLayout" Target="../slideLayouts/slideLayout302.xml"/><Relationship Id="rId9" Type="http://schemas.openxmlformats.org/officeDocument/2006/relationships/slideLayout" Target="../slideLayouts/slideLayout307.xml"/><Relationship Id="rId14" Type="http://schemas.openxmlformats.org/officeDocument/2006/relationships/slideLayout" Target="../slideLayouts/slideLayout312.xml"/><Relationship Id="rId22" Type="http://schemas.openxmlformats.org/officeDocument/2006/relationships/slideLayout" Target="../slideLayouts/slideLayout320.xml"/><Relationship Id="rId27" Type="http://schemas.openxmlformats.org/officeDocument/2006/relationships/slideLayout" Target="../slideLayouts/slideLayout325.xml"/><Relationship Id="rId30" Type="http://schemas.openxmlformats.org/officeDocument/2006/relationships/slideLayout" Target="../slideLayouts/slideLayout328.xml"/><Relationship Id="rId35" Type="http://schemas.openxmlformats.org/officeDocument/2006/relationships/slideLayout" Target="../slideLayouts/slideLayout333.xml"/><Relationship Id="rId8" Type="http://schemas.openxmlformats.org/officeDocument/2006/relationships/slideLayout" Target="../slideLayouts/slideLayout306.xml"/><Relationship Id="rId3" Type="http://schemas.openxmlformats.org/officeDocument/2006/relationships/slideLayout" Target="../slideLayouts/slideLayout301.xml"/><Relationship Id="rId12" Type="http://schemas.openxmlformats.org/officeDocument/2006/relationships/slideLayout" Target="../slideLayouts/slideLayout310.xml"/><Relationship Id="rId17" Type="http://schemas.openxmlformats.org/officeDocument/2006/relationships/slideLayout" Target="../slideLayouts/slideLayout315.xml"/><Relationship Id="rId25" Type="http://schemas.openxmlformats.org/officeDocument/2006/relationships/slideLayout" Target="../slideLayouts/slideLayout323.xml"/><Relationship Id="rId33" Type="http://schemas.openxmlformats.org/officeDocument/2006/relationships/slideLayout" Target="../slideLayouts/slideLayout331.xml"/><Relationship Id="rId38" Type="http://schemas.openxmlformats.org/officeDocument/2006/relationships/slideLayout" Target="../slideLayouts/slideLayout33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243771" y="48946"/>
            <a:ext cx="11710247" cy="6809055"/>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490100" y="387429"/>
            <a:ext cx="11211800" cy="369332"/>
          </a:xfrm>
          <a:prstGeom prst="rect">
            <a:avLst/>
          </a:prstGeom>
        </p:spPr>
        <p:txBody>
          <a:bodyPr vert="horz" wrap="square" lIns="0" tIns="0" rIns="0" bIns="0" rtlCol="0" anchor="t" anchorCtr="0">
            <a:spAutoFit/>
          </a:bodyPr>
          <a:lstStyle/>
          <a:p>
            <a:r>
              <a:rPr lang="en-GB" noProof="0" err="1"/>
              <a:t>Titelmasterformat</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Textplatzhalter 2"/>
          <p:cNvSpPr>
            <a:spLocks noGrp="1"/>
          </p:cNvSpPr>
          <p:nvPr>
            <p:ph type="body" idx="1"/>
          </p:nvPr>
        </p:nvSpPr>
        <p:spPr>
          <a:xfrm>
            <a:off x="490100" y="1600204"/>
            <a:ext cx="11211800" cy="4525963"/>
          </a:xfrm>
          <a:prstGeom prst="rect">
            <a:avLst/>
          </a:prstGeom>
        </p:spPr>
        <p:txBody>
          <a:bodyPr vert="horz" lIns="0" tIns="0" rIns="0" bIns="0" rtlCol="0">
            <a:noAutofit/>
          </a:bodyPr>
          <a:lstStyle/>
          <a:p>
            <a:pPr lvl="0"/>
            <a:r>
              <a:rPr lang="en-GB" noProof="0" err="1"/>
              <a:t>Textmasterformat</a:t>
            </a:r>
            <a:r>
              <a:rPr lang="en-GB" noProof="0"/>
              <a:t> </a:t>
            </a:r>
            <a:r>
              <a:rPr lang="en-GB" noProof="0" err="1"/>
              <a:t>bearbeiten</a:t>
            </a:r>
            <a:endParaRPr lang="en-GB" noProof="0"/>
          </a:p>
          <a:p>
            <a:pPr lvl="1"/>
            <a:r>
              <a:rPr lang="en-GB" noProof="0" err="1"/>
              <a:t>Zweite</a:t>
            </a:r>
            <a:r>
              <a:rPr lang="en-GB" noProof="0"/>
              <a:t> </a:t>
            </a:r>
            <a:r>
              <a:rPr lang="en-GB" noProof="0" err="1"/>
              <a:t>Ebene</a:t>
            </a:r>
            <a:endParaRPr lang="en-GB" noProof="0"/>
          </a:p>
          <a:p>
            <a:pPr lvl="2"/>
            <a:r>
              <a:rPr lang="en-GB" noProof="0" err="1"/>
              <a:t>Dritte</a:t>
            </a:r>
            <a:r>
              <a:rPr lang="en-GB" noProof="0"/>
              <a:t> </a:t>
            </a:r>
            <a:r>
              <a:rPr lang="en-GB" noProof="0" err="1"/>
              <a:t>Ebene</a:t>
            </a:r>
            <a:endParaRPr lang="en-GB" noProof="0"/>
          </a:p>
          <a:p>
            <a:pPr lvl="3"/>
            <a:r>
              <a:rPr lang="en-GB" noProof="0" err="1"/>
              <a:t>Vierte</a:t>
            </a:r>
            <a:r>
              <a:rPr lang="en-GB" noProof="0"/>
              <a:t> </a:t>
            </a:r>
            <a:r>
              <a:rPr lang="en-GB" noProof="0" err="1"/>
              <a:t>Ebene</a:t>
            </a:r>
            <a:endParaRPr lang="en-GB" noProof="0"/>
          </a:p>
          <a:p>
            <a:pPr lvl="4"/>
            <a:r>
              <a:rPr lang="en-GB" noProof="0" err="1"/>
              <a:t>Fünfte</a:t>
            </a:r>
            <a:r>
              <a:rPr lang="en-GB" noProof="0"/>
              <a:t> </a:t>
            </a:r>
            <a:r>
              <a:rPr lang="en-GB" noProof="0" err="1"/>
              <a:t>Ebene</a:t>
            </a:r>
            <a:endParaRPr lang="en-GB" noProof="0"/>
          </a:p>
        </p:txBody>
      </p:sp>
      <p:sp>
        <p:nvSpPr>
          <p:cNvPr id="4" name="Datumsplatzhalter 3"/>
          <p:cNvSpPr>
            <a:spLocks noGrp="1"/>
          </p:cNvSpPr>
          <p:nvPr>
            <p:ph type="dt" sz="half" idx="2"/>
          </p:nvPr>
        </p:nvSpPr>
        <p:spPr>
          <a:xfrm>
            <a:off x="10461122" y="6573259"/>
            <a:ext cx="477695" cy="153888"/>
          </a:xfrm>
          <a:prstGeom prst="rect">
            <a:avLst/>
          </a:prstGeom>
        </p:spPr>
        <p:txBody>
          <a:bodyPr vert="horz" wrap="none" lIns="0" tIns="0" rIns="0" bIns="0" rtlCol="0" anchor="ctr">
            <a:spAutoFit/>
          </a:bodyPr>
          <a:lstStyle>
            <a:lvl1pPr algn="r">
              <a:defRPr sz="1000">
                <a:solidFill>
                  <a:schemeClr val="bg1">
                    <a:lumMod val="50000"/>
                  </a:schemeClr>
                </a:solidFill>
                <a:latin typeface="BISansCond" panose="02000006050000020004" pitchFamily="2" charset="0"/>
              </a:defRPr>
            </a:lvl1pPr>
          </a:lstStyle>
          <a:p>
            <a:fld id="{530820CF-B880-4189-942D-D702A7CBA730}" type="datetimeFigureOut">
              <a:rPr lang="zh-CN" altLang="en-US" smtClean="0"/>
              <a:t>2025/7/23</a:t>
            </a:fld>
            <a:endParaRPr lang="zh-CN" altLang="en-US"/>
          </a:p>
        </p:txBody>
      </p:sp>
      <p:sp>
        <p:nvSpPr>
          <p:cNvPr id="5" name="Fußzeilenplatzhalter 4"/>
          <p:cNvSpPr>
            <a:spLocks noGrp="1"/>
          </p:cNvSpPr>
          <p:nvPr>
            <p:ph type="ftr" sz="quarter" idx="3"/>
          </p:nvPr>
        </p:nvSpPr>
        <p:spPr>
          <a:xfrm>
            <a:off x="1801772" y="6573259"/>
            <a:ext cx="8186291" cy="153888"/>
          </a:xfrm>
          <a:prstGeom prst="rect">
            <a:avLst/>
          </a:prstGeom>
        </p:spPr>
        <p:txBody>
          <a:bodyPr vert="horz" wrap="square" lIns="0" tIns="0" rIns="0" bIns="0" rtlCol="0" anchor="ctr">
            <a:spAutoFit/>
          </a:bodyPr>
          <a:lstStyle>
            <a:lvl1pPr algn="l">
              <a:defRPr sz="1000">
                <a:solidFill>
                  <a:schemeClr val="bg1">
                    <a:lumMod val="50000"/>
                  </a:schemeClr>
                </a:solidFill>
                <a:latin typeface="BISansCond" panose="02000006050000020004" pitchFamily="2" charset="0"/>
              </a:defRPr>
            </a:lvl1pPr>
          </a:lstStyle>
          <a:p>
            <a:endParaRPr lang="zh-CN" altLang="en-US"/>
          </a:p>
        </p:txBody>
      </p:sp>
      <p:sp>
        <p:nvSpPr>
          <p:cNvPr id="6" name="Foliennummernplatzhalter 5"/>
          <p:cNvSpPr>
            <a:spLocks noGrp="1"/>
          </p:cNvSpPr>
          <p:nvPr>
            <p:ph type="sldNum" sz="quarter" idx="4"/>
          </p:nvPr>
        </p:nvSpPr>
        <p:spPr>
          <a:xfrm>
            <a:off x="11554425" y="6573259"/>
            <a:ext cx="147476" cy="153888"/>
          </a:xfrm>
          <a:prstGeom prst="rect">
            <a:avLst/>
          </a:prstGeom>
        </p:spPr>
        <p:txBody>
          <a:bodyPr vert="horz" wrap="none" lIns="0" tIns="0" rIns="0" bIns="0" rtlCol="0" anchor="ctr">
            <a:spAutoFit/>
          </a:bodyPr>
          <a:lstStyle>
            <a:lvl1pPr algn="r">
              <a:defRPr sz="1000">
                <a:solidFill>
                  <a:schemeClr val="bg1">
                    <a:lumMod val="50000"/>
                  </a:schemeClr>
                </a:solidFill>
                <a:latin typeface="BISansCond" panose="02000006050000020004" pitchFamily="2" charset="0"/>
              </a:defRPr>
            </a:lvl1pPr>
          </a:lstStyle>
          <a:p>
            <a:fld id="{0C913308-F349-4B6D-A68A-DD1791B4A57B}" type="slidenum">
              <a:rPr lang="zh-CN" altLang="en-US" smtClean="0"/>
              <a:t>‹#›</a:t>
            </a:fld>
            <a:endParaRPr lang="zh-CN" altLang="en-US"/>
          </a:p>
        </p:txBody>
      </p:sp>
      <p:grpSp>
        <p:nvGrpSpPr>
          <p:cNvPr id="17" name="Gruppieren 16"/>
          <p:cNvGrpSpPr/>
          <p:nvPr/>
        </p:nvGrpSpPr>
        <p:grpSpPr>
          <a:xfrm>
            <a:off x="243771" y="48946"/>
            <a:ext cx="11710247" cy="6809055"/>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23" cstate="screen">
            <a:extLst>
              <a:ext uri="{28A0092B-C50C-407E-A947-70E740481C1C}">
                <a14:useLocalDpi xmlns:a14="http://schemas.microsoft.com/office/drawing/2010/main"/>
              </a:ext>
            </a:extLst>
          </a:blip>
          <a:stretch>
            <a:fillRect/>
          </a:stretch>
        </p:blipFill>
        <p:spPr>
          <a:xfrm>
            <a:off x="485924" y="6485511"/>
            <a:ext cx="840360" cy="254013"/>
          </a:xfrm>
          <a:prstGeom prst="rect">
            <a:avLst/>
          </a:prstGeom>
        </p:spPr>
      </p:pic>
    </p:spTree>
    <p:extLst>
      <p:ext uri="{BB962C8B-B14F-4D97-AF65-F5344CB8AC3E}">
        <p14:creationId xmlns:p14="http://schemas.microsoft.com/office/powerpoint/2010/main" val="327419966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spcBef>
          <a:spcPct val="0"/>
        </a:spcBef>
        <a:buNone/>
        <a:defRPr sz="2400" kern="1200">
          <a:solidFill>
            <a:srgbClr val="003366"/>
          </a:solidFill>
          <a:latin typeface="+mj-lt"/>
          <a:ea typeface="+mj-ea"/>
          <a:cs typeface="+mj-cs"/>
        </a:defRPr>
      </a:lvl1pPr>
    </p:titleStyle>
    <p:bodyStyle>
      <a:lvl1pPr marL="266700" indent="-266700" algn="l" defTabSz="914400" rtl="0" eaLnBrk="1" latinLnBrk="0" hangingPunct="1">
        <a:spcBef>
          <a:spcPts val="400"/>
        </a:spcBef>
        <a:buFont typeface="Arial" panose="020B0604020202020204" pitchFamily="34" charset="0"/>
        <a:buChar char="•"/>
        <a:defRPr sz="2000" kern="1200">
          <a:solidFill>
            <a:schemeClr val="tx1"/>
          </a:solidFill>
          <a:latin typeface="+mn-lt"/>
          <a:ea typeface="+mn-ea"/>
          <a:cs typeface="+mn-cs"/>
        </a:defRPr>
      </a:lvl1pPr>
      <a:lvl2pPr marL="450850" indent="-184150" algn="l" defTabSz="914400"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2pPr>
      <a:lvl3pPr marL="628650" indent="-177800" algn="l" defTabSz="914400"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3pPr>
      <a:lvl4pPr marL="806450" indent="-177800" algn="l" defTabSz="914400"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4pPr>
      <a:lvl5pPr marL="984250" indent="-177800" algn="l" defTabSz="914400" rtl="0" eaLnBrk="1" latinLnBrk="0" hangingPunct="1">
        <a:spcBef>
          <a:spcPts val="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243769" y="48946"/>
            <a:ext cx="11710247" cy="6809055"/>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490100" y="387429"/>
            <a:ext cx="11211800" cy="418576"/>
          </a:xfrm>
          <a:prstGeom prst="rect">
            <a:avLst/>
          </a:prstGeom>
        </p:spPr>
        <p:txBody>
          <a:bodyPr vert="horz" wrap="square" lIns="0" tIns="0" rIns="0" bIns="0" rtlCol="0" anchor="t" anchorCtr="0">
            <a:spAutoFit/>
          </a:bodyPr>
          <a:lstStyle/>
          <a:p>
            <a:r>
              <a:rPr lang="en-GB" noProof="0"/>
              <a:t>Click to add title</a:t>
            </a:r>
          </a:p>
        </p:txBody>
      </p:sp>
      <p:sp>
        <p:nvSpPr>
          <p:cNvPr id="3" name="Textplatzhalter 2"/>
          <p:cNvSpPr>
            <a:spLocks noGrp="1"/>
          </p:cNvSpPr>
          <p:nvPr>
            <p:ph type="body" idx="1"/>
          </p:nvPr>
        </p:nvSpPr>
        <p:spPr>
          <a:xfrm>
            <a:off x="490100" y="1600201"/>
            <a:ext cx="11211800" cy="4525963"/>
          </a:xfrm>
          <a:prstGeom prst="rect">
            <a:avLst/>
          </a:prstGeom>
        </p:spPr>
        <p:txBody>
          <a:bodyPr vert="horz" lIns="0" tIns="0" rIns="0" bIns="0" rtlCol="0">
            <a:noAutofit/>
          </a:bodyPr>
          <a:lstStyle/>
          <a:p>
            <a:pPr lvl="0"/>
            <a:r>
              <a:rPr lang="en-GB" noProof="0"/>
              <a:t>Click to add text</a:t>
            </a:r>
          </a:p>
        </p:txBody>
      </p:sp>
      <p:sp>
        <p:nvSpPr>
          <p:cNvPr id="4" name="Datumsplatzhalter 3"/>
          <p:cNvSpPr>
            <a:spLocks noGrp="1"/>
          </p:cNvSpPr>
          <p:nvPr>
            <p:ph type="dt" sz="half" idx="2"/>
          </p:nvPr>
        </p:nvSpPr>
        <p:spPr>
          <a:xfrm>
            <a:off x="10384177" y="6546765"/>
            <a:ext cx="554639" cy="164212"/>
          </a:xfrm>
          <a:prstGeom prst="rect">
            <a:avLst/>
          </a:prstGeom>
        </p:spPr>
        <p:txBody>
          <a:bodyPr vert="horz" wrap="none" lIns="0" tIns="0" rIns="0" bIns="0" rtlCol="0" anchor="ctr">
            <a:spAutoFit/>
          </a:bodyPr>
          <a:lstStyle>
            <a:lvl1pPr algn="r">
              <a:defRPr sz="1067" b="0" i="0">
                <a:solidFill>
                  <a:srgbClr val="7F7F7F"/>
                </a:solidFill>
                <a:latin typeface="BISans" panose="02000503040000020004" pitchFamily="2" charset="0"/>
                <a:cs typeface="BISans" panose="02000503040000020004" pitchFamily="2" charset="0"/>
              </a:defRPr>
            </a:lvl1pPr>
          </a:lstStyle>
          <a:p>
            <a:fld id="{EF614CB3-B3B2-46B0-89DA-B2EF1ABA6D7C}" type="datetime1">
              <a:rPr lang="en-US" smtClean="0"/>
              <a:t>7/23/2025</a:t>
            </a:fld>
            <a:endParaRPr lang="en-GB"/>
          </a:p>
        </p:txBody>
      </p:sp>
      <p:sp>
        <p:nvSpPr>
          <p:cNvPr id="5" name="Fußzeilenplatzhalter 4"/>
          <p:cNvSpPr>
            <a:spLocks noGrp="1"/>
          </p:cNvSpPr>
          <p:nvPr>
            <p:ph type="ftr" sz="quarter" idx="3"/>
          </p:nvPr>
        </p:nvSpPr>
        <p:spPr>
          <a:xfrm>
            <a:off x="2313139" y="6546797"/>
            <a:ext cx="7674921" cy="164148"/>
          </a:xfrm>
          <a:prstGeom prst="rect">
            <a:avLst/>
          </a:prstGeom>
        </p:spPr>
        <p:txBody>
          <a:bodyPr vert="horz" wrap="square" lIns="0" tIns="0" rIns="0" bIns="0" rtlCol="0" anchor="ctr">
            <a:spAutoFit/>
          </a:bodyPr>
          <a:lstStyle>
            <a:lvl1pPr algn="l">
              <a:defRPr sz="1067" b="0" i="0">
                <a:solidFill>
                  <a:srgbClr val="7F7F7F"/>
                </a:solidFill>
                <a:latin typeface="BISans" panose="02000503040000020004" pitchFamily="2" charset="0"/>
                <a:cs typeface="BISans" panose="02000503040000020004" pitchFamily="2" charset="0"/>
              </a:defRPr>
            </a:lvl1pPr>
          </a:lstStyle>
          <a:p>
            <a:r>
              <a:rPr lang="en-US"/>
              <a:t>Confidential</a:t>
            </a:r>
            <a:endParaRPr lang="en-GB"/>
          </a:p>
        </p:txBody>
      </p:sp>
      <p:sp>
        <p:nvSpPr>
          <p:cNvPr id="6" name="Foliennummernplatzhalter 5"/>
          <p:cNvSpPr>
            <a:spLocks noGrp="1"/>
          </p:cNvSpPr>
          <p:nvPr>
            <p:ph type="sldNum" sz="quarter" idx="4"/>
          </p:nvPr>
        </p:nvSpPr>
        <p:spPr>
          <a:xfrm>
            <a:off x="11517554" y="6546765"/>
            <a:ext cx="184346" cy="164212"/>
          </a:xfrm>
          <a:prstGeom prst="rect">
            <a:avLst/>
          </a:prstGeom>
        </p:spPr>
        <p:txBody>
          <a:bodyPr vert="horz" wrap="none" lIns="0" tIns="0" rIns="0" bIns="0" rtlCol="0" anchor="ctr">
            <a:spAutoFit/>
          </a:bodyPr>
          <a:lstStyle>
            <a:lvl1pPr algn="r">
              <a:defRPr sz="1067" b="0" i="0">
                <a:solidFill>
                  <a:srgbClr val="7F7F7F"/>
                </a:solidFill>
                <a:latin typeface="BISans" panose="02000503040000020004" pitchFamily="2" charset="0"/>
                <a:cs typeface="BISans" panose="02000503040000020004" pitchFamily="2" charset="0"/>
              </a:defRPr>
            </a:lvl1pPr>
          </a:lstStyle>
          <a:p>
            <a:fld id="{143B55C4-4F5A-416B-997D-6CE47EB0A945}" type="slidenum">
              <a:rPr lang="en-GB" smtClean="0"/>
              <a:pPr/>
              <a:t>‹#›</a:t>
            </a:fld>
            <a:endParaRPr lang="en-GB"/>
          </a:p>
        </p:txBody>
      </p:sp>
      <p:grpSp>
        <p:nvGrpSpPr>
          <p:cNvPr id="17" name="Gruppieren 16"/>
          <p:cNvGrpSpPr/>
          <p:nvPr/>
        </p:nvGrpSpPr>
        <p:grpSpPr>
          <a:xfrm>
            <a:off x="243769" y="48946"/>
            <a:ext cx="11710247" cy="6809055"/>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8" name="Grafik 6">
            <a:extLst>
              <a:ext uri="{FF2B5EF4-FFF2-40B4-BE49-F238E27FC236}">
                <a16:creationId xmlns:a16="http://schemas.microsoft.com/office/drawing/2014/main" id="{3F3BD977-48D6-46E6-ADE1-806E471D6873}"/>
              </a:ext>
            </a:extLst>
          </p:cNvPr>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a:off x="489099" y="6487154"/>
            <a:ext cx="840360" cy="254013"/>
          </a:xfrm>
          <a:prstGeom prst="rect">
            <a:avLst/>
          </a:prstGeom>
        </p:spPr>
      </p:pic>
    </p:spTree>
    <p:extLst>
      <p:ext uri="{BB962C8B-B14F-4D97-AF65-F5344CB8AC3E}">
        <p14:creationId xmlns:p14="http://schemas.microsoft.com/office/powerpoint/2010/main" val="2712067000"/>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21" r:id="rId6"/>
    <p:sldLayoutId id="2147483722" r:id="rId7"/>
    <p:sldLayoutId id="2147483723" r:id="rId8"/>
    <p:sldLayoutId id="2147483724" r:id="rId9"/>
    <p:sldLayoutId id="2147483725" r:id="rId10"/>
    <p:sldLayoutId id="2147483726" r:id="rId11"/>
    <p:sldLayoutId id="2147483727" r:id="rId12"/>
    <p:sldLayoutId id="2147483728" r:id="rId13"/>
    <p:sldLayoutId id="2147483729" r:id="rId14"/>
    <p:sldLayoutId id="2147483730" r:id="rId15"/>
    <p:sldLayoutId id="2147483731" r:id="rId16"/>
    <p:sldLayoutId id="2147483732" r:id="rId17"/>
    <p:sldLayoutId id="2147483733" r:id="rId18"/>
    <p:sldLayoutId id="2147483734" r:id="rId19"/>
    <p:sldLayoutId id="2147483735" r:id="rId20"/>
    <p:sldLayoutId id="2147483736" r:id="rId21"/>
    <p:sldLayoutId id="2147483737" r:id="rId22"/>
    <p:sldLayoutId id="2147483738" r:id="rId23"/>
    <p:sldLayoutId id="2147483739" r:id="rId24"/>
    <p:sldLayoutId id="2147483740" r:id="rId25"/>
    <p:sldLayoutId id="2147483741" r:id="rId26"/>
    <p:sldLayoutId id="2147483742" r:id="rId27"/>
    <p:sldLayoutId id="2147483743" r:id="rId28"/>
    <p:sldLayoutId id="2147483744"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p:txStyles>
    <p:titleStyle>
      <a:lvl1pPr algn="l" defTabSz="1219170" rtl="0" eaLnBrk="1" latinLnBrk="0" hangingPunct="1">
        <a:lnSpc>
          <a:spcPct val="85000"/>
        </a:lnSpc>
        <a:spcBef>
          <a:spcPct val="0"/>
        </a:spcBef>
        <a:buNone/>
        <a:defRPr sz="3200" b="0" i="0" kern="1200">
          <a:solidFill>
            <a:srgbClr val="003366"/>
          </a:solidFill>
          <a:latin typeface="BISansOptiCond"/>
          <a:ea typeface="+mj-ea"/>
          <a:cs typeface="BISansOptiCond"/>
        </a:defRPr>
      </a:lvl1pPr>
    </p:titleStyle>
    <p:bodyStyle>
      <a:lvl1pPr marL="224361" indent="-224361" algn="l" defTabSz="1219170" rtl="0" eaLnBrk="1" latinLnBrk="0" hangingPunct="1">
        <a:spcBef>
          <a:spcPts val="533"/>
        </a:spcBef>
        <a:buFont typeface="Arial" panose="020B0604020202020204" pitchFamily="34" charset="0"/>
        <a:buChar char="•"/>
        <a:tabLst>
          <a:tab pos="224361" algn="l"/>
        </a:tabLst>
        <a:defRPr sz="2667" kern="1200">
          <a:solidFill>
            <a:schemeClr val="tx1"/>
          </a:solidFill>
          <a:latin typeface="BISans" panose="02000503040000020004" pitchFamily="2" charset="0"/>
          <a:ea typeface="+mn-ea"/>
          <a:cs typeface="BISans" panose="02000503040000020004" pitchFamily="2" charset="0"/>
        </a:defRPr>
      </a:lvl1pPr>
      <a:lvl2pPr marL="601118" indent="-245527" algn="l" defTabSz="121917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2pPr>
      <a:lvl3pPr marL="838179" indent="-237061" algn="l" defTabSz="121917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3pPr>
      <a:lvl4pPr marL="1075240" indent="-237061" algn="l" defTabSz="121917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4pPr>
      <a:lvl5pPr marL="1312301" indent="-237061" algn="l" defTabSz="1219170" rtl="0" eaLnBrk="1" latinLnBrk="0" hangingPunct="1">
        <a:spcBef>
          <a:spcPts val="0"/>
        </a:spcBef>
        <a:buFont typeface="Wingdings" panose="05000000000000000000" pitchFamily="2" charset="2"/>
        <a:buChar char="§"/>
        <a:defRPr sz="2133" kern="1200">
          <a:solidFill>
            <a:schemeClr val="tx1"/>
          </a:solidFill>
          <a:latin typeface="BISansOpti"/>
          <a:ea typeface="+mn-ea"/>
          <a:cs typeface="BISansOpti"/>
        </a:defRPr>
      </a:lvl5pPr>
      <a:lvl6pPr marL="335271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de-DE"/>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243770" y="48947"/>
            <a:ext cx="11710247" cy="6809055"/>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490100" y="387429"/>
            <a:ext cx="11211800" cy="492443"/>
          </a:xfrm>
          <a:prstGeom prst="rect">
            <a:avLst/>
          </a:prstGeom>
        </p:spPr>
        <p:txBody>
          <a:bodyPr vert="horz" wrap="square" lIns="0" tIns="0" rIns="0" bIns="0" rtlCol="0" anchor="t" anchorCtr="0">
            <a:spAutoFit/>
          </a:bodyPr>
          <a:lstStyle/>
          <a:p>
            <a:r>
              <a:rPr lang="en-GB" noProof="0"/>
              <a:t>Click to add title</a:t>
            </a:r>
          </a:p>
        </p:txBody>
      </p:sp>
      <p:sp>
        <p:nvSpPr>
          <p:cNvPr id="3" name="Textplatzhalter 2"/>
          <p:cNvSpPr>
            <a:spLocks noGrp="1"/>
          </p:cNvSpPr>
          <p:nvPr>
            <p:ph type="body" idx="1"/>
          </p:nvPr>
        </p:nvSpPr>
        <p:spPr>
          <a:xfrm>
            <a:off x="490100" y="1600201"/>
            <a:ext cx="11211800" cy="4525963"/>
          </a:xfrm>
          <a:prstGeom prst="rect">
            <a:avLst/>
          </a:prstGeom>
        </p:spPr>
        <p:txBody>
          <a:bodyPr vert="horz" lIns="0" tIns="0" rIns="0" bIns="0" rtlCol="0">
            <a:noAutofit/>
          </a:bodyPr>
          <a:lstStyle/>
          <a:p>
            <a:pPr lvl="0"/>
            <a:r>
              <a:rPr lang="en-GB" noProof="0"/>
              <a:t>Click to add text</a:t>
            </a:r>
          </a:p>
        </p:txBody>
      </p:sp>
      <p:sp>
        <p:nvSpPr>
          <p:cNvPr id="4" name="Datumsplatzhalter 3"/>
          <p:cNvSpPr>
            <a:spLocks noGrp="1"/>
          </p:cNvSpPr>
          <p:nvPr>
            <p:ph type="dt" sz="half" idx="2"/>
          </p:nvPr>
        </p:nvSpPr>
        <p:spPr>
          <a:xfrm>
            <a:off x="10137315" y="6547644"/>
            <a:ext cx="801501" cy="205121"/>
          </a:xfrm>
          <a:prstGeom prst="rect">
            <a:avLst/>
          </a:prstGeom>
        </p:spPr>
        <p:txBody>
          <a:bodyPr vert="horz" wrap="none" lIns="0" tIns="0" rIns="0" bIns="0" rtlCol="0" anchor="ctr">
            <a:spAutoFit/>
          </a:bodyPr>
          <a:lstStyle>
            <a:lvl1pPr algn="r">
              <a:defRPr sz="1333" b="0" i="0">
                <a:solidFill>
                  <a:schemeClr val="bg1">
                    <a:lumMod val="50000"/>
                  </a:schemeClr>
                </a:solidFill>
                <a:latin typeface="BISansOptiCond"/>
                <a:cs typeface="BISansOptiCond"/>
              </a:defRPr>
            </a:lvl1pPr>
          </a:lstStyle>
          <a:p>
            <a:fld id="{9FC3183C-1A43-43C0-8392-1DBE7E166C5E}" type="datetime1">
              <a:rPr lang="en-GB" noProof="0" smtClean="0"/>
              <a:pPr/>
              <a:t>23/07/2025</a:t>
            </a:fld>
            <a:endParaRPr lang="en-GB" noProof="0"/>
          </a:p>
        </p:txBody>
      </p:sp>
      <p:sp>
        <p:nvSpPr>
          <p:cNvPr id="5" name="Fußzeilenplatzhalter 4"/>
          <p:cNvSpPr>
            <a:spLocks noGrp="1"/>
          </p:cNvSpPr>
          <p:nvPr>
            <p:ph type="ftr" sz="quarter" idx="3"/>
          </p:nvPr>
        </p:nvSpPr>
        <p:spPr>
          <a:xfrm>
            <a:off x="1801772" y="6547611"/>
            <a:ext cx="8186291" cy="205184"/>
          </a:xfrm>
          <a:prstGeom prst="rect">
            <a:avLst/>
          </a:prstGeom>
        </p:spPr>
        <p:txBody>
          <a:bodyPr vert="horz" wrap="square" lIns="0" tIns="0" rIns="0" bIns="0" rtlCol="0" anchor="ctr">
            <a:spAutoFit/>
          </a:bodyPr>
          <a:lstStyle>
            <a:lvl1pPr algn="l">
              <a:defRPr sz="1333" b="0" i="0">
                <a:solidFill>
                  <a:schemeClr val="bg1">
                    <a:lumMod val="50000"/>
                  </a:schemeClr>
                </a:solidFill>
                <a:latin typeface="BISansOptiCond"/>
                <a:cs typeface="BISansOptiCond"/>
              </a:defRPr>
            </a:lvl1pPr>
          </a:lstStyle>
          <a:p>
            <a:r>
              <a:rPr lang="en-GB" noProof="0"/>
              <a:t>Presentation title, date, author</a:t>
            </a:r>
          </a:p>
        </p:txBody>
      </p:sp>
      <p:sp>
        <p:nvSpPr>
          <p:cNvPr id="6" name="Foliennummernplatzhalter 5"/>
          <p:cNvSpPr>
            <a:spLocks noGrp="1"/>
          </p:cNvSpPr>
          <p:nvPr>
            <p:ph type="sldNum" sz="quarter" idx="4"/>
          </p:nvPr>
        </p:nvSpPr>
        <p:spPr>
          <a:xfrm>
            <a:off x="11504733" y="6547644"/>
            <a:ext cx="197169" cy="205121"/>
          </a:xfrm>
          <a:prstGeom prst="rect">
            <a:avLst/>
          </a:prstGeom>
        </p:spPr>
        <p:txBody>
          <a:bodyPr vert="horz" wrap="none" lIns="0" tIns="0" rIns="0" bIns="0" rtlCol="0" anchor="ctr">
            <a:spAutoFit/>
          </a:bodyPr>
          <a:lstStyle>
            <a:lvl1pPr algn="r">
              <a:defRPr sz="1333" b="0" i="0">
                <a:solidFill>
                  <a:schemeClr val="bg1">
                    <a:lumMod val="50000"/>
                  </a:schemeClr>
                </a:solidFill>
                <a:latin typeface="BISansOptiCond"/>
                <a:cs typeface="BISansOptiCond"/>
              </a:defRPr>
            </a:lvl1pPr>
          </a:lstStyle>
          <a:p>
            <a:fld id="{143B55C4-4F5A-416B-997D-6CE47EB0A945}" type="slidenum">
              <a:rPr lang="en-GB" noProof="0" smtClean="0"/>
              <a:pPr/>
              <a:t>‹#›</a:t>
            </a:fld>
            <a:endParaRPr lang="en-GB" noProof="0"/>
          </a:p>
        </p:txBody>
      </p:sp>
      <p:grpSp>
        <p:nvGrpSpPr>
          <p:cNvPr id="17" name="Gruppieren 16"/>
          <p:cNvGrpSpPr/>
          <p:nvPr/>
        </p:nvGrpSpPr>
        <p:grpSpPr>
          <a:xfrm>
            <a:off x="243770" y="48947"/>
            <a:ext cx="11710247" cy="6809055"/>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29" name="Grafik 28"/>
          <p:cNvPicPr>
            <a:picLocks noChangeAspect="1"/>
          </p:cNvPicPr>
          <p:nvPr/>
        </p:nvPicPr>
        <p:blipFill>
          <a:blip r:embed="rId30" cstate="email">
            <a:extLst>
              <a:ext uri="{28A0092B-C50C-407E-A947-70E740481C1C}">
                <a14:useLocalDpi xmlns:a14="http://schemas.microsoft.com/office/drawing/2010/main"/>
              </a:ext>
            </a:extLst>
          </a:blip>
          <a:stretch>
            <a:fillRect/>
          </a:stretch>
        </p:blipFill>
        <p:spPr>
          <a:xfrm>
            <a:off x="485924" y="6485508"/>
            <a:ext cx="840360" cy="254013"/>
          </a:xfrm>
          <a:prstGeom prst="rect">
            <a:avLst/>
          </a:prstGeom>
        </p:spPr>
      </p:pic>
    </p:spTree>
    <p:extLst>
      <p:ext uri="{BB962C8B-B14F-4D97-AF65-F5344CB8AC3E}">
        <p14:creationId xmlns:p14="http://schemas.microsoft.com/office/powerpoint/2010/main" val="3688192062"/>
      </p:ext>
    </p:extLst>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 id="2147483768" r:id="rId12"/>
    <p:sldLayoutId id="2147483769" r:id="rId13"/>
    <p:sldLayoutId id="2147483770" r:id="rId14"/>
    <p:sldLayoutId id="2147483771" r:id="rId15"/>
    <p:sldLayoutId id="2147483772" r:id="rId16"/>
    <p:sldLayoutId id="2147483773" r:id="rId17"/>
    <p:sldLayoutId id="2147483774" r:id="rId18"/>
    <p:sldLayoutId id="2147483775" r:id="rId19"/>
    <p:sldLayoutId id="2147483776" r:id="rId20"/>
    <p:sldLayoutId id="2147483777" r:id="rId21"/>
    <p:sldLayoutId id="2147483778" r:id="rId22"/>
    <p:sldLayoutId id="2147483779" r:id="rId23"/>
    <p:sldLayoutId id="2147483780" r:id="rId24"/>
    <p:sldLayoutId id="2147483781" r:id="rId25"/>
    <p:sldLayoutId id="2147483782" r:id="rId26"/>
    <p:sldLayoutId id="2147483783" r:id="rId27"/>
    <p:sldLayoutId id="2147483784" r:id="rId2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1219140" rtl="0" eaLnBrk="1" latinLnBrk="0" hangingPunct="1">
        <a:spcBef>
          <a:spcPct val="0"/>
        </a:spcBef>
        <a:buNone/>
        <a:defRPr sz="3200" b="0" i="0" kern="1200">
          <a:solidFill>
            <a:srgbClr val="003366"/>
          </a:solidFill>
          <a:latin typeface="BISansOptiCond"/>
          <a:ea typeface="+mj-ea"/>
          <a:cs typeface="BISansOptiCond"/>
        </a:defRPr>
      </a:lvl1pPr>
    </p:titleStyle>
    <p:bodyStyle>
      <a:lvl1pPr marL="355582" indent="-355582" algn="l" defTabSz="1219140" rtl="0" eaLnBrk="1" latinLnBrk="0" hangingPunct="1">
        <a:spcBef>
          <a:spcPts val="533"/>
        </a:spcBef>
        <a:buFont typeface="Arial" panose="020B0604020202020204" pitchFamily="34" charset="0"/>
        <a:buChar char="•"/>
        <a:defRPr sz="2667" kern="1200">
          <a:solidFill>
            <a:schemeClr val="tx1"/>
          </a:solidFill>
          <a:latin typeface="BISansOpti"/>
          <a:ea typeface="+mn-ea"/>
          <a:cs typeface="BISansOpti"/>
        </a:defRPr>
      </a:lvl1pPr>
      <a:lvl2pPr marL="601104" indent="-245521" algn="l" defTabSz="121914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2pPr>
      <a:lvl3pPr marL="838158" indent="-237055" algn="l" defTabSz="121914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3pPr>
      <a:lvl4pPr marL="1075213" indent="-237055" algn="l" defTabSz="1219140" rtl="0" eaLnBrk="1" latinLnBrk="0" hangingPunct="1">
        <a:spcBef>
          <a:spcPts val="0"/>
        </a:spcBef>
        <a:buFont typeface="Arial" panose="020B0604020202020204" pitchFamily="34" charset="0"/>
        <a:buChar char="–"/>
        <a:defRPr sz="2133" kern="1200">
          <a:solidFill>
            <a:schemeClr val="tx1"/>
          </a:solidFill>
          <a:latin typeface="BISansOpti"/>
          <a:ea typeface="+mn-ea"/>
          <a:cs typeface="BISansOpti"/>
        </a:defRPr>
      </a:lvl4pPr>
      <a:lvl5pPr marL="1312269" indent="-237055" algn="l" defTabSz="1219140" rtl="0" eaLnBrk="1" latinLnBrk="0" hangingPunct="1">
        <a:spcBef>
          <a:spcPts val="0"/>
        </a:spcBef>
        <a:buFont typeface="Wingdings" panose="05000000000000000000" pitchFamily="2" charset="2"/>
        <a:buChar char="§"/>
        <a:defRPr sz="2133" kern="1200">
          <a:solidFill>
            <a:schemeClr val="tx1"/>
          </a:solidFill>
          <a:latin typeface="BISansOpti"/>
          <a:ea typeface="+mn-ea"/>
          <a:cs typeface="BISansOpti"/>
        </a:defRPr>
      </a:lvl5pPr>
      <a:lvl6pPr marL="335263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6pPr>
      <a:lvl7pPr marL="396220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7pPr>
      <a:lvl8pPr marL="4571772"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8pPr>
      <a:lvl9pPr marL="5181341" indent="-304784" algn="l" defTabSz="1219140" rtl="0" eaLnBrk="1" latinLnBrk="0" hangingPunct="1">
        <a:spcBef>
          <a:spcPct val="20000"/>
        </a:spcBef>
        <a:buFont typeface="Arial" panose="020B0604020202020204" pitchFamily="34" charset="0"/>
        <a:buChar char="•"/>
        <a:defRPr sz="2667" kern="1200">
          <a:solidFill>
            <a:schemeClr val="tx1"/>
          </a:solidFill>
          <a:latin typeface="+mn-lt"/>
          <a:ea typeface="+mn-ea"/>
          <a:cs typeface="+mn-cs"/>
        </a:defRPr>
      </a:lvl9pPr>
    </p:bodyStyle>
    <p:otherStyle>
      <a:defPPr>
        <a:defRPr lang="de-DE"/>
      </a:defPPr>
      <a:lvl1pPr marL="0" algn="l" defTabSz="1219140" rtl="0" eaLnBrk="1" latinLnBrk="0" hangingPunct="1">
        <a:defRPr sz="2400" kern="1200">
          <a:solidFill>
            <a:schemeClr val="tx1"/>
          </a:solidFill>
          <a:latin typeface="+mn-lt"/>
          <a:ea typeface="+mn-ea"/>
          <a:cs typeface="+mn-cs"/>
        </a:defRPr>
      </a:lvl1pPr>
      <a:lvl2pPr marL="609570" algn="l" defTabSz="1219140" rtl="0" eaLnBrk="1" latinLnBrk="0" hangingPunct="1">
        <a:defRPr sz="2400" kern="1200">
          <a:solidFill>
            <a:schemeClr val="tx1"/>
          </a:solidFill>
          <a:latin typeface="+mn-lt"/>
          <a:ea typeface="+mn-ea"/>
          <a:cs typeface="+mn-cs"/>
        </a:defRPr>
      </a:lvl2pPr>
      <a:lvl3pPr marL="1219140" algn="l" defTabSz="1219140" rtl="0" eaLnBrk="1" latinLnBrk="0" hangingPunct="1">
        <a:defRPr sz="2400" kern="1200">
          <a:solidFill>
            <a:schemeClr val="tx1"/>
          </a:solidFill>
          <a:latin typeface="+mn-lt"/>
          <a:ea typeface="+mn-ea"/>
          <a:cs typeface="+mn-cs"/>
        </a:defRPr>
      </a:lvl3pPr>
      <a:lvl4pPr marL="1828709" algn="l" defTabSz="1219140" rtl="0" eaLnBrk="1" latinLnBrk="0" hangingPunct="1">
        <a:defRPr sz="2400" kern="1200">
          <a:solidFill>
            <a:schemeClr val="tx1"/>
          </a:solidFill>
          <a:latin typeface="+mn-lt"/>
          <a:ea typeface="+mn-ea"/>
          <a:cs typeface="+mn-cs"/>
        </a:defRPr>
      </a:lvl4pPr>
      <a:lvl5pPr marL="2438278" algn="l" defTabSz="1219140" rtl="0" eaLnBrk="1" latinLnBrk="0" hangingPunct="1">
        <a:defRPr sz="2400" kern="1200">
          <a:solidFill>
            <a:schemeClr val="tx1"/>
          </a:solidFill>
          <a:latin typeface="+mn-lt"/>
          <a:ea typeface="+mn-ea"/>
          <a:cs typeface="+mn-cs"/>
        </a:defRPr>
      </a:lvl5pPr>
      <a:lvl6pPr marL="3047848" algn="l" defTabSz="1219140" rtl="0" eaLnBrk="1" latinLnBrk="0" hangingPunct="1">
        <a:defRPr sz="2400" kern="1200">
          <a:solidFill>
            <a:schemeClr val="tx1"/>
          </a:solidFill>
          <a:latin typeface="+mn-lt"/>
          <a:ea typeface="+mn-ea"/>
          <a:cs typeface="+mn-cs"/>
        </a:defRPr>
      </a:lvl6pPr>
      <a:lvl7pPr marL="3657418" algn="l" defTabSz="1219140" rtl="0" eaLnBrk="1" latinLnBrk="0" hangingPunct="1">
        <a:defRPr sz="2400" kern="1200">
          <a:solidFill>
            <a:schemeClr val="tx1"/>
          </a:solidFill>
          <a:latin typeface="+mn-lt"/>
          <a:ea typeface="+mn-ea"/>
          <a:cs typeface="+mn-cs"/>
        </a:defRPr>
      </a:lvl7pPr>
      <a:lvl8pPr marL="4266987" algn="l" defTabSz="1219140" rtl="0" eaLnBrk="1" latinLnBrk="0" hangingPunct="1">
        <a:defRPr sz="2400" kern="1200">
          <a:solidFill>
            <a:schemeClr val="tx1"/>
          </a:solidFill>
          <a:latin typeface="+mn-lt"/>
          <a:ea typeface="+mn-ea"/>
          <a:cs typeface="+mn-cs"/>
        </a:defRPr>
      </a:lvl8pPr>
      <a:lvl9pPr marL="4876557" algn="l" defTabSz="121914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243771" y="48946"/>
            <a:ext cx="11710246" cy="6809055"/>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490100" y="396543"/>
            <a:ext cx="11211801" cy="369332"/>
          </a:xfrm>
          <a:prstGeom prst="rect">
            <a:avLst/>
          </a:prstGeom>
        </p:spPr>
        <p:txBody>
          <a:bodyPr vert="horz" wrap="square" lIns="0" tIns="0" rIns="0" bIns="0" rtlCol="0" anchor="t" anchorCtr="0">
            <a:spAutoFit/>
          </a:bodyPr>
          <a:lstStyle/>
          <a:p>
            <a:r>
              <a:rPr lang="en-GB" noProof="0" err="1"/>
              <a:t>Titelmasterformat</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Textplatzhalter 2"/>
          <p:cNvSpPr>
            <a:spLocks noGrp="1"/>
          </p:cNvSpPr>
          <p:nvPr>
            <p:ph type="body" idx="1"/>
          </p:nvPr>
        </p:nvSpPr>
        <p:spPr>
          <a:xfrm>
            <a:off x="490100" y="1600203"/>
            <a:ext cx="11211801" cy="4525963"/>
          </a:xfrm>
          <a:prstGeom prst="rect">
            <a:avLst/>
          </a:prstGeom>
        </p:spPr>
        <p:txBody>
          <a:bodyPr vert="horz" lIns="0" tIns="0" rIns="0" bIns="0" rtlCol="0">
            <a:noAutofit/>
          </a:bodyPr>
          <a:lstStyle/>
          <a:p>
            <a:pPr lvl="0"/>
            <a:r>
              <a:rPr lang="en-GB" noProof="0" err="1"/>
              <a:t>Textmasterformat</a:t>
            </a:r>
            <a:r>
              <a:rPr lang="en-GB" noProof="0"/>
              <a:t> </a:t>
            </a:r>
            <a:r>
              <a:rPr lang="en-GB" noProof="0" err="1"/>
              <a:t>bearbeiten</a:t>
            </a:r>
            <a:endParaRPr lang="en-GB" noProof="0"/>
          </a:p>
          <a:p>
            <a:pPr lvl="1"/>
            <a:r>
              <a:rPr lang="en-GB" noProof="0" err="1"/>
              <a:t>Zweite</a:t>
            </a:r>
            <a:r>
              <a:rPr lang="en-GB" noProof="0"/>
              <a:t> </a:t>
            </a:r>
            <a:r>
              <a:rPr lang="en-GB" noProof="0" err="1"/>
              <a:t>Ebene</a:t>
            </a:r>
            <a:endParaRPr lang="en-GB" noProof="0"/>
          </a:p>
          <a:p>
            <a:pPr lvl="2"/>
            <a:r>
              <a:rPr lang="en-GB" noProof="0" err="1"/>
              <a:t>Dritte</a:t>
            </a:r>
            <a:r>
              <a:rPr lang="en-GB" noProof="0"/>
              <a:t> </a:t>
            </a:r>
            <a:r>
              <a:rPr lang="en-GB" noProof="0" err="1"/>
              <a:t>Ebene</a:t>
            </a:r>
            <a:endParaRPr lang="en-GB" noProof="0"/>
          </a:p>
          <a:p>
            <a:pPr lvl="3"/>
            <a:r>
              <a:rPr lang="en-GB" noProof="0" err="1"/>
              <a:t>Vierte</a:t>
            </a:r>
            <a:r>
              <a:rPr lang="en-GB" noProof="0"/>
              <a:t> </a:t>
            </a:r>
            <a:r>
              <a:rPr lang="en-GB" noProof="0" err="1"/>
              <a:t>Ebene</a:t>
            </a:r>
            <a:endParaRPr lang="en-GB" noProof="0"/>
          </a:p>
          <a:p>
            <a:pPr lvl="4"/>
            <a:r>
              <a:rPr lang="en-GB" noProof="0" err="1"/>
              <a:t>Fünfte</a:t>
            </a:r>
            <a:r>
              <a:rPr lang="en-GB" noProof="0"/>
              <a:t> </a:t>
            </a:r>
            <a:r>
              <a:rPr lang="en-GB" noProof="0" err="1"/>
              <a:t>Ebene</a:t>
            </a:r>
            <a:endParaRPr lang="en-GB" noProof="0"/>
          </a:p>
        </p:txBody>
      </p:sp>
      <p:sp>
        <p:nvSpPr>
          <p:cNvPr id="4" name="Datumsplatzhalter 3"/>
          <p:cNvSpPr>
            <a:spLocks noGrp="1"/>
          </p:cNvSpPr>
          <p:nvPr>
            <p:ph type="dt" sz="half" idx="2"/>
          </p:nvPr>
        </p:nvSpPr>
        <p:spPr>
          <a:xfrm>
            <a:off x="10332883" y="6597269"/>
            <a:ext cx="605935" cy="153888"/>
          </a:xfrm>
          <a:prstGeom prst="rect">
            <a:avLst/>
          </a:prstGeom>
        </p:spPr>
        <p:txBody>
          <a:bodyPr vert="horz" wrap="none" lIns="0" tIns="0" rIns="0" bIns="0" rtlCol="0" anchor="ctr">
            <a:spAutoFit/>
          </a:bodyPr>
          <a:lstStyle>
            <a:lvl1pPr algn="r">
              <a:defRPr sz="1000">
                <a:solidFill>
                  <a:schemeClr val="bg1">
                    <a:lumMod val="50000"/>
                  </a:schemeClr>
                </a:solidFill>
                <a:latin typeface="BISansCond" panose="02000006050000020004" pitchFamily="2" charset="0"/>
              </a:defRPr>
            </a:lvl1pPr>
          </a:lstStyle>
          <a:p>
            <a:r>
              <a:rPr lang="en-US" altLang="zh-CN">
                <a:solidFill>
                  <a:prstClr val="white">
                    <a:lumMod val="50000"/>
                  </a:prstClr>
                </a:solidFill>
              </a:rPr>
              <a:t>10/12/2018</a:t>
            </a:r>
            <a:endParaRPr lang="en-GB">
              <a:solidFill>
                <a:prstClr val="white">
                  <a:lumMod val="50000"/>
                </a:prstClr>
              </a:solidFill>
            </a:endParaRPr>
          </a:p>
        </p:txBody>
      </p:sp>
      <p:sp>
        <p:nvSpPr>
          <p:cNvPr id="6" name="Foliennummernplatzhalter 5"/>
          <p:cNvSpPr>
            <a:spLocks noGrp="1"/>
          </p:cNvSpPr>
          <p:nvPr>
            <p:ph type="sldNum" sz="quarter" idx="4"/>
          </p:nvPr>
        </p:nvSpPr>
        <p:spPr>
          <a:xfrm>
            <a:off x="11554424" y="6597269"/>
            <a:ext cx="147476" cy="153888"/>
          </a:xfrm>
          <a:prstGeom prst="rect">
            <a:avLst/>
          </a:prstGeom>
        </p:spPr>
        <p:txBody>
          <a:bodyPr vert="horz" wrap="none" lIns="0" tIns="0" rIns="0" bIns="0" rtlCol="0" anchor="ctr">
            <a:spAutoFit/>
          </a:bodyPr>
          <a:lstStyle>
            <a:lvl1pPr algn="r">
              <a:defRPr sz="1000">
                <a:solidFill>
                  <a:schemeClr val="bg1">
                    <a:lumMod val="50000"/>
                  </a:schemeClr>
                </a:solidFill>
                <a:latin typeface="BISansCond" panose="02000006050000020004" pitchFamily="2" charset="0"/>
              </a:defRPr>
            </a:lvl1p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grpSp>
        <p:nvGrpSpPr>
          <p:cNvPr id="17" name="Gruppieren 16"/>
          <p:cNvGrpSpPr/>
          <p:nvPr/>
        </p:nvGrpSpPr>
        <p:grpSpPr>
          <a:xfrm>
            <a:off x="906104" y="48947"/>
            <a:ext cx="11047913" cy="4836953"/>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30" name="Grafik 2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85924" y="6578958"/>
            <a:ext cx="840361" cy="190510"/>
          </a:xfrm>
          <a:prstGeom prst="rect">
            <a:avLst/>
          </a:prstGeom>
        </p:spPr>
      </p:pic>
    </p:spTree>
    <p:extLst>
      <p:ext uri="{BB962C8B-B14F-4D97-AF65-F5344CB8AC3E}">
        <p14:creationId xmlns:p14="http://schemas.microsoft.com/office/powerpoint/2010/main" val="403906842"/>
      </p:ext>
    </p:extLst>
  </p:cSld>
  <p:clrMap bg1="lt1" tx1="dk1" bg2="lt2" tx2="dk2" accent1="accent1" accent2="accent2" accent3="accent3" accent4="accent4" accent5="accent5" accent6="accent6" hlink="hlink" folHlink="folHlink"/>
  <p:sldLayoutIdLst>
    <p:sldLayoutId id="2147484233" r:id="rId1"/>
    <p:sldLayoutId id="2147484234" r:id="rId2"/>
    <p:sldLayoutId id="2147484235" r:id="rId3"/>
    <p:sldLayoutId id="2147484236" r:id="rId4"/>
    <p:sldLayoutId id="2147484237" r:id="rId5"/>
    <p:sldLayoutId id="2147484238" r:id="rId6"/>
    <p:sldLayoutId id="2147484239" r:id="rId7"/>
    <p:sldLayoutId id="2147484240" r:id="rId8"/>
    <p:sldLayoutId id="2147484241" r:id="rId9"/>
    <p:sldLayoutId id="2147484242"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p:txStyles>
    <p:titleStyle>
      <a:lvl1pPr algn="l" defTabSz="914400" rtl="0" eaLnBrk="1" latinLnBrk="0" hangingPunct="1">
        <a:spcBef>
          <a:spcPct val="0"/>
        </a:spcBef>
        <a:buNone/>
        <a:defRPr sz="2400" kern="1200">
          <a:solidFill>
            <a:srgbClr val="003366"/>
          </a:solidFill>
          <a:latin typeface="+mj-lt"/>
          <a:ea typeface="+mj-ea"/>
          <a:cs typeface="+mj-cs"/>
        </a:defRPr>
      </a:lvl1pPr>
    </p:titleStyle>
    <p:bodyStyle>
      <a:lvl1pPr marL="266700" indent="-266700" algn="l" defTabSz="914400" rtl="0" eaLnBrk="1" latinLnBrk="0" hangingPunct="1">
        <a:spcBef>
          <a:spcPts val="400"/>
        </a:spcBef>
        <a:buFont typeface="Arial" panose="020B0604020202020204" pitchFamily="34" charset="0"/>
        <a:buChar char="•"/>
        <a:defRPr sz="2000" kern="1200">
          <a:solidFill>
            <a:schemeClr val="tx1"/>
          </a:solidFill>
          <a:latin typeface="+mn-lt"/>
          <a:ea typeface="+mn-ea"/>
          <a:cs typeface="+mn-cs"/>
        </a:defRPr>
      </a:lvl1pPr>
      <a:lvl2pPr marL="450850" indent="-184150" algn="l" defTabSz="914400"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2pPr>
      <a:lvl3pPr marL="628650" indent="-177800" algn="l" defTabSz="914400"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3pPr>
      <a:lvl4pPr marL="806450" indent="-177800" algn="l" defTabSz="914400"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4pPr>
      <a:lvl5pPr marL="984250" indent="-177800" algn="l" defTabSz="914400" rtl="0" eaLnBrk="1" latinLnBrk="0" hangingPunct="1">
        <a:spcBef>
          <a:spcPts val="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243771" y="48946"/>
            <a:ext cx="11710246" cy="6809055"/>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2" name="Titelplatzhalter 1"/>
          <p:cNvSpPr>
            <a:spLocks noGrp="1"/>
          </p:cNvSpPr>
          <p:nvPr>
            <p:ph type="title"/>
          </p:nvPr>
        </p:nvSpPr>
        <p:spPr>
          <a:xfrm>
            <a:off x="490100" y="396543"/>
            <a:ext cx="11211801" cy="369332"/>
          </a:xfrm>
          <a:prstGeom prst="rect">
            <a:avLst/>
          </a:prstGeom>
        </p:spPr>
        <p:txBody>
          <a:bodyPr vert="horz" wrap="square" lIns="0" tIns="0" rIns="0" bIns="0" rtlCol="0" anchor="t" anchorCtr="0">
            <a:spAutoFit/>
          </a:bodyPr>
          <a:lstStyle/>
          <a:p>
            <a:r>
              <a:rPr lang="en-GB" noProof="0" err="1"/>
              <a:t>Titelmasterformat</a:t>
            </a:r>
            <a:r>
              <a:rPr lang="en-GB" noProof="0"/>
              <a:t> </a:t>
            </a:r>
            <a:r>
              <a:rPr lang="en-GB" noProof="0" err="1"/>
              <a:t>durch</a:t>
            </a:r>
            <a:r>
              <a:rPr lang="en-GB" noProof="0"/>
              <a:t> </a:t>
            </a:r>
            <a:r>
              <a:rPr lang="en-GB" noProof="0" err="1"/>
              <a:t>Klicken</a:t>
            </a:r>
            <a:r>
              <a:rPr lang="en-GB" noProof="0"/>
              <a:t> </a:t>
            </a:r>
            <a:r>
              <a:rPr lang="en-GB" noProof="0" err="1"/>
              <a:t>bearbeiten</a:t>
            </a:r>
            <a:endParaRPr lang="en-GB" noProof="0"/>
          </a:p>
        </p:txBody>
      </p:sp>
      <p:sp>
        <p:nvSpPr>
          <p:cNvPr id="3" name="Textplatzhalter 2"/>
          <p:cNvSpPr>
            <a:spLocks noGrp="1"/>
          </p:cNvSpPr>
          <p:nvPr>
            <p:ph type="body" idx="1"/>
          </p:nvPr>
        </p:nvSpPr>
        <p:spPr>
          <a:xfrm>
            <a:off x="490100" y="1600203"/>
            <a:ext cx="11211801" cy="4525963"/>
          </a:xfrm>
          <a:prstGeom prst="rect">
            <a:avLst/>
          </a:prstGeom>
        </p:spPr>
        <p:txBody>
          <a:bodyPr vert="horz" lIns="0" tIns="0" rIns="0" bIns="0" rtlCol="0">
            <a:noAutofit/>
          </a:bodyPr>
          <a:lstStyle/>
          <a:p>
            <a:pPr lvl="0"/>
            <a:r>
              <a:rPr lang="en-GB" noProof="0" err="1"/>
              <a:t>Textmasterformat</a:t>
            </a:r>
            <a:r>
              <a:rPr lang="en-GB" noProof="0"/>
              <a:t> </a:t>
            </a:r>
            <a:r>
              <a:rPr lang="en-GB" noProof="0" err="1"/>
              <a:t>bearbeiten</a:t>
            </a:r>
            <a:endParaRPr lang="en-GB" noProof="0"/>
          </a:p>
          <a:p>
            <a:pPr lvl="1"/>
            <a:r>
              <a:rPr lang="en-GB" noProof="0" err="1"/>
              <a:t>Zweite</a:t>
            </a:r>
            <a:r>
              <a:rPr lang="en-GB" noProof="0"/>
              <a:t> </a:t>
            </a:r>
            <a:r>
              <a:rPr lang="en-GB" noProof="0" err="1"/>
              <a:t>Ebene</a:t>
            </a:r>
            <a:endParaRPr lang="en-GB" noProof="0"/>
          </a:p>
          <a:p>
            <a:pPr lvl="2"/>
            <a:r>
              <a:rPr lang="en-GB" noProof="0" err="1"/>
              <a:t>Dritte</a:t>
            </a:r>
            <a:r>
              <a:rPr lang="en-GB" noProof="0"/>
              <a:t> </a:t>
            </a:r>
            <a:r>
              <a:rPr lang="en-GB" noProof="0" err="1"/>
              <a:t>Ebene</a:t>
            </a:r>
            <a:endParaRPr lang="en-GB" noProof="0"/>
          </a:p>
          <a:p>
            <a:pPr lvl="3"/>
            <a:r>
              <a:rPr lang="en-GB" noProof="0" err="1"/>
              <a:t>Vierte</a:t>
            </a:r>
            <a:r>
              <a:rPr lang="en-GB" noProof="0"/>
              <a:t> </a:t>
            </a:r>
            <a:r>
              <a:rPr lang="en-GB" noProof="0" err="1"/>
              <a:t>Ebene</a:t>
            </a:r>
            <a:endParaRPr lang="en-GB" noProof="0"/>
          </a:p>
          <a:p>
            <a:pPr lvl="4"/>
            <a:r>
              <a:rPr lang="en-GB" noProof="0" err="1"/>
              <a:t>Fünfte</a:t>
            </a:r>
            <a:r>
              <a:rPr lang="en-GB" noProof="0"/>
              <a:t> </a:t>
            </a:r>
            <a:r>
              <a:rPr lang="en-GB" noProof="0" err="1"/>
              <a:t>Ebene</a:t>
            </a:r>
            <a:endParaRPr lang="en-GB" noProof="0"/>
          </a:p>
        </p:txBody>
      </p:sp>
      <p:sp>
        <p:nvSpPr>
          <p:cNvPr id="4" name="Datumsplatzhalter 3"/>
          <p:cNvSpPr>
            <a:spLocks noGrp="1"/>
          </p:cNvSpPr>
          <p:nvPr>
            <p:ph type="dt" sz="half" idx="2"/>
          </p:nvPr>
        </p:nvSpPr>
        <p:spPr>
          <a:xfrm>
            <a:off x="10332883" y="6597269"/>
            <a:ext cx="605935" cy="153888"/>
          </a:xfrm>
          <a:prstGeom prst="rect">
            <a:avLst/>
          </a:prstGeom>
        </p:spPr>
        <p:txBody>
          <a:bodyPr vert="horz" wrap="none" lIns="0" tIns="0" rIns="0" bIns="0" rtlCol="0" anchor="ctr">
            <a:spAutoFit/>
          </a:bodyPr>
          <a:lstStyle>
            <a:lvl1pPr algn="r">
              <a:defRPr sz="1000">
                <a:solidFill>
                  <a:schemeClr val="bg1">
                    <a:lumMod val="50000"/>
                  </a:schemeClr>
                </a:solidFill>
                <a:latin typeface="BISansCond" panose="02000006050000020004" pitchFamily="2" charset="0"/>
              </a:defRPr>
            </a:lvl1pPr>
          </a:lstStyle>
          <a:p>
            <a:r>
              <a:rPr lang="en-US" altLang="zh-CN">
                <a:solidFill>
                  <a:prstClr val="white">
                    <a:lumMod val="50000"/>
                  </a:prstClr>
                </a:solidFill>
              </a:rPr>
              <a:t>10/12/2018</a:t>
            </a:r>
            <a:endParaRPr lang="en-GB">
              <a:solidFill>
                <a:prstClr val="white">
                  <a:lumMod val="50000"/>
                </a:prstClr>
              </a:solidFill>
            </a:endParaRPr>
          </a:p>
        </p:txBody>
      </p:sp>
      <p:sp>
        <p:nvSpPr>
          <p:cNvPr id="6" name="Foliennummernplatzhalter 5"/>
          <p:cNvSpPr>
            <a:spLocks noGrp="1"/>
          </p:cNvSpPr>
          <p:nvPr>
            <p:ph type="sldNum" sz="quarter" idx="4"/>
          </p:nvPr>
        </p:nvSpPr>
        <p:spPr>
          <a:xfrm>
            <a:off x="11554424" y="6597269"/>
            <a:ext cx="147476" cy="153888"/>
          </a:xfrm>
          <a:prstGeom prst="rect">
            <a:avLst/>
          </a:prstGeom>
        </p:spPr>
        <p:txBody>
          <a:bodyPr vert="horz" wrap="none" lIns="0" tIns="0" rIns="0" bIns="0" rtlCol="0" anchor="ctr">
            <a:spAutoFit/>
          </a:bodyPr>
          <a:lstStyle>
            <a:lvl1pPr algn="r">
              <a:defRPr sz="1000">
                <a:solidFill>
                  <a:schemeClr val="bg1">
                    <a:lumMod val="50000"/>
                  </a:schemeClr>
                </a:solidFill>
                <a:latin typeface="BISansCond" panose="02000006050000020004" pitchFamily="2" charset="0"/>
              </a:defRPr>
            </a:lvl1pPr>
          </a:lstStyle>
          <a:p>
            <a:fld id="{143B55C4-4F5A-416B-997D-6CE47EB0A945}" type="slidenum">
              <a:rPr lang="en-GB" smtClean="0">
                <a:solidFill>
                  <a:prstClr val="white">
                    <a:lumMod val="50000"/>
                  </a:prstClr>
                </a:solidFill>
              </a:rPr>
              <a:pPr/>
              <a:t>‹#›</a:t>
            </a:fld>
            <a:endParaRPr lang="en-GB">
              <a:solidFill>
                <a:prstClr val="white">
                  <a:lumMod val="50000"/>
                </a:prstClr>
              </a:solidFill>
            </a:endParaRPr>
          </a:p>
        </p:txBody>
      </p:sp>
      <p:grpSp>
        <p:nvGrpSpPr>
          <p:cNvPr id="17" name="Gruppieren 16"/>
          <p:cNvGrpSpPr/>
          <p:nvPr/>
        </p:nvGrpSpPr>
        <p:grpSpPr>
          <a:xfrm>
            <a:off x="906104" y="48947"/>
            <a:ext cx="11047913" cy="4836953"/>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30" name="Grafik 2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485924" y="6578958"/>
            <a:ext cx="840361" cy="190510"/>
          </a:xfrm>
          <a:prstGeom prst="rect">
            <a:avLst/>
          </a:prstGeom>
        </p:spPr>
      </p:pic>
    </p:spTree>
    <p:extLst>
      <p:ext uri="{BB962C8B-B14F-4D97-AF65-F5344CB8AC3E}">
        <p14:creationId xmlns:p14="http://schemas.microsoft.com/office/powerpoint/2010/main" val="3702965958"/>
      </p:ext>
    </p:extLst>
  </p:cSld>
  <p:clrMap bg1="lt1" tx1="dk1" bg2="lt2" tx2="dk2" accent1="accent1" accent2="accent2" accent3="accent3" accent4="accent4" accent5="accent5" accent6="accent6" hlink="hlink" folHlink="folHlink"/>
  <p:sldLayoutIdLst>
    <p:sldLayoutId id="2147484261" r:id="rId1"/>
    <p:sldLayoutId id="2147484262" r:id="rId2"/>
    <p:sldLayoutId id="2147484263" r:id="rId3"/>
    <p:sldLayoutId id="2147484264" r:id="rId4"/>
    <p:sldLayoutId id="2147484265" r:id="rId5"/>
    <p:sldLayoutId id="2147484266" r:id="rId6"/>
    <p:sldLayoutId id="2147484267" r:id="rId7"/>
    <p:sldLayoutId id="2147484268" r:id="rId8"/>
    <p:sldLayoutId id="2147484269" r:id="rId9"/>
    <p:sldLayoutId id="2147484270" r:id="rId10"/>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p:txStyles>
    <p:titleStyle>
      <a:lvl1pPr algn="l" defTabSz="914400" rtl="0" eaLnBrk="1" latinLnBrk="0" hangingPunct="1">
        <a:spcBef>
          <a:spcPct val="0"/>
        </a:spcBef>
        <a:buNone/>
        <a:defRPr sz="2400" kern="1200">
          <a:solidFill>
            <a:srgbClr val="003366"/>
          </a:solidFill>
          <a:latin typeface="+mj-lt"/>
          <a:ea typeface="+mj-ea"/>
          <a:cs typeface="+mj-cs"/>
        </a:defRPr>
      </a:lvl1pPr>
    </p:titleStyle>
    <p:bodyStyle>
      <a:lvl1pPr marL="266700" indent="-266700" algn="l" defTabSz="914400" rtl="0" eaLnBrk="1" latinLnBrk="0" hangingPunct="1">
        <a:spcBef>
          <a:spcPts val="400"/>
        </a:spcBef>
        <a:buFont typeface="Arial" panose="020B0604020202020204" pitchFamily="34" charset="0"/>
        <a:buChar char="•"/>
        <a:defRPr sz="2000" kern="1200">
          <a:solidFill>
            <a:schemeClr val="tx1"/>
          </a:solidFill>
          <a:latin typeface="+mn-lt"/>
          <a:ea typeface="+mn-ea"/>
          <a:cs typeface="+mn-cs"/>
        </a:defRPr>
      </a:lvl1pPr>
      <a:lvl2pPr marL="450850" indent="-184150" algn="l" defTabSz="914400"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2pPr>
      <a:lvl3pPr marL="628650" indent="-177800" algn="l" defTabSz="914400"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3pPr>
      <a:lvl4pPr marL="806450" indent="-177800" algn="l" defTabSz="914400" rtl="0" eaLnBrk="1" latinLnBrk="0" hangingPunct="1">
        <a:spcBef>
          <a:spcPts val="0"/>
        </a:spcBef>
        <a:buFont typeface="Arial" panose="020B0604020202020204" pitchFamily="34" charset="0"/>
        <a:buChar char="–"/>
        <a:defRPr sz="1600" kern="1200">
          <a:solidFill>
            <a:schemeClr val="tx1"/>
          </a:solidFill>
          <a:latin typeface="+mn-lt"/>
          <a:ea typeface="+mn-ea"/>
          <a:cs typeface="+mn-cs"/>
        </a:defRPr>
      </a:lvl4pPr>
      <a:lvl5pPr marL="984250" indent="-177800" algn="l" defTabSz="914400" rtl="0" eaLnBrk="1" latinLnBrk="0" hangingPunct="1">
        <a:spcBef>
          <a:spcPts val="0"/>
        </a:spcBef>
        <a:buFont typeface="Wingdings" panose="05000000000000000000" pitchFamily="2" charset="2"/>
        <a:buChar char="§"/>
        <a:defRPr sz="16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48">
            <a:extLst>
              <a:ext uri="{96DAC541-7B7A-43D3-8B79-37D633B846F1}">
                <asvg:svgBlip xmlns:asvg="http://schemas.microsoft.com/office/drawing/2016/SVG/main" r:embed="rId49"/>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2327243353"/>
      </p:ext>
    </p:extLst>
  </p:cSld>
  <p:clrMap bg1="lt1" tx1="dk1" bg2="lt2" tx2="dk2" accent1="accent1" accent2="accent2" accent3="accent3" accent4="accent4" accent5="accent5" accent6="accent6" hlink="hlink" folHlink="folHlink"/>
  <p:sldLayoutIdLst>
    <p:sldLayoutId id="2147484290" r:id="rId1"/>
    <p:sldLayoutId id="2147484291" r:id="rId2"/>
    <p:sldLayoutId id="2147484292" r:id="rId3"/>
    <p:sldLayoutId id="2147484293" r:id="rId4"/>
    <p:sldLayoutId id="2147484294" r:id="rId5"/>
    <p:sldLayoutId id="2147484295" r:id="rId6"/>
    <p:sldLayoutId id="2147484296" r:id="rId7"/>
    <p:sldLayoutId id="2147484297" r:id="rId8"/>
    <p:sldLayoutId id="2147484298" r:id="rId9"/>
    <p:sldLayoutId id="2147484299" r:id="rId10"/>
    <p:sldLayoutId id="2147484300" r:id="rId11"/>
    <p:sldLayoutId id="2147484301" r:id="rId12"/>
    <p:sldLayoutId id="2147484302" r:id="rId13"/>
    <p:sldLayoutId id="2147484303" r:id="rId14"/>
    <p:sldLayoutId id="2147484304" r:id="rId15"/>
    <p:sldLayoutId id="2147484305" r:id="rId16"/>
    <p:sldLayoutId id="2147484306" r:id="rId17"/>
    <p:sldLayoutId id="2147484307" r:id="rId18"/>
    <p:sldLayoutId id="2147484308" r:id="rId19"/>
    <p:sldLayoutId id="2147484309" r:id="rId20"/>
    <p:sldLayoutId id="2147484310" r:id="rId21"/>
    <p:sldLayoutId id="2147484311" r:id="rId22"/>
    <p:sldLayoutId id="2147484312" r:id="rId23"/>
    <p:sldLayoutId id="2147484313" r:id="rId24"/>
    <p:sldLayoutId id="2147484314" r:id="rId25"/>
    <p:sldLayoutId id="2147484315" r:id="rId26"/>
    <p:sldLayoutId id="2147484316" r:id="rId27"/>
    <p:sldLayoutId id="2147484317" r:id="rId28"/>
    <p:sldLayoutId id="2147484318" r:id="rId29"/>
    <p:sldLayoutId id="2147484319" r:id="rId30"/>
    <p:sldLayoutId id="2147484320" r:id="rId31"/>
    <p:sldLayoutId id="2147484321" r:id="rId32"/>
    <p:sldLayoutId id="2147484322" r:id="rId33"/>
    <p:sldLayoutId id="2147484323" r:id="rId34"/>
    <p:sldLayoutId id="2147484324" r:id="rId35"/>
    <p:sldLayoutId id="2147484244" r:id="rId36"/>
    <p:sldLayoutId id="2147484251" r:id="rId37"/>
    <p:sldLayoutId id="2147484253" r:id="rId38"/>
    <p:sldLayoutId id="2147484254" r:id="rId39"/>
    <p:sldLayoutId id="2147484256" r:id="rId40"/>
    <p:sldLayoutId id="2147484257" r:id="rId41"/>
    <p:sldLayoutId id="2147484258" r:id="rId42"/>
    <p:sldLayoutId id="2147484259" r:id="rId43"/>
    <p:sldLayoutId id="2147483838" r:id="rId44"/>
    <p:sldLayoutId id="2147483839" r:id="rId45"/>
    <p:sldLayoutId id="2147483840" r:id="rId46"/>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3" name="Gruppieren 22"/>
          <p:cNvGrpSpPr/>
          <p:nvPr/>
        </p:nvGrpSpPr>
        <p:grpSpPr>
          <a:xfrm>
            <a:off x="243770" y="48946"/>
            <a:ext cx="11710247" cy="6809055"/>
            <a:chOff x="182826" y="36709"/>
            <a:chExt cx="8782685" cy="5106791"/>
          </a:xfrm>
        </p:grpSpPr>
        <p:cxnSp>
          <p:nvCxnSpPr>
            <p:cNvPr id="9" name="Gerade Verbindung 8"/>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1" name="Gerade Verbindung 1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3" name="Gerade Verbindung 12"/>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4" name="Gerade Verbindung 1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6" name="Gerade Verbindung 15"/>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19" name="Gerade Verbindung 18"/>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0" name="Gerade Verbindung 19"/>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sp>
        <p:nvSpPr>
          <p:cNvPr id="5" name="Fußzeilenplatzhalter 4"/>
          <p:cNvSpPr>
            <a:spLocks noGrp="1"/>
          </p:cNvSpPr>
          <p:nvPr>
            <p:ph type="ftr" sz="quarter" idx="3"/>
          </p:nvPr>
        </p:nvSpPr>
        <p:spPr>
          <a:xfrm>
            <a:off x="1801771" y="6597269"/>
            <a:ext cx="8186291" cy="153888"/>
          </a:xfrm>
          <a:prstGeom prst="rect">
            <a:avLst/>
          </a:prstGeom>
        </p:spPr>
        <p:txBody>
          <a:bodyPr vert="horz" wrap="square" lIns="0" tIns="0" rIns="0" bIns="0" rtlCol="0" anchor="ctr">
            <a:spAutoFit/>
          </a:bodyPr>
          <a:lstStyle>
            <a:lvl1pPr algn="l">
              <a:defRPr sz="1000">
                <a:solidFill>
                  <a:schemeClr val="bg1">
                    <a:lumMod val="50000"/>
                  </a:schemeClr>
                </a:solidFill>
                <a:latin typeface="BISansCond" panose="02000006050000020004" pitchFamily="2" charset="0"/>
              </a:defRPr>
            </a:lvl1pPr>
          </a:lstStyle>
          <a:p>
            <a:endParaRPr lang="en-GB"/>
          </a:p>
        </p:txBody>
      </p:sp>
      <p:sp>
        <p:nvSpPr>
          <p:cNvPr id="6" name="Foliennummernplatzhalter 5"/>
          <p:cNvSpPr>
            <a:spLocks noGrp="1"/>
          </p:cNvSpPr>
          <p:nvPr>
            <p:ph type="sldNum" sz="quarter" idx="4"/>
          </p:nvPr>
        </p:nvSpPr>
        <p:spPr>
          <a:xfrm>
            <a:off x="11490304" y="6597269"/>
            <a:ext cx="211596" cy="153888"/>
          </a:xfrm>
          <a:prstGeom prst="rect">
            <a:avLst/>
          </a:prstGeom>
        </p:spPr>
        <p:txBody>
          <a:bodyPr vert="horz" wrap="none" lIns="0" tIns="0" rIns="0" bIns="0" rtlCol="0" anchor="ctr">
            <a:spAutoFit/>
          </a:bodyPr>
          <a:lstStyle>
            <a:lvl1pPr algn="r">
              <a:defRPr sz="1000">
                <a:solidFill>
                  <a:schemeClr val="bg1">
                    <a:lumMod val="50000"/>
                  </a:schemeClr>
                </a:solidFill>
                <a:latin typeface="BISansCond" panose="02000006050000020004" pitchFamily="2" charset="0"/>
              </a:defRPr>
            </a:lvl1pPr>
          </a:lstStyle>
          <a:p>
            <a:fld id="{143B55C4-4F5A-416B-997D-6CE47EB0A945}" type="slidenum">
              <a:rPr lang="en-GB" smtClean="0"/>
              <a:pPr/>
              <a:t>‹#›</a:t>
            </a:fld>
            <a:endParaRPr lang="en-GB"/>
          </a:p>
        </p:txBody>
      </p:sp>
      <p:grpSp>
        <p:nvGrpSpPr>
          <p:cNvPr id="17" name="Gruppieren 16"/>
          <p:cNvGrpSpPr/>
          <p:nvPr/>
        </p:nvGrpSpPr>
        <p:grpSpPr>
          <a:xfrm>
            <a:off x="243770" y="48946"/>
            <a:ext cx="11710247" cy="6809055"/>
            <a:chOff x="182826" y="36709"/>
            <a:chExt cx="8782685" cy="5106791"/>
          </a:xfrm>
        </p:grpSpPr>
        <p:cxnSp>
          <p:nvCxnSpPr>
            <p:cNvPr id="18" name="Gerade Verbindung 17"/>
            <p:cNvCxnSpPr/>
            <p:nvPr/>
          </p:nvCxnSpPr>
          <p:spPr>
            <a:xfrm>
              <a:off x="36757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1" name="Gerade Verbindung 20"/>
            <p:cNvCxnSpPr/>
            <p:nvPr/>
          </p:nvCxnSpPr>
          <p:spPr>
            <a:xfrm flipV="1">
              <a:off x="182826" y="4783577"/>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2" name="Gerade Verbindung 21"/>
            <p:cNvCxnSpPr/>
            <p:nvPr/>
          </p:nvCxnSpPr>
          <p:spPr>
            <a:xfrm>
              <a:off x="8776425" y="36709"/>
              <a:ext cx="0" cy="510679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4" name="Gerade Verbindung 23"/>
            <p:cNvCxnSpPr/>
            <p:nvPr/>
          </p:nvCxnSpPr>
          <p:spPr>
            <a:xfrm flipV="1">
              <a:off x="812055" y="5039714"/>
              <a:ext cx="7258417"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5" name="Gerade Verbindung 24"/>
            <p:cNvCxnSpPr/>
            <p:nvPr/>
          </p:nvCxnSpPr>
          <p:spPr>
            <a:xfrm>
              <a:off x="135132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6" name="Gerade Verbindung 25"/>
            <p:cNvCxnSpPr/>
            <p:nvPr/>
          </p:nvCxnSpPr>
          <p:spPr>
            <a:xfrm flipV="1">
              <a:off x="182826" y="188161"/>
              <a:ext cx="8782685" cy="1"/>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cxnSp>
          <p:nvCxnSpPr>
            <p:cNvPr id="27" name="Gerade Verbindung 26"/>
            <p:cNvCxnSpPr/>
            <p:nvPr/>
          </p:nvCxnSpPr>
          <p:spPr>
            <a:xfrm>
              <a:off x="991288" y="4715849"/>
              <a:ext cx="0" cy="371785"/>
            </a:xfrm>
            <a:prstGeom prst="line">
              <a:avLst/>
            </a:prstGeom>
            <a:ln w="9525">
              <a:noFill/>
            </a:ln>
            <a:effectLst/>
          </p:spPr>
          <p:style>
            <a:lnRef idx="2">
              <a:schemeClr val="accent1"/>
            </a:lnRef>
            <a:fillRef idx="0">
              <a:schemeClr val="accent1"/>
            </a:fillRef>
            <a:effectRef idx="1">
              <a:schemeClr val="accent1"/>
            </a:effectRef>
            <a:fontRef idx="minor">
              <a:schemeClr val="tx1"/>
            </a:fontRef>
          </p:style>
        </p:cxnSp>
      </p:grpSp>
      <p:pic>
        <p:nvPicPr>
          <p:cNvPr id="30" name="Grafik 29"/>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85924" y="6578958"/>
            <a:ext cx="840360" cy="190510"/>
          </a:xfrm>
          <a:prstGeom prst="rect">
            <a:avLst/>
          </a:prstGeom>
        </p:spPr>
      </p:pic>
      <p:sp>
        <p:nvSpPr>
          <p:cNvPr id="28" name="Titel 2"/>
          <p:cNvSpPr txBox="1">
            <a:spLocks/>
          </p:cNvSpPr>
          <p:nvPr/>
        </p:nvSpPr>
        <p:spPr>
          <a:xfrm>
            <a:off x="484717" y="40286"/>
            <a:ext cx="11211800" cy="861774"/>
          </a:xfrm>
          <a:prstGeom prst="rect">
            <a:avLst/>
          </a:prstGeom>
        </p:spPr>
        <p:txBody>
          <a:bodyPr/>
          <a:lstStyle>
            <a:lvl1pPr algn="l" defTabSz="914400" rtl="0" eaLnBrk="1" latinLnBrk="0" hangingPunct="1">
              <a:spcBef>
                <a:spcPct val="0"/>
              </a:spcBef>
              <a:buNone/>
              <a:defRPr sz="2800" kern="1200">
                <a:solidFill>
                  <a:srgbClr val="003366"/>
                </a:solidFill>
                <a:latin typeface="+mj-lt"/>
                <a:ea typeface="+mj-ea"/>
                <a:cs typeface="+mj-cs"/>
              </a:defRPr>
            </a:lvl1pPr>
          </a:lstStyle>
          <a:p>
            <a:r>
              <a:rPr lang="de-DE" sz="2800"/>
              <a:t>Titelmasterformat durch Klicken bearbeiten</a:t>
            </a:r>
          </a:p>
        </p:txBody>
      </p:sp>
      <p:sp>
        <p:nvSpPr>
          <p:cNvPr id="4" name="Textplatzhalter 3"/>
          <p:cNvSpPr>
            <a:spLocks noGrp="1"/>
          </p:cNvSpPr>
          <p:nvPr>
            <p:ph type="body" idx="1"/>
          </p:nvPr>
        </p:nvSpPr>
        <p:spPr>
          <a:xfrm>
            <a:off x="484718" y="1206499"/>
            <a:ext cx="11217183" cy="4524375"/>
          </a:xfrm>
          <a:prstGeom prst="rect">
            <a:avLst/>
          </a:prstGeom>
        </p:spPr>
        <p:txBody>
          <a:bodyPr vert="horz" lIns="91440" tIns="45720" rIns="91440" bIns="45720" rtlCol="0">
            <a:normAutofit/>
          </a:bodyPr>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p>
        </p:txBody>
      </p:sp>
    </p:spTree>
    <p:extLst>
      <p:ext uri="{BB962C8B-B14F-4D97-AF65-F5344CB8AC3E}">
        <p14:creationId xmlns:p14="http://schemas.microsoft.com/office/powerpoint/2010/main" val="301244470"/>
      </p:ext>
    </p:extLst>
  </p:cSld>
  <p:clrMap bg1="lt1" tx1="dk1" bg2="lt2" tx2="dk2" accent1="accent1" accent2="accent2" accent3="accent3" accent4="accent4" accent5="accent5" accent6="accent6" hlink="hlink" folHlink="folHlink"/>
  <p:sldLayoutIdLst>
    <p:sldLayoutId id="2147484481" r:id="rId1"/>
    <p:sldLayoutId id="2147484482" r:id="rId2"/>
    <p:sldLayoutId id="2147484483" r:id="rId3"/>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400" rtl="0" eaLnBrk="1" latinLnBrk="0" hangingPunct="1">
        <a:spcBef>
          <a:spcPct val="0"/>
        </a:spcBef>
        <a:buNone/>
        <a:defRPr sz="2800" kern="1200">
          <a:solidFill>
            <a:srgbClr val="003366"/>
          </a:solidFill>
          <a:latin typeface="+mj-lt"/>
          <a:ea typeface="+mj-ea"/>
          <a:cs typeface="+mj-cs"/>
        </a:defRPr>
      </a:lvl1pPr>
    </p:titleStyle>
    <p:bodyStyle>
      <a:lvl1pPr marL="266700" indent="-266700" algn="l" defTabSz="914400" rtl="0" eaLnBrk="1" latinLnBrk="0" hangingPunct="1">
        <a:spcBef>
          <a:spcPts val="400"/>
        </a:spcBef>
        <a:buFont typeface="Arial" panose="020B0604020202020204" pitchFamily="34" charset="0"/>
        <a:buChar char="•"/>
        <a:defRPr sz="2000" kern="1200">
          <a:solidFill>
            <a:schemeClr val="tx1"/>
          </a:solidFill>
          <a:latin typeface="+mj-lt"/>
          <a:ea typeface="+mn-ea"/>
          <a:cs typeface="+mn-cs"/>
        </a:defRPr>
      </a:lvl1pPr>
      <a:lvl2pPr marL="450850" indent="-184150" algn="l" defTabSz="914400" rtl="0" eaLnBrk="1" latinLnBrk="0" hangingPunct="1">
        <a:spcBef>
          <a:spcPts val="0"/>
        </a:spcBef>
        <a:buFont typeface="Arial" panose="020B0604020202020204" pitchFamily="34" charset="0"/>
        <a:buChar char="–"/>
        <a:defRPr sz="1600" kern="1200">
          <a:solidFill>
            <a:schemeClr val="tx1"/>
          </a:solidFill>
          <a:latin typeface="+mj-lt"/>
          <a:ea typeface="+mn-ea"/>
          <a:cs typeface="+mn-cs"/>
        </a:defRPr>
      </a:lvl2pPr>
      <a:lvl3pPr marL="628650" indent="-177800" algn="l" defTabSz="914400" rtl="0" eaLnBrk="1" latinLnBrk="0" hangingPunct="1">
        <a:spcBef>
          <a:spcPts val="0"/>
        </a:spcBef>
        <a:buFont typeface="Arial" panose="020B0604020202020204" pitchFamily="34" charset="0"/>
        <a:buChar char="•"/>
        <a:defRPr sz="1600" kern="1200">
          <a:solidFill>
            <a:schemeClr val="tx1"/>
          </a:solidFill>
          <a:latin typeface="+mj-lt"/>
          <a:ea typeface="+mn-ea"/>
          <a:cs typeface="+mn-cs"/>
        </a:defRPr>
      </a:lvl3pPr>
      <a:lvl4pPr marL="806450" indent="-177800" algn="l" defTabSz="914400" rtl="0" eaLnBrk="1" latinLnBrk="0" hangingPunct="1">
        <a:spcBef>
          <a:spcPts val="0"/>
        </a:spcBef>
        <a:buFont typeface="Arial" panose="020B0604020202020204" pitchFamily="34" charset="0"/>
        <a:buChar char="–"/>
        <a:defRPr sz="1600" kern="1200">
          <a:solidFill>
            <a:schemeClr val="tx1"/>
          </a:solidFill>
          <a:latin typeface="+mj-lt"/>
          <a:ea typeface="+mn-ea"/>
          <a:cs typeface="+mn-cs"/>
        </a:defRPr>
      </a:lvl4pPr>
      <a:lvl5pPr marL="984250" indent="-177800" algn="l" defTabSz="914400" rtl="0" eaLnBrk="1" latinLnBrk="0" hangingPunct="1">
        <a:spcBef>
          <a:spcPts val="0"/>
        </a:spcBef>
        <a:buFont typeface="Wingdings" panose="05000000000000000000" pitchFamily="2" charset="2"/>
        <a:buChar char="§"/>
        <a:defRPr sz="1600" kern="1200">
          <a:solidFill>
            <a:schemeClr val="tx1"/>
          </a:solidFill>
          <a:latin typeface="+mj-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id="{B6B0DE40-12B4-9137-0D54-D467CC552597}"/>
              </a:ext>
            </a:extLst>
          </p:cNvPr>
          <p:cNvGraphicFramePr>
            <a:graphicFrameLocks noChangeAspect="1"/>
          </p:cNvGraphicFramePr>
          <p:nvPr userDrawn="1">
            <p:custDataLst>
              <p:tags r:id="rId37"/>
            </p:custDataLst>
            <p:extLst>
              <p:ext uri="{D42A27DB-BD31-4B8C-83A1-F6EECF244321}">
                <p14:modId xmlns:p14="http://schemas.microsoft.com/office/powerpoint/2010/main" val="1889010157"/>
              </p:ext>
            </p:extLst>
          </p:nvPr>
        </p:nvGraphicFramePr>
        <p:xfrm>
          <a:off x="2119" y="2119"/>
          <a:ext cx="2117" cy="2117"/>
        </p:xfrm>
        <a:graphic>
          <a:graphicData uri="http://schemas.openxmlformats.org/presentationml/2006/ole">
            <mc:AlternateContent xmlns:mc="http://schemas.openxmlformats.org/markup-compatibility/2006">
              <mc:Choice xmlns:v="urn:schemas-microsoft-com:vml" Requires="v">
                <p:oleObj name="think-cell Slide" r:id="rId38" imgW="425" imgH="424" progId="TCLayout.ActiveDocument.1">
                  <p:embed/>
                </p:oleObj>
              </mc:Choice>
              <mc:Fallback>
                <p:oleObj name="think-cell Slide" r:id="rId38" imgW="425" imgH="424" progId="TCLayout.ActiveDocument.1">
                  <p:embed/>
                  <p:pic>
                    <p:nvPicPr>
                      <p:cNvPr id="7" name="think-cell data - do not delete" hidden="1">
                        <a:extLst>
                          <a:ext uri="{FF2B5EF4-FFF2-40B4-BE49-F238E27FC236}">
                            <a16:creationId xmlns:a16="http://schemas.microsoft.com/office/drawing/2014/main" id="{B6B0DE40-12B4-9137-0D54-D467CC552597}"/>
                          </a:ext>
                        </a:extLst>
                      </p:cNvPr>
                      <p:cNvPicPr/>
                      <p:nvPr/>
                    </p:nvPicPr>
                    <p:blipFill>
                      <a:blip r:embed="rId39"/>
                      <a:stretch>
                        <a:fillRect/>
                      </a:stretch>
                    </p:blipFill>
                    <p:spPr>
                      <a:xfrm>
                        <a:off x="2119" y="2119"/>
                        <a:ext cx="2117" cy="2117"/>
                      </a:xfrm>
                      <a:prstGeom prst="rect">
                        <a:avLst/>
                      </a:prstGeom>
                    </p:spPr>
                  </p:pic>
                </p:oleObj>
              </mc:Fallback>
            </mc:AlternateContent>
          </a:graphicData>
        </a:graphic>
      </p:graphicFrame>
      <p:sp>
        <p:nvSpPr>
          <p:cNvPr id="2" name="Titelplatzhalter 1"/>
          <p:cNvSpPr>
            <a:spLocks noGrp="1"/>
          </p:cNvSpPr>
          <p:nvPr>
            <p:ph type="title"/>
          </p:nvPr>
        </p:nvSpPr>
        <p:spPr bwMode="gray">
          <a:xfrm>
            <a:off x="479427"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5"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NR2B BI1569912 Feb 2024 HPSC PoCP  |  CONFIDENTIAL</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bwMode="gray">
          <a:xfrm>
            <a:off x="479424" y="6165003"/>
            <a:ext cx="1234800" cy="372727"/>
          </a:xfrm>
          <a:prstGeom prst="rect">
            <a:avLst/>
          </a:prstGeom>
        </p:spPr>
      </p:pic>
    </p:spTree>
    <p:extLst>
      <p:ext uri="{BB962C8B-B14F-4D97-AF65-F5344CB8AC3E}">
        <p14:creationId xmlns:p14="http://schemas.microsoft.com/office/powerpoint/2010/main" val="3587491625"/>
      </p:ext>
    </p:extLst>
  </p:cSld>
  <p:clrMap bg1="lt1" tx1="dk1" bg2="lt2" tx2="dk2" accent1="accent1" accent2="accent2" accent3="accent3" accent4="accent4" accent5="accent5" accent6="accent6" hlink="hlink" folHlink="folHlink"/>
  <p:sldLayoutIdLst>
    <p:sldLayoutId id="2147484485" r:id="rId1"/>
    <p:sldLayoutId id="2147484486" r:id="rId2"/>
    <p:sldLayoutId id="2147484487" r:id="rId3"/>
    <p:sldLayoutId id="2147484488" r:id="rId4"/>
    <p:sldLayoutId id="2147484489" r:id="rId5"/>
    <p:sldLayoutId id="2147484490" r:id="rId6"/>
    <p:sldLayoutId id="2147484491" r:id="rId7"/>
    <p:sldLayoutId id="2147484492" r:id="rId8"/>
    <p:sldLayoutId id="2147484493" r:id="rId9"/>
    <p:sldLayoutId id="2147484494" r:id="rId10"/>
    <p:sldLayoutId id="2147484495" r:id="rId11"/>
    <p:sldLayoutId id="2147484496" r:id="rId12"/>
    <p:sldLayoutId id="2147484497" r:id="rId13"/>
    <p:sldLayoutId id="2147484498" r:id="rId14"/>
    <p:sldLayoutId id="2147484499" r:id="rId15"/>
    <p:sldLayoutId id="2147484500" r:id="rId16"/>
    <p:sldLayoutId id="2147484501" r:id="rId17"/>
    <p:sldLayoutId id="2147484502" r:id="rId18"/>
    <p:sldLayoutId id="2147484503" r:id="rId19"/>
    <p:sldLayoutId id="2147484504" r:id="rId20"/>
    <p:sldLayoutId id="2147484505" r:id="rId21"/>
    <p:sldLayoutId id="2147484506" r:id="rId22"/>
    <p:sldLayoutId id="2147484507" r:id="rId23"/>
    <p:sldLayoutId id="2147484508" r:id="rId24"/>
    <p:sldLayoutId id="2147484509" r:id="rId25"/>
    <p:sldLayoutId id="2147484510" r:id="rId26"/>
    <p:sldLayoutId id="2147484511" r:id="rId27"/>
    <p:sldLayoutId id="2147484512" r:id="rId28"/>
    <p:sldLayoutId id="2147484513" r:id="rId29"/>
    <p:sldLayoutId id="2147484514" r:id="rId30"/>
    <p:sldLayoutId id="2147484515" r:id="rId31"/>
    <p:sldLayoutId id="2147484516" r:id="rId32"/>
    <p:sldLayoutId id="2147484517" r:id="rId33"/>
    <p:sldLayoutId id="2147484518" r:id="rId34"/>
    <p:sldLayoutId id="2147484519" r:id="rId35"/>
  </p:sldLayoutIdLst>
  <p:hf hdr="0" dt="0"/>
  <p:txStyles>
    <p:titleStyle>
      <a:lvl1pPr algn="l" defTabSz="914354"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89" indent="-215989" algn="l" defTabSz="914354"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79" indent="-215989" algn="l" defTabSz="914354"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72" indent="-215989" algn="l" defTabSz="914354"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60" indent="-215989" algn="l" defTabSz="914354"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2"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86" indent="-142867"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79"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72"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72" indent="-143992" algn="l" defTabSz="914354"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16">
          <p15:clr>
            <a:srgbClr val="F26B43"/>
          </p15:clr>
        </p15:guide>
        <p15:guide id="2" pos="7378">
          <p15:clr>
            <a:srgbClr val="F26B43"/>
          </p15:clr>
        </p15:guide>
        <p15:guide id="3" orient="horz" pos="2820">
          <p15:clr>
            <a:srgbClr val="F26B43"/>
          </p15:clr>
        </p15:guide>
        <p15:guide id="5" orient="horz" pos="564">
          <p15:clr>
            <a:srgbClr val="F26B43"/>
          </p15:clr>
        </p15:guide>
        <p15:guide id="6" orient="horz" pos="3748">
          <p15:clr>
            <a:srgbClr val="F26B43"/>
          </p15:clr>
        </p15:guide>
        <p15:guide id="7" pos="5544">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NR2B BI1569912 March TALC  |  CONFIDENTIAL</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5">
            <a:extLst>
              <a:ext uri="{96DAC541-7B7A-43D3-8B79-37D633B846F1}">
                <asvg:svgBlip xmlns:asvg="http://schemas.microsoft.com/office/drawing/2016/SVG/main" r:embed="rId36"/>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10632902"/>
      </p:ext>
    </p:extLst>
  </p:cSld>
  <p:clrMap bg1="lt1" tx1="dk1" bg2="lt2" tx2="dk2" accent1="accent1" accent2="accent2" accent3="accent3" accent4="accent4" accent5="accent5" accent6="accent6" hlink="hlink" folHlink="folHlink"/>
  <p:sldLayoutIdLst>
    <p:sldLayoutId id="2147484596" r:id="rId1"/>
    <p:sldLayoutId id="2147484597" r:id="rId2"/>
    <p:sldLayoutId id="2147484598" r:id="rId3"/>
    <p:sldLayoutId id="2147484599" r:id="rId4"/>
    <p:sldLayoutId id="2147484600" r:id="rId5"/>
    <p:sldLayoutId id="2147484601" r:id="rId6"/>
    <p:sldLayoutId id="2147484602" r:id="rId7"/>
    <p:sldLayoutId id="2147484603" r:id="rId8"/>
    <p:sldLayoutId id="2147484604" r:id="rId9"/>
    <p:sldLayoutId id="2147484605" r:id="rId10"/>
    <p:sldLayoutId id="2147484606" r:id="rId11"/>
    <p:sldLayoutId id="2147484607" r:id="rId12"/>
    <p:sldLayoutId id="2147484608" r:id="rId13"/>
    <p:sldLayoutId id="2147484609" r:id="rId14"/>
    <p:sldLayoutId id="2147484610" r:id="rId15"/>
    <p:sldLayoutId id="2147484611" r:id="rId16"/>
    <p:sldLayoutId id="2147484612" r:id="rId17"/>
    <p:sldLayoutId id="2147484613" r:id="rId18"/>
    <p:sldLayoutId id="2147484614" r:id="rId19"/>
    <p:sldLayoutId id="2147484615" r:id="rId20"/>
    <p:sldLayoutId id="2147484616" r:id="rId21"/>
    <p:sldLayoutId id="2147484617" r:id="rId22"/>
    <p:sldLayoutId id="2147484618" r:id="rId23"/>
    <p:sldLayoutId id="2147484619" r:id="rId24"/>
    <p:sldLayoutId id="2147484620" r:id="rId25"/>
    <p:sldLayoutId id="2147484621" r:id="rId26"/>
    <p:sldLayoutId id="2147484622" r:id="rId27"/>
    <p:sldLayoutId id="2147484623" r:id="rId28"/>
    <p:sldLayoutId id="2147484624" r:id="rId29"/>
    <p:sldLayoutId id="2147484625" r:id="rId30"/>
    <p:sldLayoutId id="2147484626" r:id="rId31"/>
    <p:sldLayoutId id="2147484627" r:id="rId32"/>
    <p:sldLayoutId id="2147484628" r:id="rId33"/>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6"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4"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50">
            <a:extLst>
              <a:ext uri="{96DAC541-7B7A-43D3-8B79-37D633B846F1}">
                <asvg:svgBlip xmlns:asvg="http://schemas.microsoft.com/office/drawing/2016/SVG/main" r:embed="rId51"/>
              </a:ext>
            </a:extLst>
          </a:blip>
          <a:stretch>
            <a:fillRect/>
          </a:stretch>
        </p:blipFill>
        <p:spPr bwMode="gray">
          <a:xfrm>
            <a:off x="479424" y="6165002"/>
            <a:ext cx="1234800" cy="372727"/>
          </a:xfrm>
          <a:prstGeom prst="rect">
            <a:avLst/>
          </a:prstGeom>
        </p:spPr>
      </p:pic>
    </p:spTree>
    <p:extLst>
      <p:ext uri="{BB962C8B-B14F-4D97-AF65-F5344CB8AC3E}">
        <p14:creationId xmlns:p14="http://schemas.microsoft.com/office/powerpoint/2010/main" val="3510947332"/>
      </p:ext>
    </p:extLst>
  </p:cSld>
  <p:clrMap bg1="lt1" tx1="dk1" bg2="lt2" tx2="dk2" accent1="accent1" accent2="accent2" accent3="accent3" accent4="accent4" accent5="accent5" accent6="accent6" hlink="hlink" folHlink="folHlink"/>
  <p:sldLayoutIdLst>
    <p:sldLayoutId id="2147484631" r:id="rId1"/>
    <p:sldLayoutId id="2147484632" r:id="rId2"/>
    <p:sldLayoutId id="2147484633" r:id="rId3"/>
    <p:sldLayoutId id="2147484634" r:id="rId4"/>
    <p:sldLayoutId id="2147484635" r:id="rId5"/>
    <p:sldLayoutId id="2147484636" r:id="rId6"/>
    <p:sldLayoutId id="2147484637" r:id="rId7"/>
    <p:sldLayoutId id="2147484638" r:id="rId8"/>
    <p:sldLayoutId id="2147484639" r:id="rId9"/>
    <p:sldLayoutId id="2147484640" r:id="rId10"/>
    <p:sldLayoutId id="2147484641" r:id="rId11"/>
    <p:sldLayoutId id="2147484642" r:id="rId12"/>
    <p:sldLayoutId id="2147484643" r:id="rId13"/>
    <p:sldLayoutId id="2147484644" r:id="rId14"/>
    <p:sldLayoutId id="2147484645" r:id="rId15"/>
    <p:sldLayoutId id="2147484646" r:id="rId16"/>
    <p:sldLayoutId id="2147484647" r:id="rId17"/>
    <p:sldLayoutId id="2147484648" r:id="rId18"/>
    <p:sldLayoutId id="2147484649" r:id="rId19"/>
    <p:sldLayoutId id="2147484650" r:id="rId20"/>
    <p:sldLayoutId id="2147484651" r:id="rId21"/>
    <p:sldLayoutId id="2147484652" r:id="rId22"/>
    <p:sldLayoutId id="2147484653" r:id="rId23"/>
    <p:sldLayoutId id="2147484654" r:id="rId24"/>
    <p:sldLayoutId id="2147484655" r:id="rId25"/>
    <p:sldLayoutId id="2147484656" r:id="rId26"/>
    <p:sldLayoutId id="2147484657" r:id="rId27"/>
    <p:sldLayoutId id="2147484658" r:id="rId28"/>
    <p:sldLayoutId id="2147484659" r:id="rId29"/>
    <p:sldLayoutId id="2147484660" r:id="rId30"/>
    <p:sldLayoutId id="2147484661" r:id="rId31"/>
    <p:sldLayoutId id="2147484662" r:id="rId32"/>
    <p:sldLayoutId id="2147484663" r:id="rId33"/>
    <p:sldLayoutId id="2147484664" r:id="rId34"/>
    <p:sldLayoutId id="2147484665" r:id="rId35"/>
    <p:sldLayoutId id="2147484666" r:id="rId36"/>
    <p:sldLayoutId id="2147484667" r:id="rId37"/>
    <p:sldLayoutId id="2147484668" r:id="rId38"/>
    <p:sldLayoutId id="2147484669" r:id="rId39"/>
    <p:sldLayoutId id="2147484670" r:id="rId40"/>
    <p:sldLayoutId id="2147484671" r:id="rId41"/>
    <p:sldLayoutId id="2147484672" r:id="rId42"/>
    <p:sldLayoutId id="2147484673" r:id="rId43"/>
    <p:sldLayoutId id="2147484674" r:id="rId44"/>
    <p:sldLayoutId id="2147484675" r:id="rId45"/>
    <p:sldLayoutId id="2147484676" r:id="rId46"/>
    <p:sldLayoutId id="2147484677" r:id="rId47"/>
    <p:sldLayoutId id="2147484678" r:id="rId48"/>
  </p:sldLayoutIdLst>
  <p:hf hdr="0" dt="0"/>
  <p:txStyles>
    <p:title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5995" indent="-215995" algn="l" defTabSz="914377"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1989"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5986"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1980" indent="-215995" algn="l" defTabSz="914377"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399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7993" indent="-142871"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1989"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5986" indent="-143996" algn="l" defTabSz="914377"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Presentation title    |    ONLY FOR INTERNAL USE</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37">
            <a:extLst>
              <a:ext uri="{96DAC541-7B7A-43D3-8B79-37D633B846F1}">
                <asvg:svgBlip xmlns:asvg="http://schemas.microsoft.com/office/drawing/2016/SVG/main" r:embed="rId38"/>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2730826627"/>
      </p:ext>
    </p:extLst>
  </p:cSld>
  <p:clrMap bg1="lt1" tx1="dk1" bg2="lt2" tx2="dk2" accent1="accent1" accent2="accent2" accent3="accent3" accent4="accent4" accent5="accent5" accent6="accent6" hlink="hlink" folHlink="folHlink"/>
  <p:sldLayoutIdLst>
    <p:sldLayoutId id="2147484716" r:id="rId1"/>
    <p:sldLayoutId id="2147484717" r:id="rId2"/>
    <p:sldLayoutId id="2147484718" r:id="rId3"/>
    <p:sldLayoutId id="2147484719" r:id="rId4"/>
    <p:sldLayoutId id="2147484720" r:id="rId5"/>
    <p:sldLayoutId id="2147484721" r:id="rId6"/>
    <p:sldLayoutId id="2147484722" r:id="rId7"/>
    <p:sldLayoutId id="2147484723" r:id="rId8"/>
    <p:sldLayoutId id="2147484724" r:id="rId9"/>
    <p:sldLayoutId id="2147484725" r:id="rId10"/>
    <p:sldLayoutId id="2147484726" r:id="rId11"/>
    <p:sldLayoutId id="2147484727" r:id="rId12"/>
    <p:sldLayoutId id="2147484728" r:id="rId13"/>
    <p:sldLayoutId id="2147484729" r:id="rId14"/>
    <p:sldLayoutId id="2147484730" r:id="rId15"/>
    <p:sldLayoutId id="2147484731" r:id="rId16"/>
    <p:sldLayoutId id="2147484732" r:id="rId17"/>
    <p:sldLayoutId id="2147484733" r:id="rId18"/>
    <p:sldLayoutId id="2147484734" r:id="rId19"/>
    <p:sldLayoutId id="2147484735" r:id="rId20"/>
    <p:sldLayoutId id="2147484736" r:id="rId21"/>
    <p:sldLayoutId id="2147484737" r:id="rId22"/>
    <p:sldLayoutId id="2147484738" r:id="rId23"/>
    <p:sldLayoutId id="2147484739" r:id="rId24"/>
    <p:sldLayoutId id="2147484740" r:id="rId25"/>
    <p:sldLayoutId id="2147484741" r:id="rId26"/>
    <p:sldLayoutId id="2147484742" r:id="rId27"/>
    <p:sldLayoutId id="2147484743" r:id="rId28"/>
    <p:sldLayoutId id="2147484744" r:id="rId29"/>
    <p:sldLayoutId id="2147484745" r:id="rId30"/>
    <p:sldLayoutId id="2147484746" r:id="rId31"/>
    <p:sldLayoutId id="2147484747" r:id="rId32"/>
    <p:sldLayoutId id="2147484748" r:id="rId33"/>
    <p:sldLayoutId id="2147484749" r:id="rId34"/>
    <p:sldLayoutId id="2147484750" r:id="rId35"/>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bwMode="gray">
          <a:xfrm>
            <a:off x="479424" y="477000"/>
            <a:ext cx="11233151" cy="720000"/>
          </a:xfrm>
          <a:prstGeom prst="rect">
            <a:avLst/>
          </a:prstGeom>
        </p:spPr>
        <p:txBody>
          <a:bodyPr vert="horz" lIns="0" tIns="0" rIns="0" bIns="0" rtlCol="0" anchor="t">
            <a:noAutofit/>
          </a:bodyPr>
          <a:lstStyle/>
          <a:p>
            <a:r>
              <a:rPr lang="en-US"/>
              <a:t>Add Title</a:t>
            </a:r>
          </a:p>
        </p:txBody>
      </p:sp>
      <p:sp>
        <p:nvSpPr>
          <p:cNvPr id="3" name="Textplatzhalter 2"/>
          <p:cNvSpPr>
            <a:spLocks noGrp="1"/>
          </p:cNvSpPr>
          <p:nvPr>
            <p:ph type="body" idx="1"/>
          </p:nvPr>
        </p:nvSpPr>
        <p:spPr bwMode="gray">
          <a:xfrm>
            <a:off x="479473" y="1413280"/>
            <a:ext cx="11233151" cy="4536000"/>
          </a:xfrm>
          <a:prstGeom prst="rect">
            <a:avLst/>
          </a:prstGeom>
        </p:spPr>
        <p:txBody>
          <a:bodyPr vert="horz" lIns="0" tIns="0" rIns="0" bIns="0" rtlCol="0">
            <a:noAutofit/>
          </a:bodyPr>
          <a:lstStyle/>
          <a:p>
            <a:pPr lvl="0"/>
            <a:r>
              <a:rPr lang="en-US"/>
              <a:t>Edit text by clicking. Use the "Increase/decrease list level" buttons on the Start tab to switch between the set up text levels. For an optional subheading, set the text in bold.</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Fußzeilenplatzhalter 4"/>
          <p:cNvSpPr>
            <a:spLocks noGrp="1"/>
          </p:cNvSpPr>
          <p:nvPr>
            <p:ph type="ftr" sz="quarter" idx="3"/>
          </p:nvPr>
        </p:nvSpPr>
        <p:spPr bwMode="gray">
          <a:xfrm>
            <a:off x="6312024" y="6246836"/>
            <a:ext cx="5040560" cy="288000"/>
          </a:xfrm>
          <a:prstGeom prst="rect">
            <a:avLst/>
          </a:prstGeom>
        </p:spPr>
        <p:txBody>
          <a:bodyPr vert="horz" lIns="0" tIns="0" rIns="0" bIns="0" rtlCol="0" anchor="b">
            <a:noAutofit/>
          </a:bodyPr>
          <a:lstStyle>
            <a:lvl1pPr marL="0" indent="0" algn="r">
              <a:spcAft>
                <a:spcPts val="300"/>
              </a:spcAft>
              <a:defRPr sz="800">
                <a:solidFill>
                  <a:schemeClr val="bg2"/>
                </a:solidFill>
              </a:defRPr>
            </a:lvl1pPr>
            <a:lvl2pPr marL="0" indent="0" algn="l">
              <a:defRPr sz="800"/>
            </a:lvl2pPr>
            <a:lvl3pPr marL="0" indent="0" algn="l">
              <a:defRPr sz="800"/>
            </a:lvl3pPr>
            <a:lvl4pPr marL="0" indent="0" algn="l">
              <a:defRPr sz="800"/>
            </a:lvl4pPr>
            <a:lvl5pPr marL="0" indent="0" algn="l">
              <a:defRPr sz="800"/>
            </a:lvl5pPr>
            <a:lvl6pPr marL="0" indent="0" algn="l">
              <a:defRPr sz="800"/>
            </a:lvl6pPr>
            <a:lvl7pPr marL="0" indent="0" algn="l">
              <a:defRPr sz="800"/>
            </a:lvl7pPr>
            <a:lvl8pPr marL="0" indent="0" algn="l">
              <a:defRPr sz="800"/>
            </a:lvl8pPr>
            <a:lvl9pPr marL="0" indent="0" algn="l">
              <a:defRPr sz="800"/>
            </a:lvl9pPr>
          </a:lstStyle>
          <a:p>
            <a:r>
              <a:rPr lang="en-US"/>
              <a:t>NR2B timeline overview and deliverable plan</a:t>
            </a:r>
          </a:p>
        </p:txBody>
      </p:sp>
      <p:sp>
        <p:nvSpPr>
          <p:cNvPr id="6" name="Foliennummernplatzhalter 5"/>
          <p:cNvSpPr>
            <a:spLocks noGrp="1"/>
          </p:cNvSpPr>
          <p:nvPr>
            <p:ph type="sldNum" sz="quarter" idx="4"/>
          </p:nvPr>
        </p:nvSpPr>
        <p:spPr bwMode="gray">
          <a:xfrm>
            <a:off x="11424592" y="6246836"/>
            <a:ext cx="288000" cy="288000"/>
          </a:xfrm>
          <a:prstGeom prst="rect">
            <a:avLst/>
          </a:prstGeom>
        </p:spPr>
        <p:txBody>
          <a:bodyPr vert="horz" lIns="0" tIns="0" rIns="0" bIns="0" rtlCol="0" anchor="b">
            <a:noAutofit/>
          </a:bodyPr>
          <a:lstStyle>
            <a:lvl1pPr algn="r">
              <a:defRPr sz="800">
                <a:solidFill>
                  <a:schemeClr val="bg2"/>
                </a:solidFill>
              </a:defRPr>
            </a:lvl1pPr>
          </a:lstStyle>
          <a:p>
            <a:fld id="{DF4E8F9F-5B1F-4F5B-BE49-3245D8C18D9F}" type="slidenum">
              <a:rPr lang="en-US" smtClean="0"/>
              <a:pPr/>
              <a:t>‹#›</a:t>
            </a:fld>
            <a:endParaRPr lang="en-US"/>
          </a:p>
        </p:txBody>
      </p:sp>
      <p:grpSp>
        <p:nvGrpSpPr>
          <p:cNvPr id="2082" name="Gruppieren 2081">
            <a:extLst>
              <a:ext uri="{FF2B5EF4-FFF2-40B4-BE49-F238E27FC236}">
                <a16:creationId xmlns:a16="http://schemas.microsoft.com/office/drawing/2014/main" id="{541D1760-5727-61F0-8478-5E672791C3A5}"/>
              </a:ext>
            </a:extLst>
          </p:cNvPr>
          <p:cNvGrpSpPr/>
          <p:nvPr userDrawn="1"/>
        </p:nvGrpSpPr>
        <p:grpSpPr bwMode="gray">
          <a:xfrm>
            <a:off x="480000" y="-171400"/>
            <a:ext cx="11232624" cy="72000"/>
            <a:chOff x="480000" y="-171400"/>
            <a:chExt cx="11232624" cy="72000"/>
          </a:xfrm>
        </p:grpSpPr>
        <p:cxnSp>
          <p:nvCxnSpPr>
            <p:cNvPr id="13" name="Gerader Verbinder 12"/>
            <p:cNvCxnSpPr/>
            <p:nvPr userDrawn="1"/>
          </p:nvCxnSpPr>
          <p:spPr bwMode="gray">
            <a:xfrm>
              <a:off x="48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Gerader Verbinder 13"/>
            <p:cNvCxnSpPr>
              <a:cxnSpLocks/>
            </p:cNvCxnSpPr>
            <p:nvPr userDrawn="1"/>
          </p:nvCxnSpPr>
          <p:spPr bwMode="gray">
            <a:xfrm>
              <a:off x="4043376"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Gerader Verbinder 14"/>
            <p:cNvCxnSpPr>
              <a:cxnSpLocks/>
            </p:cNvCxnSpPr>
            <p:nvPr userDrawn="1"/>
          </p:nvCxnSpPr>
          <p:spPr bwMode="gray">
            <a:xfrm>
              <a:off x="4331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Gerader Verbinder 15"/>
            <p:cNvCxnSpPr/>
            <p:nvPr userDrawn="1"/>
          </p:nvCxnSpPr>
          <p:spPr bwMode="gray">
            <a:xfrm>
              <a:off x="5952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Gerader Verbinder 16"/>
            <p:cNvCxnSpPr/>
            <p:nvPr userDrawn="1"/>
          </p:nvCxnSpPr>
          <p:spPr bwMode="gray">
            <a:xfrm>
              <a:off x="6240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Gerader Verbinder 17"/>
            <p:cNvCxnSpPr>
              <a:cxnSpLocks/>
            </p:cNvCxnSpPr>
            <p:nvPr userDrawn="1"/>
          </p:nvCxnSpPr>
          <p:spPr bwMode="gray">
            <a:xfrm>
              <a:off x="7859688"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Gerader Verbinder 18"/>
            <p:cNvCxnSpPr>
              <a:cxnSpLocks/>
            </p:cNvCxnSpPr>
            <p:nvPr userDrawn="1"/>
          </p:nvCxnSpPr>
          <p:spPr bwMode="gray">
            <a:xfrm>
              <a:off x="8148000"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Gerader Verbinder 19"/>
            <p:cNvCxnSpPr/>
            <p:nvPr userDrawn="1"/>
          </p:nvCxnSpPr>
          <p:spPr bwMode="gray">
            <a:xfrm>
              <a:off x="11712624" y="-171400"/>
              <a:ext cx="0" cy="72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 name="Gruppieren 24"/>
          <p:cNvGrpSpPr/>
          <p:nvPr userDrawn="1"/>
        </p:nvGrpSpPr>
        <p:grpSpPr bwMode="gray">
          <a:xfrm>
            <a:off x="-168688" y="1413000"/>
            <a:ext cx="72000" cy="4536000"/>
            <a:chOff x="-456728" y="1628800"/>
            <a:chExt cx="216000" cy="4536504"/>
          </a:xfrm>
        </p:grpSpPr>
        <p:cxnSp>
          <p:nvCxnSpPr>
            <p:cNvPr id="23" name="Gerader Verbinder 22"/>
            <p:cNvCxnSpPr/>
            <p:nvPr userDrawn="1"/>
          </p:nvCxnSpPr>
          <p:spPr bwMode="gray">
            <a:xfrm>
              <a:off x="-456728" y="1628800"/>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Gerader Verbinder 23"/>
            <p:cNvCxnSpPr/>
            <p:nvPr userDrawn="1"/>
          </p:nvCxnSpPr>
          <p:spPr bwMode="gray">
            <a:xfrm>
              <a:off x="-456728" y="6165304"/>
              <a:ext cx="216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pic>
        <p:nvPicPr>
          <p:cNvPr id="2069" name="Grafik 2068">
            <a:extLst>
              <a:ext uri="{FF2B5EF4-FFF2-40B4-BE49-F238E27FC236}">
                <a16:creationId xmlns:a16="http://schemas.microsoft.com/office/drawing/2014/main" id="{F9F7D00D-6B99-C8F0-6093-D3BE62E56953}"/>
              </a:ext>
              <a:ext uri="{C183D7F6-B498-43B3-948B-1728B52AA6E4}">
                <adec:decorative xmlns:adec="http://schemas.microsoft.com/office/drawing/2017/decorative" val="1"/>
              </a:ext>
            </a:extLst>
          </p:cNvPr>
          <p:cNvPicPr>
            <a:picLocks noChangeAspect="1"/>
          </p:cNvPicPr>
          <p:nvPr userDrawn="1"/>
        </p:nvPicPr>
        <p:blipFill>
          <a:blip r:embed="rId40">
            <a:extLst>
              <a:ext uri="{96DAC541-7B7A-43D3-8B79-37D633B846F1}">
                <asvg:svgBlip xmlns:asvg="http://schemas.microsoft.com/office/drawing/2016/SVG/main" r:embed="rId41"/>
              </a:ext>
            </a:extLst>
          </a:blip>
          <a:stretch>
            <a:fillRect/>
          </a:stretch>
        </p:blipFill>
        <p:spPr bwMode="gray">
          <a:xfrm>
            <a:off x="479424" y="6165000"/>
            <a:ext cx="1234800" cy="372727"/>
          </a:xfrm>
          <a:prstGeom prst="rect">
            <a:avLst/>
          </a:prstGeom>
        </p:spPr>
      </p:pic>
    </p:spTree>
    <p:extLst>
      <p:ext uri="{BB962C8B-B14F-4D97-AF65-F5344CB8AC3E}">
        <p14:creationId xmlns:p14="http://schemas.microsoft.com/office/powerpoint/2010/main" val="3042252707"/>
      </p:ext>
    </p:extLst>
  </p:cSld>
  <p:clrMap bg1="lt1" tx1="dk1" bg2="lt2" tx2="dk2" accent1="accent1" accent2="accent2" accent3="accent3" accent4="accent4" accent5="accent5" accent6="accent6" hlink="hlink" folHlink="folHlink"/>
  <p:sldLayoutIdLst>
    <p:sldLayoutId id="2147484752" r:id="rId1"/>
    <p:sldLayoutId id="2147484753" r:id="rId2"/>
    <p:sldLayoutId id="2147484754" r:id="rId3"/>
    <p:sldLayoutId id="2147484755" r:id="rId4"/>
    <p:sldLayoutId id="2147484756" r:id="rId5"/>
    <p:sldLayoutId id="2147484757" r:id="rId6"/>
    <p:sldLayoutId id="2147484758" r:id="rId7"/>
    <p:sldLayoutId id="2147484759" r:id="rId8"/>
    <p:sldLayoutId id="2147484760" r:id="rId9"/>
    <p:sldLayoutId id="2147484761" r:id="rId10"/>
    <p:sldLayoutId id="2147484762" r:id="rId11"/>
    <p:sldLayoutId id="2147484763" r:id="rId12"/>
    <p:sldLayoutId id="2147484764" r:id="rId13"/>
    <p:sldLayoutId id="2147484765" r:id="rId14"/>
    <p:sldLayoutId id="2147484766" r:id="rId15"/>
    <p:sldLayoutId id="2147484767" r:id="rId16"/>
    <p:sldLayoutId id="2147484768" r:id="rId17"/>
    <p:sldLayoutId id="2147484769" r:id="rId18"/>
    <p:sldLayoutId id="2147484770" r:id="rId19"/>
    <p:sldLayoutId id="2147484771" r:id="rId20"/>
    <p:sldLayoutId id="2147484772" r:id="rId21"/>
    <p:sldLayoutId id="2147484773" r:id="rId22"/>
    <p:sldLayoutId id="2147484774" r:id="rId23"/>
    <p:sldLayoutId id="2147484775" r:id="rId24"/>
    <p:sldLayoutId id="2147484776" r:id="rId25"/>
    <p:sldLayoutId id="2147484777" r:id="rId26"/>
    <p:sldLayoutId id="2147484778" r:id="rId27"/>
    <p:sldLayoutId id="2147484779" r:id="rId28"/>
    <p:sldLayoutId id="2147484780" r:id="rId29"/>
    <p:sldLayoutId id="2147484781" r:id="rId30"/>
    <p:sldLayoutId id="2147484782" r:id="rId31"/>
    <p:sldLayoutId id="2147484783" r:id="rId32"/>
    <p:sldLayoutId id="2147484784" r:id="rId33"/>
    <p:sldLayoutId id="2147484785" r:id="rId34"/>
    <p:sldLayoutId id="2147484786" r:id="rId35"/>
    <p:sldLayoutId id="2147484787" r:id="rId36"/>
    <p:sldLayoutId id="2147484788" r:id="rId37"/>
    <p:sldLayoutId id="2147484789" r:id="rId38"/>
  </p:sldLayoutIdLst>
  <p:hf hdr="0" dt="0"/>
  <p:txStyles>
    <p:titleStyle>
      <a:lvl1pPr algn="l" defTabSz="914400" rtl="0" eaLnBrk="1" latinLnBrk="0" hangingPunct="1">
        <a:lnSpc>
          <a:spcPct val="100000"/>
        </a:lnSpc>
        <a:spcBef>
          <a:spcPct val="0"/>
        </a:spcBef>
        <a:buNone/>
        <a:defRPr sz="2500" b="1" kern="1200">
          <a:solidFill>
            <a:schemeClr val="bg2"/>
          </a:solidFill>
          <a:latin typeface="+mj-lt"/>
          <a:ea typeface="+mj-ea"/>
          <a:cs typeface="+mj-cs"/>
        </a:defRPr>
      </a:lvl1pPr>
    </p:titleStyle>
    <p:bodyStyle>
      <a:lvl1pPr marL="216000" indent="-216000" algn="l" defTabSz="914400" rtl="0" eaLnBrk="1" latinLnBrk="0" hangingPunct="1">
        <a:lnSpc>
          <a:spcPct val="140000"/>
        </a:lnSpc>
        <a:spcBef>
          <a:spcPts val="0"/>
        </a:spcBef>
        <a:spcAft>
          <a:spcPts val="600"/>
        </a:spcAft>
        <a:buFont typeface="Arial" panose="020B0604020202020204" pitchFamily="34" charset="0"/>
        <a:buChar char="•"/>
        <a:defRPr sz="1600" b="0" kern="1200">
          <a:solidFill>
            <a:schemeClr val="tx1"/>
          </a:solidFill>
          <a:latin typeface="+mn-lt"/>
          <a:ea typeface="+mn-ea"/>
          <a:cs typeface="+mn-cs"/>
        </a:defRPr>
      </a:lvl1pPr>
      <a:lvl2pPr marL="43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2pPr>
      <a:lvl3pPr marL="576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3pPr>
      <a:lvl4pPr marL="792000" indent="-216000" algn="l" defTabSz="914400" rtl="0" eaLnBrk="1" latinLnBrk="0" hangingPunct="1">
        <a:lnSpc>
          <a:spcPct val="140000"/>
        </a:lnSpc>
        <a:spcBef>
          <a:spcPts val="0"/>
        </a:spcBef>
        <a:spcAft>
          <a:spcPts val="600"/>
        </a:spcAft>
        <a:buFont typeface="Arial" panose="020B0604020202020204" pitchFamily="34" charset="0"/>
        <a:buChar char="•"/>
        <a:defRPr sz="1600" kern="1200">
          <a:solidFill>
            <a:schemeClr val="tx1"/>
          </a:solidFill>
          <a:latin typeface="+mn-lt"/>
          <a:ea typeface="+mn-ea"/>
          <a:cs typeface="+mn-cs"/>
        </a:defRPr>
      </a:lvl4pPr>
      <a:lvl5pPr marL="144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5pPr>
      <a:lvl6pPr marL="288000" indent="-142875"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6pPr>
      <a:lvl7pPr marL="432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7pPr>
      <a:lvl8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8pPr>
      <a:lvl9pPr marL="576000" indent="-144000" algn="l" defTabSz="914400" rtl="0" eaLnBrk="1" latinLnBrk="0" hangingPunct="1">
        <a:lnSpc>
          <a:spcPct val="140000"/>
        </a:lnSpc>
        <a:spcBef>
          <a:spcPts val="0"/>
        </a:spcBef>
        <a:spcAft>
          <a:spcPts val="600"/>
        </a:spcAft>
        <a:buFont typeface="Arial" panose="020B0604020202020204" pitchFamily="34" charset="0"/>
        <a:buChar char="•"/>
        <a:defRPr sz="12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02">
          <p15:clr>
            <a:srgbClr val="F26B43"/>
          </p15:clr>
        </p15:guide>
        <p15:guide id="2" pos="7378">
          <p15:clr>
            <a:srgbClr val="F26B43"/>
          </p15:clr>
        </p15:guide>
        <p15:guide id="3" orient="horz" pos="890">
          <p15:clr>
            <a:srgbClr val="F26B43"/>
          </p15:clr>
        </p15:guide>
        <p15:guide id="5" orient="horz" pos="300">
          <p15:clr>
            <a:srgbClr val="F26B43"/>
          </p15:clr>
        </p15:guide>
        <p15:guide id="6" orient="horz" pos="3748">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0.xml"/></Relationships>
</file>

<file path=ppt/slides/_rels/slide2.xml.rels><?xml version="1.0" encoding="UTF-8" standalone="yes"?>
<Relationships xmlns="http://schemas.openxmlformats.org/package/2006/relationships"><Relationship Id="rId13" Type="http://schemas.openxmlformats.org/officeDocument/2006/relationships/tags" Target="../tags/tag17.xml"/><Relationship Id="rId18" Type="http://schemas.openxmlformats.org/officeDocument/2006/relationships/tags" Target="../tags/tag22.xml"/><Relationship Id="rId26" Type="http://schemas.openxmlformats.org/officeDocument/2006/relationships/tags" Target="../tags/tag30.xml"/><Relationship Id="rId39" Type="http://schemas.openxmlformats.org/officeDocument/2006/relationships/tags" Target="../tags/tag43.xml"/><Relationship Id="rId21" Type="http://schemas.openxmlformats.org/officeDocument/2006/relationships/tags" Target="../tags/tag25.xml"/><Relationship Id="rId34" Type="http://schemas.openxmlformats.org/officeDocument/2006/relationships/tags" Target="../tags/tag38.xml"/><Relationship Id="rId42" Type="http://schemas.openxmlformats.org/officeDocument/2006/relationships/tags" Target="../tags/tag46.xml"/><Relationship Id="rId47" Type="http://schemas.openxmlformats.org/officeDocument/2006/relationships/tags" Target="../tags/tag51.xml"/><Relationship Id="rId50" Type="http://schemas.openxmlformats.org/officeDocument/2006/relationships/tags" Target="../tags/tag54.xml"/><Relationship Id="rId55" Type="http://schemas.openxmlformats.org/officeDocument/2006/relationships/tags" Target="../tags/tag59.xml"/><Relationship Id="rId7" Type="http://schemas.openxmlformats.org/officeDocument/2006/relationships/tags" Target="../tags/tag11.xml"/><Relationship Id="rId2" Type="http://schemas.openxmlformats.org/officeDocument/2006/relationships/tags" Target="../tags/tag6.xml"/><Relationship Id="rId16" Type="http://schemas.openxmlformats.org/officeDocument/2006/relationships/tags" Target="../tags/tag20.xml"/><Relationship Id="rId29" Type="http://schemas.openxmlformats.org/officeDocument/2006/relationships/tags" Target="../tags/tag33.xml"/><Relationship Id="rId11" Type="http://schemas.openxmlformats.org/officeDocument/2006/relationships/tags" Target="../tags/tag15.xml"/><Relationship Id="rId24" Type="http://schemas.openxmlformats.org/officeDocument/2006/relationships/tags" Target="../tags/tag28.xml"/><Relationship Id="rId32" Type="http://schemas.openxmlformats.org/officeDocument/2006/relationships/tags" Target="../tags/tag36.xml"/><Relationship Id="rId37" Type="http://schemas.openxmlformats.org/officeDocument/2006/relationships/tags" Target="../tags/tag41.xml"/><Relationship Id="rId40" Type="http://schemas.openxmlformats.org/officeDocument/2006/relationships/tags" Target="../tags/tag44.xml"/><Relationship Id="rId45" Type="http://schemas.openxmlformats.org/officeDocument/2006/relationships/tags" Target="../tags/tag49.xml"/><Relationship Id="rId53" Type="http://schemas.openxmlformats.org/officeDocument/2006/relationships/tags" Target="../tags/tag57.xml"/><Relationship Id="rId58" Type="http://schemas.openxmlformats.org/officeDocument/2006/relationships/slideLayout" Target="../slideLayouts/slideLayout133.xml"/><Relationship Id="rId5" Type="http://schemas.openxmlformats.org/officeDocument/2006/relationships/tags" Target="../tags/tag9.xml"/><Relationship Id="rId61" Type="http://schemas.openxmlformats.org/officeDocument/2006/relationships/image" Target="../media/image51.png"/><Relationship Id="rId19" Type="http://schemas.openxmlformats.org/officeDocument/2006/relationships/tags" Target="../tags/tag23.xml"/><Relationship Id="rId14" Type="http://schemas.openxmlformats.org/officeDocument/2006/relationships/tags" Target="../tags/tag18.xml"/><Relationship Id="rId22" Type="http://schemas.openxmlformats.org/officeDocument/2006/relationships/tags" Target="../tags/tag26.xml"/><Relationship Id="rId27" Type="http://schemas.openxmlformats.org/officeDocument/2006/relationships/tags" Target="../tags/tag31.xml"/><Relationship Id="rId30" Type="http://schemas.openxmlformats.org/officeDocument/2006/relationships/tags" Target="../tags/tag34.xml"/><Relationship Id="rId35" Type="http://schemas.openxmlformats.org/officeDocument/2006/relationships/tags" Target="../tags/tag39.xml"/><Relationship Id="rId43" Type="http://schemas.openxmlformats.org/officeDocument/2006/relationships/tags" Target="../tags/tag47.xml"/><Relationship Id="rId48" Type="http://schemas.openxmlformats.org/officeDocument/2006/relationships/tags" Target="../tags/tag52.xml"/><Relationship Id="rId56" Type="http://schemas.openxmlformats.org/officeDocument/2006/relationships/tags" Target="../tags/tag60.xml"/><Relationship Id="rId8" Type="http://schemas.openxmlformats.org/officeDocument/2006/relationships/tags" Target="../tags/tag12.xml"/><Relationship Id="rId51" Type="http://schemas.openxmlformats.org/officeDocument/2006/relationships/tags" Target="../tags/tag55.xml"/><Relationship Id="rId3" Type="http://schemas.openxmlformats.org/officeDocument/2006/relationships/tags" Target="../tags/tag7.xml"/><Relationship Id="rId12" Type="http://schemas.openxmlformats.org/officeDocument/2006/relationships/tags" Target="../tags/tag16.xml"/><Relationship Id="rId17" Type="http://schemas.openxmlformats.org/officeDocument/2006/relationships/tags" Target="../tags/tag21.xml"/><Relationship Id="rId25" Type="http://schemas.openxmlformats.org/officeDocument/2006/relationships/tags" Target="../tags/tag29.xml"/><Relationship Id="rId33" Type="http://schemas.openxmlformats.org/officeDocument/2006/relationships/tags" Target="../tags/tag37.xml"/><Relationship Id="rId38" Type="http://schemas.openxmlformats.org/officeDocument/2006/relationships/tags" Target="../tags/tag42.xml"/><Relationship Id="rId46" Type="http://schemas.openxmlformats.org/officeDocument/2006/relationships/tags" Target="../tags/tag50.xml"/><Relationship Id="rId59" Type="http://schemas.openxmlformats.org/officeDocument/2006/relationships/notesSlide" Target="../notesSlides/notesSlide2.xml"/><Relationship Id="rId20" Type="http://schemas.openxmlformats.org/officeDocument/2006/relationships/tags" Target="../tags/tag24.xml"/><Relationship Id="rId41" Type="http://schemas.openxmlformats.org/officeDocument/2006/relationships/tags" Target="../tags/tag45.xml"/><Relationship Id="rId54" Type="http://schemas.openxmlformats.org/officeDocument/2006/relationships/tags" Target="../tags/tag58.xml"/><Relationship Id="rId62" Type="http://schemas.openxmlformats.org/officeDocument/2006/relationships/image" Target="../media/image52.png"/><Relationship Id="rId1" Type="http://schemas.openxmlformats.org/officeDocument/2006/relationships/tags" Target="../tags/tag5.xml"/><Relationship Id="rId6" Type="http://schemas.openxmlformats.org/officeDocument/2006/relationships/tags" Target="../tags/tag10.xml"/><Relationship Id="rId15" Type="http://schemas.openxmlformats.org/officeDocument/2006/relationships/tags" Target="../tags/tag19.xml"/><Relationship Id="rId23" Type="http://schemas.openxmlformats.org/officeDocument/2006/relationships/tags" Target="../tags/tag27.xml"/><Relationship Id="rId28" Type="http://schemas.openxmlformats.org/officeDocument/2006/relationships/tags" Target="../tags/tag32.xml"/><Relationship Id="rId36" Type="http://schemas.openxmlformats.org/officeDocument/2006/relationships/tags" Target="../tags/tag40.xml"/><Relationship Id="rId49" Type="http://schemas.openxmlformats.org/officeDocument/2006/relationships/tags" Target="../tags/tag53.xml"/><Relationship Id="rId57" Type="http://schemas.openxmlformats.org/officeDocument/2006/relationships/tags" Target="../tags/tag61.xml"/><Relationship Id="rId10" Type="http://schemas.openxmlformats.org/officeDocument/2006/relationships/tags" Target="../tags/tag14.xml"/><Relationship Id="rId31" Type="http://schemas.openxmlformats.org/officeDocument/2006/relationships/tags" Target="../tags/tag35.xml"/><Relationship Id="rId44" Type="http://schemas.openxmlformats.org/officeDocument/2006/relationships/tags" Target="../tags/tag48.xml"/><Relationship Id="rId52" Type="http://schemas.openxmlformats.org/officeDocument/2006/relationships/tags" Target="../tags/tag56.xml"/><Relationship Id="rId60" Type="http://schemas.openxmlformats.org/officeDocument/2006/relationships/image" Target="../media/image50.png"/><Relationship Id="rId4" Type="http://schemas.openxmlformats.org/officeDocument/2006/relationships/tags" Target="../tags/tag8.xml"/><Relationship Id="rId9" Type="http://schemas.openxmlformats.org/officeDocument/2006/relationships/tags" Target="../tags/tag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9.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69.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98.xml"/></Relationships>
</file>

<file path=ppt/slides/_rels/slide7.xml.rels><?xml version="1.0" encoding="UTF-8" standalone="yes"?>
<Relationships xmlns="http://schemas.openxmlformats.org/package/2006/relationships"><Relationship Id="rId13" Type="http://schemas.openxmlformats.org/officeDocument/2006/relationships/tags" Target="../tags/tag74.xml"/><Relationship Id="rId18" Type="http://schemas.openxmlformats.org/officeDocument/2006/relationships/tags" Target="../tags/tag79.xml"/><Relationship Id="rId26" Type="http://schemas.openxmlformats.org/officeDocument/2006/relationships/tags" Target="../tags/tag87.xml"/><Relationship Id="rId3" Type="http://schemas.openxmlformats.org/officeDocument/2006/relationships/tags" Target="../tags/tag64.xml"/><Relationship Id="rId21" Type="http://schemas.openxmlformats.org/officeDocument/2006/relationships/tags" Target="../tags/tag82.xml"/><Relationship Id="rId34" Type="http://schemas.openxmlformats.org/officeDocument/2006/relationships/image" Target="../media/image52.png"/><Relationship Id="rId7" Type="http://schemas.openxmlformats.org/officeDocument/2006/relationships/tags" Target="../tags/tag68.xml"/><Relationship Id="rId12" Type="http://schemas.openxmlformats.org/officeDocument/2006/relationships/tags" Target="../tags/tag73.xml"/><Relationship Id="rId17" Type="http://schemas.openxmlformats.org/officeDocument/2006/relationships/tags" Target="../tags/tag78.xml"/><Relationship Id="rId25" Type="http://schemas.openxmlformats.org/officeDocument/2006/relationships/tags" Target="../tags/tag86.xml"/><Relationship Id="rId33" Type="http://schemas.openxmlformats.org/officeDocument/2006/relationships/notesSlide" Target="../notesSlides/notesSlide5.xml"/><Relationship Id="rId2" Type="http://schemas.openxmlformats.org/officeDocument/2006/relationships/tags" Target="../tags/tag63.xml"/><Relationship Id="rId16" Type="http://schemas.openxmlformats.org/officeDocument/2006/relationships/tags" Target="../tags/tag77.xml"/><Relationship Id="rId20" Type="http://schemas.openxmlformats.org/officeDocument/2006/relationships/tags" Target="../tags/tag81.xml"/><Relationship Id="rId29" Type="http://schemas.openxmlformats.org/officeDocument/2006/relationships/tags" Target="../tags/tag90.xml"/><Relationship Id="rId1" Type="http://schemas.openxmlformats.org/officeDocument/2006/relationships/tags" Target="../tags/tag62.xml"/><Relationship Id="rId6" Type="http://schemas.openxmlformats.org/officeDocument/2006/relationships/tags" Target="../tags/tag67.xml"/><Relationship Id="rId11" Type="http://schemas.openxmlformats.org/officeDocument/2006/relationships/tags" Target="../tags/tag72.xml"/><Relationship Id="rId24" Type="http://schemas.openxmlformats.org/officeDocument/2006/relationships/tags" Target="../tags/tag85.xml"/><Relationship Id="rId32" Type="http://schemas.openxmlformats.org/officeDocument/2006/relationships/slideLayout" Target="../slideLayouts/slideLayout133.xml"/><Relationship Id="rId5" Type="http://schemas.openxmlformats.org/officeDocument/2006/relationships/tags" Target="../tags/tag66.xml"/><Relationship Id="rId15" Type="http://schemas.openxmlformats.org/officeDocument/2006/relationships/tags" Target="../tags/tag76.xml"/><Relationship Id="rId23" Type="http://schemas.openxmlformats.org/officeDocument/2006/relationships/tags" Target="../tags/tag84.xml"/><Relationship Id="rId28" Type="http://schemas.openxmlformats.org/officeDocument/2006/relationships/tags" Target="../tags/tag89.xml"/><Relationship Id="rId36" Type="http://schemas.openxmlformats.org/officeDocument/2006/relationships/image" Target="../media/image50.png"/><Relationship Id="rId10" Type="http://schemas.openxmlformats.org/officeDocument/2006/relationships/tags" Target="../tags/tag71.xml"/><Relationship Id="rId19" Type="http://schemas.openxmlformats.org/officeDocument/2006/relationships/tags" Target="../tags/tag80.xml"/><Relationship Id="rId31" Type="http://schemas.openxmlformats.org/officeDocument/2006/relationships/tags" Target="../tags/tag92.xml"/><Relationship Id="rId4" Type="http://schemas.openxmlformats.org/officeDocument/2006/relationships/tags" Target="../tags/tag65.xml"/><Relationship Id="rId9" Type="http://schemas.openxmlformats.org/officeDocument/2006/relationships/tags" Target="../tags/tag70.xml"/><Relationship Id="rId14" Type="http://schemas.openxmlformats.org/officeDocument/2006/relationships/tags" Target="../tags/tag75.xml"/><Relationship Id="rId22" Type="http://schemas.openxmlformats.org/officeDocument/2006/relationships/tags" Target="../tags/tag83.xml"/><Relationship Id="rId27" Type="http://schemas.openxmlformats.org/officeDocument/2006/relationships/tags" Target="../tags/tag88.xml"/><Relationship Id="rId30" Type="http://schemas.openxmlformats.org/officeDocument/2006/relationships/tags" Target="../tags/tag91.xml"/><Relationship Id="rId35" Type="http://schemas.openxmlformats.org/officeDocument/2006/relationships/image" Target="../media/image51.png"/><Relationship Id="rId8" Type="http://schemas.openxmlformats.org/officeDocument/2006/relationships/tags" Target="../tags/tag6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8.xml"/></Relationships>
</file>

<file path=ppt/slides/_rels/slide1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109.xml"/></Relationships>
</file>

<file path=ppt/slides/_rels/slide1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77.xml"/></Relationships>
</file>

<file path=ppt/slides/_rels/slide13.xml.rels><?xml version="1.0" encoding="UTF-8" standalone="yes"?>
<Relationships xmlns="http://schemas.openxmlformats.org/package/2006/relationships"><Relationship Id="rId117" Type="http://schemas.openxmlformats.org/officeDocument/2006/relationships/tags" Target="../tags/tag209.xml"/><Relationship Id="rId21" Type="http://schemas.openxmlformats.org/officeDocument/2006/relationships/tags" Target="../tags/tag113.xml"/><Relationship Id="rId42" Type="http://schemas.openxmlformats.org/officeDocument/2006/relationships/tags" Target="../tags/tag134.xml"/><Relationship Id="rId63" Type="http://schemas.openxmlformats.org/officeDocument/2006/relationships/tags" Target="../tags/tag155.xml"/><Relationship Id="rId84" Type="http://schemas.openxmlformats.org/officeDocument/2006/relationships/tags" Target="../tags/tag176.xml"/><Relationship Id="rId138" Type="http://schemas.openxmlformats.org/officeDocument/2006/relationships/tags" Target="../tags/tag230.xml"/><Relationship Id="rId159" Type="http://schemas.openxmlformats.org/officeDocument/2006/relationships/tags" Target="../tags/tag251.xml"/><Relationship Id="rId170" Type="http://schemas.openxmlformats.org/officeDocument/2006/relationships/tags" Target="../tags/tag262.xml"/><Relationship Id="rId191" Type="http://schemas.openxmlformats.org/officeDocument/2006/relationships/tags" Target="../tags/tag283.xml"/><Relationship Id="rId205" Type="http://schemas.openxmlformats.org/officeDocument/2006/relationships/tags" Target="../tags/tag297.xml"/><Relationship Id="rId226" Type="http://schemas.openxmlformats.org/officeDocument/2006/relationships/tags" Target="../tags/tag318.xml"/><Relationship Id="rId247" Type="http://schemas.openxmlformats.org/officeDocument/2006/relationships/tags" Target="../tags/tag339.xml"/><Relationship Id="rId107" Type="http://schemas.openxmlformats.org/officeDocument/2006/relationships/tags" Target="../tags/tag199.xml"/><Relationship Id="rId11" Type="http://schemas.openxmlformats.org/officeDocument/2006/relationships/tags" Target="../tags/tag103.xml"/><Relationship Id="rId32" Type="http://schemas.openxmlformats.org/officeDocument/2006/relationships/tags" Target="../tags/tag124.xml"/><Relationship Id="rId53" Type="http://schemas.openxmlformats.org/officeDocument/2006/relationships/tags" Target="../tags/tag145.xml"/><Relationship Id="rId74" Type="http://schemas.openxmlformats.org/officeDocument/2006/relationships/tags" Target="../tags/tag166.xml"/><Relationship Id="rId128" Type="http://schemas.openxmlformats.org/officeDocument/2006/relationships/tags" Target="../tags/tag220.xml"/><Relationship Id="rId149" Type="http://schemas.openxmlformats.org/officeDocument/2006/relationships/tags" Target="../tags/tag241.xml"/><Relationship Id="rId5" Type="http://schemas.openxmlformats.org/officeDocument/2006/relationships/tags" Target="../tags/tag97.xml"/><Relationship Id="rId95" Type="http://schemas.openxmlformats.org/officeDocument/2006/relationships/tags" Target="../tags/tag187.xml"/><Relationship Id="rId160" Type="http://schemas.openxmlformats.org/officeDocument/2006/relationships/tags" Target="../tags/tag252.xml"/><Relationship Id="rId181" Type="http://schemas.openxmlformats.org/officeDocument/2006/relationships/tags" Target="../tags/tag273.xml"/><Relationship Id="rId216" Type="http://schemas.openxmlformats.org/officeDocument/2006/relationships/tags" Target="../tags/tag308.xml"/><Relationship Id="rId237" Type="http://schemas.openxmlformats.org/officeDocument/2006/relationships/tags" Target="../tags/tag329.xml"/><Relationship Id="rId22" Type="http://schemas.openxmlformats.org/officeDocument/2006/relationships/tags" Target="../tags/tag114.xml"/><Relationship Id="rId43" Type="http://schemas.openxmlformats.org/officeDocument/2006/relationships/tags" Target="../tags/tag135.xml"/><Relationship Id="rId64" Type="http://schemas.openxmlformats.org/officeDocument/2006/relationships/tags" Target="../tags/tag156.xml"/><Relationship Id="rId118" Type="http://schemas.openxmlformats.org/officeDocument/2006/relationships/tags" Target="../tags/tag210.xml"/><Relationship Id="rId139" Type="http://schemas.openxmlformats.org/officeDocument/2006/relationships/tags" Target="../tags/tag231.xml"/><Relationship Id="rId85" Type="http://schemas.openxmlformats.org/officeDocument/2006/relationships/tags" Target="../tags/tag177.xml"/><Relationship Id="rId150" Type="http://schemas.openxmlformats.org/officeDocument/2006/relationships/tags" Target="../tags/tag242.xml"/><Relationship Id="rId171" Type="http://schemas.openxmlformats.org/officeDocument/2006/relationships/tags" Target="../tags/tag263.xml"/><Relationship Id="rId192" Type="http://schemas.openxmlformats.org/officeDocument/2006/relationships/tags" Target="../tags/tag284.xml"/><Relationship Id="rId206" Type="http://schemas.openxmlformats.org/officeDocument/2006/relationships/tags" Target="../tags/tag298.xml"/><Relationship Id="rId227" Type="http://schemas.openxmlformats.org/officeDocument/2006/relationships/tags" Target="../tags/tag319.xml"/><Relationship Id="rId248" Type="http://schemas.openxmlformats.org/officeDocument/2006/relationships/tags" Target="../tags/tag340.xml"/><Relationship Id="rId12" Type="http://schemas.openxmlformats.org/officeDocument/2006/relationships/tags" Target="../tags/tag104.xml"/><Relationship Id="rId33" Type="http://schemas.openxmlformats.org/officeDocument/2006/relationships/tags" Target="../tags/tag125.xml"/><Relationship Id="rId108" Type="http://schemas.openxmlformats.org/officeDocument/2006/relationships/tags" Target="../tags/tag200.xml"/><Relationship Id="rId129" Type="http://schemas.openxmlformats.org/officeDocument/2006/relationships/tags" Target="../tags/tag221.xml"/><Relationship Id="rId54" Type="http://schemas.openxmlformats.org/officeDocument/2006/relationships/tags" Target="../tags/tag146.xml"/><Relationship Id="rId75" Type="http://schemas.openxmlformats.org/officeDocument/2006/relationships/tags" Target="../tags/tag167.xml"/><Relationship Id="rId96" Type="http://schemas.openxmlformats.org/officeDocument/2006/relationships/tags" Target="../tags/tag188.xml"/><Relationship Id="rId140" Type="http://schemas.openxmlformats.org/officeDocument/2006/relationships/tags" Target="../tags/tag232.xml"/><Relationship Id="rId161" Type="http://schemas.openxmlformats.org/officeDocument/2006/relationships/tags" Target="../tags/tag253.xml"/><Relationship Id="rId182" Type="http://schemas.openxmlformats.org/officeDocument/2006/relationships/tags" Target="../tags/tag274.xml"/><Relationship Id="rId217" Type="http://schemas.openxmlformats.org/officeDocument/2006/relationships/tags" Target="../tags/tag309.xml"/><Relationship Id="rId6" Type="http://schemas.openxmlformats.org/officeDocument/2006/relationships/tags" Target="../tags/tag98.xml"/><Relationship Id="rId238" Type="http://schemas.openxmlformats.org/officeDocument/2006/relationships/tags" Target="../tags/tag330.xml"/><Relationship Id="rId23" Type="http://schemas.openxmlformats.org/officeDocument/2006/relationships/tags" Target="../tags/tag115.xml"/><Relationship Id="rId119" Type="http://schemas.openxmlformats.org/officeDocument/2006/relationships/tags" Target="../tags/tag211.xml"/><Relationship Id="rId44" Type="http://schemas.openxmlformats.org/officeDocument/2006/relationships/tags" Target="../tags/tag136.xml"/><Relationship Id="rId65" Type="http://schemas.openxmlformats.org/officeDocument/2006/relationships/tags" Target="../tags/tag157.xml"/><Relationship Id="rId86" Type="http://schemas.openxmlformats.org/officeDocument/2006/relationships/tags" Target="../tags/tag178.xml"/><Relationship Id="rId130" Type="http://schemas.openxmlformats.org/officeDocument/2006/relationships/tags" Target="../tags/tag222.xml"/><Relationship Id="rId151" Type="http://schemas.openxmlformats.org/officeDocument/2006/relationships/tags" Target="../tags/tag243.xml"/><Relationship Id="rId172" Type="http://schemas.openxmlformats.org/officeDocument/2006/relationships/tags" Target="../tags/tag264.xml"/><Relationship Id="rId193" Type="http://schemas.openxmlformats.org/officeDocument/2006/relationships/tags" Target="../tags/tag285.xml"/><Relationship Id="rId207" Type="http://schemas.openxmlformats.org/officeDocument/2006/relationships/tags" Target="../tags/tag299.xml"/><Relationship Id="rId228" Type="http://schemas.openxmlformats.org/officeDocument/2006/relationships/tags" Target="../tags/tag320.xml"/><Relationship Id="rId249" Type="http://schemas.openxmlformats.org/officeDocument/2006/relationships/tags" Target="../tags/tag341.xml"/><Relationship Id="rId13" Type="http://schemas.openxmlformats.org/officeDocument/2006/relationships/tags" Target="../tags/tag105.xml"/><Relationship Id="rId109" Type="http://schemas.openxmlformats.org/officeDocument/2006/relationships/tags" Target="../tags/tag201.xml"/><Relationship Id="rId34" Type="http://schemas.openxmlformats.org/officeDocument/2006/relationships/tags" Target="../tags/tag126.xml"/><Relationship Id="rId55" Type="http://schemas.openxmlformats.org/officeDocument/2006/relationships/tags" Target="../tags/tag147.xml"/><Relationship Id="rId76" Type="http://schemas.openxmlformats.org/officeDocument/2006/relationships/tags" Target="../tags/tag168.xml"/><Relationship Id="rId97" Type="http://schemas.openxmlformats.org/officeDocument/2006/relationships/tags" Target="../tags/tag189.xml"/><Relationship Id="rId120" Type="http://schemas.openxmlformats.org/officeDocument/2006/relationships/tags" Target="../tags/tag212.xml"/><Relationship Id="rId141" Type="http://schemas.openxmlformats.org/officeDocument/2006/relationships/tags" Target="../tags/tag233.xml"/><Relationship Id="rId7" Type="http://schemas.openxmlformats.org/officeDocument/2006/relationships/tags" Target="../tags/tag99.xml"/><Relationship Id="rId162" Type="http://schemas.openxmlformats.org/officeDocument/2006/relationships/tags" Target="../tags/tag254.xml"/><Relationship Id="rId183" Type="http://schemas.openxmlformats.org/officeDocument/2006/relationships/tags" Target="../tags/tag275.xml"/><Relationship Id="rId218" Type="http://schemas.openxmlformats.org/officeDocument/2006/relationships/tags" Target="../tags/tag310.xml"/><Relationship Id="rId239" Type="http://schemas.openxmlformats.org/officeDocument/2006/relationships/tags" Target="../tags/tag331.xml"/><Relationship Id="rId250" Type="http://schemas.openxmlformats.org/officeDocument/2006/relationships/slideLayout" Target="../slideLayouts/slideLayout304.xml"/><Relationship Id="rId24" Type="http://schemas.openxmlformats.org/officeDocument/2006/relationships/tags" Target="../tags/tag116.xml"/><Relationship Id="rId45" Type="http://schemas.openxmlformats.org/officeDocument/2006/relationships/tags" Target="../tags/tag137.xml"/><Relationship Id="rId66" Type="http://schemas.openxmlformats.org/officeDocument/2006/relationships/tags" Target="../tags/tag158.xml"/><Relationship Id="rId87" Type="http://schemas.openxmlformats.org/officeDocument/2006/relationships/tags" Target="../tags/tag179.xml"/><Relationship Id="rId110" Type="http://schemas.openxmlformats.org/officeDocument/2006/relationships/tags" Target="../tags/tag202.xml"/><Relationship Id="rId131" Type="http://schemas.openxmlformats.org/officeDocument/2006/relationships/tags" Target="../tags/tag223.xml"/><Relationship Id="rId152" Type="http://schemas.openxmlformats.org/officeDocument/2006/relationships/tags" Target="../tags/tag244.xml"/><Relationship Id="rId173" Type="http://schemas.openxmlformats.org/officeDocument/2006/relationships/tags" Target="../tags/tag265.xml"/><Relationship Id="rId194" Type="http://schemas.openxmlformats.org/officeDocument/2006/relationships/tags" Target="../tags/tag286.xml"/><Relationship Id="rId208" Type="http://schemas.openxmlformats.org/officeDocument/2006/relationships/tags" Target="../tags/tag300.xml"/><Relationship Id="rId229" Type="http://schemas.openxmlformats.org/officeDocument/2006/relationships/tags" Target="../tags/tag321.xml"/><Relationship Id="rId240" Type="http://schemas.openxmlformats.org/officeDocument/2006/relationships/tags" Target="../tags/tag332.xml"/><Relationship Id="rId14" Type="http://schemas.openxmlformats.org/officeDocument/2006/relationships/tags" Target="../tags/tag106.xml"/><Relationship Id="rId35" Type="http://schemas.openxmlformats.org/officeDocument/2006/relationships/tags" Target="../tags/tag127.xml"/><Relationship Id="rId56" Type="http://schemas.openxmlformats.org/officeDocument/2006/relationships/tags" Target="../tags/tag148.xml"/><Relationship Id="rId77" Type="http://schemas.openxmlformats.org/officeDocument/2006/relationships/tags" Target="../tags/tag169.xml"/><Relationship Id="rId100" Type="http://schemas.openxmlformats.org/officeDocument/2006/relationships/tags" Target="../tags/tag192.xml"/><Relationship Id="rId8" Type="http://schemas.openxmlformats.org/officeDocument/2006/relationships/tags" Target="../tags/tag100.xml"/><Relationship Id="rId98" Type="http://schemas.openxmlformats.org/officeDocument/2006/relationships/tags" Target="../tags/tag190.xml"/><Relationship Id="rId121" Type="http://schemas.openxmlformats.org/officeDocument/2006/relationships/tags" Target="../tags/tag213.xml"/><Relationship Id="rId142" Type="http://schemas.openxmlformats.org/officeDocument/2006/relationships/tags" Target="../tags/tag234.xml"/><Relationship Id="rId163" Type="http://schemas.openxmlformats.org/officeDocument/2006/relationships/tags" Target="../tags/tag255.xml"/><Relationship Id="rId184" Type="http://schemas.openxmlformats.org/officeDocument/2006/relationships/tags" Target="../tags/tag276.xml"/><Relationship Id="rId219" Type="http://schemas.openxmlformats.org/officeDocument/2006/relationships/tags" Target="../tags/tag311.xml"/><Relationship Id="rId230" Type="http://schemas.openxmlformats.org/officeDocument/2006/relationships/tags" Target="../tags/tag322.xml"/><Relationship Id="rId25" Type="http://schemas.openxmlformats.org/officeDocument/2006/relationships/tags" Target="../tags/tag117.xml"/><Relationship Id="rId46" Type="http://schemas.openxmlformats.org/officeDocument/2006/relationships/tags" Target="../tags/tag138.xml"/><Relationship Id="rId67" Type="http://schemas.openxmlformats.org/officeDocument/2006/relationships/tags" Target="../tags/tag159.xml"/><Relationship Id="rId88" Type="http://schemas.openxmlformats.org/officeDocument/2006/relationships/tags" Target="../tags/tag180.xml"/><Relationship Id="rId111" Type="http://schemas.openxmlformats.org/officeDocument/2006/relationships/tags" Target="../tags/tag203.xml"/><Relationship Id="rId132" Type="http://schemas.openxmlformats.org/officeDocument/2006/relationships/tags" Target="../tags/tag224.xml"/><Relationship Id="rId153" Type="http://schemas.openxmlformats.org/officeDocument/2006/relationships/tags" Target="../tags/tag245.xml"/><Relationship Id="rId174" Type="http://schemas.openxmlformats.org/officeDocument/2006/relationships/tags" Target="../tags/tag266.xml"/><Relationship Id="rId195" Type="http://schemas.openxmlformats.org/officeDocument/2006/relationships/tags" Target="../tags/tag287.xml"/><Relationship Id="rId209" Type="http://schemas.openxmlformats.org/officeDocument/2006/relationships/tags" Target="../tags/tag301.xml"/><Relationship Id="rId220" Type="http://schemas.openxmlformats.org/officeDocument/2006/relationships/tags" Target="../tags/tag312.xml"/><Relationship Id="rId241" Type="http://schemas.openxmlformats.org/officeDocument/2006/relationships/tags" Target="../tags/tag333.xml"/><Relationship Id="rId15" Type="http://schemas.openxmlformats.org/officeDocument/2006/relationships/tags" Target="../tags/tag107.xml"/><Relationship Id="rId36" Type="http://schemas.openxmlformats.org/officeDocument/2006/relationships/tags" Target="../tags/tag128.xml"/><Relationship Id="rId57" Type="http://schemas.openxmlformats.org/officeDocument/2006/relationships/tags" Target="../tags/tag149.xml"/><Relationship Id="rId78" Type="http://schemas.openxmlformats.org/officeDocument/2006/relationships/tags" Target="../tags/tag170.xml"/><Relationship Id="rId99" Type="http://schemas.openxmlformats.org/officeDocument/2006/relationships/tags" Target="../tags/tag191.xml"/><Relationship Id="rId101" Type="http://schemas.openxmlformats.org/officeDocument/2006/relationships/tags" Target="../tags/tag193.xml"/><Relationship Id="rId122" Type="http://schemas.openxmlformats.org/officeDocument/2006/relationships/tags" Target="../tags/tag214.xml"/><Relationship Id="rId143" Type="http://schemas.openxmlformats.org/officeDocument/2006/relationships/tags" Target="../tags/tag235.xml"/><Relationship Id="rId164" Type="http://schemas.openxmlformats.org/officeDocument/2006/relationships/tags" Target="../tags/tag256.xml"/><Relationship Id="rId185" Type="http://schemas.openxmlformats.org/officeDocument/2006/relationships/tags" Target="../tags/tag277.xml"/><Relationship Id="rId4" Type="http://schemas.openxmlformats.org/officeDocument/2006/relationships/tags" Target="../tags/tag96.xml"/><Relationship Id="rId9" Type="http://schemas.openxmlformats.org/officeDocument/2006/relationships/tags" Target="../tags/tag101.xml"/><Relationship Id="rId180" Type="http://schemas.openxmlformats.org/officeDocument/2006/relationships/tags" Target="../tags/tag272.xml"/><Relationship Id="rId210" Type="http://schemas.openxmlformats.org/officeDocument/2006/relationships/tags" Target="../tags/tag302.xml"/><Relationship Id="rId215" Type="http://schemas.openxmlformats.org/officeDocument/2006/relationships/tags" Target="../tags/tag307.xml"/><Relationship Id="rId236" Type="http://schemas.openxmlformats.org/officeDocument/2006/relationships/tags" Target="../tags/tag328.xml"/><Relationship Id="rId26" Type="http://schemas.openxmlformats.org/officeDocument/2006/relationships/tags" Target="../tags/tag118.xml"/><Relationship Id="rId231" Type="http://schemas.openxmlformats.org/officeDocument/2006/relationships/tags" Target="../tags/tag323.xml"/><Relationship Id="rId47" Type="http://schemas.openxmlformats.org/officeDocument/2006/relationships/tags" Target="../tags/tag139.xml"/><Relationship Id="rId68" Type="http://schemas.openxmlformats.org/officeDocument/2006/relationships/tags" Target="../tags/tag160.xml"/><Relationship Id="rId89" Type="http://schemas.openxmlformats.org/officeDocument/2006/relationships/tags" Target="../tags/tag181.xml"/><Relationship Id="rId112" Type="http://schemas.openxmlformats.org/officeDocument/2006/relationships/tags" Target="../tags/tag204.xml"/><Relationship Id="rId133" Type="http://schemas.openxmlformats.org/officeDocument/2006/relationships/tags" Target="../tags/tag225.xml"/><Relationship Id="rId154" Type="http://schemas.openxmlformats.org/officeDocument/2006/relationships/tags" Target="../tags/tag246.xml"/><Relationship Id="rId175" Type="http://schemas.openxmlformats.org/officeDocument/2006/relationships/tags" Target="../tags/tag267.xml"/><Relationship Id="rId196" Type="http://schemas.openxmlformats.org/officeDocument/2006/relationships/tags" Target="../tags/tag288.xml"/><Relationship Id="rId200" Type="http://schemas.openxmlformats.org/officeDocument/2006/relationships/tags" Target="../tags/tag292.xml"/><Relationship Id="rId16" Type="http://schemas.openxmlformats.org/officeDocument/2006/relationships/tags" Target="../tags/tag108.xml"/><Relationship Id="rId221" Type="http://schemas.openxmlformats.org/officeDocument/2006/relationships/tags" Target="../tags/tag313.xml"/><Relationship Id="rId242" Type="http://schemas.openxmlformats.org/officeDocument/2006/relationships/tags" Target="../tags/tag334.xml"/><Relationship Id="rId37" Type="http://schemas.openxmlformats.org/officeDocument/2006/relationships/tags" Target="../tags/tag129.xml"/><Relationship Id="rId58" Type="http://schemas.openxmlformats.org/officeDocument/2006/relationships/tags" Target="../tags/tag150.xml"/><Relationship Id="rId79" Type="http://schemas.openxmlformats.org/officeDocument/2006/relationships/tags" Target="../tags/tag171.xml"/><Relationship Id="rId102" Type="http://schemas.openxmlformats.org/officeDocument/2006/relationships/tags" Target="../tags/tag194.xml"/><Relationship Id="rId123" Type="http://schemas.openxmlformats.org/officeDocument/2006/relationships/tags" Target="../tags/tag215.xml"/><Relationship Id="rId144" Type="http://schemas.openxmlformats.org/officeDocument/2006/relationships/tags" Target="../tags/tag236.xml"/><Relationship Id="rId90" Type="http://schemas.openxmlformats.org/officeDocument/2006/relationships/tags" Target="../tags/tag182.xml"/><Relationship Id="rId165" Type="http://schemas.openxmlformats.org/officeDocument/2006/relationships/tags" Target="../tags/tag257.xml"/><Relationship Id="rId186" Type="http://schemas.openxmlformats.org/officeDocument/2006/relationships/tags" Target="../tags/tag278.xml"/><Relationship Id="rId211" Type="http://schemas.openxmlformats.org/officeDocument/2006/relationships/tags" Target="../tags/tag303.xml"/><Relationship Id="rId232" Type="http://schemas.openxmlformats.org/officeDocument/2006/relationships/tags" Target="../tags/tag324.xml"/><Relationship Id="rId27" Type="http://schemas.openxmlformats.org/officeDocument/2006/relationships/tags" Target="../tags/tag119.xml"/><Relationship Id="rId48" Type="http://schemas.openxmlformats.org/officeDocument/2006/relationships/tags" Target="../tags/tag140.xml"/><Relationship Id="rId69" Type="http://schemas.openxmlformats.org/officeDocument/2006/relationships/tags" Target="../tags/tag161.xml"/><Relationship Id="rId113" Type="http://schemas.openxmlformats.org/officeDocument/2006/relationships/tags" Target="../tags/tag205.xml"/><Relationship Id="rId134" Type="http://schemas.openxmlformats.org/officeDocument/2006/relationships/tags" Target="../tags/tag226.xml"/><Relationship Id="rId80" Type="http://schemas.openxmlformats.org/officeDocument/2006/relationships/tags" Target="../tags/tag172.xml"/><Relationship Id="rId155" Type="http://schemas.openxmlformats.org/officeDocument/2006/relationships/tags" Target="../tags/tag247.xml"/><Relationship Id="rId176" Type="http://schemas.openxmlformats.org/officeDocument/2006/relationships/tags" Target="../tags/tag268.xml"/><Relationship Id="rId197" Type="http://schemas.openxmlformats.org/officeDocument/2006/relationships/tags" Target="../tags/tag289.xml"/><Relationship Id="rId201" Type="http://schemas.openxmlformats.org/officeDocument/2006/relationships/tags" Target="../tags/tag293.xml"/><Relationship Id="rId222" Type="http://schemas.openxmlformats.org/officeDocument/2006/relationships/tags" Target="../tags/tag314.xml"/><Relationship Id="rId243" Type="http://schemas.openxmlformats.org/officeDocument/2006/relationships/tags" Target="../tags/tag335.xml"/><Relationship Id="rId17" Type="http://schemas.openxmlformats.org/officeDocument/2006/relationships/tags" Target="../tags/tag109.xml"/><Relationship Id="rId38" Type="http://schemas.openxmlformats.org/officeDocument/2006/relationships/tags" Target="../tags/tag130.xml"/><Relationship Id="rId59" Type="http://schemas.openxmlformats.org/officeDocument/2006/relationships/tags" Target="../tags/tag151.xml"/><Relationship Id="rId103" Type="http://schemas.openxmlformats.org/officeDocument/2006/relationships/tags" Target="../tags/tag195.xml"/><Relationship Id="rId124" Type="http://schemas.openxmlformats.org/officeDocument/2006/relationships/tags" Target="../tags/tag216.xml"/><Relationship Id="rId70" Type="http://schemas.openxmlformats.org/officeDocument/2006/relationships/tags" Target="../tags/tag162.xml"/><Relationship Id="rId91" Type="http://schemas.openxmlformats.org/officeDocument/2006/relationships/tags" Target="../tags/tag183.xml"/><Relationship Id="rId145" Type="http://schemas.openxmlformats.org/officeDocument/2006/relationships/tags" Target="../tags/tag237.xml"/><Relationship Id="rId166" Type="http://schemas.openxmlformats.org/officeDocument/2006/relationships/tags" Target="../tags/tag258.xml"/><Relationship Id="rId187" Type="http://schemas.openxmlformats.org/officeDocument/2006/relationships/tags" Target="../tags/tag279.xml"/><Relationship Id="rId1" Type="http://schemas.openxmlformats.org/officeDocument/2006/relationships/tags" Target="../tags/tag93.xml"/><Relationship Id="rId212" Type="http://schemas.openxmlformats.org/officeDocument/2006/relationships/tags" Target="../tags/tag304.xml"/><Relationship Id="rId233" Type="http://schemas.openxmlformats.org/officeDocument/2006/relationships/tags" Target="../tags/tag325.xml"/><Relationship Id="rId28" Type="http://schemas.openxmlformats.org/officeDocument/2006/relationships/tags" Target="../tags/tag120.xml"/><Relationship Id="rId49" Type="http://schemas.openxmlformats.org/officeDocument/2006/relationships/tags" Target="../tags/tag141.xml"/><Relationship Id="rId114" Type="http://schemas.openxmlformats.org/officeDocument/2006/relationships/tags" Target="../tags/tag206.xml"/><Relationship Id="rId60" Type="http://schemas.openxmlformats.org/officeDocument/2006/relationships/tags" Target="../tags/tag152.xml"/><Relationship Id="rId81" Type="http://schemas.openxmlformats.org/officeDocument/2006/relationships/tags" Target="../tags/tag173.xml"/><Relationship Id="rId135" Type="http://schemas.openxmlformats.org/officeDocument/2006/relationships/tags" Target="../tags/tag227.xml"/><Relationship Id="rId156" Type="http://schemas.openxmlformats.org/officeDocument/2006/relationships/tags" Target="../tags/tag248.xml"/><Relationship Id="rId177" Type="http://schemas.openxmlformats.org/officeDocument/2006/relationships/tags" Target="../tags/tag269.xml"/><Relationship Id="rId198" Type="http://schemas.openxmlformats.org/officeDocument/2006/relationships/tags" Target="../tags/tag290.xml"/><Relationship Id="rId202" Type="http://schemas.openxmlformats.org/officeDocument/2006/relationships/tags" Target="../tags/tag294.xml"/><Relationship Id="rId223" Type="http://schemas.openxmlformats.org/officeDocument/2006/relationships/tags" Target="../tags/tag315.xml"/><Relationship Id="rId244" Type="http://schemas.openxmlformats.org/officeDocument/2006/relationships/tags" Target="../tags/tag336.xml"/><Relationship Id="rId18" Type="http://schemas.openxmlformats.org/officeDocument/2006/relationships/tags" Target="../tags/tag110.xml"/><Relationship Id="rId39" Type="http://schemas.openxmlformats.org/officeDocument/2006/relationships/tags" Target="../tags/tag131.xml"/><Relationship Id="rId50" Type="http://schemas.openxmlformats.org/officeDocument/2006/relationships/tags" Target="../tags/tag142.xml"/><Relationship Id="rId104" Type="http://schemas.openxmlformats.org/officeDocument/2006/relationships/tags" Target="../tags/tag196.xml"/><Relationship Id="rId125" Type="http://schemas.openxmlformats.org/officeDocument/2006/relationships/tags" Target="../tags/tag217.xml"/><Relationship Id="rId146" Type="http://schemas.openxmlformats.org/officeDocument/2006/relationships/tags" Target="../tags/tag238.xml"/><Relationship Id="rId167" Type="http://schemas.openxmlformats.org/officeDocument/2006/relationships/tags" Target="../tags/tag259.xml"/><Relationship Id="rId188" Type="http://schemas.openxmlformats.org/officeDocument/2006/relationships/tags" Target="../tags/tag280.xml"/><Relationship Id="rId71" Type="http://schemas.openxmlformats.org/officeDocument/2006/relationships/tags" Target="../tags/tag163.xml"/><Relationship Id="rId92" Type="http://schemas.openxmlformats.org/officeDocument/2006/relationships/tags" Target="../tags/tag184.xml"/><Relationship Id="rId213" Type="http://schemas.openxmlformats.org/officeDocument/2006/relationships/tags" Target="../tags/tag305.xml"/><Relationship Id="rId234" Type="http://schemas.openxmlformats.org/officeDocument/2006/relationships/tags" Target="../tags/tag326.xml"/><Relationship Id="rId2" Type="http://schemas.openxmlformats.org/officeDocument/2006/relationships/tags" Target="../tags/tag94.xml"/><Relationship Id="rId29" Type="http://schemas.openxmlformats.org/officeDocument/2006/relationships/tags" Target="../tags/tag121.xml"/><Relationship Id="rId40" Type="http://schemas.openxmlformats.org/officeDocument/2006/relationships/tags" Target="../tags/tag132.xml"/><Relationship Id="rId115" Type="http://schemas.openxmlformats.org/officeDocument/2006/relationships/tags" Target="../tags/tag207.xml"/><Relationship Id="rId136" Type="http://schemas.openxmlformats.org/officeDocument/2006/relationships/tags" Target="../tags/tag228.xml"/><Relationship Id="rId157" Type="http://schemas.openxmlformats.org/officeDocument/2006/relationships/tags" Target="../tags/tag249.xml"/><Relationship Id="rId178" Type="http://schemas.openxmlformats.org/officeDocument/2006/relationships/tags" Target="../tags/tag270.xml"/><Relationship Id="rId61" Type="http://schemas.openxmlformats.org/officeDocument/2006/relationships/tags" Target="../tags/tag153.xml"/><Relationship Id="rId82" Type="http://schemas.openxmlformats.org/officeDocument/2006/relationships/tags" Target="../tags/tag174.xml"/><Relationship Id="rId199" Type="http://schemas.openxmlformats.org/officeDocument/2006/relationships/tags" Target="../tags/tag291.xml"/><Relationship Id="rId203" Type="http://schemas.openxmlformats.org/officeDocument/2006/relationships/tags" Target="../tags/tag295.xml"/><Relationship Id="rId19" Type="http://schemas.openxmlformats.org/officeDocument/2006/relationships/tags" Target="../tags/tag111.xml"/><Relationship Id="rId224" Type="http://schemas.openxmlformats.org/officeDocument/2006/relationships/tags" Target="../tags/tag316.xml"/><Relationship Id="rId245" Type="http://schemas.openxmlformats.org/officeDocument/2006/relationships/tags" Target="../tags/tag337.xml"/><Relationship Id="rId30" Type="http://schemas.openxmlformats.org/officeDocument/2006/relationships/tags" Target="../tags/tag122.xml"/><Relationship Id="rId105" Type="http://schemas.openxmlformats.org/officeDocument/2006/relationships/tags" Target="../tags/tag197.xml"/><Relationship Id="rId126" Type="http://schemas.openxmlformats.org/officeDocument/2006/relationships/tags" Target="../tags/tag218.xml"/><Relationship Id="rId147" Type="http://schemas.openxmlformats.org/officeDocument/2006/relationships/tags" Target="../tags/tag239.xml"/><Relationship Id="rId168" Type="http://schemas.openxmlformats.org/officeDocument/2006/relationships/tags" Target="../tags/tag260.xml"/><Relationship Id="rId51" Type="http://schemas.openxmlformats.org/officeDocument/2006/relationships/tags" Target="../tags/tag143.xml"/><Relationship Id="rId72" Type="http://schemas.openxmlformats.org/officeDocument/2006/relationships/tags" Target="../tags/tag164.xml"/><Relationship Id="rId93" Type="http://schemas.openxmlformats.org/officeDocument/2006/relationships/tags" Target="../tags/tag185.xml"/><Relationship Id="rId189" Type="http://schemas.openxmlformats.org/officeDocument/2006/relationships/tags" Target="../tags/tag281.xml"/><Relationship Id="rId3" Type="http://schemas.openxmlformats.org/officeDocument/2006/relationships/tags" Target="../tags/tag95.xml"/><Relationship Id="rId214" Type="http://schemas.openxmlformats.org/officeDocument/2006/relationships/tags" Target="../tags/tag306.xml"/><Relationship Id="rId235" Type="http://schemas.openxmlformats.org/officeDocument/2006/relationships/tags" Target="../tags/tag327.xml"/><Relationship Id="rId116" Type="http://schemas.openxmlformats.org/officeDocument/2006/relationships/tags" Target="../tags/tag208.xml"/><Relationship Id="rId137" Type="http://schemas.openxmlformats.org/officeDocument/2006/relationships/tags" Target="../tags/tag229.xml"/><Relationship Id="rId158" Type="http://schemas.openxmlformats.org/officeDocument/2006/relationships/tags" Target="../tags/tag250.xml"/><Relationship Id="rId20" Type="http://schemas.openxmlformats.org/officeDocument/2006/relationships/tags" Target="../tags/tag112.xml"/><Relationship Id="rId41" Type="http://schemas.openxmlformats.org/officeDocument/2006/relationships/tags" Target="../tags/tag133.xml"/><Relationship Id="rId62" Type="http://schemas.openxmlformats.org/officeDocument/2006/relationships/tags" Target="../tags/tag154.xml"/><Relationship Id="rId83" Type="http://schemas.openxmlformats.org/officeDocument/2006/relationships/tags" Target="../tags/tag175.xml"/><Relationship Id="rId179" Type="http://schemas.openxmlformats.org/officeDocument/2006/relationships/tags" Target="../tags/tag271.xml"/><Relationship Id="rId190" Type="http://schemas.openxmlformats.org/officeDocument/2006/relationships/tags" Target="../tags/tag282.xml"/><Relationship Id="rId204" Type="http://schemas.openxmlformats.org/officeDocument/2006/relationships/tags" Target="../tags/tag296.xml"/><Relationship Id="rId225" Type="http://schemas.openxmlformats.org/officeDocument/2006/relationships/tags" Target="../tags/tag317.xml"/><Relationship Id="rId246" Type="http://schemas.openxmlformats.org/officeDocument/2006/relationships/tags" Target="../tags/tag338.xml"/><Relationship Id="rId106" Type="http://schemas.openxmlformats.org/officeDocument/2006/relationships/tags" Target="../tags/tag198.xml"/><Relationship Id="rId127" Type="http://schemas.openxmlformats.org/officeDocument/2006/relationships/tags" Target="../tags/tag219.xml"/><Relationship Id="rId10" Type="http://schemas.openxmlformats.org/officeDocument/2006/relationships/tags" Target="../tags/tag102.xml"/><Relationship Id="rId31" Type="http://schemas.openxmlformats.org/officeDocument/2006/relationships/tags" Target="../tags/tag123.xml"/><Relationship Id="rId52" Type="http://schemas.openxmlformats.org/officeDocument/2006/relationships/tags" Target="../tags/tag144.xml"/><Relationship Id="rId73" Type="http://schemas.openxmlformats.org/officeDocument/2006/relationships/tags" Target="../tags/tag165.xml"/><Relationship Id="rId94" Type="http://schemas.openxmlformats.org/officeDocument/2006/relationships/tags" Target="../tags/tag186.xml"/><Relationship Id="rId148" Type="http://schemas.openxmlformats.org/officeDocument/2006/relationships/tags" Target="../tags/tag240.xml"/><Relationship Id="rId169" Type="http://schemas.openxmlformats.org/officeDocument/2006/relationships/tags" Target="../tags/tag26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3.xml"/></Relationships>
</file>

<file path=ppt/slides/_rels/slide15.xml.rels><?xml version="1.0" encoding="UTF-8" standalone="yes"?>
<Relationships xmlns="http://schemas.openxmlformats.org/package/2006/relationships"><Relationship Id="rId8" Type="http://schemas.openxmlformats.org/officeDocument/2006/relationships/tags" Target="../tags/tag349.xml"/><Relationship Id="rId13" Type="http://schemas.openxmlformats.org/officeDocument/2006/relationships/tags" Target="../tags/tag354.xml"/><Relationship Id="rId18" Type="http://schemas.openxmlformats.org/officeDocument/2006/relationships/tags" Target="../tags/tag359.xml"/><Relationship Id="rId3" Type="http://schemas.openxmlformats.org/officeDocument/2006/relationships/tags" Target="../tags/tag344.xml"/><Relationship Id="rId21" Type="http://schemas.openxmlformats.org/officeDocument/2006/relationships/notesSlide" Target="../notesSlides/notesSlide6.xml"/><Relationship Id="rId7" Type="http://schemas.openxmlformats.org/officeDocument/2006/relationships/tags" Target="../tags/tag348.xml"/><Relationship Id="rId12" Type="http://schemas.openxmlformats.org/officeDocument/2006/relationships/tags" Target="../tags/tag353.xml"/><Relationship Id="rId17" Type="http://schemas.openxmlformats.org/officeDocument/2006/relationships/tags" Target="../tags/tag358.xml"/><Relationship Id="rId2" Type="http://schemas.openxmlformats.org/officeDocument/2006/relationships/tags" Target="../tags/tag343.xml"/><Relationship Id="rId16" Type="http://schemas.openxmlformats.org/officeDocument/2006/relationships/tags" Target="../tags/tag357.xml"/><Relationship Id="rId20" Type="http://schemas.openxmlformats.org/officeDocument/2006/relationships/slideLayout" Target="../slideLayouts/slideLayout133.xml"/><Relationship Id="rId1" Type="http://schemas.openxmlformats.org/officeDocument/2006/relationships/tags" Target="../tags/tag342.xml"/><Relationship Id="rId6" Type="http://schemas.openxmlformats.org/officeDocument/2006/relationships/tags" Target="../tags/tag347.xml"/><Relationship Id="rId11" Type="http://schemas.openxmlformats.org/officeDocument/2006/relationships/tags" Target="../tags/tag352.xml"/><Relationship Id="rId24" Type="http://schemas.openxmlformats.org/officeDocument/2006/relationships/image" Target="../media/image52.png"/><Relationship Id="rId5" Type="http://schemas.openxmlformats.org/officeDocument/2006/relationships/tags" Target="../tags/tag346.xml"/><Relationship Id="rId15" Type="http://schemas.openxmlformats.org/officeDocument/2006/relationships/tags" Target="../tags/tag356.xml"/><Relationship Id="rId23" Type="http://schemas.openxmlformats.org/officeDocument/2006/relationships/image" Target="../media/image50.png"/><Relationship Id="rId10" Type="http://schemas.openxmlformats.org/officeDocument/2006/relationships/tags" Target="../tags/tag351.xml"/><Relationship Id="rId19" Type="http://schemas.openxmlformats.org/officeDocument/2006/relationships/tags" Target="../tags/tag360.xml"/><Relationship Id="rId4" Type="http://schemas.openxmlformats.org/officeDocument/2006/relationships/tags" Target="../tags/tag345.xml"/><Relationship Id="rId9" Type="http://schemas.openxmlformats.org/officeDocument/2006/relationships/tags" Target="../tags/tag350.xml"/><Relationship Id="rId14" Type="http://schemas.openxmlformats.org/officeDocument/2006/relationships/tags" Target="../tags/tag355.xml"/><Relationship Id="rId22" Type="http://schemas.openxmlformats.org/officeDocument/2006/relationships/image" Target="../media/image51.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128.xml"/><Relationship Id="rId2" Type="http://schemas.openxmlformats.org/officeDocument/2006/relationships/tags" Target="../tags/tag362.xml"/><Relationship Id="rId1" Type="http://schemas.openxmlformats.org/officeDocument/2006/relationships/tags" Target="../tags/tag361.xml"/><Relationship Id="rId6" Type="http://schemas.openxmlformats.org/officeDocument/2006/relationships/image" Target="../media/image55.png"/><Relationship Id="rId5" Type="http://schemas.openxmlformats.org/officeDocument/2006/relationships/oleObject" Target="../embeddings/oleObject4.bin"/><Relationship Id="rId4"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3.xml"/></Relationships>
</file>

<file path=ppt/slides/_rels/slide1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9.xml"/><Relationship Id="rId1" Type="http://schemas.openxmlformats.org/officeDocument/2006/relationships/slideLayout" Target="../slideLayouts/slideLayout26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61.xml"/></Relationships>
</file>

<file path=ppt/slides/_rels/slide20.xml.rels><?xml version="1.0" encoding="UTF-8" standalone="yes"?>
<Relationships xmlns="http://schemas.openxmlformats.org/package/2006/relationships"><Relationship Id="rId8" Type="http://schemas.openxmlformats.org/officeDocument/2006/relationships/tags" Target="../tags/tag370.xml"/><Relationship Id="rId13" Type="http://schemas.openxmlformats.org/officeDocument/2006/relationships/notesSlide" Target="../notesSlides/notesSlide11.xml"/><Relationship Id="rId3" Type="http://schemas.openxmlformats.org/officeDocument/2006/relationships/tags" Target="../tags/tag365.xml"/><Relationship Id="rId7" Type="http://schemas.openxmlformats.org/officeDocument/2006/relationships/tags" Target="../tags/tag369.xml"/><Relationship Id="rId12" Type="http://schemas.openxmlformats.org/officeDocument/2006/relationships/slideLayout" Target="../slideLayouts/slideLayout133.xml"/><Relationship Id="rId2" Type="http://schemas.openxmlformats.org/officeDocument/2006/relationships/tags" Target="../tags/tag364.xml"/><Relationship Id="rId16" Type="http://schemas.openxmlformats.org/officeDocument/2006/relationships/image" Target="../media/image52.png"/><Relationship Id="rId1" Type="http://schemas.openxmlformats.org/officeDocument/2006/relationships/tags" Target="../tags/tag363.xml"/><Relationship Id="rId6" Type="http://schemas.openxmlformats.org/officeDocument/2006/relationships/tags" Target="../tags/tag368.xml"/><Relationship Id="rId11" Type="http://schemas.openxmlformats.org/officeDocument/2006/relationships/tags" Target="../tags/tag373.xml"/><Relationship Id="rId5" Type="http://schemas.openxmlformats.org/officeDocument/2006/relationships/tags" Target="../tags/tag367.xml"/><Relationship Id="rId15" Type="http://schemas.openxmlformats.org/officeDocument/2006/relationships/image" Target="../media/image57.png"/><Relationship Id="rId10" Type="http://schemas.openxmlformats.org/officeDocument/2006/relationships/tags" Target="../tags/tag372.xml"/><Relationship Id="rId4" Type="http://schemas.openxmlformats.org/officeDocument/2006/relationships/tags" Target="../tags/tag366.xml"/><Relationship Id="rId9" Type="http://schemas.openxmlformats.org/officeDocument/2006/relationships/tags" Target="../tags/tag371.xml"/><Relationship Id="rId14" Type="http://schemas.openxmlformats.org/officeDocument/2006/relationships/image" Target="../media/image50.png"/></Relationships>
</file>

<file path=ppt/slides/_rels/slide21.xml.rels><?xml version="1.0" encoding="UTF-8" standalone="yes"?>
<Relationships xmlns="http://schemas.openxmlformats.org/package/2006/relationships"><Relationship Id="rId8" Type="http://schemas.openxmlformats.org/officeDocument/2006/relationships/tags" Target="../tags/tag381.xml"/><Relationship Id="rId13" Type="http://schemas.openxmlformats.org/officeDocument/2006/relationships/image" Target="../media/image57.png"/><Relationship Id="rId3" Type="http://schemas.openxmlformats.org/officeDocument/2006/relationships/tags" Target="../tags/tag376.xml"/><Relationship Id="rId7" Type="http://schemas.openxmlformats.org/officeDocument/2006/relationships/tags" Target="../tags/tag380.xml"/><Relationship Id="rId12" Type="http://schemas.openxmlformats.org/officeDocument/2006/relationships/notesSlide" Target="../notesSlides/notesSlide12.xml"/><Relationship Id="rId2" Type="http://schemas.openxmlformats.org/officeDocument/2006/relationships/tags" Target="../tags/tag375.xml"/><Relationship Id="rId1" Type="http://schemas.openxmlformats.org/officeDocument/2006/relationships/tags" Target="../tags/tag374.xml"/><Relationship Id="rId6" Type="http://schemas.openxmlformats.org/officeDocument/2006/relationships/tags" Target="../tags/tag379.xml"/><Relationship Id="rId11" Type="http://schemas.openxmlformats.org/officeDocument/2006/relationships/slideLayout" Target="../slideLayouts/slideLayout133.xml"/><Relationship Id="rId5" Type="http://schemas.openxmlformats.org/officeDocument/2006/relationships/tags" Target="../tags/tag378.xml"/><Relationship Id="rId15" Type="http://schemas.openxmlformats.org/officeDocument/2006/relationships/image" Target="../media/image52.png"/><Relationship Id="rId10" Type="http://schemas.openxmlformats.org/officeDocument/2006/relationships/tags" Target="../tags/tag383.xml"/><Relationship Id="rId4" Type="http://schemas.openxmlformats.org/officeDocument/2006/relationships/tags" Target="../tags/tag377.xml"/><Relationship Id="rId9" Type="http://schemas.openxmlformats.org/officeDocument/2006/relationships/tags" Target="../tags/tag382.xml"/><Relationship Id="rId14" Type="http://schemas.openxmlformats.org/officeDocument/2006/relationships/image" Target="../media/image5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3.xml"/></Relationships>
</file>

<file path=ppt/slides/_rels/slide23.xml.rels><?xml version="1.0" encoding="UTF-8" standalone="yes"?>
<Relationships xmlns="http://schemas.openxmlformats.org/package/2006/relationships"><Relationship Id="rId8" Type="http://schemas.openxmlformats.org/officeDocument/2006/relationships/tags" Target="../tags/tag391.xml"/><Relationship Id="rId13" Type="http://schemas.openxmlformats.org/officeDocument/2006/relationships/tags" Target="../tags/tag396.xml"/><Relationship Id="rId18" Type="http://schemas.openxmlformats.org/officeDocument/2006/relationships/tags" Target="../tags/tag401.xml"/><Relationship Id="rId3" Type="http://schemas.openxmlformats.org/officeDocument/2006/relationships/tags" Target="../tags/tag386.xml"/><Relationship Id="rId21" Type="http://schemas.openxmlformats.org/officeDocument/2006/relationships/notesSlide" Target="../notesSlides/notesSlide13.xml"/><Relationship Id="rId7" Type="http://schemas.openxmlformats.org/officeDocument/2006/relationships/tags" Target="../tags/tag390.xml"/><Relationship Id="rId12" Type="http://schemas.openxmlformats.org/officeDocument/2006/relationships/tags" Target="../tags/tag395.xml"/><Relationship Id="rId17" Type="http://schemas.openxmlformats.org/officeDocument/2006/relationships/tags" Target="../tags/tag400.xml"/><Relationship Id="rId2" Type="http://schemas.openxmlformats.org/officeDocument/2006/relationships/tags" Target="../tags/tag385.xml"/><Relationship Id="rId16" Type="http://schemas.openxmlformats.org/officeDocument/2006/relationships/tags" Target="../tags/tag399.xml"/><Relationship Id="rId20" Type="http://schemas.openxmlformats.org/officeDocument/2006/relationships/slideLayout" Target="../slideLayouts/slideLayout133.xml"/><Relationship Id="rId1" Type="http://schemas.openxmlformats.org/officeDocument/2006/relationships/tags" Target="../tags/tag384.xml"/><Relationship Id="rId6" Type="http://schemas.openxmlformats.org/officeDocument/2006/relationships/tags" Target="../tags/tag389.xml"/><Relationship Id="rId11" Type="http://schemas.openxmlformats.org/officeDocument/2006/relationships/tags" Target="../tags/tag394.xml"/><Relationship Id="rId24" Type="http://schemas.openxmlformats.org/officeDocument/2006/relationships/image" Target="../media/image58.png"/><Relationship Id="rId5" Type="http://schemas.openxmlformats.org/officeDocument/2006/relationships/tags" Target="../tags/tag388.xml"/><Relationship Id="rId15" Type="http://schemas.openxmlformats.org/officeDocument/2006/relationships/tags" Target="../tags/tag398.xml"/><Relationship Id="rId23" Type="http://schemas.openxmlformats.org/officeDocument/2006/relationships/image" Target="../media/image50.png"/><Relationship Id="rId10" Type="http://schemas.openxmlformats.org/officeDocument/2006/relationships/tags" Target="../tags/tag393.xml"/><Relationship Id="rId19" Type="http://schemas.openxmlformats.org/officeDocument/2006/relationships/tags" Target="../tags/tag402.xml"/><Relationship Id="rId4" Type="http://schemas.openxmlformats.org/officeDocument/2006/relationships/tags" Target="../tags/tag387.xml"/><Relationship Id="rId9" Type="http://schemas.openxmlformats.org/officeDocument/2006/relationships/tags" Target="../tags/tag392.xml"/><Relationship Id="rId14" Type="http://schemas.openxmlformats.org/officeDocument/2006/relationships/tags" Target="../tags/tag397.xml"/><Relationship Id="rId22" Type="http://schemas.openxmlformats.org/officeDocument/2006/relationships/image" Target="../media/image5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itel 19">
            <a:extLst>
              <a:ext uri="{FF2B5EF4-FFF2-40B4-BE49-F238E27FC236}">
                <a16:creationId xmlns:a16="http://schemas.microsoft.com/office/drawing/2014/main" id="{8D17EF76-2217-4565-20CD-D65D723EE31F}"/>
              </a:ext>
            </a:extLst>
          </p:cNvPr>
          <p:cNvSpPr>
            <a:spLocks noGrp="1"/>
          </p:cNvSpPr>
          <p:nvPr>
            <p:ph type="ctrTitle"/>
          </p:nvPr>
        </p:nvSpPr>
        <p:spPr bwMode="gray">
          <a:xfrm>
            <a:off x="371532" y="1381042"/>
            <a:ext cx="8280755" cy="2623839"/>
          </a:xfrm>
        </p:spPr>
        <p:txBody>
          <a:bodyPr/>
          <a:lstStyle/>
          <a:p>
            <a:r>
              <a:rPr lang="en-US" altLang="zh-CN" sz="3200"/>
              <a:t>Portfolio Executive Committee </a:t>
            </a:r>
            <a:r>
              <a:rPr lang="en-GB" altLang="zh-CN" sz="3200"/>
              <a:t>(PEC) </a:t>
            </a:r>
            <a:br>
              <a:rPr lang="en-GB" altLang="zh-CN" sz="3200"/>
            </a:br>
            <a:r>
              <a:rPr lang="en-GB" altLang="zh-CN" sz="3200"/>
              <a:t>Review Meeting </a:t>
            </a:r>
            <a:br>
              <a:rPr lang="en-GB" altLang="zh-CN" sz="3200"/>
            </a:br>
            <a:br>
              <a:rPr lang="en-GB" altLang="zh-CN" sz="3200"/>
            </a:br>
            <a:br>
              <a:rPr lang="en-GB" altLang="zh-CN" sz="3200"/>
            </a:br>
            <a:r>
              <a:rPr lang="en-GB" altLang="zh-CN" sz="3200" b="1"/>
              <a:t>Portfolio Overview Update - CREA</a:t>
            </a:r>
            <a:endParaRPr lang="en-US" sz="3200"/>
          </a:p>
        </p:txBody>
      </p:sp>
      <p:sp>
        <p:nvSpPr>
          <p:cNvPr id="3" name="Untertitel 2">
            <a:extLst>
              <a:ext uri="{FF2B5EF4-FFF2-40B4-BE49-F238E27FC236}">
                <a16:creationId xmlns:a16="http://schemas.microsoft.com/office/drawing/2014/main" id="{692796CB-E2C8-8508-DF5A-FC10693F0AFB}"/>
              </a:ext>
            </a:extLst>
          </p:cNvPr>
          <p:cNvSpPr>
            <a:spLocks noGrp="1"/>
          </p:cNvSpPr>
          <p:nvPr>
            <p:ph type="subTitle" idx="1"/>
          </p:nvPr>
        </p:nvSpPr>
        <p:spPr bwMode="gray">
          <a:xfrm>
            <a:off x="371533" y="4447909"/>
            <a:ext cx="8281375" cy="936000"/>
          </a:xfrm>
        </p:spPr>
        <p:txBody>
          <a:bodyPr/>
          <a:lstStyle/>
          <a:p>
            <a:pPr lvl="1"/>
            <a:r>
              <a:rPr lang="en-US" altLang="zh-CN" sz="2133"/>
              <a:t>Sarah Liang, </a:t>
            </a:r>
            <a:r>
              <a:rPr lang="en-US" sz="2133"/>
              <a:t>Jiaqi Lu | 25</a:t>
            </a:r>
            <a:r>
              <a:rPr lang="en-US" sz="2133" baseline="30000"/>
              <a:t>th</a:t>
            </a:r>
            <a:r>
              <a:rPr lang="en-US" sz="2133"/>
              <a:t> Apr</a:t>
            </a:r>
            <a:r>
              <a:rPr lang="en-US" altLang="zh-CN" sz="2133"/>
              <a:t>,</a:t>
            </a:r>
            <a:r>
              <a:rPr lang="zh-CN" altLang="en-US" sz="2133"/>
              <a:t> </a:t>
            </a:r>
            <a:r>
              <a:rPr lang="en-US" altLang="zh-CN" sz="2133"/>
              <a:t>2024</a:t>
            </a:r>
            <a:r>
              <a:rPr lang="zh-CN" altLang="en-US" sz="2133"/>
              <a:t> </a:t>
            </a:r>
            <a:r>
              <a:rPr lang="en-US" sz="2133"/>
              <a:t>| 15 min</a:t>
            </a:r>
          </a:p>
        </p:txBody>
      </p:sp>
      <p:sp>
        <p:nvSpPr>
          <p:cNvPr id="17" name="Fußzeilenplatzhalter 16">
            <a:extLst>
              <a:ext uri="{FF2B5EF4-FFF2-40B4-BE49-F238E27FC236}">
                <a16:creationId xmlns:a16="http://schemas.microsoft.com/office/drawing/2014/main" id="{F654D22F-3A89-4EFD-C1CD-0566D4DCFD4D}"/>
              </a:ext>
            </a:extLst>
          </p:cNvPr>
          <p:cNvSpPr>
            <a:spLocks noGrp="1"/>
          </p:cNvSpPr>
          <p:nvPr>
            <p:ph type="ftr" sz="quarter" idx="19"/>
          </p:nvPr>
        </p:nvSpPr>
        <p:spPr bwMode="gray"/>
        <p:txBody>
          <a:bodyPr/>
          <a:lstStyle/>
          <a:p>
            <a:pPr marL="0" marR="0" lvl="0" indent="0" algn="l" defTabSz="914377"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prstClr val="white"/>
                </a:solidFill>
                <a:effectLst/>
                <a:uLnTx/>
                <a:uFillTx/>
                <a:latin typeface="Boehringer Forward Text"/>
                <a:ea typeface="+mn-ea"/>
                <a:cs typeface="+mn-cs"/>
              </a:rPr>
              <a:t>ONLY FOR INTERNAL USE</a:t>
            </a:r>
          </a:p>
        </p:txBody>
      </p:sp>
      <p:sp>
        <p:nvSpPr>
          <p:cNvPr id="5" name="Textfeld 4">
            <a:extLst>
              <a:ext uri="{FF2B5EF4-FFF2-40B4-BE49-F238E27FC236}">
                <a16:creationId xmlns:a16="http://schemas.microsoft.com/office/drawing/2014/main" id="{839FA9F0-3369-8108-E195-C7D33FD09D0A}"/>
              </a:ext>
            </a:extLst>
          </p:cNvPr>
          <p:cNvSpPr txBox="1"/>
          <p:nvPr/>
        </p:nvSpPr>
        <p:spPr bwMode="gray">
          <a:xfrm>
            <a:off x="1964267" y="1027289"/>
            <a:ext cx="0" cy="0"/>
          </a:xfrm>
          <a:prstGeom prst="rect">
            <a:avLst/>
          </a:prstGeom>
          <a:noFill/>
        </p:spPr>
        <p:txBody>
          <a:bodyPr wrap="none" lIns="0" tIns="0" rIns="0" bIns="0" rtlCol="0">
            <a:noAutofit/>
          </a:bodyPr>
          <a:lstStyle/>
          <a:p>
            <a:pPr marL="179996" marR="0" lvl="0" indent="-179996" algn="l" defTabSz="914377"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21338484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Rectangle: Rounded Corners 47">
            <a:extLst>
              <a:ext uri="{FF2B5EF4-FFF2-40B4-BE49-F238E27FC236}">
                <a16:creationId xmlns:a16="http://schemas.microsoft.com/office/drawing/2014/main" id="{B1C0489E-3D3F-4739-1BF6-50D676190BEA}"/>
              </a:ext>
            </a:extLst>
          </p:cNvPr>
          <p:cNvSpPr/>
          <p:nvPr/>
        </p:nvSpPr>
        <p:spPr>
          <a:xfrm>
            <a:off x="1751906" y="1625552"/>
            <a:ext cx="6635568" cy="1046681"/>
          </a:xfrm>
          <a:prstGeom prst="roundRect">
            <a:avLst/>
          </a:prstGeom>
          <a:solidFill>
            <a:srgbClr val="F4D6D6"/>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0" cap="none" spc="0" normalizeH="0" baseline="0" noProof="0">
              <a:ln>
                <a:noFill/>
              </a:ln>
              <a:solidFill>
                <a:prstClr val="white"/>
              </a:solidFill>
              <a:effectLst/>
              <a:uLnTx/>
              <a:uFillTx/>
              <a:latin typeface="Boehringer Forward Text"/>
              <a:ea typeface="+mn-ea"/>
              <a:cs typeface="+mn-cs"/>
            </a:endParaRPr>
          </a:p>
        </p:txBody>
      </p:sp>
      <p:sp>
        <p:nvSpPr>
          <p:cNvPr id="158" name="Title 1">
            <a:extLst>
              <a:ext uri="{FF2B5EF4-FFF2-40B4-BE49-F238E27FC236}">
                <a16:creationId xmlns:a16="http://schemas.microsoft.com/office/drawing/2014/main" id="{90762574-1AE7-4908-9788-CE21F39BC617}"/>
              </a:ext>
            </a:extLst>
          </p:cNvPr>
          <p:cNvSpPr>
            <a:spLocks noGrp="1"/>
          </p:cNvSpPr>
          <p:nvPr>
            <p:ph type="title"/>
          </p:nvPr>
        </p:nvSpPr>
        <p:spPr>
          <a:xfrm>
            <a:off x="249704" y="140933"/>
            <a:ext cx="11211800" cy="738664"/>
          </a:xfrm>
        </p:spPr>
        <p:txBody>
          <a:bodyPr/>
          <a:lstStyle/>
          <a:p>
            <a:pPr>
              <a:lnSpc>
                <a:spcPct val="100000"/>
              </a:lnSpc>
              <a:spcAft>
                <a:spcPts val="300"/>
              </a:spcAft>
            </a:pPr>
            <a:r>
              <a:rPr lang="en-US" altLang="zh-CN" sz="2000">
                <a:solidFill>
                  <a:srgbClr val="000000"/>
                </a:solidFill>
              </a:rPr>
              <a:t>Ongoing:</a:t>
            </a:r>
            <a:br>
              <a:rPr lang="en-US" altLang="zh-CN" sz="2000">
                <a:solidFill>
                  <a:srgbClr val="000000"/>
                </a:solidFill>
              </a:rPr>
            </a:br>
            <a:r>
              <a:rPr lang="en-US" altLang="zh-CN" sz="2000" err="1">
                <a:solidFill>
                  <a:srgbClr val="000000"/>
                </a:solidFill>
              </a:rPr>
              <a:t>Iclepertin</a:t>
            </a:r>
            <a:r>
              <a:rPr lang="en-US" altLang="zh-CN" sz="2000">
                <a:solidFill>
                  <a:srgbClr val="000000"/>
                </a:solidFill>
              </a:rPr>
              <a:t> GlyT1 — Cognitive Impairment associated with Schizophrenia (CIAS) </a:t>
            </a:r>
            <a:endParaRPr lang="zh-CN" altLang="en-US" sz="2000">
              <a:solidFill>
                <a:srgbClr val="000000"/>
              </a:solidFill>
            </a:endParaRPr>
          </a:p>
        </p:txBody>
      </p:sp>
      <p:sp>
        <p:nvSpPr>
          <p:cNvPr id="7" name="页脚占位符 6"/>
          <p:cNvSpPr>
            <a:spLocks noGrp="1"/>
          </p:cNvSpPr>
          <p:nvPr>
            <p:ph type="ftr" sz="quarter" idx="11"/>
          </p:nvPr>
        </p:nvSpPr>
        <p:spPr>
          <a:xfrm>
            <a:off x="6312024" y="6498824"/>
            <a:ext cx="5040560" cy="153888"/>
          </a:xfrm>
          <a:prstGeom prst="rect">
            <a:avLst/>
          </a:prstGeom>
        </p:spPr>
        <p:txBody>
          <a:bodyPr vert="horz" wrap="square" lIns="0" tIns="0" rIns="0" bIns="0" rtlCol="0" anchor="ctr">
            <a:spAutoFit/>
          </a:bodyPr>
          <a:lstStyle>
            <a:defPPr>
              <a:defRPr lang="zh-CN"/>
            </a:defPPr>
            <a:lvl1pPr marL="0" algn="l" defTabSz="914400" rtl="0" eaLnBrk="1" latinLnBrk="0" hangingPunct="1">
              <a:defRPr sz="1067" b="0" i="0" kern="1200">
                <a:solidFill>
                  <a:srgbClr val="7F7F7F"/>
                </a:solidFill>
                <a:latin typeface="BISans" panose="02000503040000020004" pitchFamily="2" charset="0"/>
                <a:ea typeface="+mn-ea"/>
                <a:cs typeface="BISans" panose="02000503040000020004" pitchFamily="2"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7F7F7F"/>
                </a:solidFill>
                <a:effectLst/>
                <a:uLnTx/>
                <a:uFillTx/>
                <a:latin typeface="Boehringer Forward Text"/>
                <a:ea typeface="+mn-ea"/>
              </a:rPr>
              <a:t>Confidential</a:t>
            </a:r>
            <a:endParaRPr kumimoji="0" lang="en-GB" sz="1000" b="0" i="0" u="none" strike="noStrike" kern="1200" cap="none" spc="0" normalizeH="0" baseline="0" noProof="0">
              <a:ln>
                <a:noFill/>
              </a:ln>
              <a:solidFill>
                <a:srgbClr val="7F7F7F"/>
              </a:solidFill>
              <a:effectLst/>
              <a:uLnTx/>
              <a:uFillTx/>
              <a:latin typeface="Boehringer Forward Text"/>
              <a:ea typeface="+mn-ea"/>
            </a:endParaRPr>
          </a:p>
        </p:txBody>
      </p:sp>
      <p:sp>
        <p:nvSpPr>
          <p:cNvPr id="3" name="Slide Number Placeholder 2"/>
          <p:cNvSpPr>
            <a:spLocks noGrp="1"/>
          </p:cNvSpPr>
          <p:nvPr>
            <p:ph type="sldNum" sz="quarter" idx="12"/>
          </p:nvPr>
        </p:nvSpPr>
        <p:spPr>
          <a:xfrm>
            <a:off x="11669152" y="6654599"/>
            <a:ext cx="184346" cy="164212"/>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1000" b="0" i="0" u="none" strike="noStrike" kern="1200" cap="none" spc="0" normalizeH="0" baseline="0" noProof="0" smtClean="0">
                <a:ln>
                  <a:noFill/>
                </a:ln>
                <a:solidFill>
                  <a:srgbClr val="7F7F7F"/>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000" b="0" i="0" u="none" strike="noStrike" kern="1200" cap="none" spc="0" normalizeH="0" baseline="0" noProof="0">
              <a:ln>
                <a:noFill/>
              </a:ln>
              <a:solidFill>
                <a:srgbClr val="7F7F7F"/>
              </a:solidFill>
              <a:effectLst/>
              <a:uLnTx/>
              <a:uFillTx/>
              <a:latin typeface="Boehringer Forward Text"/>
              <a:ea typeface="+mn-ea"/>
              <a:cs typeface="+mn-cs"/>
            </a:endParaRPr>
          </a:p>
        </p:txBody>
      </p:sp>
      <p:sp>
        <p:nvSpPr>
          <p:cNvPr id="43" name="TextBox 42"/>
          <p:cNvSpPr txBox="1"/>
          <p:nvPr/>
        </p:nvSpPr>
        <p:spPr>
          <a:xfrm>
            <a:off x="102177" y="1853287"/>
            <a:ext cx="640080" cy="369332"/>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Ph3-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1346.11, 12, 13</a:t>
            </a:r>
          </a:p>
        </p:txBody>
      </p:sp>
      <p:sp>
        <p:nvSpPr>
          <p:cNvPr id="65" name="OTLSHAPE_T_5a934a26f311425e8ebaa0f45e6533ad_Shape">
            <a:extLst>
              <a:ext uri="{FF2B5EF4-FFF2-40B4-BE49-F238E27FC236}">
                <a16:creationId xmlns:a16="http://schemas.microsoft.com/office/drawing/2014/main" id="{A1E70551-578A-4B35-ACAC-04BA6E603952}"/>
              </a:ext>
            </a:extLst>
          </p:cNvPr>
          <p:cNvSpPr/>
          <p:nvPr>
            <p:custDataLst>
              <p:tags r:id="rId1"/>
            </p:custDataLst>
          </p:nvPr>
        </p:nvSpPr>
        <p:spPr bwMode="auto">
          <a:xfrm>
            <a:off x="6229264" y="1792913"/>
            <a:ext cx="1116000" cy="18288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000" b="1" i="0" u="none" strike="noStrike" kern="1200" cap="none" spc="-7" normalizeH="0" baseline="0" noProof="0">
              <a:ln>
                <a:noFill/>
              </a:ln>
              <a:solidFill>
                <a:srgbClr val="000000"/>
              </a:solidFill>
              <a:effectLst/>
              <a:uLnTx/>
              <a:uFillTx/>
              <a:latin typeface="Boehringer Forward Text"/>
              <a:ea typeface="+mn-ea"/>
              <a:cs typeface="+mn-cs"/>
            </a:endParaRPr>
          </a:p>
        </p:txBody>
      </p:sp>
      <p:sp>
        <p:nvSpPr>
          <p:cNvPr id="71" name="OTLSHAPE_T_e17f3958430f4cff8650518c93c7635e_StartDate">
            <a:extLst>
              <a:ext uri="{FF2B5EF4-FFF2-40B4-BE49-F238E27FC236}">
                <a16:creationId xmlns:a16="http://schemas.microsoft.com/office/drawing/2014/main" id="{9224C17E-1AA1-4096-A3FD-25D6FD8BA444}"/>
              </a:ext>
            </a:extLst>
          </p:cNvPr>
          <p:cNvSpPr txBox="1"/>
          <p:nvPr>
            <p:custDataLst>
              <p:tags r:id="rId2"/>
            </p:custDataLst>
          </p:nvPr>
        </p:nvSpPr>
        <p:spPr>
          <a:xfrm>
            <a:off x="7164293" y="2174620"/>
            <a:ext cx="468000"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Nov</a:t>
            </a:r>
            <a:r>
              <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a:t>
            </a: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24</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72" name="OTLSHAPE_T_e17f3958430f4cff8650518c93c7635e_StartDate">
            <a:extLst>
              <a:ext uri="{FF2B5EF4-FFF2-40B4-BE49-F238E27FC236}">
                <a16:creationId xmlns:a16="http://schemas.microsoft.com/office/drawing/2014/main" id="{9224C17E-1AA1-4096-A3FD-25D6FD8BA444}"/>
              </a:ext>
            </a:extLst>
          </p:cNvPr>
          <p:cNvSpPr txBox="1"/>
          <p:nvPr>
            <p:custDataLst>
              <p:tags r:id="rId3"/>
            </p:custDataLst>
          </p:nvPr>
        </p:nvSpPr>
        <p:spPr>
          <a:xfrm>
            <a:off x="6137313" y="1662515"/>
            <a:ext cx="432000"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Mar’24</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aphicFrame>
        <p:nvGraphicFramePr>
          <p:cNvPr id="103" name="Table 102">
            <a:extLst>
              <a:ext uri="{FF2B5EF4-FFF2-40B4-BE49-F238E27FC236}">
                <a16:creationId xmlns:a16="http://schemas.microsoft.com/office/drawing/2014/main" id="{EB1832F7-86BE-4DEE-91F1-447638E4A957}"/>
              </a:ext>
            </a:extLst>
          </p:cNvPr>
          <p:cNvGraphicFramePr>
            <a:graphicFrameLocks noGrp="1"/>
          </p:cNvGraphicFramePr>
          <p:nvPr/>
        </p:nvGraphicFramePr>
        <p:xfrm>
          <a:off x="1234126" y="991232"/>
          <a:ext cx="10725912" cy="634320"/>
        </p:xfrm>
        <a:graphic>
          <a:graphicData uri="http://schemas.openxmlformats.org/drawingml/2006/table">
            <a:tbl>
              <a:tblPr firstRow="1" bandRow="1"/>
              <a:tblGrid>
                <a:gridCol w="466344">
                  <a:extLst>
                    <a:ext uri="{9D8B030D-6E8A-4147-A177-3AD203B41FA5}">
                      <a16:colId xmlns:a16="http://schemas.microsoft.com/office/drawing/2014/main" val="3440177902"/>
                    </a:ext>
                  </a:extLst>
                </a:gridCol>
                <a:gridCol w="466344">
                  <a:extLst>
                    <a:ext uri="{9D8B030D-6E8A-4147-A177-3AD203B41FA5}">
                      <a16:colId xmlns:a16="http://schemas.microsoft.com/office/drawing/2014/main" val="1878991132"/>
                    </a:ext>
                  </a:extLst>
                </a:gridCol>
                <a:gridCol w="466344">
                  <a:extLst>
                    <a:ext uri="{9D8B030D-6E8A-4147-A177-3AD203B41FA5}">
                      <a16:colId xmlns:a16="http://schemas.microsoft.com/office/drawing/2014/main" val="3696607442"/>
                    </a:ext>
                  </a:extLst>
                </a:gridCol>
                <a:gridCol w="466344">
                  <a:extLst>
                    <a:ext uri="{9D8B030D-6E8A-4147-A177-3AD203B41FA5}">
                      <a16:colId xmlns:a16="http://schemas.microsoft.com/office/drawing/2014/main" val="223989776"/>
                    </a:ext>
                  </a:extLst>
                </a:gridCol>
                <a:gridCol w="466344">
                  <a:extLst>
                    <a:ext uri="{9D8B030D-6E8A-4147-A177-3AD203B41FA5}">
                      <a16:colId xmlns:a16="http://schemas.microsoft.com/office/drawing/2014/main" val="124731204"/>
                    </a:ext>
                  </a:extLst>
                </a:gridCol>
                <a:gridCol w="466344">
                  <a:extLst>
                    <a:ext uri="{9D8B030D-6E8A-4147-A177-3AD203B41FA5}">
                      <a16:colId xmlns:a16="http://schemas.microsoft.com/office/drawing/2014/main" val="3066978585"/>
                    </a:ext>
                  </a:extLst>
                </a:gridCol>
                <a:gridCol w="466344">
                  <a:extLst>
                    <a:ext uri="{9D8B030D-6E8A-4147-A177-3AD203B41FA5}">
                      <a16:colId xmlns:a16="http://schemas.microsoft.com/office/drawing/2014/main" val="1064917641"/>
                    </a:ext>
                  </a:extLst>
                </a:gridCol>
                <a:gridCol w="466344">
                  <a:extLst>
                    <a:ext uri="{9D8B030D-6E8A-4147-A177-3AD203B41FA5}">
                      <a16:colId xmlns:a16="http://schemas.microsoft.com/office/drawing/2014/main" val="4221117315"/>
                    </a:ext>
                  </a:extLst>
                </a:gridCol>
                <a:gridCol w="466344">
                  <a:extLst>
                    <a:ext uri="{9D8B030D-6E8A-4147-A177-3AD203B41FA5}">
                      <a16:colId xmlns:a16="http://schemas.microsoft.com/office/drawing/2014/main" val="3266065341"/>
                    </a:ext>
                  </a:extLst>
                </a:gridCol>
                <a:gridCol w="466344">
                  <a:extLst>
                    <a:ext uri="{9D8B030D-6E8A-4147-A177-3AD203B41FA5}">
                      <a16:colId xmlns:a16="http://schemas.microsoft.com/office/drawing/2014/main" val="2374051224"/>
                    </a:ext>
                  </a:extLst>
                </a:gridCol>
                <a:gridCol w="466344">
                  <a:extLst>
                    <a:ext uri="{9D8B030D-6E8A-4147-A177-3AD203B41FA5}">
                      <a16:colId xmlns:a16="http://schemas.microsoft.com/office/drawing/2014/main" val="1840388365"/>
                    </a:ext>
                  </a:extLst>
                </a:gridCol>
                <a:gridCol w="466344">
                  <a:extLst>
                    <a:ext uri="{9D8B030D-6E8A-4147-A177-3AD203B41FA5}">
                      <a16:colId xmlns:a16="http://schemas.microsoft.com/office/drawing/2014/main" val="267750830"/>
                    </a:ext>
                  </a:extLst>
                </a:gridCol>
                <a:gridCol w="466344">
                  <a:extLst>
                    <a:ext uri="{9D8B030D-6E8A-4147-A177-3AD203B41FA5}">
                      <a16:colId xmlns:a16="http://schemas.microsoft.com/office/drawing/2014/main" val="3966469970"/>
                    </a:ext>
                  </a:extLst>
                </a:gridCol>
                <a:gridCol w="466344">
                  <a:extLst>
                    <a:ext uri="{9D8B030D-6E8A-4147-A177-3AD203B41FA5}">
                      <a16:colId xmlns:a16="http://schemas.microsoft.com/office/drawing/2014/main" val="2522973146"/>
                    </a:ext>
                  </a:extLst>
                </a:gridCol>
                <a:gridCol w="466344">
                  <a:extLst>
                    <a:ext uri="{9D8B030D-6E8A-4147-A177-3AD203B41FA5}">
                      <a16:colId xmlns:a16="http://schemas.microsoft.com/office/drawing/2014/main" val="753966386"/>
                    </a:ext>
                  </a:extLst>
                </a:gridCol>
                <a:gridCol w="466344">
                  <a:extLst>
                    <a:ext uri="{9D8B030D-6E8A-4147-A177-3AD203B41FA5}">
                      <a16:colId xmlns:a16="http://schemas.microsoft.com/office/drawing/2014/main" val="1355418905"/>
                    </a:ext>
                  </a:extLst>
                </a:gridCol>
                <a:gridCol w="466344">
                  <a:extLst>
                    <a:ext uri="{9D8B030D-6E8A-4147-A177-3AD203B41FA5}">
                      <a16:colId xmlns:a16="http://schemas.microsoft.com/office/drawing/2014/main" val="1035493765"/>
                    </a:ext>
                  </a:extLst>
                </a:gridCol>
                <a:gridCol w="466344">
                  <a:extLst>
                    <a:ext uri="{9D8B030D-6E8A-4147-A177-3AD203B41FA5}">
                      <a16:colId xmlns:a16="http://schemas.microsoft.com/office/drawing/2014/main" val="3151529487"/>
                    </a:ext>
                  </a:extLst>
                </a:gridCol>
                <a:gridCol w="466344">
                  <a:extLst>
                    <a:ext uri="{9D8B030D-6E8A-4147-A177-3AD203B41FA5}">
                      <a16:colId xmlns:a16="http://schemas.microsoft.com/office/drawing/2014/main" val="3072312115"/>
                    </a:ext>
                  </a:extLst>
                </a:gridCol>
                <a:gridCol w="466344">
                  <a:extLst>
                    <a:ext uri="{9D8B030D-6E8A-4147-A177-3AD203B41FA5}">
                      <a16:colId xmlns:a16="http://schemas.microsoft.com/office/drawing/2014/main" val="3894931867"/>
                    </a:ext>
                  </a:extLst>
                </a:gridCol>
                <a:gridCol w="466344">
                  <a:extLst>
                    <a:ext uri="{9D8B030D-6E8A-4147-A177-3AD203B41FA5}">
                      <a16:colId xmlns:a16="http://schemas.microsoft.com/office/drawing/2014/main" val="511001098"/>
                    </a:ext>
                  </a:extLst>
                </a:gridCol>
                <a:gridCol w="466344">
                  <a:extLst>
                    <a:ext uri="{9D8B030D-6E8A-4147-A177-3AD203B41FA5}">
                      <a16:colId xmlns:a16="http://schemas.microsoft.com/office/drawing/2014/main" val="3099542058"/>
                    </a:ext>
                  </a:extLst>
                </a:gridCol>
                <a:gridCol w="466344">
                  <a:extLst>
                    <a:ext uri="{9D8B030D-6E8A-4147-A177-3AD203B41FA5}">
                      <a16:colId xmlns:a16="http://schemas.microsoft.com/office/drawing/2014/main" val="2475065538"/>
                    </a:ext>
                  </a:extLst>
                </a:gridCol>
              </a:tblGrid>
              <a:tr h="274320">
                <a:tc gridSpan="2">
                  <a:txBody>
                    <a:bodyPr/>
                    <a:lstStyle/>
                    <a:p>
                      <a:pPr marL="0" algn="ctr" defTabSz="914400" rtl="0" eaLnBrk="1" latinLnBrk="0" hangingPunct="1"/>
                      <a:r>
                        <a:rPr lang="en-US" altLang="zh-CN" sz="1100" b="1" kern="1200">
                          <a:solidFill>
                            <a:schemeClr val="lt1"/>
                          </a:solidFill>
                          <a:latin typeface="+mn-lt"/>
                          <a:ea typeface="+mn-ea"/>
                          <a:cs typeface="Arial" panose="020B0604020202020204" pitchFamily="34" charset="0"/>
                        </a:rPr>
                        <a:t>2021</a:t>
                      </a:r>
                      <a:endParaRPr lang="zh-CN" altLang="en-US" sz="1100" b="1" kern="1200">
                        <a:solidFill>
                          <a:schemeClr val="lt1"/>
                        </a:solidFill>
                        <a:latin typeface="+mn-lt"/>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mn-lt"/>
                          <a:ea typeface="+mn-ea"/>
                          <a:cs typeface="Arial" panose="020B0604020202020204" pitchFamily="34" charset="0"/>
                        </a:rPr>
                        <a:t>2022</a:t>
                      </a:r>
                      <a:endParaRPr lang="zh-CN" altLang="en-US" sz="1100" b="1" kern="1200">
                        <a:solidFill>
                          <a:schemeClr val="lt1"/>
                        </a:solidFill>
                        <a:latin typeface="+mn-lt"/>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mn-lt"/>
                          <a:ea typeface="+mn-ea"/>
                          <a:cs typeface="Arial" panose="020B0604020202020204" pitchFamily="34" charset="0"/>
                        </a:rPr>
                        <a:t>2023</a:t>
                      </a:r>
                      <a:endParaRPr lang="zh-CN" altLang="en-US" sz="1100" b="1" kern="1200">
                        <a:solidFill>
                          <a:schemeClr val="lt1"/>
                        </a:solidFill>
                        <a:latin typeface="+mn-lt"/>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mn-lt"/>
                          <a:ea typeface="+mn-ea"/>
                          <a:cs typeface="Arial" panose="020B0604020202020204" pitchFamily="34" charset="0"/>
                        </a:rPr>
                        <a:t>2024</a:t>
                      </a:r>
                      <a:endParaRPr lang="zh-CN" altLang="en-US" sz="1100" b="1" kern="1200">
                        <a:solidFill>
                          <a:schemeClr val="lt1"/>
                        </a:solidFill>
                        <a:latin typeface="+mn-lt"/>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mn-lt"/>
                          <a:ea typeface="+mn-ea"/>
                          <a:cs typeface="Arial" panose="020B0604020202020204" pitchFamily="34" charset="0"/>
                        </a:rPr>
                        <a:t>2025</a:t>
                      </a:r>
                      <a:endParaRPr lang="zh-CN" altLang="en-US" sz="1100" b="1" kern="1200">
                        <a:solidFill>
                          <a:schemeClr val="lt1"/>
                        </a:solidFill>
                        <a:latin typeface="+mn-lt"/>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mn-lt"/>
                          <a:ea typeface="+mn-ea"/>
                          <a:cs typeface="Arial" panose="020B0604020202020204" pitchFamily="34" charset="0"/>
                        </a:rPr>
                        <a:t>2026</a:t>
                      </a:r>
                      <a:endParaRPr lang="zh-CN" altLang="en-US" sz="1100" b="1" kern="1200">
                        <a:solidFill>
                          <a:schemeClr val="lt1"/>
                        </a:solidFill>
                        <a:latin typeface="+mn-lt"/>
                        <a:ea typeface="+mn-ea"/>
                        <a:cs typeface="Arial" panose="020B0604020202020204" pitchFamily="34" charset="0"/>
                      </a:endParaRP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00000"/>
                    </a:solidFill>
                  </a:tcPr>
                </a:tc>
                <a:tc rowSpan="2">
                  <a:txBody>
                    <a:bodyPr/>
                    <a:lstStyle/>
                    <a:p>
                      <a:pPr marL="0" algn="ctr" defTabSz="914400" rtl="0" eaLnBrk="1" latinLnBrk="0" hangingPunct="1"/>
                      <a:r>
                        <a:rPr lang="en-US" altLang="zh-CN" sz="1100" b="1" kern="1200">
                          <a:solidFill>
                            <a:schemeClr val="lt1"/>
                          </a:solidFill>
                          <a:latin typeface="+mn-lt"/>
                          <a:ea typeface="+mn-ea"/>
                          <a:cs typeface="Arial" panose="020B0604020202020204" pitchFamily="34" charset="0"/>
                        </a:rPr>
                        <a:t>2027</a:t>
                      </a:r>
                      <a:endParaRPr lang="zh-CN" altLang="en-US" sz="1100" b="1" kern="1200">
                        <a:solidFill>
                          <a:schemeClr val="lt1"/>
                        </a:solidFill>
                        <a:latin typeface="+mn-lt"/>
                        <a:ea typeface="+mn-ea"/>
                        <a:cs typeface="Arial" panose="020B0604020202020204" pitchFamily="34" charset="0"/>
                      </a:endParaRP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00000"/>
                    </a:solidFill>
                  </a:tcPr>
                </a:tc>
                <a:tc rowSpan="2">
                  <a:txBody>
                    <a:bodyPr/>
                    <a:lstStyle/>
                    <a:p>
                      <a:pPr marL="0" algn="ctr" defTabSz="914400" rtl="0" eaLnBrk="1" latinLnBrk="0" hangingPunct="1"/>
                      <a:r>
                        <a:rPr lang="en-US" altLang="zh-CN" sz="1100" b="1" kern="1200">
                          <a:solidFill>
                            <a:schemeClr val="lt1"/>
                          </a:solidFill>
                          <a:latin typeface="+mn-lt"/>
                          <a:ea typeface="+mn-ea"/>
                          <a:cs typeface="Arial" panose="020B0604020202020204" pitchFamily="34" charset="0"/>
                        </a:rPr>
                        <a:t>2028</a:t>
                      </a:r>
                      <a:endParaRPr lang="zh-CN" altLang="en-US" sz="1100" b="1" kern="1200">
                        <a:solidFill>
                          <a:schemeClr val="lt1"/>
                        </a:solidFill>
                        <a:latin typeface="+mn-lt"/>
                        <a:ea typeface="+mn-ea"/>
                        <a:cs typeface="Arial" panose="020B0604020202020204" pitchFamily="34" charset="0"/>
                      </a:endParaRP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00000"/>
                    </a:solidFill>
                  </a:tcPr>
                </a:tc>
                <a:tc rowSpan="2">
                  <a:txBody>
                    <a:bodyPr/>
                    <a:lstStyle/>
                    <a:p>
                      <a:pPr marL="0" algn="ctr" defTabSz="914400" rtl="0" eaLnBrk="1" latinLnBrk="0" hangingPunct="1"/>
                      <a:r>
                        <a:rPr lang="en-US" altLang="zh-CN" sz="1100" b="1" kern="1200">
                          <a:solidFill>
                            <a:schemeClr val="lt1"/>
                          </a:solidFill>
                          <a:latin typeface="+mn-lt"/>
                          <a:ea typeface="+mn-ea"/>
                          <a:cs typeface="Arial" panose="020B0604020202020204" pitchFamily="34" charset="0"/>
                        </a:rPr>
                        <a:t>2029</a:t>
                      </a:r>
                      <a:endParaRPr lang="zh-CN" altLang="en-US" sz="1100" b="1" kern="1200">
                        <a:solidFill>
                          <a:schemeClr val="lt1"/>
                        </a:solidFill>
                        <a:latin typeface="+mn-lt"/>
                        <a:ea typeface="+mn-ea"/>
                        <a:cs typeface="Arial" panose="020B0604020202020204" pitchFamily="34" charset="0"/>
                      </a:endParaRP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00000"/>
                    </a:solidFill>
                  </a:tcPr>
                </a:tc>
                <a:tc rowSpan="2">
                  <a:txBody>
                    <a:bodyPr/>
                    <a:lstStyle/>
                    <a:p>
                      <a:pPr marL="0" algn="ctr" defTabSz="914400" rtl="0" eaLnBrk="1" latinLnBrk="0" hangingPunct="1"/>
                      <a:r>
                        <a:rPr lang="en-US" altLang="zh-CN" sz="1100" b="1" kern="1200">
                          <a:solidFill>
                            <a:schemeClr val="lt1"/>
                          </a:solidFill>
                          <a:latin typeface="+mn-lt"/>
                          <a:ea typeface="+mn-ea"/>
                          <a:cs typeface="Arial" panose="020B0604020202020204" pitchFamily="34" charset="0"/>
                        </a:rPr>
                        <a:t>2030</a:t>
                      </a:r>
                      <a:endParaRPr lang="zh-CN" altLang="en-US" sz="1100" b="1" kern="1200">
                        <a:solidFill>
                          <a:schemeClr val="lt1"/>
                        </a:solidFill>
                        <a:latin typeface="+mn-lt"/>
                        <a:ea typeface="+mn-ea"/>
                        <a:cs typeface="Arial" panose="020B0604020202020204" pitchFamily="34" charset="0"/>
                      </a:endParaRP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3603824039"/>
                  </a:ext>
                </a:extLst>
              </a:tr>
              <a:tr h="360000">
                <a:tc>
                  <a:txBody>
                    <a:bodyPr/>
                    <a:lstStyle/>
                    <a:p>
                      <a:pPr algn="ctr"/>
                      <a:r>
                        <a:rPr lang="en-US" altLang="zh-CN" sz="900" b="1">
                          <a:solidFill>
                            <a:srgbClr val="000000"/>
                          </a:solidFill>
                          <a:latin typeface="+mn-lt"/>
                          <a:cs typeface="Arial" panose="020B0604020202020204" pitchFamily="34" charset="0"/>
                        </a:rPr>
                        <a:t>H1</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900" b="1">
                          <a:solidFill>
                            <a:srgbClr val="000000"/>
                          </a:solidFill>
                          <a:latin typeface="+mn-lt"/>
                          <a:cs typeface="Arial" panose="020B0604020202020204" pitchFamily="34" charset="0"/>
                        </a:rPr>
                        <a:t>H2</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900" b="1">
                          <a:solidFill>
                            <a:srgbClr val="000000"/>
                          </a:solidFill>
                          <a:latin typeface="+mn-lt"/>
                          <a:cs typeface="Arial" panose="020B0604020202020204" pitchFamily="34" charset="0"/>
                        </a:rPr>
                        <a:t>Q1</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1">
                          <a:solidFill>
                            <a:srgbClr val="000000"/>
                          </a:solidFill>
                          <a:latin typeface="+mn-lt"/>
                          <a:cs typeface="Arial" panose="020B0604020202020204" pitchFamily="34" charset="0"/>
                        </a:rPr>
                        <a:t>Q2</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900" b="1">
                          <a:solidFill>
                            <a:srgbClr val="000000"/>
                          </a:solidFill>
                          <a:latin typeface="+mn-lt"/>
                          <a:cs typeface="Arial" panose="020B0604020202020204" pitchFamily="34" charset="0"/>
                        </a:rPr>
                        <a:t>Q3</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900" b="1">
                          <a:solidFill>
                            <a:srgbClr val="000000"/>
                          </a:solidFill>
                          <a:latin typeface="+mn-lt"/>
                          <a:cs typeface="Arial" panose="020B0604020202020204" pitchFamily="34" charset="0"/>
                        </a:rPr>
                        <a:t>Q4</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900" b="1">
                          <a:solidFill>
                            <a:srgbClr val="000000"/>
                          </a:solidFill>
                          <a:latin typeface="+mn-lt"/>
                          <a:cs typeface="Arial" panose="020B0604020202020204" pitchFamily="34" charset="0"/>
                        </a:rPr>
                        <a:t>Q1</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1">
                          <a:solidFill>
                            <a:srgbClr val="000000"/>
                          </a:solidFill>
                          <a:latin typeface="+mn-lt"/>
                          <a:cs typeface="Arial" panose="020B0604020202020204" pitchFamily="34" charset="0"/>
                        </a:rPr>
                        <a:t>Q2</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900" b="1">
                          <a:solidFill>
                            <a:srgbClr val="000000"/>
                          </a:solidFill>
                          <a:latin typeface="+mn-lt"/>
                          <a:cs typeface="Arial" panose="020B0604020202020204" pitchFamily="34" charset="0"/>
                        </a:rPr>
                        <a:t>Q3</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900" b="1">
                          <a:solidFill>
                            <a:srgbClr val="000000"/>
                          </a:solidFill>
                          <a:latin typeface="+mn-lt"/>
                          <a:cs typeface="Arial" panose="020B0604020202020204" pitchFamily="34" charset="0"/>
                        </a:rPr>
                        <a:t>Q4</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900" b="1">
                          <a:solidFill>
                            <a:srgbClr val="000000"/>
                          </a:solidFill>
                          <a:latin typeface="+mn-lt"/>
                          <a:cs typeface="Arial" panose="020B0604020202020204" pitchFamily="34" charset="0"/>
                        </a:rPr>
                        <a:t>Q1</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1">
                          <a:solidFill>
                            <a:srgbClr val="000000"/>
                          </a:solidFill>
                          <a:latin typeface="+mn-lt"/>
                          <a:cs typeface="Arial" panose="020B0604020202020204" pitchFamily="34" charset="0"/>
                        </a:rPr>
                        <a:t>Q2</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900" b="1">
                          <a:solidFill>
                            <a:srgbClr val="000000"/>
                          </a:solidFill>
                          <a:latin typeface="+mn-lt"/>
                          <a:cs typeface="Arial" panose="020B0604020202020204" pitchFamily="34" charset="0"/>
                        </a:rPr>
                        <a:t>Q3</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900" b="1">
                          <a:solidFill>
                            <a:srgbClr val="000000"/>
                          </a:solidFill>
                          <a:latin typeface="+mn-lt"/>
                          <a:cs typeface="Arial" panose="020B0604020202020204" pitchFamily="34" charset="0"/>
                        </a:rPr>
                        <a:t>Q4</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900" b="1">
                          <a:solidFill>
                            <a:srgbClr val="000000"/>
                          </a:solidFill>
                          <a:latin typeface="+mn-lt"/>
                          <a:cs typeface="Arial" panose="020B0604020202020204" pitchFamily="34" charset="0"/>
                        </a:rPr>
                        <a:t>Q1</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1">
                          <a:solidFill>
                            <a:srgbClr val="000000"/>
                          </a:solidFill>
                          <a:latin typeface="+mn-lt"/>
                          <a:cs typeface="Arial" panose="020B0604020202020204" pitchFamily="34" charset="0"/>
                        </a:rPr>
                        <a:t>Q2</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900" b="1">
                          <a:solidFill>
                            <a:srgbClr val="000000"/>
                          </a:solidFill>
                          <a:latin typeface="+mn-lt"/>
                          <a:cs typeface="Arial" panose="020B0604020202020204" pitchFamily="34" charset="0"/>
                        </a:rPr>
                        <a:t>Q3</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900" b="1">
                          <a:solidFill>
                            <a:srgbClr val="000000"/>
                          </a:solidFill>
                          <a:latin typeface="+mn-lt"/>
                          <a:cs typeface="Arial" panose="020B0604020202020204" pitchFamily="34" charset="0"/>
                        </a:rPr>
                        <a:t>Q4</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9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9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9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9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9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104" name="Isosceles Triangle 103"/>
          <p:cNvSpPr/>
          <p:nvPr/>
        </p:nvSpPr>
        <p:spPr>
          <a:xfrm rot="16200000" flipH="1">
            <a:off x="806381" y="1196709"/>
            <a:ext cx="621792"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000000"/>
              </a:solidFill>
              <a:effectLst/>
              <a:uLnTx/>
              <a:uFillTx/>
              <a:latin typeface="Boehringer Forward Text"/>
              <a:ea typeface="+mn-ea"/>
              <a:cs typeface="+mn-cs"/>
            </a:endParaRPr>
          </a:p>
        </p:txBody>
      </p:sp>
      <p:sp>
        <p:nvSpPr>
          <p:cNvPr id="105" name="Isosceles Triangle 104"/>
          <p:cNvSpPr/>
          <p:nvPr/>
        </p:nvSpPr>
        <p:spPr>
          <a:xfrm rot="5400000">
            <a:off x="11749988" y="1197544"/>
            <a:ext cx="621792"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000000"/>
              </a:solidFill>
              <a:effectLst/>
              <a:uLnTx/>
              <a:uFillTx/>
              <a:latin typeface="Boehringer Forward Text"/>
              <a:ea typeface="+mn-ea"/>
              <a:cs typeface="+mn-cs"/>
            </a:endParaRPr>
          </a:p>
        </p:txBody>
      </p:sp>
      <p:sp>
        <p:nvSpPr>
          <p:cNvPr id="128" name="OTLSHAPE_T_5a934a26f311425e8ebaa0f45e6533ad_Shape">
            <a:extLst>
              <a:ext uri="{FF2B5EF4-FFF2-40B4-BE49-F238E27FC236}">
                <a16:creationId xmlns:a16="http://schemas.microsoft.com/office/drawing/2014/main" id="{A1E70551-578A-4B35-ACAC-04BA6E603952}"/>
              </a:ext>
            </a:extLst>
          </p:cNvPr>
          <p:cNvSpPr/>
          <p:nvPr>
            <p:custDataLst>
              <p:tags r:id="rId4"/>
            </p:custDataLst>
          </p:nvPr>
        </p:nvSpPr>
        <p:spPr bwMode="auto">
          <a:xfrm>
            <a:off x="6413984" y="2304980"/>
            <a:ext cx="1008000" cy="18288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000" b="1" i="0" u="none" strike="noStrike" kern="1200" cap="none" spc="-7" normalizeH="0" baseline="0" noProof="0">
              <a:ln>
                <a:noFill/>
              </a:ln>
              <a:solidFill>
                <a:srgbClr val="000000"/>
              </a:solidFill>
              <a:effectLst/>
              <a:uLnTx/>
              <a:uFillTx/>
              <a:latin typeface="Boehringer Forward Text"/>
              <a:ea typeface="+mn-ea"/>
              <a:cs typeface="+mn-cs"/>
            </a:endParaRPr>
          </a:p>
        </p:txBody>
      </p:sp>
      <p:sp>
        <p:nvSpPr>
          <p:cNvPr id="122" name="TextBox 121"/>
          <p:cNvSpPr txBox="1"/>
          <p:nvPr/>
        </p:nvSpPr>
        <p:spPr>
          <a:xfrm>
            <a:off x="98160" y="3341145"/>
            <a:ext cx="640080" cy="246221"/>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Ph3-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1346.14</a:t>
            </a:r>
          </a:p>
        </p:txBody>
      </p:sp>
      <p:grpSp>
        <p:nvGrpSpPr>
          <p:cNvPr id="4" name="Group 3">
            <a:extLst>
              <a:ext uri="{FF2B5EF4-FFF2-40B4-BE49-F238E27FC236}">
                <a16:creationId xmlns:a16="http://schemas.microsoft.com/office/drawing/2014/main" id="{0ABA87EE-6879-4303-AAD1-ED7484586922}"/>
              </a:ext>
            </a:extLst>
          </p:cNvPr>
          <p:cNvGrpSpPr/>
          <p:nvPr/>
        </p:nvGrpSpPr>
        <p:grpSpPr>
          <a:xfrm>
            <a:off x="1810410" y="2373196"/>
            <a:ext cx="311304" cy="331399"/>
            <a:chOff x="1781177" y="2601041"/>
            <a:chExt cx="311304" cy="331399"/>
          </a:xfrm>
        </p:grpSpPr>
        <p:sp>
          <p:nvSpPr>
            <p:cNvPr id="148" name="Rectangle 147"/>
            <p:cNvSpPr/>
            <p:nvPr/>
          </p:nvSpPr>
          <p:spPr>
            <a:xfrm>
              <a:off x="1781177" y="2732385"/>
              <a:ext cx="311304" cy="20005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123563">
                      <a:lumMod val="75000"/>
                    </a:srgbClr>
                  </a:solidFill>
                  <a:effectLst/>
                  <a:uLnTx/>
                  <a:uFillTx/>
                  <a:latin typeface="Boehringer Forward Text"/>
                  <a:ea typeface="+mn-ea"/>
                  <a:cs typeface="Calibri" panose="020F0502020204030204" pitchFamily="34" charset="0"/>
                </a:rPr>
                <a:t>FPI</a:t>
              </a:r>
              <a:endParaRPr kumimoji="0" lang="zh-CN" altLang="en-US" sz="700" b="0" i="0" u="none" strike="noStrike" kern="1200" cap="none" spc="0" normalizeH="0" baseline="0" noProof="0">
                <a:ln>
                  <a:noFill/>
                </a:ln>
                <a:solidFill>
                  <a:srgbClr val="123563">
                    <a:lumMod val="75000"/>
                  </a:srgbClr>
                </a:solidFill>
                <a:effectLst/>
                <a:uLnTx/>
                <a:uFillTx/>
                <a:latin typeface="Boehringer Forward Text"/>
                <a:ea typeface="+mn-ea"/>
                <a:cs typeface="Calibri" panose="020F0502020204030204" pitchFamily="34" charset="0"/>
              </a:endParaRPr>
            </a:p>
          </p:txBody>
        </p:sp>
        <p:sp>
          <p:nvSpPr>
            <p:cNvPr id="163" name="Star: 4 Points 143">
              <a:extLst>
                <a:ext uri="{FF2B5EF4-FFF2-40B4-BE49-F238E27FC236}">
                  <a16:creationId xmlns:a16="http://schemas.microsoft.com/office/drawing/2014/main" id="{AAD344D4-1827-4F50-A418-860A304B4F01}"/>
                </a:ext>
              </a:extLst>
            </p:cNvPr>
            <p:cNvSpPr/>
            <p:nvPr/>
          </p:nvSpPr>
          <p:spPr bwMode="auto">
            <a:xfrm>
              <a:off x="1847112" y="260104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grpSp>
      <p:sp>
        <p:nvSpPr>
          <p:cNvPr id="171" name="OTLSHAPE_T_e17f3958430f4cff8650518c93c7635e_Shape">
            <a:extLst>
              <a:ext uri="{FF2B5EF4-FFF2-40B4-BE49-F238E27FC236}">
                <a16:creationId xmlns:a16="http://schemas.microsoft.com/office/drawing/2014/main" id="{B4E8BEE0-0EB3-40D8-9AA2-B2BC6D502A8C}"/>
              </a:ext>
            </a:extLst>
          </p:cNvPr>
          <p:cNvSpPr/>
          <p:nvPr>
            <p:custDataLst>
              <p:tags r:id="rId5"/>
            </p:custDataLst>
          </p:nvPr>
        </p:nvSpPr>
        <p:spPr bwMode="auto">
          <a:xfrm>
            <a:off x="2563943" y="3346017"/>
            <a:ext cx="5394960" cy="18288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Open-label safety extension; treatment duration 12m  </a:t>
            </a:r>
          </a:p>
        </p:txBody>
      </p:sp>
      <p:sp>
        <p:nvSpPr>
          <p:cNvPr id="173" name="Star: 4 Points 143">
            <a:extLst>
              <a:ext uri="{FF2B5EF4-FFF2-40B4-BE49-F238E27FC236}">
                <a16:creationId xmlns:a16="http://schemas.microsoft.com/office/drawing/2014/main" id="{B361C849-6669-4EC4-A9AD-EB1BCC463147}"/>
              </a:ext>
            </a:extLst>
          </p:cNvPr>
          <p:cNvSpPr/>
          <p:nvPr/>
        </p:nvSpPr>
        <p:spPr bwMode="auto">
          <a:xfrm>
            <a:off x="2465646" y="345065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75" name="Rectangle 174"/>
          <p:cNvSpPr/>
          <p:nvPr/>
        </p:nvSpPr>
        <p:spPr>
          <a:xfrm>
            <a:off x="2402115" y="3586707"/>
            <a:ext cx="311303" cy="20005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6697BF">
                    <a:lumMod val="50000"/>
                  </a:srgbClr>
                </a:solidFill>
                <a:effectLst/>
                <a:uLnTx/>
                <a:uFillTx/>
                <a:latin typeface="Boehringer Forward Text"/>
                <a:ea typeface="+mn-ea"/>
                <a:cs typeface="Calibri" panose="020F0502020204030204" pitchFamily="34" charset="0"/>
              </a:rPr>
              <a:t>FPI</a:t>
            </a:r>
            <a:endParaRPr kumimoji="0" lang="zh-CN" altLang="en-US" sz="700" b="0" i="0" u="none" strike="noStrike" kern="1200" cap="none" spc="0" normalizeH="0" baseline="0" noProof="0">
              <a:ln>
                <a:noFill/>
              </a:ln>
              <a:solidFill>
                <a:srgbClr val="6697BF">
                  <a:lumMod val="50000"/>
                </a:srgbClr>
              </a:solidFill>
              <a:effectLst/>
              <a:uLnTx/>
              <a:uFillTx/>
              <a:latin typeface="Boehringer Forward Text"/>
              <a:ea typeface="+mn-ea"/>
              <a:cs typeface="Calibri" panose="020F0502020204030204" pitchFamily="34" charset="0"/>
            </a:endParaRPr>
          </a:p>
        </p:txBody>
      </p:sp>
      <p:sp>
        <p:nvSpPr>
          <p:cNvPr id="176" name="OTLSHAPE_T_5a934a26f311425e8ebaa0f45e6533ad_Shape">
            <a:extLst>
              <a:ext uri="{FF2B5EF4-FFF2-40B4-BE49-F238E27FC236}">
                <a16:creationId xmlns:a16="http://schemas.microsoft.com/office/drawing/2014/main" id="{A1E70551-578A-4B35-ACAC-04BA6E603952}"/>
              </a:ext>
            </a:extLst>
          </p:cNvPr>
          <p:cNvSpPr/>
          <p:nvPr>
            <p:custDataLst>
              <p:tags r:id="rId6"/>
            </p:custDataLst>
          </p:nvPr>
        </p:nvSpPr>
        <p:spPr bwMode="auto">
          <a:xfrm>
            <a:off x="7958015" y="3345260"/>
            <a:ext cx="1920240" cy="18288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000" b="1" i="0" u="none" strike="noStrike" kern="1200" cap="none" spc="-7" normalizeH="0" baseline="0" noProof="0">
              <a:ln>
                <a:noFill/>
              </a:ln>
              <a:solidFill>
                <a:srgbClr val="000000"/>
              </a:solidFill>
              <a:effectLst/>
              <a:uLnTx/>
              <a:uFillTx/>
              <a:latin typeface="Boehringer Forward Text"/>
              <a:ea typeface="+mn-ea"/>
              <a:cs typeface="+mn-cs"/>
            </a:endParaRPr>
          </a:p>
        </p:txBody>
      </p:sp>
      <p:sp>
        <p:nvSpPr>
          <p:cNvPr id="178" name="Star: 4 Points 143">
            <a:extLst>
              <a:ext uri="{FF2B5EF4-FFF2-40B4-BE49-F238E27FC236}">
                <a16:creationId xmlns:a16="http://schemas.microsoft.com/office/drawing/2014/main" id="{B361C849-6669-4EC4-A9AD-EB1BCC463147}"/>
              </a:ext>
            </a:extLst>
          </p:cNvPr>
          <p:cNvSpPr/>
          <p:nvPr/>
        </p:nvSpPr>
        <p:spPr bwMode="auto">
          <a:xfrm>
            <a:off x="9775706" y="343402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23" name="OTLSHAPE_T_e17f3958430f4cff8650518c93c7635e_StartDate">
            <a:extLst>
              <a:ext uri="{FF2B5EF4-FFF2-40B4-BE49-F238E27FC236}">
                <a16:creationId xmlns:a16="http://schemas.microsoft.com/office/drawing/2014/main" id="{9224C17E-1AA1-4096-A3FD-25D6FD8BA444}"/>
              </a:ext>
            </a:extLst>
          </p:cNvPr>
          <p:cNvSpPr txBox="1"/>
          <p:nvPr>
            <p:custDataLst>
              <p:tags r:id="rId7"/>
            </p:custDataLst>
          </p:nvPr>
        </p:nvSpPr>
        <p:spPr>
          <a:xfrm>
            <a:off x="7740967" y="3252683"/>
            <a:ext cx="468000"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Feb’25</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21" name="Star: 4 Points 143">
            <a:extLst>
              <a:ext uri="{FF2B5EF4-FFF2-40B4-BE49-F238E27FC236}">
                <a16:creationId xmlns:a16="http://schemas.microsoft.com/office/drawing/2014/main" id="{B361C849-6669-4EC4-A9AD-EB1BCC463147}"/>
              </a:ext>
            </a:extLst>
          </p:cNvPr>
          <p:cNvSpPr/>
          <p:nvPr/>
        </p:nvSpPr>
        <p:spPr bwMode="auto">
          <a:xfrm>
            <a:off x="7867152" y="344272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82" name="Rectangle 181">
            <a:extLst>
              <a:ext uri="{FF2B5EF4-FFF2-40B4-BE49-F238E27FC236}">
                <a16:creationId xmlns:a16="http://schemas.microsoft.com/office/drawing/2014/main" id="{60D2B4E1-BF69-4EEF-8D39-89F33FFB8E86}"/>
              </a:ext>
            </a:extLst>
          </p:cNvPr>
          <p:cNvSpPr/>
          <p:nvPr/>
        </p:nvSpPr>
        <p:spPr>
          <a:xfrm>
            <a:off x="9664922" y="3553023"/>
            <a:ext cx="359394" cy="20005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LPO</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54" name="Rectangle 153"/>
          <p:cNvSpPr/>
          <p:nvPr/>
        </p:nvSpPr>
        <p:spPr>
          <a:xfrm>
            <a:off x="7789732" y="3562091"/>
            <a:ext cx="369395"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LPI</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11" name="OTLSHAPE_T_e17f3958430f4cff8650518c93c7635e_StartDate">
            <a:extLst>
              <a:ext uri="{FF2B5EF4-FFF2-40B4-BE49-F238E27FC236}">
                <a16:creationId xmlns:a16="http://schemas.microsoft.com/office/drawing/2014/main" id="{504A8FAE-6F10-4B2C-B1F7-48FADBA8A9AF}"/>
              </a:ext>
            </a:extLst>
          </p:cNvPr>
          <p:cNvSpPr txBox="1"/>
          <p:nvPr>
            <p:custDataLst>
              <p:tags r:id="rId8"/>
            </p:custDataLst>
          </p:nvPr>
        </p:nvSpPr>
        <p:spPr>
          <a:xfrm>
            <a:off x="9525581" y="3237272"/>
            <a:ext cx="468000"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Feb</a:t>
            </a:r>
            <a:r>
              <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a:t>
            </a: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26</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50" name="OTLSHAPE_T_e17f3958430f4cff8650518c93c7635e_Shape">
            <a:extLst>
              <a:ext uri="{FF2B5EF4-FFF2-40B4-BE49-F238E27FC236}">
                <a16:creationId xmlns:a16="http://schemas.microsoft.com/office/drawing/2014/main" id="{09D57FED-7BC9-45EA-9DF2-9BE62B0493FE}"/>
              </a:ext>
            </a:extLst>
          </p:cNvPr>
          <p:cNvSpPr/>
          <p:nvPr>
            <p:custDataLst>
              <p:tags r:id="rId9"/>
            </p:custDataLst>
          </p:nvPr>
        </p:nvSpPr>
        <p:spPr bwMode="auto">
          <a:xfrm>
            <a:off x="1968925" y="2296797"/>
            <a:ext cx="4428000" cy="18288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CONNEX-2 (N=586)</a:t>
            </a:r>
            <a:endParaRPr kumimoji="0" lang="zh-CN" altLang="en-US"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51" name="OTLSHAPE_T_e17f3958430f4cff8650518c93c7635e_Shape">
            <a:extLst>
              <a:ext uri="{FF2B5EF4-FFF2-40B4-BE49-F238E27FC236}">
                <a16:creationId xmlns:a16="http://schemas.microsoft.com/office/drawing/2014/main" id="{90FEF150-5692-4896-805E-AB3A27785511}"/>
              </a:ext>
            </a:extLst>
          </p:cNvPr>
          <p:cNvSpPr/>
          <p:nvPr>
            <p:custDataLst>
              <p:tags r:id="rId10"/>
            </p:custDataLst>
          </p:nvPr>
        </p:nvSpPr>
        <p:spPr bwMode="auto">
          <a:xfrm>
            <a:off x="2063153" y="1793967"/>
            <a:ext cx="4176000" cy="1836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CONNEX-1 (N=586)</a:t>
            </a:r>
            <a:endParaRPr kumimoji="0" lang="zh-CN" altLang="en-US"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20" name="TextBox 119">
            <a:extLst>
              <a:ext uri="{FF2B5EF4-FFF2-40B4-BE49-F238E27FC236}">
                <a16:creationId xmlns:a16="http://schemas.microsoft.com/office/drawing/2014/main" id="{19B4D2B0-D278-4E66-8D2D-0FDC18CA1372}"/>
              </a:ext>
            </a:extLst>
          </p:cNvPr>
          <p:cNvSpPr txBox="1"/>
          <p:nvPr/>
        </p:nvSpPr>
        <p:spPr>
          <a:xfrm>
            <a:off x="91562" y="4970328"/>
            <a:ext cx="694944" cy="246221"/>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Ph3-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1346.1</a:t>
            </a:r>
            <a:r>
              <a:rPr kumimoji="0" lang="en-US" altLang="zh-CN"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1</a:t>
            </a:r>
            <a:endPar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endParaRPr>
          </a:p>
        </p:txBody>
      </p:sp>
      <p:sp>
        <p:nvSpPr>
          <p:cNvPr id="125" name="OTLSHAPE_T_e17f3958430f4cff8650518c93c7635e_Shape">
            <a:extLst>
              <a:ext uri="{FF2B5EF4-FFF2-40B4-BE49-F238E27FC236}">
                <a16:creationId xmlns:a16="http://schemas.microsoft.com/office/drawing/2014/main" id="{9E9890B0-7862-4B18-BE8C-7FDF198D691E}"/>
              </a:ext>
            </a:extLst>
          </p:cNvPr>
          <p:cNvSpPr/>
          <p:nvPr>
            <p:custDataLst>
              <p:tags r:id="rId11"/>
            </p:custDataLst>
          </p:nvPr>
        </p:nvSpPr>
        <p:spPr bwMode="auto">
          <a:xfrm>
            <a:off x="1250842" y="4997930"/>
            <a:ext cx="502920" cy="256032"/>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0" tIns="0" rIns="0" bIns="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5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CTA + EC + HGRAC + SIV</a:t>
            </a:r>
            <a:endParaRPr kumimoji="0" lang="zh-CN" altLang="en-US" sz="5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29" name="OTLSHAPE_T_e17f3958430f4cff8650518c93c7635e_StartDate">
            <a:extLst>
              <a:ext uri="{FF2B5EF4-FFF2-40B4-BE49-F238E27FC236}">
                <a16:creationId xmlns:a16="http://schemas.microsoft.com/office/drawing/2014/main" id="{D7FF511B-7AE9-43C2-971C-AD806C2F08D8}"/>
              </a:ext>
            </a:extLst>
          </p:cNvPr>
          <p:cNvSpPr txBox="1"/>
          <p:nvPr>
            <p:custDataLst>
              <p:tags r:id="rId12"/>
            </p:custDataLst>
          </p:nvPr>
        </p:nvSpPr>
        <p:spPr>
          <a:xfrm>
            <a:off x="1566288" y="4875458"/>
            <a:ext cx="411291"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05Jul</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32" name="OTLSHAPE_M_39ea6ebc19a94c9fab6ef5006c31df58_Shape">
            <a:extLst>
              <a:ext uri="{FF2B5EF4-FFF2-40B4-BE49-F238E27FC236}">
                <a16:creationId xmlns:a16="http://schemas.microsoft.com/office/drawing/2014/main" id="{927B54C6-4D85-4D02-8B1F-0D14942CA10C}"/>
              </a:ext>
            </a:extLst>
          </p:cNvPr>
          <p:cNvSpPr/>
          <p:nvPr>
            <p:custDataLst>
              <p:tags r:id="rId13"/>
            </p:custDataLst>
          </p:nvPr>
        </p:nvSpPr>
        <p:spPr bwMode="auto">
          <a:xfrm rot="16200000">
            <a:off x="1237366" y="5211154"/>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34" name="OTLSHAPE_M_39ea6ebc19a94c9fab6ef5006c31df58_Title">
            <a:extLst>
              <a:ext uri="{FF2B5EF4-FFF2-40B4-BE49-F238E27FC236}">
                <a16:creationId xmlns:a16="http://schemas.microsoft.com/office/drawing/2014/main" id="{C4B92B56-C969-4C35-9639-A2855AD5BB89}"/>
              </a:ext>
            </a:extLst>
          </p:cNvPr>
          <p:cNvSpPr txBox="1"/>
          <p:nvPr>
            <p:custDataLst>
              <p:tags r:id="rId14"/>
            </p:custDataLst>
          </p:nvPr>
        </p:nvSpPr>
        <p:spPr>
          <a:xfrm>
            <a:off x="955976" y="5307150"/>
            <a:ext cx="447637"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CTA-s</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35" name="Rectangle 134">
            <a:extLst>
              <a:ext uri="{FF2B5EF4-FFF2-40B4-BE49-F238E27FC236}">
                <a16:creationId xmlns:a16="http://schemas.microsoft.com/office/drawing/2014/main" id="{FECFB2D6-EE2B-41CC-9EC5-5727D843C7B5}"/>
              </a:ext>
            </a:extLst>
          </p:cNvPr>
          <p:cNvSpPr/>
          <p:nvPr/>
        </p:nvSpPr>
        <p:spPr>
          <a:xfrm>
            <a:off x="1504021" y="5251039"/>
            <a:ext cx="452368" cy="20005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1</a:t>
            </a:r>
            <a:r>
              <a:rPr kumimoji="0" lang="en-US" altLang="zh-CN" sz="700" b="0" i="0" u="none" strike="noStrike" kern="1200" cap="none" spc="0" normalizeH="0" baseline="30000" noProof="0">
                <a:ln>
                  <a:noFill/>
                </a:ln>
                <a:solidFill>
                  <a:srgbClr val="44546A"/>
                </a:solidFill>
                <a:effectLst/>
                <a:uLnTx/>
                <a:uFillTx/>
                <a:latin typeface="Boehringer Forward Text"/>
                <a:ea typeface="+mn-ea"/>
                <a:cs typeface="Calibri" panose="020F0502020204030204" pitchFamily="34" charset="0"/>
              </a:rPr>
              <a:t>st</a:t>
            </a: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 SIV</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41" name="OTLSHAPE_T_e17f3958430f4cff8650518c93c7635e_Shape">
            <a:extLst>
              <a:ext uri="{FF2B5EF4-FFF2-40B4-BE49-F238E27FC236}">
                <a16:creationId xmlns:a16="http://schemas.microsoft.com/office/drawing/2014/main" id="{354B5D65-6F4C-4BDE-AD9D-9AB56F458BED}"/>
              </a:ext>
            </a:extLst>
          </p:cNvPr>
          <p:cNvSpPr/>
          <p:nvPr>
            <p:custDataLst>
              <p:tags r:id="rId15"/>
            </p:custDataLst>
          </p:nvPr>
        </p:nvSpPr>
        <p:spPr bwMode="auto">
          <a:xfrm>
            <a:off x="1751906" y="5003215"/>
            <a:ext cx="4464000" cy="252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       Recruitment window: 29m; </a:t>
            </a:r>
            <a:r>
              <a:rPr kumimoji="0" lang="en-US" altLang="zh-CN" sz="800" b="1"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N=96</a:t>
            </a:r>
            <a:endParaRPr kumimoji="0" lang="zh-CN" altLang="en-US"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grpSp>
        <p:nvGrpSpPr>
          <p:cNvPr id="168" name="Group 167">
            <a:extLst>
              <a:ext uri="{FF2B5EF4-FFF2-40B4-BE49-F238E27FC236}">
                <a16:creationId xmlns:a16="http://schemas.microsoft.com/office/drawing/2014/main" id="{57194403-29CA-4598-8491-33D83AD7B2EC}"/>
              </a:ext>
            </a:extLst>
          </p:cNvPr>
          <p:cNvGrpSpPr/>
          <p:nvPr/>
        </p:nvGrpSpPr>
        <p:grpSpPr>
          <a:xfrm>
            <a:off x="36959" y="4153547"/>
            <a:ext cx="1024280" cy="447229"/>
            <a:chOff x="87758" y="4551370"/>
            <a:chExt cx="1024280" cy="447229"/>
          </a:xfrm>
        </p:grpSpPr>
        <p:grpSp>
          <p:nvGrpSpPr>
            <p:cNvPr id="172" name="Group 171">
              <a:extLst>
                <a:ext uri="{FF2B5EF4-FFF2-40B4-BE49-F238E27FC236}">
                  <a16:creationId xmlns:a16="http://schemas.microsoft.com/office/drawing/2014/main" id="{32EF2B68-74DA-4266-B37B-FD7DA0C6434A}"/>
                </a:ext>
              </a:extLst>
            </p:cNvPr>
            <p:cNvGrpSpPr/>
            <p:nvPr/>
          </p:nvGrpSpPr>
          <p:grpSpPr>
            <a:xfrm>
              <a:off x="87758" y="4551370"/>
              <a:ext cx="1021664" cy="447229"/>
              <a:chOff x="87758" y="4551370"/>
              <a:chExt cx="1021664" cy="447229"/>
            </a:xfrm>
          </p:grpSpPr>
          <p:sp>
            <p:nvSpPr>
              <p:cNvPr id="179" name="Freeform: Shape 152">
                <a:extLst>
                  <a:ext uri="{FF2B5EF4-FFF2-40B4-BE49-F238E27FC236}">
                    <a16:creationId xmlns:a16="http://schemas.microsoft.com/office/drawing/2014/main" id="{7862CC6A-9728-4FB6-B794-22C15428C8F4}"/>
                  </a:ext>
                </a:extLst>
              </p:cNvPr>
              <p:cNvSpPr/>
              <p:nvPr/>
            </p:nvSpPr>
            <p:spPr bwMode="auto">
              <a:xfrm>
                <a:off x="103582" y="4647712"/>
                <a:ext cx="1005840"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0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rPr>
                  <a:t>China</a:t>
                </a:r>
                <a:endParaRPr kumimoji="0" lang="zh-CN" altLang="en-US" sz="10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endParaRPr>
              </a:p>
            </p:txBody>
          </p:sp>
          <p:grpSp>
            <p:nvGrpSpPr>
              <p:cNvPr id="183" name="Group 182">
                <a:extLst>
                  <a:ext uri="{FF2B5EF4-FFF2-40B4-BE49-F238E27FC236}">
                    <a16:creationId xmlns:a16="http://schemas.microsoft.com/office/drawing/2014/main" id="{8322F846-14EC-42E2-8FA0-3CCB4B9B2754}"/>
                  </a:ext>
                </a:extLst>
              </p:cNvPr>
              <p:cNvGrpSpPr/>
              <p:nvPr/>
            </p:nvGrpSpPr>
            <p:grpSpPr>
              <a:xfrm>
                <a:off x="87758" y="4551370"/>
                <a:ext cx="447229" cy="447229"/>
                <a:chOff x="87758" y="4551370"/>
                <a:chExt cx="447229" cy="447229"/>
              </a:xfrm>
            </p:grpSpPr>
            <p:sp>
              <p:nvSpPr>
                <p:cNvPr id="184" name="Oval 134">
                  <a:extLst>
                    <a:ext uri="{FF2B5EF4-FFF2-40B4-BE49-F238E27FC236}">
                      <a16:creationId xmlns:a16="http://schemas.microsoft.com/office/drawing/2014/main" id="{8E6243BD-07A3-4F3F-98B9-D92BFCDCB110}"/>
                    </a:ext>
                  </a:extLst>
                </p:cNvPr>
                <p:cNvSpPr/>
                <p:nvPr/>
              </p:nvSpPr>
              <p:spPr>
                <a:xfrm>
                  <a:off x="87758" y="4551370"/>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err="1">
                    <a:ln>
                      <a:noFill/>
                    </a:ln>
                    <a:solidFill>
                      <a:srgbClr val="FFFFFF"/>
                    </a:solidFill>
                    <a:effectLst/>
                    <a:uLnTx/>
                    <a:uFillTx/>
                    <a:latin typeface="Boehringer Forward Text"/>
                    <a:ea typeface="+mn-ea"/>
                    <a:cs typeface="+mn-cs"/>
                  </a:endParaRPr>
                </a:p>
              </p:txBody>
            </p:sp>
            <p:pic>
              <p:nvPicPr>
                <p:cNvPr id="188" name="Picture 2" descr="Image result for China flag circle png">
                  <a:extLst>
                    <a:ext uri="{FF2B5EF4-FFF2-40B4-BE49-F238E27FC236}">
                      <a16:creationId xmlns:a16="http://schemas.microsoft.com/office/drawing/2014/main" id="{3C5F3B81-CE67-42DE-A1B6-8BA9B31F8135}"/>
                    </a:ext>
                  </a:extLst>
                </p:cNvPr>
                <p:cNvPicPr>
                  <a:picLocks noChangeAspect="1" noChangeArrowheads="1"/>
                </p:cNvPicPr>
                <p:nvPr/>
              </p:nvPicPr>
              <p:blipFill>
                <a:blip r:embed="rId60" cstate="print">
                  <a:extLst>
                    <a:ext uri="{28A0092B-C50C-407E-A947-70E740481C1C}">
                      <a14:useLocalDpi xmlns:a14="http://schemas.microsoft.com/office/drawing/2010/main" val="0"/>
                    </a:ext>
                  </a:extLst>
                </a:blip>
                <a:srcRect/>
                <a:stretch>
                  <a:fillRect/>
                </a:stretch>
              </p:blipFill>
              <p:spPr bwMode="auto">
                <a:xfrm>
                  <a:off x="123974" y="4587586"/>
                  <a:ext cx="374799" cy="37479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69" name="Rectangle: Rounded Corners 116">
              <a:extLst>
                <a:ext uri="{FF2B5EF4-FFF2-40B4-BE49-F238E27FC236}">
                  <a16:creationId xmlns:a16="http://schemas.microsoft.com/office/drawing/2014/main" id="{A88196AA-82C7-4A3B-A379-0B09CFFCFE13}"/>
                </a:ext>
              </a:extLst>
            </p:cNvPr>
            <p:cNvSpPr/>
            <p:nvPr/>
          </p:nvSpPr>
          <p:spPr bwMode="auto">
            <a:xfrm>
              <a:off x="1063270" y="4601824"/>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endParaRPr>
            </a:p>
          </p:txBody>
        </p:sp>
      </p:grpSp>
      <p:sp>
        <p:nvSpPr>
          <p:cNvPr id="189" name="TextBox 188">
            <a:extLst>
              <a:ext uri="{FF2B5EF4-FFF2-40B4-BE49-F238E27FC236}">
                <a16:creationId xmlns:a16="http://schemas.microsoft.com/office/drawing/2014/main" id="{45A08CBC-9150-4BF3-81A9-1F70973D4AF0}"/>
              </a:ext>
            </a:extLst>
          </p:cNvPr>
          <p:cNvSpPr txBox="1"/>
          <p:nvPr/>
        </p:nvSpPr>
        <p:spPr>
          <a:xfrm>
            <a:off x="95682" y="6110782"/>
            <a:ext cx="640080" cy="246221"/>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Ph3-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1346.14</a:t>
            </a:r>
          </a:p>
        </p:txBody>
      </p:sp>
      <p:sp>
        <p:nvSpPr>
          <p:cNvPr id="190" name="OTLSHAPE_T_e17f3958430f4cff8650518c93c7635e_StartDate">
            <a:extLst>
              <a:ext uri="{FF2B5EF4-FFF2-40B4-BE49-F238E27FC236}">
                <a16:creationId xmlns:a16="http://schemas.microsoft.com/office/drawing/2014/main" id="{5D2794AC-E21F-4AA6-8190-60C92C1EF80B}"/>
              </a:ext>
            </a:extLst>
          </p:cNvPr>
          <p:cNvSpPr txBox="1"/>
          <p:nvPr>
            <p:custDataLst>
              <p:tags r:id="rId16"/>
            </p:custDataLst>
          </p:nvPr>
        </p:nvSpPr>
        <p:spPr>
          <a:xfrm>
            <a:off x="908303" y="4888362"/>
            <a:ext cx="576000"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06Jan’21</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93" name="Rectangle 192">
            <a:extLst>
              <a:ext uri="{FF2B5EF4-FFF2-40B4-BE49-F238E27FC236}">
                <a16:creationId xmlns:a16="http://schemas.microsoft.com/office/drawing/2014/main" id="{3A2FF02F-807E-4CBE-8CE2-2854475A399B}"/>
              </a:ext>
            </a:extLst>
          </p:cNvPr>
          <p:cNvSpPr/>
          <p:nvPr/>
        </p:nvSpPr>
        <p:spPr>
          <a:xfrm>
            <a:off x="2395477" y="6416387"/>
            <a:ext cx="452368" cy="20005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6697BF">
                    <a:lumMod val="50000"/>
                  </a:srgbClr>
                </a:solidFill>
                <a:effectLst/>
                <a:uLnTx/>
                <a:uFillTx/>
                <a:latin typeface="Boehringer Forward Text"/>
                <a:ea typeface="+mn-ea"/>
                <a:cs typeface="Calibri" panose="020F0502020204030204" pitchFamily="34" charset="0"/>
              </a:rPr>
              <a:t>1</a:t>
            </a:r>
            <a:r>
              <a:rPr kumimoji="0" lang="en-US" altLang="zh-CN" sz="700" b="0" i="0" u="none" strike="noStrike" kern="1200" cap="none" spc="0" normalizeH="0" baseline="30000" noProof="0">
                <a:ln>
                  <a:noFill/>
                </a:ln>
                <a:solidFill>
                  <a:srgbClr val="6697BF">
                    <a:lumMod val="50000"/>
                  </a:srgbClr>
                </a:solidFill>
                <a:effectLst/>
                <a:uLnTx/>
                <a:uFillTx/>
                <a:latin typeface="Boehringer Forward Text"/>
                <a:ea typeface="+mn-ea"/>
                <a:cs typeface="Calibri" panose="020F0502020204030204" pitchFamily="34" charset="0"/>
              </a:rPr>
              <a:t>st</a:t>
            </a:r>
            <a:r>
              <a:rPr kumimoji="0" lang="en-US" altLang="zh-CN" sz="700" b="0" i="0" u="none" strike="noStrike" kern="1200" cap="none" spc="0" normalizeH="0" baseline="0" noProof="0">
                <a:ln>
                  <a:noFill/>
                </a:ln>
                <a:solidFill>
                  <a:srgbClr val="6697BF">
                    <a:lumMod val="50000"/>
                  </a:srgbClr>
                </a:solidFill>
                <a:effectLst/>
                <a:uLnTx/>
                <a:uFillTx/>
                <a:latin typeface="Boehringer Forward Text"/>
                <a:ea typeface="+mn-ea"/>
                <a:cs typeface="Calibri" panose="020F0502020204030204" pitchFamily="34" charset="0"/>
              </a:rPr>
              <a:t> SIV</a:t>
            </a:r>
            <a:endParaRPr kumimoji="0" lang="zh-CN" altLang="en-US" sz="700" b="0" i="0" u="none" strike="noStrike" kern="1200" cap="none" spc="0" normalizeH="0" baseline="0" noProof="0">
              <a:ln>
                <a:noFill/>
              </a:ln>
              <a:solidFill>
                <a:srgbClr val="6697BF">
                  <a:lumMod val="50000"/>
                </a:srgbClr>
              </a:solidFill>
              <a:effectLst/>
              <a:uLnTx/>
              <a:uFillTx/>
              <a:latin typeface="Boehringer Forward Text"/>
              <a:ea typeface="+mn-ea"/>
              <a:cs typeface="Calibri" panose="020F0502020204030204" pitchFamily="34" charset="0"/>
            </a:endParaRPr>
          </a:p>
        </p:txBody>
      </p:sp>
      <p:grpSp>
        <p:nvGrpSpPr>
          <p:cNvPr id="6" name="Group 5">
            <a:extLst>
              <a:ext uri="{FF2B5EF4-FFF2-40B4-BE49-F238E27FC236}">
                <a16:creationId xmlns:a16="http://schemas.microsoft.com/office/drawing/2014/main" id="{D9FD3043-95F8-4A66-AD03-DAD1187EC2C5}"/>
              </a:ext>
            </a:extLst>
          </p:cNvPr>
          <p:cNvGrpSpPr/>
          <p:nvPr/>
        </p:nvGrpSpPr>
        <p:grpSpPr>
          <a:xfrm>
            <a:off x="10086038" y="4126086"/>
            <a:ext cx="462647" cy="512711"/>
            <a:chOff x="11143691" y="4539807"/>
            <a:chExt cx="462647" cy="512711"/>
          </a:xfrm>
        </p:grpSpPr>
        <p:sp>
          <p:nvSpPr>
            <p:cNvPr id="198" name="五角星 55">
              <a:extLst>
                <a:ext uri="{FF2B5EF4-FFF2-40B4-BE49-F238E27FC236}">
                  <a16:creationId xmlns:a16="http://schemas.microsoft.com/office/drawing/2014/main" id="{E4E85296-9EC1-43DB-9192-75AE1BBA5729}"/>
                </a:ext>
              </a:extLst>
            </p:cNvPr>
            <p:cNvSpPr>
              <a:spLocks noChangeAspect="1"/>
            </p:cNvSpPr>
            <p:nvPr/>
          </p:nvSpPr>
          <p:spPr bwMode="auto">
            <a:xfrm>
              <a:off x="11143691" y="4539807"/>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917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Boehringer Forward Text"/>
                <a:ea typeface="+mn-ea"/>
                <a:cs typeface="+mn-cs"/>
              </a:endParaRPr>
            </a:p>
          </p:txBody>
        </p:sp>
        <p:sp>
          <p:nvSpPr>
            <p:cNvPr id="199" name="OTLSHAPE_T_e17f3958430f4cff8650518c93c7635e_StartDate">
              <a:extLst>
                <a:ext uri="{FF2B5EF4-FFF2-40B4-BE49-F238E27FC236}">
                  <a16:creationId xmlns:a16="http://schemas.microsoft.com/office/drawing/2014/main" id="{AF89FCDF-F6B3-46B4-9F90-05C1FB37254C}"/>
                </a:ext>
              </a:extLst>
            </p:cNvPr>
            <p:cNvSpPr txBox="1"/>
            <p:nvPr>
              <p:custDataLst>
                <p:tags r:id="rId57"/>
              </p:custDataLst>
            </p:nvPr>
          </p:nvSpPr>
          <p:spPr>
            <a:xfrm>
              <a:off x="11143691" y="4701268"/>
              <a:ext cx="462647" cy="35125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ts val="9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3366"/>
                  </a:solidFill>
                  <a:effectLst/>
                  <a:uLnTx/>
                  <a:uFillTx/>
                  <a:latin typeface="Boehringer Forward Text"/>
                  <a:ea typeface="+mn-ea"/>
                  <a:cs typeface="Calibri"/>
                </a:rPr>
                <a:t>wo/PR</a:t>
              </a:r>
            </a:p>
            <a:p>
              <a:pPr marL="0" marR="0" lvl="0" indent="0" algn="l" defTabSz="914400" rtl="0" eaLnBrk="1" fontAlgn="auto" latinLnBrk="0" hangingPunct="1">
                <a:lnSpc>
                  <a:spcPts val="9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3366"/>
                  </a:solidFill>
                  <a:effectLst/>
                  <a:uLnTx/>
                  <a:uFillTx/>
                  <a:latin typeface="Boehringer Forward Text"/>
                  <a:ea typeface="+mn-ea"/>
                  <a:cs typeface="Calibri"/>
                </a:rPr>
                <a:t>NDA-a: </a:t>
              </a:r>
            </a:p>
            <a:p>
              <a:pPr marL="0" marR="0" lvl="0" indent="0" algn="l" defTabSz="914400" rtl="0" eaLnBrk="1" fontAlgn="auto" latinLnBrk="0" hangingPunct="1">
                <a:lnSpc>
                  <a:spcPts val="9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3366"/>
                  </a:solidFill>
                  <a:effectLst/>
                  <a:uLnTx/>
                  <a:uFillTx/>
                  <a:latin typeface="Boehringer Forward Text"/>
                  <a:ea typeface="+mn-ea"/>
                  <a:cs typeface="Calibri"/>
                </a:rPr>
                <a:t>Sep</a:t>
              </a:r>
              <a:r>
                <a:rPr kumimoji="0" lang="en-US" altLang="zh-CN" sz="800" b="0" i="0" u="none" strike="noStrike" kern="1200" cap="none" spc="0" normalizeH="0" baseline="0" noProof="0">
                  <a:ln>
                    <a:noFill/>
                  </a:ln>
                  <a:solidFill>
                    <a:srgbClr val="003366"/>
                  </a:solidFill>
                  <a:effectLst/>
                  <a:uLnTx/>
                  <a:uFillTx/>
                  <a:latin typeface="Boehringer Forward Text"/>
                  <a:ea typeface="+mn-ea"/>
                  <a:cs typeface="Calibri" panose="020F0502020204030204" pitchFamily="34" charset="0"/>
                </a:rPr>
                <a:t>’26</a:t>
              </a:r>
            </a:p>
          </p:txBody>
        </p:sp>
      </p:grpSp>
      <p:sp>
        <p:nvSpPr>
          <p:cNvPr id="202" name="OTLSHAPE_T_e17f3958430f4cff8650518c93c7635e_Shape">
            <a:extLst>
              <a:ext uri="{FF2B5EF4-FFF2-40B4-BE49-F238E27FC236}">
                <a16:creationId xmlns:a16="http://schemas.microsoft.com/office/drawing/2014/main" id="{91D2A878-2895-4C0F-939A-95D703117709}"/>
              </a:ext>
            </a:extLst>
          </p:cNvPr>
          <p:cNvSpPr/>
          <p:nvPr>
            <p:custDataLst>
              <p:tags r:id="rId17"/>
            </p:custDataLst>
          </p:nvPr>
        </p:nvSpPr>
        <p:spPr bwMode="auto">
          <a:xfrm>
            <a:off x="1684997" y="6171061"/>
            <a:ext cx="1005840" cy="252000"/>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6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CTA Review + EC + </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6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HGRAC + SIV</a:t>
            </a:r>
            <a:endParaRPr kumimoji="0" lang="zh-CN" altLang="en-US" sz="6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28" name="OTLSHAPE_T_e17f3958430f4cff8650518c93c7635e_Shape">
            <a:extLst>
              <a:ext uri="{FF2B5EF4-FFF2-40B4-BE49-F238E27FC236}">
                <a16:creationId xmlns:a16="http://schemas.microsoft.com/office/drawing/2014/main" id="{371D680B-6C25-430E-9B3C-61A9B7135B73}"/>
              </a:ext>
            </a:extLst>
          </p:cNvPr>
          <p:cNvSpPr/>
          <p:nvPr>
            <p:custDataLst>
              <p:tags r:id="rId18"/>
            </p:custDataLst>
          </p:nvPr>
        </p:nvSpPr>
        <p:spPr bwMode="auto">
          <a:xfrm>
            <a:off x="2690837" y="6172280"/>
            <a:ext cx="5120640" cy="252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Open-label safety extension; treatment duration 12m  </a:t>
            </a:r>
          </a:p>
        </p:txBody>
      </p:sp>
      <p:sp>
        <p:nvSpPr>
          <p:cNvPr id="229" name="OTLSHAPE_T_5a934a26f311425e8ebaa0f45e6533ad_Shape">
            <a:extLst>
              <a:ext uri="{FF2B5EF4-FFF2-40B4-BE49-F238E27FC236}">
                <a16:creationId xmlns:a16="http://schemas.microsoft.com/office/drawing/2014/main" id="{8BA7FD6F-B85E-4151-9B8A-F26A177E2B16}"/>
              </a:ext>
            </a:extLst>
          </p:cNvPr>
          <p:cNvSpPr/>
          <p:nvPr>
            <p:custDataLst>
              <p:tags r:id="rId19"/>
            </p:custDataLst>
          </p:nvPr>
        </p:nvSpPr>
        <p:spPr bwMode="auto">
          <a:xfrm>
            <a:off x="7823098" y="6165758"/>
            <a:ext cx="1920240" cy="25200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700" b="1" i="0" u="none" strike="noStrike" kern="1200" cap="none" spc="-7"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32" name="Star: 4 Points 143">
            <a:extLst>
              <a:ext uri="{FF2B5EF4-FFF2-40B4-BE49-F238E27FC236}">
                <a16:creationId xmlns:a16="http://schemas.microsoft.com/office/drawing/2014/main" id="{1A894FA0-DF61-4EF5-87C3-AD4758DF19A0}"/>
              </a:ext>
            </a:extLst>
          </p:cNvPr>
          <p:cNvSpPr/>
          <p:nvPr/>
        </p:nvSpPr>
        <p:spPr bwMode="auto">
          <a:xfrm>
            <a:off x="7732269" y="630364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grpSp>
        <p:nvGrpSpPr>
          <p:cNvPr id="21" name="Group 20">
            <a:extLst>
              <a:ext uri="{FF2B5EF4-FFF2-40B4-BE49-F238E27FC236}">
                <a16:creationId xmlns:a16="http://schemas.microsoft.com/office/drawing/2014/main" id="{23D98F41-49CE-4962-B408-6DB6A1569F5A}"/>
              </a:ext>
            </a:extLst>
          </p:cNvPr>
          <p:cNvGrpSpPr/>
          <p:nvPr/>
        </p:nvGrpSpPr>
        <p:grpSpPr>
          <a:xfrm>
            <a:off x="1427634" y="6065851"/>
            <a:ext cx="504000" cy="497747"/>
            <a:chOff x="555611" y="5919926"/>
            <a:chExt cx="504000" cy="497747"/>
          </a:xfrm>
        </p:grpSpPr>
        <p:sp>
          <p:nvSpPr>
            <p:cNvPr id="203" name="OTLSHAPE_M_39ea6ebc19a94c9fab6ef5006c31df58_Title">
              <a:extLst>
                <a:ext uri="{FF2B5EF4-FFF2-40B4-BE49-F238E27FC236}">
                  <a16:creationId xmlns:a16="http://schemas.microsoft.com/office/drawing/2014/main" id="{1887E317-65A5-4E19-9672-3B0DD394B7E4}"/>
                </a:ext>
              </a:extLst>
            </p:cNvPr>
            <p:cNvSpPr txBox="1"/>
            <p:nvPr>
              <p:custDataLst>
                <p:tags r:id="rId54"/>
              </p:custDataLst>
            </p:nvPr>
          </p:nvSpPr>
          <p:spPr>
            <a:xfrm>
              <a:off x="592603" y="6309951"/>
              <a:ext cx="432000"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CTA-s</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07" name="OTLSHAPE_T_e17f3958430f4cff8650518c93c7635e_StartDate">
              <a:extLst>
                <a:ext uri="{FF2B5EF4-FFF2-40B4-BE49-F238E27FC236}">
                  <a16:creationId xmlns:a16="http://schemas.microsoft.com/office/drawing/2014/main" id="{3ECC4457-B0AA-44BC-8D74-06EA51467811}"/>
                </a:ext>
              </a:extLst>
            </p:cNvPr>
            <p:cNvSpPr txBox="1"/>
            <p:nvPr>
              <p:custDataLst>
                <p:tags r:id="rId55"/>
              </p:custDataLst>
            </p:nvPr>
          </p:nvSpPr>
          <p:spPr>
            <a:xfrm>
              <a:off x="555611" y="5919926"/>
              <a:ext cx="504000"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01Jun</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36" name="OTLSHAPE_M_39ea6ebc19a94c9fab6ef5006c31df58_Shape">
              <a:extLst>
                <a:ext uri="{FF2B5EF4-FFF2-40B4-BE49-F238E27FC236}">
                  <a16:creationId xmlns:a16="http://schemas.microsoft.com/office/drawing/2014/main" id="{4610347A-E1A2-4714-BF8D-25D24461DC53}"/>
                </a:ext>
              </a:extLst>
            </p:cNvPr>
            <p:cNvSpPr/>
            <p:nvPr>
              <p:custDataLst>
                <p:tags r:id="rId56"/>
              </p:custDataLst>
            </p:nvPr>
          </p:nvSpPr>
          <p:spPr bwMode="auto">
            <a:xfrm rot="16200000">
              <a:off x="800757" y="6220928"/>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grpSp>
      <p:sp>
        <p:nvSpPr>
          <p:cNvPr id="241" name="Rectangle 240">
            <a:extLst>
              <a:ext uri="{FF2B5EF4-FFF2-40B4-BE49-F238E27FC236}">
                <a16:creationId xmlns:a16="http://schemas.microsoft.com/office/drawing/2014/main" id="{96B5FB93-5E6F-48A8-AF0C-99D5CB3806D2}"/>
              </a:ext>
            </a:extLst>
          </p:cNvPr>
          <p:cNvSpPr/>
          <p:nvPr/>
        </p:nvSpPr>
        <p:spPr>
          <a:xfrm>
            <a:off x="1906078" y="5258660"/>
            <a:ext cx="311303" cy="20005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FPI</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nvGrpSpPr>
          <p:cNvPr id="19" name="Group 18">
            <a:extLst>
              <a:ext uri="{FF2B5EF4-FFF2-40B4-BE49-F238E27FC236}">
                <a16:creationId xmlns:a16="http://schemas.microsoft.com/office/drawing/2014/main" id="{AC0FDB98-208B-4A46-A473-2DEDF5805379}"/>
              </a:ext>
            </a:extLst>
          </p:cNvPr>
          <p:cNvGrpSpPr/>
          <p:nvPr/>
        </p:nvGrpSpPr>
        <p:grpSpPr>
          <a:xfrm>
            <a:off x="8524174" y="4143380"/>
            <a:ext cx="669005" cy="414307"/>
            <a:chOff x="7383744" y="5243569"/>
            <a:chExt cx="669005" cy="414307"/>
          </a:xfrm>
        </p:grpSpPr>
        <p:sp>
          <p:nvSpPr>
            <p:cNvPr id="177" name="OTLSHAPE_T_e17f3958430f4cff8650518c93c7635e_StartDate">
              <a:extLst>
                <a:ext uri="{FF2B5EF4-FFF2-40B4-BE49-F238E27FC236}">
                  <a16:creationId xmlns:a16="http://schemas.microsoft.com/office/drawing/2014/main" id="{C72865C6-5CC2-46D1-8833-51B7DC31420B}"/>
                </a:ext>
              </a:extLst>
            </p:cNvPr>
            <p:cNvSpPr txBox="1"/>
            <p:nvPr>
              <p:custDataLst>
                <p:tags r:id="rId53"/>
              </p:custDataLst>
            </p:nvPr>
          </p:nvSpPr>
          <p:spPr>
            <a:xfrm>
              <a:off x="7383744" y="5401203"/>
              <a:ext cx="669005" cy="256673"/>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3366"/>
                  </a:solidFill>
                  <a:effectLst/>
                  <a:uLnTx/>
                  <a:uFillTx/>
                  <a:latin typeface="Boehringer Forward Text"/>
                  <a:ea typeface="+mn-ea"/>
                  <a:cs typeface="Calibri" panose="020F0502020204030204" pitchFamily="34" charset="0"/>
                </a:rPr>
                <a:t>NDA-s </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3366"/>
                  </a:solidFill>
                  <a:effectLst/>
                  <a:uLnTx/>
                  <a:uFillTx/>
                  <a:latin typeface="Boehringer Forward Text"/>
                  <a:ea typeface="+mn-ea"/>
                  <a:cs typeface="Calibri" panose="020F0502020204030204" pitchFamily="34" charset="0"/>
                </a:rPr>
                <a:t>Jun’25 (best)</a:t>
              </a:r>
            </a:p>
          </p:txBody>
        </p:sp>
        <p:sp>
          <p:nvSpPr>
            <p:cNvPr id="185" name="五角星 55">
              <a:extLst>
                <a:ext uri="{FF2B5EF4-FFF2-40B4-BE49-F238E27FC236}">
                  <a16:creationId xmlns:a16="http://schemas.microsoft.com/office/drawing/2014/main" id="{079F6568-8B4E-4721-803A-3DCE12CD8FA3}"/>
                </a:ext>
              </a:extLst>
            </p:cNvPr>
            <p:cNvSpPr>
              <a:spLocks noChangeAspect="1"/>
            </p:cNvSpPr>
            <p:nvPr/>
          </p:nvSpPr>
          <p:spPr bwMode="auto">
            <a:xfrm>
              <a:off x="7623184" y="5243569"/>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917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Boehringer Forward Text"/>
                <a:ea typeface="+mn-ea"/>
                <a:cs typeface="+mn-cs"/>
              </a:endParaRPr>
            </a:p>
          </p:txBody>
        </p:sp>
      </p:grpSp>
      <p:sp>
        <p:nvSpPr>
          <p:cNvPr id="214" name="OTLSHAPE_T_e17f3958430f4cff8650518c93c7635e_StartDate">
            <a:extLst>
              <a:ext uri="{FF2B5EF4-FFF2-40B4-BE49-F238E27FC236}">
                <a16:creationId xmlns:a16="http://schemas.microsoft.com/office/drawing/2014/main" id="{1541E70C-E1CC-435B-ADC6-EA0A3D8AFC84}"/>
              </a:ext>
            </a:extLst>
          </p:cNvPr>
          <p:cNvSpPr txBox="1"/>
          <p:nvPr>
            <p:custDataLst>
              <p:tags r:id="rId20"/>
            </p:custDataLst>
          </p:nvPr>
        </p:nvSpPr>
        <p:spPr>
          <a:xfrm>
            <a:off x="2345764" y="6069684"/>
            <a:ext cx="504000"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6697BF">
                    <a:lumMod val="50000"/>
                  </a:srgbClr>
                </a:solidFill>
                <a:effectLst/>
                <a:uLnTx/>
                <a:uFillTx/>
                <a:latin typeface="Boehringer Forward Text"/>
                <a:ea typeface="+mn-ea"/>
                <a:cs typeface="Calibri" panose="020F0502020204030204" pitchFamily="34" charset="0"/>
              </a:rPr>
              <a:t>13Apr’22</a:t>
            </a:r>
          </a:p>
        </p:txBody>
      </p:sp>
      <p:grpSp>
        <p:nvGrpSpPr>
          <p:cNvPr id="9" name="Group 8">
            <a:extLst>
              <a:ext uri="{FF2B5EF4-FFF2-40B4-BE49-F238E27FC236}">
                <a16:creationId xmlns:a16="http://schemas.microsoft.com/office/drawing/2014/main" id="{8D7F197F-392E-456D-B544-561EEBDBADA1}"/>
              </a:ext>
            </a:extLst>
          </p:cNvPr>
          <p:cNvGrpSpPr/>
          <p:nvPr/>
        </p:nvGrpSpPr>
        <p:grpSpPr>
          <a:xfrm>
            <a:off x="6316150" y="1009587"/>
            <a:ext cx="425980" cy="5923625"/>
            <a:chOff x="4713690" y="973104"/>
            <a:chExt cx="425980" cy="5843634"/>
          </a:xfrm>
        </p:grpSpPr>
        <p:sp>
          <p:nvSpPr>
            <p:cNvPr id="156" name="TextBox 155">
              <a:extLst>
                <a:ext uri="{FF2B5EF4-FFF2-40B4-BE49-F238E27FC236}">
                  <a16:creationId xmlns:a16="http://schemas.microsoft.com/office/drawing/2014/main" id="{C2385463-C597-48D1-BD8E-9C909FBA576F}"/>
                </a:ext>
              </a:extLst>
            </p:cNvPr>
            <p:cNvSpPr txBox="1"/>
            <p:nvPr/>
          </p:nvSpPr>
          <p:spPr>
            <a:xfrm>
              <a:off x="4851129" y="973104"/>
              <a:ext cx="288541" cy="121449"/>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FFFFFF"/>
                  </a:solidFill>
                  <a:effectLst/>
                  <a:highlight>
                    <a:srgbClr val="FF0000"/>
                  </a:highlight>
                  <a:uLnTx/>
                  <a:uFillTx/>
                  <a:latin typeface="Boehringer Forward Text"/>
                  <a:ea typeface="+mn-ea"/>
                  <a:cs typeface="+mn-cs"/>
                </a:rPr>
                <a:t>today</a:t>
              </a:r>
              <a:endParaRPr kumimoji="0" lang="zh-CN" altLang="en-US" sz="800" b="1" i="0" u="none" strike="noStrike" kern="1200" cap="none" spc="0" normalizeH="0" baseline="0" noProof="0">
                <a:ln>
                  <a:noFill/>
                </a:ln>
                <a:solidFill>
                  <a:srgbClr val="FFFFFF"/>
                </a:solidFill>
                <a:effectLst/>
                <a:highlight>
                  <a:srgbClr val="FF0000"/>
                </a:highlight>
                <a:uLnTx/>
                <a:uFillTx/>
                <a:latin typeface="Boehringer Forward Text"/>
                <a:ea typeface="+mn-ea"/>
                <a:cs typeface="+mn-cs"/>
              </a:endParaRPr>
            </a:p>
          </p:txBody>
        </p:sp>
        <p:cxnSp>
          <p:nvCxnSpPr>
            <p:cNvPr id="117" name="Straight Connector 116">
              <a:extLst>
                <a:ext uri="{FF2B5EF4-FFF2-40B4-BE49-F238E27FC236}">
                  <a16:creationId xmlns:a16="http://schemas.microsoft.com/office/drawing/2014/main" id="{5B9263C6-A38C-4A42-914C-9405BAF0A73F}"/>
                </a:ext>
              </a:extLst>
            </p:cNvPr>
            <p:cNvCxnSpPr/>
            <p:nvPr/>
          </p:nvCxnSpPr>
          <p:spPr>
            <a:xfrm>
              <a:off x="4713690" y="1164738"/>
              <a:ext cx="0" cy="5652000"/>
            </a:xfrm>
            <a:prstGeom prst="line">
              <a:avLst/>
            </a:prstGeom>
            <a:ln w="12700">
              <a:solidFill>
                <a:srgbClr val="FF0000"/>
              </a:solidFill>
              <a:prstDash val="sysDot"/>
            </a:ln>
          </p:spPr>
          <p:style>
            <a:lnRef idx="1">
              <a:schemeClr val="accent1"/>
            </a:lnRef>
            <a:fillRef idx="0">
              <a:schemeClr val="accent1"/>
            </a:fillRef>
            <a:effectRef idx="0">
              <a:schemeClr val="accent1"/>
            </a:effectRef>
            <a:fontRef idx="minor">
              <a:schemeClr val="tx1"/>
            </a:fontRef>
          </p:style>
        </p:cxnSp>
      </p:grpSp>
      <p:grpSp>
        <p:nvGrpSpPr>
          <p:cNvPr id="186" name="Group 185">
            <a:extLst>
              <a:ext uri="{FF2B5EF4-FFF2-40B4-BE49-F238E27FC236}">
                <a16:creationId xmlns:a16="http://schemas.microsoft.com/office/drawing/2014/main" id="{4C981B57-74C7-4B65-AA04-EF0FD4E2B317}"/>
              </a:ext>
            </a:extLst>
          </p:cNvPr>
          <p:cNvGrpSpPr/>
          <p:nvPr/>
        </p:nvGrpSpPr>
        <p:grpSpPr>
          <a:xfrm>
            <a:off x="26090" y="1360596"/>
            <a:ext cx="1030759" cy="447229"/>
            <a:chOff x="14295" y="1797983"/>
            <a:chExt cx="1030759" cy="447229"/>
          </a:xfrm>
        </p:grpSpPr>
        <p:sp>
          <p:nvSpPr>
            <p:cNvPr id="192" name="Freeform: Shape 147">
              <a:extLst>
                <a:ext uri="{FF2B5EF4-FFF2-40B4-BE49-F238E27FC236}">
                  <a16:creationId xmlns:a16="http://schemas.microsoft.com/office/drawing/2014/main" id="{04B5374F-36E9-4B2E-B37F-23FFB95060F5}"/>
                </a:ext>
              </a:extLst>
            </p:cNvPr>
            <p:cNvSpPr/>
            <p:nvPr/>
          </p:nvSpPr>
          <p:spPr bwMode="auto">
            <a:xfrm>
              <a:off x="30119" y="1894326"/>
              <a:ext cx="1005840"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0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rPr>
                <a:t>Global</a:t>
              </a:r>
              <a:endParaRPr kumimoji="0" lang="zh-CN" altLang="en-US" sz="10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endParaRPr>
            </a:p>
          </p:txBody>
        </p:sp>
        <p:sp>
          <p:nvSpPr>
            <p:cNvPr id="194" name="Oval 4">
              <a:extLst>
                <a:ext uri="{FF2B5EF4-FFF2-40B4-BE49-F238E27FC236}">
                  <a16:creationId xmlns:a16="http://schemas.microsoft.com/office/drawing/2014/main" id="{A65D6E77-1521-4D84-8012-8573A82B3367}"/>
                </a:ext>
              </a:extLst>
            </p:cNvPr>
            <p:cNvSpPr/>
            <p:nvPr/>
          </p:nvSpPr>
          <p:spPr>
            <a:xfrm>
              <a:off x="14295" y="1797983"/>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196" name="Rectangle: Rounded Corners 116">
              <a:extLst>
                <a:ext uri="{FF2B5EF4-FFF2-40B4-BE49-F238E27FC236}">
                  <a16:creationId xmlns:a16="http://schemas.microsoft.com/office/drawing/2014/main" id="{C9C07F47-794B-4385-B237-D9D0C3E2D458}"/>
                </a:ext>
              </a:extLst>
            </p:cNvPr>
            <p:cNvSpPr/>
            <p:nvPr/>
          </p:nvSpPr>
          <p:spPr bwMode="auto">
            <a:xfrm>
              <a:off x="996286" y="1848400"/>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endParaRPr>
            </a:p>
          </p:txBody>
        </p:sp>
        <p:pic>
          <p:nvPicPr>
            <p:cNvPr id="197" name="Picture 6" descr="Image result for world circle png">
              <a:extLst>
                <a:ext uri="{FF2B5EF4-FFF2-40B4-BE49-F238E27FC236}">
                  <a16:creationId xmlns:a16="http://schemas.microsoft.com/office/drawing/2014/main" id="{F3E0CE65-1E4E-4863-97DC-A57BFCB20BB7}"/>
                </a:ext>
              </a:extLst>
            </p:cNvPr>
            <p:cNvPicPr>
              <a:picLocks noChangeAspect="1" noChangeArrowheads="1"/>
            </p:cNvPicPr>
            <p:nvPr/>
          </p:nvPicPr>
          <p:blipFill rotWithShape="1">
            <a:blip r:embed="rId61" cstate="print">
              <a:extLst>
                <a:ext uri="{28A0092B-C50C-407E-A947-70E740481C1C}">
                  <a14:useLocalDpi xmlns:a14="http://schemas.microsoft.com/office/drawing/2010/main" val="0"/>
                </a:ext>
              </a:extLst>
            </a:blip>
            <a:srcRect l="4094" t="4010" r="4094" b="4010"/>
            <a:stretch/>
          </p:blipFill>
          <p:spPr bwMode="auto">
            <a:xfrm>
              <a:off x="51027" y="1834199"/>
              <a:ext cx="373767" cy="3747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 name="Group 1">
            <a:extLst>
              <a:ext uri="{FF2B5EF4-FFF2-40B4-BE49-F238E27FC236}">
                <a16:creationId xmlns:a16="http://schemas.microsoft.com/office/drawing/2014/main" id="{9744F9F6-C546-485C-B30E-F29329E6BE53}"/>
              </a:ext>
            </a:extLst>
          </p:cNvPr>
          <p:cNvGrpSpPr/>
          <p:nvPr/>
        </p:nvGrpSpPr>
        <p:grpSpPr>
          <a:xfrm>
            <a:off x="747216" y="1803625"/>
            <a:ext cx="576000" cy="383108"/>
            <a:chOff x="830687" y="1826389"/>
            <a:chExt cx="576000" cy="383108"/>
          </a:xfrm>
        </p:grpSpPr>
        <p:sp>
          <p:nvSpPr>
            <p:cNvPr id="248" name="流程图: 决策 4">
              <a:extLst>
                <a:ext uri="{FF2B5EF4-FFF2-40B4-BE49-F238E27FC236}">
                  <a16:creationId xmlns:a16="http://schemas.microsoft.com/office/drawing/2014/main" id="{53D2F260-BD6E-4F9D-80AA-8E8697DC7758}"/>
                </a:ext>
              </a:extLst>
            </p:cNvPr>
            <p:cNvSpPr/>
            <p:nvPr/>
          </p:nvSpPr>
          <p:spPr>
            <a:xfrm>
              <a:off x="1059354" y="1826389"/>
              <a:ext cx="108000" cy="144000"/>
            </a:xfrm>
            <a:prstGeom prst="flowChartDecision">
              <a:avLst/>
            </a:prstGeom>
            <a:solidFill>
              <a:srgbClr val="FF99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249" name="OTLSHAPE_T_e17f3958430f4cff8650518c93c7635e_StartDate">
              <a:extLst>
                <a:ext uri="{FF2B5EF4-FFF2-40B4-BE49-F238E27FC236}">
                  <a16:creationId xmlns:a16="http://schemas.microsoft.com/office/drawing/2014/main" id="{52C8409B-F623-4480-8271-323B612371EF}"/>
                </a:ext>
              </a:extLst>
            </p:cNvPr>
            <p:cNvSpPr txBox="1"/>
            <p:nvPr>
              <p:custDataLst>
                <p:tags r:id="rId52"/>
              </p:custDataLst>
            </p:nvPr>
          </p:nvSpPr>
          <p:spPr>
            <a:xfrm>
              <a:off x="830687" y="1963276"/>
              <a:ext cx="576000" cy="246221"/>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err="1">
                  <a:ln>
                    <a:noFill/>
                  </a:ln>
                  <a:solidFill>
                    <a:srgbClr val="44546A"/>
                  </a:solidFill>
                  <a:effectLst/>
                  <a:uLnTx/>
                  <a:uFillTx/>
                  <a:latin typeface="Boehringer Forward Text"/>
                  <a:ea typeface="+mn-ea"/>
                  <a:cs typeface="Calibri" panose="020F0502020204030204" pitchFamily="34" charset="0"/>
                </a:rPr>
                <a:t>RoFD</a:t>
              </a:r>
              <a:endPar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Dec’20</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sp>
        <p:nvSpPr>
          <p:cNvPr id="255" name="Star: 4 Points 143">
            <a:extLst>
              <a:ext uri="{FF2B5EF4-FFF2-40B4-BE49-F238E27FC236}">
                <a16:creationId xmlns:a16="http://schemas.microsoft.com/office/drawing/2014/main" id="{74D9C5A3-951C-42B3-B56F-ECB77A8A41DC}"/>
              </a:ext>
            </a:extLst>
          </p:cNvPr>
          <p:cNvSpPr/>
          <p:nvPr/>
        </p:nvSpPr>
        <p:spPr bwMode="auto">
          <a:xfrm>
            <a:off x="9648324" y="632725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56" name="Rectangle 255">
            <a:extLst>
              <a:ext uri="{FF2B5EF4-FFF2-40B4-BE49-F238E27FC236}">
                <a16:creationId xmlns:a16="http://schemas.microsoft.com/office/drawing/2014/main" id="{F799834C-AD9F-421A-BCA2-FF8E1DEF22A7}"/>
              </a:ext>
            </a:extLst>
          </p:cNvPr>
          <p:cNvSpPr/>
          <p:nvPr/>
        </p:nvSpPr>
        <p:spPr>
          <a:xfrm>
            <a:off x="9537540" y="6429321"/>
            <a:ext cx="359394" cy="20005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LPO</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57" name="OTLSHAPE_T_e17f3958430f4cff8650518c93c7635e_StartDate">
            <a:extLst>
              <a:ext uri="{FF2B5EF4-FFF2-40B4-BE49-F238E27FC236}">
                <a16:creationId xmlns:a16="http://schemas.microsoft.com/office/drawing/2014/main" id="{3322002F-CF22-4CFE-91E9-2F8D6949D868}"/>
              </a:ext>
            </a:extLst>
          </p:cNvPr>
          <p:cNvSpPr txBox="1"/>
          <p:nvPr>
            <p:custDataLst>
              <p:tags r:id="rId21"/>
            </p:custDataLst>
          </p:nvPr>
        </p:nvSpPr>
        <p:spPr>
          <a:xfrm>
            <a:off x="9456630" y="6041474"/>
            <a:ext cx="468000"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Jan’26</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58" name="OTLSHAPE_T_e17f3958430f4cff8650518c93c7635e_StartDate">
            <a:extLst>
              <a:ext uri="{FF2B5EF4-FFF2-40B4-BE49-F238E27FC236}">
                <a16:creationId xmlns:a16="http://schemas.microsoft.com/office/drawing/2014/main" id="{ABD89000-38ED-43A7-BA6D-63121B202A9A}"/>
              </a:ext>
            </a:extLst>
          </p:cNvPr>
          <p:cNvSpPr txBox="1"/>
          <p:nvPr>
            <p:custDataLst>
              <p:tags r:id="rId22"/>
            </p:custDataLst>
          </p:nvPr>
        </p:nvSpPr>
        <p:spPr>
          <a:xfrm>
            <a:off x="7588064" y="6065732"/>
            <a:ext cx="468000"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Jan’25</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59" name="Rectangle 258">
            <a:extLst>
              <a:ext uri="{FF2B5EF4-FFF2-40B4-BE49-F238E27FC236}">
                <a16:creationId xmlns:a16="http://schemas.microsoft.com/office/drawing/2014/main" id="{12301B98-DC46-4657-882F-B6B4E909E0CF}"/>
              </a:ext>
            </a:extLst>
          </p:cNvPr>
          <p:cNvSpPr/>
          <p:nvPr/>
        </p:nvSpPr>
        <p:spPr>
          <a:xfrm>
            <a:off x="7640057" y="6423061"/>
            <a:ext cx="369395"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LPI</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81" name="Star: 4 Points 143">
            <a:extLst>
              <a:ext uri="{FF2B5EF4-FFF2-40B4-BE49-F238E27FC236}">
                <a16:creationId xmlns:a16="http://schemas.microsoft.com/office/drawing/2014/main" id="{C1D41EE9-2F03-449E-9A09-8B90BB3B0322}"/>
              </a:ext>
            </a:extLst>
          </p:cNvPr>
          <p:cNvSpPr>
            <a:spLocks noChangeAspect="1"/>
          </p:cNvSpPr>
          <p:nvPr/>
        </p:nvSpPr>
        <p:spPr bwMode="auto">
          <a:xfrm>
            <a:off x="1677284" y="5186432"/>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87" name="Star: 4 Points 143">
            <a:extLst>
              <a:ext uri="{FF2B5EF4-FFF2-40B4-BE49-F238E27FC236}">
                <a16:creationId xmlns:a16="http://schemas.microsoft.com/office/drawing/2014/main" id="{07F19A57-6C57-40BC-96DF-6B851D2B2C60}"/>
              </a:ext>
            </a:extLst>
          </p:cNvPr>
          <p:cNvSpPr>
            <a:spLocks noChangeAspect="1"/>
          </p:cNvSpPr>
          <p:nvPr/>
        </p:nvSpPr>
        <p:spPr bwMode="auto">
          <a:xfrm>
            <a:off x="1985498" y="5183691"/>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grpSp>
        <p:nvGrpSpPr>
          <p:cNvPr id="5" name="Group 4">
            <a:extLst>
              <a:ext uri="{FF2B5EF4-FFF2-40B4-BE49-F238E27FC236}">
                <a16:creationId xmlns:a16="http://schemas.microsoft.com/office/drawing/2014/main" id="{D8046C80-B8B4-4519-AEFF-DF0F74B3F9BF}"/>
              </a:ext>
            </a:extLst>
          </p:cNvPr>
          <p:cNvGrpSpPr/>
          <p:nvPr/>
        </p:nvGrpSpPr>
        <p:grpSpPr>
          <a:xfrm>
            <a:off x="2787544" y="6347397"/>
            <a:ext cx="311303" cy="284722"/>
            <a:chOff x="2787544" y="6210998"/>
            <a:chExt cx="311303" cy="284722"/>
          </a:xfrm>
        </p:grpSpPr>
        <p:sp>
          <p:nvSpPr>
            <p:cNvPr id="201" name="Rectangle 200">
              <a:extLst>
                <a:ext uri="{FF2B5EF4-FFF2-40B4-BE49-F238E27FC236}">
                  <a16:creationId xmlns:a16="http://schemas.microsoft.com/office/drawing/2014/main" id="{0E6A6A7A-CADB-4947-BC32-8DBE95D4690B}"/>
                </a:ext>
              </a:extLst>
            </p:cNvPr>
            <p:cNvSpPr/>
            <p:nvPr/>
          </p:nvSpPr>
          <p:spPr>
            <a:xfrm>
              <a:off x="2787544" y="6295665"/>
              <a:ext cx="311303" cy="20005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6697BF">
                      <a:lumMod val="50000"/>
                    </a:srgbClr>
                  </a:solidFill>
                  <a:effectLst/>
                  <a:uLnTx/>
                  <a:uFillTx/>
                  <a:latin typeface="Boehringer Forward Text"/>
                  <a:ea typeface="+mn-ea"/>
                  <a:cs typeface="Calibri" panose="020F0502020204030204" pitchFamily="34" charset="0"/>
                </a:rPr>
                <a:t>FPI</a:t>
              </a:r>
              <a:endParaRPr kumimoji="0" lang="zh-CN" altLang="en-US" sz="700" b="0" i="0" u="none" strike="noStrike" kern="1200" cap="none" spc="0" normalizeH="0" baseline="0" noProof="0">
                <a:ln>
                  <a:noFill/>
                </a:ln>
                <a:solidFill>
                  <a:srgbClr val="6697BF">
                    <a:lumMod val="50000"/>
                  </a:srgbClr>
                </a:solidFill>
                <a:effectLst/>
                <a:uLnTx/>
                <a:uFillTx/>
                <a:latin typeface="Boehringer Forward Text"/>
                <a:ea typeface="+mn-ea"/>
                <a:cs typeface="Calibri" panose="020F0502020204030204" pitchFamily="34" charset="0"/>
              </a:endParaRPr>
            </a:p>
          </p:txBody>
        </p:sp>
        <p:sp>
          <p:nvSpPr>
            <p:cNvPr id="230" name="Star: 4 Points 143">
              <a:extLst>
                <a:ext uri="{FF2B5EF4-FFF2-40B4-BE49-F238E27FC236}">
                  <a16:creationId xmlns:a16="http://schemas.microsoft.com/office/drawing/2014/main" id="{6585A2B7-79E1-41D6-A505-B8F8B1A85B1B}"/>
                </a:ext>
              </a:extLst>
            </p:cNvPr>
            <p:cNvSpPr>
              <a:spLocks noChangeAspect="1"/>
            </p:cNvSpPr>
            <p:nvPr/>
          </p:nvSpPr>
          <p:spPr bwMode="auto">
            <a:xfrm>
              <a:off x="2834741" y="6210998"/>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grpSp>
      <p:sp>
        <p:nvSpPr>
          <p:cNvPr id="231" name="Star: 4 Points 143">
            <a:extLst>
              <a:ext uri="{FF2B5EF4-FFF2-40B4-BE49-F238E27FC236}">
                <a16:creationId xmlns:a16="http://schemas.microsoft.com/office/drawing/2014/main" id="{AC5F4D3D-D90D-471F-87DF-0FA2822F2C3E}"/>
              </a:ext>
            </a:extLst>
          </p:cNvPr>
          <p:cNvSpPr>
            <a:spLocks noChangeAspect="1"/>
          </p:cNvSpPr>
          <p:nvPr/>
        </p:nvSpPr>
        <p:spPr bwMode="auto">
          <a:xfrm>
            <a:off x="2630090" y="6351235"/>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grpSp>
        <p:nvGrpSpPr>
          <p:cNvPr id="13" name="Group 12">
            <a:extLst>
              <a:ext uri="{FF2B5EF4-FFF2-40B4-BE49-F238E27FC236}">
                <a16:creationId xmlns:a16="http://schemas.microsoft.com/office/drawing/2014/main" id="{90C15D88-0EFC-48D7-827E-970B865148A1}"/>
              </a:ext>
            </a:extLst>
          </p:cNvPr>
          <p:cNvGrpSpPr/>
          <p:nvPr/>
        </p:nvGrpSpPr>
        <p:grpSpPr>
          <a:xfrm>
            <a:off x="7198929" y="2382870"/>
            <a:ext cx="359394" cy="317302"/>
            <a:chOff x="6344755" y="1941607"/>
            <a:chExt cx="359394" cy="317302"/>
          </a:xfrm>
        </p:grpSpPr>
        <p:sp>
          <p:nvSpPr>
            <p:cNvPr id="70" name="Star: 4 Points 143">
              <a:extLst>
                <a:ext uri="{FF2B5EF4-FFF2-40B4-BE49-F238E27FC236}">
                  <a16:creationId xmlns:a16="http://schemas.microsoft.com/office/drawing/2014/main" id="{B361C849-6669-4EC4-A9AD-EB1BCC463147}"/>
                </a:ext>
              </a:extLst>
            </p:cNvPr>
            <p:cNvSpPr/>
            <p:nvPr/>
          </p:nvSpPr>
          <p:spPr bwMode="auto">
            <a:xfrm>
              <a:off x="6437857" y="194160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27" name="Rectangle 126"/>
            <p:cNvSpPr/>
            <p:nvPr/>
          </p:nvSpPr>
          <p:spPr>
            <a:xfrm>
              <a:off x="6344755" y="2058854"/>
              <a:ext cx="359394" cy="20005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LPO</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grpSp>
        <p:nvGrpSpPr>
          <p:cNvPr id="14" name="Group 13">
            <a:extLst>
              <a:ext uri="{FF2B5EF4-FFF2-40B4-BE49-F238E27FC236}">
                <a16:creationId xmlns:a16="http://schemas.microsoft.com/office/drawing/2014/main" id="{DC151D7E-42B9-42E2-9C7E-A75DB32E6DFC}"/>
              </a:ext>
            </a:extLst>
          </p:cNvPr>
          <p:cNvGrpSpPr/>
          <p:nvPr/>
        </p:nvGrpSpPr>
        <p:grpSpPr>
          <a:xfrm>
            <a:off x="6181844" y="2373749"/>
            <a:ext cx="402245" cy="312377"/>
            <a:chOff x="5310367" y="1942427"/>
            <a:chExt cx="402245" cy="312377"/>
          </a:xfrm>
        </p:grpSpPr>
        <p:sp>
          <p:nvSpPr>
            <p:cNvPr id="126" name="Rectangle 125"/>
            <p:cNvSpPr/>
            <p:nvPr/>
          </p:nvSpPr>
          <p:spPr>
            <a:xfrm>
              <a:off x="5310367" y="2054749"/>
              <a:ext cx="402245"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LPI</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68" name="Star: 4 Points 143">
              <a:extLst>
                <a:ext uri="{FF2B5EF4-FFF2-40B4-BE49-F238E27FC236}">
                  <a16:creationId xmlns:a16="http://schemas.microsoft.com/office/drawing/2014/main" id="{B361C849-6669-4EC4-A9AD-EB1BCC463147}"/>
                </a:ext>
              </a:extLst>
            </p:cNvPr>
            <p:cNvSpPr/>
            <p:nvPr/>
          </p:nvSpPr>
          <p:spPr bwMode="auto">
            <a:xfrm>
              <a:off x="5442229" y="194242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grpSp>
      <p:grpSp>
        <p:nvGrpSpPr>
          <p:cNvPr id="208" name="Group 207">
            <a:extLst>
              <a:ext uri="{FF2B5EF4-FFF2-40B4-BE49-F238E27FC236}">
                <a16:creationId xmlns:a16="http://schemas.microsoft.com/office/drawing/2014/main" id="{9324B08B-60EE-49B5-B348-66147C1D80BB}"/>
              </a:ext>
            </a:extLst>
          </p:cNvPr>
          <p:cNvGrpSpPr/>
          <p:nvPr/>
        </p:nvGrpSpPr>
        <p:grpSpPr>
          <a:xfrm>
            <a:off x="7504257" y="1853043"/>
            <a:ext cx="576000" cy="290757"/>
            <a:chOff x="2653065" y="3033547"/>
            <a:chExt cx="576000" cy="290757"/>
          </a:xfrm>
        </p:grpSpPr>
        <p:sp>
          <p:nvSpPr>
            <p:cNvPr id="238" name="流程图: 决策 4">
              <a:extLst>
                <a:ext uri="{FF2B5EF4-FFF2-40B4-BE49-F238E27FC236}">
                  <a16:creationId xmlns:a16="http://schemas.microsoft.com/office/drawing/2014/main" id="{E4E71E06-880A-4EEB-BC26-428D0523A992}"/>
                </a:ext>
              </a:extLst>
            </p:cNvPr>
            <p:cNvSpPr/>
            <p:nvPr/>
          </p:nvSpPr>
          <p:spPr>
            <a:xfrm>
              <a:off x="2683771" y="3033547"/>
              <a:ext cx="108000" cy="144000"/>
            </a:xfrm>
            <a:prstGeom prst="flowChartDecision">
              <a:avLst/>
            </a:prstGeom>
            <a:solidFill>
              <a:srgbClr val="FF99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240" name="OTLSHAPE_T_e17f3958430f4cff8650518c93c7635e_StartDate">
              <a:extLst>
                <a:ext uri="{FF2B5EF4-FFF2-40B4-BE49-F238E27FC236}">
                  <a16:creationId xmlns:a16="http://schemas.microsoft.com/office/drawing/2014/main" id="{B96C7930-5EB8-493C-B2A7-A3633606E12D}"/>
                </a:ext>
              </a:extLst>
            </p:cNvPr>
            <p:cNvSpPr txBox="1"/>
            <p:nvPr>
              <p:custDataLst>
                <p:tags r:id="rId51"/>
              </p:custDataLst>
            </p:nvPr>
          </p:nvSpPr>
          <p:spPr>
            <a:xfrm>
              <a:off x="2653065" y="3212607"/>
              <a:ext cx="576000" cy="11169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ts val="9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DBL</a:t>
              </a:r>
            </a:p>
          </p:txBody>
        </p:sp>
      </p:grpSp>
      <p:grpSp>
        <p:nvGrpSpPr>
          <p:cNvPr id="245" name="Group 244">
            <a:extLst>
              <a:ext uri="{FF2B5EF4-FFF2-40B4-BE49-F238E27FC236}">
                <a16:creationId xmlns:a16="http://schemas.microsoft.com/office/drawing/2014/main" id="{DAD0BF81-71C7-4DA2-BDE9-3C284D78F4F8}"/>
              </a:ext>
            </a:extLst>
          </p:cNvPr>
          <p:cNvGrpSpPr/>
          <p:nvPr/>
        </p:nvGrpSpPr>
        <p:grpSpPr>
          <a:xfrm>
            <a:off x="8167735" y="2803715"/>
            <a:ext cx="669005" cy="405124"/>
            <a:chOff x="7041209" y="2164107"/>
            <a:chExt cx="669005" cy="405124"/>
          </a:xfrm>
        </p:grpSpPr>
        <p:sp>
          <p:nvSpPr>
            <p:cNvPr id="260" name="OTLSHAPE_T_e17f3958430f4cff8650518c93c7635e_StartDate">
              <a:extLst>
                <a:ext uri="{FF2B5EF4-FFF2-40B4-BE49-F238E27FC236}">
                  <a16:creationId xmlns:a16="http://schemas.microsoft.com/office/drawing/2014/main" id="{7A4E361E-7389-4C7F-BD7D-9D501B886A28}"/>
                </a:ext>
              </a:extLst>
            </p:cNvPr>
            <p:cNvSpPr txBox="1"/>
            <p:nvPr>
              <p:custDataLst>
                <p:tags r:id="rId50"/>
              </p:custDataLst>
            </p:nvPr>
          </p:nvSpPr>
          <p:spPr>
            <a:xfrm>
              <a:off x="7041209" y="2316085"/>
              <a:ext cx="669005" cy="25314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3366"/>
                  </a:solidFill>
                  <a:effectLst/>
                  <a:uLnTx/>
                  <a:uFillTx/>
                  <a:latin typeface="Boehringer Forward Text"/>
                  <a:ea typeface="+mn-ea"/>
                  <a:cs typeface="Calibri" panose="020F0502020204030204" pitchFamily="34" charset="0"/>
                </a:rPr>
                <a:t>NDA-s </a:t>
              </a: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3366"/>
                  </a:solidFill>
                  <a:effectLst/>
                  <a:uLnTx/>
                  <a:uFillTx/>
                  <a:latin typeface="Boehringer Forward Text"/>
                  <a:ea typeface="+mn-ea"/>
                  <a:cs typeface="Calibri" panose="020F0502020204030204" pitchFamily="34" charset="0"/>
                </a:rPr>
                <a:t>16May’25</a:t>
              </a:r>
            </a:p>
          </p:txBody>
        </p:sp>
        <p:sp>
          <p:nvSpPr>
            <p:cNvPr id="261" name="五角星 55">
              <a:extLst>
                <a:ext uri="{FF2B5EF4-FFF2-40B4-BE49-F238E27FC236}">
                  <a16:creationId xmlns:a16="http://schemas.microsoft.com/office/drawing/2014/main" id="{86A7A433-FA30-4865-BA6E-76A445266A87}"/>
                </a:ext>
              </a:extLst>
            </p:cNvPr>
            <p:cNvSpPr>
              <a:spLocks noChangeAspect="1"/>
            </p:cNvSpPr>
            <p:nvPr/>
          </p:nvSpPr>
          <p:spPr bwMode="auto">
            <a:xfrm>
              <a:off x="7309723" y="2164107"/>
              <a:ext cx="146125" cy="128492"/>
            </a:xfrm>
            <a:prstGeom prst="star5">
              <a:avLst/>
            </a:prstGeom>
            <a:solidFill>
              <a:schemeClr val="accent4">
                <a:lumMod val="20000"/>
                <a:lumOff val="80000"/>
              </a:schemeClr>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917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Boehringer Forward Text"/>
                <a:ea typeface="+mn-ea"/>
                <a:cs typeface="+mn-cs"/>
              </a:endParaRPr>
            </a:p>
          </p:txBody>
        </p:sp>
      </p:grpSp>
      <p:grpSp>
        <p:nvGrpSpPr>
          <p:cNvPr id="262" name="Group 261">
            <a:extLst>
              <a:ext uri="{FF2B5EF4-FFF2-40B4-BE49-F238E27FC236}">
                <a16:creationId xmlns:a16="http://schemas.microsoft.com/office/drawing/2014/main" id="{7C79184E-0B41-4543-9E24-4551C022AC52}"/>
              </a:ext>
            </a:extLst>
          </p:cNvPr>
          <p:cNvGrpSpPr/>
          <p:nvPr/>
        </p:nvGrpSpPr>
        <p:grpSpPr>
          <a:xfrm>
            <a:off x="9453771" y="2797891"/>
            <a:ext cx="576000" cy="385355"/>
            <a:chOff x="8331805" y="2147371"/>
            <a:chExt cx="576000" cy="385355"/>
          </a:xfrm>
        </p:grpSpPr>
        <p:sp>
          <p:nvSpPr>
            <p:cNvPr id="263" name="五角星 55">
              <a:extLst>
                <a:ext uri="{FF2B5EF4-FFF2-40B4-BE49-F238E27FC236}">
                  <a16:creationId xmlns:a16="http://schemas.microsoft.com/office/drawing/2014/main" id="{69F1FDA8-592B-45E0-B979-719EF0B2A0EB}"/>
                </a:ext>
              </a:extLst>
            </p:cNvPr>
            <p:cNvSpPr>
              <a:spLocks noChangeAspect="1"/>
            </p:cNvSpPr>
            <p:nvPr/>
          </p:nvSpPr>
          <p:spPr bwMode="auto">
            <a:xfrm>
              <a:off x="8538743" y="2147371"/>
              <a:ext cx="146125" cy="128492"/>
            </a:xfrm>
            <a:prstGeom prst="star5">
              <a:avLst/>
            </a:prstGeom>
            <a:solidFill>
              <a:schemeClr val="accent6">
                <a:lumMod val="60000"/>
                <a:lumOff val="40000"/>
              </a:schemeClr>
            </a:solidFill>
            <a:ln w="9525" cap="flat" cmpd="sng" algn="ctr">
              <a:solidFill>
                <a:schemeClr val="accent6">
                  <a:lumMod val="75000"/>
                </a:schemeClr>
              </a:solidFill>
              <a:prstDash val="solid"/>
              <a:round/>
              <a:headEnd type="none" w="med" len="med"/>
              <a:tailEnd type="none" w="med" len="med"/>
            </a:ln>
            <a:effectLst/>
          </p:spPr>
          <p:txBody>
            <a:bodyPr lIns="0" tIns="0" rIns="0" bIns="0" anchor="ctr"/>
            <a:lstStyle/>
            <a:p>
              <a:pPr marL="0" marR="0" lvl="0" indent="0" algn="l" defTabSz="121917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9E9C23">
                    <a:lumMod val="75000"/>
                  </a:srgbClr>
                </a:solidFill>
                <a:effectLst/>
                <a:highlight>
                  <a:srgbClr val="808000"/>
                </a:highlight>
                <a:uLnTx/>
                <a:uFillTx/>
                <a:latin typeface="Boehringer Forward Text"/>
                <a:ea typeface="+mn-ea"/>
                <a:cs typeface="+mn-cs"/>
              </a:endParaRPr>
            </a:p>
          </p:txBody>
        </p:sp>
        <p:sp>
          <p:nvSpPr>
            <p:cNvPr id="264" name="TextBox 263">
              <a:extLst>
                <a:ext uri="{FF2B5EF4-FFF2-40B4-BE49-F238E27FC236}">
                  <a16:creationId xmlns:a16="http://schemas.microsoft.com/office/drawing/2014/main" id="{8BC42CD7-BFB0-444B-A883-1AC69BD7881C}"/>
                </a:ext>
              </a:extLst>
            </p:cNvPr>
            <p:cNvSpPr txBox="1"/>
            <p:nvPr/>
          </p:nvSpPr>
          <p:spPr>
            <a:xfrm>
              <a:off x="8331805" y="2301894"/>
              <a:ext cx="576000" cy="230832"/>
            </a:xfrm>
            <a:prstGeom prst="rect">
              <a:avLst/>
            </a:prstGeom>
            <a:noFill/>
          </p:spPr>
          <p:txBody>
            <a:bodyPr vert="horz" wrap="square" lIns="0" tIns="0" rIns="0" bIns="0" rtlCol="0" anchor="ctr" anchorCtr="0">
              <a:spAutoFit/>
            </a:bodyPr>
            <a:lstStyle>
              <a:defPPr>
                <a:defRPr lang="zh-CN"/>
              </a:defPPr>
              <a:lvl1pPr marR="0" lvl="0" indent="0" fontAlgn="auto">
                <a:lnSpc>
                  <a:spcPct val="100000"/>
                </a:lnSpc>
                <a:spcBef>
                  <a:spcPts val="0"/>
                </a:spcBef>
                <a:spcAft>
                  <a:spcPts val="0"/>
                </a:spcAft>
                <a:buClrTx/>
                <a:buSzTx/>
                <a:buFontTx/>
                <a:buNone/>
                <a:tabLst/>
                <a:defRPr sz="1000" b="1">
                  <a:solidFill>
                    <a:srgbClr val="44546A"/>
                  </a:solidFill>
                  <a:latin typeface="Calibri" panose="020F0502020204030204" pitchFamily="34" charset="0"/>
                  <a:cs typeface="Calibri" panose="020F0502020204030204" pitchFamily="34" charset="0"/>
                </a:defRPr>
              </a:lvl1pPr>
            </a:lstStyle>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9E9C23">
                      <a:lumMod val="75000"/>
                    </a:srgbClr>
                  </a:solidFill>
                  <a:effectLst/>
                  <a:uLnTx/>
                  <a:uFillTx/>
                  <a:latin typeface="Boehringer Forward Text"/>
                  <a:ea typeface="+mn-ea"/>
                  <a:cs typeface="Calibri" panose="020F0502020204030204" pitchFamily="34" charset="0"/>
                </a:rPr>
                <a:t>NDA-a</a:t>
              </a:r>
            </a:p>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9E9C23">
                      <a:lumMod val="75000"/>
                    </a:srgbClr>
                  </a:solidFill>
                  <a:effectLst/>
                  <a:uLnTx/>
                  <a:uFillTx/>
                  <a:latin typeface="Boehringer Forward Text"/>
                  <a:ea typeface="+mn-ea"/>
                  <a:cs typeface="Calibri" panose="020F0502020204030204" pitchFamily="34" charset="0"/>
                </a:rPr>
                <a:t>Jan’26</a:t>
              </a:r>
            </a:p>
          </p:txBody>
        </p:sp>
      </p:grpSp>
      <p:pic>
        <p:nvPicPr>
          <p:cNvPr id="12" name="Picture 11">
            <a:extLst>
              <a:ext uri="{FF2B5EF4-FFF2-40B4-BE49-F238E27FC236}">
                <a16:creationId xmlns:a16="http://schemas.microsoft.com/office/drawing/2014/main" id="{C37E09F6-8FE1-A711-8DE7-CD3D48188622}"/>
              </a:ext>
            </a:extLst>
          </p:cNvPr>
          <p:cNvPicPr>
            <a:picLocks noChangeAspect="1"/>
          </p:cNvPicPr>
          <p:nvPr/>
        </p:nvPicPr>
        <p:blipFill>
          <a:blip r:embed="rId62"/>
          <a:stretch>
            <a:fillRect/>
          </a:stretch>
        </p:blipFill>
        <p:spPr>
          <a:xfrm>
            <a:off x="10386392" y="261698"/>
            <a:ext cx="1368000" cy="556149"/>
          </a:xfrm>
          <a:prstGeom prst="rect">
            <a:avLst/>
          </a:prstGeom>
        </p:spPr>
      </p:pic>
      <p:sp>
        <p:nvSpPr>
          <p:cNvPr id="16" name="TextBox 15">
            <a:extLst>
              <a:ext uri="{FF2B5EF4-FFF2-40B4-BE49-F238E27FC236}">
                <a16:creationId xmlns:a16="http://schemas.microsoft.com/office/drawing/2014/main" id="{6E09EBCF-0D04-EA5D-48AE-6A2F3C879757}"/>
              </a:ext>
            </a:extLst>
          </p:cNvPr>
          <p:cNvSpPr txBox="1"/>
          <p:nvPr/>
        </p:nvSpPr>
        <p:spPr>
          <a:xfrm>
            <a:off x="8362693" y="4638797"/>
            <a:ext cx="3760506" cy="1585049"/>
          </a:xfrm>
          <a:prstGeom prst="rect">
            <a:avLst/>
          </a:prstGeom>
          <a:solidFill>
            <a:srgbClr val="B1F2E7"/>
          </a:solidFill>
          <a:ln>
            <a:solidFill>
              <a:srgbClr val="000000"/>
            </a:solidFill>
            <a:prstDash val="sysDot"/>
          </a:ln>
        </p:spPr>
        <p:txBody>
          <a:bodyPr wrap="square" rtlCol="0">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800" b="0" i="0" u="none" strike="noStrike" kern="1200" cap="none" spc="0" normalizeH="0" baseline="0" noProof="0">
                <a:ln>
                  <a:noFill/>
                </a:ln>
                <a:solidFill>
                  <a:prstClr val="black">
                    <a:lumMod val="50000"/>
                    <a:lumOff val="50000"/>
                  </a:prstClr>
                </a:solidFill>
                <a:effectLst/>
                <a:uLnTx/>
                <a:uFillTx/>
                <a:latin typeface="Boehringer Forward Text"/>
                <a:ea typeface="+mn-ea"/>
                <a:cs typeface="+mn-cs"/>
              </a:rPr>
              <a:t>HA consultation for CMC is planned around June 2024.</a:t>
            </a:r>
            <a:r>
              <a:rPr kumimoji="0" lang="en-US" altLang="zh-CN" sz="800" b="0" i="0" u="none" strike="noStrike" kern="1200" cap="none" spc="0" normalizeH="0" baseline="0" noProof="0">
                <a:ln>
                  <a:noFill/>
                </a:ln>
                <a:solidFill>
                  <a:prstClr val="white">
                    <a:lumMod val="50000"/>
                  </a:prstClr>
                </a:solidFill>
                <a:effectLst/>
                <a:uLnTx/>
                <a:uFillTx/>
                <a:latin typeface="Boehringer Forward Text"/>
                <a:ea typeface="+mn-ea"/>
                <a:cs typeface="+mn-cs"/>
              </a:rPr>
              <a:t> The internal kick-off meeting on 12th Mar 2024</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800" b="0" i="0" u="none" strike="noStrike" kern="1200" cap="none" spc="0" normalizeH="0" baseline="0" noProof="0">
                <a:ln>
                  <a:noFill/>
                </a:ln>
                <a:solidFill>
                  <a:prstClr val="black"/>
                </a:solidFill>
                <a:effectLst/>
                <a:uLnTx/>
                <a:uFillTx/>
                <a:latin typeface="Boehringer Forward Text"/>
                <a:ea typeface="+mn-ea"/>
                <a:cs typeface="+mn-cs"/>
              </a:rPr>
              <a:t>CN PK will be tested locally for CONNEX-1,3 &amp;X  to meet timeline. Method transfer is expected to completed at the end of July 2024</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800" b="0" i="0" u="none" strike="noStrike" kern="1200" cap="none" spc="0" normalizeH="0" baseline="0" noProof="0">
                <a:ln>
                  <a:noFill/>
                </a:ln>
                <a:solidFill>
                  <a:prstClr val="black"/>
                </a:solidFill>
                <a:effectLst/>
                <a:uLnTx/>
                <a:uFillTx/>
                <a:latin typeface="Boehringer Forward Text"/>
                <a:ea typeface="+mn-ea"/>
                <a:cs typeface="+mn-cs"/>
              </a:rPr>
              <a:t>TW final randomized 58pts, 1pts gap for non-CPP requirement. </a:t>
            </a:r>
            <a:r>
              <a:rPr lang="en-US" altLang="zh-CN" sz="800">
                <a:solidFill>
                  <a:prstClr val="black"/>
                </a:solidFill>
                <a:latin typeface="Boehringer Forward Text"/>
              </a:rPr>
              <a:t>Current strategy:</a:t>
            </a:r>
            <a:r>
              <a:rPr kumimoji="0" lang="en-US" altLang="zh-CN" sz="800" b="0" i="0" u="none" strike="noStrike" kern="1200" cap="none" spc="0" normalizeH="0" baseline="0" noProof="0">
                <a:ln>
                  <a:noFill/>
                </a:ln>
                <a:solidFill>
                  <a:prstClr val="black"/>
                </a:solidFill>
                <a:effectLst/>
                <a:uLnTx/>
                <a:uFillTx/>
                <a:latin typeface="Boehringer Forward Text"/>
                <a:ea typeface="+mn-ea"/>
                <a:cs typeface="+mn-cs"/>
              </a:rPr>
              <a:t> </a:t>
            </a:r>
            <a:r>
              <a:rPr lang="en-US" altLang="zh-CN" sz="800">
                <a:solidFill>
                  <a:prstClr val="black"/>
                </a:solidFill>
                <a:latin typeface="Boehringer Forward Text"/>
              </a:rPr>
              <a:t>s</a:t>
            </a:r>
            <a:r>
              <a:rPr kumimoji="0" lang="en-US" altLang="zh-CN" sz="800" b="0" i="0" u="none" strike="noStrike" kern="1200" cap="none" spc="0" normalizeH="0" baseline="0" noProof="0" err="1">
                <a:ln>
                  <a:noFill/>
                </a:ln>
                <a:solidFill>
                  <a:prstClr val="black"/>
                </a:solidFill>
                <a:effectLst/>
                <a:uLnTx/>
                <a:uFillTx/>
                <a:latin typeface="Boehringer Forward Text"/>
                <a:ea typeface="+mn-ea"/>
                <a:cs typeface="+mn-cs"/>
              </a:rPr>
              <a:t>ubmit</a:t>
            </a:r>
            <a:r>
              <a:rPr kumimoji="0" lang="en-US" altLang="zh-CN" sz="800" b="0" i="0" u="none" strike="noStrike" kern="1200" cap="none" spc="0" normalizeH="0" baseline="0" noProof="0">
                <a:ln>
                  <a:noFill/>
                </a:ln>
                <a:solidFill>
                  <a:prstClr val="black"/>
                </a:solidFill>
                <a:effectLst/>
                <a:uLnTx/>
                <a:uFillTx/>
                <a:latin typeface="Boehringer Forward Text"/>
                <a:ea typeface="+mn-ea"/>
                <a:cs typeface="+mn-cs"/>
              </a:rPr>
              <a:t> N</a:t>
            </a:r>
            <a:r>
              <a:rPr lang="en-US" sz="800"/>
              <a:t>on-CPP NDA and response during the review  if any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800" b="0" i="0" u="none" strike="noStrike" kern="1200" cap="none" spc="0" normalizeH="0" baseline="0" noProof="0">
                <a:ln>
                  <a:noFill/>
                </a:ln>
                <a:solidFill>
                  <a:prstClr val="black"/>
                </a:solidFill>
                <a:effectLst/>
                <a:uLnTx/>
                <a:uFillTx/>
                <a:latin typeface="Boehringer Forward Text"/>
                <a:ea typeface="+mn-ea"/>
                <a:cs typeface="+mn-cs"/>
              </a:rPr>
              <a:t>Nomination Chinese investigator for CONNEX manuscript</a:t>
            </a:r>
          </a:p>
          <a:p>
            <a:pPr marL="6286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800" b="0" i="0" u="none" strike="noStrike" kern="1200" cap="none" spc="0" normalizeH="0" baseline="0" noProof="0">
                <a:ln>
                  <a:noFill/>
                </a:ln>
                <a:solidFill>
                  <a:prstClr val="black"/>
                </a:solidFill>
                <a:effectLst/>
                <a:uLnTx/>
                <a:uFillTx/>
                <a:latin typeface="Boehringer Forward Text"/>
                <a:ea typeface="+mn-ea"/>
                <a:cs typeface="+mn-cs"/>
              </a:rPr>
              <a:t>Prof. </a:t>
            </a:r>
            <a:r>
              <a:rPr kumimoji="0" lang="en-US" altLang="zh-CN" sz="800" b="0" i="0" u="none" strike="noStrike" kern="1200" cap="none" spc="0" normalizeH="0" baseline="0" noProof="0" err="1">
                <a:ln>
                  <a:noFill/>
                </a:ln>
                <a:solidFill>
                  <a:prstClr val="black"/>
                </a:solidFill>
                <a:effectLst/>
                <a:uLnTx/>
                <a:uFillTx/>
                <a:latin typeface="Boehringer Forward Text"/>
                <a:ea typeface="+mn-ea"/>
                <a:cs typeface="+mn-cs"/>
              </a:rPr>
              <a:t>Hongyan</a:t>
            </a:r>
            <a:r>
              <a:rPr kumimoji="0" lang="en-US" altLang="zh-CN" sz="800" b="0" i="0" u="none" strike="noStrike" kern="1200" cap="none" spc="0" normalizeH="0" baseline="0" noProof="0">
                <a:ln>
                  <a:noFill/>
                </a:ln>
                <a:solidFill>
                  <a:prstClr val="black"/>
                </a:solidFill>
                <a:effectLst/>
                <a:uLnTx/>
                <a:uFillTx/>
                <a:latin typeface="Boehringer Forward Text"/>
                <a:ea typeface="+mn-ea"/>
                <a:cs typeface="+mn-cs"/>
              </a:rPr>
              <a:t> Zhang (CONNEX-1)</a:t>
            </a:r>
          </a:p>
          <a:p>
            <a:pPr marL="6286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800" b="0" i="0" u="none" strike="noStrike" kern="1200" cap="none" spc="0" normalizeH="0" baseline="0" noProof="0">
                <a:ln>
                  <a:noFill/>
                </a:ln>
                <a:solidFill>
                  <a:prstClr val="black"/>
                </a:solidFill>
                <a:effectLst/>
                <a:uLnTx/>
                <a:uFillTx/>
                <a:latin typeface="Boehringer Forward Text"/>
                <a:ea typeface="+mn-ea"/>
                <a:cs typeface="+mn-cs"/>
              </a:rPr>
              <a:t>Prof.</a:t>
            </a:r>
            <a:r>
              <a:rPr kumimoji="0" lang="zh-CN" altLang="en-US" sz="800" b="0" i="0" u="none" strike="noStrike" kern="1200" cap="none" spc="0" normalizeH="0" baseline="0" noProof="0">
                <a:ln>
                  <a:noFill/>
                </a:ln>
                <a:solidFill>
                  <a:prstClr val="black"/>
                </a:solidFill>
                <a:effectLst/>
                <a:uLnTx/>
                <a:uFillTx/>
                <a:latin typeface="Boehringer Forward Text"/>
                <a:ea typeface="+mn-ea"/>
                <a:cs typeface="+mn-cs"/>
              </a:rPr>
              <a:t> </a:t>
            </a:r>
            <a:r>
              <a:rPr kumimoji="0" lang="en-US" altLang="zh-CN" sz="800" b="0" i="0" u="none" strike="noStrike" kern="1200" cap="none" spc="0" normalizeH="0" baseline="0" noProof="0">
                <a:ln>
                  <a:noFill/>
                </a:ln>
                <a:solidFill>
                  <a:prstClr val="black"/>
                </a:solidFill>
                <a:effectLst/>
                <a:uLnTx/>
                <a:uFillTx/>
                <a:latin typeface="Boehringer Forward Text"/>
                <a:ea typeface="+mn-ea"/>
                <a:cs typeface="+mn-cs"/>
              </a:rPr>
              <a:t>Gang</a:t>
            </a:r>
            <a:r>
              <a:rPr kumimoji="0" lang="zh-CN" altLang="en-US" sz="800" b="0" i="0" u="none" strike="noStrike" kern="1200" cap="none" spc="0" normalizeH="0" baseline="0" noProof="0">
                <a:ln>
                  <a:noFill/>
                </a:ln>
                <a:solidFill>
                  <a:prstClr val="black"/>
                </a:solidFill>
                <a:effectLst/>
                <a:uLnTx/>
                <a:uFillTx/>
                <a:latin typeface="Boehringer Forward Text"/>
                <a:ea typeface="+mn-ea"/>
                <a:cs typeface="+mn-cs"/>
              </a:rPr>
              <a:t> </a:t>
            </a:r>
            <a:r>
              <a:rPr kumimoji="0" lang="en-US" altLang="zh-CN" sz="800" b="0" i="0" u="none" strike="noStrike" kern="1200" cap="none" spc="0" normalizeH="0" baseline="0" noProof="0">
                <a:ln>
                  <a:noFill/>
                </a:ln>
                <a:solidFill>
                  <a:prstClr val="black"/>
                </a:solidFill>
                <a:effectLst/>
                <a:uLnTx/>
                <a:uFillTx/>
                <a:latin typeface="Boehringer Forward Text"/>
                <a:ea typeface="+mn-ea"/>
                <a:cs typeface="+mn-cs"/>
              </a:rPr>
              <a:t>Wang</a:t>
            </a:r>
            <a:r>
              <a:rPr kumimoji="0" lang="zh-CN" altLang="en-US" sz="800" b="0" i="0" u="none" strike="noStrike" kern="1200" cap="none" spc="0" normalizeH="0" baseline="0" noProof="0">
                <a:ln>
                  <a:noFill/>
                </a:ln>
                <a:solidFill>
                  <a:prstClr val="black"/>
                </a:solidFill>
                <a:effectLst/>
                <a:uLnTx/>
                <a:uFillTx/>
                <a:latin typeface="Boehringer Forward Text"/>
                <a:ea typeface="+mn-ea"/>
                <a:cs typeface="+mn-cs"/>
              </a:rPr>
              <a:t> </a:t>
            </a:r>
            <a:r>
              <a:rPr kumimoji="0" lang="en-US" altLang="zh-CN" sz="800" b="0" i="0" u="none" strike="noStrike" kern="1200" cap="none" spc="0" normalizeH="0" baseline="0" noProof="0">
                <a:ln>
                  <a:noFill/>
                </a:ln>
                <a:solidFill>
                  <a:prstClr val="black"/>
                </a:solidFill>
                <a:effectLst/>
                <a:uLnTx/>
                <a:uFillTx/>
                <a:latin typeface="Boehringer Forward Text"/>
                <a:ea typeface="+mn-ea"/>
                <a:cs typeface="+mn-cs"/>
              </a:rPr>
              <a:t>(CONNEX-3, Pooled CONNEX)</a:t>
            </a:r>
          </a:p>
        </p:txBody>
      </p:sp>
      <p:sp>
        <p:nvSpPr>
          <p:cNvPr id="49" name="OTLSHAPE_T_5a934a26f311425e8ebaa0f45e6533ad_Shape">
            <a:extLst>
              <a:ext uri="{FF2B5EF4-FFF2-40B4-BE49-F238E27FC236}">
                <a16:creationId xmlns:a16="http://schemas.microsoft.com/office/drawing/2014/main" id="{1B9BBC2D-0786-8D19-0505-5D51370CAC89}"/>
              </a:ext>
            </a:extLst>
          </p:cNvPr>
          <p:cNvSpPr/>
          <p:nvPr>
            <p:custDataLst>
              <p:tags r:id="rId23"/>
            </p:custDataLst>
          </p:nvPr>
        </p:nvSpPr>
        <p:spPr bwMode="auto">
          <a:xfrm>
            <a:off x="6410532" y="2874718"/>
            <a:ext cx="972000" cy="184241"/>
          </a:xfrm>
          <a:prstGeom prst="roundRect">
            <a:avLst/>
          </a:prstGeom>
          <a:pattFill prst="pct25">
            <a:fgClr>
              <a:srgbClr val="1AAA42"/>
            </a:fgClr>
            <a:bgClr>
              <a:sysClr val="window" lastClr="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1000" b="1" i="0" u="none" strike="noStrike" kern="0" cap="none" spc="-7" normalizeH="0" baseline="0" noProof="0">
              <a:ln>
                <a:noFill/>
              </a:ln>
              <a:solidFill>
                <a:srgbClr val="000000"/>
              </a:solidFill>
              <a:effectLst/>
              <a:uLnTx/>
              <a:uFillTx/>
              <a:latin typeface="Boehringer Forward Text"/>
              <a:ea typeface="宋体" panose="02010600030101010101" pitchFamily="2" charset="-122"/>
              <a:cs typeface="+mn-cs"/>
            </a:endParaRPr>
          </a:p>
        </p:txBody>
      </p:sp>
      <p:grpSp>
        <p:nvGrpSpPr>
          <p:cNvPr id="50" name="Group 3">
            <a:extLst>
              <a:ext uri="{FF2B5EF4-FFF2-40B4-BE49-F238E27FC236}">
                <a16:creationId xmlns:a16="http://schemas.microsoft.com/office/drawing/2014/main" id="{992FE442-9C77-975F-723E-20F65C3CFAFE}"/>
              </a:ext>
            </a:extLst>
          </p:cNvPr>
          <p:cNvGrpSpPr/>
          <p:nvPr/>
        </p:nvGrpSpPr>
        <p:grpSpPr>
          <a:xfrm>
            <a:off x="1775354" y="2897403"/>
            <a:ext cx="311304" cy="331399"/>
            <a:chOff x="1781177" y="2601041"/>
            <a:chExt cx="311304" cy="331399"/>
          </a:xfrm>
        </p:grpSpPr>
        <p:sp>
          <p:nvSpPr>
            <p:cNvPr id="51" name="Rectangle 147">
              <a:extLst>
                <a:ext uri="{FF2B5EF4-FFF2-40B4-BE49-F238E27FC236}">
                  <a16:creationId xmlns:a16="http://schemas.microsoft.com/office/drawing/2014/main" id="{CB219DE9-0789-7ECF-AF39-8738285F55DD}"/>
                </a:ext>
              </a:extLst>
            </p:cNvPr>
            <p:cNvSpPr/>
            <p:nvPr/>
          </p:nvSpPr>
          <p:spPr>
            <a:xfrm>
              <a:off x="1781177" y="2732385"/>
              <a:ext cx="311304" cy="200055"/>
            </a:xfrm>
            <a:prstGeom prst="rect">
              <a:avLst/>
            </a:prstGeom>
          </p:spPr>
          <p:txBody>
            <a:bodyPr wrap="none">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123563">
                      <a:lumMod val="75000"/>
                    </a:srgbClr>
                  </a:solidFill>
                  <a:effectLst/>
                  <a:uLnTx/>
                  <a:uFillTx/>
                  <a:latin typeface="Boehringer Forward Text"/>
                  <a:ea typeface="宋体" panose="02010600030101010101" pitchFamily="2" charset="-122"/>
                  <a:cs typeface="Calibri" panose="020F0502020204030204" pitchFamily="34" charset="0"/>
                </a:rPr>
                <a:t>FPI</a:t>
              </a:r>
              <a:endParaRPr kumimoji="0" lang="zh-CN" altLang="en-US" sz="700" b="0" i="0" u="none" strike="noStrike" kern="1200" cap="none" spc="0" normalizeH="0" baseline="0" noProof="0">
                <a:ln>
                  <a:noFill/>
                </a:ln>
                <a:solidFill>
                  <a:srgbClr val="123563">
                    <a:lumMod val="75000"/>
                  </a:srgbClr>
                </a:solidFill>
                <a:effectLst/>
                <a:uLnTx/>
                <a:uFillTx/>
                <a:latin typeface="Boehringer Forward Text"/>
                <a:ea typeface="宋体" panose="02010600030101010101" pitchFamily="2" charset="-122"/>
                <a:cs typeface="Calibri" panose="020F0502020204030204" pitchFamily="34" charset="0"/>
              </a:endParaRPr>
            </a:p>
          </p:txBody>
        </p:sp>
        <p:sp>
          <p:nvSpPr>
            <p:cNvPr id="52" name="Star: 4 Points 143">
              <a:extLst>
                <a:ext uri="{FF2B5EF4-FFF2-40B4-BE49-F238E27FC236}">
                  <a16:creationId xmlns:a16="http://schemas.microsoft.com/office/drawing/2014/main" id="{BF4D900A-9131-B4BD-DAB4-BDDD316404CE}"/>
                </a:ext>
              </a:extLst>
            </p:cNvPr>
            <p:cNvSpPr/>
            <p:nvPr/>
          </p:nvSpPr>
          <p:spPr bwMode="auto">
            <a:xfrm>
              <a:off x="1847112" y="260104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宋体" panose="02010600030101010101" pitchFamily="2" charset="-122"/>
                <a:cs typeface="Calibri" panose="020F0502020204030204" pitchFamily="34" charset="0"/>
              </a:endParaRPr>
            </a:p>
          </p:txBody>
        </p:sp>
      </p:grpSp>
      <p:sp>
        <p:nvSpPr>
          <p:cNvPr id="53" name="OTLSHAPE_T_e17f3958430f4cff8650518c93c7635e_Shape">
            <a:extLst>
              <a:ext uri="{FF2B5EF4-FFF2-40B4-BE49-F238E27FC236}">
                <a16:creationId xmlns:a16="http://schemas.microsoft.com/office/drawing/2014/main" id="{50007F20-B21E-A6A4-0B2E-148793FBDE3D}"/>
              </a:ext>
            </a:extLst>
          </p:cNvPr>
          <p:cNvSpPr/>
          <p:nvPr>
            <p:custDataLst>
              <p:tags r:id="rId24"/>
            </p:custDataLst>
          </p:nvPr>
        </p:nvSpPr>
        <p:spPr bwMode="auto">
          <a:xfrm>
            <a:off x="1934455" y="2879012"/>
            <a:ext cx="4464000" cy="202967"/>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CONNEX-3 (N=586)</a:t>
            </a:r>
            <a:endParaRPr kumimoji="0" lang="zh-CN" altLang="en-US"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grpSp>
        <p:nvGrpSpPr>
          <p:cNvPr id="54" name="Group 12">
            <a:extLst>
              <a:ext uri="{FF2B5EF4-FFF2-40B4-BE49-F238E27FC236}">
                <a16:creationId xmlns:a16="http://schemas.microsoft.com/office/drawing/2014/main" id="{B6030EF2-9BB4-451E-D325-111FE2D79FF0}"/>
              </a:ext>
            </a:extLst>
          </p:cNvPr>
          <p:cNvGrpSpPr/>
          <p:nvPr/>
        </p:nvGrpSpPr>
        <p:grpSpPr>
          <a:xfrm>
            <a:off x="7207999" y="2990353"/>
            <a:ext cx="359394" cy="298252"/>
            <a:chOff x="6344755" y="1941607"/>
            <a:chExt cx="359394" cy="298251"/>
          </a:xfrm>
        </p:grpSpPr>
        <p:sp>
          <p:nvSpPr>
            <p:cNvPr id="55" name="Star: 4 Points 143">
              <a:extLst>
                <a:ext uri="{FF2B5EF4-FFF2-40B4-BE49-F238E27FC236}">
                  <a16:creationId xmlns:a16="http://schemas.microsoft.com/office/drawing/2014/main" id="{78CF726A-E445-D27A-A61A-2AA96838358F}"/>
                </a:ext>
              </a:extLst>
            </p:cNvPr>
            <p:cNvSpPr/>
            <p:nvPr/>
          </p:nvSpPr>
          <p:spPr bwMode="auto">
            <a:xfrm>
              <a:off x="6437857" y="194160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宋体" panose="02010600030101010101" pitchFamily="2" charset="-122"/>
                <a:cs typeface="Calibri" panose="020F0502020204030204" pitchFamily="34" charset="0"/>
              </a:endParaRPr>
            </a:p>
          </p:txBody>
        </p:sp>
        <p:sp>
          <p:nvSpPr>
            <p:cNvPr id="56" name="Rectangle 55">
              <a:extLst>
                <a:ext uri="{FF2B5EF4-FFF2-40B4-BE49-F238E27FC236}">
                  <a16:creationId xmlns:a16="http://schemas.microsoft.com/office/drawing/2014/main" id="{026992C6-BFD8-048B-D2EC-F33A97C453A2}"/>
                </a:ext>
              </a:extLst>
            </p:cNvPr>
            <p:cNvSpPr/>
            <p:nvPr/>
          </p:nvSpPr>
          <p:spPr>
            <a:xfrm>
              <a:off x="6344755" y="2039804"/>
              <a:ext cx="359394" cy="200054"/>
            </a:xfrm>
            <a:prstGeom prst="rect">
              <a:avLst/>
            </a:prstGeom>
          </p:spPr>
          <p:txBody>
            <a:bodyPr wrap="non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宋体" panose="02010600030101010101" pitchFamily="2" charset="-122"/>
                  <a:cs typeface="Calibri" panose="020F0502020204030204" pitchFamily="34" charset="0"/>
                </a:rPr>
                <a:t>LPO</a:t>
              </a:r>
              <a:endParaRPr kumimoji="0" lang="zh-CN" altLang="en-US" sz="700" b="0" i="0" u="none" strike="noStrike" kern="1200" cap="none" spc="0" normalizeH="0" baseline="0" noProof="0">
                <a:ln>
                  <a:noFill/>
                </a:ln>
                <a:solidFill>
                  <a:srgbClr val="44546A"/>
                </a:solidFill>
                <a:effectLst/>
                <a:uLnTx/>
                <a:uFillTx/>
                <a:latin typeface="Boehringer Forward Text"/>
                <a:ea typeface="宋体" panose="02010600030101010101" pitchFamily="2" charset="-122"/>
                <a:cs typeface="Calibri" panose="020F0502020204030204" pitchFamily="34" charset="0"/>
              </a:endParaRPr>
            </a:p>
          </p:txBody>
        </p:sp>
      </p:grpSp>
      <p:grpSp>
        <p:nvGrpSpPr>
          <p:cNvPr id="57" name="Group 13">
            <a:extLst>
              <a:ext uri="{FF2B5EF4-FFF2-40B4-BE49-F238E27FC236}">
                <a16:creationId xmlns:a16="http://schemas.microsoft.com/office/drawing/2014/main" id="{0E408BF7-7EEC-471A-4256-4EEF7505D963}"/>
              </a:ext>
            </a:extLst>
          </p:cNvPr>
          <p:cNvGrpSpPr/>
          <p:nvPr/>
        </p:nvGrpSpPr>
        <p:grpSpPr>
          <a:xfrm>
            <a:off x="6182134" y="2952661"/>
            <a:ext cx="402245" cy="316772"/>
            <a:chOff x="5310367" y="1942427"/>
            <a:chExt cx="402245" cy="316772"/>
          </a:xfrm>
        </p:grpSpPr>
        <p:sp>
          <p:nvSpPr>
            <p:cNvPr id="58" name="Rectangle 125">
              <a:extLst>
                <a:ext uri="{FF2B5EF4-FFF2-40B4-BE49-F238E27FC236}">
                  <a16:creationId xmlns:a16="http://schemas.microsoft.com/office/drawing/2014/main" id="{4F79C652-CD08-DEB2-7991-26829B4CFB57}"/>
                </a:ext>
              </a:extLst>
            </p:cNvPr>
            <p:cNvSpPr/>
            <p:nvPr/>
          </p:nvSpPr>
          <p:spPr>
            <a:xfrm>
              <a:off x="5310367" y="2059144"/>
              <a:ext cx="402245" cy="200055"/>
            </a:xfrm>
            <a:prstGeom prst="rect">
              <a:avLst/>
            </a:prstGeom>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宋体" panose="02010600030101010101" pitchFamily="2" charset="-122"/>
                  <a:cs typeface="Calibri" panose="020F0502020204030204" pitchFamily="34" charset="0"/>
                </a:rPr>
                <a:t>LPI</a:t>
              </a:r>
              <a:endParaRPr kumimoji="0" lang="zh-CN" altLang="en-US" sz="700" b="0" i="0" u="none" strike="noStrike" kern="1200" cap="none" spc="0" normalizeH="0" baseline="0" noProof="0">
                <a:ln>
                  <a:noFill/>
                </a:ln>
                <a:solidFill>
                  <a:srgbClr val="44546A"/>
                </a:solidFill>
                <a:effectLst/>
                <a:uLnTx/>
                <a:uFillTx/>
                <a:latin typeface="Boehringer Forward Text"/>
                <a:ea typeface="宋体" panose="02010600030101010101" pitchFamily="2" charset="-122"/>
                <a:cs typeface="Calibri" panose="020F0502020204030204" pitchFamily="34" charset="0"/>
              </a:endParaRPr>
            </a:p>
          </p:txBody>
        </p:sp>
        <p:sp>
          <p:nvSpPr>
            <p:cNvPr id="59" name="Star: 4 Points 143">
              <a:extLst>
                <a:ext uri="{FF2B5EF4-FFF2-40B4-BE49-F238E27FC236}">
                  <a16:creationId xmlns:a16="http://schemas.microsoft.com/office/drawing/2014/main" id="{FDF2A85A-A23F-E165-D7BD-2703C1D5DF17}"/>
                </a:ext>
              </a:extLst>
            </p:cNvPr>
            <p:cNvSpPr/>
            <p:nvPr/>
          </p:nvSpPr>
          <p:spPr bwMode="auto">
            <a:xfrm>
              <a:off x="5442229" y="194242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宋体" panose="02010600030101010101" pitchFamily="2" charset="-122"/>
                <a:cs typeface="Calibri" panose="020F0502020204030204" pitchFamily="34" charset="0"/>
              </a:endParaRPr>
            </a:p>
          </p:txBody>
        </p:sp>
      </p:grpSp>
      <p:sp>
        <p:nvSpPr>
          <p:cNvPr id="267" name="TextBox 266">
            <a:extLst>
              <a:ext uri="{FF2B5EF4-FFF2-40B4-BE49-F238E27FC236}">
                <a16:creationId xmlns:a16="http://schemas.microsoft.com/office/drawing/2014/main" id="{3F679E35-79DC-41CF-ACD5-4007BA26CDA4}"/>
              </a:ext>
            </a:extLst>
          </p:cNvPr>
          <p:cNvSpPr txBox="1"/>
          <p:nvPr/>
        </p:nvSpPr>
        <p:spPr>
          <a:xfrm>
            <a:off x="8870108" y="1762359"/>
            <a:ext cx="3032567" cy="538609"/>
          </a:xfrm>
          <a:prstGeom prst="rect">
            <a:avLst/>
          </a:prstGeom>
          <a:solidFill>
            <a:srgbClr val="B1F2E7"/>
          </a:solidFill>
          <a:ln>
            <a:solidFill>
              <a:srgbClr val="000000"/>
            </a:solidFill>
            <a:prstDash val="sysDot"/>
          </a:ln>
        </p:spPr>
        <p:txBody>
          <a:bodyPr wrap="square" rtlCol="0">
            <a:spAutoFit/>
          </a:bodyP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800" b="0" i="0" u="none" strike="noStrike" kern="1200" cap="none" spc="0" normalizeH="0" baseline="0" noProof="0">
                <a:ln>
                  <a:noFill/>
                </a:ln>
                <a:solidFill>
                  <a:prstClr val="black"/>
                </a:solidFill>
                <a:effectLst/>
                <a:uLnTx/>
                <a:uFillTx/>
                <a:latin typeface="Boehringer Forward Text"/>
                <a:ea typeface="+mn-ea"/>
                <a:cs typeface="+mn-cs"/>
              </a:rPr>
              <a:t>CONNEX-1 TLR is expected on Nov.18</a:t>
            </a:r>
            <a:r>
              <a:rPr kumimoji="0" lang="en-US" sz="800" b="0" i="0" u="none" strike="noStrike" kern="1200" cap="none" spc="0" normalizeH="0" baseline="30000" noProof="0">
                <a:ln>
                  <a:noFill/>
                </a:ln>
                <a:solidFill>
                  <a:prstClr val="black"/>
                </a:solidFill>
                <a:effectLst/>
                <a:uLnTx/>
                <a:uFillTx/>
                <a:latin typeface="Boehringer Forward Text"/>
                <a:ea typeface="+mn-ea"/>
                <a:cs typeface="+mn-cs"/>
              </a:rPr>
              <a:t>th</a:t>
            </a:r>
            <a:r>
              <a:rPr kumimoji="0" lang="en-US" sz="800" b="0" i="0" u="none" strike="noStrike" kern="1200" cap="none" spc="0" normalizeH="0" baseline="0" noProof="0">
                <a:ln>
                  <a:noFill/>
                </a:ln>
                <a:solidFill>
                  <a:prstClr val="black"/>
                </a:solidFill>
                <a:effectLst/>
                <a:uLnTx/>
                <a:uFillTx/>
                <a:latin typeface="Boehringer Forward Text"/>
                <a:ea typeface="+mn-ea"/>
                <a:cs typeface="+mn-cs"/>
              </a:rPr>
              <a:t> 2024</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800" b="0" i="0" u="none" strike="noStrike" kern="1200" cap="none" spc="0" normalizeH="0" baseline="0" noProof="0">
                <a:ln>
                  <a:noFill/>
                </a:ln>
                <a:solidFill>
                  <a:prstClr val="black"/>
                </a:solidFill>
                <a:effectLst/>
                <a:uLnTx/>
                <a:uFillTx/>
                <a:latin typeface="Boehringer Forward Text"/>
                <a:ea typeface="+mn-ea"/>
                <a:cs typeface="+mn-cs"/>
              </a:rPr>
              <a:t>NDA-s potentially 2 weeks earlier (final timeline will be released after June HPSC)</a:t>
            </a:r>
            <a:endParaRPr kumimoji="0" lang="en-US" sz="800" b="0" i="0" u="none" strike="noStrike" kern="1200" cap="none" spc="0" normalizeH="0" baseline="0" noProof="0">
              <a:ln>
                <a:noFill/>
              </a:ln>
              <a:solidFill>
                <a:prstClr val="black"/>
              </a:solidFill>
              <a:effectLst/>
              <a:uLnTx/>
              <a:uFillTx/>
              <a:latin typeface="Boehringer Forward Text"/>
              <a:ea typeface="+mn-ea"/>
              <a:cs typeface="+mn-cs"/>
            </a:endParaRPr>
          </a:p>
        </p:txBody>
      </p:sp>
      <p:grpSp>
        <p:nvGrpSpPr>
          <p:cNvPr id="10" name="Group 9">
            <a:extLst>
              <a:ext uri="{FF2B5EF4-FFF2-40B4-BE49-F238E27FC236}">
                <a16:creationId xmlns:a16="http://schemas.microsoft.com/office/drawing/2014/main" id="{48EDE0F0-579C-D070-CB23-7BBF8E718A52}"/>
              </a:ext>
            </a:extLst>
          </p:cNvPr>
          <p:cNvGrpSpPr/>
          <p:nvPr/>
        </p:nvGrpSpPr>
        <p:grpSpPr>
          <a:xfrm>
            <a:off x="9524554" y="4126086"/>
            <a:ext cx="576000" cy="516974"/>
            <a:chOff x="9710819" y="4126086"/>
            <a:chExt cx="576000" cy="516974"/>
          </a:xfrm>
        </p:grpSpPr>
        <p:sp>
          <p:nvSpPr>
            <p:cNvPr id="239" name="OTLSHAPE_T_e17f3958430f4cff8650518c93c7635e_StartDate">
              <a:extLst>
                <a:ext uri="{FF2B5EF4-FFF2-40B4-BE49-F238E27FC236}">
                  <a16:creationId xmlns:a16="http://schemas.microsoft.com/office/drawing/2014/main" id="{82449894-2971-4526-9318-9205D75C2E44}"/>
                </a:ext>
              </a:extLst>
            </p:cNvPr>
            <p:cNvSpPr txBox="1"/>
            <p:nvPr>
              <p:custDataLst>
                <p:tags r:id="rId49"/>
              </p:custDataLst>
            </p:nvPr>
          </p:nvSpPr>
          <p:spPr>
            <a:xfrm>
              <a:off x="9710819" y="4291810"/>
              <a:ext cx="576000" cy="351250"/>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3366"/>
                  </a:solidFill>
                  <a:effectLst/>
                  <a:uLnTx/>
                  <a:uFillTx/>
                  <a:latin typeface="Boehringer Forward Text"/>
                  <a:ea typeface="+mn-ea"/>
                  <a:cs typeface="Calibri" panose="020F0502020204030204" pitchFamily="34" charset="0"/>
                </a:rPr>
                <a:t>w/PR </a:t>
              </a:r>
            </a:p>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3366"/>
                  </a:solidFill>
                  <a:effectLst/>
                  <a:uLnTx/>
                  <a:uFillTx/>
                  <a:latin typeface="Boehringer Forward Text"/>
                  <a:ea typeface="+mn-ea"/>
                  <a:cs typeface="Calibri" panose="020F0502020204030204" pitchFamily="34" charset="0"/>
                </a:rPr>
                <a:t>NDA-a</a:t>
              </a:r>
            </a:p>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3366"/>
                  </a:solidFill>
                  <a:effectLst/>
                  <a:uLnTx/>
                  <a:uFillTx/>
                  <a:latin typeface="Boehringer Forward Text"/>
                  <a:ea typeface="+mn-ea"/>
                  <a:cs typeface="Calibri" panose="020F0502020204030204" pitchFamily="34" charset="0"/>
                </a:rPr>
                <a:t>Jun’26</a:t>
              </a:r>
            </a:p>
          </p:txBody>
        </p:sp>
        <p:sp>
          <p:nvSpPr>
            <p:cNvPr id="8" name="五角星 55">
              <a:extLst>
                <a:ext uri="{FF2B5EF4-FFF2-40B4-BE49-F238E27FC236}">
                  <a16:creationId xmlns:a16="http://schemas.microsoft.com/office/drawing/2014/main" id="{BA334BAA-5304-ADE2-EC4F-9B9A206BD4CA}"/>
                </a:ext>
              </a:extLst>
            </p:cNvPr>
            <p:cNvSpPr>
              <a:spLocks noChangeAspect="1"/>
            </p:cNvSpPr>
            <p:nvPr/>
          </p:nvSpPr>
          <p:spPr bwMode="auto">
            <a:xfrm>
              <a:off x="9889599" y="4126086"/>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121917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Boehringer Forward Text"/>
                <a:ea typeface="+mn-ea"/>
                <a:cs typeface="+mn-cs"/>
              </a:endParaRPr>
            </a:p>
          </p:txBody>
        </p:sp>
      </p:grpSp>
      <p:sp>
        <p:nvSpPr>
          <p:cNvPr id="17" name="Star: 4 Points 143">
            <a:extLst>
              <a:ext uri="{FF2B5EF4-FFF2-40B4-BE49-F238E27FC236}">
                <a16:creationId xmlns:a16="http://schemas.microsoft.com/office/drawing/2014/main" id="{40120C8C-03AA-BFAC-4961-96DB559FCC58}"/>
              </a:ext>
            </a:extLst>
          </p:cNvPr>
          <p:cNvSpPr/>
          <p:nvPr/>
        </p:nvSpPr>
        <p:spPr bwMode="auto">
          <a:xfrm>
            <a:off x="6130991" y="187875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0" name="Rectangle 19">
            <a:extLst>
              <a:ext uri="{FF2B5EF4-FFF2-40B4-BE49-F238E27FC236}">
                <a16:creationId xmlns:a16="http://schemas.microsoft.com/office/drawing/2014/main" id="{F28ADE33-CAD8-F7D9-0ABB-9ED70264FC99}"/>
              </a:ext>
            </a:extLst>
          </p:cNvPr>
          <p:cNvSpPr/>
          <p:nvPr/>
        </p:nvSpPr>
        <p:spPr>
          <a:xfrm>
            <a:off x="6107930" y="1991725"/>
            <a:ext cx="402245"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LPI</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2" name="OTLSHAPE_T_e17f3958430f4cff8650518c93c7635e_StartDate">
            <a:extLst>
              <a:ext uri="{FF2B5EF4-FFF2-40B4-BE49-F238E27FC236}">
                <a16:creationId xmlns:a16="http://schemas.microsoft.com/office/drawing/2014/main" id="{EED07DCB-E5B3-71E9-8577-2AEDF9B9F13C}"/>
              </a:ext>
            </a:extLst>
          </p:cNvPr>
          <p:cNvSpPr txBox="1"/>
          <p:nvPr>
            <p:custDataLst>
              <p:tags r:id="rId25"/>
            </p:custDataLst>
          </p:nvPr>
        </p:nvSpPr>
        <p:spPr>
          <a:xfrm>
            <a:off x="7010109" y="1661339"/>
            <a:ext cx="468000"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Oct</a:t>
            </a:r>
            <a:r>
              <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a:t>
            </a: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24</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nvGrpSpPr>
          <p:cNvPr id="23" name="Group 22">
            <a:extLst>
              <a:ext uri="{FF2B5EF4-FFF2-40B4-BE49-F238E27FC236}">
                <a16:creationId xmlns:a16="http://schemas.microsoft.com/office/drawing/2014/main" id="{44863491-544E-5B05-EBEE-DF9F8F0E1EBE}"/>
              </a:ext>
            </a:extLst>
          </p:cNvPr>
          <p:cNvGrpSpPr/>
          <p:nvPr/>
        </p:nvGrpSpPr>
        <p:grpSpPr>
          <a:xfrm>
            <a:off x="7142270" y="1879245"/>
            <a:ext cx="359394" cy="316691"/>
            <a:chOff x="6586705" y="1923510"/>
            <a:chExt cx="359394" cy="316691"/>
          </a:xfrm>
        </p:grpSpPr>
        <p:sp>
          <p:nvSpPr>
            <p:cNvPr id="24" name="Star: 4 Points 143">
              <a:extLst>
                <a:ext uri="{FF2B5EF4-FFF2-40B4-BE49-F238E27FC236}">
                  <a16:creationId xmlns:a16="http://schemas.microsoft.com/office/drawing/2014/main" id="{910F67E7-1500-EDF3-9E05-7DC35AA08F48}"/>
                </a:ext>
              </a:extLst>
            </p:cNvPr>
            <p:cNvSpPr/>
            <p:nvPr/>
          </p:nvSpPr>
          <p:spPr bwMode="auto">
            <a:xfrm>
              <a:off x="6680486" y="192351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5" name="Rectangle 24">
              <a:extLst>
                <a:ext uri="{FF2B5EF4-FFF2-40B4-BE49-F238E27FC236}">
                  <a16:creationId xmlns:a16="http://schemas.microsoft.com/office/drawing/2014/main" id="{C517C21C-FA88-EF5B-7058-301088E6F9C9}"/>
                </a:ext>
              </a:extLst>
            </p:cNvPr>
            <p:cNvSpPr/>
            <p:nvPr/>
          </p:nvSpPr>
          <p:spPr>
            <a:xfrm>
              <a:off x="6586705" y="2040146"/>
              <a:ext cx="359394" cy="20005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LPO</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grpSp>
        <p:nvGrpSpPr>
          <p:cNvPr id="31" name="Group 30">
            <a:extLst>
              <a:ext uri="{FF2B5EF4-FFF2-40B4-BE49-F238E27FC236}">
                <a16:creationId xmlns:a16="http://schemas.microsoft.com/office/drawing/2014/main" id="{662CC485-A5DB-DD7C-719B-52CED94AD3D5}"/>
              </a:ext>
            </a:extLst>
          </p:cNvPr>
          <p:cNvGrpSpPr/>
          <p:nvPr/>
        </p:nvGrpSpPr>
        <p:grpSpPr>
          <a:xfrm>
            <a:off x="7766545" y="1804551"/>
            <a:ext cx="716231" cy="227113"/>
            <a:chOff x="2675423" y="2924171"/>
            <a:chExt cx="716231" cy="227113"/>
          </a:xfrm>
        </p:grpSpPr>
        <p:sp>
          <p:nvSpPr>
            <p:cNvPr id="224" name="流程图: 决策 4">
              <a:extLst>
                <a:ext uri="{FF2B5EF4-FFF2-40B4-BE49-F238E27FC236}">
                  <a16:creationId xmlns:a16="http://schemas.microsoft.com/office/drawing/2014/main" id="{47BAF853-6F8E-65F8-7012-1B4F0CB6475B}"/>
                </a:ext>
              </a:extLst>
            </p:cNvPr>
            <p:cNvSpPr/>
            <p:nvPr/>
          </p:nvSpPr>
          <p:spPr>
            <a:xfrm>
              <a:off x="2675423" y="2971340"/>
              <a:ext cx="144000" cy="144000"/>
            </a:xfrm>
            <a:prstGeom prst="star5">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225" name="OTLSHAPE_T_e17f3958430f4cff8650518c93c7635e_StartDate">
              <a:extLst>
                <a:ext uri="{FF2B5EF4-FFF2-40B4-BE49-F238E27FC236}">
                  <a16:creationId xmlns:a16="http://schemas.microsoft.com/office/drawing/2014/main" id="{8971B06B-A15E-B3EE-3EA6-17B807950C84}"/>
                </a:ext>
              </a:extLst>
            </p:cNvPr>
            <p:cNvSpPr txBox="1"/>
            <p:nvPr>
              <p:custDataLst>
                <p:tags r:id="rId48"/>
              </p:custDataLst>
            </p:nvPr>
          </p:nvSpPr>
          <p:spPr>
            <a:xfrm>
              <a:off x="2815654" y="2924171"/>
              <a:ext cx="576000" cy="227113"/>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ts val="9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TLR</a:t>
              </a:r>
            </a:p>
            <a:p>
              <a:pPr marL="0" marR="0" lvl="0" indent="0" algn="l" defTabSz="914400" rtl="0" eaLnBrk="1" fontAlgn="auto" latinLnBrk="0" hangingPunct="1">
                <a:lnSpc>
                  <a:spcPts val="9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18Nov24</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sp>
        <p:nvSpPr>
          <p:cNvPr id="226" name="OTLSHAPE_T_e17f3958430f4cff8650518c93c7635e_StartDate">
            <a:extLst>
              <a:ext uri="{FF2B5EF4-FFF2-40B4-BE49-F238E27FC236}">
                <a16:creationId xmlns:a16="http://schemas.microsoft.com/office/drawing/2014/main" id="{66733129-89F6-8B98-85C6-B5B365D9435C}"/>
              </a:ext>
            </a:extLst>
          </p:cNvPr>
          <p:cNvSpPr txBox="1"/>
          <p:nvPr>
            <p:custDataLst>
              <p:tags r:id="rId26"/>
            </p:custDataLst>
          </p:nvPr>
        </p:nvSpPr>
        <p:spPr>
          <a:xfrm>
            <a:off x="6132681" y="2175452"/>
            <a:ext cx="468000"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April</a:t>
            </a:r>
            <a:r>
              <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a:t>
            </a: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24</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27" name="OTLSHAPE_T_e17f3958430f4cff8650518c93c7635e_StartDate">
            <a:extLst>
              <a:ext uri="{FF2B5EF4-FFF2-40B4-BE49-F238E27FC236}">
                <a16:creationId xmlns:a16="http://schemas.microsoft.com/office/drawing/2014/main" id="{D2AFD528-892B-04B4-C264-B0BF72C28F22}"/>
              </a:ext>
            </a:extLst>
          </p:cNvPr>
          <p:cNvSpPr txBox="1"/>
          <p:nvPr>
            <p:custDataLst>
              <p:tags r:id="rId27"/>
            </p:custDataLst>
          </p:nvPr>
        </p:nvSpPr>
        <p:spPr>
          <a:xfrm>
            <a:off x="6195320" y="2686127"/>
            <a:ext cx="468000" cy="215444"/>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sngStrike" kern="1200" cap="none" spc="0" normalizeH="0" baseline="0" noProof="0">
                <a:ln>
                  <a:noFill/>
                </a:ln>
                <a:solidFill>
                  <a:srgbClr val="44546A"/>
                </a:solidFill>
                <a:effectLst/>
                <a:uLnTx/>
                <a:uFillTx/>
                <a:latin typeface="Boehringer Forward Text"/>
                <a:ea typeface="+mn-ea"/>
                <a:cs typeface="Calibri" panose="020F0502020204030204" pitchFamily="34" charset="0"/>
              </a:rPr>
              <a:t>July</a:t>
            </a:r>
            <a:r>
              <a:rPr kumimoji="0" lang="zh-CN" altLang="en-US" sz="700" b="0" i="0" u="none" strike="sngStrike" kern="1200" cap="none" spc="0" normalizeH="0" baseline="0" noProof="0">
                <a:ln>
                  <a:noFill/>
                </a:ln>
                <a:solidFill>
                  <a:srgbClr val="44546A"/>
                </a:solidFill>
                <a:effectLst/>
                <a:uLnTx/>
                <a:uFillTx/>
                <a:latin typeface="Boehringer Forward Text"/>
                <a:ea typeface="+mn-ea"/>
                <a:cs typeface="Calibri" panose="020F0502020204030204" pitchFamily="34" charset="0"/>
              </a:rPr>
              <a:t>’</a:t>
            </a:r>
            <a:r>
              <a:rPr kumimoji="0" lang="en-US" altLang="zh-CN" sz="700" b="0" i="0" u="none" strike="sngStrike" kern="1200" cap="none" spc="0" normalizeH="0" baseline="0" noProof="0">
                <a:ln>
                  <a:noFill/>
                </a:ln>
                <a:solidFill>
                  <a:srgbClr val="44546A"/>
                </a:solidFill>
                <a:effectLst/>
                <a:uLnTx/>
                <a:uFillTx/>
                <a:latin typeface="Boehringer Forward Text"/>
                <a:ea typeface="+mn-ea"/>
                <a:cs typeface="Calibri" panose="020F0502020204030204" pitchFamily="34" charset="0"/>
              </a:rPr>
              <a:t>24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April</a:t>
            </a:r>
            <a:r>
              <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a:t>
            </a: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24</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33" name="OTLSHAPE_T_e17f3958430f4cff8650518c93c7635e_StartDate">
            <a:extLst>
              <a:ext uri="{FF2B5EF4-FFF2-40B4-BE49-F238E27FC236}">
                <a16:creationId xmlns:a16="http://schemas.microsoft.com/office/drawing/2014/main" id="{34F3EDE7-00FC-9263-47DF-7F425609915B}"/>
              </a:ext>
            </a:extLst>
          </p:cNvPr>
          <p:cNvSpPr txBox="1"/>
          <p:nvPr>
            <p:custDataLst>
              <p:tags r:id="rId28"/>
            </p:custDataLst>
          </p:nvPr>
        </p:nvSpPr>
        <p:spPr>
          <a:xfrm>
            <a:off x="7115321" y="2696355"/>
            <a:ext cx="468000" cy="215444"/>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sngStrike" kern="1200" cap="none" spc="0" normalizeH="0" baseline="0" noProof="0">
                <a:ln>
                  <a:noFill/>
                </a:ln>
                <a:solidFill>
                  <a:srgbClr val="44546A"/>
                </a:solidFill>
                <a:effectLst/>
                <a:uLnTx/>
                <a:uFillTx/>
                <a:latin typeface="Boehringer Forward Text"/>
                <a:ea typeface="+mn-ea"/>
                <a:cs typeface="Calibri" panose="020F0502020204030204" pitchFamily="34" charset="0"/>
              </a:rPr>
              <a:t>Jan</a:t>
            </a:r>
            <a:r>
              <a:rPr kumimoji="0" lang="zh-CN" altLang="en-US" sz="700" b="0" i="0" u="none" strike="sngStrike" kern="1200" cap="none" spc="0" normalizeH="0" baseline="0" noProof="0">
                <a:ln>
                  <a:noFill/>
                </a:ln>
                <a:solidFill>
                  <a:srgbClr val="44546A"/>
                </a:solidFill>
                <a:effectLst/>
                <a:uLnTx/>
                <a:uFillTx/>
                <a:latin typeface="Boehringer Forward Text"/>
                <a:ea typeface="+mn-ea"/>
                <a:cs typeface="Calibri" panose="020F0502020204030204" pitchFamily="34" charset="0"/>
              </a:rPr>
              <a:t>’</a:t>
            </a:r>
            <a:r>
              <a:rPr kumimoji="0" lang="en-US" altLang="zh-CN" sz="700" b="0" i="0" u="none" strike="sngStrike" kern="1200" cap="none" spc="0" normalizeH="0" baseline="0" noProof="0">
                <a:ln>
                  <a:noFill/>
                </a:ln>
                <a:solidFill>
                  <a:srgbClr val="44546A"/>
                </a:solidFill>
                <a:effectLst/>
                <a:uLnTx/>
                <a:uFillTx/>
                <a:latin typeface="Boehringer Forward Text"/>
                <a:ea typeface="+mn-ea"/>
                <a:cs typeface="Calibri" panose="020F0502020204030204" pitchFamily="34" charset="0"/>
              </a:rPr>
              <a:t>25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Nov</a:t>
            </a:r>
            <a:r>
              <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a:t>
            </a: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24</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5" name="TextBox 14">
            <a:extLst>
              <a:ext uri="{FF2B5EF4-FFF2-40B4-BE49-F238E27FC236}">
                <a16:creationId xmlns:a16="http://schemas.microsoft.com/office/drawing/2014/main" id="{4B9802A3-ACC3-B9F8-946F-D3A7B204D2B9}"/>
              </a:ext>
            </a:extLst>
          </p:cNvPr>
          <p:cNvSpPr txBox="1"/>
          <p:nvPr/>
        </p:nvSpPr>
        <p:spPr>
          <a:xfrm>
            <a:off x="79164" y="5590483"/>
            <a:ext cx="694944" cy="246221"/>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Ph3-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1346.</a:t>
            </a:r>
            <a:r>
              <a:rPr kumimoji="0" lang="en-US" altLang="zh-CN"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13</a:t>
            </a:r>
            <a:endPar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endParaRPr>
          </a:p>
        </p:txBody>
      </p:sp>
      <p:sp>
        <p:nvSpPr>
          <p:cNvPr id="28" name="OTLSHAPE_M_39ea6ebc19a94c9fab6ef5006c31df58_Shape">
            <a:extLst>
              <a:ext uri="{FF2B5EF4-FFF2-40B4-BE49-F238E27FC236}">
                <a16:creationId xmlns:a16="http://schemas.microsoft.com/office/drawing/2014/main" id="{B82D15EF-EDA0-40AF-B84E-B55B50A44BFB}"/>
              </a:ext>
            </a:extLst>
          </p:cNvPr>
          <p:cNvSpPr/>
          <p:nvPr>
            <p:custDataLst>
              <p:tags r:id="rId29"/>
            </p:custDataLst>
          </p:nvPr>
        </p:nvSpPr>
        <p:spPr bwMode="auto">
          <a:xfrm rot="16200000">
            <a:off x="1235510" y="5211154"/>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54" name="Rectangle 253">
            <a:extLst>
              <a:ext uri="{FF2B5EF4-FFF2-40B4-BE49-F238E27FC236}">
                <a16:creationId xmlns:a16="http://schemas.microsoft.com/office/drawing/2014/main" id="{E58CBE2C-F620-BB4F-5014-0F9AEF73C22A}"/>
              </a:ext>
            </a:extLst>
          </p:cNvPr>
          <p:cNvSpPr/>
          <p:nvPr/>
        </p:nvSpPr>
        <p:spPr>
          <a:xfrm>
            <a:off x="1904222" y="5258660"/>
            <a:ext cx="311303" cy="20005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FPI</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3" name="Star: 4 Points 143">
            <a:extLst>
              <a:ext uri="{FF2B5EF4-FFF2-40B4-BE49-F238E27FC236}">
                <a16:creationId xmlns:a16="http://schemas.microsoft.com/office/drawing/2014/main" id="{4506D87B-D8F9-3C6A-B1FA-616C8A749428}"/>
              </a:ext>
            </a:extLst>
          </p:cNvPr>
          <p:cNvSpPr>
            <a:spLocks noChangeAspect="1"/>
          </p:cNvSpPr>
          <p:nvPr/>
        </p:nvSpPr>
        <p:spPr bwMode="auto">
          <a:xfrm>
            <a:off x="1675428" y="5186432"/>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34" name="Star: 4 Points 143">
            <a:extLst>
              <a:ext uri="{FF2B5EF4-FFF2-40B4-BE49-F238E27FC236}">
                <a16:creationId xmlns:a16="http://schemas.microsoft.com/office/drawing/2014/main" id="{8BDFB021-2E23-4E56-632E-D4AAC07D3FA6}"/>
              </a:ext>
            </a:extLst>
          </p:cNvPr>
          <p:cNvSpPr>
            <a:spLocks noChangeAspect="1"/>
          </p:cNvSpPr>
          <p:nvPr/>
        </p:nvSpPr>
        <p:spPr bwMode="auto">
          <a:xfrm>
            <a:off x="1983642" y="5183691"/>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36" name="OTLSHAPE_T_e17f3958430f4cff8650518c93c7635e_Shape">
            <a:extLst>
              <a:ext uri="{FF2B5EF4-FFF2-40B4-BE49-F238E27FC236}">
                <a16:creationId xmlns:a16="http://schemas.microsoft.com/office/drawing/2014/main" id="{7236CC72-628D-3B67-6EDE-EF64C6C4089C}"/>
              </a:ext>
            </a:extLst>
          </p:cNvPr>
          <p:cNvSpPr/>
          <p:nvPr>
            <p:custDataLst>
              <p:tags r:id="rId30"/>
            </p:custDataLst>
          </p:nvPr>
        </p:nvSpPr>
        <p:spPr bwMode="auto">
          <a:xfrm>
            <a:off x="1248986" y="5593629"/>
            <a:ext cx="502920" cy="256032"/>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0" tIns="0" rIns="0" bIns="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5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CTA + EC + HGRAC + SIV</a:t>
            </a:r>
            <a:endParaRPr kumimoji="0" lang="zh-CN" altLang="en-US" sz="5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37" name="OTLSHAPE_T_e17f3958430f4cff8650518c93c7635e_StartDate">
            <a:extLst>
              <a:ext uri="{FF2B5EF4-FFF2-40B4-BE49-F238E27FC236}">
                <a16:creationId xmlns:a16="http://schemas.microsoft.com/office/drawing/2014/main" id="{9AB7D86E-1955-DA47-7895-7E8C9B2414BB}"/>
              </a:ext>
            </a:extLst>
          </p:cNvPr>
          <p:cNvSpPr txBox="1"/>
          <p:nvPr>
            <p:custDataLst>
              <p:tags r:id="rId31"/>
            </p:custDataLst>
          </p:nvPr>
        </p:nvSpPr>
        <p:spPr>
          <a:xfrm>
            <a:off x="1564432" y="5471157"/>
            <a:ext cx="411291"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05Jul</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8" name="OTLSHAPE_M_39ea6ebc19a94c9fab6ef5006c31df58_Shape">
            <a:extLst>
              <a:ext uri="{FF2B5EF4-FFF2-40B4-BE49-F238E27FC236}">
                <a16:creationId xmlns:a16="http://schemas.microsoft.com/office/drawing/2014/main" id="{A7375465-89E3-588E-2F2A-A30598970E7E}"/>
              </a:ext>
            </a:extLst>
          </p:cNvPr>
          <p:cNvSpPr/>
          <p:nvPr>
            <p:custDataLst>
              <p:tags r:id="rId32"/>
            </p:custDataLst>
          </p:nvPr>
        </p:nvSpPr>
        <p:spPr bwMode="auto">
          <a:xfrm rot="16200000">
            <a:off x="1235510" y="5806853"/>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2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39" name="OTLSHAPE_M_39ea6ebc19a94c9fab6ef5006c31df58_Title">
            <a:extLst>
              <a:ext uri="{FF2B5EF4-FFF2-40B4-BE49-F238E27FC236}">
                <a16:creationId xmlns:a16="http://schemas.microsoft.com/office/drawing/2014/main" id="{38A038EC-6BD0-7F12-A520-D2C5E2B1EEFC}"/>
              </a:ext>
            </a:extLst>
          </p:cNvPr>
          <p:cNvSpPr txBox="1"/>
          <p:nvPr>
            <p:custDataLst>
              <p:tags r:id="rId33"/>
            </p:custDataLst>
          </p:nvPr>
        </p:nvSpPr>
        <p:spPr>
          <a:xfrm>
            <a:off x="954120" y="5902849"/>
            <a:ext cx="447637"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CTA-s</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0" name="Rectangle 39">
            <a:extLst>
              <a:ext uri="{FF2B5EF4-FFF2-40B4-BE49-F238E27FC236}">
                <a16:creationId xmlns:a16="http://schemas.microsoft.com/office/drawing/2014/main" id="{96BCFF42-8787-2F10-BED0-E6EB21069E96}"/>
              </a:ext>
            </a:extLst>
          </p:cNvPr>
          <p:cNvSpPr/>
          <p:nvPr/>
        </p:nvSpPr>
        <p:spPr>
          <a:xfrm>
            <a:off x="1502165" y="5846738"/>
            <a:ext cx="452368" cy="20005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1</a:t>
            </a:r>
            <a:r>
              <a:rPr kumimoji="0" lang="en-US" altLang="zh-CN" sz="700" b="0" i="0" u="none" strike="noStrike" kern="1200" cap="none" spc="0" normalizeH="0" baseline="30000" noProof="0">
                <a:ln>
                  <a:noFill/>
                </a:ln>
                <a:solidFill>
                  <a:srgbClr val="44546A"/>
                </a:solidFill>
                <a:effectLst/>
                <a:uLnTx/>
                <a:uFillTx/>
                <a:latin typeface="Boehringer Forward Text"/>
                <a:ea typeface="+mn-ea"/>
                <a:cs typeface="Calibri" panose="020F0502020204030204" pitchFamily="34" charset="0"/>
              </a:rPr>
              <a:t>st</a:t>
            </a: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 SIV</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41" name="OTLSHAPE_T_e17f3958430f4cff8650518c93c7635e_Shape">
            <a:extLst>
              <a:ext uri="{FF2B5EF4-FFF2-40B4-BE49-F238E27FC236}">
                <a16:creationId xmlns:a16="http://schemas.microsoft.com/office/drawing/2014/main" id="{C42A37C9-7327-E94D-E282-9D892AA69D39}"/>
              </a:ext>
            </a:extLst>
          </p:cNvPr>
          <p:cNvSpPr/>
          <p:nvPr>
            <p:custDataLst>
              <p:tags r:id="rId34"/>
            </p:custDataLst>
          </p:nvPr>
        </p:nvSpPr>
        <p:spPr bwMode="auto">
          <a:xfrm>
            <a:off x="1755324" y="5598709"/>
            <a:ext cx="4644000" cy="252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       Recruitment window: 29m; </a:t>
            </a:r>
            <a:r>
              <a:rPr kumimoji="0" lang="en-US" altLang="zh-CN" sz="800" b="1"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N=178:</a:t>
            </a:r>
            <a:r>
              <a:rPr kumimoji="0" lang="zh-CN" altLang="en-US" sz="800" b="1"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 </a:t>
            </a:r>
            <a:r>
              <a:rPr kumimoji="0" lang="en-US" altLang="zh-CN" sz="800" b="1"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120</a:t>
            </a:r>
            <a:r>
              <a:rPr kumimoji="0" lang="en-US" altLang="zh-CN" sz="800" b="1" i="0" u="none" strike="noStrike" kern="1200" cap="none" spc="0" normalizeH="0" baseline="0" noProof="0">
                <a:ln>
                  <a:noFill/>
                </a:ln>
                <a:solidFill>
                  <a:srgbClr val="7030A0"/>
                </a:solidFill>
                <a:effectLst/>
                <a:uLnTx/>
                <a:uFillTx/>
                <a:latin typeface="Boehringer Forward Text"/>
                <a:ea typeface="+mn-ea"/>
                <a:cs typeface="Calibri" panose="020F0502020204030204" pitchFamily="34" charset="0"/>
              </a:rPr>
              <a:t>+58</a:t>
            </a:r>
            <a:r>
              <a:rPr kumimoji="0" lang="en-US" altLang="zh-CN" sz="800" b="1"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 </a:t>
            </a:r>
            <a:r>
              <a:rPr kumimoji="0" lang="en-US" altLang="zh-CN"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a:t>
            </a:r>
            <a:r>
              <a:rPr kumimoji="0" lang="en-US" altLang="zh-CN" sz="800" b="1" i="0" u="none" strike="noStrike" kern="1200" cap="none" spc="0" normalizeH="0" baseline="0" noProof="0">
                <a:ln>
                  <a:noFill/>
                </a:ln>
                <a:solidFill>
                  <a:srgbClr val="7030A0"/>
                </a:solidFill>
                <a:effectLst/>
                <a:uLnTx/>
                <a:uFillTx/>
                <a:latin typeface="Boehringer Forward Text"/>
                <a:ea typeface="+mn-ea"/>
                <a:cs typeface="Calibri" panose="020F0502020204030204" pitchFamily="34" charset="0"/>
              </a:rPr>
              <a:t>TW</a:t>
            </a:r>
            <a:r>
              <a:rPr kumimoji="0" lang="en-US" altLang="zh-CN"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 </a:t>
            </a:r>
            <a:endParaRPr kumimoji="0" lang="zh-CN" altLang="en-US"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60" name="OTLSHAPE_T_e17f3958430f4cff8650518c93c7635e_StartDate">
            <a:extLst>
              <a:ext uri="{FF2B5EF4-FFF2-40B4-BE49-F238E27FC236}">
                <a16:creationId xmlns:a16="http://schemas.microsoft.com/office/drawing/2014/main" id="{70BEC702-5B85-2887-A976-609CF7280E67}"/>
              </a:ext>
            </a:extLst>
          </p:cNvPr>
          <p:cNvSpPr txBox="1"/>
          <p:nvPr>
            <p:custDataLst>
              <p:tags r:id="rId35"/>
            </p:custDataLst>
          </p:nvPr>
        </p:nvSpPr>
        <p:spPr>
          <a:xfrm>
            <a:off x="906447" y="5484061"/>
            <a:ext cx="576000"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06Jan’21</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66" name="Rectangle 265">
            <a:extLst>
              <a:ext uri="{FF2B5EF4-FFF2-40B4-BE49-F238E27FC236}">
                <a16:creationId xmlns:a16="http://schemas.microsoft.com/office/drawing/2014/main" id="{C0999A19-1238-E6A6-C76B-55E1E3051D05}"/>
              </a:ext>
            </a:extLst>
          </p:cNvPr>
          <p:cNvSpPr/>
          <p:nvPr/>
        </p:nvSpPr>
        <p:spPr>
          <a:xfrm>
            <a:off x="2141460" y="5852059"/>
            <a:ext cx="311303" cy="20005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FPI</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68" name="Star: 4 Points 143">
            <a:extLst>
              <a:ext uri="{FF2B5EF4-FFF2-40B4-BE49-F238E27FC236}">
                <a16:creationId xmlns:a16="http://schemas.microsoft.com/office/drawing/2014/main" id="{C7139BBC-97B9-2260-5A68-35D1F8339E67}"/>
              </a:ext>
            </a:extLst>
          </p:cNvPr>
          <p:cNvSpPr>
            <a:spLocks noChangeAspect="1"/>
          </p:cNvSpPr>
          <p:nvPr/>
        </p:nvSpPr>
        <p:spPr bwMode="auto">
          <a:xfrm>
            <a:off x="1675428" y="5782131"/>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70" name="Star: 4 Points 143">
            <a:extLst>
              <a:ext uri="{FF2B5EF4-FFF2-40B4-BE49-F238E27FC236}">
                <a16:creationId xmlns:a16="http://schemas.microsoft.com/office/drawing/2014/main" id="{1CD53D81-5EF5-A121-D448-28DD4CCE744D}"/>
              </a:ext>
            </a:extLst>
          </p:cNvPr>
          <p:cNvSpPr>
            <a:spLocks noChangeAspect="1"/>
          </p:cNvSpPr>
          <p:nvPr/>
        </p:nvSpPr>
        <p:spPr bwMode="auto">
          <a:xfrm>
            <a:off x="2221817" y="5783111"/>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72" name="TextBox 271">
            <a:extLst>
              <a:ext uri="{FF2B5EF4-FFF2-40B4-BE49-F238E27FC236}">
                <a16:creationId xmlns:a16="http://schemas.microsoft.com/office/drawing/2014/main" id="{058BB17E-51C0-0331-40AA-90788C2DE1D2}"/>
              </a:ext>
            </a:extLst>
          </p:cNvPr>
          <p:cNvSpPr txBox="1"/>
          <p:nvPr/>
        </p:nvSpPr>
        <p:spPr bwMode="gray">
          <a:xfrm>
            <a:off x="7367910" y="1660450"/>
            <a:ext cx="552789" cy="107722"/>
          </a:xfrm>
          <a:prstGeom prst="rect">
            <a:avLst/>
          </a:prstGeom>
          <a:noFill/>
        </p:spPr>
        <p:txBody>
          <a:bodyPr vert="horz" wrap="square" lIns="0" tIns="0" rIns="0" bIns="0" rtlCol="0" anchor="ctr" anchorCtr="0">
            <a:spAutoFit/>
          </a:bodyPr>
          <a:lstStyle>
            <a:defPPr>
              <a:defRPr lang="en-US"/>
            </a:defPPr>
            <a:lvl1pPr marR="0" lvl="0" indent="0" algn="ctr" fontAlgn="auto">
              <a:lnSpc>
                <a:spcPct val="100000"/>
              </a:lnSpc>
              <a:spcBef>
                <a:spcPts val="0"/>
              </a:spcBef>
              <a:spcAft>
                <a:spcPts val="0"/>
              </a:spcAft>
              <a:buClrTx/>
              <a:buSzTx/>
              <a:buFontTx/>
              <a:buNone/>
              <a:tabLst/>
              <a:defRPr kumimoji="0" sz="700" b="0" i="0" u="none" strike="noStrike" cap="none" spc="0" normalizeH="0" baseline="0">
                <a:ln>
                  <a:noFill/>
                </a:ln>
                <a:solidFill>
                  <a:srgbClr val="44546A"/>
                </a:solidFill>
                <a:effectLst/>
                <a:uLnTx/>
                <a:uFillTx/>
                <a:latin typeface="Boehringer Forward Text"/>
                <a:cs typeface="Calibri" panose="020F0502020204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8Nov24</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73" name="OTLSHAPE_T_5a934a26f311425e8ebaa0f45e6533ad_Shape">
            <a:extLst>
              <a:ext uri="{FF2B5EF4-FFF2-40B4-BE49-F238E27FC236}">
                <a16:creationId xmlns:a16="http://schemas.microsoft.com/office/drawing/2014/main" id="{88554EB9-77AB-71C0-2A11-6688ED7D90D6}"/>
              </a:ext>
            </a:extLst>
          </p:cNvPr>
          <p:cNvSpPr/>
          <p:nvPr>
            <p:custDataLst>
              <p:tags r:id="rId36"/>
            </p:custDataLst>
          </p:nvPr>
        </p:nvSpPr>
        <p:spPr bwMode="auto">
          <a:xfrm>
            <a:off x="6221449" y="5015436"/>
            <a:ext cx="1116000" cy="218637"/>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000" b="1" i="0" u="none" strike="noStrike" kern="1200" cap="none" spc="-7" normalizeH="0" baseline="0" noProof="0">
              <a:ln>
                <a:noFill/>
              </a:ln>
              <a:solidFill>
                <a:srgbClr val="000000"/>
              </a:solidFill>
              <a:effectLst/>
              <a:uLnTx/>
              <a:uFillTx/>
              <a:latin typeface="Boehringer Forward Text"/>
              <a:ea typeface="+mn-ea"/>
              <a:cs typeface="+mn-cs"/>
            </a:endParaRPr>
          </a:p>
        </p:txBody>
      </p:sp>
      <p:sp>
        <p:nvSpPr>
          <p:cNvPr id="275" name="OTLSHAPE_T_e17f3958430f4cff8650518c93c7635e_StartDate">
            <a:extLst>
              <a:ext uri="{FF2B5EF4-FFF2-40B4-BE49-F238E27FC236}">
                <a16:creationId xmlns:a16="http://schemas.microsoft.com/office/drawing/2014/main" id="{05B1F7B7-67D4-6630-1E3F-BA3B29B9BAF4}"/>
              </a:ext>
            </a:extLst>
          </p:cNvPr>
          <p:cNvSpPr txBox="1"/>
          <p:nvPr>
            <p:custDataLst>
              <p:tags r:id="rId37"/>
            </p:custDataLst>
          </p:nvPr>
        </p:nvSpPr>
        <p:spPr>
          <a:xfrm>
            <a:off x="6137313" y="4894508"/>
            <a:ext cx="432000"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Mar’24</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nvGrpSpPr>
          <p:cNvPr id="276" name="Group 275">
            <a:extLst>
              <a:ext uri="{FF2B5EF4-FFF2-40B4-BE49-F238E27FC236}">
                <a16:creationId xmlns:a16="http://schemas.microsoft.com/office/drawing/2014/main" id="{8FF8C21D-1E26-A3F1-DC0F-97267E185ED9}"/>
              </a:ext>
            </a:extLst>
          </p:cNvPr>
          <p:cNvGrpSpPr/>
          <p:nvPr/>
        </p:nvGrpSpPr>
        <p:grpSpPr>
          <a:xfrm>
            <a:off x="7504257" y="5103508"/>
            <a:ext cx="576000" cy="290757"/>
            <a:chOff x="2653065" y="3033547"/>
            <a:chExt cx="576000" cy="290757"/>
          </a:xfrm>
        </p:grpSpPr>
        <p:sp>
          <p:nvSpPr>
            <p:cNvPr id="277" name="流程图: 决策 4">
              <a:extLst>
                <a:ext uri="{FF2B5EF4-FFF2-40B4-BE49-F238E27FC236}">
                  <a16:creationId xmlns:a16="http://schemas.microsoft.com/office/drawing/2014/main" id="{9078BE4A-D58E-D74F-2EC3-A1FB4832B3C4}"/>
                </a:ext>
              </a:extLst>
            </p:cNvPr>
            <p:cNvSpPr/>
            <p:nvPr/>
          </p:nvSpPr>
          <p:spPr>
            <a:xfrm>
              <a:off x="2683771" y="3033547"/>
              <a:ext cx="108000" cy="144000"/>
            </a:xfrm>
            <a:prstGeom prst="flowChartDecision">
              <a:avLst/>
            </a:prstGeom>
            <a:solidFill>
              <a:srgbClr val="FF99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278" name="OTLSHAPE_T_e17f3958430f4cff8650518c93c7635e_StartDate">
              <a:extLst>
                <a:ext uri="{FF2B5EF4-FFF2-40B4-BE49-F238E27FC236}">
                  <a16:creationId xmlns:a16="http://schemas.microsoft.com/office/drawing/2014/main" id="{B03DA1D2-0A80-90B1-CF36-47A543855C34}"/>
                </a:ext>
              </a:extLst>
            </p:cNvPr>
            <p:cNvSpPr txBox="1"/>
            <p:nvPr>
              <p:custDataLst>
                <p:tags r:id="rId47"/>
              </p:custDataLst>
            </p:nvPr>
          </p:nvSpPr>
          <p:spPr>
            <a:xfrm>
              <a:off x="2653065" y="3212607"/>
              <a:ext cx="576000" cy="11169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ts val="9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DBL</a:t>
              </a:r>
            </a:p>
          </p:txBody>
        </p:sp>
      </p:grpSp>
      <p:sp>
        <p:nvSpPr>
          <p:cNvPr id="279" name="Star: 4 Points 143">
            <a:extLst>
              <a:ext uri="{FF2B5EF4-FFF2-40B4-BE49-F238E27FC236}">
                <a16:creationId xmlns:a16="http://schemas.microsoft.com/office/drawing/2014/main" id="{8D3C742A-BD5A-781E-BE11-31879B0A69F8}"/>
              </a:ext>
            </a:extLst>
          </p:cNvPr>
          <p:cNvSpPr/>
          <p:nvPr/>
        </p:nvSpPr>
        <p:spPr bwMode="auto">
          <a:xfrm>
            <a:off x="6130991" y="512921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80" name="Rectangle 279">
            <a:extLst>
              <a:ext uri="{FF2B5EF4-FFF2-40B4-BE49-F238E27FC236}">
                <a16:creationId xmlns:a16="http://schemas.microsoft.com/office/drawing/2014/main" id="{66280C3D-CF52-B4EA-0729-BF14F03C0566}"/>
              </a:ext>
            </a:extLst>
          </p:cNvPr>
          <p:cNvSpPr/>
          <p:nvPr/>
        </p:nvSpPr>
        <p:spPr>
          <a:xfrm>
            <a:off x="6107930" y="5242190"/>
            <a:ext cx="402245" cy="20005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LPI</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81" name="OTLSHAPE_T_e17f3958430f4cff8650518c93c7635e_StartDate">
            <a:extLst>
              <a:ext uri="{FF2B5EF4-FFF2-40B4-BE49-F238E27FC236}">
                <a16:creationId xmlns:a16="http://schemas.microsoft.com/office/drawing/2014/main" id="{177D9864-C246-5801-4FDE-5CF548F39574}"/>
              </a:ext>
            </a:extLst>
          </p:cNvPr>
          <p:cNvSpPr txBox="1"/>
          <p:nvPr>
            <p:custDataLst>
              <p:tags r:id="rId38"/>
            </p:custDataLst>
          </p:nvPr>
        </p:nvSpPr>
        <p:spPr>
          <a:xfrm>
            <a:off x="6963991" y="4893528"/>
            <a:ext cx="468000"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Oct</a:t>
            </a:r>
            <a:r>
              <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a:t>
            </a: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24</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nvGrpSpPr>
          <p:cNvPr id="282" name="Group 281">
            <a:extLst>
              <a:ext uri="{FF2B5EF4-FFF2-40B4-BE49-F238E27FC236}">
                <a16:creationId xmlns:a16="http://schemas.microsoft.com/office/drawing/2014/main" id="{842137FA-AC11-6742-2BDC-FFE012C1BE15}"/>
              </a:ext>
            </a:extLst>
          </p:cNvPr>
          <p:cNvGrpSpPr/>
          <p:nvPr/>
        </p:nvGrpSpPr>
        <p:grpSpPr>
          <a:xfrm>
            <a:off x="7142270" y="5129710"/>
            <a:ext cx="359394" cy="316691"/>
            <a:chOff x="6586705" y="1923510"/>
            <a:chExt cx="359394" cy="316691"/>
          </a:xfrm>
        </p:grpSpPr>
        <p:sp>
          <p:nvSpPr>
            <p:cNvPr id="283" name="Star: 4 Points 143">
              <a:extLst>
                <a:ext uri="{FF2B5EF4-FFF2-40B4-BE49-F238E27FC236}">
                  <a16:creationId xmlns:a16="http://schemas.microsoft.com/office/drawing/2014/main" id="{CBB2A382-334E-29D2-559E-77CD5097B308}"/>
                </a:ext>
              </a:extLst>
            </p:cNvPr>
            <p:cNvSpPr/>
            <p:nvPr/>
          </p:nvSpPr>
          <p:spPr bwMode="auto">
            <a:xfrm>
              <a:off x="6680486" y="192351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84" name="Rectangle 283">
              <a:extLst>
                <a:ext uri="{FF2B5EF4-FFF2-40B4-BE49-F238E27FC236}">
                  <a16:creationId xmlns:a16="http://schemas.microsoft.com/office/drawing/2014/main" id="{11045A9D-CB3B-AADC-C7B0-3AC4F0D09EB9}"/>
                </a:ext>
              </a:extLst>
            </p:cNvPr>
            <p:cNvSpPr/>
            <p:nvPr/>
          </p:nvSpPr>
          <p:spPr>
            <a:xfrm>
              <a:off x="6586705" y="2040146"/>
              <a:ext cx="359394" cy="200055"/>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LPO</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grpSp>
        <p:nvGrpSpPr>
          <p:cNvPr id="285" name="Group 284">
            <a:extLst>
              <a:ext uri="{FF2B5EF4-FFF2-40B4-BE49-F238E27FC236}">
                <a16:creationId xmlns:a16="http://schemas.microsoft.com/office/drawing/2014/main" id="{2CE0C0DD-DBB7-4C20-E31E-70222E0F3154}"/>
              </a:ext>
            </a:extLst>
          </p:cNvPr>
          <p:cNvGrpSpPr/>
          <p:nvPr/>
        </p:nvGrpSpPr>
        <p:grpSpPr>
          <a:xfrm>
            <a:off x="7766545" y="5052355"/>
            <a:ext cx="716231" cy="232436"/>
            <a:chOff x="2675423" y="2921510"/>
            <a:chExt cx="716231" cy="232436"/>
          </a:xfrm>
        </p:grpSpPr>
        <p:sp>
          <p:nvSpPr>
            <p:cNvPr id="286" name="流程图: 决策 4">
              <a:extLst>
                <a:ext uri="{FF2B5EF4-FFF2-40B4-BE49-F238E27FC236}">
                  <a16:creationId xmlns:a16="http://schemas.microsoft.com/office/drawing/2014/main" id="{76C18982-0845-A902-CE1E-D966D7744787}"/>
                </a:ext>
              </a:extLst>
            </p:cNvPr>
            <p:cNvSpPr/>
            <p:nvPr/>
          </p:nvSpPr>
          <p:spPr>
            <a:xfrm>
              <a:off x="2675423" y="2971340"/>
              <a:ext cx="144000" cy="144000"/>
            </a:xfrm>
            <a:prstGeom prst="star5">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287" name="OTLSHAPE_T_e17f3958430f4cff8650518c93c7635e_StartDate">
              <a:extLst>
                <a:ext uri="{FF2B5EF4-FFF2-40B4-BE49-F238E27FC236}">
                  <a16:creationId xmlns:a16="http://schemas.microsoft.com/office/drawing/2014/main" id="{A12B6614-5155-382A-D396-C9BF9044AD3A}"/>
                </a:ext>
              </a:extLst>
            </p:cNvPr>
            <p:cNvSpPr txBox="1"/>
            <p:nvPr>
              <p:custDataLst>
                <p:tags r:id="rId46"/>
              </p:custDataLst>
            </p:nvPr>
          </p:nvSpPr>
          <p:spPr>
            <a:xfrm>
              <a:off x="2815654" y="2921510"/>
              <a:ext cx="576000" cy="232436"/>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ts val="9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TLR</a:t>
              </a:r>
            </a:p>
            <a:p>
              <a:pPr marL="0" marR="0" lvl="0" indent="0" algn="l" defTabSz="914400" rtl="0" eaLnBrk="1" fontAlgn="auto" latinLnBrk="0" hangingPunct="1">
                <a:lnSpc>
                  <a:spcPts val="9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22Nov24</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sp>
        <p:nvSpPr>
          <p:cNvPr id="66" name="TextBox 65">
            <a:extLst>
              <a:ext uri="{FF2B5EF4-FFF2-40B4-BE49-F238E27FC236}">
                <a16:creationId xmlns:a16="http://schemas.microsoft.com/office/drawing/2014/main" id="{ED28FD78-747A-E163-149D-77BC42DCFF76}"/>
              </a:ext>
            </a:extLst>
          </p:cNvPr>
          <p:cNvSpPr txBox="1"/>
          <p:nvPr/>
        </p:nvSpPr>
        <p:spPr bwMode="gray">
          <a:xfrm>
            <a:off x="7367910" y="4892443"/>
            <a:ext cx="552789" cy="107722"/>
          </a:xfrm>
          <a:prstGeom prst="rect">
            <a:avLst/>
          </a:prstGeom>
          <a:noFill/>
        </p:spPr>
        <p:txBody>
          <a:bodyPr vert="horz" wrap="square" lIns="0" tIns="0" rIns="0" bIns="0" rtlCol="0" anchor="ctr" anchorCtr="0">
            <a:spAutoFit/>
          </a:bodyPr>
          <a:lstStyle>
            <a:defPPr>
              <a:defRPr lang="en-US"/>
            </a:defPPr>
            <a:lvl1pPr marR="0" lvl="0" indent="0" algn="ctr" fontAlgn="auto">
              <a:lnSpc>
                <a:spcPct val="100000"/>
              </a:lnSpc>
              <a:spcBef>
                <a:spcPts val="0"/>
              </a:spcBef>
              <a:spcAft>
                <a:spcPts val="0"/>
              </a:spcAft>
              <a:buClrTx/>
              <a:buSzTx/>
              <a:buFontTx/>
              <a:buNone/>
              <a:tabLst/>
              <a:defRPr kumimoji="0" sz="700" b="0" i="0" u="none" strike="noStrike" cap="none" spc="0" normalizeH="0" baseline="0">
                <a:ln>
                  <a:noFill/>
                </a:ln>
                <a:solidFill>
                  <a:srgbClr val="44546A"/>
                </a:solidFill>
                <a:effectLst/>
                <a:uLnTx/>
                <a:uFillTx/>
                <a:latin typeface="Boehringer Forward Text"/>
                <a:cs typeface="Calibri" panose="020F0502020204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8Nov’24</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nvGrpSpPr>
          <p:cNvPr id="11" name="Group 10">
            <a:extLst>
              <a:ext uri="{FF2B5EF4-FFF2-40B4-BE49-F238E27FC236}">
                <a16:creationId xmlns:a16="http://schemas.microsoft.com/office/drawing/2014/main" id="{6A102880-131E-582F-771C-3EB71074EB02}"/>
              </a:ext>
            </a:extLst>
          </p:cNvPr>
          <p:cNvGrpSpPr/>
          <p:nvPr/>
        </p:nvGrpSpPr>
        <p:grpSpPr>
          <a:xfrm>
            <a:off x="1906776" y="1876601"/>
            <a:ext cx="311304" cy="331399"/>
            <a:chOff x="1781177" y="2601041"/>
            <a:chExt cx="311304" cy="331399"/>
          </a:xfrm>
        </p:grpSpPr>
        <p:sp>
          <p:nvSpPr>
            <p:cNvPr id="18" name="Rectangle 17">
              <a:extLst>
                <a:ext uri="{FF2B5EF4-FFF2-40B4-BE49-F238E27FC236}">
                  <a16:creationId xmlns:a16="http://schemas.microsoft.com/office/drawing/2014/main" id="{BE0956A3-0743-E615-97D9-F175789D130E}"/>
                </a:ext>
              </a:extLst>
            </p:cNvPr>
            <p:cNvSpPr/>
            <p:nvPr/>
          </p:nvSpPr>
          <p:spPr>
            <a:xfrm>
              <a:off x="1781177" y="2732385"/>
              <a:ext cx="311304" cy="200055"/>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123563">
                      <a:lumMod val="75000"/>
                    </a:srgbClr>
                  </a:solidFill>
                  <a:effectLst/>
                  <a:uLnTx/>
                  <a:uFillTx/>
                  <a:latin typeface="Boehringer Forward Text"/>
                  <a:ea typeface="+mn-ea"/>
                  <a:cs typeface="Calibri" panose="020F0502020204030204" pitchFamily="34" charset="0"/>
                </a:rPr>
                <a:t>FPI</a:t>
              </a:r>
              <a:endParaRPr kumimoji="0" lang="zh-CN" altLang="en-US" sz="700" b="0" i="0" u="none" strike="noStrike" kern="1200" cap="none" spc="0" normalizeH="0" baseline="0" noProof="0">
                <a:ln>
                  <a:noFill/>
                </a:ln>
                <a:solidFill>
                  <a:srgbClr val="123563">
                    <a:lumMod val="75000"/>
                  </a:srgbClr>
                </a:solidFill>
                <a:effectLst/>
                <a:uLnTx/>
                <a:uFillTx/>
                <a:latin typeface="Boehringer Forward Text"/>
                <a:ea typeface="+mn-ea"/>
                <a:cs typeface="Calibri" panose="020F0502020204030204" pitchFamily="34" charset="0"/>
              </a:endParaRPr>
            </a:p>
          </p:txBody>
        </p:sp>
        <p:sp>
          <p:nvSpPr>
            <p:cNvPr id="26" name="Star: 4 Points 143">
              <a:extLst>
                <a:ext uri="{FF2B5EF4-FFF2-40B4-BE49-F238E27FC236}">
                  <a16:creationId xmlns:a16="http://schemas.microsoft.com/office/drawing/2014/main" id="{A5FD48FA-C83C-1D50-8B56-27463592EFFE}"/>
                </a:ext>
              </a:extLst>
            </p:cNvPr>
            <p:cNvSpPr/>
            <p:nvPr/>
          </p:nvSpPr>
          <p:spPr bwMode="auto">
            <a:xfrm>
              <a:off x="1847112" y="260104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grpSp>
      <p:grpSp>
        <p:nvGrpSpPr>
          <p:cNvPr id="27" name="Group 26">
            <a:extLst>
              <a:ext uri="{FF2B5EF4-FFF2-40B4-BE49-F238E27FC236}">
                <a16:creationId xmlns:a16="http://schemas.microsoft.com/office/drawing/2014/main" id="{3C49F653-2417-24F4-0C2D-E3FF116724D3}"/>
              </a:ext>
            </a:extLst>
          </p:cNvPr>
          <p:cNvGrpSpPr/>
          <p:nvPr/>
        </p:nvGrpSpPr>
        <p:grpSpPr>
          <a:xfrm>
            <a:off x="7658359" y="2317770"/>
            <a:ext cx="576000" cy="290757"/>
            <a:chOff x="2653065" y="3033547"/>
            <a:chExt cx="576000" cy="290757"/>
          </a:xfrm>
        </p:grpSpPr>
        <p:sp>
          <p:nvSpPr>
            <p:cNvPr id="29" name="流程图: 决策 4">
              <a:extLst>
                <a:ext uri="{FF2B5EF4-FFF2-40B4-BE49-F238E27FC236}">
                  <a16:creationId xmlns:a16="http://schemas.microsoft.com/office/drawing/2014/main" id="{AAF33181-413D-0CC7-D34A-0E8BA1627B04}"/>
                </a:ext>
              </a:extLst>
            </p:cNvPr>
            <p:cNvSpPr/>
            <p:nvPr/>
          </p:nvSpPr>
          <p:spPr>
            <a:xfrm>
              <a:off x="2683771" y="3033547"/>
              <a:ext cx="108000" cy="144000"/>
            </a:xfrm>
            <a:prstGeom prst="flowChartDecision">
              <a:avLst/>
            </a:prstGeom>
            <a:solidFill>
              <a:srgbClr val="FF99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30" name="OTLSHAPE_T_e17f3958430f4cff8650518c93c7635e_StartDate">
              <a:extLst>
                <a:ext uri="{FF2B5EF4-FFF2-40B4-BE49-F238E27FC236}">
                  <a16:creationId xmlns:a16="http://schemas.microsoft.com/office/drawing/2014/main" id="{A1FF73E9-D6FA-A31D-4D04-7EF7305FC595}"/>
                </a:ext>
              </a:extLst>
            </p:cNvPr>
            <p:cNvSpPr txBox="1"/>
            <p:nvPr>
              <p:custDataLst>
                <p:tags r:id="rId45"/>
              </p:custDataLst>
            </p:nvPr>
          </p:nvSpPr>
          <p:spPr>
            <a:xfrm>
              <a:off x="2653065" y="3212607"/>
              <a:ext cx="576000" cy="11169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ts val="9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DBL</a:t>
              </a:r>
            </a:p>
          </p:txBody>
        </p:sp>
      </p:grpSp>
      <p:grpSp>
        <p:nvGrpSpPr>
          <p:cNvPr id="234" name="Group 233">
            <a:extLst>
              <a:ext uri="{FF2B5EF4-FFF2-40B4-BE49-F238E27FC236}">
                <a16:creationId xmlns:a16="http://schemas.microsoft.com/office/drawing/2014/main" id="{9547AFBD-A3BB-21E4-2A7A-DAD8F45A26A2}"/>
              </a:ext>
            </a:extLst>
          </p:cNvPr>
          <p:cNvGrpSpPr/>
          <p:nvPr/>
        </p:nvGrpSpPr>
        <p:grpSpPr>
          <a:xfrm>
            <a:off x="7926374" y="2282342"/>
            <a:ext cx="716231" cy="232436"/>
            <a:chOff x="2675423" y="2921510"/>
            <a:chExt cx="716231" cy="232436"/>
          </a:xfrm>
        </p:grpSpPr>
        <p:sp>
          <p:nvSpPr>
            <p:cNvPr id="235" name="流程图: 决策 4">
              <a:extLst>
                <a:ext uri="{FF2B5EF4-FFF2-40B4-BE49-F238E27FC236}">
                  <a16:creationId xmlns:a16="http://schemas.microsoft.com/office/drawing/2014/main" id="{59E6E610-A32B-8F71-B3AC-1C8C7AAE3B23}"/>
                </a:ext>
              </a:extLst>
            </p:cNvPr>
            <p:cNvSpPr/>
            <p:nvPr/>
          </p:nvSpPr>
          <p:spPr>
            <a:xfrm>
              <a:off x="2675423" y="2971340"/>
              <a:ext cx="144000" cy="144000"/>
            </a:xfrm>
            <a:prstGeom prst="star5">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237" name="OTLSHAPE_T_e17f3958430f4cff8650518c93c7635e_StartDate">
              <a:extLst>
                <a:ext uri="{FF2B5EF4-FFF2-40B4-BE49-F238E27FC236}">
                  <a16:creationId xmlns:a16="http://schemas.microsoft.com/office/drawing/2014/main" id="{4099C05B-61E3-849F-B6F9-DDF0410EF64F}"/>
                </a:ext>
              </a:extLst>
            </p:cNvPr>
            <p:cNvSpPr txBox="1"/>
            <p:nvPr>
              <p:custDataLst>
                <p:tags r:id="rId44"/>
              </p:custDataLst>
            </p:nvPr>
          </p:nvSpPr>
          <p:spPr>
            <a:xfrm>
              <a:off x="2815654" y="2921510"/>
              <a:ext cx="576000" cy="232436"/>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ts val="9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TLR</a:t>
              </a:r>
            </a:p>
            <a:p>
              <a:pPr marL="0" marR="0" lvl="0" indent="0" algn="l" defTabSz="914400" rtl="0" eaLnBrk="1" fontAlgn="auto" latinLnBrk="0" hangingPunct="1">
                <a:lnSpc>
                  <a:spcPts val="9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Feb’25</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sp>
        <p:nvSpPr>
          <p:cNvPr id="242" name="TextBox 241">
            <a:extLst>
              <a:ext uri="{FF2B5EF4-FFF2-40B4-BE49-F238E27FC236}">
                <a16:creationId xmlns:a16="http://schemas.microsoft.com/office/drawing/2014/main" id="{695DE6E6-AD29-DAB2-0F39-21DC186BA153}"/>
              </a:ext>
            </a:extLst>
          </p:cNvPr>
          <p:cNvSpPr txBox="1"/>
          <p:nvPr/>
        </p:nvSpPr>
        <p:spPr bwMode="gray">
          <a:xfrm>
            <a:off x="7498197" y="2172159"/>
            <a:ext cx="552789" cy="107722"/>
          </a:xfrm>
          <a:prstGeom prst="rect">
            <a:avLst/>
          </a:prstGeom>
          <a:noFill/>
        </p:spPr>
        <p:txBody>
          <a:bodyPr vert="horz" wrap="square" lIns="0" tIns="0" rIns="0" bIns="0" rtlCol="0" anchor="ctr" anchorCtr="0">
            <a:spAutoFit/>
          </a:bodyPr>
          <a:lstStyle>
            <a:defPPr>
              <a:defRPr lang="en-US"/>
            </a:defPPr>
            <a:lvl1pPr marR="0" lvl="0" indent="0" algn="ctr" fontAlgn="auto">
              <a:lnSpc>
                <a:spcPct val="100000"/>
              </a:lnSpc>
              <a:spcBef>
                <a:spcPts val="0"/>
              </a:spcBef>
              <a:spcAft>
                <a:spcPts val="0"/>
              </a:spcAft>
              <a:buClrTx/>
              <a:buSzTx/>
              <a:buFontTx/>
              <a:buNone/>
              <a:tabLst/>
              <a:defRPr kumimoji="0" sz="700" b="0" i="0" u="none" strike="noStrike" cap="none" spc="0" normalizeH="0" baseline="0">
                <a:ln>
                  <a:noFill/>
                </a:ln>
                <a:solidFill>
                  <a:srgbClr val="44546A"/>
                </a:solidFill>
                <a:effectLst/>
                <a:uLnTx/>
                <a:uFillTx/>
                <a:latin typeface="Boehringer Forward Text"/>
                <a:cs typeface="Calibri" panose="020F0502020204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Dec’24</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43" name="OTLSHAPE_T_5a934a26f311425e8ebaa0f45e6533ad_Shape">
            <a:extLst>
              <a:ext uri="{FF2B5EF4-FFF2-40B4-BE49-F238E27FC236}">
                <a16:creationId xmlns:a16="http://schemas.microsoft.com/office/drawing/2014/main" id="{B93BACEF-9834-F140-463F-040C5937DC64}"/>
              </a:ext>
            </a:extLst>
          </p:cNvPr>
          <p:cNvSpPr/>
          <p:nvPr>
            <p:custDataLst>
              <p:tags r:id="rId39"/>
            </p:custDataLst>
          </p:nvPr>
        </p:nvSpPr>
        <p:spPr bwMode="auto">
          <a:xfrm>
            <a:off x="6402157" y="5632317"/>
            <a:ext cx="972000" cy="218637"/>
          </a:xfrm>
          <a:prstGeom prst="roundRect">
            <a:avLst/>
          </a:prstGeom>
          <a:pattFill prst="pct25">
            <a:fgClr>
              <a:srgbClr val="1AAA42"/>
            </a:fgClr>
            <a:bgClr>
              <a:sysClr val="window" lastClr="FFFFFF"/>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1000" b="1" i="0" u="none" strike="noStrike" kern="0" cap="none" spc="-7" normalizeH="0" baseline="0" noProof="0">
              <a:ln>
                <a:noFill/>
              </a:ln>
              <a:solidFill>
                <a:srgbClr val="000000"/>
              </a:solidFill>
              <a:effectLst/>
              <a:uLnTx/>
              <a:uFillTx/>
              <a:latin typeface="Boehringer Forward Text"/>
              <a:ea typeface="宋体" panose="02010600030101010101" pitchFamily="2" charset="-122"/>
              <a:cs typeface="+mn-cs"/>
            </a:endParaRPr>
          </a:p>
        </p:txBody>
      </p:sp>
      <p:grpSp>
        <p:nvGrpSpPr>
          <p:cNvPr id="244" name="Group 12">
            <a:extLst>
              <a:ext uri="{FF2B5EF4-FFF2-40B4-BE49-F238E27FC236}">
                <a16:creationId xmlns:a16="http://schemas.microsoft.com/office/drawing/2014/main" id="{4B011FB8-1E53-D437-CD66-421529A722B1}"/>
              </a:ext>
            </a:extLst>
          </p:cNvPr>
          <p:cNvGrpSpPr/>
          <p:nvPr/>
        </p:nvGrpSpPr>
        <p:grpSpPr>
          <a:xfrm>
            <a:off x="7207439" y="5782348"/>
            <a:ext cx="359394" cy="298252"/>
            <a:chOff x="6344755" y="1941607"/>
            <a:chExt cx="359394" cy="298251"/>
          </a:xfrm>
        </p:grpSpPr>
        <p:sp>
          <p:nvSpPr>
            <p:cNvPr id="246" name="Star: 4 Points 143">
              <a:extLst>
                <a:ext uri="{FF2B5EF4-FFF2-40B4-BE49-F238E27FC236}">
                  <a16:creationId xmlns:a16="http://schemas.microsoft.com/office/drawing/2014/main" id="{8347C446-7E3C-8A15-4084-B949C6C1958F}"/>
                </a:ext>
              </a:extLst>
            </p:cNvPr>
            <p:cNvSpPr/>
            <p:nvPr/>
          </p:nvSpPr>
          <p:spPr bwMode="auto">
            <a:xfrm>
              <a:off x="6437857" y="194160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宋体" panose="02010600030101010101" pitchFamily="2" charset="-122"/>
                <a:cs typeface="Calibri" panose="020F0502020204030204" pitchFamily="34" charset="0"/>
              </a:endParaRPr>
            </a:p>
          </p:txBody>
        </p:sp>
        <p:sp>
          <p:nvSpPr>
            <p:cNvPr id="247" name="Rectangle 246">
              <a:extLst>
                <a:ext uri="{FF2B5EF4-FFF2-40B4-BE49-F238E27FC236}">
                  <a16:creationId xmlns:a16="http://schemas.microsoft.com/office/drawing/2014/main" id="{43DB0309-CD46-4A19-D764-2AAE2E9521D0}"/>
                </a:ext>
              </a:extLst>
            </p:cNvPr>
            <p:cNvSpPr/>
            <p:nvPr/>
          </p:nvSpPr>
          <p:spPr>
            <a:xfrm>
              <a:off x="6344755" y="2039804"/>
              <a:ext cx="359394" cy="200054"/>
            </a:xfrm>
            <a:prstGeom prst="rect">
              <a:avLst/>
            </a:prstGeom>
          </p:spPr>
          <p:txBody>
            <a:bodyPr wrap="non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宋体" panose="02010600030101010101" pitchFamily="2" charset="-122"/>
                  <a:cs typeface="Calibri" panose="020F0502020204030204" pitchFamily="34" charset="0"/>
                </a:rPr>
                <a:t>LPO</a:t>
              </a:r>
              <a:endParaRPr kumimoji="0" lang="zh-CN" altLang="en-US" sz="700" b="0" i="0" u="none" strike="noStrike" kern="1200" cap="none" spc="0" normalizeH="0" baseline="0" noProof="0">
                <a:ln>
                  <a:noFill/>
                </a:ln>
                <a:solidFill>
                  <a:srgbClr val="44546A"/>
                </a:solidFill>
                <a:effectLst/>
                <a:uLnTx/>
                <a:uFillTx/>
                <a:latin typeface="Boehringer Forward Text"/>
                <a:ea typeface="宋体" panose="02010600030101010101" pitchFamily="2" charset="-122"/>
                <a:cs typeface="Calibri" panose="020F0502020204030204" pitchFamily="34" charset="0"/>
              </a:endParaRPr>
            </a:p>
          </p:txBody>
        </p:sp>
      </p:grpSp>
      <p:grpSp>
        <p:nvGrpSpPr>
          <p:cNvPr id="250" name="Group 13">
            <a:extLst>
              <a:ext uri="{FF2B5EF4-FFF2-40B4-BE49-F238E27FC236}">
                <a16:creationId xmlns:a16="http://schemas.microsoft.com/office/drawing/2014/main" id="{022BB5CA-D5FC-8AB3-0492-255C729C6455}"/>
              </a:ext>
            </a:extLst>
          </p:cNvPr>
          <p:cNvGrpSpPr/>
          <p:nvPr/>
        </p:nvGrpSpPr>
        <p:grpSpPr>
          <a:xfrm>
            <a:off x="6181574" y="5744656"/>
            <a:ext cx="402245" cy="316772"/>
            <a:chOff x="5310367" y="1942427"/>
            <a:chExt cx="402245" cy="316772"/>
          </a:xfrm>
        </p:grpSpPr>
        <p:sp>
          <p:nvSpPr>
            <p:cNvPr id="251" name="Rectangle 125">
              <a:extLst>
                <a:ext uri="{FF2B5EF4-FFF2-40B4-BE49-F238E27FC236}">
                  <a16:creationId xmlns:a16="http://schemas.microsoft.com/office/drawing/2014/main" id="{92637850-1A33-B1F8-BB1F-246C6AE172D0}"/>
                </a:ext>
              </a:extLst>
            </p:cNvPr>
            <p:cNvSpPr/>
            <p:nvPr/>
          </p:nvSpPr>
          <p:spPr>
            <a:xfrm>
              <a:off x="5310367" y="2059144"/>
              <a:ext cx="402245" cy="200055"/>
            </a:xfrm>
            <a:prstGeom prst="rect">
              <a:avLst/>
            </a:prstGeom>
          </p:spPr>
          <p:txBody>
            <a:bodyPr wrap="square">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宋体" panose="02010600030101010101" pitchFamily="2" charset="-122"/>
                  <a:cs typeface="Calibri" panose="020F0502020204030204" pitchFamily="34" charset="0"/>
                </a:rPr>
                <a:t>LPI</a:t>
              </a:r>
              <a:endParaRPr kumimoji="0" lang="zh-CN" altLang="en-US" sz="700" b="0" i="0" u="none" strike="noStrike" kern="1200" cap="none" spc="0" normalizeH="0" baseline="0" noProof="0">
                <a:ln>
                  <a:noFill/>
                </a:ln>
                <a:solidFill>
                  <a:srgbClr val="44546A"/>
                </a:solidFill>
                <a:effectLst/>
                <a:uLnTx/>
                <a:uFillTx/>
                <a:latin typeface="Boehringer Forward Text"/>
                <a:ea typeface="宋体" panose="02010600030101010101" pitchFamily="2" charset="-122"/>
                <a:cs typeface="Calibri" panose="020F0502020204030204" pitchFamily="34" charset="0"/>
              </a:endParaRPr>
            </a:p>
          </p:txBody>
        </p:sp>
        <p:sp>
          <p:nvSpPr>
            <p:cNvPr id="252" name="Star: 4 Points 143">
              <a:extLst>
                <a:ext uri="{FF2B5EF4-FFF2-40B4-BE49-F238E27FC236}">
                  <a16:creationId xmlns:a16="http://schemas.microsoft.com/office/drawing/2014/main" id="{BFBDCEB5-3E5E-5226-5C4F-806AC0E6A126}"/>
                </a:ext>
              </a:extLst>
            </p:cNvPr>
            <p:cNvSpPr/>
            <p:nvPr/>
          </p:nvSpPr>
          <p:spPr bwMode="auto">
            <a:xfrm>
              <a:off x="5442229" y="1942427"/>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宋体" panose="02010600030101010101" pitchFamily="2" charset="-122"/>
                <a:cs typeface="Calibri" panose="020F0502020204030204" pitchFamily="34" charset="0"/>
              </a:endParaRPr>
            </a:p>
          </p:txBody>
        </p:sp>
      </p:grpSp>
      <p:sp>
        <p:nvSpPr>
          <p:cNvPr id="253" name="OTLSHAPE_T_e17f3958430f4cff8650518c93c7635e_StartDate">
            <a:extLst>
              <a:ext uri="{FF2B5EF4-FFF2-40B4-BE49-F238E27FC236}">
                <a16:creationId xmlns:a16="http://schemas.microsoft.com/office/drawing/2014/main" id="{EF2880A5-95C2-63F8-25E1-D448C410AD81}"/>
              </a:ext>
            </a:extLst>
          </p:cNvPr>
          <p:cNvSpPr txBox="1"/>
          <p:nvPr>
            <p:custDataLst>
              <p:tags r:id="rId40"/>
            </p:custDataLst>
          </p:nvPr>
        </p:nvSpPr>
        <p:spPr>
          <a:xfrm>
            <a:off x="6194760" y="5478122"/>
            <a:ext cx="468000" cy="215444"/>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sngStrike" kern="1200" cap="none" spc="0" normalizeH="0" baseline="0" noProof="0">
                <a:ln>
                  <a:noFill/>
                </a:ln>
                <a:solidFill>
                  <a:srgbClr val="44546A"/>
                </a:solidFill>
                <a:effectLst/>
                <a:uLnTx/>
                <a:uFillTx/>
                <a:latin typeface="Boehringer Forward Text"/>
                <a:ea typeface="+mn-ea"/>
                <a:cs typeface="Calibri" panose="020F0502020204030204" pitchFamily="34" charset="0"/>
              </a:rPr>
              <a:t>July</a:t>
            </a:r>
            <a:r>
              <a:rPr kumimoji="0" lang="zh-CN" altLang="en-US" sz="700" b="0" i="0" u="none" strike="sngStrike" kern="1200" cap="none" spc="0" normalizeH="0" baseline="0" noProof="0">
                <a:ln>
                  <a:noFill/>
                </a:ln>
                <a:solidFill>
                  <a:srgbClr val="44546A"/>
                </a:solidFill>
                <a:effectLst/>
                <a:uLnTx/>
                <a:uFillTx/>
                <a:latin typeface="Boehringer Forward Text"/>
                <a:ea typeface="+mn-ea"/>
                <a:cs typeface="Calibri" panose="020F0502020204030204" pitchFamily="34" charset="0"/>
              </a:rPr>
              <a:t>’</a:t>
            </a:r>
            <a:r>
              <a:rPr kumimoji="0" lang="en-US" altLang="zh-CN" sz="700" b="0" i="0" u="none" strike="sngStrike" kern="1200" cap="none" spc="0" normalizeH="0" baseline="0" noProof="0">
                <a:ln>
                  <a:noFill/>
                </a:ln>
                <a:solidFill>
                  <a:srgbClr val="44546A"/>
                </a:solidFill>
                <a:effectLst/>
                <a:uLnTx/>
                <a:uFillTx/>
                <a:latin typeface="Boehringer Forward Text"/>
                <a:ea typeface="+mn-ea"/>
                <a:cs typeface="Calibri" panose="020F0502020204030204" pitchFamily="34" charset="0"/>
              </a:rPr>
              <a:t>24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April</a:t>
            </a:r>
            <a:r>
              <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a:t>
            </a: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24</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32" name="OTLSHAPE_T_e17f3958430f4cff8650518c93c7635e_StartDate">
            <a:extLst>
              <a:ext uri="{FF2B5EF4-FFF2-40B4-BE49-F238E27FC236}">
                <a16:creationId xmlns:a16="http://schemas.microsoft.com/office/drawing/2014/main" id="{FF80AD3F-2B3C-745C-F155-3BF888299878}"/>
              </a:ext>
            </a:extLst>
          </p:cNvPr>
          <p:cNvSpPr txBox="1"/>
          <p:nvPr>
            <p:custDataLst>
              <p:tags r:id="rId41"/>
            </p:custDataLst>
          </p:nvPr>
        </p:nvSpPr>
        <p:spPr>
          <a:xfrm>
            <a:off x="7114761" y="5488350"/>
            <a:ext cx="468000" cy="215444"/>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sngStrike" kern="1200" cap="none" spc="0" normalizeH="0" baseline="0" noProof="0">
                <a:ln>
                  <a:noFill/>
                </a:ln>
                <a:solidFill>
                  <a:srgbClr val="44546A"/>
                </a:solidFill>
                <a:effectLst/>
                <a:uLnTx/>
                <a:uFillTx/>
                <a:latin typeface="Boehringer Forward Text"/>
                <a:ea typeface="+mn-ea"/>
                <a:cs typeface="Calibri" panose="020F0502020204030204" pitchFamily="34" charset="0"/>
              </a:rPr>
              <a:t>Jan</a:t>
            </a:r>
            <a:r>
              <a:rPr kumimoji="0" lang="zh-CN" altLang="en-US" sz="700" b="0" i="0" u="none" strike="sngStrike" kern="1200" cap="none" spc="0" normalizeH="0" baseline="0" noProof="0">
                <a:ln>
                  <a:noFill/>
                </a:ln>
                <a:solidFill>
                  <a:srgbClr val="44546A"/>
                </a:solidFill>
                <a:effectLst/>
                <a:uLnTx/>
                <a:uFillTx/>
                <a:latin typeface="Boehringer Forward Text"/>
                <a:ea typeface="+mn-ea"/>
                <a:cs typeface="Calibri" panose="020F0502020204030204" pitchFamily="34" charset="0"/>
              </a:rPr>
              <a:t>’</a:t>
            </a:r>
            <a:r>
              <a:rPr kumimoji="0" lang="en-US" altLang="zh-CN" sz="700" b="0" i="0" u="none" strike="sngStrike" kern="1200" cap="none" spc="0" normalizeH="0" baseline="0" noProof="0">
                <a:ln>
                  <a:noFill/>
                </a:ln>
                <a:solidFill>
                  <a:srgbClr val="44546A"/>
                </a:solidFill>
                <a:effectLst/>
                <a:uLnTx/>
                <a:uFillTx/>
                <a:latin typeface="Boehringer Forward Text"/>
                <a:ea typeface="+mn-ea"/>
                <a:cs typeface="Calibri" panose="020F0502020204030204" pitchFamily="34" charset="0"/>
              </a:rPr>
              <a:t>25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Nov</a:t>
            </a:r>
            <a:r>
              <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a:t>
            </a: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24</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nvGrpSpPr>
          <p:cNvPr id="35" name="Group 34">
            <a:extLst>
              <a:ext uri="{FF2B5EF4-FFF2-40B4-BE49-F238E27FC236}">
                <a16:creationId xmlns:a16="http://schemas.microsoft.com/office/drawing/2014/main" id="{694DE4CB-668C-07CB-2DD8-805FE139AD52}"/>
              </a:ext>
            </a:extLst>
          </p:cNvPr>
          <p:cNvGrpSpPr/>
          <p:nvPr/>
        </p:nvGrpSpPr>
        <p:grpSpPr>
          <a:xfrm>
            <a:off x="7658359" y="2948379"/>
            <a:ext cx="576000" cy="290757"/>
            <a:chOff x="2653065" y="3033547"/>
            <a:chExt cx="576000" cy="290757"/>
          </a:xfrm>
        </p:grpSpPr>
        <p:sp>
          <p:nvSpPr>
            <p:cNvPr id="42" name="流程图: 决策 4">
              <a:extLst>
                <a:ext uri="{FF2B5EF4-FFF2-40B4-BE49-F238E27FC236}">
                  <a16:creationId xmlns:a16="http://schemas.microsoft.com/office/drawing/2014/main" id="{0BCAD419-22E2-AC6C-51E6-CA17F566E4A3}"/>
                </a:ext>
              </a:extLst>
            </p:cNvPr>
            <p:cNvSpPr/>
            <p:nvPr/>
          </p:nvSpPr>
          <p:spPr>
            <a:xfrm>
              <a:off x="2683771" y="3033547"/>
              <a:ext cx="108000" cy="144000"/>
            </a:xfrm>
            <a:prstGeom prst="flowChartDecision">
              <a:avLst/>
            </a:prstGeom>
            <a:solidFill>
              <a:srgbClr val="FF99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44" name="OTLSHAPE_T_e17f3958430f4cff8650518c93c7635e_StartDate">
              <a:extLst>
                <a:ext uri="{FF2B5EF4-FFF2-40B4-BE49-F238E27FC236}">
                  <a16:creationId xmlns:a16="http://schemas.microsoft.com/office/drawing/2014/main" id="{D9FB4480-6D5C-EB54-89C7-395B5C046495}"/>
                </a:ext>
              </a:extLst>
            </p:cNvPr>
            <p:cNvSpPr txBox="1"/>
            <p:nvPr>
              <p:custDataLst>
                <p:tags r:id="rId43"/>
              </p:custDataLst>
            </p:nvPr>
          </p:nvSpPr>
          <p:spPr>
            <a:xfrm>
              <a:off x="2653065" y="3212607"/>
              <a:ext cx="576000" cy="11169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ts val="9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DBL</a:t>
              </a:r>
            </a:p>
          </p:txBody>
        </p:sp>
      </p:grpSp>
      <p:sp>
        <p:nvSpPr>
          <p:cNvPr id="45" name="TextBox 44">
            <a:extLst>
              <a:ext uri="{FF2B5EF4-FFF2-40B4-BE49-F238E27FC236}">
                <a16:creationId xmlns:a16="http://schemas.microsoft.com/office/drawing/2014/main" id="{F8AB13F4-5B05-4F48-A92E-01E3DDBA56F3}"/>
              </a:ext>
            </a:extLst>
          </p:cNvPr>
          <p:cNvSpPr txBox="1"/>
          <p:nvPr/>
        </p:nvSpPr>
        <p:spPr bwMode="gray">
          <a:xfrm>
            <a:off x="7498197" y="2802768"/>
            <a:ext cx="552789" cy="107722"/>
          </a:xfrm>
          <a:prstGeom prst="rect">
            <a:avLst/>
          </a:prstGeom>
          <a:noFill/>
        </p:spPr>
        <p:txBody>
          <a:bodyPr vert="horz" wrap="square" lIns="0" tIns="0" rIns="0" bIns="0" rtlCol="0" anchor="ctr" anchorCtr="0">
            <a:spAutoFit/>
          </a:bodyPr>
          <a:lstStyle>
            <a:defPPr>
              <a:defRPr lang="en-US"/>
            </a:defPPr>
            <a:lvl1pPr marR="0" lvl="0" indent="0" algn="ctr" fontAlgn="auto">
              <a:lnSpc>
                <a:spcPct val="100000"/>
              </a:lnSpc>
              <a:spcBef>
                <a:spcPts val="0"/>
              </a:spcBef>
              <a:spcAft>
                <a:spcPts val="0"/>
              </a:spcAft>
              <a:buClrTx/>
              <a:buSzTx/>
              <a:buFontTx/>
              <a:buNone/>
              <a:tabLst/>
              <a:defRPr kumimoji="0" sz="700" b="0" i="0" u="none" strike="noStrike" cap="none" spc="0" normalizeH="0" baseline="0">
                <a:ln>
                  <a:noFill/>
                </a:ln>
                <a:solidFill>
                  <a:srgbClr val="44546A"/>
                </a:solidFill>
                <a:effectLst/>
                <a:uLnTx/>
                <a:uFillTx/>
                <a:latin typeface="Boehringer Forward Text"/>
                <a:cs typeface="Calibri" panose="020F0502020204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Dec’24</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nvGrpSpPr>
          <p:cNvPr id="46" name="Group 45">
            <a:extLst>
              <a:ext uri="{FF2B5EF4-FFF2-40B4-BE49-F238E27FC236}">
                <a16:creationId xmlns:a16="http://schemas.microsoft.com/office/drawing/2014/main" id="{A9C7684C-C2F8-D54A-5397-4E6FD09A4905}"/>
              </a:ext>
            </a:extLst>
          </p:cNvPr>
          <p:cNvGrpSpPr/>
          <p:nvPr/>
        </p:nvGrpSpPr>
        <p:grpSpPr>
          <a:xfrm>
            <a:off x="7658359" y="5629402"/>
            <a:ext cx="576000" cy="290757"/>
            <a:chOff x="2653065" y="3033547"/>
            <a:chExt cx="576000" cy="290757"/>
          </a:xfrm>
        </p:grpSpPr>
        <p:sp>
          <p:nvSpPr>
            <p:cNvPr id="47" name="流程图: 决策 4">
              <a:extLst>
                <a:ext uri="{FF2B5EF4-FFF2-40B4-BE49-F238E27FC236}">
                  <a16:creationId xmlns:a16="http://schemas.microsoft.com/office/drawing/2014/main" id="{CC3B6BB8-648E-459E-DB51-32F1E70C5A40}"/>
                </a:ext>
              </a:extLst>
            </p:cNvPr>
            <p:cNvSpPr/>
            <p:nvPr/>
          </p:nvSpPr>
          <p:spPr>
            <a:xfrm>
              <a:off x="2683771" y="3033547"/>
              <a:ext cx="108000" cy="144000"/>
            </a:xfrm>
            <a:prstGeom prst="flowChartDecision">
              <a:avLst/>
            </a:prstGeom>
            <a:solidFill>
              <a:srgbClr val="FF99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61" name="OTLSHAPE_T_e17f3958430f4cff8650518c93c7635e_StartDate">
              <a:extLst>
                <a:ext uri="{FF2B5EF4-FFF2-40B4-BE49-F238E27FC236}">
                  <a16:creationId xmlns:a16="http://schemas.microsoft.com/office/drawing/2014/main" id="{194DE17B-1B07-CB9B-6A6D-07293FF54868}"/>
                </a:ext>
              </a:extLst>
            </p:cNvPr>
            <p:cNvSpPr txBox="1"/>
            <p:nvPr>
              <p:custDataLst>
                <p:tags r:id="rId42"/>
              </p:custDataLst>
            </p:nvPr>
          </p:nvSpPr>
          <p:spPr>
            <a:xfrm>
              <a:off x="2653065" y="3212607"/>
              <a:ext cx="576000" cy="11169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ts val="9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DBL</a:t>
              </a:r>
            </a:p>
          </p:txBody>
        </p:sp>
      </p:grpSp>
      <p:sp>
        <p:nvSpPr>
          <p:cNvPr id="62" name="TextBox 61">
            <a:extLst>
              <a:ext uri="{FF2B5EF4-FFF2-40B4-BE49-F238E27FC236}">
                <a16:creationId xmlns:a16="http://schemas.microsoft.com/office/drawing/2014/main" id="{0D8EC65C-4543-CBD6-5731-BA6C94DFAA8D}"/>
              </a:ext>
            </a:extLst>
          </p:cNvPr>
          <p:cNvSpPr txBox="1"/>
          <p:nvPr/>
        </p:nvSpPr>
        <p:spPr bwMode="gray">
          <a:xfrm>
            <a:off x="7498197" y="5490737"/>
            <a:ext cx="552789" cy="107722"/>
          </a:xfrm>
          <a:prstGeom prst="rect">
            <a:avLst/>
          </a:prstGeom>
          <a:noFill/>
        </p:spPr>
        <p:txBody>
          <a:bodyPr vert="horz" wrap="square" lIns="0" tIns="0" rIns="0" bIns="0" rtlCol="0" anchor="ctr" anchorCtr="0">
            <a:spAutoFit/>
          </a:bodyPr>
          <a:lstStyle>
            <a:defPPr>
              <a:defRPr lang="en-US"/>
            </a:defPPr>
            <a:lvl1pPr marR="0" lvl="0" indent="0" algn="ctr" fontAlgn="auto">
              <a:lnSpc>
                <a:spcPct val="100000"/>
              </a:lnSpc>
              <a:spcBef>
                <a:spcPts val="0"/>
              </a:spcBef>
              <a:spcAft>
                <a:spcPts val="0"/>
              </a:spcAft>
              <a:buClrTx/>
              <a:buSzTx/>
              <a:buFontTx/>
              <a:buNone/>
              <a:tabLst/>
              <a:defRPr kumimoji="0" sz="700" b="0" i="0" u="none" strike="noStrike" cap="none" spc="0" normalizeH="0" baseline="0">
                <a:ln>
                  <a:noFill/>
                </a:ln>
                <a:solidFill>
                  <a:srgbClr val="44546A"/>
                </a:solidFill>
                <a:effectLst/>
                <a:uLnTx/>
                <a:uFillTx/>
                <a:latin typeface="Boehringer Forward Text"/>
                <a:cs typeface="Calibri" panose="020F0502020204030204" pitchFamily="34" charset="0"/>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Dec’24</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Tree>
    <p:extLst>
      <p:ext uri="{BB962C8B-B14F-4D97-AF65-F5344CB8AC3E}">
        <p14:creationId xmlns:p14="http://schemas.microsoft.com/office/powerpoint/2010/main" val="946495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DD78D67-37D2-7999-000F-56FE737DF74A}"/>
              </a:ext>
            </a:extLst>
          </p:cNvPr>
          <p:cNvSpPr>
            <a:spLocks noGrp="1"/>
          </p:cNvSpPr>
          <p:nvPr>
            <p:ph type="title"/>
          </p:nvPr>
        </p:nvSpPr>
        <p:spPr/>
        <p:txBody>
          <a:bodyPr/>
          <a:lstStyle/>
          <a:p>
            <a:r>
              <a:rPr lang="en-US"/>
              <a:t>CONNEX recruitment status as of 17Apr 2024</a:t>
            </a:r>
          </a:p>
        </p:txBody>
      </p:sp>
      <p:sp>
        <p:nvSpPr>
          <p:cNvPr id="4" name="Footer Placeholder 3">
            <a:extLst>
              <a:ext uri="{FF2B5EF4-FFF2-40B4-BE49-F238E27FC236}">
                <a16:creationId xmlns:a16="http://schemas.microsoft.com/office/drawing/2014/main" id="{9E7846BB-D31C-5B82-7478-A9922ADD1ADE}"/>
              </a:ext>
            </a:extLst>
          </p:cNvPr>
          <p:cNvSpPr>
            <a:spLocks noGrp="1"/>
          </p:cNvSpPr>
          <p:nvPr>
            <p:ph type="ftr" sz="quarter" idx="11"/>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endParaRPr kumimoji="0" lang="zh-CN" alt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5" name="Slide Number Placeholder 4">
            <a:extLst>
              <a:ext uri="{FF2B5EF4-FFF2-40B4-BE49-F238E27FC236}">
                <a16:creationId xmlns:a16="http://schemas.microsoft.com/office/drawing/2014/main" id="{83109D6F-D021-B2DC-CE84-DFDDC5C14A6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7" name="Tabelle 5">
            <a:extLst>
              <a:ext uri="{FF2B5EF4-FFF2-40B4-BE49-F238E27FC236}">
                <a16:creationId xmlns:a16="http://schemas.microsoft.com/office/drawing/2014/main" id="{1EE71822-84CF-BD85-F24B-7A42F78803C5}"/>
              </a:ext>
            </a:extLst>
          </p:cNvPr>
          <p:cNvGraphicFramePr>
            <a:graphicFrameLocks noGrp="1"/>
          </p:cNvGraphicFramePr>
          <p:nvPr>
            <p:extLst>
              <p:ext uri="{D42A27DB-BD31-4B8C-83A1-F6EECF244321}">
                <p14:modId xmlns:p14="http://schemas.microsoft.com/office/powerpoint/2010/main" val="416079025"/>
              </p:ext>
            </p:extLst>
          </p:nvPr>
        </p:nvGraphicFramePr>
        <p:xfrm>
          <a:off x="241300" y="1074531"/>
          <a:ext cx="11709400" cy="4865028"/>
        </p:xfrm>
        <a:graphic>
          <a:graphicData uri="http://schemas.openxmlformats.org/drawingml/2006/table">
            <a:tbl>
              <a:tblPr firstRow="1" bandRow="1">
                <a:tableStyleId>{21E4AEA4-8DFA-4A89-87EB-49C32662AFE0}</a:tableStyleId>
              </a:tblPr>
              <a:tblGrid>
                <a:gridCol w="2556933">
                  <a:extLst>
                    <a:ext uri="{9D8B030D-6E8A-4147-A177-3AD203B41FA5}">
                      <a16:colId xmlns:a16="http://schemas.microsoft.com/office/drawing/2014/main" val="1056975378"/>
                    </a:ext>
                  </a:extLst>
                </a:gridCol>
                <a:gridCol w="1346200">
                  <a:extLst>
                    <a:ext uri="{9D8B030D-6E8A-4147-A177-3AD203B41FA5}">
                      <a16:colId xmlns:a16="http://schemas.microsoft.com/office/drawing/2014/main" val="729123784"/>
                    </a:ext>
                  </a:extLst>
                </a:gridCol>
                <a:gridCol w="1532467">
                  <a:extLst>
                    <a:ext uri="{9D8B030D-6E8A-4147-A177-3AD203B41FA5}">
                      <a16:colId xmlns:a16="http://schemas.microsoft.com/office/drawing/2014/main" val="707946628"/>
                    </a:ext>
                  </a:extLst>
                </a:gridCol>
                <a:gridCol w="1397000">
                  <a:extLst>
                    <a:ext uri="{9D8B030D-6E8A-4147-A177-3AD203B41FA5}">
                      <a16:colId xmlns:a16="http://schemas.microsoft.com/office/drawing/2014/main" val="2098969504"/>
                    </a:ext>
                  </a:extLst>
                </a:gridCol>
                <a:gridCol w="1532466">
                  <a:extLst>
                    <a:ext uri="{9D8B030D-6E8A-4147-A177-3AD203B41FA5}">
                      <a16:colId xmlns:a16="http://schemas.microsoft.com/office/drawing/2014/main" val="387590686"/>
                    </a:ext>
                  </a:extLst>
                </a:gridCol>
                <a:gridCol w="1735667">
                  <a:extLst>
                    <a:ext uri="{9D8B030D-6E8A-4147-A177-3AD203B41FA5}">
                      <a16:colId xmlns:a16="http://schemas.microsoft.com/office/drawing/2014/main" val="1935442372"/>
                    </a:ext>
                  </a:extLst>
                </a:gridCol>
                <a:gridCol w="1608667">
                  <a:extLst>
                    <a:ext uri="{9D8B030D-6E8A-4147-A177-3AD203B41FA5}">
                      <a16:colId xmlns:a16="http://schemas.microsoft.com/office/drawing/2014/main" val="1911383871"/>
                    </a:ext>
                  </a:extLst>
                </a:gridCol>
              </a:tblGrid>
              <a:tr h="630257">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de-AT" sz="1400" b="1">
                        <a:solidFill>
                          <a:schemeClr val="tx1">
                            <a:lumMod val="50000"/>
                          </a:schemeClr>
                        </a:solidFill>
                        <a:latin typeface="+mn-lt"/>
                      </a:endParaRPr>
                    </a:p>
                  </a:txBody>
                  <a:tcPr anchor="ctr"/>
                </a:tc>
                <a:tc gridSpan="2">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a:solidFill>
                            <a:schemeClr val="tx1">
                              <a:lumMod val="50000"/>
                            </a:schemeClr>
                          </a:solidFill>
                          <a:effectLst/>
                        </a:rPr>
                        <a:t>CONNEX 1</a:t>
                      </a:r>
                    </a:p>
                  </a:txBody>
                  <a:tcPr marL="9525" marR="9525" marT="9525" marB="0" anchor="ctr"/>
                </a:tc>
                <a:tc hMerge="1">
                  <a:txBody>
                    <a:bodyPr/>
                    <a:lstStyle/>
                    <a:p>
                      <a:endParaRPr lang="en-US"/>
                    </a:p>
                  </a:txBody>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a:solidFill>
                            <a:schemeClr val="tx1">
                              <a:lumMod val="50000"/>
                            </a:schemeClr>
                          </a:solidFill>
                          <a:effectLst/>
                        </a:rPr>
                        <a:t>CONNEX 2</a:t>
                      </a:r>
                    </a:p>
                  </a:txBody>
                  <a:tcPr marL="9525" marR="9525" marT="9525" marB="0" anchor="ctr"/>
                </a:tc>
                <a:tc gridSpan="3">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a:solidFill>
                            <a:schemeClr val="tx1">
                              <a:lumMod val="50000"/>
                            </a:schemeClr>
                          </a:solidFill>
                          <a:effectLst/>
                        </a:rPr>
                        <a:t>CONNEX 3</a:t>
                      </a:r>
                    </a:p>
                  </a:txBody>
                  <a:tcPr marL="9525" marR="9525" marT="9525" marB="0" anchor="ctr"/>
                </a:tc>
                <a:tc hMerge="1">
                  <a:txBody>
                    <a:bodyPr/>
                    <a:lstStyle/>
                    <a:p>
                      <a:endParaRPr lang="en-US"/>
                    </a:p>
                  </a:txBody>
                  <a:tcPr/>
                </a:tc>
                <a:tc hMerge="1">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endParaRPr lang="en-US" sz="1400" b="1" u="none" strike="noStrike">
                        <a:solidFill>
                          <a:schemeClr val="tx1">
                            <a:lumMod val="50000"/>
                          </a:schemeClr>
                        </a:solidFill>
                        <a:effectLst/>
                      </a:endParaRPr>
                    </a:p>
                  </a:txBody>
                  <a:tcPr marL="9525" marR="9525" marT="9525" marB="0" anchor="ctr"/>
                </a:tc>
                <a:extLst>
                  <a:ext uri="{0D108BD9-81ED-4DB2-BD59-A6C34878D82A}">
                    <a16:rowId xmlns:a16="http://schemas.microsoft.com/office/drawing/2014/main" val="3939566098"/>
                  </a:ext>
                </a:extLst>
              </a:tr>
              <a:tr h="484876">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endParaRPr lang="de-AT" sz="1400" b="1">
                        <a:solidFill>
                          <a:schemeClr val="tx1">
                            <a:lumMod val="50000"/>
                          </a:schemeClr>
                        </a:solidFill>
                      </a:endParaRP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Global</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China</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Global</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Global </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China</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T</a:t>
                      </a:r>
                      <a:r>
                        <a:rPr lang="en-US" altLang="zh-CN" sz="1400" b="0" u="none" strike="noStrike">
                          <a:solidFill>
                            <a:schemeClr val="tx1">
                              <a:lumMod val="50000"/>
                            </a:schemeClr>
                          </a:solidFill>
                          <a:effectLst/>
                        </a:rPr>
                        <a:t>aiwan</a:t>
                      </a:r>
                      <a:r>
                        <a:rPr lang="en-US" sz="1400" b="0" u="none" strike="noStrike">
                          <a:solidFill>
                            <a:schemeClr val="tx1">
                              <a:lumMod val="50000"/>
                            </a:schemeClr>
                          </a:solidFill>
                          <a:effectLst/>
                        </a:rPr>
                        <a:t>*</a:t>
                      </a:r>
                      <a:endParaRPr lang="en-US" sz="1400" b="0" i="0" u="none" strike="noStrike">
                        <a:solidFill>
                          <a:schemeClr val="tx1">
                            <a:lumMod val="50000"/>
                          </a:schemeClr>
                        </a:solidFill>
                        <a:effectLst/>
                        <a:latin typeface="+mn-lt"/>
                      </a:endParaRPr>
                    </a:p>
                  </a:txBody>
                  <a:tcPr marL="9525" marR="9525" marT="9525" marB="0" anchor="ctr"/>
                </a:tc>
                <a:extLst>
                  <a:ext uri="{0D108BD9-81ED-4DB2-BD59-A6C34878D82A}">
                    <a16:rowId xmlns:a16="http://schemas.microsoft.com/office/drawing/2014/main" val="2749148667"/>
                  </a:ext>
                </a:extLst>
              </a:tr>
              <a:tr h="484876">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de-AT" sz="1400" b="1">
                          <a:solidFill>
                            <a:schemeClr val="tx1">
                              <a:lumMod val="50000"/>
                            </a:schemeClr>
                          </a:solidFill>
                        </a:rPr>
                        <a:t>Total Screened [N]</a:t>
                      </a: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853</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134</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840</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845</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164</a:t>
                      </a: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70</a:t>
                      </a:r>
                      <a:endParaRPr lang="en-US" sz="1400" b="0" i="0" u="none" strike="noStrike">
                        <a:solidFill>
                          <a:schemeClr val="tx1">
                            <a:lumMod val="50000"/>
                          </a:schemeClr>
                        </a:solidFill>
                        <a:effectLst/>
                        <a:latin typeface="+mn-lt"/>
                      </a:endParaRPr>
                    </a:p>
                  </a:txBody>
                  <a:tcPr marL="9525" marR="9525" marT="9525" marB="0" anchor="ctr"/>
                </a:tc>
                <a:extLst>
                  <a:ext uri="{0D108BD9-81ED-4DB2-BD59-A6C34878D82A}">
                    <a16:rowId xmlns:a16="http://schemas.microsoft.com/office/drawing/2014/main" val="2118211319"/>
                  </a:ext>
                </a:extLst>
              </a:tr>
              <a:tr h="440354">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de-AT" sz="1400" b="1">
                          <a:solidFill>
                            <a:schemeClr val="tx1">
                              <a:lumMod val="50000"/>
                            </a:schemeClr>
                          </a:solidFill>
                        </a:rPr>
                        <a:t>In Screening [N]</a:t>
                      </a:r>
                    </a:p>
                  </a:txBody>
                  <a:tcPr anchor="ctr"/>
                </a:tc>
                <a:tc>
                  <a:txBody>
                    <a:bodyPr/>
                    <a:lstStyle/>
                    <a:p>
                      <a:pPr algn="ctr" fontAlgn="ctr"/>
                      <a:r>
                        <a:rPr lang="en-US" sz="1400" b="0" u="none" strike="noStrike">
                          <a:solidFill>
                            <a:schemeClr val="tx1">
                              <a:lumMod val="50000"/>
                            </a:schemeClr>
                          </a:solidFill>
                          <a:effectLst/>
                        </a:rPr>
                        <a:t>0</a:t>
                      </a:r>
                      <a:endParaRPr lang="en-US" sz="1400" b="0" i="0" u="none" strike="noStrike">
                        <a:solidFill>
                          <a:schemeClr val="tx1">
                            <a:lumMod val="50000"/>
                          </a:schemeClr>
                        </a:solidFill>
                        <a:effectLst/>
                        <a:latin typeface="+mn-lt"/>
                      </a:endParaRPr>
                    </a:p>
                  </a:txBody>
                  <a:tcPr marL="9525" marR="9525" marT="9525" marB="0" anchor="ctr"/>
                </a:tc>
                <a:tc>
                  <a:txBody>
                    <a:bodyPr/>
                    <a:lstStyle/>
                    <a:p>
                      <a:pPr algn="ctr" fontAlgn="ctr"/>
                      <a:r>
                        <a:rPr lang="en-US" sz="1400" b="0" u="none" strike="noStrike">
                          <a:solidFill>
                            <a:schemeClr val="tx1">
                              <a:lumMod val="50000"/>
                            </a:schemeClr>
                          </a:solidFill>
                          <a:effectLst/>
                        </a:rPr>
                        <a:t>0</a:t>
                      </a:r>
                      <a:endParaRPr lang="en-US" sz="1400" b="0" i="0" u="none" strike="noStrike">
                        <a:solidFill>
                          <a:schemeClr val="tx1">
                            <a:lumMod val="50000"/>
                          </a:schemeClr>
                        </a:solidFill>
                        <a:effectLst/>
                        <a:latin typeface="+mn-lt"/>
                      </a:endParaRPr>
                    </a:p>
                  </a:txBody>
                  <a:tcPr marL="9525" marR="9525" marT="9525" marB="0" anchor="ctr"/>
                </a:tc>
                <a:tc>
                  <a:txBody>
                    <a:bodyPr/>
                    <a:lstStyle/>
                    <a:p>
                      <a:pPr algn="ctr" fontAlgn="ctr"/>
                      <a:r>
                        <a:rPr lang="en-US" sz="1400" b="0" u="none" strike="noStrike">
                          <a:solidFill>
                            <a:schemeClr val="tx1">
                              <a:lumMod val="50000"/>
                            </a:schemeClr>
                          </a:solidFill>
                          <a:effectLst/>
                        </a:rPr>
                        <a:t>0</a:t>
                      </a:r>
                      <a:endParaRPr lang="en-US" sz="1400" b="0" i="0" u="none" strike="noStrike">
                        <a:solidFill>
                          <a:schemeClr val="tx1">
                            <a:lumMod val="50000"/>
                          </a:schemeClr>
                        </a:solidFill>
                        <a:effectLst/>
                        <a:latin typeface="+mn-lt"/>
                      </a:endParaRPr>
                    </a:p>
                  </a:txBody>
                  <a:tcPr marL="9525" marR="9525" marT="9525" marB="0" anchor="ctr"/>
                </a:tc>
                <a:tc>
                  <a:txBody>
                    <a:bodyPr/>
                    <a:lstStyle/>
                    <a:p>
                      <a:pPr algn="ctr" fontAlgn="ctr"/>
                      <a:r>
                        <a:rPr lang="en-US" sz="1400" b="0" u="none" strike="noStrike">
                          <a:solidFill>
                            <a:schemeClr val="tx1">
                              <a:lumMod val="50000"/>
                            </a:schemeClr>
                          </a:solidFill>
                          <a:effectLst/>
                        </a:rPr>
                        <a:t>83</a:t>
                      </a:r>
                      <a:endParaRPr lang="en-US" sz="1400" b="0" i="0" u="none" strike="noStrike">
                        <a:solidFill>
                          <a:schemeClr val="tx1">
                            <a:lumMod val="50000"/>
                          </a:schemeClr>
                        </a:solidFill>
                        <a:effectLst/>
                        <a:latin typeface="+mn-lt"/>
                      </a:endParaRPr>
                    </a:p>
                  </a:txBody>
                  <a:tcPr marL="9525" marR="9525" marT="9525" marB="0" anchor="ctr"/>
                </a:tc>
                <a:tc>
                  <a:txBody>
                    <a:bodyPr/>
                    <a:lstStyle/>
                    <a:p>
                      <a:pPr algn="ctr" fontAlgn="ctr"/>
                      <a:r>
                        <a:rPr lang="en-US" sz="1400" b="0" u="none" strike="noStrike">
                          <a:solidFill>
                            <a:schemeClr val="tx1">
                              <a:lumMod val="50000"/>
                            </a:schemeClr>
                          </a:solidFill>
                          <a:effectLst/>
                        </a:rPr>
                        <a:t>0</a:t>
                      </a:r>
                      <a:endParaRPr lang="en-US" sz="1400" b="0" i="0" u="none" strike="noStrike">
                        <a:solidFill>
                          <a:schemeClr val="tx1">
                            <a:lumMod val="50000"/>
                          </a:schemeClr>
                        </a:solidFill>
                        <a:effectLst/>
                        <a:latin typeface="+mn-lt"/>
                      </a:endParaRPr>
                    </a:p>
                  </a:txBody>
                  <a:tcPr marL="9525" marR="9525" marT="9525" marB="0" anchor="ctr"/>
                </a:tc>
                <a:tc>
                  <a:txBody>
                    <a:bodyPr/>
                    <a:lstStyle/>
                    <a:p>
                      <a:pPr lvl="0" algn="ctr">
                        <a:buNone/>
                      </a:pPr>
                      <a:r>
                        <a:rPr lang="en-US" sz="1400" b="0" u="none" strike="noStrike">
                          <a:solidFill>
                            <a:schemeClr val="tx1">
                              <a:lumMod val="50000"/>
                            </a:schemeClr>
                          </a:solidFill>
                          <a:effectLst/>
                        </a:rPr>
                        <a:t>0</a:t>
                      </a:r>
                      <a:endParaRPr lang="en-US" sz="1400" b="0" i="0" u="none" strike="noStrike">
                        <a:solidFill>
                          <a:schemeClr val="tx1">
                            <a:lumMod val="50000"/>
                          </a:schemeClr>
                        </a:solidFill>
                        <a:effectLst/>
                        <a:latin typeface="+mn-lt"/>
                      </a:endParaRPr>
                    </a:p>
                  </a:txBody>
                  <a:tcPr marL="9525" marR="9525" marT="9525" marB="0" anchor="ctr"/>
                </a:tc>
                <a:extLst>
                  <a:ext uri="{0D108BD9-81ED-4DB2-BD59-A6C34878D82A}">
                    <a16:rowId xmlns:a16="http://schemas.microsoft.com/office/drawing/2014/main" val="3182694691"/>
                  </a:ext>
                </a:extLst>
              </a:tr>
              <a:tr h="484876">
                <a:tc>
                  <a:txBody>
                    <a:bodyPr/>
                    <a:lstStyle/>
                    <a:p>
                      <a:pPr algn="l"/>
                      <a:r>
                        <a:rPr lang="de-AT" sz="1400" b="1">
                          <a:solidFill>
                            <a:schemeClr val="tx1">
                              <a:lumMod val="50000"/>
                            </a:schemeClr>
                          </a:solidFill>
                        </a:rPr>
                        <a:t>Screen </a:t>
                      </a:r>
                      <a:r>
                        <a:rPr lang="de-AT" sz="1400" b="1" err="1">
                          <a:solidFill>
                            <a:schemeClr val="tx1">
                              <a:lumMod val="50000"/>
                            </a:schemeClr>
                          </a:solidFill>
                        </a:rPr>
                        <a:t>Failed</a:t>
                      </a:r>
                      <a:r>
                        <a:rPr lang="de-AT" sz="1400" b="1">
                          <a:solidFill>
                            <a:schemeClr val="tx1">
                              <a:lumMod val="50000"/>
                            </a:schemeClr>
                          </a:solidFill>
                        </a:rPr>
                        <a:t> [N (%)]</a:t>
                      </a: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199(24%)</a:t>
                      </a:r>
                      <a:endParaRPr lang="en-US" sz="1400" b="0" i="0" u="none" strike="noStrike">
                        <a:solidFill>
                          <a:schemeClr val="tx1">
                            <a:lumMod val="50000"/>
                          </a:schemeClr>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32(25%)</a:t>
                      </a:r>
                      <a:endParaRPr lang="en-US" sz="1400" b="0" i="0" u="none" strike="noStrike">
                        <a:solidFill>
                          <a:schemeClr val="tx1">
                            <a:lumMod val="50000"/>
                          </a:schemeClr>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229</a:t>
                      </a:r>
                      <a:r>
                        <a:rPr lang="en-US" altLang="zh-CN" sz="1400" b="0" u="none" strike="noStrike">
                          <a:solidFill>
                            <a:schemeClr val="tx1">
                              <a:lumMod val="50000"/>
                            </a:schemeClr>
                          </a:solidFill>
                          <a:effectLst/>
                        </a:rPr>
                        <a:t>(27%)</a:t>
                      </a:r>
                      <a:endParaRPr lang="en-US" sz="1400" b="0" i="0" u="none" strike="noStrike">
                        <a:solidFill>
                          <a:schemeClr val="tx1">
                            <a:lumMod val="50000"/>
                          </a:schemeClr>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217(26%)</a:t>
                      </a:r>
                      <a:endParaRPr lang="en-US" sz="1400" b="0" i="0" u="none" strike="noStrike">
                        <a:solidFill>
                          <a:schemeClr val="tx1">
                            <a:lumMod val="50000"/>
                          </a:schemeClr>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32(21%</a:t>
                      </a:r>
                      <a:r>
                        <a:rPr lang="en-US" altLang="zh-CN" sz="1400" b="0" u="none" strike="noStrike">
                          <a:solidFill>
                            <a:schemeClr val="tx1">
                              <a:lumMod val="50000"/>
                            </a:schemeClr>
                          </a:solidFill>
                          <a:effectLst/>
                        </a:rPr>
                        <a:t>)</a:t>
                      </a:r>
                      <a:endParaRPr lang="en-US" sz="1400" b="0" i="0" u="none" strike="noStrike">
                        <a:solidFill>
                          <a:schemeClr val="tx1">
                            <a:lumMod val="50000"/>
                          </a:schemeClr>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12(17%)</a:t>
                      </a:r>
                      <a:endParaRPr lang="en-US" sz="1400" b="0" i="0" u="none" strike="noStrike">
                        <a:solidFill>
                          <a:schemeClr val="tx1">
                            <a:lumMod val="50000"/>
                          </a:schemeClr>
                        </a:solidFill>
                        <a:effectLst/>
                        <a:latin typeface="+mn-lt"/>
                      </a:endParaRPr>
                    </a:p>
                  </a:txBody>
                  <a:tcPr marL="9525" marR="9525" marT="9525" marB="0" anchor="ctr"/>
                </a:tc>
                <a:extLst>
                  <a:ext uri="{0D108BD9-81ED-4DB2-BD59-A6C34878D82A}">
                    <a16:rowId xmlns:a16="http://schemas.microsoft.com/office/drawing/2014/main" val="3746510920"/>
                  </a:ext>
                </a:extLst>
              </a:tr>
              <a:tr h="748603">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de-AT" sz="1400" b="1">
                          <a:solidFill>
                            <a:schemeClr val="tx1">
                              <a:lumMod val="50000"/>
                            </a:schemeClr>
                          </a:solidFill>
                        </a:rPr>
                        <a:t>Randomised (actual VS. initial plan</a:t>
                      </a:r>
                      <a:r>
                        <a:rPr lang="en-US" altLang="zh-CN" sz="1400" b="1">
                          <a:solidFill>
                            <a:schemeClr val="tx1">
                              <a:lumMod val="50000"/>
                            </a:schemeClr>
                          </a:solidFill>
                        </a:rPr>
                        <a:t>)</a:t>
                      </a:r>
                      <a:endParaRPr lang="de-AT" sz="1400" b="1">
                        <a:solidFill>
                          <a:schemeClr val="tx1">
                            <a:lumMod val="50000"/>
                          </a:schemeClr>
                        </a:solidFill>
                      </a:endParaRP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solidFill>
                          <a:effectLst/>
                        </a:rPr>
                        <a:t>620(a) VS. 586(p)</a:t>
                      </a:r>
                      <a:endParaRPr lang="en-US" sz="1400" b="0" i="0" u="none" strike="noStrike">
                        <a:solidFill>
                          <a:schemeClr val="tx1"/>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a:solidFill>
                            <a:schemeClr val="tx1"/>
                          </a:solidFill>
                          <a:effectLst/>
                        </a:rPr>
                        <a:t>96(a) VS.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a:solidFill>
                            <a:schemeClr val="tx1"/>
                          </a:solidFill>
                          <a:effectLst/>
                        </a:rPr>
                        <a:t>88(p)</a:t>
                      </a:r>
                      <a:endParaRPr lang="en-US" sz="1400" b="1" i="0" u="none" strike="noStrike">
                        <a:solidFill>
                          <a:schemeClr val="tx1"/>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400" b="0" u="none" strike="noStrike">
                          <a:solidFill>
                            <a:schemeClr val="tx1"/>
                          </a:solidFill>
                          <a:effectLst/>
                        </a:rPr>
                        <a:t>611(a) VS. 586(p)</a:t>
                      </a:r>
                      <a:endParaRPr lang="en-US" sz="1400" b="0" i="0" u="none" strike="noStrike">
                        <a:solidFill>
                          <a:schemeClr val="tx1"/>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solidFill>
                          <a:effectLst/>
                        </a:rPr>
                        <a:t>545(a)VS.</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solidFill>
                          <a:effectLst/>
                        </a:rPr>
                        <a:t>586(p)</a:t>
                      </a:r>
                      <a:endParaRPr lang="en-US" sz="1400" b="0" i="0" u="none" strike="noStrike">
                        <a:solidFill>
                          <a:schemeClr val="tx1"/>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a:solidFill>
                            <a:schemeClr val="tx1"/>
                          </a:solidFill>
                          <a:effectLst/>
                        </a:rPr>
                        <a:t>120(a) VS.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a:solidFill>
                            <a:schemeClr val="tx1"/>
                          </a:solidFill>
                          <a:effectLst/>
                        </a:rPr>
                        <a:t>62(p)</a:t>
                      </a:r>
                      <a:endParaRPr lang="en-US" sz="1400" b="1" i="0" u="none" strike="noStrike">
                        <a:solidFill>
                          <a:schemeClr val="tx1"/>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a:solidFill>
                            <a:schemeClr val="tx1"/>
                          </a:solidFill>
                          <a:effectLst/>
                        </a:rPr>
                        <a:t>58(a) VS. </a:t>
                      </a:r>
                    </a:p>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1" u="none" strike="noStrike">
                          <a:solidFill>
                            <a:schemeClr val="tx1"/>
                          </a:solidFill>
                          <a:effectLst/>
                        </a:rPr>
                        <a:t>40(p)</a:t>
                      </a:r>
                      <a:endParaRPr lang="en-US" sz="1400" b="1" i="0" u="none" strike="noStrike">
                        <a:solidFill>
                          <a:schemeClr val="tx1"/>
                        </a:solidFill>
                        <a:effectLst/>
                        <a:latin typeface="+mn-lt"/>
                      </a:endParaRPr>
                    </a:p>
                  </a:txBody>
                  <a:tcPr marL="9525" marR="9525" marT="9525" marB="0" anchor="ctr"/>
                </a:tc>
                <a:extLst>
                  <a:ext uri="{0D108BD9-81ED-4DB2-BD59-A6C34878D82A}">
                    <a16:rowId xmlns:a16="http://schemas.microsoft.com/office/drawing/2014/main" val="4132599834"/>
                  </a:ext>
                </a:extLst>
              </a:tr>
              <a:tr h="484876">
                <a:tc>
                  <a:txBody>
                    <a:bodyPr/>
                    <a:lstStyle/>
                    <a:p>
                      <a:pPr algn="l"/>
                      <a:r>
                        <a:rPr lang="de-AT" sz="1400" b="1">
                          <a:solidFill>
                            <a:schemeClr val="tx1">
                              <a:lumMod val="50000"/>
                            </a:schemeClr>
                          </a:solidFill>
                        </a:rPr>
                        <a:t>Discontinued [N (%)]</a:t>
                      </a: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76(12%)</a:t>
                      </a:r>
                      <a:endParaRPr lang="en-US" sz="1400" b="0" i="0" u="none" strike="noStrike">
                        <a:solidFill>
                          <a:schemeClr val="tx1">
                            <a:lumMod val="50000"/>
                          </a:schemeClr>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9(9%)</a:t>
                      </a:r>
                      <a:endParaRPr lang="en-US" sz="1400" b="0" i="0" u="none" strike="noStrike">
                        <a:solidFill>
                          <a:schemeClr val="tx1">
                            <a:lumMod val="50000"/>
                          </a:schemeClr>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zh-CN" sz="1400" b="0" u="none" strike="noStrike">
                          <a:solidFill>
                            <a:schemeClr val="tx1">
                              <a:lumMod val="50000"/>
                            </a:schemeClr>
                          </a:solidFill>
                          <a:effectLst/>
                        </a:rPr>
                        <a:t>61(10%)</a:t>
                      </a:r>
                      <a:endParaRPr lang="en-US" sz="1400" b="0" i="0" u="none" strike="noStrike">
                        <a:solidFill>
                          <a:schemeClr val="tx1">
                            <a:lumMod val="50000"/>
                          </a:schemeClr>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63(12%)</a:t>
                      </a:r>
                      <a:endParaRPr lang="en-US" sz="1400" b="0" i="0" u="none" strike="noStrike">
                        <a:solidFill>
                          <a:schemeClr val="tx1">
                            <a:lumMod val="50000"/>
                          </a:schemeClr>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8(7%)</a:t>
                      </a:r>
                      <a:endParaRPr lang="en-US" sz="1400" b="0" i="0" u="none" strike="noStrike">
                        <a:solidFill>
                          <a:schemeClr val="tx1">
                            <a:lumMod val="50000"/>
                          </a:schemeClr>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3(6%)</a:t>
                      </a:r>
                      <a:endParaRPr lang="en-US" sz="1400" b="0" i="0" u="none" strike="noStrike">
                        <a:solidFill>
                          <a:schemeClr val="tx1">
                            <a:lumMod val="50000"/>
                          </a:schemeClr>
                        </a:solidFill>
                        <a:effectLst/>
                        <a:latin typeface="+mn-lt"/>
                      </a:endParaRPr>
                    </a:p>
                  </a:txBody>
                  <a:tcPr marL="9525" marR="9525" marT="9525" marB="0" anchor="ctr"/>
                </a:tc>
                <a:extLst>
                  <a:ext uri="{0D108BD9-81ED-4DB2-BD59-A6C34878D82A}">
                    <a16:rowId xmlns:a16="http://schemas.microsoft.com/office/drawing/2014/main" val="2726855117"/>
                  </a:ext>
                </a:extLst>
              </a:tr>
              <a:tr h="55315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de-AT" sz="1400" b="1">
                          <a:solidFill>
                            <a:schemeClr val="tx1">
                              <a:lumMod val="50000"/>
                            </a:schemeClr>
                          </a:solidFill>
                        </a:rPr>
                        <a:t>Completed [N]</a:t>
                      </a: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363</a:t>
                      </a:r>
                      <a:endParaRPr lang="en-US"/>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71</a:t>
                      </a:r>
                      <a:endParaRPr lang="en-US" sz="1400" b="0" i="0" u="none" strike="noStrike">
                        <a:solidFill>
                          <a:schemeClr val="tx1">
                            <a:lumMod val="50000"/>
                          </a:schemeClr>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351</a:t>
                      </a:r>
                      <a:endParaRPr lang="en-US" sz="1400" b="0" i="0" u="none" strike="noStrike">
                        <a:solidFill>
                          <a:schemeClr val="tx1">
                            <a:lumMod val="50000"/>
                          </a:schemeClr>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322</a:t>
                      </a:r>
                      <a:endParaRPr lang="en-US" sz="1400" b="0" i="0" u="none" strike="noStrike">
                        <a:solidFill>
                          <a:schemeClr val="tx1">
                            <a:lumMod val="50000"/>
                          </a:schemeClr>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99</a:t>
                      </a:r>
                      <a:endParaRPr lang="en-US" sz="1400" b="0" i="0" u="none" strike="noStrike">
                        <a:solidFill>
                          <a:schemeClr val="tx1">
                            <a:lumMod val="50000"/>
                          </a:schemeClr>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38</a:t>
                      </a:r>
                      <a:endParaRPr lang="en-US" sz="1400" b="0" i="0" u="none" strike="noStrike">
                        <a:solidFill>
                          <a:schemeClr val="tx1">
                            <a:lumMod val="50000"/>
                          </a:schemeClr>
                        </a:solidFill>
                        <a:effectLst/>
                        <a:latin typeface="+mn-lt"/>
                      </a:endParaRPr>
                    </a:p>
                  </a:txBody>
                  <a:tcPr marL="9525" marR="9525" marT="9525" marB="0" anchor="ctr"/>
                </a:tc>
                <a:extLst>
                  <a:ext uri="{0D108BD9-81ED-4DB2-BD59-A6C34878D82A}">
                    <a16:rowId xmlns:a16="http://schemas.microsoft.com/office/drawing/2014/main" val="734529735"/>
                  </a:ext>
                </a:extLst>
              </a:tr>
              <a:tr h="553155">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altLang="zh-CN" sz="1400" b="1">
                          <a:solidFill>
                            <a:schemeClr val="tx1">
                              <a:lumMod val="50000"/>
                            </a:schemeClr>
                          </a:solidFill>
                        </a:rPr>
                        <a:t>Estimated Percentage (%)</a:t>
                      </a:r>
                      <a:r>
                        <a:rPr lang="de-AT" altLang="zh-CN" sz="1400" b="1">
                          <a:solidFill>
                            <a:schemeClr val="tx1">
                              <a:lumMod val="50000"/>
                            </a:schemeClr>
                          </a:solidFill>
                        </a:rPr>
                        <a:t>/Global randomization</a:t>
                      </a:r>
                      <a:endParaRPr lang="en-US" altLang="zh-CN" sz="1400" b="1">
                        <a:solidFill>
                          <a:schemeClr val="tx1">
                            <a:lumMod val="50000"/>
                          </a:schemeClr>
                        </a:solidFill>
                      </a:endParaRPr>
                    </a:p>
                  </a:txBody>
                  <a:tcPr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a:t>
                      </a:r>
                      <a:endParaRPr lang="en-US" sz="1400" b="0" i="0" u="none" strike="noStrike">
                        <a:solidFill>
                          <a:schemeClr val="tx1">
                            <a:lumMod val="50000"/>
                          </a:schemeClr>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15.5%</a:t>
                      </a:r>
                      <a:endParaRPr lang="en-US" sz="1400" b="0" i="0" u="none" strike="noStrike">
                        <a:solidFill>
                          <a:schemeClr val="tx1">
                            <a:lumMod val="50000"/>
                          </a:schemeClr>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a:t>
                      </a:r>
                      <a:endParaRPr lang="en-US" sz="1400" b="0" i="0" u="none" strike="noStrike">
                        <a:solidFill>
                          <a:schemeClr val="tx1">
                            <a:lumMod val="50000"/>
                          </a:schemeClr>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a:t>
                      </a:r>
                      <a:endParaRPr lang="en-US" sz="1400" b="0" i="0" u="none" strike="noStrike">
                        <a:solidFill>
                          <a:schemeClr val="tx1">
                            <a:lumMod val="50000"/>
                          </a:schemeClr>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20%</a:t>
                      </a:r>
                      <a:endParaRPr lang="en-US" sz="1400" b="0" i="0" u="none" strike="noStrike">
                        <a:solidFill>
                          <a:schemeClr val="tx1">
                            <a:lumMod val="50000"/>
                          </a:schemeClr>
                        </a:solidFill>
                        <a:effectLst/>
                        <a:latin typeface="+mn-lt"/>
                      </a:endParaRPr>
                    </a:p>
                  </a:txBody>
                  <a:tcPr marL="9525" marR="9525" marT="9525"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400" b="0" u="none" strike="noStrike">
                          <a:solidFill>
                            <a:schemeClr val="tx1">
                              <a:lumMod val="50000"/>
                            </a:schemeClr>
                          </a:solidFill>
                          <a:effectLst/>
                        </a:rPr>
                        <a:t>10%</a:t>
                      </a:r>
                      <a:endParaRPr lang="en-US" sz="1400" b="0" i="0" u="none" strike="noStrike">
                        <a:solidFill>
                          <a:schemeClr val="tx1">
                            <a:lumMod val="50000"/>
                          </a:schemeClr>
                        </a:solidFill>
                        <a:effectLst/>
                        <a:latin typeface="+mn-lt"/>
                      </a:endParaRPr>
                    </a:p>
                  </a:txBody>
                  <a:tcPr marL="9525" marR="9525" marT="9525" marB="0" anchor="ctr"/>
                </a:tc>
                <a:extLst>
                  <a:ext uri="{0D108BD9-81ED-4DB2-BD59-A6C34878D82A}">
                    <a16:rowId xmlns:a16="http://schemas.microsoft.com/office/drawing/2014/main" val="3037089989"/>
                  </a:ext>
                </a:extLst>
              </a:tr>
            </a:tbl>
          </a:graphicData>
        </a:graphic>
      </p:graphicFrame>
      <p:sp>
        <p:nvSpPr>
          <p:cNvPr id="2" name="TextBox 1">
            <a:extLst>
              <a:ext uri="{FF2B5EF4-FFF2-40B4-BE49-F238E27FC236}">
                <a16:creationId xmlns:a16="http://schemas.microsoft.com/office/drawing/2014/main" id="{BF34D792-93AC-6018-FD7A-B9EA967EFCEB}"/>
              </a:ext>
            </a:extLst>
          </p:cNvPr>
          <p:cNvSpPr txBox="1"/>
          <p:nvPr/>
        </p:nvSpPr>
        <p:spPr bwMode="gray">
          <a:xfrm>
            <a:off x="406256" y="6200419"/>
            <a:ext cx="1553310" cy="207301"/>
          </a:xfrm>
          <a:prstGeom prst="rect">
            <a:avLst/>
          </a:prstGeom>
          <a:noFill/>
        </p:spPr>
        <p:txBody>
          <a:bodyPr wrap="none" lIns="0" tIns="0" rIns="0" bIns="0" rtlCol="0">
            <a:spAutoFit/>
          </a:bodyPr>
          <a:lstStyle/>
          <a:p>
            <a:pPr algn="l">
              <a:lnSpc>
                <a:spcPct val="140000"/>
              </a:lnSpc>
            </a:pPr>
            <a:r>
              <a:rPr lang="en-US" sz="1050"/>
              <a:t>* updated by 24Apr2024</a:t>
            </a:r>
          </a:p>
        </p:txBody>
      </p:sp>
      <p:sp>
        <p:nvSpPr>
          <p:cNvPr id="6" name="Rectangle 5">
            <a:extLst>
              <a:ext uri="{FF2B5EF4-FFF2-40B4-BE49-F238E27FC236}">
                <a16:creationId xmlns:a16="http://schemas.microsoft.com/office/drawing/2014/main" id="{144473F2-9121-432E-CD02-BBF5989630BB}"/>
              </a:ext>
            </a:extLst>
          </p:cNvPr>
          <p:cNvSpPr/>
          <p:nvPr/>
        </p:nvSpPr>
        <p:spPr bwMode="gray">
          <a:xfrm>
            <a:off x="4119937" y="1756881"/>
            <a:ext cx="1520575" cy="4182678"/>
          </a:xfrm>
          <a:prstGeom prst="rect">
            <a:avLst/>
          </a:prstGeom>
          <a:noFill/>
          <a:ln w="190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8" name="Rectangle 7">
            <a:extLst>
              <a:ext uri="{FF2B5EF4-FFF2-40B4-BE49-F238E27FC236}">
                <a16:creationId xmlns:a16="http://schemas.microsoft.com/office/drawing/2014/main" id="{B620ABD4-8E47-0B41-44C1-16DA1BDB0F65}"/>
              </a:ext>
            </a:extLst>
          </p:cNvPr>
          <p:cNvSpPr/>
          <p:nvPr/>
        </p:nvSpPr>
        <p:spPr bwMode="gray">
          <a:xfrm>
            <a:off x="8638854" y="1756881"/>
            <a:ext cx="3311846" cy="4182678"/>
          </a:xfrm>
          <a:prstGeom prst="rect">
            <a:avLst/>
          </a:prstGeom>
          <a:noFill/>
          <a:ln w="19050">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Tree>
    <p:extLst>
      <p:ext uri="{BB962C8B-B14F-4D97-AF65-F5344CB8AC3E}">
        <p14:creationId xmlns:p14="http://schemas.microsoft.com/office/powerpoint/2010/main" val="16460862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36BD2F-4EF3-922C-FBD4-1058F818AB1B}"/>
              </a:ext>
            </a:extLst>
          </p:cNvPr>
          <p:cNvSpPr>
            <a:spLocks noGrp="1"/>
          </p:cNvSpPr>
          <p:nvPr>
            <p:ph type="title"/>
          </p:nvPr>
        </p:nvSpPr>
        <p:spPr>
          <a:xfrm>
            <a:off x="480000" y="228295"/>
            <a:ext cx="11647919" cy="720000"/>
          </a:xfrm>
        </p:spPr>
        <p:txBody>
          <a:bodyPr/>
          <a:lstStyle/>
          <a:p>
            <a:r>
              <a:rPr lang="en-US" altLang="zh-CN" sz="2800"/>
              <a:t>1346-0014</a:t>
            </a:r>
            <a:r>
              <a:rPr lang="en-US"/>
              <a:t> rollover study China and Taiwan recruitment summary </a:t>
            </a:r>
            <a:r>
              <a:rPr lang="en-US" altLang="zh-CN"/>
              <a:t>_cutoff date 17Apr2024</a:t>
            </a:r>
            <a:endParaRPr lang="en-US"/>
          </a:p>
        </p:txBody>
      </p:sp>
      <p:graphicFrame>
        <p:nvGraphicFramePr>
          <p:cNvPr id="7" name="Table 7">
            <a:extLst>
              <a:ext uri="{FF2B5EF4-FFF2-40B4-BE49-F238E27FC236}">
                <a16:creationId xmlns:a16="http://schemas.microsoft.com/office/drawing/2014/main" id="{8739CCCC-23F5-4ACF-DB12-A4E406BD20BD}"/>
              </a:ext>
            </a:extLst>
          </p:cNvPr>
          <p:cNvGraphicFramePr>
            <a:graphicFrameLocks noGrp="1"/>
          </p:cNvGraphicFramePr>
          <p:nvPr>
            <p:ph idx="1"/>
            <p:extLst>
              <p:ext uri="{D42A27DB-BD31-4B8C-83A1-F6EECF244321}">
                <p14:modId xmlns:p14="http://schemas.microsoft.com/office/powerpoint/2010/main" val="452933529"/>
              </p:ext>
            </p:extLst>
          </p:nvPr>
        </p:nvGraphicFramePr>
        <p:xfrm>
          <a:off x="480000" y="1489849"/>
          <a:ext cx="10192187" cy="4177769"/>
        </p:xfrm>
        <a:graphic>
          <a:graphicData uri="http://schemas.openxmlformats.org/drawingml/2006/table">
            <a:tbl>
              <a:tblPr firstRow="1" bandRow="1">
                <a:tableStyleId>{5C22544A-7EE6-4342-B048-85BDC9FD1C3A}</a:tableStyleId>
              </a:tblPr>
              <a:tblGrid>
                <a:gridCol w="3697034">
                  <a:extLst>
                    <a:ext uri="{9D8B030D-6E8A-4147-A177-3AD203B41FA5}">
                      <a16:colId xmlns:a16="http://schemas.microsoft.com/office/drawing/2014/main" val="1115918469"/>
                    </a:ext>
                  </a:extLst>
                </a:gridCol>
                <a:gridCol w="3360108">
                  <a:extLst>
                    <a:ext uri="{9D8B030D-6E8A-4147-A177-3AD203B41FA5}">
                      <a16:colId xmlns:a16="http://schemas.microsoft.com/office/drawing/2014/main" val="2268525324"/>
                    </a:ext>
                  </a:extLst>
                </a:gridCol>
                <a:gridCol w="3135045">
                  <a:extLst>
                    <a:ext uri="{9D8B030D-6E8A-4147-A177-3AD203B41FA5}">
                      <a16:colId xmlns:a16="http://schemas.microsoft.com/office/drawing/2014/main" val="2587376353"/>
                    </a:ext>
                  </a:extLst>
                </a:gridCol>
              </a:tblGrid>
              <a:tr h="935022">
                <a:tc>
                  <a:txBody>
                    <a:bodyPr/>
                    <a:lstStyle/>
                    <a:p>
                      <a:endParaRPr lang="en-US" sz="2000"/>
                    </a:p>
                  </a:txBody>
                  <a:tcPr anchor="ctr"/>
                </a:tc>
                <a:tc>
                  <a:txBody>
                    <a:bodyPr/>
                    <a:lstStyle/>
                    <a:p>
                      <a:r>
                        <a:rPr lang="en-US" sz="2000"/>
                        <a:t>China </a:t>
                      </a:r>
                    </a:p>
                  </a:txBody>
                  <a:tcPr anchor="ctr"/>
                </a:tc>
                <a:tc>
                  <a:txBody>
                    <a:bodyPr/>
                    <a:lstStyle/>
                    <a:p>
                      <a:r>
                        <a:rPr lang="en-US" sz="2000"/>
                        <a:t>Taiwan</a:t>
                      </a:r>
                    </a:p>
                  </a:txBody>
                  <a:tcPr anchor="ctr"/>
                </a:tc>
                <a:extLst>
                  <a:ext uri="{0D108BD9-81ED-4DB2-BD59-A6C34878D82A}">
                    <a16:rowId xmlns:a16="http://schemas.microsoft.com/office/drawing/2014/main" val="4098502271"/>
                  </a:ext>
                </a:extLst>
              </a:tr>
              <a:tr h="618039">
                <a:tc>
                  <a:txBody>
                    <a:bodyPr/>
                    <a:lstStyle/>
                    <a:p>
                      <a:r>
                        <a:rPr lang="en-US" sz="2000"/>
                        <a:t>Rolled over(p)</a:t>
                      </a:r>
                    </a:p>
                  </a:txBody>
                  <a:tcPr anchor="ctr"/>
                </a:tc>
                <a:tc>
                  <a:txBody>
                    <a:bodyPr/>
                    <a:lstStyle/>
                    <a:p>
                      <a:r>
                        <a:rPr lang="en-US" sz="2000"/>
                        <a:t>175</a:t>
                      </a:r>
                    </a:p>
                  </a:txBody>
                  <a:tcPr anchor="ctr"/>
                </a:tc>
                <a:tc>
                  <a:txBody>
                    <a:bodyPr/>
                    <a:lstStyle/>
                    <a:p>
                      <a:r>
                        <a:rPr lang="en-US" sz="2000"/>
                        <a:t>50</a:t>
                      </a:r>
                    </a:p>
                  </a:txBody>
                  <a:tcPr anchor="ctr"/>
                </a:tc>
                <a:extLst>
                  <a:ext uri="{0D108BD9-81ED-4DB2-BD59-A6C34878D82A}">
                    <a16:rowId xmlns:a16="http://schemas.microsoft.com/office/drawing/2014/main" val="548817793"/>
                  </a:ext>
                </a:extLst>
              </a:tr>
              <a:tr h="706373">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sz="2000"/>
                        <a:t>Rolled over(a)</a:t>
                      </a:r>
                    </a:p>
                  </a:txBody>
                  <a:tcPr anchor="ctr"/>
                </a:tc>
                <a:tc>
                  <a:txBody>
                    <a:bodyPr/>
                    <a:lstStyle/>
                    <a:p>
                      <a:r>
                        <a:rPr lang="en-US" sz="2000">
                          <a:solidFill>
                            <a:schemeClr val="accent2">
                              <a:lumMod val="75000"/>
                            </a:schemeClr>
                          </a:solidFill>
                        </a:rPr>
                        <a:t>126 </a:t>
                      </a:r>
                      <a:r>
                        <a:rPr lang="en-US" sz="2000"/>
                        <a:t>patients rolled over</a:t>
                      </a:r>
                      <a:endParaRPr lang="en-US" sz="2000">
                        <a:solidFill>
                          <a:schemeClr val="tx2"/>
                        </a:solidFill>
                      </a:endParaRPr>
                    </a:p>
                    <a:p>
                      <a:r>
                        <a:rPr lang="en-US" altLang="zh-CN" sz="2000">
                          <a:solidFill>
                            <a:schemeClr val="accent2">
                              <a:lumMod val="75000"/>
                            </a:schemeClr>
                          </a:solidFill>
                        </a:rPr>
                        <a:t>(rollover rate 126/170=74%)</a:t>
                      </a:r>
                      <a:endParaRPr lang="en-US" sz="2000">
                        <a:solidFill>
                          <a:schemeClr val="accent2">
                            <a:lumMod val="75000"/>
                          </a:schemeClr>
                        </a:solidFill>
                      </a:endParaRPr>
                    </a:p>
                  </a:txBody>
                  <a:tcPr anchor="ctr"/>
                </a:tc>
                <a:tc>
                  <a:txBody>
                    <a:bodyPr/>
                    <a:lstStyle/>
                    <a:p>
                      <a:r>
                        <a:rPr lang="en-US" sz="2000">
                          <a:solidFill>
                            <a:schemeClr val="accent2">
                              <a:lumMod val="75000"/>
                            </a:schemeClr>
                          </a:solidFill>
                        </a:rPr>
                        <a:t>35</a:t>
                      </a:r>
                      <a:r>
                        <a:rPr lang="en-US" sz="2000">
                          <a:solidFill>
                            <a:schemeClr val="tx2"/>
                          </a:solidFill>
                        </a:rPr>
                        <a:t> </a:t>
                      </a:r>
                      <a:r>
                        <a:rPr lang="en-US" sz="2000"/>
                        <a:t>patients rolled over</a:t>
                      </a:r>
                    </a:p>
                  </a:txBody>
                  <a:tcPr anchor="ctr"/>
                </a:tc>
                <a:extLst>
                  <a:ext uri="{0D108BD9-81ED-4DB2-BD59-A6C34878D82A}">
                    <a16:rowId xmlns:a16="http://schemas.microsoft.com/office/drawing/2014/main" val="1868501763"/>
                  </a:ext>
                </a:extLst>
              </a:tr>
              <a:tr h="683846">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2000" kern="1200">
                          <a:solidFill>
                            <a:schemeClr val="dk1"/>
                          </a:solidFill>
                          <a:latin typeface="+mn-lt"/>
                          <a:ea typeface="+mn-ea"/>
                          <a:cs typeface="+mn-cs"/>
                        </a:rPr>
                        <a:t>Discontinued Treatment Early</a:t>
                      </a:r>
                      <a:endParaRPr lang="en-US" sz="2000" kern="1200">
                        <a:solidFill>
                          <a:schemeClr val="dk1"/>
                        </a:solidFill>
                        <a:latin typeface="+mn-lt"/>
                        <a:ea typeface="+mn-ea"/>
                        <a:cs typeface="+mn-cs"/>
                      </a:endParaRPr>
                    </a:p>
                  </a:txBody>
                  <a:tcPr anchor="ctr"/>
                </a:tc>
                <a:tc>
                  <a:txBody>
                    <a:bodyPr/>
                    <a:lstStyle/>
                    <a:p>
                      <a:pPr marL="0" algn="l" defTabSz="914377" rtl="0" eaLnBrk="1" latinLnBrk="0" hangingPunct="1"/>
                      <a:r>
                        <a:rPr lang="en-US" sz="2000" kern="1200">
                          <a:solidFill>
                            <a:schemeClr val="accent2">
                              <a:lumMod val="75000"/>
                            </a:schemeClr>
                          </a:solidFill>
                          <a:latin typeface="+mn-lt"/>
                          <a:ea typeface="+mn-ea"/>
                          <a:cs typeface="+mn-cs"/>
                        </a:rPr>
                        <a:t>10 </a:t>
                      </a:r>
                      <a:r>
                        <a:rPr lang="en-US" sz="2000" kern="1200">
                          <a:solidFill>
                            <a:schemeClr val="dk1"/>
                          </a:solidFill>
                          <a:latin typeface="+mn-lt"/>
                          <a:ea typeface="+mn-ea"/>
                          <a:cs typeface="+mn-cs"/>
                        </a:rPr>
                        <a:t>(8%)</a:t>
                      </a:r>
                    </a:p>
                  </a:txBody>
                  <a:tcPr anchor="ctr"/>
                </a:tc>
                <a:tc>
                  <a:txBody>
                    <a:bodyPr/>
                    <a:lstStyle/>
                    <a:p>
                      <a:pPr marL="0" algn="l" defTabSz="914377" rtl="0" eaLnBrk="1" latinLnBrk="0" hangingPunct="1"/>
                      <a:r>
                        <a:rPr lang="en-US" sz="2000" kern="1200">
                          <a:solidFill>
                            <a:schemeClr val="dk1"/>
                          </a:solidFill>
                          <a:latin typeface="+mn-lt"/>
                          <a:ea typeface="+mn-ea"/>
                          <a:cs typeface="+mn-cs"/>
                        </a:rPr>
                        <a:t>3 (8.6%)</a:t>
                      </a:r>
                    </a:p>
                  </a:txBody>
                  <a:tcPr anchor="ctr"/>
                </a:tc>
                <a:extLst>
                  <a:ext uri="{0D108BD9-81ED-4DB2-BD59-A6C34878D82A}">
                    <a16:rowId xmlns:a16="http://schemas.microsoft.com/office/drawing/2014/main" val="3050610413"/>
                  </a:ext>
                </a:extLst>
              </a:tr>
              <a:tr h="935022">
                <a:tc>
                  <a:txBody>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lang="en-US" altLang="zh-CN" sz="2000" kern="1200">
                          <a:solidFill>
                            <a:schemeClr val="dk1"/>
                          </a:solidFill>
                          <a:latin typeface="+mn-lt"/>
                          <a:ea typeface="+mn-ea"/>
                          <a:cs typeface="+mn-cs"/>
                        </a:rPr>
                        <a:t>Completed Treatment</a:t>
                      </a:r>
                      <a:endParaRPr lang="en-US" sz="2000" kern="1200">
                        <a:solidFill>
                          <a:schemeClr val="dk1"/>
                        </a:solidFill>
                        <a:latin typeface="+mn-lt"/>
                        <a:ea typeface="+mn-ea"/>
                        <a:cs typeface="+mn-cs"/>
                      </a:endParaRPr>
                    </a:p>
                  </a:txBody>
                  <a:tcPr anchor="ctr"/>
                </a:tc>
                <a:tc>
                  <a:txBody>
                    <a:bodyPr/>
                    <a:lstStyle/>
                    <a:p>
                      <a:pPr marL="0" algn="l" defTabSz="914377" rtl="0" eaLnBrk="1" latinLnBrk="0" hangingPunct="1"/>
                      <a:r>
                        <a:rPr lang="en-US" sz="2000" kern="1200">
                          <a:solidFill>
                            <a:schemeClr val="accent2">
                              <a:lumMod val="75000"/>
                            </a:schemeClr>
                          </a:solidFill>
                          <a:latin typeface="+mn-lt"/>
                          <a:ea typeface="+mn-ea"/>
                          <a:cs typeface="+mn-cs"/>
                        </a:rPr>
                        <a:t>49</a:t>
                      </a:r>
                    </a:p>
                  </a:txBody>
                  <a:tcPr anchor="ctr"/>
                </a:tc>
                <a:tc>
                  <a:txBody>
                    <a:bodyPr/>
                    <a:lstStyle/>
                    <a:p>
                      <a:pPr marL="0" algn="l" defTabSz="914377" rtl="0" eaLnBrk="1" latinLnBrk="0" hangingPunct="1"/>
                      <a:r>
                        <a:rPr lang="en-US" sz="2000" kern="1200">
                          <a:solidFill>
                            <a:schemeClr val="dk1"/>
                          </a:solidFill>
                          <a:latin typeface="+mn-lt"/>
                          <a:ea typeface="+mn-ea"/>
                          <a:cs typeface="+mn-cs"/>
                        </a:rPr>
                        <a:t>15</a:t>
                      </a:r>
                    </a:p>
                  </a:txBody>
                  <a:tcPr anchor="ctr"/>
                </a:tc>
                <a:extLst>
                  <a:ext uri="{0D108BD9-81ED-4DB2-BD59-A6C34878D82A}">
                    <a16:rowId xmlns:a16="http://schemas.microsoft.com/office/drawing/2014/main" val="3266102810"/>
                  </a:ext>
                </a:extLst>
              </a:tr>
            </a:tbl>
          </a:graphicData>
        </a:graphic>
      </p:graphicFrame>
      <p:sp>
        <p:nvSpPr>
          <p:cNvPr id="4" name="Text Placeholder 3">
            <a:extLst>
              <a:ext uri="{FF2B5EF4-FFF2-40B4-BE49-F238E27FC236}">
                <a16:creationId xmlns:a16="http://schemas.microsoft.com/office/drawing/2014/main" id="{5EDF3EAC-34EA-8F30-CA03-F1A008EE2276}"/>
              </a:ext>
            </a:extLst>
          </p:cNvPr>
          <p:cNvSpPr>
            <a:spLocks noGrp="1"/>
          </p:cNvSpPr>
          <p:nvPr>
            <p:ph type="body" sz="quarter" idx="13"/>
          </p:nvPr>
        </p:nvSpPr>
        <p:spPr>
          <a:xfrm>
            <a:off x="480592" y="6643564"/>
            <a:ext cx="11232000" cy="144000"/>
          </a:xfrm>
        </p:spPr>
        <p:txBody>
          <a:bodyPr/>
          <a:lstStyle/>
          <a:p>
            <a:endParaRPr lang="en-US"/>
          </a:p>
        </p:txBody>
      </p:sp>
      <p:sp>
        <p:nvSpPr>
          <p:cNvPr id="5" name="Footer Placeholder 4">
            <a:extLst>
              <a:ext uri="{FF2B5EF4-FFF2-40B4-BE49-F238E27FC236}">
                <a16:creationId xmlns:a16="http://schemas.microsoft.com/office/drawing/2014/main" id="{877EDDC4-E5B2-4E8F-C5AE-5EAA813E1F09}"/>
              </a:ext>
            </a:extLst>
          </p:cNvPr>
          <p:cNvSpPr>
            <a:spLocks noGrp="1"/>
          </p:cNvSpPr>
          <p:nvPr>
            <p:ph type="ftr" sz="quarter" idx="19"/>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6" name="Slide Number Placeholder 5">
            <a:extLst>
              <a:ext uri="{FF2B5EF4-FFF2-40B4-BE49-F238E27FC236}">
                <a16:creationId xmlns:a16="http://schemas.microsoft.com/office/drawing/2014/main" id="{86F4BFAB-223D-4751-D76E-D82A2D81542E}"/>
              </a:ext>
            </a:extLst>
          </p:cNvPr>
          <p:cNvSpPr>
            <a:spLocks noGrp="1"/>
          </p:cNvSpPr>
          <p:nvPr>
            <p:ph type="sldNum" sz="quarter" idx="2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F4E8F9F-5B1F-4F5B-BE49-3245D8C18D9F}"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Tree>
    <p:extLst>
      <p:ext uri="{BB962C8B-B14F-4D97-AF65-F5344CB8AC3E}">
        <p14:creationId xmlns:p14="http://schemas.microsoft.com/office/powerpoint/2010/main" val="9971819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82" name="Table 182">
            <a:extLst>
              <a:ext uri="{FF2B5EF4-FFF2-40B4-BE49-F238E27FC236}">
                <a16:creationId xmlns:a16="http://schemas.microsoft.com/office/drawing/2014/main" id="{EE0A8A70-E092-E121-BCE8-CAFE80C737D9}"/>
              </a:ext>
            </a:extLst>
          </p:cNvPr>
          <p:cNvGraphicFramePr>
            <a:graphicFrameLocks noGrp="1"/>
          </p:cNvGraphicFramePr>
          <p:nvPr>
            <p:extLst>
              <p:ext uri="{D42A27DB-BD31-4B8C-83A1-F6EECF244321}">
                <p14:modId xmlns:p14="http://schemas.microsoft.com/office/powerpoint/2010/main" val="3778781947"/>
              </p:ext>
            </p:extLst>
          </p:nvPr>
        </p:nvGraphicFramePr>
        <p:xfrm>
          <a:off x="403858" y="1003583"/>
          <a:ext cx="11702244" cy="3510808"/>
        </p:xfrm>
        <a:graphic>
          <a:graphicData uri="http://schemas.openxmlformats.org/drawingml/2006/table">
            <a:tbl>
              <a:tblPr firstRow="1" bandRow="1">
                <a:tableStyleId>{5940675A-B579-460E-94D1-54222C63F5DA}</a:tableStyleId>
              </a:tblPr>
              <a:tblGrid>
                <a:gridCol w="975187">
                  <a:extLst>
                    <a:ext uri="{9D8B030D-6E8A-4147-A177-3AD203B41FA5}">
                      <a16:colId xmlns:a16="http://schemas.microsoft.com/office/drawing/2014/main" val="2113590419"/>
                    </a:ext>
                  </a:extLst>
                </a:gridCol>
                <a:gridCol w="975187">
                  <a:extLst>
                    <a:ext uri="{9D8B030D-6E8A-4147-A177-3AD203B41FA5}">
                      <a16:colId xmlns:a16="http://schemas.microsoft.com/office/drawing/2014/main" val="688500408"/>
                    </a:ext>
                  </a:extLst>
                </a:gridCol>
                <a:gridCol w="975187">
                  <a:extLst>
                    <a:ext uri="{9D8B030D-6E8A-4147-A177-3AD203B41FA5}">
                      <a16:colId xmlns:a16="http://schemas.microsoft.com/office/drawing/2014/main" val="2642318378"/>
                    </a:ext>
                  </a:extLst>
                </a:gridCol>
                <a:gridCol w="975187">
                  <a:extLst>
                    <a:ext uri="{9D8B030D-6E8A-4147-A177-3AD203B41FA5}">
                      <a16:colId xmlns:a16="http://schemas.microsoft.com/office/drawing/2014/main" val="3733751791"/>
                    </a:ext>
                  </a:extLst>
                </a:gridCol>
                <a:gridCol w="975187">
                  <a:extLst>
                    <a:ext uri="{9D8B030D-6E8A-4147-A177-3AD203B41FA5}">
                      <a16:colId xmlns:a16="http://schemas.microsoft.com/office/drawing/2014/main" val="4084232109"/>
                    </a:ext>
                  </a:extLst>
                </a:gridCol>
                <a:gridCol w="975187">
                  <a:extLst>
                    <a:ext uri="{9D8B030D-6E8A-4147-A177-3AD203B41FA5}">
                      <a16:colId xmlns:a16="http://schemas.microsoft.com/office/drawing/2014/main" val="2611968955"/>
                    </a:ext>
                  </a:extLst>
                </a:gridCol>
                <a:gridCol w="975187">
                  <a:extLst>
                    <a:ext uri="{9D8B030D-6E8A-4147-A177-3AD203B41FA5}">
                      <a16:colId xmlns:a16="http://schemas.microsoft.com/office/drawing/2014/main" val="59310797"/>
                    </a:ext>
                  </a:extLst>
                </a:gridCol>
                <a:gridCol w="975187">
                  <a:extLst>
                    <a:ext uri="{9D8B030D-6E8A-4147-A177-3AD203B41FA5}">
                      <a16:colId xmlns:a16="http://schemas.microsoft.com/office/drawing/2014/main" val="736281970"/>
                    </a:ext>
                  </a:extLst>
                </a:gridCol>
                <a:gridCol w="975187">
                  <a:extLst>
                    <a:ext uri="{9D8B030D-6E8A-4147-A177-3AD203B41FA5}">
                      <a16:colId xmlns:a16="http://schemas.microsoft.com/office/drawing/2014/main" val="962414592"/>
                    </a:ext>
                  </a:extLst>
                </a:gridCol>
                <a:gridCol w="975187">
                  <a:extLst>
                    <a:ext uri="{9D8B030D-6E8A-4147-A177-3AD203B41FA5}">
                      <a16:colId xmlns:a16="http://schemas.microsoft.com/office/drawing/2014/main" val="1299548050"/>
                    </a:ext>
                  </a:extLst>
                </a:gridCol>
                <a:gridCol w="975187">
                  <a:extLst>
                    <a:ext uri="{9D8B030D-6E8A-4147-A177-3AD203B41FA5}">
                      <a16:colId xmlns:a16="http://schemas.microsoft.com/office/drawing/2014/main" val="108321922"/>
                    </a:ext>
                  </a:extLst>
                </a:gridCol>
                <a:gridCol w="975187">
                  <a:extLst>
                    <a:ext uri="{9D8B030D-6E8A-4147-A177-3AD203B41FA5}">
                      <a16:colId xmlns:a16="http://schemas.microsoft.com/office/drawing/2014/main" val="2883617780"/>
                    </a:ext>
                  </a:extLst>
                </a:gridCol>
              </a:tblGrid>
              <a:tr h="1865230">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227934747"/>
                  </a:ext>
                </a:extLst>
              </a:tr>
              <a:tr h="1645578">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tc>
                  <a:txBody>
                    <a:bodyPr/>
                    <a:lstStyle/>
                    <a:p>
                      <a:endParaRPr lang="zh-CN" altLang="en-US"/>
                    </a:p>
                  </a:txBody>
                  <a:tcPr>
                    <a:lnL w="6350" cap="flat" cmpd="sng" algn="ctr">
                      <a:solidFill>
                        <a:schemeClr val="bg1">
                          <a:lumMod val="85000"/>
                        </a:schemeClr>
                      </a:solidFill>
                      <a:prstDash val="solid"/>
                      <a:round/>
                      <a:headEnd type="none" w="med" len="med"/>
                      <a:tailEnd type="none" w="med" len="med"/>
                    </a:lnL>
                    <a:lnR w="6350" cap="flat" cmpd="sng" algn="ctr">
                      <a:solidFill>
                        <a:schemeClr val="bg1">
                          <a:lumMod val="85000"/>
                        </a:schemeClr>
                      </a:solidFill>
                      <a:prstDash val="solid"/>
                      <a:round/>
                      <a:headEnd type="none" w="med" len="med"/>
                      <a:tailEnd type="none" w="med" len="med"/>
                    </a:lnR>
                    <a:lnT w="6350" cap="flat" cmpd="sng" algn="ctr">
                      <a:solidFill>
                        <a:schemeClr val="bg1">
                          <a:lumMod val="85000"/>
                        </a:schemeClr>
                      </a:solidFill>
                      <a:prstDash val="solid"/>
                      <a:round/>
                      <a:headEnd type="none" w="med" len="med"/>
                      <a:tailEnd type="none" w="med" len="med"/>
                    </a:lnT>
                    <a:lnB w="6350" cap="flat" cmpd="sng" algn="ctr">
                      <a:solidFill>
                        <a:schemeClr val="bg1">
                          <a:lumMod val="85000"/>
                        </a:schemeClr>
                      </a:solidFill>
                      <a:prstDash val="solid"/>
                      <a:round/>
                      <a:headEnd type="none" w="med" len="med"/>
                      <a:tailEnd type="none" w="med" len="med"/>
                    </a:lnB>
                  </a:tcPr>
                </a:tc>
                <a:extLst>
                  <a:ext uri="{0D108BD9-81ED-4DB2-BD59-A6C34878D82A}">
                    <a16:rowId xmlns:a16="http://schemas.microsoft.com/office/drawing/2014/main" val="3648856504"/>
                  </a:ext>
                </a:extLst>
              </a:tr>
            </a:tbl>
          </a:graphicData>
        </a:graphic>
      </p:graphicFrame>
      <p:sp>
        <p:nvSpPr>
          <p:cNvPr id="179" name="Rectangle: Rounded Corners 178">
            <a:extLst>
              <a:ext uri="{FF2B5EF4-FFF2-40B4-BE49-F238E27FC236}">
                <a16:creationId xmlns:a16="http://schemas.microsoft.com/office/drawing/2014/main" id="{45F1C16A-58B0-E516-597F-0C4619F4C2E2}"/>
              </a:ext>
            </a:extLst>
          </p:cNvPr>
          <p:cNvSpPr>
            <a:spLocks/>
          </p:cNvSpPr>
          <p:nvPr/>
        </p:nvSpPr>
        <p:spPr>
          <a:xfrm>
            <a:off x="4282419" y="1997250"/>
            <a:ext cx="1454611" cy="392122"/>
          </a:xfrm>
          <a:prstGeom prst="roundRect">
            <a:avLst>
              <a:gd name="adj" fmla="val 16667"/>
            </a:avLst>
          </a:prstGeom>
          <a:solidFill>
            <a:srgbClr val="FFCC99"/>
          </a:solidFill>
          <a:ln w="12700" cap="flat" cmpd="sng" algn="ctr">
            <a:solidFill>
              <a:schemeClr val="tx1">
                <a:lumMod val="50000"/>
                <a:lumOff val="50000"/>
              </a:schemeClr>
            </a:solidFill>
            <a:prstDash val="solid"/>
            <a:miter lim="800000"/>
          </a:ln>
          <a:effectLst>
            <a:outerShdw blurRad="12700" dist="12700" dir="2700000" algn="tl" rotWithShape="0">
              <a:prstClr val="black">
                <a:alpha val="40000"/>
              </a:prstClr>
            </a:outerShdw>
          </a:effectLst>
        </p:spPr>
        <p:txBody>
          <a:bodyPr lIns="216000" tIns="36000" rIns="36000" bIns="36000" rtlCol="0" anchor="ctr"/>
          <a:lstStyle/>
          <a:p>
            <a:pPr marL="0" marR="0" lvl="0" indent="0" algn="l" defTabSz="642882" rtl="0" eaLnBrk="0" fontAlgn="auto" latinLnBrk="0" hangingPunct="0">
              <a:lnSpc>
                <a:spcPct val="90000"/>
              </a:lnSpc>
              <a:spcBef>
                <a:spcPts val="0"/>
              </a:spcBef>
              <a:spcAft>
                <a:spcPts val="0"/>
              </a:spcAft>
              <a:buClrTx/>
              <a:buSzTx/>
              <a:buFontTx/>
              <a:buNone/>
              <a:tabLst/>
              <a:defRPr/>
            </a:pPr>
            <a:r>
              <a:rPr kumimoji="0" lang="en-GB" sz="1050" b="0" i="0" u="none" strike="noStrike" kern="0" cap="none" spc="0" normalizeH="0" baseline="0" noProof="0">
                <a:ln>
                  <a:noFill/>
                </a:ln>
                <a:solidFill>
                  <a:srgbClr val="08312A"/>
                </a:solidFill>
                <a:effectLst/>
                <a:uLnTx/>
                <a:uFillTx/>
                <a:latin typeface="Boehringer Forward Text"/>
                <a:ea typeface="+mn-ea"/>
                <a:cs typeface="Calibri" panose="020F0502020204030204" pitchFamily="34" charset="0"/>
              </a:rPr>
              <a:t>1346-0011 Ph III CONNEX 2</a:t>
            </a:r>
          </a:p>
        </p:txBody>
      </p:sp>
      <p:sp>
        <p:nvSpPr>
          <p:cNvPr id="2" name="Title 1">
            <a:extLst>
              <a:ext uri="{FF2B5EF4-FFF2-40B4-BE49-F238E27FC236}">
                <a16:creationId xmlns:a16="http://schemas.microsoft.com/office/drawing/2014/main" id="{3EDB347A-E652-D9E0-E378-562C7A27D21D}"/>
              </a:ext>
            </a:extLst>
          </p:cNvPr>
          <p:cNvSpPr>
            <a:spLocks noGrp="1"/>
          </p:cNvSpPr>
          <p:nvPr>
            <p:ph type="title"/>
          </p:nvPr>
        </p:nvSpPr>
        <p:spPr>
          <a:xfrm>
            <a:off x="462458" y="320496"/>
            <a:ext cx="11233151" cy="720000"/>
          </a:xfrm>
        </p:spPr>
        <p:txBody>
          <a:bodyPr/>
          <a:lstStyle/>
          <a:p>
            <a:r>
              <a:rPr lang="en-US" altLang="zh-CN"/>
              <a:t>CONNEX Global &amp; Local CIAS Publication Plan</a:t>
            </a:r>
            <a:endParaRPr lang="zh-CN" altLang="en-US"/>
          </a:p>
        </p:txBody>
      </p:sp>
      <p:sp>
        <p:nvSpPr>
          <p:cNvPr id="4" name="Footer Placeholder 3">
            <a:extLst>
              <a:ext uri="{FF2B5EF4-FFF2-40B4-BE49-F238E27FC236}">
                <a16:creationId xmlns:a16="http://schemas.microsoft.com/office/drawing/2014/main" id="{1582CEB9-A9EE-FC9E-FF8D-3E82DFE57272}"/>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Presentation title    |    ONLY FOR INTERNAL USE</a:t>
            </a:r>
          </a:p>
        </p:txBody>
      </p:sp>
      <p:sp>
        <p:nvSpPr>
          <p:cNvPr id="5" name="Slide Number Placeholder 4">
            <a:extLst>
              <a:ext uri="{FF2B5EF4-FFF2-40B4-BE49-F238E27FC236}">
                <a16:creationId xmlns:a16="http://schemas.microsoft.com/office/drawing/2014/main" id="{9F14F1F7-7F00-3E0E-29AB-703BDCE27982}"/>
              </a:ext>
            </a:extLst>
          </p:cNvPr>
          <p:cNvSpPr>
            <a:spLocks noGrp="1"/>
          </p:cNvSpPr>
          <p:nvPr>
            <p:ph type="sldNum" sz="quarter" idx="17"/>
          </p:nvPr>
        </p:nvSpPr>
        <p:spPr>
          <a:xfrm>
            <a:off x="11424592" y="5734249"/>
            <a:ext cx="288000" cy="2880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graphicFrame>
        <p:nvGraphicFramePr>
          <p:cNvPr id="89" name="Diagram 88">
            <a:extLst>
              <a:ext uri="{FF2B5EF4-FFF2-40B4-BE49-F238E27FC236}">
                <a16:creationId xmlns:a16="http://schemas.microsoft.com/office/drawing/2014/main" id="{CC330731-9F3E-E39C-A908-D3E5018856C5}"/>
              </a:ext>
            </a:extLst>
          </p:cNvPr>
          <p:cNvGraphicFramePr/>
          <p:nvPr>
            <p:extLst>
              <p:ext uri="{D42A27DB-BD31-4B8C-83A1-F6EECF244321}">
                <p14:modId xmlns:p14="http://schemas.microsoft.com/office/powerpoint/2010/main" val="1037985342"/>
              </p:ext>
            </p:extLst>
          </p:nvPr>
        </p:nvGraphicFramePr>
        <p:xfrm>
          <a:off x="403859" y="1007190"/>
          <a:ext cx="11211801" cy="28707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0" name="Rectangle 89">
            <a:extLst>
              <a:ext uri="{FF2B5EF4-FFF2-40B4-BE49-F238E27FC236}">
                <a16:creationId xmlns:a16="http://schemas.microsoft.com/office/drawing/2014/main" id="{6655DD2E-E45D-12E2-5117-97AFF248E213}"/>
              </a:ext>
            </a:extLst>
          </p:cNvPr>
          <p:cNvSpPr/>
          <p:nvPr/>
        </p:nvSpPr>
        <p:spPr>
          <a:xfrm>
            <a:off x="421329" y="827788"/>
            <a:ext cx="672513" cy="216606"/>
          </a:xfrm>
          <a:prstGeom prst="rect">
            <a:avLst/>
          </a:prstGeom>
          <a:solidFill>
            <a:schemeClr val="bg1">
              <a:lumMod val="7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Boehringer Forward Text"/>
                <a:ea typeface="+mn-ea"/>
                <a:cs typeface="+mn-cs"/>
              </a:rPr>
              <a:t>2024</a:t>
            </a:r>
          </a:p>
        </p:txBody>
      </p:sp>
      <p:sp>
        <p:nvSpPr>
          <p:cNvPr id="91" name="Rectangle 90">
            <a:extLst>
              <a:ext uri="{FF2B5EF4-FFF2-40B4-BE49-F238E27FC236}">
                <a16:creationId xmlns:a16="http://schemas.microsoft.com/office/drawing/2014/main" id="{2B3C2842-6687-E30B-9631-0276A25A1DE6}"/>
              </a:ext>
            </a:extLst>
          </p:cNvPr>
          <p:cNvSpPr/>
          <p:nvPr/>
        </p:nvSpPr>
        <p:spPr>
          <a:xfrm>
            <a:off x="4105659" y="827367"/>
            <a:ext cx="724672" cy="200084"/>
          </a:xfrm>
          <a:prstGeom prst="rect">
            <a:avLst/>
          </a:prstGeom>
          <a:solidFill>
            <a:schemeClr val="accent2"/>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prstClr val="white"/>
                </a:solidFill>
                <a:effectLst/>
                <a:uLnTx/>
                <a:uFillTx/>
                <a:latin typeface="Boehringer Forward Text"/>
                <a:ea typeface="+mn-ea"/>
                <a:cs typeface="+mn-cs"/>
              </a:rPr>
              <a:t>2025</a:t>
            </a:r>
          </a:p>
        </p:txBody>
      </p:sp>
      <p:sp>
        <p:nvSpPr>
          <p:cNvPr id="93" name="Rectangle 92">
            <a:extLst>
              <a:ext uri="{FF2B5EF4-FFF2-40B4-BE49-F238E27FC236}">
                <a16:creationId xmlns:a16="http://schemas.microsoft.com/office/drawing/2014/main" id="{FC120D8E-CF02-4489-2558-D115CA3175BA}"/>
              </a:ext>
            </a:extLst>
          </p:cNvPr>
          <p:cNvSpPr/>
          <p:nvPr/>
        </p:nvSpPr>
        <p:spPr>
          <a:xfrm rot="16200000">
            <a:off x="-585014" y="1938512"/>
            <a:ext cx="1615606" cy="273793"/>
          </a:xfrm>
          <a:prstGeom prst="rect">
            <a:avLst/>
          </a:prstGeom>
          <a:solidFill>
            <a:schemeClr val="accent1"/>
          </a:solidFill>
          <a:ln w="127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white"/>
                </a:solidFill>
                <a:effectLst/>
                <a:uLnTx/>
                <a:uFillTx/>
                <a:latin typeface="Calibri"/>
                <a:ea typeface="+mn-ea"/>
                <a:cs typeface="+mn-cs"/>
              </a:rPr>
              <a:t>Manuscripts</a:t>
            </a:r>
          </a:p>
        </p:txBody>
      </p:sp>
      <p:sp>
        <p:nvSpPr>
          <p:cNvPr id="101" name="Rectangle: Rounded Corners 100">
            <a:extLst>
              <a:ext uri="{FF2B5EF4-FFF2-40B4-BE49-F238E27FC236}">
                <a16:creationId xmlns:a16="http://schemas.microsoft.com/office/drawing/2014/main" id="{4281349D-06F3-54FF-01EC-01F0B5852F44}"/>
              </a:ext>
            </a:extLst>
          </p:cNvPr>
          <p:cNvSpPr>
            <a:spLocks/>
          </p:cNvSpPr>
          <p:nvPr/>
        </p:nvSpPr>
        <p:spPr>
          <a:xfrm>
            <a:off x="4127771" y="1345197"/>
            <a:ext cx="1454611" cy="392122"/>
          </a:xfrm>
          <a:prstGeom prst="roundRect">
            <a:avLst>
              <a:gd name="adj" fmla="val 16667"/>
            </a:avLst>
          </a:prstGeom>
          <a:solidFill>
            <a:srgbClr val="FFCC99"/>
          </a:solidFill>
          <a:ln w="12700" cap="flat" cmpd="sng" algn="ctr">
            <a:solidFill>
              <a:schemeClr val="tx1">
                <a:lumMod val="50000"/>
                <a:lumOff val="50000"/>
              </a:schemeClr>
            </a:solidFill>
            <a:prstDash val="solid"/>
            <a:miter lim="800000"/>
          </a:ln>
          <a:effectLst>
            <a:outerShdw blurRad="12700" dist="12700" dir="2700000" algn="tl" rotWithShape="0">
              <a:prstClr val="black">
                <a:alpha val="40000"/>
              </a:prstClr>
            </a:outerShdw>
          </a:effectLst>
        </p:spPr>
        <p:txBody>
          <a:bodyPr lIns="216000" tIns="36000" rIns="36000" bIns="36000" rtlCol="0" anchor="ctr"/>
          <a:lstStyle/>
          <a:p>
            <a:pPr marL="0" marR="0" lvl="0" indent="0" algn="l" defTabSz="642882" rtl="0" eaLnBrk="0" fontAlgn="auto" latinLnBrk="0" hangingPunct="0">
              <a:lnSpc>
                <a:spcPct val="90000"/>
              </a:lnSpc>
              <a:spcBef>
                <a:spcPts val="0"/>
              </a:spcBef>
              <a:spcAft>
                <a:spcPts val="0"/>
              </a:spcAft>
              <a:buClrTx/>
              <a:buSzTx/>
              <a:buFontTx/>
              <a:buNone/>
              <a:tabLst/>
              <a:defRPr/>
            </a:pPr>
            <a:r>
              <a:rPr kumimoji="0" lang="en-GB" sz="1050" b="0" i="0" u="none" strike="noStrike" kern="0" cap="none" spc="0" normalizeH="0" baseline="0" noProof="0">
                <a:ln>
                  <a:noFill/>
                </a:ln>
                <a:solidFill>
                  <a:srgbClr val="08312A"/>
                </a:solidFill>
                <a:effectLst/>
                <a:uLnTx/>
                <a:uFillTx/>
                <a:latin typeface="Boehringer Forward Text"/>
                <a:ea typeface="+mn-ea"/>
                <a:cs typeface="Calibri" panose="020F0502020204030204" pitchFamily="34" charset="0"/>
              </a:rPr>
              <a:t>1346-0011 Ph III CONNEX 1 </a:t>
            </a:r>
          </a:p>
        </p:txBody>
      </p:sp>
      <p:sp>
        <p:nvSpPr>
          <p:cNvPr id="102" name="Oval 101">
            <a:extLst>
              <a:ext uri="{FF2B5EF4-FFF2-40B4-BE49-F238E27FC236}">
                <a16:creationId xmlns:a16="http://schemas.microsoft.com/office/drawing/2014/main" id="{F63B1BDB-2C15-BD24-E914-885D0B312C18}"/>
              </a:ext>
            </a:extLst>
          </p:cNvPr>
          <p:cNvSpPr/>
          <p:nvPr/>
        </p:nvSpPr>
        <p:spPr>
          <a:xfrm>
            <a:off x="4157119" y="1387353"/>
            <a:ext cx="180997" cy="182729"/>
          </a:xfrm>
          <a:prstGeom prst="ellipse">
            <a:avLst/>
          </a:prstGeom>
          <a:solidFill>
            <a:srgbClr val="FFCC99"/>
          </a:solidFill>
          <a:ln w="12700" cap="flat" cmpd="sng" algn="ctr">
            <a:solidFill>
              <a:schemeClr val="accent1"/>
            </a:solid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Ps</a:t>
            </a:r>
          </a:p>
        </p:txBody>
      </p:sp>
      <p:sp>
        <p:nvSpPr>
          <p:cNvPr id="103" name="Rectangle: Rounded Corners 102">
            <a:extLst>
              <a:ext uri="{FF2B5EF4-FFF2-40B4-BE49-F238E27FC236}">
                <a16:creationId xmlns:a16="http://schemas.microsoft.com/office/drawing/2014/main" id="{3F143938-1844-0957-D3DF-78D9DFB925CC}"/>
              </a:ext>
            </a:extLst>
          </p:cNvPr>
          <p:cNvSpPr>
            <a:spLocks/>
          </p:cNvSpPr>
          <p:nvPr/>
        </p:nvSpPr>
        <p:spPr>
          <a:xfrm>
            <a:off x="1175457" y="3092354"/>
            <a:ext cx="1384911" cy="392122"/>
          </a:xfrm>
          <a:prstGeom prst="roundRect">
            <a:avLst>
              <a:gd name="adj" fmla="val 16667"/>
            </a:avLst>
          </a:prstGeom>
          <a:solidFill>
            <a:schemeClr val="accent6">
              <a:lumMod val="75000"/>
            </a:schemeClr>
          </a:solidFill>
          <a:ln w="12700" cap="flat" cmpd="sng" algn="ctr">
            <a:solidFill>
              <a:schemeClr val="tx1">
                <a:lumMod val="50000"/>
                <a:lumOff val="50000"/>
              </a:schemeClr>
            </a:solidFill>
            <a:prstDash val="solid"/>
            <a:miter lim="800000"/>
          </a:ln>
          <a:effectLst>
            <a:outerShdw blurRad="12700" dist="12700" dir="2700000" algn="tl" rotWithShape="0">
              <a:prstClr val="black">
                <a:alpha val="40000"/>
              </a:prstClr>
            </a:outerShdw>
          </a:effectLst>
        </p:spPr>
        <p:txBody>
          <a:bodyPr lIns="216000" tIns="36000" rIns="36000" bIns="36000" rtlCol="0" anchor="ctr"/>
          <a:lstStyle/>
          <a:p>
            <a:pPr marL="0" marR="0" lvl="0" indent="0" algn="l" defTabSz="642882" rtl="0" eaLnBrk="0" fontAlgn="auto" latinLnBrk="0" hangingPunct="0">
              <a:lnSpc>
                <a:spcPct val="90000"/>
              </a:lnSpc>
              <a:spcBef>
                <a:spcPts val="0"/>
              </a:spcBef>
              <a:spcAft>
                <a:spcPts val="0"/>
              </a:spcAft>
              <a:buClrTx/>
              <a:buSzTx/>
              <a:buFontTx/>
              <a:buNone/>
              <a:tabLst/>
              <a:defRPr/>
            </a:pPr>
            <a:r>
              <a:rPr kumimoji="0" lang="en-GB" sz="1050" b="0" i="0" u="none" strike="noStrike" kern="0" cap="none" spc="0" normalizeH="0" baseline="0" noProof="0">
                <a:ln>
                  <a:noFill/>
                </a:ln>
                <a:solidFill>
                  <a:prstClr val="white"/>
                </a:solidFill>
                <a:effectLst/>
                <a:uLnTx/>
                <a:uFillTx/>
                <a:latin typeface="Boehringer Forward Text"/>
                <a:ea typeface="+mn-ea"/>
                <a:cs typeface="Calibri" panose="020F0502020204030204" pitchFamily="34" charset="0"/>
              </a:rPr>
              <a:t>CIAS review in Chinese SCZ</a:t>
            </a:r>
          </a:p>
        </p:txBody>
      </p:sp>
      <p:sp>
        <p:nvSpPr>
          <p:cNvPr id="104" name="Rectangle: Rounded Corners 103">
            <a:extLst>
              <a:ext uri="{FF2B5EF4-FFF2-40B4-BE49-F238E27FC236}">
                <a16:creationId xmlns:a16="http://schemas.microsoft.com/office/drawing/2014/main" id="{01A740E8-DA1B-65E9-CD4C-7F5DCB6CAFBB}"/>
              </a:ext>
            </a:extLst>
          </p:cNvPr>
          <p:cNvSpPr>
            <a:spLocks/>
          </p:cNvSpPr>
          <p:nvPr/>
        </p:nvSpPr>
        <p:spPr>
          <a:xfrm>
            <a:off x="4687755" y="2491088"/>
            <a:ext cx="1384911" cy="392122"/>
          </a:xfrm>
          <a:prstGeom prst="roundRect">
            <a:avLst>
              <a:gd name="adj" fmla="val 16667"/>
            </a:avLst>
          </a:prstGeom>
          <a:solidFill>
            <a:srgbClr val="FFCC99"/>
          </a:solidFill>
          <a:ln w="12700" cap="flat" cmpd="sng" algn="ctr">
            <a:solidFill>
              <a:schemeClr val="tx1">
                <a:lumMod val="50000"/>
                <a:lumOff val="50000"/>
              </a:schemeClr>
            </a:solidFill>
            <a:prstDash val="solid"/>
            <a:miter lim="800000"/>
          </a:ln>
          <a:effectLst>
            <a:outerShdw blurRad="12700" dist="12700" dir="2700000" algn="tl" rotWithShape="0">
              <a:prstClr val="black">
                <a:alpha val="40000"/>
              </a:prstClr>
            </a:outerShdw>
          </a:effectLst>
        </p:spPr>
        <p:txBody>
          <a:bodyPr lIns="216000" tIns="36000" rIns="36000" bIns="36000" rtlCol="0" anchor="ctr"/>
          <a:lstStyle/>
          <a:p>
            <a:pPr marL="0" marR="0" lvl="0" indent="0" algn="l" defTabSz="642882" rtl="0" eaLnBrk="0" fontAlgn="auto" latinLnBrk="0" hangingPunct="0">
              <a:lnSpc>
                <a:spcPct val="90000"/>
              </a:lnSpc>
              <a:spcBef>
                <a:spcPts val="0"/>
              </a:spcBef>
              <a:spcAft>
                <a:spcPts val="0"/>
              </a:spcAft>
              <a:buClrTx/>
              <a:buSzTx/>
              <a:buFontTx/>
              <a:buNone/>
              <a:tabLst/>
              <a:defRPr/>
            </a:pPr>
            <a:r>
              <a:rPr kumimoji="0" lang="en-GB" sz="1050" b="0" i="0" u="none" strike="noStrike" kern="0" cap="none" spc="0" normalizeH="0" baseline="0" noProof="0">
                <a:ln>
                  <a:noFill/>
                </a:ln>
                <a:solidFill>
                  <a:srgbClr val="08312A"/>
                </a:solidFill>
                <a:effectLst/>
                <a:uLnTx/>
                <a:uFillTx/>
                <a:latin typeface="Boehringer Forward Text"/>
                <a:ea typeface="+mn-ea"/>
                <a:cs typeface="Calibri" panose="020F0502020204030204" pitchFamily="34" charset="0"/>
              </a:rPr>
              <a:t>1346-0013 Ph III CONNEX 3</a:t>
            </a:r>
          </a:p>
        </p:txBody>
      </p:sp>
      <p:sp>
        <p:nvSpPr>
          <p:cNvPr id="105" name="Rectangle: Rounded Corners 104">
            <a:extLst>
              <a:ext uri="{FF2B5EF4-FFF2-40B4-BE49-F238E27FC236}">
                <a16:creationId xmlns:a16="http://schemas.microsoft.com/office/drawing/2014/main" id="{09CE6286-17C8-BF41-DABF-32EBBBD261DD}"/>
              </a:ext>
            </a:extLst>
          </p:cNvPr>
          <p:cNvSpPr>
            <a:spLocks/>
          </p:cNvSpPr>
          <p:nvPr/>
        </p:nvSpPr>
        <p:spPr>
          <a:xfrm>
            <a:off x="8482050" y="2014631"/>
            <a:ext cx="1384911" cy="392122"/>
          </a:xfrm>
          <a:prstGeom prst="roundRect">
            <a:avLst>
              <a:gd name="adj" fmla="val 16667"/>
            </a:avLst>
          </a:prstGeom>
          <a:solidFill>
            <a:srgbClr val="FFCC99"/>
          </a:solidFill>
          <a:ln w="12700" cap="flat" cmpd="sng" algn="ctr">
            <a:solidFill>
              <a:schemeClr val="tx1">
                <a:lumMod val="50000"/>
                <a:lumOff val="50000"/>
              </a:schemeClr>
            </a:solidFill>
            <a:prstDash val="solid"/>
            <a:miter lim="800000"/>
          </a:ln>
          <a:effectLst>
            <a:outerShdw blurRad="12700" dist="12700" dir="2700000" algn="tl" rotWithShape="0">
              <a:prstClr val="black">
                <a:alpha val="40000"/>
              </a:prstClr>
            </a:outerShdw>
          </a:effectLst>
        </p:spPr>
        <p:txBody>
          <a:bodyPr lIns="216000" tIns="36000" rIns="36000" bIns="36000" rtlCol="0" anchor="ctr"/>
          <a:lstStyle/>
          <a:p>
            <a:pPr marL="0" marR="0" lvl="0" indent="0" algn="l" defTabSz="642882" rtl="0" eaLnBrk="0" fontAlgn="auto" latinLnBrk="0" hangingPunct="0">
              <a:lnSpc>
                <a:spcPct val="90000"/>
              </a:lnSpc>
              <a:spcBef>
                <a:spcPts val="0"/>
              </a:spcBef>
              <a:spcAft>
                <a:spcPts val="0"/>
              </a:spcAft>
              <a:buClrTx/>
              <a:buSzTx/>
              <a:buFontTx/>
              <a:buNone/>
              <a:tabLst/>
              <a:defRPr/>
            </a:pPr>
            <a:r>
              <a:rPr kumimoji="0" lang="en-GB" sz="1050" b="0" i="0" u="none" strike="noStrike" kern="0" cap="none" spc="0" normalizeH="0" baseline="0" noProof="0">
                <a:ln>
                  <a:noFill/>
                </a:ln>
                <a:solidFill>
                  <a:srgbClr val="08312A"/>
                </a:solidFill>
                <a:effectLst/>
                <a:uLnTx/>
                <a:uFillTx/>
                <a:latin typeface="Boehringer Forward Text"/>
                <a:ea typeface="+mn-ea"/>
                <a:cs typeface="Calibri" panose="020F0502020204030204" pitchFamily="34" charset="0"/>
              </a:rPr>
              <a:t>1346-0014 Ph III CONNEX X</a:t>
            </a:r>
          </a:p>
        </p:txBody>
      </p:sp>
      <p:sp>
        <p:nvSpPr>
          <p:cNvPr id="106" name="Oval 105">
            <a:extLst>
              <a:ext uri="{FF2B5EF4-FFF2-40B4-BE49-F238E27FC236}">
                <a16:creationId xmlns:a16="http://schemas.microsoft.com/office/drawing/2014/main" id="{3A8AE88D-23DA-743A-EBBD-3AFBFAAB20B3}"/>
              </a:ext>
            </a:extLst>
          </p:cNvPr>
          <p:cNvSpPr/>
          <p:nvPr/>
        </p:nvSpPr>
        <p:spPr>
          <a:xfrm>
            <a:off x="4317506" y="2061911"/>
            <a:ext cx="180997" cy="182729"/>
          </a:xfrm>
          <a:prstGeom prst="ellipse">
            <a:avLst/>
          </a:prstGeom>
          <a:solidFill>
            <a:srgbClr val="FFCC99"/>
          </a:solidFill>
          <a:ln w="12700" cap="flat" cmpd="sng" algn="ctr">
            <a:solidFill>
              <a:schemeClr val="accent1"/>
            </a:solid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Ps</a:t>
            </a:r>
          </a:p>
        </p:txBody>
      </p:sp>
      <p:sp>
        <p:nvSpPr>
          <p:cNvPr id="107" name="Oval 106">
            <a:extLst>
              <a:ext uri="{FF2B5EF4-FFF2-40B4-BE49-F238E27FC236}">
                <a16:creationId xmlns:a16="http://schemas.microsoft.com/office/drawing/2014/main" id="{35004B01-E6E1-D5E8-7F07-699722206A23}"/>
              </a:ext>
            </a:extLst>
          </p:cNvPr>
          <p:cNvSpPr/>
          <p:nvPr/>
        </p:nvSpPr>
        <p:spPr>
          <a:xfrm>
            <a:off x="4709181" y="2620775"/>
            <a:ext cx="180997" cy="182729"/>
          </a:xfrm>
          <a:prstGeom prst="ellipse">
            <a:avLst/>
          </a:prstGeom>
          <a:solidFill>
            <a:srgbClr val="FFCC99"/>
          </a:solidFill>
          <a:ln w="12700" cap="flat" cmpd="sng" algn="ctr">
            <a:solidFill>
              <a:schemeClr val="accent1"/>
            </a:solid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Ps</a:t>
            </a:r>
          </a:p>
        </p:txBody>
      </p:sp>
      <p:sp>
        <p:nvSpPr>
          <p:cNvPr id="108" name="Oval 107">
            <a:extLst>
              <a:ext uri="{FF2B5EF4-FFF2-40B4-BE49-F238E27FC236}">
                <a16:creationId xmlns:a16="http://schemas.microsoft.com/office/drawing/2014/main" id="{124AC2E7-4CC7-A7D0-00E8-7E6697D8D83D}"/>
              </a:ext>
            </a:extLst>
          </p:cNvPr>
          <p:cNvSpPr/>
          <p:nvPr/>
        </p:nvSpPr>
        <p:spPr>
          <a:xfrm>
            <a:off x="8496472" y="2137222"/>
            <a:ext cx="180997" cy="182729"/>
          </a:xfrm>
          <a:prstGeom prst="ellipse">
            <a:avLst/>
          </a:prstGeom>
          <a:solidFill>
            <a:srgbClr val="FFCC99"/>
          </a:solidFill>
          <a:ln w="12700" cap="flat" cmpd="sng" algn="ctr">
            <a:solidFill>
              <a:schemeClr val="accent1"/>
            </a:solid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Ps</a:t>
            </a:r>
          </a:p>
        </p:txBody>
      </p:sp>
      <p:sp>
        <p:nvSpPr>
          <p:cNvPr id="115" name="Rectangle: Rounded Corners 114">
            <a:extLst>
              <a:ext uri="{FF2B5EF4-FFF2-40B4-BE49-F238E27FC236}">
                <a16:creationId xmlns:a16="http://schemas.microsoft.com/office/drawing/2014/main" id="{90B574FC-09BE-F013-DB2E-FDCFF82EBBEB}"/>
              </a:ext>
            </a:extLst>
          </p:cNvPr>
          <p:cNvSpPr>
            <a:spLocks/>
          </p:cNvSpPr>
          <p:nvPr/>
        </p:nvSpPr>
        <p:spPr>
          <a:xfrm>
            <a:off x="5874361" y="1410345"/>
            <a:ext cx="1384912" cy="392122"/>
          </a:xfrm>
          <a:prstGeom prst="roundRect">
            <a:avLst>
              <a:gd name="adj" fmla="val 16667"/>
            </a:avLst>
          </a:prstGeom>
          <a:solidFill>
            <a:srgbClr val="FFCC99"/>
          </a:solidFill>
          <a:ln w="12700" cap="flat" cmpd="sng" algn="ctr">
            <a:solidFill>
              <a:schemeClr val="tx1">
                <a:lumMod val="50000"/>
                <a:lumOff val="50000"/>
              </a:schemeClr>
            </a:solidFill>
            <a:prstDash val="solid"/>
            <a:miter lim="800000"/>
          </a:ln>
          <a:effectLst>
            <a:outerShdw blurRad="12700" dist="12700" dir="2700000" algn="tl" rotWithShape="0">
              <a:prstClr val="black">
                <a:alpha val="40000"/>
              </a:prstClr>
            </a:outerShdw>
          </a:effectLst>
        </p:spPr>
        <p:txBody>
          <a:bodyPr lIns="216000" tIns="36000" rIns="36000" bIns="36000" rtlCol="0" anchor="ctr"/>
          <a:lstStyle/>
          <a:p>
            <a:pPr marL="0" marR="0" lvl="0" indent="0" algn="l" defTabSz="642882" rtl="0" eaLnBrk="0" fontAlgn="auto" latinLnBrk="0" hangingPunct="0">
              <a:lnSpc>
                <a:spcPct val="90000"/>
              </a:lnSpc>
              <a:spcBef>
                <a:spcPts val="0"/>
              </a:spcBef>
              <a:spcAft>
                <a:spcPts val="0"/>
              </a:spcAft>
              <a:buClrTx/>
              <a:buSzTx/>
              <a:buFontTx/>
              <a:buNone/>
              <a:tabLst/>
              <a:defRPr/>
            </a:pPr>
            <a:r>
              <a:rPr kumimoji="0" lang="en-GB" sz="1050" b="0" i="0" u="none" strike="noStrike" kern="0" cap="none" spc="0" normalizeH="0" baseline="0" noProof="0">
                <a:ln>
                  <a:noFill/>
                </a:ln>
                <a:solidFill>
                  <a:srgbClr val="08312A"/>
                </a:solidFill>
                <a:effectLst/>
                <a:uLnTx/>
                <a:uFillTx/>
                <a:latin typeface="Boehringer Forward Text"/>
                <a:ea typeface="+mn-ea"/>
                <a:cs typeface="Calibri" panose="020F0502020204030204" pitchFamily="34" charset="0"/>
              </a:rPr>
              <a:t>Ph III CONNEX Pooled Efficacy</a:t>
            </a:r>
          </a:p>
        </p:txBody>
      </p:sp>
      <p:sp>
        <p:nvSpPr>
          <p:cNvPr id="116" name="Rectangle: Rounded Corners 115">
            <a:extLst>
              <a:ext uri="{FF2B5EF4-FFF2-40B4-BE49-F238E27FC236}">
                <a16:creationId xmlns:a16="http://schemas.microsoft.com/office/drawing/2014/main" id="{BEDE28F3-67A8-5027-F339-0062DAA305E6}"/>
              </a:ext>
            </a:extLst>
          </p:cNvPr>
          <p:cNvSpPr>
            <a:spLocks/>
          </p:cNvSpPr>
          <p:nvPr/>
        </p:nvSpPr>
        <p:spPr>
          <a:xfrm>
            <a:off x="5942992" y="1973205"/>
            <a:ext cx="1384912" cy="392122"/>
          </a:xfrm>
          <a:prstGeom prst="roundRect">
            <a:avLst>
              <a:gd name="adj" fmla="val 16667"/>
            </a:avLst>
          </a:prstGeom>
          <a:solidFill>
            <a:srgbClr val="FFCC99"/>
          </a:solidFill>
          <a:ln w="12700" cap="flat" cmpd="sng" algn="ctr">
            <a:solidFill>
              <a:schemeClr val="tx1">
                <a:lumMod val="50000"/>
                <a:lumOff val="50000"/>
              </a:schemeClr>
            </a:solidFill>
            <a:prstDash val="solid"/>
            <a:miter lim="800000"/>
          </a:ln>
          <a:effectLst>
            <a:outerShdw blurRad="12700" dist="12700" dir="2700000" algn="tl" rotWithShape="0">
              <a:prstClr val="black">
                <a:alpha val="40000"/>
              </a:prstClr>
            </a:outerShdw>
          </a:effectLst>
        </p:spPr>
        <p:txBody>
          <a:bodyPr lIns="216000" tIns="36000" rIns="36000" bIns="36000" rtlCol="0" anchor="ctr"/>
          <a:lstStyle/>
          <a:p>
            <a:pPr marL="0" marR="0" lvl="0" indent="0" algn="l" defTabSz="642882" rtl="0" eaLnBrk="0" fontAlgn="auto" latinLnBrk="0" hangingPunct="0">
              <a:lnSpc>
                <a:spcPct val="90000"/>
              </a:lnSpc>
              <a:spcBef>
                <a:spcPts val="0"/>
              </a:spcBef>
              <a:spcAft>
                <a:spcPts val="0"/>
              </a:spcAft>
              <a:buClrTx/>
              <a:buSzTx/>
              <a:buFontTx/>
              <a:buNone/>
              <a:tabLst/>
              <a:defRPr/>
            </a:pPr>
            <a:r>
              <a:rPr kumimoji="0" lang="en-GB" sz="1050" b="0" i="0" u="none" strike="noStrike" kern="0" cap="none" spc="0" normalizeH="0" baseline="0" noProof="0">
                <a:ln>
                  <a:noFill/>
                </a:ln>
                <a:solidFill>
                  <a:srgbClr val="08312A"/>
                </a:solidFill>
                <a:effectLst/>
                <a:uLnTx/>
                <a:uFillTx/>
                <a:latin typeface="Boehringer Forward Text"/>
                <a:ea typeface="+mn-ea"/>
                <a:cs typeface="Calibri" panose="020F0502020204030204" pitchFamily="34" charset="0"/>
              </a:rPr>
              <a:t>Ph III CONNEX Pooled Safety</a:t>
            </a:r>
          </a:p>
        </p:txBody>
      </p:sp>
      <p:sp>
        <p:nvSpPr>
          <p:cNvPr id="117" name="TextBox 116">
            <a:extLst>
              <a:ext uri="{FF2B5EF4-FFF2-40B4-BE49-F238E27FC236}">
                <a16:creationId xmlns:a16="http://schemas.microsoft.com/office/drawing/2014/main" id="{7E481F6E-E459-1ED5-2DA6-48C04191340C}"/>
              </a:ext>
            </a:extLst>
          </p:cNvPr>
          <p:cNvSpPr txBox="1"/>
          <p:nvPr/>
        </p:nvSpPr>
        <p:spPr>
          <a:xfrm>
            <a:off x="8244979" y="577485"/>
            <a:ext cx="1151025" cy="369332"/>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accent1"/>
                </a:solidFill>
                <a:effectLst/>
                <a:uLnTx/>
                <a:uFillTx/>
                <a:latin typeface="Boehringer Forward Text"/>
                <a:ea typeface="+mn-ea"/>
                <a:cs typeface="+mn-cs"/>
              </a:rPr>
              <a:t>US LAUNCH</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schemeClr val="accent1"/>
                </a:solidFill>
                <a:effectLst/>
                <a:uLnTx/>
                <a:uFillTx/>
                <a:latin typeface="Boehringer Forward Text"/>
                <a:ea typeface="+mn-ea"/>
                <a:cs typeface="+mn-cs"/>
              </a:rPr>
              <a:t> Q1 2026</a:t>
            </a:r>
          </a:p>
        </p:txBody>
      </p:sp>
      <p:sp>
        <p:nvSpPr>
          <p:cNvPr id="118" name="Rectangle 117">
            <a:extLst>
              <a:ext uri="{FF2B5EF4-FFF2-40B4-BE49-F238E27FC236}">
                <a16:creationId xmlns:a16="http://schemas.microsoft.com/office/drawing/2014/main" id="{AB7639F1-89D2-2977-E411-D14C010F52D5}"/>
              </a:ext>
            </a:extLst>
          </p:cNvPr>
          <p:cNvSpPr/>
          <p:nvPr/>
        </p:nvSpPr>
        <p:spPr>
          <a:xfrm>
            <a:off x="7706337" y="815264"/>
            <a:ext cx="653232" cy="208795"/>
          </a:xfrm>
          <a:prstGeom prst="rect">
            <a:avLst/>
          </a:prstGeom>
          <a:solidFill>
            <a:schemeClr val="accent1"/>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0" i="0" u="none" strike="noStrike" kern="1200" cap="none" spc="0" normalizeH="0" baseline="0" noProof="0">
                <a:ln>
                  <a:noFill/>
                </a:ln>
                <a:solidFill>
                  <a:schemeClr val="bg1"/>
                </a:solidFill>
                <a:effectLst/>
                <a:uLnTx/>
                <a:uFillTx/>
                <a:latin typeface="Boehringer Forward Text"/>
                <a:ea typeface="+mn-ea"/>
                <a:cs typeface="+mn-cs"/>
              </a:rPr>
              <a:t>2026</a:t>
            </a:r>
          </a:p>
        </p:txBody>
      </p:sp>
      <p:sp>
        <p:nvSpPr>
          <p:cNvPr id="139" name="Oval 138">
            <a:extLst>
              <a:ext uri="{FF2B5EF4-FFF2-40B4-BE49-F238E27FC236}">
                <a16:creationId xmlns:a16="http://schemas.microsoft.com/office/drawing/2014/main" id="{AC26D7B6-A06E-19F9-B01E-7046A87189F7}"/>
              </a:ext>
            </a:extLst>
          </p:cNvPr>
          <p:cNvSpPr/>
          <p:nvPr/>
        </p:nvSpPr>
        <p:spPr>
          <a:xfrm>
            <a:off x="5988536" y="2102567"/>
            <a:ext cx="180997" cy="182729"/>
          </a:xfrm>
          <a:prstGeom prst="ellipse">
            <a:avLst/>
          </a:prstGeom>
          <a:solidFill>
            <a:srgbClr val="FFCC99"/>
          </a:solidFill>
          <a:ln w="12700" cap="flat" cmpd="sng" algn="ctr">
            <a:solidFill>
              <a:schemeClr val="accent1"/>
            </a:solid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Ps</a:t>
            </a:r>
          </a:p>
        </p:txBody>
      </p:sp>
      <p:sp>
        <p:nvSpPr>
          <p:cNvPr id="140" name="Oval 139">
            <a:extLst>
              <a:ext uri="{FF2B5EF4-FFF2-40B4-BE49-F238E27FC236}">
                <a16:creationId xmlns:a16="http://schemas.microsoft.com/office/drawing/2014/main" id="{8A8B1521-77B9-4484-119A-7932DE18F4C3}"/>
              </a:ext>
            </a:extLst>
          </p:cNvPr>
          <p:cNvSpPr/>
          <p:nvPr/>
        </p:nvSpPr>
        <p:spPr>
          <a:xfrm>
            <a:off x="5891398" y="1529515"/>
            <a:ext cx="180997" cy="182729"/>
          </a:xfrm>
          <a:prstGeom prst="ellipse">
            <a:avLst/>
          </a:prstGeom>
          <a:solidFill>
            <a:srgbClr val="FFCC99"/>
          </a:solidFill>
          <a:ln w="12700" cap="flat" cmpd="sng" algn="ctr">
            <a:solidFill>
              <a:schemeClr val="accent1"/>
            </a:solid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Ps</a:t>
            </a:r>
          </a:p>
        </p:txBody>
      </p:sp>
      <p:sp>
        <p:nvSpPr>
          <p:cNvPr id="142" name="Rectangle: Rounded Corners 141">
            <a:extLst>
              <a:ext uri="{FF2B5EF4-FFF2-40B4-BE49-F238E27FC236}">
                <a16:creationId xmlns:a16="http://schemas.microsoft.com/office/drawing/2014/main" id="{3212E746-ABD7-F9F8-94BC-215C492CD658}"/>
              </a:ext>
            </a:extLst>
          </p:cNvPr>
          <p:cNvSpPr>
            <a:spLocks/>
          </p:cNvSpPr>
          <p:nvPr/>
        </p:nvSpPr>
        <p:spPr>
          <a:xfrm>
            <a:off x="7921355" y="1418104"/>
            <a:ext cx="1348859" cy="460250"/>
          </a:xfrm>
          <a:prstGeom prst="roundRect">
            <a:avLst>
              <a:gd name="adj" fmla="val 16667"/>
            </a:avLst>
          </a:prstGeom>
          <a:solidFill>
            <a:srgbClr val="FFCC99"/>
          </a:solidFill>
          <a:ln w="12700" cap="flat" cmpd="sng" algn="ctr">
            <a:solidFill>
              <a:schemeClr val="tx1">
                <a:lumMod val="50000"/>
                <a:lumOff val="50000"/>
              </a:schemeClr>
            </a:solidFill>
            <a:prstDash val="solid"/>
            <a:miter lim="800000"/>
          </a:ln>
          <a:effectLst>
            <a:outerShdw blurRad="12700" dist="12700" dir="2700000" algn="tl" rotWithShape="0">
              <a:prstClr val="black">
                <a:alpha val="40000"/>
              </a:prstClr>
            </a:outerShdw>
          </a:effectLst>
        </p:spPr>
        <p:txBody>
          <a:bodyPr lIns="216000" tIns="36000" rIns="36000" bIns="36000" rtlCol="0" anchor="ctr"/>
          <a:lstStyle/>
          <a:p>
            <a:pPr marL="0" marR="0" lvl="0" indent="0" algn="l" defTabSz="642882" rtl="0" eaLnBrk="0" fontAlgn="auto" latinLnBrk="0" hangingPunct="0">
              <a:lnSpc>
                <a:spcPct val="90000"/>
              </a:lnSpc>
              <a:spcBef>
                <a:spcPts val="0"/>
              </a:spcBef>
              <a:spcAft>
                <a:spcPts val="0"/>
              </a:spcAft>
              <a:buClrTx/>
              <a:buSzTx/>
              <a:buFontTx/>
              <a:buNone/>
              <a:tabLst/>
              <a:defRPr/>
            </a:pPr>
            <a:r>
              <a:rPr kumimoji="0" lang="en-GB" sz="1050" b="0" i="0" u="none" strike="noStrike" kern="0" cap="none" spc="0" normalizeH="0" baseline="0" noProof="0">
                <a:ln>
                  <a:noFill/>
                </a:ln>
                <a:solidFill>
                  <a:srgbClr val="08312A"/>
                </a:solidFill>
                <a:effectLst/>
                <a:uLnTx/>
                <a:uFillTx/>
                <a:latin typeface="Boehringer Forward Text"/>
                <a:ea typeface="+mn-ea"/>
                <a:cs typeface="Calibri" panose="020F0502020204030204" pitchFamily="34" charset="0"/>
              </a:rPr>
              <a:t>1346-0011 Ph III CONNEX 1 Post Hoc Analysis </a:t>
            </a:r>
          </a:p>
        </p:txBody>
      </p:sp>
      <p:sp>
        <p:nvSpPr>
          <p:cNvPr id="143" name="Oval 142">
            <a:extLst>
              <a:ext uri="{FF2B5EF4-FFF2-40B4-BE49-F238E27FC236}">
                <a16:creationId xmlns:a16="http://schemas.microsoft.com/office/drawing/2014/main" id="{3CFEE886-A307-9288-8B65-6CA268454F14}"/>
              </a:ext>
            </a:extLst>
          </p:cNvPr>
          <p:cNvSpPr/>
          <p:nvPr/>
        </p:nvSpPr>
        <p:spPr>
          <a:xfrm>
            <a:off x="7950703" y="1460260"/>
            <a:ext cx="180997" cy="182729"/>
          </a:xfrm>
          <a:prstGeom prst="ellipse">
            <a:avLst/>
          </a:prstGeom>
          <a:solidFill>
            <a:srgbClr val="FFCC99"/>
          </a:solidFill>
          <a:ln w="12700" cap="flat" cmpd="sng" algn="ctr">
            <a:solidFill>
              <a:schemeClr val="accent1"/>
            </a:solid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Ps</a:t>
            </a:r>
          </a:p>
        </p:txBody>
      </p:sp>
      <p:sp>
        <p:nvSpPr>
          <p:cNvPr id="144" name="Rectangle: Rounded Corners 143">
            <a:extLst>
              <a:ext uri="{FF2B5EF4-FFF2-40B4-BE49-F238E27FC236}">
                <a16:creationId xmlns:a16="http://schemas.microsoft.com/office/drawing/2014/main" id="{74FF6FC6-6345-DB31-1003-AB6FBE354F49}"/>
              </a:ext>
            </a:extLst>
          </p:cNvPr>
          <p:cNvSpPr>
            <a:spLocks/>
          </p:cNvSpPr>
          <p:nvPr/>
        </p:nvSpPr>
        <p:spPr>
          <a:xfrm>
            <a:off x="9278934" y="2460564"/>
            <a:ext cx="1384911" cy="460250"/>
          </a:xfrm>
          <a:prstGeom prst="roundRect">
            <a:avLst>
              <a:gd name="adj" fmla="val 16667"/>
            </a:avLst>
          </a:prstGeom>
          <a:solidFill>
            <a:srgbClr val="FFCC99"/>
          </a:solidFill>
          <a:ln w="12700" cap="flat" cmpd="sng" algn="ctr">
            <a:solidFill>
              <a:schemeClr val="tx1">
                <a:lumMod val="50000"/>
                <a:lumOff val="50000"/>
              </a:schemeClr>
            </a:solidFill>
            <a:prstDash val="solid"/>
            <a:miter lim="800000"/>
          </a:ln>
          <a:effectLst>
            <a:outerShdw blurRad="12700" dist="12700" dir="2700000" algn="tl" rotWithShape="0">
              <a:prstClr val="black">
                <a:alpha val="40000"/>
              </a:prstClr>
            </a:outerShdw>
          </a:effectLst>
        </p:spPr>
        <p:txBody>
          <a:bodyPr lIns="216000" tIns="36000" rIns="36000" bIns="36000" rtlCol="0" anchor="ctr"/>
          <a:lstStyle/>
          <a:p>
            <a:pPr marL="0" marR="0" lvl="0" indent="0" algn="l" defTabSz="642882" rtl="0" eaLnBrk="0" fontAlgn="auto" latinLnBrk="0" hangingPunct="0">
              <a:lnSpc>
                <a:spcPct val="90000"/>
              </a:lnSpc>
              <a:spcBef>
                <a:spcPts val="0"/>
              </a:spcBef>
              <a:spcAft>
                <a:spcPts val="0"/>
              </a:spcAft>
              <a:buClrTx/>
              <a:buSzTx/>
              <a:buFontTx/>
              <a:buNone/>
              <a:tabLst/>
              <a:defRPr/>
            </a:pPr>
            <a:r>
              <a:rPr kumimoji="0" lang="en-GB" sz="1050" b="0" i="0" u="none" strike="noStrike" kern="0" cap="none" spc="0" normalizeH="0" baseline="0" noProof="0">
                <a:ln>
                  <a:noFill/>
                </a:ln>
                <a:solidFill>
                  <a:srgbClr val="08312A"/>
                </a:solidFill>
                <a:effectLst/>
                <a:uLnTx/>
                <a:uFillTx/>
                <a:latin typeface="Boehringer Forward Text"/>
                <a:ea typeface="+mn-ea"/>
                <a:cs typeface="Calibri" panose="020F0502020204030204" pitchFamily="34" charset="0"/>
              </a:rPr>
              <a:t>1346-0012 Ph III CONNEX 2 Post Hoc Analysis </a:t>
            </a:r>
          </a:p>
        </p:txBody>
      </p:sp>
      <p:sp>
        <p:nvSpPr>
          <p:cNvPr id="145" name="Oval 144">
            <a:extLst>
              <a:ext uri="{FF2B5EF4-FFF2-40B4-BE49-F238E27FC236}">
                <a16:creationId xmlns:a16="http://schemas.microsoft.com/office/drawing/2014/main" id="{0E782E24-1D23-BE43-DD8C-B936A85A90D7}"/>
              </a:ext>
            </a:extLst>
          </p:cNvPr>
          <p:cNvSpPr/>
          <p:nvPr/>
        </p:nvSpPr>
        <p:spPr>
          <a:xfrm>
            <a:off x="9310386" y="2639821"/>
            <a:ext cx="180997" cy="182729"/>
          </a:xfrm>
          <a:prstGeom prst="ellipse">
            <a:avLst/>
          </a:prstGeom>
          <a:solidFill>
            <a:srgbClr val="FFCC99"/>
          </a:solidFill>
          <a:ln w="12700" cap="flat" cmpd="sng" algn="ctr">
            <a:solidFill>
              <a:schemeClr val="accent1"/>
            </a:solid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Ps</a:t>
            </a:r>
          </a:p>
        </p:txBody>
      </p:sp>
      <p:sp>
        <p:nvSpPr>
          <p:cNvPr id="146" name="Rectangle: Rounded Corners 145">
            <a:extLst>
              <a:ext uri="{FF2B5EF4-FFF2-40B4-BE49-F238E27FC236}">
                <a16:creationId xmlns:a16="http://schemas.microsoft.com/office/drawing/2014/main" id="{4602C5E8-E0D7-3739-CEF9-E1CA3AFE3B45}"/>
              </a:ext>
            </a:extLst>
          </p:cNvPr>
          <p:cNvSpPr>
            <a:spLocks/>
          </p:cNvSpPr>
          <p:nvPr/>
        </p:nvSpPr>
        <p:spPr>
          <a:xfrm>
            <a:off x="9912422" y="1416861"/>
            <a:ext cx="1384911" cy="459335"/>
          </a:xfrm>
          <a:prstGeom prst="roundRect">
            <a:avLst>
              <a:gd name="adj" fmla="val 16667"/>
            </a:avLst>
          </a:prstGeom>
          <a:solidFill>
            <a:srgbClr val="FFCC99"/>
          </a:solidFill>
          <a:ln w="12700" cap="flat" cmpd="sng" algn="ctr">
            <a:solidFill>
              <a:schemeClr val="tx1">
                <a:lumMod val="50000"/>
                <a:lumOff val="50000"/>
              </a:schemeClr>
            </a:solidFill>
            <a:prstDash val="solid"/>
            <a:miter lim="800000"/>
          </a:ln>
          <a:effectLst>
            <a:outerShdw blurRad="12700" dist="12700" dir="2700000" algn="tl" rotWithShape="0">
              <a:prstClr val="black">
                <a:alpha val="40000"/>
              </a:prstClr>
            </a:outerShdw>
          </a:effectLst>
        </p:spPr>
        <p:txBody>
          <a:bodyPr lIns="216000" tIns="36000" rIns="36000" bIns="36000" rtlCol="0" anchor="ctr"/>
          <a:lstStyle/>
          <a:p>
            <a:pPr marL="0" marR="0" lvl="0" indent="0" algn="l" defTabSz="642882" rtl="0" eaLnBrk="0" fontAlgn="auto" latinLnBrk="0" hangingPunct="0">
              <a:lnSpc>
                <a:spcPct val="90000"/>
              </a:lnSpc>
              <a:spcBef>
                <a:spcPts val="0"/>
              </a:spcBef>
              <a:spcAft>
                <a:spcPts val="0"/>
              </a:spcAft>
              <a:buClrTx/>
              <a:buSzTx/>
              <a:buFontTx/>
              <a:buNone/>
              <a:tabLst/>
              <a:defRPr/>
            </a:pPr>
            <a:r>
              <a:rPr kumimoji="0" lang="en-GB" sz="1050" b="0" i="0" u="none" strike="noStrike" kern="0" cap="none" spc="0" normalizeH="0" baseline="0" noProof="0">
                <a:ln>
                  <a:noFill/>
                </a:ln>
                <a:solidFill>
                  <a:srgbClr val="08312A"/>
                </a:solidFill>
                <a:effectLst/>
                <a:uLnTx/>
                <a:uFillTx/>
                <a:latin typeface="Boehringer Forward Text"/>
                <a:ea typeface="+mn-ea"/>
                <a:cs typeface="Calibri" panose="020F0502020204030204" pitchFamily="34" charset="0"/>
              </a:rPr>
              <a:t>1346-0013 Ph III CONNEX 3 Post Hoc Analysis </a:t>
            </a:r>
          </a:p>
        </p:txBody>
      </p:sp>
      <p:sp>
        <p:nvSpPr>
          <p:cNvPr id="147" name="Oval 146">
            <a:extLst>
              <a:ext uri="{FF2B5EF4-FFF2-40B4-BE49-F238E27FC236}">
                <a16:creationId xmlns:a16="http://schemas.microsoft.com/office/drawing/2014/main" id="{F2A4407F-E0A4-39AF-8FD9-16E3C25BE014}"/>
              </a:ext>
            </a:extLst>
          </p:cNvPr>
          <p:cNvSpPr/>
          <p:nvPr/>
        </p:nvSpPr>
        <p:spPr>
          <a:xfrm>
            <a:off x="9933848" y="1556281"/>
            <a:ext cx="180997" cy="182729"/>
          </a:xfrm>
          <a:prstGeom prst="ellipse">
            <a:avLst/>
          </a:prstGeom>
          <a:solidFill>
            <a:srgbClr val="FFCC99"/>
          </a:solidFill>
          <a:ln w="12700" cap="flat" cmpd="sng" algn="ctr">
            <a:solidFill>
              <a:schemeClr val="accent1"/>
            </a:solid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Ps</a:t>
            </a:r>
          </a:p>
        </p:txBody>
      </p:sp>
      <p:sp>
        <p:nvSpPr>
          <p:cNvPr id="149" name="Rectangle: Rounded Corners 148">
            <a:extLst>
              <a:ext uri="{FF2B5EF4-FFF2-40B4-BE49-F238E27FC236}">
                <a16:creationId xmlns:a16="http://schemas.microsoft.com/office/drawing/2014/main" id="{6B1D8857-E0AE-0167-2FED-9189EED42C97}"/>
              </a:ext>
            </a:extLst>
          </p:cNvPr>
          <p:cNvSpPr>
            <a:spLocks/>
          </p:cNvSpPr>
          <p:nvPr/>
        </p:nvSpPr>
        <p:spPr>
          <a:xfrm>
            <a:off x="10576338" y="1973017"/>
            <a:ext cx="1384911" cy="466121"/>
          </a:xfrm>
          <a:prstGeom prst="roundRect">
            <a:avLst>
              <a:gd name="adj" fmla="val 16667"/>
            </a:avLst>
          </a:prstGeom>
          <a:solidFill>
            <a:srgbClr val="FFCC99"/>
          </a:solidFill>
          <a:ln w="12700" cap="flat" cmpd="sng" algn="ctr">
            <a:solidFill>
              <a:schemeClr val="tx1">
                <a:lumMod val="50000"/>
                <a:lumOff val="50000"/>
              </a:schemeClr>
            </a:solidFill>
            <a:prstDash val="solid"/>
            <a:miter lim="800000"/>
          </a:ln>
          <a:effectLst>
            <a:outerShdw blurRad="12700" dist="12700" dir="2700000" algn="tl" rotWithShape="0">
              <a:prstClr val="black">
                <a:alpha val="40000"/>
              </a:prstClr>
            </a:outerShdw>
          </a:effectLst>
        </p:spPr>
        <p:txBody>
          <a:bodyPr lIns="216000" tIns="36000" rIns="36000" bIns="36000" rtlCol="0" anchor="ctr"/>
          <a:lstStyle/>
          <a:p>
            <a:pPr marL="0" marR="0" lvl="0" indent="0" algn="l" defTabSz="642882" rtl="0" eaLnBrk="0" fontAlgn="auto" latinLnBrk="0" hangingPunct="0">
              <a:lnSpc>
                <a:spcPct val="90000"/>
              </a:lnSpc>
              <a:spcBef>
                <a:spcPts val="0"/>
              </a:spcBef>
              <a:spcAft>
                <a:spcPts val="0"/>
              </a:spcAft>
              <a:buClrTx/>
              <a:buSzTx/>
              <a:buFontTx/>
              <a:buNone/>
              <a:tabLst/>
              <a:defRPr/>
            </a:pPr>
            <a:r>
              <a:rPr kumimoji="0" lang="en-GB" sz="1050" b="0" i="0" u="none" strike="noStrike" kern="0" cap="none" spc="0" normalizeH="0" baseline="0" noProof="0">
                <a:ln>
                  <a:noFill/>
                </a:ln>
                <a:solidFill>
                  <a:srgbClr val="08312A"/>
                </a:solidFill>
                <a:effectLst/>
                <a:uLnTx/>
                <a:uFillTx/>
                <a:latin typeface="Boehringer Forward Text"/>
                <a:ea typeface="+mn-ea"/>
                <a:cs typeface="Calibri" panose="020F0502020204030204" pitchFamily="34" charset="0"/>
              </a:rPr>
              <a:t>1346-0014 Ph III CONNEX X Post Hoc Analysis </a:t>
            </a:r>
          </a:p>
        </p:txBody>
      </p:sp>
      <p:sp>
        <p:nvSpPr>
          <p:cNvPr id="150" name="Oval 149">
            <a:extLst>
              <a:ext uri="{FF2B5EF4-FFF2-40B4-BE49-F238E27FC236}">
                <a16:creationId xmlns:a16="http://schemas.microsoft.com/office/drawing/2014/main" id="{357379B6-9C59-B37F-E4E4-5FC0DF1C0C06}"/>
              </a:ext>
            </a:extLst>
          </p:cNvPr>
          <p:cNvSpPr/>
          <p:nvPr/>
        </p:nvSpPr>
        <p:spPr>
          <a:xfrm>
            <a:off x="10590760" y="2152405"/>
            <a:ext cx="180997" cy="182729"/>
          </a:xfrm>
          <a:prstGeom prst="ellipse">
            <a:avLst/>
          </a:prstGeom>
          <a:solidFill>
            <a:srgbClr val="FFCC99"/>
          </a:solidFill>
          <a:ln w="12700" cap="flat" cmpd="sng" algn="ctr">
            <a:solidFill>
              <a:schemeClr val="accent1"/>
            </a:solidFill>
            <a:prstDash val="solid"/>
            <a:miter lim="800000"/>
          </a:ln>
          <a:effectLst/>
        </p:spPr>
        <p:txBody>
          <a:bodyPr rot="0" spcFirstLastPara="0" vertOverflow="overflow" horzOverflow="overflow" vert="horz" wrap="non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a:ln>
                  <a:noFill/>
                </a:ln>
                <a:solidFill>
                  <a:srgbClr val="003366"/>
                </a:solidFill>
                <a:effectLst/>
                <a:uLnTx/>
                <a:uFillTx/>
                <a:latin typeface="Calibri" panose="020F0502020204030204" pitchFamily="34" charset="0"/>
                <a:ea typeface="+mn-ea"/>
                <a:cs typeface="Calibri" panose="020F0502020204030204" pitchFamily="34" charset="0"/>
              </a:rPr>
              <a:t>Ps</a:t>
            </a:r>
          </a:p>
        </p:txBody>
      </p:sp>
      <p:sp>
        <p:nvSpPr>
          <p:cNvPr id="178" name="Rectangle 177">
            <a:extLst>
              <a:ext uri="{FF2B5EF4-FFF2-40B4-BE49-F238E27FC236}">
                <a16:creationId xmlns:a16="http://schemas.microsoft.com/office/drawing/2014/main" id="{CE95E746-A08F-0196-0BB4-0D83562AC4A9}"/>
              </a:ext>
            </a:extLst>
          </p:cNvPr>
          <p:cNvSpPr/>
          <p:nvPr/>
        </p:nvSpPr>
        <p:spPr>
          <a:xfrm rot="16200000">
            <a:off x="-556463" y="3605535"/>
            <a:ext cx="1551217" cy="266499"/>
          </a:xfrm>
          <a:prstGeom prst="rect">
            <a:avLst/>
          </a:prstGeom>
          <a:solidFill>
            <a:schemeClr val="accent6">
              <a:lumMod val="7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prstClr val="white"/>
                </a:solidFill>
                <a:effectLst/>
                <a:uLnTx/>
                <a:uFillTx/>
                <a:latin typeface="Calibri"/>
                <a:ea typeface="+mn-ea"/>
                <a:cs typeface="+mn-cs"/>
              </a:rPr>
              <a:t>CHINA</a:t>
            </a:r>
          </a:p>
        </p:txBody>
      </p:sp>
      <p:sp>
        <p:nvSpPr>
          <p:cNvPr id="180" name="Rectangle: Rounded Corners 179">
            <a:extLst>
              <a:ext uri="{FF2B5EF4-FFF2-40B4-BE49-F238E27FC236}">
                <a16:creationId xmlns:a16="http://schemas.microsoft.com/office/drawing/2014/main" id="{AC63C8E5-23F8-DFA1-B1CE-576AF2C950E9}"/>
              </a:ext>
            </a:extLst>
          </p:cNvPr>
          <p:cNvSpPr>
            <a:spLocks/>
          </p:cNvSpPr>
          <p:nvPr/>
        </p:nvSpPr>
        <p:spPr>
          <a:xfrm>
            <a:off x="2340522" y="3484476"/>
            <a:ext cx="1118410" cy="455102"/>
          </a:xfrm>
          <a:prstGeom prst="roundRect">
            <a:avLst>
              <a:gd name="adj" fmla="val 16667"/>
            </a:avLst>
          </a:prstGeom>
          <a:solidFill>
            <a:schemeClr val="accent6">
              <a:lumMod val="60000"/>
              <a:lumOff val="40000"/>
            </a:schemeClr>
          </a:solidFill>
          <a:ln w="12700" cap="flat" cmpd="sng" algn="ctr">
            <a:solidFill>
              <a:schemeClr val="tx1">
                <a:lumMod val="50000"/>
                <a:lumOff val="50000"/>
              </a:schemeClr>
            </a:solidFill>
            <a:prstDash val="solid"/>
            <a:miter lim="800000"/>
          </a:ln>
          <a:effectLst>
            <a:outerShdw blurRad="12700" dist="12700" dir="2700000" algn="tl" rotWithShape="0">
              <a:prstClr val="black">
                <a:alpha val="40000"/>
              </a:prstClr>
            </a:outerShdw>
          </a:effectLst>
        </p:spPr>
        <p:txBody>
          <a:bodyPr lIns="216000" tIns="36000" rIns="36000" bIns="36000" rtlCol="0" anchor="ctr"/>
          <a:lstStyle/>
          <a:p>
            <a:pPr marL="0" marR="0" lvl="0" indent="0" algn="l" defTabSz="642882" rtl="0" eaLnBrk="0" fontAlgn="auto" latinLnBrk="0" hangingPunct="0">
              <a:lnSpc>
                <a:spcPct val="90000"/>
              </a:lnSpc>
              <a:spcBef>
                <a:spcPts val="0"/>
              </a:spcBef>
              <a:spcAft>
                <a:spcPts val="0"/>
              </a:spcAft>
              <a:buClrTx/>
              <a:buSzTx/>
              <a:buFontTx/>
              <a:buNone/>
              <a:tabLst/>
              <a:defRPr/>
            </a:pPr>
            <a:r>
              <a:rPr kumimoji="0" lang="en-GB" sz="1050" b="0" i="0" u="none" strike="noStrike" kern="0" cap="none" spc="0" normalizeH="0" baseline="0" noProof="0">
                <a:ln>
                  <a:noFill/>
                </a:ln>
                <a:solidFill>
                  <a:prstClr val="black"/>
                </a:solidFill>
                <a:effectLst/>
                <a:uLnTx/>
                <a:uFillTx/>
                <a:latin typeface="Boehringer Forward Text"/>
                <a:ea typeface="+mn-ea"/>
                <a:cs typeface="Calibri" panose="020F0502020204030204" pitchFamily="34" charset="0"/>
              </a:rPr>
              <a:t>Early phase data encores [CSP 2024]</a:t>
            </a:r>
          </a:p>
        </p:txBody>
      </p:sp>
      <p:sp>
        <p:nvSpPr>
          <p:cNvPr id="181" name="Rectangle: Rounded Corners 180">
            <a:extLst>
              <a:ext uri="{FF2B5EF4-FFF2-40B4-BE49-F238E27FC236}">
                <a16:creationId xmlns:a16="http://schemas.microsoft.com/office/drawing/2014/main" id="{916BFE24-1B7D-5F23-6B57-C66CFA5FC7C4}"/>
              </a:ext>
            </a:extLst>
          </p:cNvPr>
          <p:cNvSpPr>
            <a:spLocks/>
          </p:cNvSpPr>
          <p:nvPr/>
        </p:nvSpPr>
        <p:spPr>
          <a:xfrm>
            <a:off x="6723256" y="3615049"/>
            <a:ext cx="2154896" cy="392122"/>
          </a:xfrm>
          <a:prstGeom prst="roundRect">
            <a:avLst>
              <a:gd name="adj" fmla="val 16667"/>
            </a:avLst>
          </a:prstGeom>
          <a:solidFill>
            <a:schemeClr val="accent6">
              <a:lumMod val="75000"/>
            </a:schemeClr>
          </a:solidFill>
          <a:ln w="28575" cap="flat" cmpd="sng" algn="ctr">
            <a:noFill/>
            <a:prstDash val="solid"/>
            <a:miter lim="800000"/>
          </a:ln>
          <a:effectLst>
            <a:outerShdw blurRad="12700" dist="12700" dir="2700000" algn="tl" rotWithShape="0">
              <a:prstClr val="black">
                <a:alpha val="40000"/>
              </a:prstClr>
            </a:outerShdw>
          </a:effectLst>
        </p:spPr>
        <p:txBody>
          <a:bodyPr lIns="216000" tIns="36000" rIns="36000" bIns="36000" rtlCol="0" anchor="ctr"/>
          <a:lstStyle/>
          <a:p>
            <a:pPr marL="0" marR="0" lvl="0" indent="0" algn="l" defTabSz="642882" rtl="0" eaLnBrk="0" fontAlgn="auto" latinLnBrk="0" hangingPunct="0">
              <a:lnSpc>
                <a:spcPct val="90000"/>
              </a:lnSpc>
              <a:spcBef>
                <a:spcPts val="0"/>
              </a:spcBef>
              <a:spcAft>
                <a:spcPts val="0"/>
              </a:spcAft>
              <a:buClrTx/>
              <a:buSzTx/>
              <a:buFontTx/>
              <a:buNone/>
              <a:tabLst/>
              <a:defRPr/>
            </a:pPr>
            <a:r>
              <a:rPr kumimoji="0" lang="en-GB" sz="1050" b="0" i="0" u="none" strike="noStrike" kern="0" cap="none" spc="0" normalizeH="0" baseline="0" noProof="0">
                <a:ln>
                  <a:noFill/>
                </a:ln>
                <a:solidFill>
                  <a:prstClr val="white"/>
                </a:solidFill>
                <a:effectLst/>
                <a:uLnTx/>
                <a:uFillTx/>
                <a:latin typeface="Boehringer Forward Text"/>
                <a:ea typeface="+mn-ea"/>
                <a:cs typeface="Calibri" panose="020F0502020204030204" pitchFamily="34" charset="0"/>
              </a:rPr>
              <a:t>Ph III CONNEX Asian</a:t>
            </a:r>
            <a:r>
              <a:rPr lang="en-US" sz="1050" kern="0">
                <a:solidFill>
                  <a:prstClr val="white"/>
                </a:solidFill>
                <a:latin typeface="Boehringer Forward Text"/>
                <a:cs typeface="Calibri" panose="020F0502020204030204" pitchFamily="34" charset="0"/>
              </a:rPr>
              <a:t>/Chinese</a:t>
            </a:r>
            <a:r>
              <a:rPr kumimoji="0" lang="en-GB" sz="1050" b="0" i="0" u="none" strike="noStrike" kern="0" cap="none" spc="0" normalizeH="0" baseline="0" noProof="0">
                <a:ln>
                  <a:noFill/>
                </a:ln>
                <a:solidFill>
                  <a:prstClr val="white"/>
                </a:solidFill>
                <a:effectLst/>
                <a:uLnTx/>
                <a:uFillTx/>
                <a:latin typeface="Boehringer Forward Text"/>
                <a:ea typeface="+mn-ea"/>
                <a:cs typeface="Calibri" panose="020F0502020204030204" pitchFamily="34" charset="0"/>
              </a:rPr>
              <a:t> (Efficacy + Safety)</a:t>
            </a:r>
          </a:p>
        </p:txBody>
      </p:sp>
      <p:sp>
        <p:nvSpPr>
          <p:cNvPr id="183" name="Rectangle: Rounded Corners 182">
            <a:extLst>
              <a:ext uri="{FF2B5EF4-FFF2-40B4-BE49-F238E27FC236}">
                <a16:creationId xmlns:a16="http://schemas.microsoft.com/office/drawing/2014/main" id="{0A01189B-4905-1134-764A-71AD5041EBDA}"/>
              </a:ext>
            </a:extLst>
          </p:cNvPr>
          <p:cNvSpPr>
            <a:spLocks/>
          </p:cNvSpPr>
          <p:nvPr/>
        </p:nvSpPr>
        <p:spPr>
          <a:xfrm>
            <a:off x="6125682" y="3259546"/>
            <a:ext cx="1169933" cy="304600"/>
          </a:xfrm>
          <a:prstGeom prst="roundRect">
            <a:avLst>
              <a:gd name="adj" fmla="val 16667"/>
            </a:avLst>
          </a:prstGeom>
          <a:solidFill>
            <a:schemeClr val="accent6">
              <a:lumMod val="60000"/>
              <a:lumOff val="40000"/>
            </a:schemeClr>
          </a:solidFill>
          <a:ln w="12700" cap="flat" cmpd="sng" algn="ctr">
            <a:solidFill>
              <a:schemeClr val="tx1">
                <a:lumMod val="50000"/>
                <a:lumOff val="50000"/>
              </a:schemeClr>
            </a:solidFill>
            <a:prstDash val="solid"/>
            <a:miter lim="800000"/>
          </a:ln>
          <a:effectLst>
            <a:outerShdw blurRad="12700" dist="12700" dir="2700000" algn="tl" rotWithShape="0">
              <a:prstClr val="black">
                <a:alpha val="40000"/>
              </a:prstClr>
            </a:outerShdw>
          </a:effectLst>
        </p:spPr>
        <p:txBody>
          <a:bodyPr lIns="216000" tIns="36000" rIns="36000" bIns="36000" rtlCol="0" anchor="ctr"/>
          <a:lstStyle/>
          <a:p>
            <a:pPr marL="0" marR="0" lvl="0" indent="0" algn="l" defTabSz="642882" rtl="0" eaLnBrk="0" fontAlgn="auto" latinLnBrk="0" hangingPunct="0">
              <a:lnSpc>
                <a:spcPct val="90000"/>
              </a:lnSpc>
              <a:spcBef>
                <a:spcPts val="0"/>
              </a:spcBef>
              <a:spcAft>
                <a:spcPts val="0"/>
              </a:spcAft>
              <a:buClrTx/>
              <a:buSzTx/>
              <a:buFontTx/>
              <a:buNone/>
              <a:tabLst/>
              <a:defRPr/>
            </a:pPr>
            <a:r>
              <a:rPr kumimoji="0" lang="en-GB" sz="1000" b="0" i="0" u="none" strike="noStrike" kern="0" cap="none" spc="0" normalizeH="0" baseline="0" noProof="0">
                <a:ln>
                  <a:noFill/>
                </a:ln>
                <a:solidFill>
                  <a:prstClr val="black"/>
                </a:solidFill>
                <a:effectLst/>
                <a:uLnTx/>
                <a:uFillTx/>
                <a:latin typeface="Boehringer Forward Text"/>
                <a:ea typeface="+mn-ea"/>
                <a:cs typeface="Calibri" panose="020F0502020204030204" pitchFamily="34" charset="0"/>
              </a:rPr>
              <a:t>CONNEX TLR [CSP 2025]</a:t>
            </a:r>
          </a:p>
        </p:txBody>
      </p:sp>
      <p:sp>
        <p:nvSpPr>
          <p:cNvPr id="184" name="Rectangle: Rounded Corners 183">
            <a:extLst>
              <a:ext uri="{FF2B5EF4-FFF2-40B4-BE49-F238E27FC236}">
                <a16:creationId xmlns:a16="http://schemas.microsoft.com/office/drawing/2014/main" id="{6D2C2109-2C92-3A7E-8F8C-B073A5BD0A4D}"/>
              </a:ext>
            </a:extLst>
          </p:cNvPr>
          <p:cNvSpPr>
            <a:spLocks/>
          </p:cNvSpPr>
          <p:nvPr/>
        </p:nvSpPr>
        <p:spPr>
          <a:xfrm>
            <a:off x="442690" y="3974182"/>
            <a:ext cx="1428814" cy="215380"/>
          </a:xfrm>
          <a:prstGeom prst="roundRect">
            <a:avLst>
              <a:gd name="adj" fmla="val 16667"/>
            </a:avLst>
          </a:prstGeom>
          <a:solidFill>
            <a:schemeClr val="accent6">
              <a:lumMod val="60000"/>
              <a:lumOff val="40000"/>
            </a:schemeClr>
          </a:solidFill>
          <a:ln w="12700" cap="flat" cmpd="sng" algn="ctr">
            <a:solidFill>
              <a:schemeClr val="tx1">
                <a:lumMod val="50000"/>
                <a:lumOff val="50000"/>
              </a:schemeClr>
            </a:solidFill>
            <a:prstDash val="solid"/>
            <a:miter lim="800000"/>
          </a:ln>
          <a:effectLst>
            <a:outerShdw blurRad="12700" dist="12700" dir="2700000" algn="tl" rotWithShape="0">
              <a:prstClr val="black">
                <a:alpha val="40000"/>
              </a:prstClr>
            </a:outerShdw>
          </a:effectLst>
        </p:spPr>
        <p:txBody>
          <a:bodyPr lIns="216000" tIns="36000" rIns="36000" bIns="36000" rtlCol="0" anchor="ctr"/>
          <a:lstStyle/>
          <a:p>
            <a:pPr marL="0" marR="0" lvl="0" indent="0" algn="l" defTabSz="642882" rtl="0" eaLnBrk="0" fontAlgn="auto" latinLnBrk="0" hangingPunct="0">
              <a:lnSpc>
                <a:spcPct val="90000"/>
              </a:lnSpc>
              <a:spcBef>
                <a:spcPts val="0"/>
              </a:spcBef>
              <a:spcAft>
                <a:spcPts val="0"/>
              </a:spcAft>
              <a:buClrTx/>
              <a:buSzTx/>
              <a:buFontTx/>
              <a:buNone/>
              <a:tabLst/>
              <a:defRPr/>
            </a:pPr>
            <a:r>
              <a:rPr kumimoji="0" lang="en-GB" sz="900" b="0" i="0" u="none" strike="noStrike" kern="0" cap="none" spc="0" normalizeH="0" baseline="0" noProof="0">
                <a:ln>
                  <a:noFill/>
                </a:ln>
                <a:solidFill>
                  <a:prstClr val="black"/>
                </a:solidFill>
                <a:effectLst/>
                <a:uLnTx/>
                <a:uFillTx/>
                <a:latin typeface="Boehringer Forward Text"/>
                <a:ea typeface="+mn-ea"/>
                <a:cs typeface="Calibri" panose="020F0502020204030204" pitchFamily="34" charset="0"/>
              </a:rPr>
              <a:t>Congress abstract</a:t>
            </a:r>
          </a:p>
        </p:txBody>
      </p:sp>
      <p:sp>
        <p:nvSpPr>
          <p:cNvPr id="185" name="Rectangle: Rounded Corners 184">
            <a:extLst>
              <a:ext uri="{FF2B5EF4-FFF2-40B4-BE49-F238E27FC236}">
                <a16:creationId xmlns:a16="http://schemas.microsoft.com/office/drawing/2014/main" id="{2437A7D6-6D5C-B51B-D85B-74DBA9E3E56A}"/>
              </a:ext>
            </a:extLst>
          </p:cNvPr>
          <p:cNvSpPr>
            <a:spLocks/>
          </p:cNvSpPr>
          <p:nvPr/>
        </p:nvSpPr>
        <p:spPr>
          <a:xfrm>
            <a:off x="442690" y="4224778"/>
            <a:ext cx="1428814" cy="215380"/>
          </a:xfrm>
          <a:prstGeom prst="roundRect">
            <a:avLst>
              <a:gd name="adj" fmla="val 16667"/>
            </a:avLst>
          </a:prstGeom>
          <a:solidFill>
            <a:schemeClr val="accent6">
              <a:lumMod val="75000"/>
            </a:schemeClr>
          </a:solidFill>
          <a:ln w="12700" cap="flat" cmpd="sng" algn="ctr">
            <a:solidFill>
              <a:schemeClr val="tx1">
                <a:lumMod val="50000"/>
                <a:lumOff val="50000"/>
              </a:schemeClr>
            </a:solidFill>
            <a:prstDash val="solid"/>
            <a:miter lim="800000"/>
          </a:ln>
          <a:effectLst>
            <a:outerShdw blurRad="12700" dist="12700" dir="2700000" algn="tl" rotWithShape="0">
              <a:prstClr val="black">
                <a:alpha val="40000"/>
              </a:prstClr>
            </a:outerShdw>
          </a:effectLst>
        </p:spPr>
        <p:txBody>
          <a:bodyPr lIns="216000" tIns="36000" rIns="36000" bIns="36000" rtlCol="0" anchor="ctr"/>
          <a:lstStyle/>
          <a:p>
            <a:pPr marL="0" marR="0" lvl="0" indent="0" algn="l" defTabSz="642882" rtl="0" eaLnBrk="0" fontAlgn="auto" latinLnBrk="0" hangingPunct="0">
              <a:lnSpc>
                <a:spcPct val="90000"/>
              </a:lnSpc>
              <a:spcBef>
                <a:spcPts val="0"/>
              </a:spcBef>
              <a:spcAft>
                <a:spcPts val="0"/>
              </a:spcAft>
              <a:buClrTx/>
              <a:buSzTx/>
              <a:buFontTx/>
              <a:buNone/>
              <a:tabLst/>
              <a:defRPr/>
            </a:pPr>
            <a:r>
              <a:rPr kumimoji="0" lang="en-GB" sz="900" b="0" i="0" u="none" strike="noStrike" kern="0" cap="none" spc="0" normalizeH="0" baseline="0" noProof="0">
                <a:ln>
                  <a:noFill/>
                </a:ln>
                <a:solidFill>
                  <a:prstClr val="white"/>
                </a:solidFill>
                <a:effectLst/>
                <a:uLnTx/>
                <a:uFillTx/>
                <a:latin typeface="Boehringer Forward Text"/>
                <a:ea typeface="+mn-ea"/>
                <a:cs typeface="Calibri" panose="020F0502020204030204" pitchFamily="34" charset="0"/>
              </a:rPr>
              <a:t>Manuscripts</a:t>
            </a:r>
          </a:p>
        </p:txBody>
      </p:sp>
      <p:sp>
        <p:nvSpPr>
          <p:cNvPr id="186" name="Rectangle: Rounded Corners 185">
            <a:extLst>
              <a:ext uri="{FF2B5EF4-FFF2-40B4-BE49-F238E27FC236}">
                <a16:creationId xmlns:a16="http://schemas.microsoft.com/office/drawing/2014/main" id="{68EFE2B1-45FA-0102-ACBD-0C9E1BA618B3}"/>
              </a:ext>
            </a:extLst>
          </p:cNvPr>
          <p:cNvSpPr>
            <a:spLocks/>
          </p:cNvSpPr>
          <p:nvPr/>
        </p:nvSpPr>
        <p:spPr>
          <a:xfrm>
            <a:off x="4235696" y="4163157"/>
            <a:ext cx="6762956" cy="253278"/>
          </a:xfrm>
          <a:prstGeom prst="roundRect">
            <a:avLst>
              <a:gd name="adj" fmla="val 16667"/>
            </a:avLst>
          </a:prstGeom>
          <a:solidFill>
            <a:schemeClr val="bg1">
              <a:lumMod val="85000"/>
            </a:schemeClr>
          </a:solidFill>
          <a:ln w="12700" cap="flat" cmpd="sng" algn="ctr">
            <a:solidFill>
              <a:schemeClr val="tx1">
                <a:lumMod val="50000"/>
                <a:lumOff val="50000"/>
              </a:schemeClr>
            </a:solidFill>
            <a:prstDash val="solid"/>
            <a:miter lim="800000"/>
          </a:ln>
          <a:effectLst>
            <a:outerShdw blurRad="12700" dist="12700" dir="2700000" algn="tl" rotWithShape="0">
              <a:prstClr val="black">
                <a:alpha val="40000"/>
              </a:prstClr>
            </a:outerShdw>
          </a:effectLst>
        </p:spPr>
        <p:txBody>
          <a:bodyPr lIns="216000" tIns="36000" rIns="36000" bIns="36000" rtlCol="0" anchor="ctr"/>
          <a:lstStyle/>
          <a:p>
            <a:pPr marL="0" marR="0" lvl="0" indent="0" algn="l" defTabSz="642882" rtl="0" eaLnBrk="0" fontAlgn="auto" latinLnBrk="0" hangingPunct="0">
              <a:lnSpc>
                <a:spcPct val="90000"/>
              </a:lnSpc>
              <a:spcBef>
                <a:spcPts val="0"/>
              </a:spcBef>
              <a:spcAft>
                <a:spcPts val="0"/>
              </a:spcAft>
              <a:buClrTx/>
              <a:buSzTx/>
              <a:buFontTx/>
              <a:buNone/>
              <a:tabLst/>
              <a:defRPr/>
            </a:pPr>
            <a:r>
              <a:rPr kumimoji="0" lang="en-GB" sz="1050" b="0" i="0" u="none" strike="noStrike" kern="0" cap="none" spc="0" normalizeH="0" baseline="0" noProof="0">
                <a:ln>
                  <a:noFill/>
                </a:ln>
                <a:solidFill>
                  <a:prstClr val="black"/>
                </a:solidFill>
                <a:effectLst/>
                <a:uLnTx/>
                <a:uFillTx/>
                <a:latin typeface="Boehringer Forward Text"/>
                <a:ea typeface="+mn-ea"/>
                <a:cs typeface="Calibri" panose="020F0502020204030204" pitchFamily="34" charset="0"/>
              </a:rPr>
              <a:t>Other local ECRs and IIS publications</a:t>
            </a:r>
          </a:p>
        </p:txBody>
      </p:sp>
      <p:sp>
        <p:nvSpPr>
          <p:cNvPr id="3" name="Rectangle 2">
            <a:extLst>
              <a:ext uri="{FF2B5EF4-FFF2-40B4-BE49-F238E27FC236}">
                <a16:creationId xmlns:a16="http://schemas.microsoft.com/office/drawing/2014/main" id="{7BEF08EB-13DA-8D52-054B-608B3FC61054}"/>
              </a:ext>
            </a:extLst>
          </p:cNvPr>
          <p:cNvSpPr/>
          <p:nvPr/>
        </p:nvSpPr>
        <p:spPr bwMode="gray">
          <a:xfrm>
            <a:off x="4009855" y="1320040"/>
            <a:ext cx="3462071" cy="1645935"/>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 name="Rectangle 5">
            <a:extLst>
              <a:ext uri="{FF2B5EF4-FFF2-40B4-BE49-F238E27FC236}">
                <a16:creationId xmlns:a16="http://schemas.microsoft.com/office/drawing/2014/main" id="{C7629D48-F7CF-CC39-7789-EB5C93C6EC1F}"/>
              </a:ext>
            </a:extLst>
          </p:cNvPr>
          <p:cNvSpPr/>
          <p:nvPr/>
        </p:nvSpPr>
        <p:spPr bwMode="gray">
          <a:xfrm>
            <a:off x="7860297" y="1320040"/>
            <a:ext cx="4222187" cy="164850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8" name="Oval 7">
            <a:extLst>
              <a:ext uri="{FF2B5EF4-FFF2-40B4-BE49-F238E27FC236}">
                <a16:creationId xmlns:a16="http://schemas.microsoft.com/office/drawing/2014/main" id="{146F3F55-2958-112A-DBF1-FCA5CDF78E93}"/>
              </a:ext>
            </a:extLst>
          </p:cNvPr>
          <p:cNvSpPr/>
          <p:nvPr/>
        </p:nvSpPr>
        <p:spPr bwMode="gray">
          <a:xfrm>
            <a:off x="3884155" y="2871711"/>
            <a:ext cx="221775" cy="226131"/>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200">
                <a:solidFill>
                  <a:schemeClr val="bg1"/>
                </a:solidFill>
              </a:rPr>
              <a:t>1</a:t>
            </a:r>
          </a:p>
        </p:txBody>
      </p:sp>
      <p:sp>
        <p:nvSpPr>
          <p:cNvPr id="10" name="Oval 9">
            <a:extLst>
              <a:ext uri="{FF2B5EF4-FFF2-40B4-BE49-F238E27FC236}">
                <a16:creationId xmlns:a16="http://schemas.microsoft.com/office/drawing/2014/main" id="{132DD7C6-8D83-1B9E-8508-6B92B514F599}"/>
              </a:ext>
            </a:extLst>
          </p:cNvPr>
          <p:cNvSpPr/>
          <p:nvPr/>
        </p:nvSpPr>
        <p:spPr bwMode="gray">
          <a:xfrm>
            <a:off x="8865695" y="3490869"/>
            <a:ext cx="221775" cy="226131"/>
          </a:xfrm>
          <a:prstGeom prst="ellipse">
            <a:avLst/>
          </a:prstGeom>
          <a:solidFill>
            <a:schemeClr val="accent5"/>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200">
                <a:solidFill>
                  <a:schemeClr val="bg1"/>
                </a:solidFill>
              </a:rPr>
              <a:t>3</a:t>
            </a:r>
          </a:p>
        </p:txBody>
      </p:sp>
      <p:sp>
        <p:nvSpPr>
          <p:cNvPr id="11" name="Rectangle 10">
            <a:extLst>
              <a:ext uri="{FF2B5EF4-FFF2-40B4-BE49-F238E27FC236}">
                <a16:creationId xmlns:a16="http://schemas.microsoft.com/office/drawing/2014/main" id="{49F4669E-58D6-A425-C4D2-27E6D245A507}"/>
              </a:ext>
            </a:extLst>
          </p:cNvPr>
          <p:cNvSpPr/>
          <p:nvPr/>
        </p:nvSpPr>
        <p:spPr bwMode="gray">
          <a:xfrm>
            <a:off x="6649046" y="3586195"/>
            <a:ext cx="2276074" cy="450054"/>
          </a:xfrm>
          <a:prstGeom prst="rect">
            <a:avLst/>
          </a:prstGeom>
          <a:noFill/>
          <a:ln w="28575">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8" name="TextBox 17">
            <a:extLst>
              <a:ext uri="{FF2B5EF4-FFF2-40B4-BE49-F238E27FC236}">
                <a16:creationId xmlns:a16="http://schemas.microsoft.com/office/drawing/2014/main" id="{6ECF16EF-D8B8-B4AE-DE70-8DBA88DD9832}"/>
              </a:ext>
            </a:extLst>
          </p:cNvPr>
          <p:cNvSpPr txBox="1"/>
          <p:nvPr/>
        </p:nvSpPr>
        <p:spPr bwMode="gray">
          <a:xfrm>
            <a:off x="3555366" y="4652446"/>
            <a:ext cx="6181724" cy="276999"/>
          </a:xfrm>
          <a:prstGeom prst="rect">
            <a:avLst/>
          </a:prstGeom>
          <a:noFill/>
        </p:spPr>
        <p:txBody>
          <a:bodyPr wrap="square">
            <a:spAutoFit/>
          </a:bodyPr>
          <a:lstStyle/>
          <a:p>
            <a:pPr marR="0" lvl="0" algn="l" defTabSz="914400" rtl="0" eaLnBrk="1" fontAlgn="auto" latinLnBrk="0" hangingPunct="1">
              <a:lnSpc>
                <a:spcPct val="100000"/>
              </a:lnSpc>
              <a:spcBef>
                <a:spcPts val="0"/>
              </a:spcBef>
              <a:spcAft>
                <a:spcPts val="600"/>
              </a:spcAft>
              <a:buClrTx/>
              <a:buSzTx/>
              <a:tabLst/>
              <a:defRPr/>
            </a:pPr>
            <a:r>
              <a:rPr kumimoji="0" lang="en-US" altLang="zh-CN" sz="1200" b="1" i="0" u="none" strike="noStrike" kern="1200" cap="none" spc="0" normalizeH="0" baseline="0" noProof="0">
                <a:ln>
                  <a:noFill/>
                </a:ln>
                <a:solidFill>
                  <a:prstClr val="black"/>
                </a:solidFill>
                <a:effectLst/>
                <a:uLnTx/>
                <a:uFillTx/>
                <a:latin typeface="Boehringer Forward Text"/>
                <a:ea typeface="+mn-ea"/>
                <a:cs typeface="+mn-cs"/>
              </a:rPr>
              <a:t>Nomination Chinese investigator for CONNEX manuscript</a:t>
            </a:r>
          </a:p>
        </p:txBody>
      </p:sp>
      <p:graphicFrame>
        <p:nvGraphicFramePr>
          <p:cNvPr id="19" name="Table 8">
            <a:extLst>
              <a:ext uri="{FF2B5EF4-FFF2-40B4-BE49-F238E27FC236}">
                <a16:creationId xmlns:a16="http://schemas.microsoft.com/office/drawing/2014/main" id="{6921B3E7-4458-D6BD-34B4-0E917CB19E66}"/>
              </a:ext>
            </a:extLst>
          </p:cNvPr>
          <p:cNvGraphicFramePr>
            <a:graphicFrameLocks noGrp="1"/>
          </p:cNvGraphicFramePr>
          <p:nvPr>
            <p:extLst>
              <p:ext uri="{D42A27DB-BD31-4B8C-83A1-F6EECF244321}">
                <p14:modId xmlns:p14="http://schemas.microsoft.com/office/powerpoint/2010/main" val="812130933"/>
              </p:ext>
            </p:extLst>
          </p:nvPr>
        </p:nvGraphicFramePr>
        <p:xfrm>
          <a:off x="476897" y="4920060"/>
          <a:ext cx="11003443" cy="1188720"/>
        </p:xfrm>
        <a:graphic>
          <a:graphicData uri="http://schemas.openxmlformats.org/drawingml/2006/table">
            <a:tbl>
              <a:tblPr firstRow="1" bandRow="1">
                <a:tableStyleId>{9DCAF9ED-07DC-4A11-8D7F-57B35C25682E}</a:tableStyleId>
              </a:tblPr>
              <a:tblGrid>
                <a:gridCol w="905966">
                  <a:extLst>
                    <a:ext uri="{9D8B030D-6E8A-4147-A177-3AD203B41FA5}">
                      <a16:colId xmlns:a16="http://schemas.microsoft.com/office/drawing/2014/main" val="3119427017"/>
                    </a:ext>
                  </a:extLst>
                </a:gridCol>
                <a:gridCol w="1703754">
                  <a:extLst>
                    <a:ext uri="{9D8B030D-6E8A-4147-A177-3AD203B41FA5}">
                      <a16:colId xmlns:a16="http://schemas.microsoft.com/office/drawing/2014/main" val="1274842329"/>
                    </a:ext>
                  </a:extLst>
                </a:gridCol>
                <a:gridCol w="1835413">
                  <a:extLst>
                    <a:ext uri="{9D8B030D-6E8A-4147-A177-3AD203B41FA5}">
                      <a16:colId xmlns:a16="http://schemas.microsoft.com/office/drawing/2014/main" val="735829377"/>
                    </a:ext>
                  </a:extLst>
                </a:gridCol>
                <a:gridCol w="1614455">
                  <a:extLst>
                    <a:ext uri="{9D8B030D-6E8A-4147-A177-3AD203B41FA5}">
                      <a16:colId xmlns:a16="http://schemas.microsoft.com/office/drawing/2014/main" val="260446294"/>
                    </a:ext>
                  </a:extLst>
                </a:gridCol>
                <a:gridCol w="2892206">
                  <a:extLst>
                    <a:ext uri="{9D8B030D-6E8A-4147-A177-3AD203B41FA5}">
                      <a16:colId xmlns:a16="http://schemas.microsoft.com/office/drawing/2014/main" val="1046524608"/>
                    </a:ext>
                  </a:extLst>
                </a:gridCol>
                <a:gridCol w="2051649">
                  <a:extLst>
                    <a:ext uri="{9D8B030D-6E8A-4147-A177-3AD203B41FA5}">
                      <a16:colId xmlns:a16="http://schemas.microsoft.com/office/drawing/2014/main" val="422755443"/>
                    </a:ext>
                  </a:extLst>
                </a:gridCol>
              </a:tblGrid>
              <a:tr h="224589">
                <a:tc>
                  <a:txBody>
                    <a:bodyPr/>
                    <a:lstStyle/>
                    <a:p>
                      <a:r>
                        <a:rPr lang="en-US" sz="1200"/>
                        <a:t>C</a:t>
                      </a:r>
                      <a:r>
                        <a:rPr lang="en-US" altLang="zh-CN" sz="1200"/>
                        <a:t>ategory</a:t>
                      </a:r>
                      <a:endParaRPr lang="en-US" sz="1200"/>
                    </a:p>
                  </a:txBody>
                  <a:tcPr anchor="ctr"/>
                </a:tc>
                <a:tc>
                  <a:txBody>
                    <a:bodyPr/>
                    <a:lstStyle/>
                    <a:p>
                      <a:r>
                        <a:rPr lang="en-US" sz="1200"/>
                        <a:t>S</a:t>
                      </a:r>
                      <a:r>
                        <a:rPr lang="en-US" altLang="zh-CN" sz="1200"/>
                        <a:t>tatus</a:t>
                      </a:r>
                      <a:endParaRPr lang="en-US" sz="1200"/>
                    </a:p>
                  </a:txBody>
                  <a:tcPr anchor="ctr"/>
                </a:tc>
                <a:tc>
                  <a:txBody>
                    <a:bodyPr/>
                    <a:lstStyle/>
                    <a:p>
                      <a:r>
                        <a:rPr lang="en-US" sz="1200"/>
                        <a:t>Publication </a:t>
                      </a:r>
                    </a:p>
                  </a:txBody>
                  <a:tcPr anchor="ctr"/>
                </a:tc>
                <a:tc>
                  <a:txBody>
                    <a:bodyPr/>
                    <a:lstStyle/>
                    <a:p>
                      <a:r>
                        <a:rPr lang="en-US" sz="1200"/>
                        <a:t>Name </a:t>
                      </a:r>
                    </a:p>
                  </a:txBody>
                  <a:tcPr anchor="ctr"/>
                </a:tc>
                <a:tc>
                  <a:txBody>
                    <a:bodyPr/>
                    <a:lstStyle/>
                    <a:p>
                      <a:r>
                        <a:rPr lang="en-US" sz="1200"/>
                        <a:t>Institution </a:t>
                      </a:r>
                    </a:p>
                  </a:txBody>
                  <a:tcPr anchor="ctr"/>
                </a:tc>
                <a:tc>
                  <a:txBody>
                    <a:bodyPr/>
                    <a:lstStyle/>
                    <a:p>
                      <a:r>
                        <a:rPr lang="en-US" sz="1200"/>
                        <a:t>Note </a:t>
                      </a:r>
                    </a:p>
                  </a:txBody>
                  <a:tcPr anchor="ctr"/>
                </a:tc>
                <a:extLst>
                  <a:ext uri="{0D108BD9-81ED-4DB2-BD59-A6C34878D82A}">
                    <a16:rowId xmlns:a16="http://schemas.microsoft.com/office/drawing/2014/main" val="2620259383"/>
                  </a:ext>
                </a:extLst>
              </a:tr>
              <a:tr h="224589">
                <a:tc rowSpan="3">
                  <a:txBody>
                    <a:bodyPr/>
                    <a:lstStyle/>
                    <a:p>
                      <a:endParaRPr lang="en-US" sz="1200"/>
                    </a:p>
                  </a:txBody>
                  <a:tcPr anchor="ctr"/>
                </a:tc>
                <a:tc rowSpan="3">
                  <a:txBody>
                    <a:bodyPr/>
                    <a:lstStyle/>
                    <a:p>
                      <a:r>
                        <a:rPr lang="en-US" altLang="zh-CN" sz="1200"/>
                        <a:t>Proposed to Global on April 19</a:t>
                      </a:r>
                      <a:r>
                        <a:rPr lang="en-US" altLang="zh-CN" sz="1200" baseline="30000"/>
                        <a:t>th</a:t>
                      </a:r>
                      <a:r>
                        <a:rPr lang="en-US" altLang="zh-CN" sz="1200"/>
                        <a:t> </a:t>
                      </a:r>
                      <a:endParaRPr lang="en-US" sz="1200"/>
                    </a:p>
                  </a:txBody>
                  <a:tcPr anchor="ctr"/>
                </a:tc>
                <a:tc>
                  <a:txBody>
                    <a:bodyPr/>
                    <a:lstStyle/>
                    <a:p>
                      <a:r>
                        <a:rPr lang="en-US" sz="1200"/>
                        <a:t>CONNEX-1</a:t>
                      </a:r>
                    </a:p>
                  </a:txBody>
                  <a:tcPr anchor="ctr"/>
                </a:tc>
                <a:tc>
                  <a:txBody>
                    <a:bodyPr/>
                    <a:lstStyle/>
                    <a:p>
                      <a:r>
                        <a:rPr lang="en-US" sz="1200" err="1"/>
                        <a:t>Hongyan</a:t>
                      </a:r>
                      <a:r>
                        <a:rPr lang="en-US" sz="1200"/>
                        <a:t> Zhang</a:t>
                      </a:r>
                    </a:p>
                  </a:txBody>
                  <a:tcPr anchor="ctr"/>
                </a:tc>
                <a:tc>
                  <a:txBody>
                    <a:bodyPr/>
                    <a:lstStyle/>
                    <a:p>
                      <a:r>
                        <a:rPr lang="en-US" sz="1200"/>
                        <a:t>Sixth Hospital of Peking University</a:t>
                      </a:r>
                    </a:p>
                  </a:txBody>
                  <a:tcPr anchor="ctr"/>
                </a:tc>
                <a:tc>
                  <a:txBody>
                    <a:bodyPr/>
                    <a:lstStyle/>
                    <a:p>
                      <a:r>
                        <a:rPr lang="en-US" sz="1200"/>
                        <a:t>CONNEX-1 Leading PI </a:t>
                      </a:r>
                    </a:p>
                  </a:txBody>
                  <a:tcPr anchor="ctr"/>
                </a:tc>
                <a:extLst>
                  <a:ext uri="{0D108BD9-81ED-4DB2-BD59-A6C34878D82A}">
                    <a16:rowId xmlns:a16="http://schemas.microsoft.com/office/drawing/2014/main" val="1154825015"/>
                  </a:ext>
                </a:extLst>
              </a:tr>
              <a:tr h="224589">
                <a:tc vMerge="1">
                  <a:txBody>
                    <a:bodyPr/>
                    <a:lstStyle/>
                    <a:p>
                      <a:endParaRPr lang="en-US" sz="1200"/>
                    </a:p>
                  </a:txBody>
                  <a:tcPr anchor="ctr"/>
                </a:tc>
                <a:tc vMerge="1">
                  <a:txBody>
                    <a:bodyPr/>
                    <a:lstStyle/>
                    <a:p>
                      <a:endParaRPr lang="en-US" sz="1200"/>
                    </a:p>
                  </a:txBody>
                  <a:tcPr anchor="ctr"/>
                </a:tc>
                <a:tc>
                  <a:txBody>
                    <a:bodyPr/>
                    <a:lstStyle/>
                    <a:p>
                      <a:r>
                        <a:rPr lang="en-US" sz="1200"/>
                        <a:t>CONNEX-3</a:t>
                      </a:r>
                    </a:p>
                  </a:txBody>
                  <a:tcPr anchor="ctr"/>
                </a:tc>
                <a:tc>
                  <a:txBody>
                    <a:bodyPr/>
                    <a:lstStyle/>
                    <a:p>
                      <a:r>
                        <a:rPr lang="en-US" sz="1200"/>
                        <a:t>Gang Wang</a:t>
                      </a:r>
                    </a:p>
                  </a:txBody>
                  <a:tcPr anchor="ctr"/>
                </a:tc>
                <a:tc rowSpan="2">
                  <a:txBody>
                    <a:bodyPr/>
                    <a:lstStyle/>
                    <a:p>
                      <a:r>
                        <a:rPr lang="en-US" sz="1200"/>
                        <a:t>Beijing </a:t>
                      </a:r>
                      <a:r>
                        <a:rPr lang="en-US" sz="1200" err="1"/>
                        <a:t>Anding</a:t>
                      </a:r>
                      <a:r>
                        <a:rPr lang="en-US" sz="1200"/>
                        <a:t> Hospital</a:t>
                      </a:r>
                    </a:p>
                  </a:txBody>
                  <a:tcPr anchor="ctr"/>
                </a:tc>
                <a:tc rowSpan="2">
                  <a:txBody>
                    <a:bodyPr/>
                    <a:lstStyle/>
                    <a:p>
                      <a:r>
                        <a:rPr lang="en-US" sz="1200"/>
                        <a:t>National coordinator</a:t>
                      </a:r>
                    </a:p>
                    <a:p>
                      <a:r>
                        <a:rPr lang="en-US" sz="1200"/>
                        <a:t>CONNEX-3 Leading PI</a:t>
                      </a:r>
                    </a:p>
                    <a:p>
                      <a:r>
                        <a:rPr lang="en-US" sz="1200"/>
                        <a:t>CONNEX-X L</a:t>
                      </a:r>
                      <a:r>
                        <a:rPr lang="en-US" altLang="zh-CN" sz="1200"/>
                        <a:t>eading PI</a:t>
                      </a:r>
                      <a:endParaRPr lang="en-US" sz="1200"/>
                    </a:p>
                  </a:txBody>
                  <a:tcPr anchor="ctr"/>
                </a:tc>
                <a:extLst>
                  <a:ext uri="{0D108BD9-81ED-4DB2-BD59-A6C34878D82A}">
                    <a16:rowId xmlns:a16="http://schemas.microsoft.com/office/drawing/2014/main" val="3769803875"/>
                  </a:ext>
                </a:extLst>
              </a:tr>
              <a:tr h="299452">
                <a:tc vMerge="1">
                  <a:txBody>
                    <a:bodyPr/>
                    <a:lstStyle/>
                    <a:p>
                      <a:endParaRPr lang="en-US" sz="1200"/>
                    </a:p>
                  </a:txBody>
                  <a:tcPr anchor="ctr"/>
                </a:tc>
                <a:tc vMerge="1">
                  <a:txBody>
                    <a:bodyPr/>
                    <a:lstStyle/>
                    <a:p>
                      <a:endParaRPr lang="en-US" sz="1200"/>
                    </a:p>
                  </a:txBody>
                  <a:tcPr anchor="ctr"/>
                </a:tc>
                <a:tc>
                  <a:txBody>
                    <a:bodyPr/>
                    <a:lstStyle/>
                    <a:p>
                      <a:r>
                        <a:rPr lang="en-US" sz="1200"/>
                        <a:t>Pooled CONNEX</a:t>
                      </a:r>
                    </a:p>
                  </a:txBody>
                  <a:tcPr anchor="ctr">
                    <a:solidFill>
                      <a:schemeClr val="bg1"/>
                    </a:solidFill>
                  </a:tcPr>
                </a:tc>
                <a:tc>
                  <a:txBody>
                    <a:bodyPr/>
                    <a:lstStyle/>
                    <a:p>
                      <a:r>
                        <a:rPr lang="en-US" sz="1200"/>
                        <a:t>Gang Wang</a:t>
                      </a:r>
                    </a:p>
                  </a:txBody>
                  <a:tcPr anchor="ctr">
                    <a:solidFill>
                      <a:schemeClr val="bg1"/>
                    </a:solidFill>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534677233"/>
                  </a:ext>
                </a:extLst>
              </a:tr>
            </a:tbl>
          </a:graphicData>
        </a:graphic>
      </p:graphicFrame>
      <p:sp>
        <p:nvSpPr>
          <p:cNvPr id="20" name="Oval 19">
            <a:extLst>
              <a:ext uri="{FF2B5EF4-FFF2-40B4-BE49-F238E27FC236}">
                <a16:creationId xmlns:a16="http://schemas.microsoft.com/office/drawing/2014/main" id="{1C5C59EB-4889-8D4C-BBEB-777902264CCF}"/>
              </a:ext>
            </a:extLst>
          </p:cNvPr>
          <p:cNvSpPr/>
          <p:nvPr/>
        </p:nvSpPr>
        <p:spPr bwMode="gray">
          <a:xfrm>
            <a:off x="732740" y="5508118"/>
            <a:ext cx="221775" cy="226131"/>
          </a:xfrm>
          <a:prstGeom prst="ellipse">
            <a:avLst/>
          </a:prstGeom>
          <a:solidFill>
            <a:schemeClr val="accent2"/>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200">
                <a:solidFill>
                  <a:schemeClr val="bg1"/>
                </a:solidFill>
              </a:rPr>
              <a:t>1</a:t>
            </a:r>
          </a:p>
        </p:txBody>
      </p:sp>
      <p:sp>
        <p:nvSpPr>
          <p:cNvPr id="23" name="TextBox 22">
            <a:extLst>
              <a:ext uri="{FF2B5EF4-FFF2-40B4-BE49-F238E27FC236}">
                <a16:creationId xmlns:a16="http://schemas.microsoft.com/office/drawing/2014/main" id="{56C1DE1A-EBB6-EE9F-A0DD-CF5D2777BDB0}"/>
              </a:ext>
            </a:extLst>
          </p:cNvPr>
          <p:cNvSpPr txBox="1"/>
          <p:nvPr/>
        </p:nvSpPr>
        <p:spPr bwMode="gray">
          <a:xfrm>
            <a:off x="7977551" y="2983760"/>
            <a:ext cx="4184751" cy="412870"/>
          </a:xfrm>
          <a:prstGeom prst="rect">
            <a:avLst/>
          </a:prstGeom>
          <a:noFill/>
        </p:spPr>
        <p:txBody>
          <a:bodyPr wrap="square" lIns="0" tIns="0" rIns="0" bIns="0" rtlCol="0">
            <a:spAutoFit/>
          </a:bodyPr>
          <a:lstStyle/>
          <a:p>
            <a:pPr algn="l">
              <a:lnSpc>
                <a:spcPct val="140000"/>
              </a:lnSpc>
            </a:pPr>
            <a:r>
              <a:rPr lang="en-US" sz="1000"/>
              <a:t>Will further evaluate </a:t>
            </a:r>
            <a:r>
              <a:rPr lang="en-US" altLang="zh-CN" sz="1000"/>
              <a:t>nominations </a:t>
            </a:r>
            <a:r>
              <a:rPr lang="en-US" sz="1000"/>
              <a:t>internally and communicate with </a:t>
            </a:r>
            <a:r>
              <a:rPr lang="en-US" sz="1000" err="1"/>
              <a:t>Prof</a:t>
            </a:r>
            <a:r>
              <a:rPr lang="en-US" sz="1000"/>
              <a:t>. Wang prior to proposed to global </a:t>
            </a:r>
          </a:p>
        </p:txBody>
      </p:sp>
      <p:sp>
        <p:nvSpPr>
          <p:cNvPr id="24" name="Oval 23">
            <a:extLst>
              <a:ext uri="{FF2B5EF4-FFF2-40B4-BE49-F238E27FC236}">
                <a16:creationId xmlns:a16="http://schemas.microsoft.com/office/drawing/2014/main" id="{C3CCB32E-F21B-8482-AF4F-229A8804AFA8}"/>
              </a:ext>
            </a:extLst>
          </p:cNvPr>
          <p:cNvSpPr/>
          <p:nvPr/>
        </p:nvSpPr>
        <p:spPr bwMode="gray">
          <a:xfrm>
            <a:off x="7724955" y="2877523"/>
            <a:ext cx="221775" cy="226131"/>
          </a:xfrm>
          <a:prstGeom prst="ellipse">
            <a:avLst/>
          </a:prstGeom>
          <a:solidFill>
            <a:schemeClr val="accent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200">
                <a:solidFill>
                  <a:schemeClr val="bg1"/>
                </a:solidFill>
              </a:rPr>
              <a:t>2</a:t>
            </a:r>
          </a:p>
        </p:txBody>
      </p:sp>
      <p:sp>
        <p:nvSpPr>
          <p:cNvPr id="25" name="TextBox 24">
            <a:extLst>
              <a:ext uri="{FF2B5EF4-FFF2-40B4-BE49-F238E27FC236}">
                <a16:creationId xmlns:a16="http://schemas.microsoft.com/office/drawing/2014/main" id="{6C2E7E19-496F-1388-F1A5-8C3F1AACC195}"/>
              </a:ext>
            </a:extLst>
          </p:cNvPr>
          <p:cNvSpPr txBox="1"/>
          <p:nvPr/>
        </p:nvSpPr>
        <p:spPr bwMode="gray">
          <a:xfrm>
            <a:off x="9149091" y="3568635"/>
            <a:ext cx="2901147" cy="412870"/>
          </a:xfrm>
          <a:prstGeom prst="rect">
            <a:avLst/>
          </a:prstGeom>
          <a:noFill/>
        </p:spPr>
        <p:txBody>
          <a:bodyPr wrap="square" lIns="0" tIns="0" rIns="0" bIns="0" rtlCol="0">
            <a:spAutoFit/>
          </a:bodyPr>
          <a:lstStyle/>
          <a:p>
            <a:pPr algn="l">
              <a:lnSpc>
                <a:spcPct val="140000"/>
              </a:lnSpc>
            </a:pPr>
            <a:r>
              <a:rPr lang="en-US" altLang="zh-CN" sz="1000"/>
              <a:t>Will ask global support that CN to lead these publications (CN first author)</a:t>
            </a:r>
            <a:endParaRPr lang="en-US" sz="1000"/>
          </a:p>
        </p:txBody>
      </p:sp>
    </p:spTree>
    <p:extLst>
      <p:ext uri="{BB962C8B-B14F-4D97-AF65-F5344CB8AC3E}">
        <p14:creationId xmlns:p14="http://schemas.microsoft.com/office/powerpoint/2010/main" val="2368561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8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 grpId="0" animBg="1"/>
      <p:bldP spid="178" grpId="0" animBg="1"/>
      <p:bldP spid="180" grpId="0" animBg="1"/>
      <p:bldP spid="181" grpId="0" animBg="1"/>
      <p:bldP spid="183" grpId="0" animBg="1"/>
      <p:bldP spid="18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95496" y="310121"/>
            <a:ext cx="10515600" cy="567563"/>
          </a:xfrm>
        </p:spPr>
        <p:txBody>
          <a:bodyPr>
            <a:normAutofit/>
          </a:bodyPr>
          <a:lstStyle/>
          <a:p>
            <a:r>
              <a:rPr lang="en-US" sz="2800" b="1">
                <a:solidFill>
                  <a:srgbClr val="000000"/>
                </a:solidFill>
                <a:cs typeface="Calibri" panose="020F0502020204030204" pitchFamily="34" charset="0"/>
              </a:rPr>
              <a:t>One Page Summary </a:t>
            </a:r>
            <a:r>
              <a:rPr lang="en-US" sz="2800" b="1">
                <a:solidFill>
                  <a:srgbClr val="000000"/>
                </a:solidFill>
                <a:latin typeface="DengXian" panose="02010600030101010101" pitchFamily="2" charset="-122"/>
                <a:ea typeface="DengXian" panose="02010600030101010101" pitchFamily="2" charset="-122"/>
                <a:cs typeface="Calibri" panose="020F0502020204030204" pitchFamily="34" charset="0"/>
              </a:rPr>
              <a:t>━ </a:t>
            </a:r>
            <a:r>
              <a:rPr lang="en-US" sz="2800" b="1">
                <a:solidFill>
                  <a:srgbClr val="000000"/>
                </a:solidFill>
                <a:cs typeface="Calibri" panose="020F0502020204030204" pitchFamily="34" charset="0"/>
              </a:rPr>
              <a:t>C</a:t>
            </a:r>
            <a:r>
              <a:rPr lang="en-US" altLang="zh-CN" sz="2800" b="1">
                <a:solidFill>
                  <a:srgbClr val="000000"/>
                </a:solidFill>
                <a:cs typeface="Calibri" panose="020F0502020204030204" pitchFamily="34" charset="0"/>
              </a:rPr>
              <a:t>REA (CNS)</a:t>
            </a:r>
            <a:r>
              <a:rPr lang="en-US" sz="2800" b="1">
                <a:solidFill>
                  <a:srgbClr val="000000"/>
                </a:solidFill>
                <a:cs typeface="Calibri" panose="020F0502020204030204" pitchFamily="34" charset="0"/>
              </a:rPr>
              <a:t> </a:t>
            </a:r>
          </a:p>
        </p:txBody>
      </p:sp>
      <p:sp>
        <p:nvSpPr>
          <p:cNvPr id="7" name="页脚占位符 6"/>
          <p:cNvSpPr>
            <a:spLocks noGrp="1"/>
          </p:cNvSpPr>
          <p:nvPr>
            <p:ph type="ftr" sz="quarter" idx="11"/>
          </p:nvPr>
        </p:nvSpPr>
        <p:spPr>
          <a:xfrm>
            <a:off x="1411909" y="6601414"/>
            <a:ext cx="1097280" cy="153888"/>
          </a:xfrm>
        </p:spPr>
        <p:txBody>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Confidential</a:t>
            </a:r>
            <a:endParaRPr kumimoji="0" lang="en-GB"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8" name="灯片编号占位符 7"/>
          <p:cNvSpPr>
            <a:spLocks noGrp="1"/>
          </p:cNvSpPr>
          <p:nvPr>
            <p:ph type="sldNum" sz="quarter" idx="12"/>
          </p:nvPr>
        </p:nvSpPr>
        <p:spPr>
          <a:xfrm>
            <a:off x="11928498" y="6540011"/>
            <a:ext cx="147476" cy="153888"/>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4" name="Rounded Rectangle 9">
            <a:extLst>
              <a:ext uri="{FF2B5EF4-FFF2-40B4-BE49-F238E27FC236}">
                <a16:creationId xmlns:a16="http://schemas.microsoft.com/office/drawing/2014/main" id="{3CAE9DEF-2A40-49DE-BFCC-70502EE189F6}"/>
              </a:ext>
            </a:extLst>
          </p:cNvPr>
          <p:cNvSpPr/>
          <p:nvPr/>
        </p:nvSpPr>
        <p:spPr>
          <a:xfrm>
            <a:off x="386182" y="5462212"/>
            <a:ext cx="252000" cy="252000"/>
          </a:xfrm>
          <a:prstGeom prst="roundRect">
            <a:avLst/>
          </a:prstGeom>
          <a:solidFill>
            <a:srgbClr val="92D05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a:ln>
                <a:noFill/>
              </a:ln>
              <a:solidFill>
                <a:srgbClr val="FFFFFF"/>
              </a:solidFill>
              <a:effectLst/>
              <a:uLnTx/>
              <a:uFillTx/>
              <a:latin typeface="Calibri"/>
              <a:ea typeface="+mn-ea"/>
              <a:cs typeface="+mn-cs"/>
            </a:endParaRPr>
          </a:p>
        </p:txBody>
      </p:sp>
      <p:sp>
        <p:nvSpPr>
          <p:cNvPr id="15" name="TextBox 14">
            <a:extLst>
              <a:ext uri="{FF2B5EF4-FFF2-40B4-BE49-F238E27FC236}">
                <a16:creationId xmlns:a16="http://schemas.microsoft.com/office/drawing/2014/main" id="{66CFB415-AD06-485B-939E-4928CBB99D86}"/>
              </a:ext>
            </a:extLst>
          </p:cNvPr>
          <p:cNvSpPr txBox="1"/>
          <p:nvPr/>
        </p:nvSpPr>
        <p:spPr>
          <a:xfrm>
            <a:off x="676220" y="5460010"/>
            <a:ext cx="1316075" cy="252000"/>
          </a:xfrm>
          <a:prstGeom prst="rect">
            <a:avLst/>
          </a:prstGeom>
          <a:noFill/>
          <a:ln>
            <a:solidFill>
              <a:schemeClr val="bg1">
                <a:lumMod val="75000"/>
              </a:schemeClr>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594" marR="0" lvl="0" indent="-228594" algn="l" defTabSz="121917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lumMod val="50000"/>
                    <a:lumOff val="50000"/>
                  </a:prstClr>
                </a:solidFill>
                <a:effectLst/>
                <a:uLnTx/>
                <a:uFillTx/>
                <a:latin typeface="Calibri"/>
                <a:ea typeface="+mn-ea"/>
                <a:cs typeface="+mn-cs"/>
              </a:rPr>
              <a:t>On track</a:t>
            </a:r>
          </a:p>
        </p:txBody>
      </p:sp>
      <p:sp>
        <p:nvSpPr>
          <p:cNvPr id="16" name="Rounded Rectangle 8">
            <a:extLst>
              <a:ext uri="{FF2B5EF4-FFF2-40B4-BE49-F238E27FC236}">
                <a16:creationId xmlns:a16="http://schemas.microsoft.com/office/drawing/2014/main" id="{E8283E90-B95D-4F57-9388-20B3922C4E5E}"/>
              </a:ext>
            </a:extLst>
          </p:cNvPr>
          <p:cNvSpPr/>
          <p:nvPr/>
        </p:nvSpPr>
        <p:spPr>
          <a:xfrm>
            <a:off x="7421024" y="5475557"/>
            <a:ext cx="252000" cy="252000"/>
          </a:xfrm>
          <a:prstGeom prst="round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a:ln>
                <a:noFill/>
              </a:ln>
              <a:solidFill>
                <a:srgbClr val="FFFFFF"/>
              </a:solidFill>
              <a:effectLst/>
              <a:uLnTx/>
              <a:uFillTx/>
              <a:latin typeface="Calibri"/>
              <a:ea typeface="+mn-ea"/>
              <a:cs typeface="+mn-cs"/>
            </a:endParaRPr>
          </a:p>
        </p:txBody>
      </p:sp>
      <p:sp>
        <p:nvSpPr>
          <p:cNvPr id="17" name="Rounded Rectangle 9">
            <a:extLst>
              <a:ext uri="{FF2B5EF4-FFF2-40B4-BE49-F238E27FC236}">
                <a16:creationId xmlns:a16="http://schemas.microsoft.com/office/drawing/2014/main" id="{3553F913-D7D2-4BD6-A809-A33AE0E68EC3}"/>
              </a:ext>
            </a:extLst>
          </p:cNvPr>
          <p:cNvSpPr>
            <a:spLocks/>
          </p:cNvSpPr>
          <p:nvPr/>
        </p:nvSpPr>
        <p:spPr>
          <a:xfrm>
            <a:off x="2542748" y="5460010"/>
            <a:ext cx="252000" cy="252000"/>
          </a:xfrm>
          <a:prstGeom prst="round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a:ln>
                <a:noFill/>
              </a:ln>
              <a:solidFill>
                <a:srgbClr val="FFFFFF"/>
              </a:solidFill>
              <a:effectLst/>
              <a:uLnTx/>
              <a:uFillTx/>
              <a:latin typeface="Calibri"/>
              <a:ea typeface="+mn-ea"/>
              <a:cs typeface="+mn-cs"/>
            </a:endParaRPr>
          </a:p>
        </p:txBody>
      </p:sp>
      <p:sp>
        <p:nvSpPr>
          <p:cNvPr id="18" name="TextBox 9">
            <a:extLst>
              <a:ext uri="{FF2B5EF4-FFF2-40B4-BE49-F238E27FC236}">
                <a16:creationId xmlns:a16="http://schemas.microsoft.com/office/drawing/2014/main" id="{61B5A1A0-2AD7-4F89-B53F-6A32DD4F5B1D}"/>
              </a:ext>
            </a:extLst>
          </p:cNvPr>
          <p:cNvSpPr txBox="1"/>
          <p:nvPr/>
        </p:nvSpPr>
        <p:spPr>
          <a:xfrm>
            <a:off x="7727777" y="5453785"/>
            <a:ext cx="4107126" cy="1333698"/>
          </a:xfrm>
          <a:prstGeom prst="rect">
            <a:avLst/>
          </a:prstGeom>
          <a:noFill/>
          <a:ln>
            <a:solidFill>
              <a:schemeClr val="bg1">
                <a:lumMod val="75000"/>
              </a:schemeClr>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594" marR="0" lvl="0" indent="-228594" algn="l" defTabSz="121917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sz="800" b="1" i="0" u="none" strike="noStrike" kern="1200" cap="none" spc="0" normalizeH="0" baseline="0" noProof="0">
                <a:ln>
                  <a:noFill/>
                </a:ln>
                <a:solidFill>
                  <a:prstClr val="black">
                    <a:lumMod val="50000"/>
                    <a:lumOff val="50000"/>
                  </a:prstClr>
                </a:solidFill>
                <a:effectLst/>
                <a:uLnTx/>
                <a:uFillTx/>
                <a:latin typeface="Calibri"/>
                <a:ea typeface="+mn-ea"/>
                <a:cs typeface="+mn-cs"/>
              </a:rPr>
              <a:t>Timeline: </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&gt; 3 months delay </a:t>
            </a:r>
          </a:p>
          <a:p>
            <a:pPr marL="228594" marR="0" lvl="0" indent="-228594" algn="l" defTabSz="121917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sz="800" b="1" i="0" u="none" strike="noStrike" kern="1200" cap="none" spc="0" normalizeH="0" baseline="0" noProof="0">
                <a:ln>
                  <a:noFill/>
                </a:ln>
                <a:solidFill>
                  <a:prstClr val="black">
                    <a:lumMod val="50000"/>
                    <a:lumOff val="50000"/>
                  </a:prstClr>
                </a:solidFill>
                <a:effectLst/>
                <a:uLnTx/>
                <a:uFillTx/>
                <a:latin typeface="Calibri"/>
                <a:ea typeface="+mn-ea"/>
                <a:cs typeface="+mn-cs"/>
              </a:rPr>
              <a:t>Strategic issue: </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p</a:t>
            </a:r>
            <a:r>
              <a:rPr kumimoji="0" lang="en-US" sz="800" b="0" i="0" u="none" strike="noStrike" kern="1200" cap="none" spc="0" normalizeH="0" baseline="0" noProof="0" err="1">
                <a:ln>
                  <a:noFill/>
                </a:ln>
                <a:solidFill>
                  <a:prstClr val="black">
                    <a:lumMod val="50000"/>
                    <a:lumOff val="50000"/>
                  </a:prstClr>
                </a:solidFill>
                <a:effectLst/>
                <a:uLnTx/>
                <a:uFillTx/>
                <a:latin typeface="Calibri"/>
                <a:ea typeface="+mn-ea"/>
                <a:cs typeface="+mn-cs"/>
              </a:rPr>
              <a:t>roject</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 to be terminated, China integration/development undermined;</a:t>
            </a:r>
          </a:p>
          <a:p>
            <a:pPr marL="228594" marR="0" lvl="0" indent="-228594" algn="l" defTabSz="121917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sz="800" b="1" i="0" u="none" strike="noStrike" kern="1200" cap="none" spc="0" normalizeH="0" baseline="0" noProof="0">
                <a:ln>
                  <a:noFill/>
                </a:ln>
                <a:solidFill>
                  <a:prstClr val="black">
                    <a:lumMod val="50000"/>
                    <a:lumOff val="50000"/>
                  </a:prstClr>
                </a:solidFill>
                <a:effectLst/>
                <a:uLnTx/>
                <a:uFillTx/>
                <a:latin typeface="Calibri"/>
                <a:ea typeface="+mn-ea"/>
                <a:cs typeface="+mn-cs"/>
              </a:rPr>
              <a:t>Operational issue: </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m</a:t>
            </a:r>
            <a:r>
              <a:rPr kumimoji="0" lang="en-US" sz="800" b="0" i="0" u="none" strike="noStrike" kern="1200" cap="none" spc="0" normalizeH="0" baseline="0" noProof="0" err="1">
                <a:ln>
                  <a:noFill/>
                </a:ln>
                <a:solidFill>
                  <a:prstClr val="black">
                    <a:lumMod val="50000"/>
                    <a:lumOff val="50000"/>
                  </a:prstClr>
                </a:solidFill>
                <a:effectLst/>
                <a:uLnTx/>
                <a:uFillTx/>
                <a:latin typeface="Calibri"/>
                <a:ea typeface="+mn-ea"/>
                <a:cs typeface="+mn-cs"/>
              </a:rPr>
              <a:t>ajor</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 enrollment delay, significant poor compliance;</a:t>
            </a:r>
          </a:p>
          <a:p>
            <a:pPr marL="228594" marR="0" lvl="0" indent="-228594" algn="l" defTabSz="121917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sz="800" b="1" i="0" u="none" strike="noStrike" kern="1200" cap="none" spc="0" normalizeH="0" baseline="0" noProof="0">
                <a:ln>
                  <a:noFill/>
                </a:ln>
                <a:solidFill>
                  <a:prstClr val="black">
                    <a:lumMod val="50000"/>
                    <a:lumOff val="50000"/>
                  </a:prstClr>
                </a:solidFill>
                <a:effectLst/>
                <a:uLnTx/>
                <a:uFillTx/>
                <a:latin typeface="Calibri"/>
                <a:ea typeface="+mn-ea"/>
                <a:cs typeface="+mn-cs"/>
              </a:rPr>
              <a:t>Regulatory issue: </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n</a:t>
            </a:r>
            <a:r>
              <a:rPr kumimoji="0" lang="en-US" sz="800" b="0" i="0" u="none" strike="noStrike" kern="1200" cap="none" spc="0" normalizeH="0" baseline="0" noProof="0" err="1">
                <a:ln>
                  <a:noFill/>
                </a:ln>
                <a:solidFill>
                  <a:prstClr val="black">
                    <a:lumMod val="50000"/>
                    <a:lumOff val="50000"/>
                  </a:prstClr>
                </a:solidFill>
                <a:effectLst/>
                <a:uLnTx/>
                <a:uFillTx/>
                <a:latin typeface="Calibri"/>
                <a:ea typeface="+mn-ea"/>
                <a:cs typeface="+mn-cs"/>
              </a:rPr>
              <a:t>egative</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 comment from authority, m</a:t>
            </a:r>
            <a:r>
              <a:rPr kumimoji="0" lang="en-US" sz="800" b="0" i="0" u="none" strike="noStrike" kern="1200" cap="none" spc="0" normalizeH="0" baseline="0" noProof="0" err="1">
                <a:ln>
                  <a:noFill/>
                </a:ln>
                <a:solidFill>
                  <a:prstClr val="black">
                    <a:lumMod val="50000"/>
                    <a:lumOff val="50000"/>
                  </a:prstClr>
                </a:solidFill>
                <a:effectLst/>
                <a:uLnTx/>
                <a:uFillTx/>
                <a:latin typeface="Calibri"/>
                <a:ea typeface="+mn-ea"/>
                <a:cs typeface="+mn-cs"/>
              </a:rPr>
              <a:t>ajor</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 concerns due to regulation change;</a:t>
            </a:r>
          </a:p>
          <a:p>
            <a:pPr marL="228594" marR="0" lvl="0" indent="-228594" algn="l" defTabSz="121917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altLang="zh-CN" sz="800" b="1" i="0" u="none" strike="noStrike" kern="1200" cap="none" spc="0" normalizeH="0" baseline="0" noProof="0">
                <a:ln>
                  <a:noFill/>
                </a:ln>
                <a:solidFill>
                  <a:prstClr val="black">
                    <a:lumMod val="50000"/>
                    <a:lumOff val="50000"/>
                  </a:prstClr>
                </a:solidFill>
                <a:effectLst/>
                <a:uLnTx/>
                <a:uFillTx/>
                <a:latin typeface="Calibri"/>
                <a:ea typeface="宋体" panose="02010600030101010101" pitchFamily="2" charset="-122"/>
                <a:cs typeface="+mn-cs"/>
              </a:rPr>
              <a:t>Not meeting primary end point;</a:t>
            </a:r>
          </a:p>
          <a:p>
            <a:pPr marL="228594" marR="0" lvl="0" indent="-228594" algn="l" defTabSz="121917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altLang="zh-CN" sz="800" b="1" i="0" u="none" strike="noStrike" kern="1200" cap="none" spc="0" normalizeH="0" baseline="0" noProof="0">
                <a:ln>
                  <a:noFill/>
                </a:ln>
                <a:solidFill>
                  <a:prstClr val="black">
                    <a:lumMod val="50000"/>
                    <a:lumOff val="50000"/>
                  </a:prstClr>
                </a:solidFill>
                <a:effectLst/>
                <a:uLnTx/>
                <a:uFillTx/>
                <a:latin typeface="Calibri"/>
                <a:ea typeface="宋体" panose="02010600030101010101" pitchFamily="2" charset="-122"/>
                <a:cs typeface="+mn-cs"/>
              </a:rPr>
              <a:t>Quality: </a:t>
            </a:r>
            <a:r>
              <a:rPr kumimoji="0" lang="en-US" altLang="zh-CN" sz="800" b="0" i="0" u="none" strike="noStrike" kern="1200" cap="none" spc="0" normalizeH="0" baseline="0" noProof="0">
                <a:ln>
                  <a:noFill/>
                </a:ln>
                <a:solidFill>
                  <a:prstClr val="black">
                    <a:lumMod val="50000"/>
                    <a:lumOff val="50000"/>
                  </a:prstClr>
                </a:solidFill>
                <a:effectLst/>
                <a:uLnTx/>
                <a:uFillTx/>
                <a:latin typeface="Calibri"/>
                <a:ea typeface="等线" panose="02010600030101010101" pitchFamily="2" charset="-122"/>
                <a:cs typeface="+mn-cs"/>
              </a:rPr>
              <a:t>≥ 1 critical and/or ≥ 4 major site audit observations; inspection readiness with critical issues; critical NC report </a:t>
            </a:r>
          </a:p>
        </p:txBody>
      </p:sp>
      <p:sp>
        <p:nvSpPr>
          <p:cNvPr id="19" name="TextBox 12">
            <a:extLst>
              <a:ext uri="{FF2B5EF4-FFF2-40B4-BE49-F238E27FC236}">
                <a16:creationId xmlns:a16="http://schemas.microsoft.com/office/drawing/2014/main" id="{67C0F0EF-D4DF-4D9C-96A8-1E7B00EADA6B}"/>
              </a:ext>
            </a:extLst>
          </p:cNvPr>
          <p:cNvSpPr txBox="1"/>
          <p:nvPr/>
        </p:nvSpPr>
        <p:spPr>
          <a:xfrm>
            <a:off x="2871508" y="5468023"/>
            <a:ext cx="3798938" cy="1282402"/>
          </a:xfrm>
          <a:prstGeom prst="rect">
            <a:avLst/>
          </a:prstGeom>
          <a:noFill/>
          <a:ln>
            <a:solidFill>
              <a:schemeClr val="bg1">
                <a:lumMod val="75000"/>
              </a:schemeClr>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594" marR="0" lvl="0" indent="-228594" algn="l" defTabSz="121917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sz="800" b="1" i="0" u="none" strike="noStrike" kern="1200" cap="none" spc="0" normalizeH="0" baseline="0" noProof="0">
                <a:ln>
                  <a:noFill/>
                </a:ln>
                <a:solidFill>
                  <a:prstClr val="black">
                    <a:lumMod val="50000"/>
                    <a:lumOff val="50000"/>
                  </a:prstClr>
                </a:solidFill>
                <a:effectLst/>
                <a:uLnTx/>
                <a:uFillTx/>
                <a:latin typeface="Calibri"/>
                <a:ea typeface="+mn-ea"/>
                <a:cs typeface="+mn-cs"/>
              </a:rPr>
              <a:t>Timeline: </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1-3 months delay or potential delay;</a:t>
            </a:r>
            <a:endParaRPr kumimoji="0" lang="en-US" sz="800" b="0" i="0" u="none" strike="sngStrike" kern="1200" cap="none" spc="0" normalizeH="0" baseline="0" noProof="0">
              <a:ln>
                <a:noFill/>
              </a:ln>
              <a:solidFill>
                <a:prstClr val="black">
                  <a:lumMod val="50000"/>
                  <a:lumOff val="50000"/>
                </a:prstClr>
              </a:solidFill>
              <a:effectLst/>
              <a:uLnTx/>
              <a:uFillTx/>
              <a:latin typeface="Calibri"/>
              <a:ea typeface="+mn-ea"/>
              <a:cs typeface="+mn-cs"/>
            </a:endParaRPr>
          </a:p>
          <a:p>
            <a:pPr marL="228594" marR="0" lvl="0" indent="-228594" algn="l" defTabSz="121917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sz="800" b="1" i="0" u="none" strike="noStrike" kern="1200" cap="none" spc="0" normalizeH="0" baseline="0" noProof="0">
                <a:ln>
                  <a:noFill/>
                </a:ln>
                <a:solidFill>
                  <a:prstClr val="black">
                    <a:lumMod val="50000"/>
                    <a:lumOff val="50000"/>
                  </a:prstClr>
                </a:solidFill>
                <a:effectLst/>
                <a:uLnTx/>
                <a:uFillTx/>
                <a:latin typeface="Calibri"/>
                <a:ea typeface="+mn-ea"/>
                <a:cs typeface="+mn-cs"/>
              </a:rPr>
              <a:t>Strategic issue: </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global strategy uncertain; </a:t>
            </a:r>
            <a:r>
              <a:rPr kumimoji="0" lang="en-US" altLang="zh-CN" sz="800" b="0" i="0" u="none" strike="noStrike" kern="1200" cap="none" spc="0" normalizeH="0" baseline="0" noProof="0">
                <a:ln>
                  <a:noFill/>
                </a:ln>
                <a:solidFill>
                  <a:prstClr val="black">
                    <a:lumMod val="50000"/>
                    <a:lumOff val="50000"/>
                  </a:prstClr>
                </a:solidFill>
                <a:effectLst/>
                <a:uLnTx/>
                <a:uFillTx/>
                <a:latin typeface="Boehringer Forward Text"/>
                <a:ea typeface="+mn-ea"/>
                <a:cs typeface="+mn-cs"/>
              </a:rPr>
              <a:t>China integration/development at risk, insufficient China sample size</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 </a:t>
            </a:r>
            <a:r>
              <a:rPr kumimoji="0" lang="en-US" sz="800" b="0" i="0" u="none" strike="sngStrike" kern="1200" cap="none" spc="0" normalizeH="0" baseline="0" noProof="0">
                <a:ln>
                  <a:noFill/>
                </a:ln>
                <a:solidFill>
                  <a:prstClr val="black">
                    <a:lumMod val="50000"/>
                    <a:lumOff val="50000"/>
                  </a:prstClr>
                </a:solidFill>
                <a:effectLst/>
                <a:uLnTx/>
                <a:uFillTx/>
                <a:latin typeface="Calibri"/>
                <a:ea typeface="+mn-ea"/>
                <a:cs typeface="+mn-cs"/>
              </a:rPr>
              <a:t> </a:t>
            </a:r>
          </a:p>
          <a:p>
            <a:pPr marL="228594" marR="0" lvl="0" indent="-228594" algn="l" defTabSz="121917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sz="800" b="1" i="0" u="none" strike="noStrike" kern="1200" cap="none" spc="0" normalizeH="0" baseline="0" noProof="0">
                <a:ln>
                  <a:noFill/>
                </a:ln>
                <a:solidFill>
                  <a:prstClr val="black">
                    <a:lumMod val="50000"/>
                    <a:lumOff val="50000"/>
                  </a:prstClr>
                </a:solidFill>
                <a:effectLst/>
                <a:uLnTx/>
                <a:uFillTx/>
                <a:latin typeface="Calibri"/>
                <a:ea typeface="+mn-ea"/>
                <a:cs typeface="+mn-cs"/>
              </a:rPr>
              <a:t>Operational issue: </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slow enrollment, compliance rate lower than plan;</a:t>
            </a:r>
            <a:endParaRPr kumimoji="0" lang="en-US" sz="800" b="0" i="0" u="none" strike="sngStrike" kern="1200" cap="none" spc="0" normalizeH="0" baseline="0" noProof="0">
              <a:ln>
                <a:noFill/>
              </a:ln>
              <a:solidFill>
                <a:prstClr val="black">
                  <a:lumMod val="50000"/>
                  <a:lumOff val="50000"/>
                </a:prstClr>
              </a:solidFill>
              <a:effectLst/>
              <a:uLnTx/>
              <a:uFillTx/>
              <a:latin typeface="Calibri"/>
              <a:ea typeface="+mn-ea"/>
              <a:cs typeface="+mn-cs"/>
            </a:endParaRPr>
          </a:p>
          <a:p>
            <a:pPr marL="228594" marR="0" lvl="0" indent="-228594" algn="l" defTabSz="121917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sz="800" b="1" i="0" u="none" strike="noStrike" kern="1200" cap="none" spc="0" normalizeH="0" baseline="0" noProof="0">
                <a:ln>
                  <a:noFill/>
                </a:ln>
                <a:solidFill>
                  <a:prstClr val="black">
                    <a:lumMod val="50000"/>
                    <a:lumOff val="50000"/>
                  </a:prstClr>
                </a:solidFill>
                <a:effectLst/>
                <a:uLnTx/>
                <a:uFillTx/>
                <a:latin typeface="Calibri"/>
                <a:ea typeface="+mn-ea"/>
                <a:cs typeface="+mn-cs"/>
              </a:rPr>
              <a:t>Regulatory issue: </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technical and/or dossier issues and/or deficiency letter with potential impact to approval and/or approval timeline;</a:t>
            </a:r>
          </a:p>
          <a:p>
            <a:pPr marL="228594" marR="0" lvl="0" indent="-228594" algn="l" defTabSz="121917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sz="800" b="1" i="0" u="none" strike="noStrike" kern="1200" cap="none" spc="0" normalizeH="0" baseline="0" noProof="0">
                <a:ln>
                  <a:noFill/>
                </a:ln>
                <a:solidFill>
                  <a:prstClr val="black">
                    <a:lumMod val="50000"/>
                    <a:lumOff val="50000"/>
                  </a:prstClr>
                </a:solidFill>
                <a:effectLst/>
                <a:uLnTx/>
                <a:uFillTx/>
                <a:latin typeface="Calibri"/>
                <a:ea typeface="+mn-ea"/>
                <a:cs typeface="+mn-cs"/>
              </a:rPr>
              <a:t>Quality:</a:t>
            </a:r>
            <a:r>
              <a:rPr kumimoji="0" lang="zh-CN" altLang="en-US" sz="800" b="1" i="0" u="none" strike="noStrike" kern="1200" cap="none" spc="0" normalizeH="0" baseline="0" noProof="0">
                <a:ln>
                  <a:noFill/>
                </a:ln>
                <a:solidFill>
                  <a:prstClr val="black">
                    <a:lumMod val="50000"/>
                    <a:lumOff val="50000"/>
                  </a:prstClr>
                </a:solidFill>
                <a:effectLst/>
                <a:uLnTx/>
                <a:uFillTx/>
                <a:latin typeface="Calibri"/>
                <a:ea typeface="等线" panose="02010600030101010101" pitchFamily="2" charset="-122"/>
                <a:cs typeface="+mn-cs"/>
              </a:rPr>
              <a:t> </a:t>
            </a:r>
            <a:r>
              <a:rPr kumimoji="0" lang="en-US" altLang="zh-CN" sz="800" b="0" i="0" u="none" strike="noStrike" kern="1200" cap="none" spc="0" normalizeH="0" baseline="0" noProof="0">
                <a:ln>
                  <a:noFill/>
                </a:ln>
                <a:solidFill>
                  <a:prstClr val="black">
                    <a:lumMod val="50000"/>
                    <a:lumOff val="50000"/>
                  </a:prstClr>
                </a:solidFill>
                <a:effectLst/>
                <a:uLnTx/>
                <a:uFillTx/>
                <a:latin typeface="Calibri"/>
                <a:ea typeface="等线" panose="02010600030101010101" pitchFamily="2" charset="-122"/>
                <a:cs typeface="+mn-cs"/>
              </a:rPr>
              <a:t>3 major site audit observations,  inspection readiness with significant issues; major NC report</a:t>
            </a:r>
            <a:endPar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endParaRPr>
          </a:p>
        </p:txBody>
      </p:sp>
      <p:graphicFrame>
        <p:nvGraphicFramePr>
          <p:cNvPr id="2" name="Table 1"/>
          <p:cNvGraphicFramePr>
            <a:graphicFrameLocks noGrp="1"/>
          </p:cNvGraphicFramePr>
          <p:nvPr/>
        </p:nvGraphicFramePr>
        <p:xfrm>
          <a:off x="295496" y="1038603"/>
          <a:ext cx="11782759" cy="4415182"/>
        </p:xfrm>
        <a:graphic>
          <a:graphicData uri="http://schemas.openxmlformats.org/drawingml/2006/table">
            <a:tbl>
              <a:tblPr firstRow="1" bandRow="1">
                <a:tableStyleId>{5C22544A-7EE6-4342-B048-85BDC9FD1C3A}</a:tableStyleId>
              </a:tblPr>
              <a:tblGrid>
                <a:gridCol w="637239">
                  <a:extLst>
                    <a:ext uri="{9D8B030D-6E8A-4147-A177-3AD203B41FA5}">
                      <a16:colId xmlns:a16="http://schemas.microsoft.com/office/drawing/2014/main" val="581867500"/>
                    </a:ext>
                  </a:extLst>
                </a:gridCol>
                <a:gridCol w="2147922">
                  <a:extLst>
                    <a:ext uri="{9D8B030D-6E8A-4147-A177-3AD203B41FA5}">
                      <a16:colId xmlns:a16="http://schemas.microsoft.com/office/drawing/2014/main" val="3392754391"/>
                    </a:ext>
                  </a:extLst>
                </a:gridCol>
                <a:gridCol w="261257">
                  <a:extLst>
                    <a:ext uri="{9D8B030D-6E8A-4147-A177-3AD203B41FA5}">
                      <a16:colId xmlns:a16="http://schemas.microsoft.com/office/drawing/2014/main" val="3204713827"/>
                    </a:ext>
                  </a:extLst>
                </a:gridCol>
                <a:gridCol w="3377863">
                  <a:extLst>
                    <a:ext uri="{9D8B030D-6E8A-4147-A177-3AD203B41FA5}">
                      <a16:colId xmlns:a16="http://schemas.microsoft.com/office/drawing/2014/main" val="3736041554"/>
                    </a:ext>
                  </a:extLst>
                </a:gridCol>
                <a:gridCol w="2615278">
                  <a:extLst>
                    <a:ext uri="{9D8B030D-6E8A-4147-A177-3AD203B41FA5}">
                      <a16:colId xmlns:a16="http://schemas.microsoft.com/office/drawing/2014/main" val="924445967"/>
                    </a:ext>
                  </a:extLst>
                </a:gridCol>
                <a:gridCol w="2743200">
                  <a:extLst>
                    <a:ext uri="{9D8B030D-6E8A-4147-A177-3AD203B41FA5}">
                      <a16:colId xmlns:a16="http://schemas.microsoft.com/office/drawing/2014/main" val="3642301764"/>
                    </a:ext>
                  </a:extLst>
                </a:gridCol>
              </a:tblGrid>
              <a:tr h="411851">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a:latin typeface="Boehringer Forward Text (Body)"/>
                        </a:rPr>
                        <a:t>TA </a:t>
                      </a:r>
                    </a:p>
                  </a:txBody>
                  <a:tcPr marL="121920" marR="121920" marT="60960" marB="60960"/>
                </a:tc>
                <a:tc gridSpan="2">
                  <a:txBody>
                    <a:bodyPr/>
                    <a:lstStyle/>
                    <a:p>
                      <a:pPr algn="ctr"/>
                      <a:r>
                        <a:rPr lang="en-US" altLang="zh-CN" sz="1050" baseline="0">
                          <a:latin typeface="Boehringer Forward Text (Body)"/>
                        </a:rPr>
                        <a:t>Ongoing</a:t>
                      </a:r>
                      <a:endParaRPr lang="en-US" sz="1050">
                        <a:latin typeface="Boehringer Forward Text (Body)"/>
                      </a:endParaRPr>
                    </a:p>
                  </a:txBody>
                  <a:tcPr marL="121920" marR="121920" marT="60960" marB="60960" anchor="ctr"/>
                </a:tc>
                <a:tc hMerge="1">
                  <a:txBody>
                    <a:bodyPr/>
                    <a:lstStyle/>
                    <a:p>
                      <a:pPr algn="ctr"/>
                      <a:endParaRPr lang="en-US" sz="2000">
                        <a:latin typeface="+mn-lt"/>
                      </a:endParaRPr>
                    </a:p>
                  </a:txBody>
                  <a:tcPr marL="121920" marR="121920" marT="60960" marB="6096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aseline="0">
                          <a:latin typeface="Boehringer Forward Text (Body)"/>
                        </a:rPr>
                        <a:t>Endorsed</a:t>
                      </a:r>
                      <a:endParaRPr lang="en-US" altLang="zh-CN" sz="1050">
                        <a:latin typeface="Boehringer Forward Text (Body)"/>
                      </a:endParaRPr>
                    </a:p>
                  </a:txBody>
                  <a:tcPr marL="121920" marR="121920" marT="60960" marB="6096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a:latin typeface="Boehringer Forward Text (Body)"/>
                        </a:rPr>
                        <a:t>Under evaluation</a:t>
                      </a:r>
                    </a:p>
                  </a:txBody>
                  <a:tcPr marL="121920" marR="121920" marT="60960" marB="6096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a:latin typeface="Boehringer Forward Text (Body)"/>
                        </a:rPr>
                        <a:t>Next wave</a:t>
                      </a:r>
                    </a:p>
                  </a:txBody>
                  <a:tcPr marL="121920" marR="121920" marT="60960" marB="60960" anchor="ctr"/>
                </a:tc>
                <a:extLst>
                  <a:ext uri="{0D108BD9-81ED-4DB2-BD59-A6C34878D82A}">
                    <a16:rowId xmlns:a16="http://schemas.microsoft.com/office/drawing/2014/main" val="2380322096"/>
                  </a:ext>
                </a:extLst>
              </a:tr>
              <a:tr h="664106">
                <a:tc rowSpan="6">
                  <a:txBody>
                    <a:bodyPr/>
                    <a:lstStyle/>
                    <a:p>
                      <a:pPr marL="0" algn="ctr" defTabSz="914400" rtl="0" eaLnBrk="1" latinLnBrk="0" hangingPunct="1"/>
                      <a:r>
                        <a:rPr lang="en-US" altLang="zh-CN" sz="900" strike="noStrike" kern="1200">
                          <a:solidFill>
                            <a:schemeClr val="tx1"/>
                          </a:solidFill>
                          <a:latin typeface="Boehringer Forward Text (Body)"/>
                          <a:ea typeface="+mn-ea"/>
                          <a:cs typeface="+mn-cs"/>
                        </a:rPr>
                        <a:t>CREA</a:t>
                      </a:r>
                      <a:endParaRPr lang="zh-CN" altLang="en-US" sz="900" strike="noStrike" kern="1200">
                        <a:solidFill>
                          <a:schemeClr val="tx1"/>
                        </a:solidFill>
                        <a:latin typeface="Boehringer Forward Text (Body)"/>
                        <a:ea typeface="+mn-ea"/>
                        <a:cs typeface="+mn-cs"/>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noProof="0" err="1">
                          <a:solidFill>
                            <a:schemeClr val="tx1"/>
                          </a:solidFill>
                          <a:latin typeface="Boehringer Forward Text (Body)"/>
                          <a:ea typeface="+mn-ea"/>
                          <a:cs typeface="+mn-cs"/>
                        </a:rPr>
                        <a:t>Iclepertin</a:t>
                      </a:r>
                      <a:r>
                        <a:rPr lang="en-US" altLang="zh-CN" sz="900" strike="noStrike" kern="1200" noProof="0">
                          <a:solidFill>
                            <a:schemeClr val="tx1"/>
                          </a:solidFill>
                          <a:latin typeface="Boehringer Forward Text (Body)"/>
                          <a:ea typeface="+mn-ea"/>
                          <a:cs typeface="+mn-cs"/>
                        </a:rPr>
                        <a:t> </a:t>
                      </a:r>
                      <a:r>
                        <a:rPr lang="en-US" altLang="zh-CN" sz="900" strike="noStrike" kern="1200">
                          <a:solidFill>
                            <a:schemeClr val="tx1"/>
                          </a:solidFill>
                          <a:latin typeface="Boehringer Forward Text (Body)"/>
                          <a:ea typeface="+mn-ea"/>
                          <a:cs typeface="+mn-cs"/>
                        </a:rPr>
                        <a:t>(GlyT1)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a:solidFill>
                            <a:schemeClr val="tx1"/>
                          </a:solidFill>
                          <a:latin typeface="Boehringer Forward Text (Body)"/>
                          <a:ea typeface="+mn-ea"/>
                          <a:cs typeface="+mn-cs"/>
                        </a:rPr>
                        <a:t>CIAS – Ph3 </a:t>
                      </a:r>
                    </a:p>
                  </a:txBody>
                  <a:tcPr marL="121920" marR="121920" marT="60960" marB="60960" anchor="ctr">
                    <a:solidFill>
                      <a:srgbClr val="CCCDC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900" strike="noStrike" kern="1200">
                        <a:solidFill>
                          <a:schemeClr val="tx1"/>
                        </a:solidFill>
                        <a:latin typeface="Boehringer Forward Text (Body)"/>
                        <a:ea typeface="+mn-ea"/>
                        <a:cs typeface="+mn-cs"/>
                      </a:endParaRPr>
                    </a:p>
                  </a:txBody>
                  <a:tcPr marL="0" marR="0" marT="0" marB="0" anchor="ctr">
                    <a:solidFill>
                      <a:srgbClr val="00B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900">
                          <a:solidFill>
                            <a:schemeClr val="bg1">
                              <a:lumMod val="50000"/>
                            </a:schemeClr>
                          </a:solidFill>
                          <a:latin typeface="Boehringer Forward Text (Body)"/>
                        </a:rPr>
                        <a:t>BI 1358894 (TRPC4/5)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900">
                          <a:solidFill>
                            <a:schemeClr val="bg1">
                              <a:lumMod val="50000"/>
                            </a:schemeClr>
                          </a:solidFill>
                          <a:latin typeface="Boehringer Forward Text (Body)"/>
                        </a:rPr>
                        <a:t>PTSD – Ph3</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tx1"/>
                          </a:solidFill>
                          <a:latin typeface="Boehringer Forward Text (Body)"/>
                          <a:ea typeface="+mn-ea"/>
                          <a:cs typeface="Calibri" panose="020F0502020204030204" pitchFamily="34" charset="0"/>
                        </a:rPr>
                        <a:t>CT-155 (</a:t>
                      </a:r>
                      <a:r>
                        <a:rPr lang="en-US" altLang="zh-CN" sz="900" kern="1200" err="1">
                          <a:solidFill>
                            <a:schemeClr val="tx1"/>
                          </a:solidFill>
                          <a:latin typeface="Boehringer Forward Text (Body)"/>
                          <a:ea typeface="+mn-ea"/>
                          <a:cs typeface="Calibri" panose="020F0502020204030204" pitchFamily="34" charset="0"/>
                        </a:rPr>
                        <a:t>DTx</a:t>
                      </a:r>
                      <a:r>
                        <a:rPr lang="en-US" altLang="zh-CN" sz="900" kern="1200">
                          <a:solidFill>
                            <a:schemeClr val="tx1"/>
                          </a:solidFill>
                          <a:latin typeface="Boehringer Forward Text (Body)"/>
                          <a:ea typeface="+mn-ea"/>
                          <a:cs typeface="Calibri" panose="020F0502020204030204" pitchFamily="34" charset="0"/>
                        </a:rPr>
                        <a: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tx1"/>
                          </a:solidFill>
                          <a:latin typeface="Boehringer Forward Text (Body)"/>
                          <a:ea typeface="+mn-ea"/>
                          <a:cs typeface="Calibri" panose="020F0502020204030204" pitchFamily="34" charset="0"/>
                        </a:rPr>
                        <a:t>Negative symptom of Schizophrenia</a:t>
                      </a:r>
                    </a:p>
                  </a:txBody>
                  <a:tcPr anchor="ctr">
                    <a:solidFill>
                      <a:srgbClr val="CCCDC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900" kern="1200">
                          <a:solidFill>
                            <a:schemeClr val="bg1">
                              <a:lumMod val="50000"/>
                            </a:schemeClr>
                          </a:solidFill>
                          <a:latin typeface="Boehringer Forward Text (Body)"/>
                          <a:ea typeface="+mn-ea"/>
                          <a:cs typeface="+mn-cs"/>
                        </a:rPr>
                        <a:t>BIBF 1120 (Nintedanib IVT </a:t>
                      </a:r>
                      <a:r>
                        <a:rPr lang="en-US" altLang="zh-CN" sz="900" kern="1200">
                          <a:solidFill>
                            <a:schemeClr val="bg1">
                              <a:lumMod val="50000"/>
                            </a:schemeClr>
                          </a:solidFill>
                          <a:latin typeface="Boehringer Forward Text (Body)"/>
                          <a:ea typeface="+mn-ea"/>
                          <a:cs typeface="+mn-cs"/>
                        </a:rPr>
                        <a:t>(TKi) / wAMD</a:t>
                      </a:r>
                    </a:p>
                  </a:txBody>
                  <a:tcPr anchor="ctr"/>
                </a:tc>
                <a:extLst>
                  <a:ext uri="{0D108BD9-81ED-4DB2-BD59-A6C34878D82A}">
                    <a16:rowId xmlns:a16="http://schemas.microsoft.com/office/drawing/2014/main" val="2979161444"/>
                  </a:ext>
                </a:extLst>
              </a:tr>
              <a:tr h="966253">
                <a:tc vMerge="1">
                  <a:txBody>
                    <a:bodyPr/>
                    <a:lstStyle/>
                    <a:p>
                      <a:pPr marL="0" algn="ctr" defTabSz="914400" rtl="0" eaLnBrk="1" latinLnBrk="0" hangingPunct="1"/>
                      <a:endParaRPr lang="zh-CN" altLang="en-US" sz="1200" strike="noStrike" kern="1200">
                        <a:solidFill>
                          <a:schemeClr val="tx1"/>
                        </a:solidFill>
                        <a:latin typeface="+mn-lt"/>
                        <a:ea typeface="+mn-ea"/>
                        <a:cs typeface="+mn-cs"/>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a:solidFill>
                            <a:schemeClr val="bg1">
                              <a:lumMod val="50000"/>
                            </a:schemeClr>
                          </a:solidFill>
                          <a:latin typeface="Boehringer Forward Text (Body)"/>
                          <a:ea typeface="+mn-ea"/>
                          <a:cs typeface="+mn-cs"/>
                        </a:rPr>
                        <a:t>Metalyse (TNK)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a:solidFill>
                            <a:schemeClr val="bg1">
                              <a:lumMod val="50000"/>
                            </a:schemeClr>
                          </a:solidFill>
                          <a:latin typeface="Boehringer Forward Text (Body)"/>
                          <a:ea typeface="+mn-ea"/>
                          <a:cs typeface="+mn-cs"/>
                        </a:rPr>
                        <a:t>AIS – Ph3</a:t>
                      </a:r>
                    </a:p>
                  </a:txBody>
                  <a:tcPr marL="121920" marR="121920" marT="60960" marB="60960" anchor="ctr">
                    <a:solidFill>
                      <a:srgbClr val="E7E8E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900" strike="noStrike" kern="1200">
                        <a:solidFill>
                          <a:schemeClr val="tx1"/>
                        </a:solidFill>
                        <a:latin typeface="Boehringer Forward Text (Body)"/>
                        <a:ea typeface="+mn-ea"/>
                        <a:cs typeface="+mn-cs"/>
                      </a:endParaRPr>
                    </a:p>
                  </a:txBody>
                  <a:tcPr marL="0" marR="0" marT="0" marB="0" anchor="ctr">
                    <a:solidFill>
                      <a:srgbClr val="00B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tx1"/>
                          </a:solidFill>
                          <a:latin typeface="Boehringer Forward Text (Body)"/>
                          <a:ea typeface="+mn-ea"/>
                          <a:cs typeface="+mn-cs"/>
                        </a:rPr>
                        <a:t>BI 1358894 (TRPC4/5)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tx1"/>
                          </a:solidFill>
                          <a:latin typeface="Boehringer Forward Text (Body)"/>
                          <a:ea typeface="+mn-ea"/>
                          <a:cs typeface="+mn-cs"/>
                        </a:rPr>
                        <a:t>MDD </a:t>
                      </a:r>
                      <a:r>
                        <a:rPr lang="en-US" altLang="zh-CN" sz="900" strike="noStrike" kern="1200">
                          <a:solidFill>
                            <a:schemeClr val="tx1"/>
                          </a:solidFill>
                          <a:latin typeface="Boehringer Forward Text (Body)"/>
                          <a:ea typeface="+mn-ea"/>
                          <a:cs typeface="+mn-cs"/>
                        </a:rPr>
                        <a:t>–</a:t>
                      </a:r>
                      <a:r>
                        <a:rPr lang="en-US" altLang="zh-CN" sz="900" kern="1200">
                          <a:solidFill>
                            <a:schemeClr val="tx1"/>
                          </a:solidFill>
                          <a:latin typeface="Boehringer Forward Text (Body)"/>
                          <a:ea typeface="+mn-ea"/>
                          <a:cs typeface="+mn-cs"/>
                        </a:rPr>
                        <a:t> Ph3</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900" kern="1200">
                          <a:solidFill>
                            <a:srgbClr val="FF0000"/>
                          </a:solidFill>
                          <a:latin typeface="Boehringer Forward Text (Body)"/>
                          <a:ea typeface="+mn-ea"/>
                          <a:cs typeface="+mn-cs"/>
                        </a:rPr>
                        <a:t>Ph2 TLR: Efficacy - failed to separate from placebo on MADRS change from baseline at Week 6</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900" kern="1200">
                          <a:solidFill>
                            <a:srgbClr val="FF0000"/>
                          </a:solidFill>
                          <a:latin typeface="Boehringer Forward Text (Body)"/>
                          <a:ea typeface="+mn-ea"/>
                          <a:cs typeface="+mn-cs"/>
                        </a:rPr>
                        <a:t>AT to propose Asset Termination in Apr’s HPSC</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bg1">
                              <a:lumMod val="50000"/>
                            </a:schemeClr>
                          </a:solidFill>
                          <a:latin typeface="Boehringer Forward Text (Body)"/>
                          <a:ea typeface="+mn-ea"/>
                          <a:cs typeface="+mn-cs"/>
                        </a:rPr>
                        <a:t>BI 1815368 (PKKi)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bg1">
                              <a:lumMod val="50000"/>
                            </a:schemeClr>
                          </a:solidFill>
                          <a:latin typeface="Boehringer Forward Text (Body)"/>
                          <a:ea typeface="+mn-ea"/>
                          <a:cs typeface="+mn-cs"/>
                        </a:rPr>
                        <a:t>wAMD prevention  - CN: Ph2</a:t>
                      </a:r>
                    </a:p>
                  </a:txBody>
                  <a:tcPr anchor="ctr">
                    <a:solidFill>
                      <a:srgbClr val="E7E8E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tx1"/>
                          </a:solidFill>
                          <a:latin typeface="Boehringer Forward Text (Body)"/>
                          <a:ea typeface="+mn-ea"/>
                          <a:cs typeface="+mn-cs"/>
                        </a:rPr>
                        <a:t>BI 3031185 (mGluR4 NAM)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tx1"/>
                          </a:solidFill>
                          <a:latin typeface="Boehringer Forward Text (Body)"/>
                          <a:ea typeface="+mn-ea"/>
                          <a:cs typeface="+mn-cs"/>
                        </a:rPr>
                        <a:t>Impulsivity</a:t>
                      </a:r>
                    </a:p>
                  </a:txBody>
                  <a:tcPr anchor="ctr"/>
                </a:tc>
                <a:extLst>
                  <a:ext uri="{0D108BD9-81ED-4DB2-BD59-A6C34878D82A}">
                    <a16:rowId xmlns:a16="http://schemas.microsoft.com/office/drawing/2014/main" val="3296372683"/>
                  </a:ext>
                </a:extLst>
              </a:tr>
              <a:tr h="851632">
                <a:tc vMerge="1">
                  <a:txBody>
                    <a:bodyPr/>
                    <a:lstStyle/>
                    <a:p>
                      <a:pPr marL="0" algn="ctr" defTabSz="914400" rtl="0" eaLnBrk="1" latinLnBrk="0" hangingPunct="1"/>
                      <a:endParaRPr lang="zh-CN" altLang="en-US" sz="1200" strike="noStrike" kern="1200">
                        <a:solidFill>
                          <a:schemeClr val="tx1"/>
                        </a:solidFill>
                        <a:latin typeface="+mn-lt"/>
                        <a:ea typeface="+mn-ea"/>
                        <a:cs typeface="+mn-cs"/>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tx1"/>
                          </a:solidFill>
                          <a:latin typeface="Boehringer Forward Text (Body)"/>
                          <a:ea typeface="+mn-ea"/>
                          <a:cs typeface="+mn-cs"/>
                        </a:rPr>
                        <a:t>BI 1569912 (NR2B NAM)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tx1"/>
                          </a:solidFill>
                          <a:latin typeface="Boehringer Forward Text (Body)"/>
                          <a:ea typeface="+mn-ea"/>
                          <a:cs typeface="+mn-cs"/>
                        </a:rPr>
                        <a:t>MDD adjunct– Ph2 (FOT)</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900" i="0" kern="1200">
                        <a:solidFill>
                          <a:schemeClr val="tx1"/>
                        </a:solidFill>
                        <a:latin typeface="Boehringer Forward Text (Body)"/>
                        <a:ea typeface="+mn-ea"/>
                        <a:cs typeface="+mn-cs"/>
                      </a:endParaRPr>
                    </a:p>
                  </a:txBody>
                  <a:tcPr marL="0" marR="0" marT="0" marB="0" anchor="ctr">
                    <a:solidFill>
                      <a:srgbClr val="00B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bg1">
                              <a:lumMod val="50000"/>
                            </a:schemeClr>
                          </a:solidFill>
                          <a:latin typeface="Boehringer Forward Text (Body)"/>
                          <a:ea typeface="+mn-ea"/>
                          <a:cs typeface="+mn-cs"/>
                        </a:rPr>
                        <a:t>BI 764524 (anti-SEMA 3A)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bg1">
                              <a:lumMod val="50000"/>
                            </a:schemeClr>
                          </a:solidFill>
                          <a:latin typeface="Boehringer Forward Text (Body)"/>
                          <a:ea typeface="+mn-ea"/>
                          <a:cs typeface="+mn-cs"/>
                        </a:rPr>
                        <a:t>DR – CN: Ph3</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bg1">
                              <a:lumMod val="50000"/>
                            </a:schemeClr>
                          </a:solidFill>
                          <a:latin typeface="Boehringer Forward Text (Body)"/>
                          <a:ea typeface="+mn-ea"/>
                          <a:cs typeface="+mn-cs"/>
                        </a:rPr>
                        <a:t>BI 1584862 (PAFR antagonist)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bg1">
                              <a:lumMod val="50000"/>
                            </a:schemeClr>
                          </a:solidFill>
                          <a:latin typeface="Boehringer Forward Text (Body)"/>
                          <a:ea typeface="+mn-ea"/>
                          <a:cs typeface="+mn-cs"/>
                        </a:rPr>
                        <a:t>GA – CN: Ph2. </a:t>
                      </a:r>
                    </a:p>
                  </a:txBody>
                  <a:tcPr anchor="ctr">
                    <a:solidFill>
                      <a:srgbClr val="CCCDC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noProof="0" err="1">
                          <a:solidFill>
                            <a:schemeClr val="tx1"/>
                          </a:solidFill>
                          <a:latin typeface="Boehringer Forward Text (Body)"/>
                          <a:ea typeface="+mn-ea"/>
                          <a:cs typeface="+mn-cs"/>
                        </a:rPr>
                        <a:t>Iclepertin</a:t>
                      </a:r>
                      <a:r>
                        <a:rPr lang="en-US" altLang="zh-CN" sz="900" strike="noStrike" kern="1200" noProof="0">
                          <a:solidFill>
                            <a:schemeClr val="tx1"/>
                          </a:solidFill>
                          <a:latin typeface="Boehringer Forward Text (Body)"/>
                          <a:ea typeface="+mn-ea"/>
                          <a:cs typeface="+mn-cs"/>
                        </a:rPr>
                        <a:t> </a:t>
                      </a:r>
                      <a:r>
                        <a:rPr lang="en-US" altLang="zh-CN" sz="900" strike="noStrike" kern="1200">
                          <a:solidFill>
                            <a:schemeClr val="tx1"/>
                          </a:solidFill>
                          <a:latin typeface="Boehringer Forward Text (Body)"/>
                          <a:ea typeface="+mn-ea"/>
                          <a:cs typeface="+mn-cs"/>
                        </a:rPr>
                        <a:t>(GlyT1) / LAI for CIAS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a:solidFill>
                            <a:schemeClr val="tx1"/>
                          </a:solidFill>
                          <a:latin typeface="Boehringer Forward Text (Body)"/>
                          <a:ea typeface="+mn-ea"/>
                          <a:cs typeface="+mn-cs"/>
                        </a:rPr>
                        <a:t>PMO </a:t>
                      </a:r>
                    </a:p>
                  </a:txBody>
                  <a:tcPr anchor="ctr">
                    <a:solidFill>
                      <a:srgbClr val="CCCDCD"/>
                    </a:solidFill>
                  </a:tcPr>
                </a:tc>
                <a:extLst>
                  <a:ext uri="{0D108BD9-81ED-4DB2-BD59-A6C34878D82A}">
                    <a16:rowId xmlns:a16="http://schemas.microsoft.com/office/drawing/2014/main" val="1047965623"/>
                  </a:ext>
                </a:extLst>
              </a:tr>
              <a:tr h="478777">
                <a:tc vMerge="1">
                  <a:txBody>
                    <a:bodyPr/>
                    <a:lstStyle/>
                    <a:p>
                      <a:pPr marL="0" algn="ctr" defTabSz="914400" rtl="0" eaLnBrk="1" latinLnBrk="0" hangingPunct="1"/>
                      <a:endParaRPr lang="zh-CN" altLang="en-US" sz="1200" strike="noStrike" kern="1200">
                        <a:solidFill>
                          <a:schemeClr val="tx1"/>
                        </a:solidFill>
                        <a:latin typeface="+mn-lt"/>
                        <a:ea typeface="+mn-ea"/>
                        <a:cs typeface="+mn-cs"/>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900" kern="1200">
                        <a:solidFill>
                          <a:schemeClr val="tx1"/>
                        </a:solidFill>
                        <a:latin typeface="Boehringer Forward Text (Body)"/>
                        <a:ea typeface="+mn-ea"/>
                        <a:cs typeface="+mn-cs"/>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900" kern="1200">
                        <a:solidFill>
                          <a:srgbClr val="E7E8E8"/>
                        </a:solidFill>
                        <a:latin typeface="Boehringer Forward Text (Body)"/>
                        <a:ea typeface="+mn-ea"/>
                        <a:cs typeface="+mn-cs"/>
                      </a:endParaRPr>
                    </a:p>
                  </a:txBody>
                  <a:tcPr marL="0" marR="0" marT="0" marB="0" anchor="ctr">
                    <a:solidFill>
                      <a:srgbClr val="E7E8E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900" kern="1200">
                        <a:solidFill>
                          <a:schemeClr val="tx1"/>
                        </a:solidFill>
                        <a:latin typeface="Boehringer Forward Text (Body)"/>
                        <a:ea typeface="+mn-ea"/>
                        <a:cs typeface="+mn-cs"/>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a:solidFill>
                            <a:schemeClr val="bg1">
                              <a:lumMod val="50000"/>
                            </a:schemeClr>
                          </a:solidFill>
                          <a:latin typeface="Boehringer Forward Text (Body)"/>
                          <a:ea typeface="+mn-ea"/>
                          <a:cs typeface="+mn-cs"/>
                        </a:rPr>
                        <a:t>BI 771716 (anti-C3)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a:solidFill>
                            <a:schemeClr val="bg1">
                              <a:lumMod val="50000"/>
                            </a:schemeClr>
                          </a:solidFill>
                          <a:latin typeface="Boehringer Forward Text (Body)"/>
                          <a:ea typeface="+mn-ea"/>
                          <a:cs typeface="+mn-cs"/>
                        </a:rPr>
                        <a:t>GA</a:t>
                      </a:r>
                      <a:r>
                        <a:rPr lang="en-US" altLang="zh-CN" sz="900" kern="1200">
                          <a:solidFill>
                            <a:schemeClr val="bg1">
                              <a:lumMod val="50000"/>
                            </a:schemeClr>
                          </a:solidFill>
                          <a:latin typeface="Boehringer Forward Text (Body)"/>
                          <a:ea typeface="+mn-ea"/>
                          <a:cs typeface="+mn-cs"/>
                        </a:rPr>
                        <a:t>– CN: Ph2/Ph3</a:t>
                      </a:r>
                    </a:p>
                  </a:txBody>
                  <a:tcPr anchor="ctr">
                    <a:lnB w="12700" cap="flat" cmpd="sng" algn="ctr">
                      <a:solidFill>
                        <a:schemeClr val="bg1"/>
                      </a:solidFill>
                      <a:prstDash val="solid"/>
                      <a:round/>
                      <a:headEnd type="none" w="med" len="med"/>
                      <a:tailEnd type="none" w="med" len="med"/>
                    </a:lnB>
                    <a:solidFill>
                      <a:srgbClr val="E7E8E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a:solidFill>
                            <a:schemeClr val="tx1"/>
                          </a:solidFill>
                          <a:latin typeface="Boehringer Forward Text (Body)"/>
                          <a:ea typeface="+mn-ea"/>
                          <a:cs typeface="+mn-cs"/>
                        </a:rPr>
                        <a:t>BI 3776528 (SSTR4 ago.) / CI PSD (Cognitive Impairment in </a:t>
                      </a:r>
                      <a:r>
                        <a:rPr lang="en-US" sz="900">
                          <a:solidFill>
                            <a:schemeClr val="tx1"/>
                          </a:solidFill>
                          <a:latin typeface="Boehringer Forward Text (Body)"/>
                        </a:rPr>
                        <a:t>Psychosis Spectrum Disorders</a:t>
                      </a:r>
                      <a:r>
                        <a:rPr lang="en-US" altLang="zh-CN" sz="900" strike="noStrike" kern="1200">
                          <a:solidFill>
                            <a:schemeClr val="tx1"/>
                          </a:solidFill>
                          <a:latin typeface="Boehringer Forward Text (Body)"/>
                          <a:ea typeface="+mn-ea"/>
                          <a:cs typeface="+mn-cs"/>
                        </a:rPr>
                        <a:t>)</a:t>
                      </a:r>
                    </a:p>
                  </a:txBody>
                  <a:tcPr anchor="ctr">
                    <a:solidFill>
                      <a:srgbClr val="E7E8EA"/>
                    </a:solidFill>
                  </a:tcPr>
                </a:tc>
                <a:extLst>
                  <a:ext uri="{0D108BD9-81ED-4DB2-BD59-A6C34878D82A}">
                    <a16:rowId xmlns:a16="http://schemas.microsoft.com/office/drawing/2014/main" val="1564524611"/>
                  </a:ext>
                </a:extLst>
              </a:tr>
              <a:tr h="664106">
                <a:tc vMerge="1">
                  <a:txBody>
                    <a:bodyPr/>
                    <a:lstStyle/>
                    <a:p>
                      <a:pPr marL="0" algn="ctr" defTabSz="914400" rtl="0" eaLnBrk="1" latinLnBrk="0" hangingPunct="1"/>
                      <a:endParaRPr lang="zh-CN" altLang="en-US" sz="1200" strike="noStrike" kern="1200">
                        <a:solidFill>
                          <a:schemeClr val="tx1"/>
                        </a:solidFill>
                        <a:latin typeface="+mn-lt"/>
                        <a:ea typeface="+mn-ea"/>
                        <a:cs typeface="+mn-cs"/>
                      </a:endParaRPr>
                    </a:p>
                  </a:txBody>
                  <a:tcPr marL="121920" marR="121920" marT="60960" marB="60960" anchor="ctr"/>
                </a:tc>
                <a:tc>
                  <a:txBody>
                    <a:bodyPr/>
                    <a:lstStyle/>
                    <a:p>
                      <a:endParaRPr lang="zh-CN" altLang="en-US" sz="900">
                        <a:latin typeface="Boehringer Forward Text (Body)"/>
                      </a:endParaRPr>
                    </a:p>
                  </a:txBody>
                  <a:tcPr marL="121920" marR="121920" marT="60960" marB="60960" anchor="ctr">
                    <a:solidFill>
                      <a:srgbClr val="CCCDCD"/>
                    </a:solidFill>
                  </a:tcPr>
                </a:tc>
                <a:tc>
                  <a:txBody>
                    <a:bodyPr/>
                    <a:lstStyle/>
                    <a:p>
                      <a:endParaRPr lang="zh-CN" altLang="en-US" sz="900">
                        <a:latin typeface="Boehringer Forward Text (Body)"/>
                      </a:endParaRPr>
                    </a:p>
                  </a:txBody>
                  <a:tcPr marL="0" marR="0" marT="0" marB="0" anchor="ctr">
                    <a:solidFill>
                      <a:srgbClr val="CCCDCD"/>
                    </a:solidFill>
                  </a:tcPr>
                </a:tc>
                <a:tc>
                  <a:txBody>
                    <a:bodyPr/>
                    <a:lstStyle/>
                    <a:p>
                      <a:endParaRPr lang="zh-CN" altLang="en-US" sz="900">
                        <a:solidFill>
                          <a:schemeClr val="tx1"/>
                        </a:solidFill>
                        <a:latin typeface="Boehringer Forward Text (Body)"/>
                      </a:endParaRPr>
                    </a:p>
                  </a:txBody>
                  <a:tcPr marL="121920" marR="121920" marT="60960" marB="60960" anchor="ctr">
                    <a:lnR w="12700" cap="flat" cmpd="sng" algn="ctr">
                      <a:solidFill>
                        <a:schemeClr val="bg1"/>
                      </a:solidFill>
                      <a:prstDash val="solid"/>
                      <a:round/>
                      <a:headEnd type="none" w="med" len="med"/>
                      <a:tailEnd type="none" w="med" len="med"/>
                    </a:lnR>
                    <a:solidFill>
                      <a:srgbClr val="CCCDC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a:solidFill>
                            <a:srgbClr val="0000CC"/>
                          </a:solidFill>
                          <a:latin typeface="Boehringer Forward Text (Body)"/>
                          <a:ea typeface="+mn-ea"/>
                          <a:cs typeface="+mn-cs"/>
                        </a:rPr>
                        <a:t>BI 1356225 (GOATi)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a:solidFill>
                            <a:srgbClr val="0000CC"/>
                          </a:solidFill>
                          <a:latin typeface="Boehringer Forward Text (Body)"/>
                          <a:ea typeface="+mn-ea"/>
                          <a:cs typeface="+mn-cs"/>
                        </a:rPr>
                        <a:t>Impulsivity in Substance Use Disorder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CCDC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a:solidFill>
                            <a:schemeClr val="tx1"/>
                          </a:solidFill>
                          <a:latin typeface="Boehringer Forward Text (Body)"/>
                          <a:ea typeface="+mn-ea"/>
                          <a:cs typeface="+mn-cs"/>
                        </a:rPr>
                        <a:t>CT-156 (DTx) / Schizophrenia (functioning)</a:t>
                      </a:r>
                    </a:p>
                  </a:txBody>
                  <a:tcPr anchor="ctr">
                    <a:lnL w="12700" cap="flat" cmpd="sng" algn="ctr">
                      <a:solidFill>
                        <a:schemeClr val="bg1"/>
                      </a:solidFill>
                      <a:prstDash val="solid"/>
                      <a:round/>
                      <a:headEnd type="none" w="med" len="med"/>
                      <a:tailEnd type="none" w="med" len="med"/>
                    </a:lnL>
                    <a:solidFill>
                      <a:srgbClr val="CCCDCD"/>
                    </a:solidFill>
                  </a:tcPr>
                </a:tc>
                <a:extLst>
                  <a:ext uri="{0D108BD9-81ED-4DB2-BD59-A6C34878D82A}">
                    <a16:rowId xmlns:a16="http://schemas.microsoft.com/office/drawing/2014/main" val="4267194734"/>
                  </a:ext>
                </a:extLst>
              </a:tr>
              <a:tr h="378457">
                <a:tc vMerge="1">
                  <a:txBody>
                    <a:bodyPr/>
                    <a:lstStyle/>
                    <a:p>
                      <a:pPr marL="0" algn="ctr" defTabSz="914400" rtl="0" eaLnBrk="1" latinLnBrk="0" hangingPunct="1"/>
                      <a:endParaRPr lang="zh-CN" altLang="en-US" sz="1200" strike="noStrike" kern="1200">
                        <a:solidFill>
                          <a:schemeClr val="tx1"/>
                        </a:solidFill>
                        <a:latin typeface="+mn-lt"/>
                        <a:ea typeface="+mn-ea"/>
                        <a:cs typeface="+mn-cs"/>
                      </a:endParaRPr>
                    </a:p>
                  </a:txBody>
                  <a:tcPr marL="121920" marR="121920" marT="60960" marB="60960" anchor="ctr"/>
                </a:tc>
                <a:tc>
                  <a:txBody>
                    <a:bodyPr/>
                    <a:lstStyle/>
                    <a:p>
                      <a:endParaRPr lang="zh-CN" altLang="en-US" sz="900">
                        <a:latin typeface="Boehringer Forward Text (Body)"/>
                      </a:endParaRPr>
                    </a:p>
                  </a:txBody>
                  <a:tcPr marL="121920" marR="121920" marT="60960" marB="60960" anchor="ctr"/>
                </a:tc>
                <a:tc>
                  <a:txBody>
                    <a:bodyPr/>
                    <a:lstStyle/>
                    <a:p>
                      <a:endParaRPr lang="zh-CN" altLang="en-US" sz="900">
                        <a:latin typeface="Boehringer Forward Text (Body)"/>
                      </a:endParaRPr>
                    </a:p>
                  </a:txBody>
                  <a:tcPr marL="0" marR="0" marT="0" marB="0" anchor="ctr"/>
                </a:tc>
                <a:tc>
                  <a:txBody>
                    <a:bodyPr/>
                    <a:lstStyle/>
                    <a:p>
                      <a:endParaRPr lang="zh-CN" altLang="en-US" sz="900">
                        <a:solidFill>
                          <a:schemeClr val="tx1"/>
                        </a:solidFill>
                        <a:latin typeface="Boehringer Forward Text (Body)"/>
                      </a:endParaRPr>
                    </a:p>
                  </a:txBody>
                  <a:tcPr marL="121920" marR="121920" marT="60960" marB="60960" anchor="ctr">
                    <a:lnR w="12700" cap="flat" cmpd="sng" algn="ctr">
                      <a:solidFill>
                        <a:schemeClr val="bg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900" kern="1200">
                        <a:solidFill>
                          <a:schemeClr val="tx1"/>
                        </a:solidFill>
                        <a:latin typeface="Boehringer Forward Text (Body)"/>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7E8E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b="0" i="0">
                          <a:solidFill>
                            <a:schemeClr val="tx1"/>
                          </a:solidFill>
                        </a:rPr>
                        <a:t>BI 3793898 (mGluR3 PAM) / CIAS</a:t>
                      </a:r>
                    </a:p>
                  </a:txBody>
                  <a:tcPr anchor="ct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270054626"/>
                  </a:ext>
                </a:extLst>
              </a:tr>
            </a:tbl>
          </a:graphicData>
        </a:graphic>
      </p:graphicFrame>
    </p:spTree>
    <p:extLst>
      <p:ext uri="{BB962C8B-B14F-4D97-AF65-F5344CB8AC3E}">
        <p14:creationId xmlns:p14="http://schemas.microsoft.com/office/powerpoint/2010/main" val="203636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89419" y="163909"/>
            <a:ext cx="11211800" cy="627864"/>
          </a:xfrm>
        </p:spPr>
        <p:txBody>
          <a:bodyPr/>
          <a:lstStyle/>
          <a:p>
            <a:r>
              <a:rPr lang="en-US" altLang="zh-CN" sz="2000" u="sng">
                <a:latin typeface="+mj-lt"/>
                <a:cs typeface="+mj-cs"/>
              </a:rPr>
              <a:t>Ongoing:</a:t>
            </a:r>
            <a:br>
              <a:rPr lang="en-US" altLang="zh-CN" sz="2000">
                <a:latin typeface="+mj-lt"/>
                <a:cs typeface="+mj-cs"/>
              </a:rPr>
            </a:br>
            <a:r>
              <a:rPr lang="en-US" altLang="zh-CN" sz="2000">
                <a:latin typeface="+mj-lt"/>
                <a:cs typeface="+mj-cs"/>
              </a:rPr>
              <a:t>BI 1569912 (NR2B NAM) </a:t>
            </a:r>
            <a:r>
              <a:rPr lang="en-US" altLang="zh-CN" sz="2000" b="1"/>
              <a:t>—</a:t>
            </a:r>
            <a:r>
              <a:rPr lang="en-US" altLang="zh-CN" sz="2000">
                <a:latin typeface="+mj-lt"/>
                <a:cs typeface="+mj-cs"/>
              </a:rPr>
              <a:t> Major Depressive Disorder (MDD) adjunct  </a:t>
            </a:r>
            <a:endParaRPr lang="zh-CN" altLang="en-US" sz="2000">
              <a:latin typeface="+mj-lt"/>
              <a:cs typeface="+mj-cs"/>
            </a:endParaRPr>
          </a:p>
        </p:txBody>
      </p:sp>
      <p:sp>
        <p:nvSpPr>
          <p:cNvPr id="7" name="页脚占位符 6"/>
          <p:cNvSpPr>
            <a:spLocks noGrp="1"/>
          </p:cNvSpPr>
          <p:nvPr>
            <p:ph type="ftr" sz="quarter" idx="11"/>
          </p:nvPr>
        </p:nvSpPr>
        <p:spPr>
          <a:xfrm>
            <a:off x="1650523" y="6569516"/>
            <a:ext cx="1188720" cy="164148"/>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67" b="0" i="0" u="none" strike="noStrike" kern="1200" cap="none" spc="0" normalizeH="0" baseline="0" noProof="0">
                <a:ln>
                  <a:noFill/>
                </a:ln>
                <a:solidFill>
                  <a:srgbClr val="7F7F7F"/>
                </a:solidFill>
                <a:effectLst/>
                <a:uLnTx/>
                <a:uFillTx/>
                <a:latin typeface="BISans" panose="02000503040000020004" pitchFamily="2" charset="0"/>
                <a:ea typeface="+mn-ea"/>
                <a:cs typeface="+mn-cs"/>
              </a:rPr>
              <a:t>Confidential</a:t>
            </a:r>
            <a:endParaRPr kumimoji="0" lang="en-GB" sz="1067" b="0" i="0" u="none" strike="noStrike" kern="1200" cap="none" spc="0" normalizeH="0" baseline="0" noProof="0">
              <a:ln>
                <a:noFill/>
              </a:ln>
              <a:solidFill>
                <a:srgbClr val="7F7F7F"/>
              </a:solidFill>
              <a:effectLst/>
              <a:uLnTx/>
              <a:uFillTx/>
              <a:latin typeface="BISans" panose="02000503040000020004" pitchFamily="2" charset="0"/>
              <a:ea typeface="+mn-ea"/>
              <a:cs typeface="+mn-cs"/>
            </a:endParaRPr>
          </a:p>
        </p:txBody>
      </p:sp>
      <p:sp>
        <p:nvSpPr>
          <p:cNvPr id="11" name="灯片编号占位符 10"/>
          <p:cNvSpPr>
            <a:spLocks noGrp="1"/>
          </p:cNvSpPr>
          <p:nvPr>
            <p:ph type="sldNum" sz="quarter" idx="12"/>
          </p:nvPr>
        </p:nvSpPr>
        <p:spPr>
          <a:xfrm>
            <a:off x="11424592" y="5952917"/>
            <a:ext cx="288000" cy="288000"/>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1000" b="0" i="0" u="none" strike="noStrike" kern="1200" cap="none" spc="0" normalizeH="0" baseline="0" noProof="0" smtClean="0">
                <a:ln>
                  <a:noFill/>
                </a:ln>
                <a:solidFill>
                  <a:srgbClr val="7F7F7F"/>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000" b="0" i="0" u="none" strike="noStrike" kern="1200" cap="none" spc="0" normalizeH="0" baseline="0" noProof="0">
              <a:ln>
                <a:noFill/>
              </a:ln>
              <a:solidFill>
                <a:srgbClr val="7F7F7F"/>
              </a:solidFill>
              <a:effectLst/>
              <a:uLnTx/>
              <a:uFillTx/>
              <a:latin typeface="Boehringer Forward Text"/>
              <a:ea typeface="+mn-ea"/>
              <a:cs typeface="+mn-cs"/>
            </a:endParaRPr>
          </a:p>
        </p:txBody>
      </p:sp>
      <p:cxnSp>
        <p:nvCxnSpPr>
          <p:cNvPr id="9" name="Straight Connector 8">
            <a:extLst>
              <a:ext uri="{FF2B5EF4-FFF2-40B4-BE49-F238E27FC236}">
                <a16:creationId xmlns:a16="http://schemas.microsoft.com/office/drawing/2014/main" id="{9C165100-0114-4167-8FF0-BFF01B293D04}"/>
              </a:ext>
            </a:extLst>
          </p:cNvPr>
          <p:cNvCxnSpPr>
            <a:cxnSpLocks/>
          </p:cNvCxnSpPr>
          <p:nvPr/>
        </p:nvCxnSpPr>
        <p:spPr bwMode="auto">
          <a:xfrm flipH="1">
            <a:off x="30480" y="4520496"/>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10" name="TextBox 9"/>
          <p:cNvSpPr txBox="1"/>
          <p:nvPr/>
        </p:nvSpPr>
        <p:spPr>
          <a:xfrm>
            <a:off x="72249" y="2693542"/>
            <a:ext cx="619207" cy="276999"/>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Ph1b-1447.3</a:t>
            </a:r>
          </a:p>
        </p:txBody>
      </p:sp>
      <p:sp>
        <p:nvSpPr>
          <p:cNvPr id="43" name="TextBox 42"/>
          <p:cNvSpPr txBox="1"/>
          <p:nvPr/>
        </p:nvSpPr>
        <p:spPr>
          <a:xfrm>
            <a:off x="85345" y="2164031"/>
            <a:ext cx="619207" cy="276999"/>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Ph1 MRD</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1447.2</a:t>
            </a:r>
          </a:p>
        </p:txBody>
      </p:sp>
      <p:sp>
        <p:nvSpPr>
          <p:cNvPr id="40" name="TextBox 39"/>
          <p:cNvSpPr txBox="1"/>
          <p:nvPr/>
        </p:nvSpPr>
        <p:spPr>
          <a:xfrm>
            <a:off x="79843" y="3289427"/>
            <a:ext cx="607195" cy="276999"/>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Ph1-1447.4</a:t>
            </a:r>
          </a:p>
        </p:txBody>
      </p:sp>
      <p:sp>
        <p:nvSpPr>
          <p:cNvPr id="50" name="TextBox 49"/>
          <p:cNvSpPr txBox="1"/>
          <p:nvPr/>
        </p:nvSpPr>
        <p:spPr>
          <a:xfrm>
            <a:off x="85344" y="5171810"/>
            <a:ext cx="619207" cy="276999"/>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Ph2-1447.5</a:t>
            </a:r>
          </a:p>
        </p:txBody>
      </p:sp>
      <p:sp>
        <p:nvSpPr>
          <p:cNvPr id="113" name="TextBox 112">
            <a:extLst>
              <a:ext uri="{FF2B5EF4-FFF2-40B4-BE49-F238E27FC236}">
                <a16:creationId xmlns:a16="http://schemas.microsoft.com/office/drawing/2014/main" id="{74364A1F-A381-472D-AED8-03BE950BD7CD}"/>
              </a:ext>
            </a:extLst>
          </p:cNvPr>
          <p:cNvSpPr txBox="1"/>
          <p:nvPr/>
        </p:nvSpPr>
        <p:spPr>
          <a:xfrm>
            <a:off x="78254" y="3989750"/>
            <a:ext cx="607195" cy="276999"/>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Ph2-1447.5</a:t>
            </a:r>
          </a:p>
        </p:txBody>
      </p:sp>
      <p:sp>
        <p:nvSpPr>
          <p:cNvPr id="124" name="OTLSHAPE_T_e17f3958430f4cff8650518c93c7635e_Shape">
            <a:extLst>
              <a:ext uri="{FF2B5EF4-FFF2-40B4-BE49-F238E27FC236}">
                <a16:creationId xmlns:a16="http://schemas.microsoft.com/office/drawing/2014/main" id="{29601C28-F564-4A6A-B34F-90687C4C0F8B}"/>
              </a:ext>
            </a:extLst>
          </p:cNvPr>
          <p:cNvSpPr/>
          <p:nvPr>
            <p:custDataLst>
              <p:tags r:id="rId1"/>
            </p:custDataLst>
          </p:nvPr>
        </p:nvSpPr>
        <p:spPr bwMode="auto">
          <a:xfrm>
            <a:off x="6065229" y="5130542"/>
            <a:ext cx="2459998" cy="256033"/>
          </a:xfrm>
          <a:prstGeom prst="roundRect">
            <a:avLst/>
          </a:prstGeom>
          <a:solidFill>
            <a:srgbClr val="0066CC">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dirty="0">
                <a:ln>
                  <a:noFill/>
                </a:ln>
                <a:solidFill>
                  <a:srgbClr val="000000"/>
                </a:solidFill>
                <a:effectLst/>
                <a:uLnTx/>
                <a:uFillTx/>
                <a:latin typeface="Boehringer Forward Text"/>
                <a:ea typeface="+mn-ea"/>
                <a:cs typeface="Calibri" panose="020F0502020204030204" pitchFamily="34" charset="0"/>
              </a:rPr>
              <a:t>Ph2 (N=16)</a:t>
            </a:r>
            <a:endParaRPr kumimoji="0" lang="zh-CN" altLang="en-US" sz="800" b="1" i="0" u="none" strike="noStrike" kern="1200" cap="none" spc="0" normalizeH="0" baseline="0" noProof="0" dirty="0">
              <a:ln>
                <a:noFill/>
              </a:ln>
              <a:solidFill>
                <a:srgbClr val="000000"/>
              </a:solidFill>
              <a:effectLst/>
              <a:uLnTx/>
              <a:uFillTx/>
              <a:latin typeface="Boehringer Forward Text"/>
              <a:ea typeface="+mn-ea"/>
              <a:cs typeface="Calibri" panose="020F0502020204030204" pitchFamily="34" charset="0"/>
            </a:endParaRPr>
          </a:p>
        </p:txBody>
      </p:sp>
      <p:sp>
        <p:nvSpPr>
          <p:cNvPr id="53" name="十字星 22">
            <a:extLst>
              <a:ext uri="{FF2B5EF4-FFF2-40B4-BE49-F238E27FC236}">
                <a16:creationId xmlns:a16="http://schemas.microsoft.com/office/drawing/2014/main" id="{0B278D61-4E53-479D-8548-C3BC24C96883}"/>
              </a:ext>
            </a:extLst>
          </p:cNvPr>
          <p:cNvSpPr/>
          <p:nvPr/>
        </p:nvSpPr>
        <p:spPr>
          <a:xfrm>
            <a:off x="1752692" y="1752031"/>
            <a:ext cx="144000" cy="144000"/>
          </a:xfrm>
          <a:prstGeom prst="star4">
            <a:avLst/>
          </a:prstGeom>
          <a:solidFill>
            <a:srgbClr val="00B050"/>
          </a:solidFill>
          <a:ln w="127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009644"/>
              </a:solidFill>
              <a:effectLst/>
              <a:uLnTx/>
              <a:uFillTx/>
              <a:latin typeface="Boehringer Forward Text"/>
              <a:ea typeface="+mn-ea"/>
              <a:cs typeface="+mn-cs"/>
            </a:endParaRPr>
          </a:p>
        </p:txBody>
      </p:sp>
      <p:sp>
        <p:nvSpPr>
          <p:cNvPr id="8" name="TextBox 7">
            <a:extLst>
              <a:ext uri="{FF2B5EF4-FFF2-40B4-BE49-F238E27FC236}">
                <a16:creationId xmlns:a16="http://schemas.microsoft.com/office/drawing/2014/main" id="{BB58974F-DF9C-44F5-AE6F-E0CD670C30BA}"/>
              </a:ext>
            </a:extLst>
          </p:cNvPr>
          <p:cNvSpPr txBox="1"/>
          <p:nvPr/>
        </p:nvSpPr>
        <p:spPr>
          <a:xfrm>
            <a:off x="1603708" y="1778260"/>
            <a:ext cx="2912022" cy="124906"/>
          </a:xfrm>
          <a:prstGeom prst="rect">
            <a:avLst/>
          </a:prstGeom>
          <a:noFill/>
        </p:spPr>
        <p:txBody>
          <a:bodyPr wrap="square" lIns="0" tIns="0" rIns="0" bIns="0" rtlCol="0">
            <a:spAutoFit/>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CN" sz="800" b="0" i="0" u="none" strike="noStrike" kern="1200" cap="none" spc="0" normalizeH="0" baseline="0" noProof="0" err="1">
                <a:ln>
                  <a:noFill/>
                </a:ln>
                <a:solidFill>
                  <a:srgbClr val="000000"/>
                </a:solidFill>
                <a:effectLst/>
                <a:uLnTx/>
                <a:uFillTx/>
                <a:latin typeface="Boehringer Forward Text"/>
                <a:ea typeface="+mn-ea"/>
                <a:cs typeface="Calibri" panose="020F0502020204030204" pitchFamily="34" charset="0"/>
              </a:rPr>
              <a:t>MutaMouse</a:t>
            </a:r>
            <a:r>
              <a:rPr kumimoji="0" lang="en-US" altLang="zh-CN" sz="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 study</a:t>
            </a:r>
            <a:r>
              <a:rPr kumimoji="0" lang="en-US" altLang="zh-CN" sz="800" b="0" i="0" u="none" strike="noStrike" kern="1200" cap="none" spc="0" normalizeH="0" baseline="0" noProof="0">
                <a:ln>
                  <a:noFill/>
                </a:ln>
                <a:solidFill>
                  <a:srgbClr val="009644"/>
                </a:solidFill>
                <a:effectLst/>
                <a:uLnTx/>
                <a:uFillTx/>
                <a:latin typeface="Boehringer Forward Text"/>
                <a:ea typeface="+mn-ea"/>
                <a:cs typeface="Calibri" panose="020F0502020204030204" pitchFamily="34" charset="0"/>
              </a:rPr>
              <a:t> positive</a:t>
            </a:r>
            <a:r>
              <a:rPr kumimoji="0" lang="en-US" altLang="zh-CN" sz="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 to lift clinical hold</a:t>
            </a:r>
            <a:endParaRPr kumimoji="0" lang="zh-CN" altLang="en-US" sz="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pic>
        <p:nvPicPr>
          <p:cNvPr id="55" name="Picture 54">
            <a:extLst>
              <a:ext uri="{FF2B5EF4-FFF2-40B4-BE49-F238E27FC236}">
                <a16:creationId xmlns:a16="http://schemas.microsoft.com/office/drawing/2014/main" id="{B3AEECBD-0A56-4CE8-8205-0EDCBE38E716}"/>
              </a:ext>
            </a:extLst>
          </p:cNvPr>
          <p:cNvPicPr>
            <a:picLocks noChangeAspect="1"/>
          </p:cNvPicPr>
          <p:nvPr/>
        </p:nvPicPr>
        <p:blipFill>
          <a:blip r:embed="rId34"/>
          <a:stretch>
            <a:fillRect/>
          </a:stretch>
        </p:blipFill>
        <p:spPr>
          <a:xfrm>
            <a:off x="10800000" y="360000"/>
            <a:ext cx="1208232" cy="491197"/>
          </a:xfrm>
          <a:prstGeom prst="rect">
            <a:avLst/>
          </a:prstGeom>
        </p:spPr>
      </p:pic>
      <p:sp>
        <p:nvSpPr>
          <p:cNvPr id="57" name="五角星 55">
            <a:extLst>
              <a:ext uri="{FF2B5EF4-FFF2-40B4-BE49-F238E27FC236}">
                <a16:creationId xmlns:a16="http://schemas.microsoft.com/office/drawing/2014/main" id="{68404FEF-59F8-4080-9013-CEB58BC41662}"/>
              </a:ext>
            </a:extLst>
          </p:cNvPr>
          <p:cNvSpPr>
            <a:spLocks noChangeAspect="1"/>
          </p:cNvSpPr>
          <p:nvPr/>
        </p:nvSpPr>
        <p:spPr bwMode="auto">
          <a:xfrm>
            <a:off x="11757009" y="3819816"/>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Boehringer Forward Text"/>
              <a:ea typeface="+mn-ea"/>
              <a:cs typeface="+mn-cs"/>
            </a:endParaRPr>
          </a:p>
        </p:txBody>
      </p:sp>
      <p:sp>
        <p:nvSpPr>
          <p:cNvPr id="58" name="Rectangle 37">
            <a:extLst>
              <a:ext uri="{FF2B5EF4-FFF2-40B4-BE49-F238E27FC236}">
                <a16:creationId xmlns:a16="http://schemas.microsoft.com/office/drawing/2014/main" id="{0B88EF9F-2D8B-41FA-9994-041B0244BF60}"/>
              </a:ext>
            </a:extLst>
          </p:cNvPr>
          <p:cNvSpPr/>
          <p:nvPr/>
        </p:nvSpPr>
        <p:spPr>
          <a:xfrm>
            <a:off x="11477248" y="3936456"/>
            <a:ext cx="725943"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6697BF">
                    <a:lumMod val="50000"/>
                  </a:srgbClr>
                </a:solidFill>
                <a:effectLst/>
                <a:uLnTx/>
                <a:uFillTx/>
                <a:latin typeface="Boehringer Forward Text"/>
                <a:ea typeface="+mn-ea"/>
                <a:cs typeface="Calibri" panose="020F0502020204030204" pitchFamily="34" charset="0"/>
              </a:rPr>
              <a:t>US NDA-a: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6697BF">
                    <a:lumMod val="50000"/>
                  </a:srgbClr>
                </a:solidFill>
                <a:effectLst/>
                <a:uLnTx/>
                <a:uFillTx/>
                <a:latin typeface="Boehringer Forward Text"/>
                <a:ea typeface="+mn-ea"/>
                <a:cs typeface="Calibri" panose="020F0502020204030204" pitchFamily="34" charset="0"/>
              </a:rPr>
              <a:t>Mar 2030</a:t>
            </a:r>
            <a:endParaRPr kumimoji="0" lang="zh-CN" altLang="en-US" sz="800" b="1" i="0" u="none" strike="noStrike" kern="1200" cap="none" spc="0" normalizeH="0" baseline="0" noProof="0">
              <a:ln>
                <a:noFill/>
              </a:ln>
              <a:solidFill>
                <a:srgbClr val="6697BF">
                  <a:lumMod val="50000"/>
                </a:srgbClr>
              </a:solidFill>
              <a:effectLst/>
              <a:uLnTx/>
              <a:uFillTx/>
              <a:latin typeface="Boehringer Forward Text"/>
              <a:ea typeface="+mn-ea"/>
              <a:cs typeface="Calibri" panose="020F0502020204030204" pitchFamily="34" charset="0"/>
            </a:endParaRPr>
          </a:p>
        </p:txBody>
      </p:sp>
      <p:graphicFrame>
        <p:nvGraphicFramePr>
          <p:cNvPr id="65" name="Table 64">
            <a:extLst>
              <a:ext uri="{FF2B5EF4-FFF2-40B4-BE49-F238E27FC236}">
                <a16:creationId xmlns:a16="http://schemas.microsoft.com/office/drawing/2014/main" id="{348A3BA6-2ECD-4E1C-82A0-26B40E8CCC95}"/>
              </a:ext>
            </a:extLst>
          </p:cNvPr>
          <p:cNvGraphicFramePr>
            <a:graphicFrameLocks noGrp="1"/>
          </p:cNvGraphicFramePr>
          <p:nvPr/>
        </p:nvGraphicFramePr>
        <p:xfrm>
          <a:off x="1046571" y="1001051"/>
          <a:ext cx="10863072" cy="675640"/>
        </p:xfrm>
        <a:graphic>
          <a:graphicData uri="http://schemas.openxmlformats.org/drawingml/2006/table">
            <a:tbl>
              <a:tblPr firstRow="1" bandRow="1"/>
              <a:tblGrid>
                <a:gridCol w="493776">
                  <a:extLst>
                    <a:ext uri="{9D8B030D-6E8A-4147-A177-3AD203B41FA5}">
                      <a16:colId xmlns:a16="http://schemas.microsoft.com/office/drawing/2014/main" val="3411862845"/>
                    </a:ext>
                  </a:extLst>
                </a:gridCol>
                <a:gridCol w="493776">
                  <a:extLst>
                    <a:ext uri="{9D8B030D-6E8A-4147-A177-3AD203B41FA5}">
                      <a16:colId xmlns:a16="http://schemas.microsoft.com/office/drawing/2014/main" val="2851474774"/>
                    </a:ext>
                  </a:extLst>
                </a:gridCol>
                <a:gridCol w="493776">
                  <a:extLst>
                    <a:ext uri="{9D8B030D-6E8A-4147-A177-3AD203B41FA5}">
                      <a16:colId xmlns:a16="http://schemas.microsoft.com/office/drawing/2014/main" val="107595344"/>
                    </a:ext>
                  </a:extLst>
                </a:gridCol>
                <a:gridCol w="493776">
                  <a:extLst>
                    <a:ext uri="{9D8B030D-6E8A-4147-A177-3AD203B41FA5}">
                      <a16:colId xmlns:a16="http://schemas.microsoft.com/office/drawing/2014/main" val="1666999431"/>
                    </a:ext>
                  </a:extLst>
                </a:gridCol>
                <a:gridCol w="493776">
                  <a:extLst>
                    <a:ext uri="{9D8B030D-6E8A-4147-A177-3AD203B41FA5}">
                      <a16:colId xmlns:a16="http://schemas.microsoft.com/office/drawing/2014/main" val="3696607442"/>
                    </a:ext>
                  </a:extLst>
                </a:gridCol>
                <a:gridCol w="493776">
                  <a:extLst>
                    <a:ext uri="{9D8B030D-6E8A-4147-A177-3AD203B41FA5}">
                      <a16:colId xmlns:a16="http://schemas.microsoft.com/office/drawing/2014/main" val="223989776"/>
                    </a:ext>
                  </a:extLst>
                </a:gridCol>
                <a:gridCol w="493776">
                  <a:extLst>
                    <a:ext uri="{9D8B030D-6E8A-4147-A177-3AD203B41FA5}">
                      <a16:colId xmlns:a16="http://schemas.microsoft.com/office/drawing/2014/main" val="124731204"/>
                    </a:ext>
                  </a:extLst>
                </a:gridCol>
                <a:gridCol w="493776">
                  <a:extLst>
                    <a:ext uri="{9D8B030D-6E8A-4147-A177-3AD203B41FA5}">
                      <a16:colId xmlns:a16="http://schemas.microsoft.com/office/drawing/2014/main" val="3066978585"/>
                    </a:ext>
                  </a:extLst>
                </a:gridCol>
                <a:gridCol w="493776">
                  <a:extLst>
                    <a:ext uri="{9D8B030D-6E8A-4147-A177-3AD203B41FA5}">
                      <a16:colId xmlns:a16="http://schemas.microsoft.com/office/drawing/2014/main" val="1064917641"/>
                    </a:ext>
                  </a:extLst>
                </a:gridCol>
                <a:gridCol w="493776">
                  <a:extLst>
                    <a:ext uri="{9D8B030D-6E8A-4147-A177-3AD203B41FA5}">
                      <a16:colId xmlns:a16="http://schemas.microsoft.com/office/drawing/2014/main" val="4221117315"/>
                    </a:ext>
                  </a:extLst>
                </a:gridCol>
                <a:gridCol w="493776">
                  <a:extLst>
                    <a:ext uri="{9D8B030D-6E8A-4147-A177-3AD203B41FA5}">
                      <a16:colId xmlns:a16="http://schemas.microsoft.com/office/drawing/2014/main" val="3266065341"/>
                    </a:ext>
                  </a:extLst>
                </a:gridCol>
                <a:gridCol w="493776">
                  <a:extLst>
                    <a:ext uri="{9D8B030D-6E8A-4147-A177-3AD203B41FA5}">
                      <a16:colId xmlns:a16="http://schemas.microsoft.com/office/drawing/2014/main" val="2374051224"/>
                    </a:ext>
                  </a:extLst>
                </a:gridCol>
                <a:gridCol w="493776">
                  <a:extLst>
                    <a:ext uri="{9D8B030D-6E8A-4147-A177-3AD203B41FA5}">
                      <a16:colId xmlns:a16="http://schemas.microsoft.com/office/drawing/2014/main" val="1840388365"/>
                    </a:ext>
                  </a:extLst>
                </a:gridCol>
                <a:gridCol w="493776">
                  <a:extLst>
                    <a:ext uri="{9D8B030D-6E8A-4147-A177-3AD203B41FA5}">
                      <a16:colId xmlns:a16="http://schemas.microsoft.com/office/drawing/2014/main" val="267750830"/>
                    </a:ext>
                  </a:extLst>
                </a:gridCol>
                <a:gridCol w="493776">
                  <a:extLst>
                    <a:ext uri="{9D8B030D-6E8A-4147-A177-3AD203B41FA5}">
                      <a16:colId xmlns:a16="http://schemas.microsoft.com/office/drawing/2014/main" val="3966469970"/>
                    </a:ext>
                  </a:extLst>
                </a:gridCol>
                <a:gridCol w="493776">
                  <a:extLst>
                    <a:ext uri="{9D8B030D-6E8A-4147-A177-3AD203B41FA5}">
                      <a16:colId xmlns:a16="http://schemas.microsoft.com/office/drawing/2014/main" val="2522973146"/>
                    </a:ext>
                  </a:extLst>
                </a:gridCol>
                <a:gridCol w="493776">
                  <a:extLst>
                    <a:ext uri="{9D8B030D-6E8A-4147-A177-3AD203B41FA5}">
                      <a16:colId xmlns:a16="http://schemas.microsoft.com/office/drawing/2014/main" val="1369122503"/>
                    </a:ext>
                  </a:extLst>
                </a:gridCol>
                <a:gridCol w="493776">
                  <a:extLst>
                    <a:ext uri="{9D8B030D-6E8A-4147-A177-3AD203B41FA5}">
                      <a16:colId xmlns:a16="http://schemas.microsoft.com/office/drawing/2014/main" val="2867001924"/>
                    </a:ext>
                  </a:extLst>
                </a:gridCol>
                <a:gridCol w="493776">
                  <a:extLst>
                    <a:ext uri="{9D8B030D-6E8A-4147-A177-3AD203B41FA5}">
                      <a16:colId xmlns:a16="http://schemas.microsoft.com/office/drawing/2014/main" val="3139393708"/>
                    </a:ext>
                  </a:extLst>
                </a:gridCol>
                <a:gridCol w="493776">
                  <a:extLst>
                    <a:ext uri="{9D8B030D-6E8A-4147-A177-3AD203B41FA5}">
                      <a16:colId xmlns:a16="http://schemas.microsoft.com/office/drawing/2014/main" val="561280759"/>
                    </a:ext>
                  </a:extLst>
                </a:gridCol>
                <a:gridCol w="493776">
                  <a:extLst>
                    <a:ext uri="{9D8B030D-6E8A-4147-A177-3AD203B41FA5}">
                      <a16:colId xmlns:a16="http://schemas.microsoft.com/office/drawing/2014/main" val="2584540109"/>
                    </a:ext>
                  </a:extLst>
                </a:gridCol>
                <a:gridCol w="493776">
                  <a:extLst>
                    <a:ext uri="{9D8B030D-6E8A-4147-A177-3AD203B41FA5}">
                      <a16:colId xmlns:a16="http://schemas.microsoft.com/office/drawing/2014/main" val="467224217"/>
                    </a:ext>
                  </a:extLst>
                </a:gridCol>
              </a:tblGrid>
              <a:tr h="25400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2022</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2023</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2024</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4165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extLst>
                  <a:ext uri="{0D108BD9-81ED-4DB2-BD59-A6C34878D82A}">
                    <a16:rowId xmlns:a16="http://schemas.microsoft.com/office/drawing/2014/main" val="2722476245"/>
                  </a:ext>
                </a:extLst>
              </a:tr>
            </a:tbl>
          </a:graphicData>
        </a:graphic>
      </p:graphicFrame>
      <p:sp>
        <p:nvSpPr>
          <p:cNvPr id="68" name="Isosceles Triangle 67">
            <a:extLst>
              <a:ext uri="{FF2B5EF4-FFF2-40B4-BE49-F238E27FC236}">
                <a16:creationId xmlns:a16="http://schemas.microsoft.com/office/drawing/2014/main" id="{77A22A99-FE3C-4D91-9F8A-C1F29F86E1F4}"/>
              </a:ext>
            </a:extLst>
          </p:cNvPr>
          <p:cNvSpPr/>
          <p:nvPr/>
        </p:nvSpPr>
        <p:spPr>
          <a:xfrm rot="16200000" flipH="1">
            <a:off x="606157" y="1236803"/>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000000"/>
              </a:solidFill>
              <a:effectLst/>
              <a:uLnTx/>
              <a:uFillTx/>
              <a:latin typeface="Boehringer Forward Text"/>
              <a:ea typeface="+mn-ea"/>
              <a:cs typeface="+mn-cs"/>
            </a:endParaRPr>
          </a:p>
        </p:txBody>
      </p:sp>
      <p:sp>
        <p:nvSpPr>
          <p:cNvPr id="69" name="Isosceles Triangle 68">
            <a:extLst>
              <a:ext uri="{FF2B5EF4-FFF2-40B4-BE49-F238E27FC236}">
                <a16:creationId xmlns:a16="http://schemas.microsoft.com/office/drawing/2014/main" id="{7F1F3F63-AC50-4252-A94F-F6B8D0190EE7}"/>
              </a:ext>
            </a:extLst>
          </p:cNvPr>
          <p:cNvSpPr/>
          <p:nvPr/>
        </p:nvSpPr>
        <p:spPr>
          <a:xfrm rot="5400000">
            <a:off x="11676480" y="1248571"/>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000000"/>
              </a:solidFill>
              <a:effectLst/>
              <a:uLnTx/>
              <a:uFillTx/>
              <a:latin typeface="Boehringer Forward Text"/>
              <a:ea typeface="+mn-ea"/>
              <a:cs typeface="+mn-cs"/>
            </a:endParaRPr>
          </a:p>
        </p:txBody>
      </p:sp>
      <p:grpSp>
        <p:nvGrpSpPr>
          <p:cNvPr id="70" name="Group 69">
            <a:extLst>
              <a:ext uri="{FF2B5EF4-FFF2-40B4-BE49-F238E27FC236}">
                <a16:creationId xmlns:a16="http://schemas.microsoft.com/office/drawing/2014/main" id="{49B3BA11-B051-4CCA-885C-5E94A1DB9922}"/>
              </a:ext>
            </a:extLst>
          </p:cNvPr>
          <p:cNvGrpSpPr/>
          <p:nvPr/>
        </p:nvGrpSpPr>
        <p:grpSpPr>
          <a:xfrm>
            <a:off x="50757" y="1682325"/>
            <a:ext cx="1046132" cy="447229"/>
            <a:chOff x="14295" y="1797983"/>
            <a:chExt cx="1046132" cy="447229"/>
          </a:xfrm>
        </p:grpSpPr>
        <p:sp>
          <p:nvSpPr>
            <p:cNvPr id="72" name="Freeform: Shape 147">
              <a:extLst>
                <a:ext uri="{FF2B5EF4-FFF2-40B4-BE49-F238E27FC236}">
                  <a16:creationId xmlns:a16="http://schemas.microsoft.com/office/drawing/2014/main" id="{B3073954-9B2C-4B3F-82F7-4FAF6A977AF5}"/>
                </a:ext>
              </a:extLst>
            </p:cNvPr>
            <p:cNvSpPr/>
            <p:nvPr/>
          </p:nvSpPr>
          <p:spPr bwMode="auto">
            <a:xfrm>
              <a:off x="30119" y="1894326"/>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0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rPr>
                <a:t>Global</a:t>
              </a:r>
              <a:endParaRPr kumimoji="0" lang="zh-CN" altLang="en-US" sz="10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endParaRPr>
            </a:p>
          </p:txBody>
        </p:sp>
        <p:sp>
          <p:nvSpPr>
            <p:cNvPr id="73" name="Oval 4">
              <a:extLst>
                <a:ext uri="{FF2B5EF4-FFF2-40B4-BE49-F238E27FC236}">
                  <a16:creationId xmlns:a16="http://schemas.microsoft.com/office/drawing/2014/main" id="{A239AE8F-65AC-4035-89D0-E8331EA5BC96}"/>
                </a:ext>
              </a:extLst>
            </p:cNvPr>
            <p:cNvSpPr/>
            <p:nvPr/>
          </p:nvSpPr>
          <p:spPr>
            <a:xfrm>
              <a:off x="14295" y="1797983"/>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74" name="Rectangle: Rounded Corners 116">
              <a:extLst>
                <a:ext uri="{FF2B5EF4-FFF2-40B4-BE49-F238E27FC236}">
                  <a16:creationId xmlns:a16="http://schemas.microsoft.com/office/drawing/2014/main" id="{FBE38B2E-1D68-42D1-AD67-F5ED29348C05}"/>
                </a:ext>
              </a:extLst>
            </p:cNvPr>
            <p:cNvSpPr/>
            <p:nvPr/>
          </p:nvSpPr>
          <p:spPr bwMode="auto">
            <a:xfrm>
              <a:off x="1004596" y="1835375"/>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endParaRPr>
            </a:p>
          </p:txBody>
        </p:sp>
        <p:pic>
          <p:nvPicPr>
            <p:cNvPr id="78" name="Picture 6" descr="Image result for world circle png">
              <a:extLst>
                <a:ext uri="{FF2B5EF4-FFF2-40B4-BE49-F238E27FC236}">
                  <a16:creationId xmlns:a16="http://schemas.microsoft.com/office/drawing/2014/main" id="{8E58B3FB-48E5-4659-8F4E-279F9D33BB82}"/>
                </a:ext>
              </a:extLst>
            </p:cNvPr>
            <p:cNvPicPr>
              <a:picLocks noChangeAspect="1" noChangeArrowheads="1"/>
            </p:cNvPicPr>
            <p:nvPr/>
          </p:nvPicPr>
          <p:blipFill rotWithShape="1">
            <a:blip r:embed="rId35" cstate="print">
              <a:extLst>
                <a:ext uri="{28A0092B-C50C-407E-A947-70E740481C1C}">
                  <a14:useLocalDpi xmlns:a14="http://schemas.microsoft.com/office/drawing/2010/main" val="0"/>
                </a:ext>
              </a:extLst>
            </a:blip>
            <a:srcRect l="4094" t="4010" r="4094" b="4010"/>
            <a:stretch/>
          </p:blipFill>
          <p:spPr bwMode="auto">
            <a:xfrm>
              <a:off x="51027" y="1834199"/>
              <a:ext cx="373767" cy="3747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79" name="Group 78">
            <a:extLst>
              <a:ext uri="{FF2B5EF4-FFF2-40B4-BE49-F238E27FC236}">
                <a16:creationId xmlns:a16="http://schemas.microsoft.com/office/drawing/2014/main" id="{75A219F5-A62A-4BB9-9DA7-4EB5A248D847}"/>
              </a:ext>
            </a:extLst>
          </p:cNvPr>
          <p:cNvGrpSpPr/>
          <p:nvPr/>
        </p:nvGrpSpPr>
        <p:grpSpPr>
          <a:xfrm>
            <a:off x="43848" y="4577500"/>
            <a:ext cx="1045498" cy="447229"/>
            <a:chOff x="72423" y="3747789"/>
            <a:chExt cx="1045498" cy="447229"/>
          </a:xfrm>
        </p:grpSpPr>
        <p:sp>
          <p:nvSpPr>
            <p:cNvPr id="80" name="Freeform: Shape 79">
              <a:extLst>
                <a:ext uri="{FF2B5EF4-FFF2-40B4-BE49-F238E27FC236}">
                  <a16:creationId xmlns:a16="http://schemas.microsoft.com/office/drawing/2014/main" id="{A20466D3-FF28-4BE8-9ECF-B826CF1C828A}"/>
                </a:ext>
              </a:extLst>
            </p:cNvPr>
            <p:cNvSpPr/>
            <p:nvPr/>
          </p:nvSpPr>
          <p:spPr bwMode="auto">
            <a:xfrm>
              <a:off x="72423" y="3844132"/>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914377" rtl="0" eaLnBrk="0" fontAlgn="base" latinLnBrk="0" hangingPunct="0">
                <a:lnSpc>
                  <a:spcPct val="100000"/>
                </a:lnSpc>
                <a:spcBef>
                  <a:spcPct val="0"/>
                </a:spcBef>
                <a:spcAft>
                  <a:spcPct val="0"/>
                </a:spcAft>
                <a:buClrTx/>
                <a:buSzTx/>
                <a:buFontTx/>
                <a:buNone/>
                <a:tabLst/>
                <a:defRPr/>
              </a:pPr>
              <a:r>
                <a:rPr kumimoji="0" lang="en-US" altLang="zh-CN" sz="1000" b="1" i="0" u="none" strike="noStrike" kern="0" cap="none" spc="0" normalizeH="0" baseline="0" noProof="0">
                  <a:ln>
                    <a:noFill/>
                  </a:ln>
                  <a:solidFill>
                    <a:srgbClr val="FFFFFF"/>
                  </a:solidFill>
                  <a:effectLst/>
                  <a:uLnTx/>
                  <a:uFillTx/>
                  <a:latin typeface="Boehringer Forward Text"/>
                  <a:ea typeface="等线" panose="02010600030101010101" pitchFamily="2" charset="-122"/>
                  <a:cs typeface="Calibri" panose="020F0502020204030204" pitchFamily="34" charset="0"/>
                </a:rPr>
                <a:t>China</a:t>
              </a:r>
              <a:endParaRPr kumimoji="0" lang="zh-CN" altLang="en-US" sz="1000" b="1" i="0" u="none" strike="noStrike" kern="0" cap="none" spc="0" normalizeH="0" baseline="0" noProof="0">
                <a:ln>
                  <a:noFill/>
                </a:ln>
                <a:solidFill>
                  <a:srgbClr val="FFFFFF"/>
                </a:solidFill>
                <a:effectLst/>
                <a:uLnTx/>
                <a:uFillTx/>
                <a:latin typeface="Boehringer Forward Text"/>
                <a:ea typeface="等线" panose="02010600030101010101" pitchFamily="2" charset="-122"/>
                <a:cs typeface="Calibri" panose="020F0502020204030204" pitchFamily="34" charset="0"/>
              </a:endParaRPr>
            </a:p>
          </p:txBody>
        </p:sp>
        <p:sp>
          <p:nvSpPr>
            <p:cNvPr id="81" name="Oval 134">
              <a:extLst>
                <a:ext uri="{FF2B5EF4-FFF2-40B4-BE49-F238E27FC236}">
                  <a16:creationId xmlns:a16="http://schemas.microsoft.com/office/drawing/2014/main" id="{1166C5F7-312C-4253-A76B-5A256DADD002}"/>
                </a:ext>
              </a:extLst>
            </p:cNvPr>
            <p:cNvSpPr/>
            <p:nvPr/>
          </p:nvSpPr>
          <p:spPr>
            <a:xfrm>
              <a:off x="73534" y="3747789"/>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82" name="Rectangle: Rounded Corners 116">
              <a:extLst>
                <a:ext uri="{FF2B5EF4-FFF2-40B4-BE49-F238E27FC236}">
                  <a16:creationId xmlns:a16="http://schemas.microsoft.com/office/drawing/2014/main" id="{40C07482-107E-49DE-AB39-25D8E1610462}"/>
                </a:ext>
              </a:extLst>
            </p:cNvPr>
            <p:cNvSpPr/>
            <p:nvPr/>
          </p:nvSpPr>
          <p:spPr bwMode="auto">
            <a:xfrm>
              <a:off x="1069153" y="3798244"/>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0" cap="none" spc="0" normalizeH="0" baseline="0" noProof="0">
                <a:ln>
                  <a:noFill/>
                </a:ln>
                <a:solidFill>
                  <a:srgbClr val="FFFFFF"/>
                </a:solidFill>
                <a:effectLst/>
                <a:uLnTx/>
                <a:uFillTx/>
                <a:latin typeface="Boehringer Forward Text"/>
                <a:ea typeface="等线" panose="02010600030101010101" pitchFamily="2" charset="-122"/>
                <a:cs typeface="Calibri" panose="020F0502020204030204" pitchFamily="34" charset="0"/>
              </a:endParaRPr>
            </a:p>
          </p:txBody>
        </p:sp>
        <p:pic>
          <p:nvPicPr>
            <p:cNvPr id="83" name="Picture 2" descr="Image result for China flag circle png">
              <a:extLst>
                <a:ext uri="{FF2B5EF4-FFF2-40B4-BE49-F238E27FC236}">
                  <a16:creationId xmlns:a16="http://schemas.microsoft.com/office/drawing/2014/main" id="{BB7D4F08-00E5-4F7E-89D8-EDC37DEDD7BC}"/>
                </a:ext>
              </a:extLst>
            </p:cNvPr>
            <p:cNvPicPr>
              <a:picLocks noChangeAspect="1" noChangeArrowheads="1"/>
            </p:cNvPicPr>
            <p:nvPr/>
          </p:nvPicPr>
          <p:blipFill>
            <a:blip r:embed="rId36" cstate="print">
              <a:extLst>
                <a:ext uri="{28A0092B-C50C-407E-A947-70E740481C1C}">
                  <a14:useLocalDpi xmlns:a14="http://schemas.microsoft.com/office/drawing/2010/main" val="0"/>
                </a:ext>
              </a:extLst>
            </a:blip>
            <a:srcRect/>
            <a:stretch>
              <a:fillRect/>
            </a:stretch>
          </p:blipFill>
          <p:spPr bwMode="auto">
            <a:xfrm>
              <a:off x="109751" y="3784005"/>
              <a:ext cx="374799" cy="3747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85" name="Group 84">
            <a:extLst>
              <a:ext uri="{FF2B5EF4-FFF2-40B4-BE49-F238E27FC236}">
                <a16:creationId xmlns:a16="http://schemas.microsoft.com/office/drawing/2014/main" id="{0A551E96-BDD4-4120-AA42-5CFF7AD1DF46}"/>
              </a:ext>
            </a:extLst>
          </p:cNvPr>
          <p:cNvGrpSpPr/>
          <p:nvPr/>
        </p:nvGrpSpPr>
        <p:grpSpPr>
          <a:xfrm>
            <a:off x="4369288" y="4089897"/>
            <a:ext cx="910880" cy="370289"/>
            <a:chOff x="5537042" y="2374027"/>
            <a:chExt cx="910880" cy="370289"/>
          </a:xfrm>
        </p:grpSpPr>
        <p:sp>
          <p:nvSpPr>
            <p:cNvPr id="86" name="流程图: 决策 4">
              <a:extLst>
                <a:ext uri="{FF2B5EF4-FFF2-40B4-BE49-F238E27FC236}">
                  <a16:creationId xmlns:a16="http://schemas.microsoft.com/office/drawing/2014/main" id="{A7B5D53D-162F-4235-91E4-60954137EDFA}"/>
                </a:ext>
              </a:extLst>
            </p:cNvPr>
            <p:cNvSpPr/>
            <p:nvPr/>
          </p:nvSpPr>
          <p:spPr>
            <a:xfrm>
              <a:off x="5946003" y="2374027"/>
              <a:ext cx="108000" cy="144000"/>
            </a:xfrm>
            <a:prstGeom prst="flowChartDecision">
              <a:avLst/>
            </a:prstGeom>
            <a:solidFill>
              <a:srgbClr val="FF99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a:ln>
                  <a:noFill/>
                </a:ln>
                <a:solidFill>
                  <a:srgbClr val="0000CC"/>
                </a:solidFill>
                <a:effectLst/>
                <a:uLnTx/>
                <a:uFillTx/>
                <a:latin typeface="Boehringer Forward Text"/>
                <a:ea typeface="+mn-ea"/>
                <a:cs typeface="+mn-cs"/>
              </a:endParaRPr>
            </a:p>
          </p:txBody>
        </p:sp>
        <p:sp>
          <p:nvSpPr>
            <p:cNvPr id="90" name="OTLSHAPE_T_e17f3958430f4cff8650518c93c7635e_StartDate">
              <a:extLst>
                <a:ext uri="{FF2B5EF4-FFF2-40B4-BE49-F238E27FC236}">
                  <a16:creationId xmlns:a16="http://schemas.microsoft.com/office/drawing/2014/main" id="{59169CCC-96C6-425D-8CE0-4CADD8D82185}"/>
                </a:ext>
              </a:extLst>
            </p:cNvPr>
            <p:cNvSpPr txBox="1"/>
            <p:nvPr>
              <p:custDataLst>
                <p:tags r:id="rId31"/>
              </p:custDataLst>
            </p:nvPr>
          </p:nvSpPr>
          <p:spPr>
            <a:xfrm>
              <a:off x="5537042" y="2534322"/>
              <a:ext cx="910880" cy="209994"/>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ts val="8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CTP/ICF</a:t>
              </a:r>
            </a:p>
            <a:p>
              <a:pPr marL="0" marR="0" lvl="0" indent="0" algn="ctr" defTabSz="914400" rtl="0" eaLnBrk="1" fontAlgn="auto" latinLnBrk="0" hangingPunct="1">
                <a:lnSpc>
                  <a:spcPts val="800"/>
                </a:lnSpc>
                <a:spcBef>
                  <a:spcPts val="0"/>
                </a:spcBef>
                <a:spcAft>
                  <a:spcPts val="0"/>
                </a:spcAft>
                <a:buClrTx/>
                <a:buSzTx/>
                <a:buFontTx/>
                <a:buNone/>
                <a:tabLst/>
                <a:defRPr/>
              </a:pPr>
              <a:r>
                <a:rPr kumimoji="0" lang="en-US" altLang="zh-CN" sz="700" b="0" i="1"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Dec</a:t>
              </a:r>
              <a:r>
                <a:rPr kumimoji="0" lang="en-US" altLang="zh-CN" sz="7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’23 </a:t>
              </a:r>
            </a:p>
          </p:txBody>
        </p:sp>
      </p:grpSp>
      <p:sp>
        <p:nvSpPr>
          <p:cNvPr id="93" name="OTLSHAPE_T_e17f3958430f4cff8650518c93c7635e_StartDate">
            <a:extLst>
              <a:ext uri="{FF2B5EF4-FFF2-40B4-BE49-F238E27FC236}">
                <a16:creationId xmlns:a16="http://schemas.microsoft.com/office/drawing/2014/main" id="{C6941BF7-1931-4C38-9BE4-A35DF2609EA5}"/>
              </a:ext>
            </a:extLst>
          </p:cNvPr>
          <p:cNvSpPr txBox="1"/>
          <p:nvPr>
            <p:custDataLst>
              <p:tags r:id="rId2"/>
            </p:custDataLst>
          </p:nvPr>
        </p:nvSpPr>
        <p:spPr>
          <a:xfrm>
            <a:off x="2664916" y="2650931"/>
            <a:ext cx="576000" cy="92333"/>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Nov’22</a:t>
            </a:r>
            <a:endParaRPr kumimoji="0" lang="zh-CN" altLang="en-US"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96" name="OTLSHAPE_T_e17f3958430f4cff8650518c93c7635e_StartDate">
            <a:extLst>
              <a:ext uri="{FF2B5EF4-FFF2-40B4-BE49-F238E27FC236}">
                <a16:creationId xmlns:a16="http://schemas.microsoft.com/office/drawing/2014/main" id="{CE934519-4E5A-42D4-B85F-E2E7ADCE5CAD}"/>
              </a:ext>
            </a:extLst>
          </p:cNvPr>
          <p:cNvSpPr txBox="1"/>
          <p:nvPr>
            <p:custDataLst>
              <p:tags r:id="rId3"/>
            </p:custDataLst>
          </p:nvPr>
        </p:nvSpPr>
        <p:spPr>
          <a:xfrm>
            <a:off x="3852304" y="2639205"/>
            <a:ext cx="576000" cy="92333"/>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Aug’23</a:t>
            </a:r>
            <a:endParaRPr kumimoji="0" lang="zh-CN" altLang="en-US"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nvGrpSpPr>
          <p:cNvPr id="5" name="Group 4">
            <a:extLst>
              <a:ext uri="{FF2B5EF4-FFF2-40B4-BE49-F238E27FC236}">
                <a16:creationId xmlns:a16="http://schemas.microsoft.com/office/drawing/2014/main" id="{F3B7AFB7-5ADD-40D9-98FA-CAE1D1D67776}"/>
              </a:ext>
            </a:extLst>
          </p:cNvPr>
          <p:cNvGrpSpPr/>
          <p:nvPr/>
        </p:nvGrpSpPr>
        <p:grpSpPr>
          <a:xfrm>
            <a:off x="2672658" y="2730592"/>
            <a:ext cx="1753485" cy="399729"/>
            <a:chOff x="2664384" y="2687432"/>
            <a:chExt cx="1753485" cy="399729"/>
          </a:xfrm>
        </p:grpSpPr>
        <p:sp>
          <p:nvSpPr>
            <p:cNvPr id="56" name="OTLSHAPE_T_e17f3958430f4cff8650518c93c7635e_Shape">
              <a:extLst>
                <a:ext uri="{FF2B5EF4-FFF2-40B4-BE49-F238E27FC236}">
                  <a16:creationId xmlns:a16="http://schemas.microsoft.com/office/drawing/2014/main" id="{B395A8BF-D0C0-465D-8722-7314C5B693E6}"/>
                </a:ext>
              </a:extLst>
            </p:cNvPr>
            <p:cNvSpPr/>
            <p:nvPr>
              <p:custDataLst>
                <p:tags r:id="rId28"/>
              </p:custDataLst>
            </p:nvPr>
          </p:nvSpPr>
          <p:spPr bwMode="auto">
            <a:xfrm>
              <a:off x="2865673" y="2687432"/>
              <a:ext cx="1371600" cy="252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0" tIns="45720" rIns="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err="1">
                  <a:ln>
                    <a:noFill/>
                  </a:ln>
                  <a:solidFill>
                    <a:srgbClr val="000000"/>
                  </a:solidFill>
                  <a:effectLst/>
                  <a:uLnTx/>
                  <a:uFillTx/>
                  <a:latin typeface="Boehringer Forward Text"/>
                  <a:ea typeface="+mn-ea"/>
                  <a:cs typeface="Calibri" panose="020F0502020204030204" pitchFamily="34" charset="0"/>
                </a:rPr>
                <a:t>PoCP</a:t>
              </a:r>
              <a:r>
                <a:rPr kumimoji="0" lang="en-US" altLang="zh-CN"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 trial (N=66)</a:t>
              </a:r>
              <a:endParaRPr kumimoji="0" lang="zh-CN" altLang="en-US"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91" name="OTLSHAPE_M_39ea6ebc19a94c9fab6ef5006c31df58_Title">
              <a:extLst>
                <a:ext uri="{FF2B5EF4-FFF2-40B4-BE49-F238E27FC236}">
                  <a16:creationId xmlns:a16="http://schemas.microsoft.com/office/drawing/2014/main" id="{D879ADE6-1664-45C9-ADBC-EF768F600AC3}"/>
                </a:ext>
              </a:extLst>
            </p:cNvPr>
            <p:cNvSpPr txBox="1"/>
            <p:nvPr>
              <p:custDataLst>
                <p:tags r:id="rId29"/>
              </p:custDataLst>
            </p:nvPr>
          </p:nvSpPr>
          <p:spPr>
            <a:xfrm>
              <a:off x="2664384" y="2994828"/>
              <a:ext cx="396000" cy="92333"/>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FPI</a:t>
              </a:r>
              <a:endParaRPr kumimoji="0" lang="zh-CN" altLang="en-US"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94" name="OTLSHAPE_M_39ea6ebc19a94c9fab6ef5006c31df58_Title">
              <a:extLst>
                <a:ext uri="{FF2B5EF4-FFF2-40B4-BE49-F238E27FC236}">
                  <a16:creationId xmlns:a16="http://schemas.microsoft.com/office/drawing/2014/main" id="{53D07C7D-A8D6-4189-AA45-F91119AAEACE}"/>
                </a:ext>
              </a:extLst>
            </p:cNvPr>
            <p:cNvSpPr txBox="1"/>
            <p:nvPr>
              <p:custDataLst>
                <p:tags r:id="rId30"/>
              </p:custDataLst>
            </p:nvPr>
          </p:nvSpPr>
          <p:spPr>
            <a:xfrm>
              <a:off x="4021869" y="2985962"/>
              <a:ext cx="396000" cy="92333"/>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LPO</a:t>
              </a:r>
              <a:endParaRPr kumimoji="0" lang="zh-CN" altLang="en-US"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grpSp>
        <p:nvGrpSpPr>
          <p:cNvPr id="12" name="Group 11">
            <a:extLst>
              <a:ext uri="{FF2B5EF4-FFF2-40B4-BE49-F238E27FC236}">
                <a16:creationId xmlns:a16="http://schemas.microsoft.com/office/drawing/2014/main" id="{94EE9018-D54B-4CE0-BF29-E5307D3770C9}"/>
              </a:ext>
            </a:extLst>
          </p:cNvPr>
          <p:cNvGrpSpPr/>
          <p:nvPr/>
        </p:nvGrpSpPr>
        <p:grpSpPr>
          <a:xfrm>
            <a:off x="2459051" y="1978651"/>
            <a:ext cx="2094281" cy="505932"/>
            <a:chOff x="2459051" y="1935107"/>
            <a:chExt cx="2094281" cy="505932"/>
          </a:xfrm>
        </p:grpSpPr>
        <p:sp>
          <p:nvSpPr>
            <p:cNvPr id="54" name="OTLSHAPE_T_e17f3958430f4cff8650518c93c7635e_Shape">
              <a:extLst>
                <a:ext uri="{FF2B5EF4-FFF2-40B4-BE49-F238E27FC236}">
                  <a16:creationId xmlns:a16="http://schemas.microsoft.com/office/drawing/2014/main" id="{60516AA9-5B53-4CE8-BF54-8DAA27FA8A3E}"/>
                </a:ext>
              </a:extLst>
            </p:cNvPr>
            <p:cNvSpPr/>
            <p:nvPr>
              <p:custDataLst>
                <p:tags r:id="rId23"/>
              </p:custDataLst>
            </p:nvPr>
          </p:nvSpPr>
          <p:spPr bwMode="auto">
            <a:xfrm>
              <a:off x="2647532" y="2035954"/>
              <a:ext cx="1737360" cy="252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MRD in HV (N=60)</a:t>
              </a:r>
              <a:endParaRPr kumimoji="0" lang="zh-CN" altLang="en-US"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08" name="OTLSHAPE_M_39ea6ebc19a94c9fab6ef5006c31df58_Title">
              <a:extLst>
                <a:ext uri="{FF2B5EF4-FFF2-40B4-BE49-F238E27FC236}">
                  <a16:creationId xmlns:a16="http://schemas.microsoft.com/office/drawing/2014/main" id="{E44DD888-BEA3-4A5F-B7DA-980DABFE61C1}"/>
                </a:ext>
              </a:extLst>
            </p:cNvPr>
            <p:cNvSpPr txBox="1"/>
            <p:nvPr>
              <p:custDataLst>
                <p:tags r:id="rId24"/>
              </p:custDataLst>
            </p:nvPr>
          </p:nvSpPr>
          <p:spPr>
            <a:xfrm>
              <a:off x="2459051" y="2348706"/>
              <a:ext cx="396000" cy="92333"/>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FPI</a:t>
              </a:r>
              <a:endParaRPr kumimoji="0" lang="zh-CN" altLang="en-US"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09" name="Star: 4 Points 143">
              <a:extLst>
                <a:ext uri="{FF2B5EF4-FFF2-40B4-BE49-F238E27FC236}">
                  <a16:creationId xmlns:a16="http://schemas.microsoft.com/office/drawing/2014/main" id="{77FD612C-B0D2-444C-B27C-C92C0D86DFDC}"/>
                </a:ext>
              </a:extLst>
            </p:cNvPr>
            <p:cNvSpPr>
              <a:spLocks noChangeAspect="1"/>
            </p:cNvSpPr>
            <p:nvPr/>
          </p:nvSpPr>
          <p:spPr bwMode="auto">
            <a:xfrm>
              <a:off x="2583704" y="2200811"/>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10" name="OTLSHAPE_T_e17f3958430f4cff8650518c93c7635e_StartDate">
              <a:extLst>
                <a:ext uri="{FF2B5EF4-FFF2-40B4-BE49-F238E27FC236}">
                  <a16:creationId xmlns:a16="http://schemas.microsoft.com/office/drawing/2014/main" id="{20835AC5-A2E8-4DED-AA5E-2872307D896F}"/>
                </a:ext>
              </a:extLst>
            </p:cNvPr>
            <p:cNvSpPr txBox="1"/>
            <p:nvPr>
              <p:custDataLst>
                <p:tags r:id="rId25"/>
              </p:custDataLst>
            </p:nvPr>
          </p:nvSpPr>
          <p:spPr>
            <a:xfrm>
              <a:off x="2459051" y="1936946"/>
              <a:ext cx="576000" cy="92333"/>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Oct’22</a:t>
              </a:r>
              <a:endParaRPr kumimoji="0" lang="zh-CN" altLang="en-US"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11" name="OTLSHAPE_M_39ea6ebc19a94c9fab6ef5006c31df58_Title">
              <a:extLst>
                <a:ext uri="{FF2B5EF4-FFF2-40B4-BE49-F238E27FC236}">
                  <a16:creationId xmlns:a16="http://schemas.microsoft.com/office/drawing/2014/main" id="{DEECF574-677A-48D1-8D7F-6969449FBBC9}"/>
                </a:ext>
              </a:extLst>
            </p:cNvPr>
            <p:cNvSpPr txBox="1"/>
            <p:nvPr>
              <p:custDataLst>
                <p:tags r:id="rId26"/>
              </p:custDataLst>
            </p:nvPr>
          </p:nvSpPr>
          <p:spPr>
            <a:xfrm>
              <a:off x="4157332" y="2328068"/>
              <a:ext cx="396000" cy="92333"/>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LPO</a:t>
              </a:r>
              <a:endParaRPr kumimoji="0" lang="zh-CN" altLang="en-US"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14" name="OTLSHAPE_T_e17f3958430f4cff8650518c93c7635e_StartDate">
              <a:extLst>
                <a:ext uri="{FF2B5EF4-FFF2-40B4-BE49-F238E27FC236}">
                  <a16:creationId xmlns:a16="http://schemas.microsoft.com/office/drawing/2014/main" id="{E964E207-8187-4660-A0B1-C31B4A5814E4}"/>
                </a:ext>
              </a:extLst>
            </p:cNvPr>
            <p:cNvSpPr txBox="1"/>
            <p:nvPr>
              <p:custDataLst>
                <p:tags r:id="rId27"/>
              </p:custDataLst>
            </p:nvPr>
          </p:nvSpPr>
          <p:spPr>
            <a:xfrm>
              <a:off x="3974788" y="1935107"/>
              <a:ext cx="576000" cy="92333"/>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Sep’23</a:t>
              </a:r>
              <a:endParaRPr kumimoji="0" lang="zh-CN" altLang="en-US"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grpSp>
        <p:nvGrpSpPr>
          <p:cNvPr id="13" name="Group 12">
            <a:extLst>
              <a:ext uri="{FF2B5EF4-FFF2-40B4-BE49-F238E27FC236}">
                <a16:creationId xmlns:a16="http://schemas.microsoft.com/office/drawing/2014/main" id="{72707729-6810-414C-895A-A6A3A1940410}"/>
              </a:ext>
            </a:extLst>
          </p:cNvPr>
          <p:cNvGrpSpPr/>
          <p:nvPr/>
        </p:nvGrpSpPr>
        <p:grpSpPr>
          <a:xfrm>
            <a:off x="2279446" y="3288617"/>
            <a:ext cx="1225899" cy="523886"/>
            <a:chOff x="2279446" y="3312449"/>
            <a:chExt cx="1225899" cy="523886"/>
          </a:xfrm>
        </p:grpSpPr>
        <p:sp>
          <p:nvSpPr>
            <p:cNvPr id="59" name="OTLSHAPE_T_e17f3958430f4cff8650518c93c7635e_Shape">
              <a:extLst>
                <a:ext uri="{FF2B5EF4-FFF2-40B4-BE49-F238E27FC236}">
                  <a16:creationId xmlns:a16="http://schemas.microsoft.com/office/drawing/2014/main" id="{1587FF82-FA3B-4703-A529-449CC5275EFB}"/>
                </a:ext>
              </a:extLst>
            </p:cNvPr>
            <p:cNvSpPr/>
            <p:nvPr>
              <p:custDataLst>
                <p:tags r:id="rId18"/>
              </p:custDataLst>
            </p:nvPr>
          </p:nvSpPr>
          <p:spPr bwMode="auto">
            <a:xfrm>
              <a:off x="2489502" y="3421426"/>
              <a:ext cx="777240" cy="252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0" tIns="45720" rIns="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JP Ph1 (SRD)</a:t>
              </a:r>
              <a:endParaRPr kumimoji="0" lang="zh-CN" altLang="en-US"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15" name="OTLSHAPE_M_39ea6ebc19a94c9fab6ef5006c31df58_Title">
              <a:extLst>
                <a:ext uri="{FF2B5EF4-FFF2-40B4-BE49-F238E27FC236}">
                  <a16:creationId xmlns:a16="http://schemas.microsoft.com/office/drawing/2014/main" id="{99F1F716-9ED4-4F2C-964D-F2A003B0AC43}"/>
                </a:ext>
              </a:extLst>
            </p:cNvPr>
            <p:cNvSpPr txBox="1"/>
            <p:nvPr>
              <p:custDataLst>
                <p:tags r:id="rId19"/>
              </p:custDataLst>
            </p:nvPr>
          </p:nvSpPr>
          <p:spPr>
            <a:xfrm>
              <a:off x="2279446" y="3738560"/>
              <a:ext cx="396000" cy="92333"/>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FPI</a:t>
              </a:r>
              <a:endParaRPr kumimoji="0" lang="zh-CN" altLang="en-US"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19" name="OTLSHAPE_T_e17f3958430f4cff8650518c93c7635e_StartDate">
              <a:extLst>
                <a:ext uri="{FF2B5EF4-FFF2-40B4-BE49-F238E27FC236}">
                  <a16:creationId xmlns:a16="http://schemas.microsoft.com/office/drawing/2014/main" id="{62B0DEC2-30D9-4B1D-A9E7-7D1B4FFC26E3}"/>
                </a:ext>
              </a:extLst>
            </p:cNvPr>
            <p:cNvSpPr txBox="1"/>
            <p:nvPr>
              <p:custDataLst>
                <p:tags r:id="rId20"/>
              </p:custDataLst>
            </p:nvPr>
          </p:nvSpPr>
          <p:spPr>
            <a:xfrm>
              <a:off x="2281061" y="3312449"/>
              <a:ext cx="576000" cy="92333"/>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Sep</a:t>
              </a:r>
              <a:endParaRPr kumimoji="0" lang="zh-CN" altLang="en-US"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22" name="OTLSHAPE_M_39ea6ebc19a94c9fab6ef5006c31df58_Title">
              <a:extLst>
                <a:ext uri="{FF2B5EF4-FFF2-40B4-BE49-F238E27FC236}">
                  <a16:creationId xmlns:a16="http://schemas.microsoft.com/office/drawing/2014/main" id="{A6AC1622-64F1-46B2-97F8-584989C87F68}"/>
                </a:ext>
              </a:extLst>
            </p:cNvPr>
            <p:cNvSpPr txBox="1"/>
            <p:nvPr>
              <p:custDataLst>
                <p:tags r:id="rId21"/>
              </p:custDataLst>
            </p:nvPr>
          </p:nvSpPr>
          <p:spPr>
            <a:xfrm>
              <a:off x="3074036" y="3718610"/>
              <a:ext cx="420805" cy="1177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CN"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LPO</a:t>
              </a:r>
            </a:p>
          </p:txBody>
        </p:sp>
        <p:sp>
          <p:nvSpPr>
            <p:cNvPr id="126" name="OTLSHAPE_T_e17f3958430f4cff8650518c93c7635e_StartDate">
              <a:extLst>
                <a:ext uri="{FF2B5EF4-FFF2-40B4-BE49-F238E27FC236}">
                  <a16:creationId xmlns:a16="http://schemas.microsoft.com/office/drawing/2014/main" id="{A0E3C4AF-D997-40C7-AB8A-90D0E4B0C8C7}"/>
                </a:ext>
              </a:extLst>
            </p:cNvPr>
            <p:cNvSpPr txBox="1"/>
            <p:nvPr>
              <p:custDataLst>
                <p:tags r:id="rId22"/>
              </p:custDataLst>
            </p:nvPr>
          </p:nvSpPr>
          <p:spPr>
            <a:xfrm>
              <a:off x="2929345" y="3323951"/>
              <a:ext cx="576000" cy="92333"/>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Feb</a:t>
              </a:r>
              <a:endParaRPr kumimoji="0" lang="zh-CN" altLang="en-US"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grpSp>
        <p:nvGrpSpPr>
          <p:cNvPr id="6" name="Group 5">
            <a:extLst>
              <a:ext uri="{FF2B5EF4-FFF2-40B4-BE49-F238E27FC236}">
                <a16:creationId xmlns:a16="http://schemas.microsoft.com/office/drawing/2014/main" id="{9C0E7F41-F6E5-475A-AD0D-ACAF91A51D13}"/>
              </a:ext>
            </a:extLst>
          </p:cNvPr>
          <p:cNvGrpSpPr/>
          <p:nvPr/>
        </p:nvGrpSpPr>
        <p:grpSpPr>
          <a:xfrm>
            <a:off x="5400406" y="1038049"/>
            <a:ext cx="422873" cy="5838262"/>
            <a:chOff x="3295906" y="966971"/>
            <a:chExt cx="422873" cy="5838262"/>
          </a:xfrm>
        </p:grpSpPr>
        <p:cxnSp>
          <p:nvCxnSpPr>
            <p:cNvPr id="45" name="Straight Connector 44">
              <a:extLst>
                <a:ext uri="{FF2B5EF4-FFF2-40B4-BE49-F238E27FC236}">
                  <a16:creationId xmlns:a16="http://schemas.microsoft.com/office/drawing/2014/main" id="{10883B53-FFDB-4BE2-B17F-678E1F6B5043}"/>
                </a:ext>
              </a:extLst>
            </p:cNvPr>
            <p:cNvCxnSpPr/>
            <p:nvPr/>
          </p:nvCxnSpPr>
          <p:spPr>
            <a:xfrm>
              <a:off x="3506874" y="1117233"/>
              <a:ext cx="0" cy="5688000"/>
            </a:xfrm>
            <a:prstGeom prst="line">
              <a:avLst/>
            </a:prstGeom>
            <a:ln w="12700">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44884D1E-F937-4D53-80E6-D4DDCFED07FC}"/>
                </a:ext>
              </a:extLst>
            </p:cNvPr>
            <p:cNvSpPr txBox="1"/>
            <p:nvPr/>
          </p:nvSpPr>
          <p:spPr>
            <a:xfrm>
              <a:off x="3295906" y="966971"/>
              <a:ext cx="422873" cy="2051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333" b="1" i="0" u="none" strike="noStrike" kern="1200" cap="none" spc="0" normalizeH="0" baseline="0" noProof="0">
                  <a:ln>
                    <a:noFill/>
                  </a:ln>
                  <a:solidFill>
                    <a:srgbClr val="FFFFFF"/>
                  </a:solidFill>
                  <a:effectLst/>
                  <a:highlight>
                    <a:srgbClr val="FF0000"/>
                  </a:highlight>
                  <a:uLnTx/>
                  <a:uFillTx/>
                  <a:latin typeface="BISansOpti"/>
                  <a:ea typeface="+mn-ea"/>
                  <a:cs typeface="+mn-cs"/>
                </a:rPr>
                <a:t>today</a:t>
              </a:r>
              <a:endParaRPr kumimoji="0" lang="zh-CN" altLang="en-US" sz="1333" b="1" i="0" u="none" strike="noStrike" kern="1200" cap="none" spc="0" normalizeH="0" baseline="0" noProof="0">
                <a:ln>
                  <a:noFill/>
                </a:ln>
                <a:solidFill>
                  <a:srgbClr val="FFFFFF"/>
                </a:solidFill>
                <a:effectLst/>
                <a:highlight>
                  <a:srgbClr val="FF0000"/>
                </a:highlight>
                <a:uLnTx/>
                <a:uFillTx/>
                <a:latin typeface="BISansOpti"/>
                <a:ea typeface="+mn-ea"/>
                <a:cs typeface="+mn-cs"/>
              </a:endParaRPr>
            </a:p>
          </p:txBody>
        </p:sp>
      </p:grpSp>
      <p:grpSp>
        <p:nvGrpSpPr>
          <p:cNvPr id="130" name="Group 129">
            <a:extLst>
              <a:ext uri="{FF2B5EF4-FFF2-40B4-BE49-F238E27FC236}">
                <a16:creationId xmlns:a16="http://schemas.microsoft.com/office/drawing/2014/main" id="{262AEECE-F0D9-4453-971F-678686257D9F}"/>
              </a:ext>
            </a:extLst>
          </p:cNvPr>
          <p:cNvGrpSpPr/>
          <p:nvPr/>
        </p:nvGrpSpPr>
        <p:grpSpPr>
          <a:xfrm>
            <a:off x="3976202" y="3309973"/>
            <a:ext cx="1141833" cy="509689"/>
            <a:chOff x="2306129" y="3335021"/>
            <a:chExt cx="1141833" cy="509689"/>
          </a:xfrm>
        </p:grpSpPr>
        <p:sp>
          <p:nvSpPr>
            <p:cNvPr id="132" name="OTLSHAPE_T_e17f3958430f4cff8650518c93c7635e_Shape">
              <a:extLst>
                <a:ext uri="{FF2B5EF4-FFF2-40B4-BE49-F238E27FC236}">
                  <a16:creationId xmlns:a16="http://schemas.microsoft.com/office/drawing/2014/main" id="{1722D268-1811-4EC9-80A8-C6290AB5F0DB}"/>
                </a:ext>
              </a:extLst>
            </p:cNvPr>
            <p:cNvSpPr/>
            <p:nvPr>
              <p:custDataLst>
                <p:tags r:id="rId13"/>
              </p:custDataLst>
            </p:nvPr>
          </p:nvSpPr>
          <p:spPr bwMode="auto">
            <a:xfrm>
              <a:off x="2489502" y="3421426"/>
              <a:ext cx="640080" cy="252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0" tIns="45720" rIns="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MD (20mg)</a:t>
              </a:r>
              <a:endParaRPr kumimoji="0" lang="zh-CN" altLang="en-US"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34" name="OTLSHAPE_M_39ea6ebc19a94c9fab6ef5006c31df58_Title">
              <a:extLst>
                <a:ext uri="{FF2B5EF4-FFF2-40B4-BE49-F238E27FC236}">
                  <a16:creationId xmlns:a16="http://schemas.microsoft.com/office/drawing/2014/main" id="{75BCE1A0-B7E1-4E02-ACDE-AF539E1A4755}"/>
                </a:ext>
              </a:extLst>
            </p:cNvPr>
            <p:cNvSpPr txBox="1"/>
            <p:nvPr>
              <p:custDataLst>
                <p:tags r:id="rId14"/>
              </p:custDataLst>
            </p:nvPr>
          </p:nvSpPr>
          <p:spPr>
            <a:xfrm>
              <a:off x="2306129" y="3707888"/>
              <a:ext cx="396000" cy="1177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CN"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FPI</a:t>
              </a:r>
              <a:endParaRPr kumimoji="0" lang="zh-CN" altLang="en-US"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36" name="OTLSHAPE_T_e17f3958430f4cff8650518c93c7635e_StartDate">
              <a:extLst>
                <a:ext uri="{FF2B5EF4-FFF2-40B4-BE49-F238E27FC236}">
                  <a16:creationId xmlns:a16="http://schemas.microsoft.com/office/drawing/2014/main" id="{0A0E5B0D-9DEA-477A-B812-ADF0400C104F}"/>
                </a:ext>
              </a:extLst>
            </p:cNvPr>
            <p:cNvSpPr txBox="1"/>
            <p:nvPr>
              <p:custDataLst>
                <p:tags r:id="rId15"/>
              </p:custDataLst>
            </p:nvPr>
          </p:nvSpPr>
          <p:spPr>
            <a:xfrm>
              <a:off x="2421798" y="3335021"/>
              <a:ext cx="274320" cy="1177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CN" sz="600" b="0" i="1"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Sep</a:t>
              </a:r>
              <a:endParaRPr kumimoji="0" lang="zh-CN" altLang="en-US" sz="600" b="0" i="1"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37" name="OTLSHAPE_M_39ea6ebc19a94c9fab6ef5006c31df58_Title">
              <a:extLst>
                <a:ext uri="{FF2B5EF4-FFF2-40B4-BE49-F238E27FC236}">
                  <a16:creationId xmlns:a16="http://schemas.microsoft.com/office/drawing/2014/main" id="{8D463DE8-8B60-4D81-B1A2-9605B5CDF929}"/>
                </a:ext>
              </a:extLst>
            </p:cNvPr>
            <p:cNvSpPr txBox="1"/>
            <p:nvPr>
              <p:custDataLst>
                <p:tags r:id="rId16"/>
              </p:custDataLst>
            </p:nvPr>
          </p:nvSpPr>
          <p:spPr>
            <a:xfrm>
              <a:off x="2822911" y="3726985"/>
              <a:ext cx="625051" cy="1177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CN"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LPO</a:t>
              </a:r>
              <a:endParaRPr kumimoji="0" lang="zh-CN" altLang="en-US"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39" name="OTLSHAPE_T_e17f3958430f4cff8650518c93c7635e_StartDate">
              <a:extLst>
                <a:ext uri="{FF2B5EF4-FFF2-40B4-BE49-F238E27FC236}">
                  <a16:creationId xmlns:a16="http://schemas.microsoft.com/office/drawing/2014/main" id="{F75F18DC-1520-4CF2-AE67-3A74491FB427}"/>
                </a:ext>
              </a:extLst>
            </p:cNvPr>
            <p:cNvSpPr txBox="1"/>
            <p:nvPr>
              <p:custDataLst>
                <p:tags r:id="rId17"/>
              </p:custDataLst>
            </p:nvPr>
          </p:nvSpPr>
          <p:spPr>
            <a:xfrm>
              <a:off x="2902734" y="3336648"/>
              <a:ext cx="274320" cy="11772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CN" sz="600" b="0" i="1"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Nov</a:t>
              </a:r>
              <a:endParaRPr kumimoji="0" lang="zh-CN" altLang="en-US" sz="600" b="0" i="1"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cxnSp>
        <p:nvCxnSpPr>
          <p:cNvPr id="140" name="Straight Connector 139">
            <a:extLst>
              <a:ext uri="{FF2B5EF4-FFF2-40B4-BE49-F238E27FC236}">
                <a16:creationId xmlns:a16="http://schemas.microsoft.com/office/drawing/2014/main" id="{FC6B16C3-F9BE-46CA-A0AC-21C564A21AD1}"/>
              </a:ext>
            </a:extLst>
          </p:cNvPr>
          <p:cNvCxnSpPr>
            <a:cxnSpLocks/>
          </p:cNvCxnSpPr>
          <p:nvPr/>
        </p:nvCxnSpPr>
        <p:spPr>
          <a:xfrm>
            <a:off x="3293191" y="3540743"/>
            <a:ext cx="822960" cy="0"/>
          </a:xfrm>
          <a:prstGeom prst="line">
            <a:avLst/>
          </a:prstGeom>
          <a:ln w="9525">
            <a:solidFill>
              <a:srgbClr val="A6B8F2"/>
            </a:solidFill>
            <a:prstDash val="sysDash"/>
          </a:ln>
        </p:spPr>
        <p:style>
          <a:lnRef idx="1">
            <a:schemeClr val="accent1"/>
          </a:lnRef>
          <a:fillRef idx="0">
            <a:schemeClr val="accent1"/>
          </a:fillRef>
          <a:effectRef idx="0">
            <a:schemeClr val="accent1"/>
          </a:effectRef>
          <a:fontRef idx="minor">
            <a:schemeClr val="tx1"/>
          </a:fontRef>
        </p:style>
      </p:cxnSp>
      <p:grpSp>
        <p:nvGrpSpPr>
          <p:cNvPr id="15" name="Group 14">
            <a:extLst>
              <a:ext uri="{FF2B5EF4-FFF2-40B4-BE49-F238E27FC236}">
                <a16:creationId xmlns:a16="http://schemas.microsoft.com/office/drawing/2014/main" id="{F4BF945D-0D5C-44A5-887F-0332FEB367E0}"/>
              </a:ext>
            </a:extLst>
          </p:cNvPr>
          <p:cNvGrpSpPr/>
          <p:nvPr/>
        </p:nvGrpSpPr>
        <p:grpSpPr>
          <a:xfrm>
            <a:off x="5190377" y="3890510"/>
            <a:ext cx="3616297" cy="582235"/>
            <a:chOff x="5190377" y="3980024"/>
            <a:chExt cx="3616297" cy="582235"/>
          </a:xfrm>
        </p:grpSpPr>
        <p:sp>
          <p:nvSpPr>
            <p:cNvPr id="117" name="OTLSHAPE_T_e17f3958430f4cff8650518c93c7635e_Shape">
              <a:extLst>
                <a:ext uri="{FF2B5EF4-FFF2-40B4-BE49-F238E27FC236}">
                  <a16:creationId xmlns:a16="http://schemas.microsoft.com/office/drawing/2014/main" id="{1FD4245B-3CF6-4805-AB72-9CCEB4042E0B}"/>
                </a:ext>
              </a:extLst>
            </p:cNvPr>
            <p:cNvSpPr/>
            <p:nvPr>
              <p:custDataLst>
                <p:tags r:id="rId8"/>
              </p:custDataLst>
            </p:nvPr>
          </p:nvSpPr>
          <p:spPr bwMode="auto">
            <a:xfrm>
              <a:off x="5432764" y="4103395"/>
              <a:ext cx="3092464" cy="252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Ph2 trial (N=204)</a:t>
              </a:r>
              <a:endParaRPr kumimoji="0" lang="zh-CN" altLang="en-US"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42" name="Star: 4 Points 143">
              <a:extLst>
                <a:ext uri="{FF2B5EF4-FFF2-40B4-BE49-F238E27FC236}">
                  <a16:creationId xmlns:a16="http://schemas.microsoft.com/office/drawing/2014/main" id="{8CAA729F-9421-46A2-ADB4-359F4E347B35}"/>
                </a:ext>
              </a:extLst>
            </p:cNvPr>
            <p:cNvSpPr/>
            <p:nvPr/>
          </p:nvSpPr>
          <p:spPr bwMode="auto">
            <a:xfrm>
              <a:off x="5340642" y="426165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43" name="OTLSHAPE_T_e17f3958430f4cff8650518c93c7635e_StartDate">
              <a:extLst>
                <a:ext uri="{FF2B5EF4-FFF2-40B4-BE49-F238E27FC236}">
                  <a16:creationId xmlns:a16="http://schemas.microsoft.com/office/drawing/2014/main" id="{CC7498A4-78D0-429C-B2CC-7F3E924DC443}"/>
                </a:ext>
              </a:extLst>
            </p:cNvPr>
            <p:cNvSpPr txBox="1"/>
            <p:nvPr>
              <p:custDataLst>
                <p:tags r:id="rId9"/>
              </p:custDataLst>
            </p:nvPr>
          </p:nvSpPr>
          <p:spPr>
            <a:xfrm>
              <a:off x="5190377" y="3980024"/>
              <a:ext cx="822960" cy="12490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Mar’24</a:t>
              </a:r>
              <a:endParaRPr kumimoji="0" lang="zh-CN" altLang="en-US" sz="8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44" name="OTLSHAPE_M_39ea6ebc19a94c9fab6ef5006c31df58_Title">
              <a:extLst>
                <a:ext uri="{FF2B5EF4-FFF2-40B4-BE49-F238E27FC236}">
                  <a16:creationId xmlns:a16="http://schemas.microsoft.com/office/drawing/2014/main" id="{E32C479D-49D4-4105-BE90-54C003CC26F5}"/>
                </a:ext>
              </a:extLst>
            </p:cNvPr>
            <p:cNvSpPr txBox="1"/>
            <p:nvPr>
              <p:custDataLst>
                <p:tags r:id="rId10"/>
              </p:custDataLst>
            </p:nvPr>
          </p:nvSpPr>
          <p:spPr>
            <a:xfrm>
              <a:off x="5245254" y="4432553"/>
              <a:ext cx="396000" cy="12490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FPI</a:t>
              </a:r>
              <a:endParaRPr kumimoji="0" lang="zh-CN" altLang="en-US" sz="8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45" name="OTLSHAPE_M_39ea6ebc19a94c9fab6ef5006c31df58_Title">
              <a:extLst>
                <a:ext uri="{FF2B5EF4-FFF2-40B4-BE49-F238E27FC236}">
                  <a16:creationId xmlns:a16="http://schemas.microsoft.com/office/drawing/2014/main" id="{DC0E3967-DCBD-4436-8698-BB20C5885EB0}"/>
                </a:ext>
              </a:extLst>
            </p:cNvPr>
            <p:cNvSpPr txBox="1"/>
            <p:nvPr>
              <p:custDataLst>
                <p:tags r:id="rId11"/>
              </p:custDataLst>
            </p:nvPr>
          </p:nvSpPr>
          <p:spPr>
            <a:xfrm>
              <a:off x="8230674" y="4437353"/>
              <a:ext cx="576000" cy="12490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LPI</a:t>
              </a:r>
              <a:endParaRPr kumimoji="0" lang="zh-CN" altLang="en-US" sz="8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46" name="Star: 4 Points 143">
              <a:extLst>
                <a:ext uri="{FF2B5EF4-FFF2-40B4-BE49-F238E27FC236}">
                  <a16:creationId xmlns:a16="http://schemas.microsoft.com/office/drawing/2014/main" id="{E0DD4716-DC1F-43AC-B853-D844793EE120}"/>
                </a:ext>
              </a:extLst>
            </p:cNvPr>
            <p:cNvSpPr/>
            <p:nvPr/>
          </p:nvSpPr>
          <p:spPr bwMode="auto">
            <a:xfrm>
              <a:off x="8431557" y="423870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47" name="OTLSHAPE_T_e17f3958430f4cff8650518c93c7635e_StartDate">
              <a:extLst>
                <a:ext uri="{FF2B5EF4-FFF2-40B4-BE49-F238E27FC236}">
                  <a16:creationId xmlns:a16="http://schemas.microsoft.com/office/drawing/2014/main" id="{99F61E6F-7811-443B-971D-C3E43EB77F5E}"/>
                </a:ext>
              </a:extLst>
            </p:cNvPr>
            <p:cNvSpPr txBox="1"/>
            <p:nvPr>
              <p:custDataLst>
                <p:tags r:id="rId12"/>
              </p:custDataLst>
            </p:nvPr>
          </p:nvSpPr>
          <p:spPr>
            <a:xfrm>
              <a:off x="8142196" y="3981441"/>
              <a:ext cx="576000" cy="12490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CN" sz="800" b="0" i="1"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Sep’25</a:t>
              </a:r>
              <a:endParaRPr kumimoji="0" lang="zh-CN" altLang="en-US" sz="800" b="0" i="1"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grpSp>
        <p:nvGrpSpPr>
          <p:cNvPr id="148" name="Group 147">
            <a:extLst>
              <a:ext uri="{FF2B5EF4-FFF2-40B4-BE49-F238E27FC236}">
                <a16:creationId xmlns:a16="http://schemas.microsoft.com/office/drawing/2014/main" id="{72D5FBBA-6C55-4FAF-98B3-45F3D9F9730D}"/>
              </a:ext>
            </a:extLst>
          </p:cNvPr>
          <p:cNvGrpSpPr/>
          <p:nvPr/>
        </p:nvGrpSpPr>
        <p:grpSpPr>
          <a:xfrm>
            <a:off x="4915306" y="2751474"/>
            <a:ext cx="517286" cy="361172"/>
            <a:chOff x="5916695" y="2393707"/>
            <a:chExt cx="517286" cy="361172"/>
          </a:xfrm>
        </p:grpSpPr>
        <p:sp>
          <p:nvSpPr>
            <p:cNvPr id="149" name="流程图: 决策 4">
              <a:extLst>
                <a:ext uri="{FF2B5EF4-FFF2-40B4-BE49-F238E27FC236}">
                  <a16:creationId xmlns:a16="http://schemas.microsoft.com/office/drawing/2014/main" id="{8206107B-5E70-426D-A7B8-8B9C16C9C8B6}"/>
                </a:ext>
              </a:extLst>
            </p:cNvPr>
            <p:cNvSpPr/>
            <p:nvPr/>
          </p:nvSpPr>
          <p:spPr>
            <a:xfrm>
              <a:off x="6127042" y="2393707"/>
              <a:ext cx="108000" cy="144000"/>
            </a:xfrm>
            <a:prstGeom prst="flowChartDecision">
              <a:avLst/>
            </a:prstGeom>
            <a:solidFill>
              <a:srgbClr val="FF99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150" name="OTLSHAPE_T_e17f3958430f4cff8650518c93c7635e_StartDate">
              <a:extLst>
                <a:ext uri="{FF2B5EF4-FFF2-40B4-BE49-F238E27FC236}">
                  <a16:creationId xmlns:a16="http://schemas.microsoft.com/office/drawing/2014/main" id="{8321766A-A8FC-4CD9-BEDA-5E96E22C2589}"/>
                </a:ext>
              </a:extLst>
            </p:cNvPr>
            <p:cNvSpPr txBox="1"/>
            <p:nvPr>
              <p:custDataLst>
                <p:tags r:id="rId7"/>
              </p:custDataLst>
            </p:nvPr>
          </p:nvSpPr>
          <p:spPr>
            <a:xfrm>
              <a:off x="5916695" y="2548219"/>
              <a:ext cx="517286" cy="206660"/>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ts val="800"/>
                </a:lnSpc>
                <a:spcBef>
                  <a:spcPts val="0"/>
                </a:spcBef>
                <a:spcAft>
                  <a:spcPts val="0"/>
                </a:spcAft>
                <a:buClrTx/>
                <a:buSzTx/>
                <a:buFontTx/>
                <a:buNone/>
                <a:tabLst/>
                <a:defRPr/>
              </a:pPr>
              <a:r>
                <a:rPr kumimoji="0" lang="en-US" altLang="zh-CN" sz="600" b="0" i="0" u="none" strike="noStrike" kern="1200" cap="none" spc="0" normalizeH="0" baseline="0" noProof="0">
                  <a:ln>
                    <a:noFill/>
                  </a:ln>
                  <a:solidFill>
                    <a:srgbClr val="003366"/>
                  </a:solidFill>
                  <a:effectLst/>
                  <a:uLnTx/>
                  <a:uFillTx/>
                  <a:latin typeface="Boehringer Forward Text"/>
                  <a:ea typeface="+mn-ea"/>
                  <a:cs typeface="Calibri" panose="020F0502020204030204" pitchFamily="34" charset="0"/>
                </a:rPr>
                <a:t>TLR</a:t>
              </a:r>
            </a:p>
            <a:p>
              <a:pPr marL="0" marR="0" lvl="0" indent="0" algn="ctr" defTabSz="914400" rtl="0" eaLnBrk="1" fontAlgn="auto" latinLnBrk="0" hangingPunct="1">
                <a:lnSpc>
                  <a:spcPts val="800"/>
                </a:lnSpc>
                <a:spcBef>
                  <a:spcPts val="0"/>
                </a:spcBef>
                <a:spcAft>
                  <a:spcPts val="0"/>
                </a:spcAft>
                <a:buClrTx/>
                <a:buSzTx/>
                <a:buFontTx/>
                <a:buNone/>
                <a:tabLst/>
                <a:defRPr/>
              </a:pPr>
              <a:r>
                <a:rPr kumimoji="0" lang="en-US" altLang="zh-CN" sz="600" b="0" i="0" u="none" strike="noStrike" kern="1200" cap="none" spc="0" normalizeH="0" baseline="0" noProof="0">
                  <a:ln>
                    <a:noFill/>
                  </a:ln>
                  <a:solidFill>
                    <a:srgbClr val="003366"/>
                  </a:solidFill>
                  <a:effectLst/>
                  <a:uLnTx/>
                  <a:uFillTx/>
                  <a:latin typeface="Boehringer Forward Text"/>
                  <a:ea typeface="+mn-ea"/>
                  <a:cs typeface="Calibri" panose="020F0502020204030204" pitchFamily="34" charset="0"/>
                </a:rPr>
                <a:t>Jan’24</a:t>
              </a:r>
              <a:endParaRPr kumimoji="0" lang="en-US" altLang="zh-CN" sz="600" b="0" i="0" u="none" strike="noStrike" kern="1200" cap="none" spc="0" normalizeH="0" baseline="0" noProof="0">
                <a:ln>
                  <a:noFill/>
                </a:ln>
                <a:solidFill>
                  <a:srgbClr val="FF0000"/>
                </a:solidFill>
                <a:effectLst/>
                <a:uLnTx/>
                <a:uFillTx/>
                <a:latin typeface="Boehringer Forward Text"/>
                <a:ea typeface="+mn-ea"/>
                <a:cs typeface="Calibri" panose="020F0502020204030204" pitchFamily="34" charset="0"/>
              </a:endParaRPr>
            </a:p>
          </p:txBody>
        </p:sp>
      </p:grpSp>
      <p:sp>
        <p:nvSpPr>
          <p:cNvPr id="104" name="OTLSHAPE_T_e17f3958430f4cff8650518c93c7635e_Shape">
            <a:extLst>
              <a:ext uri="{FF2B5EF4-FFF2-40B4-BE49-F238E27FC236}">
                <a16:creationId xmlns:a16="http://schemas.microsoft.com/office/drawing/2014/main" id="{6BEFAE43-15F2-483F-B7F4-FFF2C081B969}"/>
              </a:ext>
            </a:extLst>
          </p:cNvPr>
          <p:cNvSpPr/>
          <p:nvPr/>
        </p:nvSpPr>
        <p:spPr bwMode="auto">
          <a:xfrm>
            <a:off x="4854300" y="5129269"/>
            <a:ext cx="1210929" cy="256032"/>
          </a:xfrm>
          <a:prstGeom prst="roundRect">
            <a:avLst/>
          </a:prstGeom>
          <a:solidFill>
            <a:schemeClr val="accent4">
              <a:lumMod val="20000"/>
              <a:lumOff val="8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6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CTA Review + EC + HGRAC + 1</a:t>
            </a:r>
            <a:r>
              <a:rPr kumimoji="0" lang="en-US" altLang="zh-CN" sz="600" b="0" i="0" u="none" strike="noStrike" kern="1200" cap="none" spc="0" normalizeH="0" baseline="30000" noProof="0">
                <a:ln>
                  <a:noFill/>
                </a:ln>
                <a:solidFill>
                  <a:srgbClr val="000000"/>
                </a:solidFill>
                <a:effectLst/>
                <a:uLnTx/>
                <a:uFillTx/>
                <a:latin typeface="Boehringer Forward Text"/>
                <a:ea typeface="+mn-ea"/>
                <a:cs typeface="Calibri" panose="020F0502020204030204" pitchFamily="34" charset="0"/>
              </a:rPr>
              <a:t>st</a:t>
            </a:r>
            <a:r>
              <a:rPr kumimoji="0" lang="en-US" altLang="zh-CN" sz="6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 SIV</a:t>
            </a:r>
            <a:endParaRPr kumimoji="0" lang="zh-CN" altLang="en-US" sz="6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18" name="Rectangle 117">
            <a:extLst>
              <a:ext uri="{FF2B5EF4-FFF2-40B4-BE49-F238E27FC236}">
                <a16:creationId xmlns:a16="http://schemas.microsoft.com/office/drawing/2014/main" id="{06BBF14F-804F-48CB-A1AF-4A602DDB7375}"/>
              </a:ext>
            </a:extLst>
          </p:cNvPr>
          <p:cNvSpPr/>
          <p:nvPr/>
        </p:nvSpPr>
        <p:spPr>
          <a:xfrm>
            <a:off x="5818901" y="5397598"/>
            <a:ext cx="492443" cy="215444"/>
          </a:xfrm>
          <a:prstGeom prst="rect">
            <a:avLst/>
          </a:prstGeom>
        </p:spPr>
        <p:txBody>
          <a:bodyPr wrap="non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1</a:t>
            </a:r>
            <a:r>
              <a:rPr kumimoji="0" lang="en-US" altLang="zh-CN" sz="800" b="0" i="0" u="none" strike="noStrike" kern="1200" cap="none" spc="0" normalizeH="0" baseline="30000" noProof="0">
                <a:ln>
                  <a:noFill/>
                </a:ln>
                <a:solidFill>
                  <a:srgbClr val="44546A"/>
                </a:solidFill>
                <a:effectLst/>
                <a:uLnTx/>
                <a:uFillTx/>
                <a:latin typeface="Boehringer Forward Text"/>
                <a:ea typeface="+mn-ea"/>
                <a:cs typeface="Calibri" panose="020F0502020204030204" pitchFamily="34" charset="0"/>
              </a:rPr>
              <a:t>st</a:t>
            </a:r>
            <a:r>
              <a:rPr kumimoji="0" lang="en-US" altLang="zh-CN" sz="8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 SIV</a:t>
            </a:r>
            <a:endParaRPr kumimoji="0" lang="zh-CN" altLang="en-US" sz="8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05" name="OTLSHAPE_M_39ea6ebc19a94c9fab6ef5006c31df58_Title">
            <a:extLst>
              <a:ext uri="{FF2B5EF4-FFF2-40B4-BE49-F238E27FC236}">
                <a16:creationId xmlns:a16="http://schemas.microsoft.com/office/drawing/2014/main" id="{C4FE43EC-25F6-407C-9DBA-B13B8334AAA6}"/>
              </a:ext>
            </a:extLst>
          </p:cNvPr>
          <p:cNvSpPr txBox="1"/>
          <p:nvPr/>
        </p:nvSpPr>
        <p:spPr>
          <a:xfrm>
            <a:off x="4656300" y="5458035"/>
            <a:ext cx="396000" cy="123111"/>
          </a:xfrm>
          <a:prstGeom prst="rect">
            <a:avLst/>
          </a:prstGeom>
          <a:noFill/>
        </p:spPr>
        <p:txBody>
          <a:bodyPr vert="horz" wrap="squar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CTA-s</a:t>
            </a:r>
            <a:endParaRPr kumimoji="0" lang="zh-CN" altLang="en-US" sz="8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21" name="Star: 4 Points 120">
            <a:extLst>
              <a:ext uri="{FF2B5EF4-FFF2-40B4-BE49-F238E27FC236}">
                <a16:creationId xmlns:a16="http://schemas.microsoft.com/office/drawing/2014/main" id="{58C67921-D3EE-4A89-A896-E25882DCD348}"/>
              </a:ext>
            </a:extLst>
          </p:cNvPr>
          <p:cNvSpPr/>
          <p:nvPr/>
        </p:nvSpPr>
        <p:spPr bwMode="auto">
          <a:xfrm>
            <a:off x="5973002" y="529139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23" name="OTLSHAPE_T_e17f3958430f4cff8650518c93c7635e_StartDate">
            <a:extLst>
              <a:ext uri="{FF2B5EF4-FFF2-40B4-BE49-F238E27FC236}">
                <a16:creationId xmlns:a16="http://schemas.microsoft.com/office/drawing/2014/main" id="{6C9CF13F-78BC-42AE-B710-7B04B07A0733}"/>
              </a:ext>
            </a:extLst>
          </p:cNvPr>
          <p:cNvSpPr txBox="1"/>
          <p:nvPr/>
        </p:nvSpPr>
        <p:spPr>
          <a:xfrm>
            <a:off x="5782296" y="4966025"/>
            <a:ext cx="576000" cy="123111"/>
          </a:xfrm>
          <a:prstGeom prst="rect">
            <a:avLst/>
          </a:prstGeom>
          <a:noFill/>
        </p:spPr>
        <p:txBody>
          <a:bodyPr vert="horz" wrap="squar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1"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Q2/3 </a:t>
            </a:r>
            <a:r>
              <a:rPr kumimoji="0" lang="en-US" altLang="zh-CN" sz="8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’24</a:t>
            </a:r>
            <a:endParaRPr kumimoji="0" lang="zh-CN" altLang="en-US" sz="8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endParaRPr>
          </a:p>
        </p:txBody>
      </p:sp>
      <p:sp>
        <p:nvSpPr>
          <p:cNvPr id="127" name="OTLSHAPE_T_e17f3958430f4cff8650518c93c7635e_StartDate">
            <a:extLst>
              <a:ext uri="{FF2B5EF4-FFF2-40B4-BE49-F238E27FC236}">
                <a16:creationId xmlns:a16="http://schemas.microsoft.com/office/drawing/2014/main" id="{081EA6CB-FF2A-46BE-9F77-211720371BC9}"/>
              </a:ext>
            </a:extLst>
          </p:cNvPr>
          <p:cNvSpPr txBox="1"/>
          <p:nvPr/>
        </p:nvSpPr>
        <p:spPr>
          <a:xfrm>
            <a:off x="4614377" y="4945847"/>
            <a:ext cx="576000" cy="123111"/>
          </a:xfrm>
          <a:prstGeom prst="rect">
            <a:avLst/>
          </a:prstGeom>
          <a:noFill/>
        </p:spPr>
        <p:txBody>
          <a:bodyPr vert="horz" wrap="square" lIns="0" tIns="0" rIns="0" bIns="0" rtlCol="0" anchor="ctr" anchorCtr="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20Dec’23</a:t>
            </a:r>
            <a:endParaRPr kumimoji="0" lang="zh-CN" altLang="en-US" sz="8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endParaRPr>
          </a:p>
        </p:txBody>
      </p:sp>
      <p:grpSp>
        <p:nvGrpSpPr>
          <p:cNvPr id="100" name="Group 99">
            <a:extLst>
              <a:ext uri="{FF2B5EF4-FFF2-40B4-BE49-F238E27FC236}">
                <a16:creationId xmlns:a16="http://schemas.microsoft.com/office/drawing/2014/main" id="{5304E469-26FD-4B3C-B57E-47CEC388C122}"/>
              </a:ext>
            </a:extLst>
          </p:cNvPr>
          <p:cNvGrpSpPr/>
          <p:nvPr/>
        </p:nvGrpSpPr>
        <p:grpSpPr>
          <a:xfrm>
            <a:off x="5066927" y="2501078"/>
            <a:ext cx="604050" cy="394396"/>
            <a:chOff x="5705001" y="2187761"/>
            <a:chExt cx="604050" cy="394396"/>
          </a:xfrm>
        </p:grpSpPr>
        <p:sp>
          <p:nvSpPr>
            <p:cNvPr id="101" name="流程图: 决策 4">
              <a:extLst>
                <a:ext uri="{FF2B5EF4-FFF2-40B4-BE49-F238E27FC236}">
                  <a16:creationId xmlns:a16="http://schemas.microsoft.com/office/drawing/2014/main" id="{2E46373E-015E-4A23-A8A2-B455140564D2}"/>
                </a:ext>
              </a:extLst>
            </p:cNvPr>
            <p:cNvSpPr/>
            <p:nvPr/>
          </p:nvSpPr>
          <p:spPr>
            <a:xfrm>
              <a:off x="5946067" y="2438157"/>
              <a:ext cx="108000" cy="144000"/>
            </a:xfrm>
            <a:prstGeom prst="flowChartDecision">
              <a:avLst/>
            </a:prstGeom>
            <a:solidFill>
              <a:srgbClr val="0000CC"/>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102" name="OTLSHAPE_T_e17f3958430f4cff8650518c93c7635e_StartDate">
              <a:extLst>
                <a:ext uri="{FF2B5EF4-FFF2-40B4-BE49-F238E27FC236}">
                  <a16:creationId xmlns:a16="http://schemas.microsoft.com/office/drawing/2014/main" id="{BEBC8AD4-3AF2-4D50-BD19-BF5BDBE5033D}"/>
                </a:ext>
              </a:extLst>
            </p:cNvPr>
            <p:cNvSpPr txBox="1"/>
            <p:nvPr>
              <p:custDataLst>
                <p:tags r:id="rId6"/>
              </p:custDataLst>
            </p:nvPr>
          </p:nvSpPr>
          <p:spPr>
            <a:xfrm>
              <a:off x="5705001" y="2187761"/>
              <a:ext cx="604050" cy="235834"/>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altLang="zh-CN" sz="700" b="0" i="0" u="none" strike="noStrike" kern="1200" cap="none" spc="0" normalizeH="0" baseline="0" noProof="0" err="1">
                  <a:ln>
                    <a:noFill/>
                  </a:ln>
                  <a:solidFill>
                    <a:srgbClr val="0000CC"/>
                  </a:solidFill>
                  <a:effectLst/>
                  <a:uLnTx/>
                  <a:uFillTx/>
                  <a:latin typeface="Boehringer Forward Text"/>
                  <a:ea typeface="+mn-ea"/>
                  <a:cs typeface="Calibri" panose="020F0502020204030204" pitchFamily="34" charset="0"/>
                </a:rPr>
                <a:t>PoCP</a:t>
              </a:r>
              <a:endParaRPr kumimoji="0" lang="en-US" altLang="zh-CN" sz="7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endParaRPr>
            </a:p>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Feb’24</a:t>
              </a:r>
            </a:p>
          </p:txBody>
        </p:sp>
      </p:grpSp>
      <p:sp>
        <p:nvSpPr>
          <p:cNvPr id="103" name="Star: 4 Points 143">
            <a:extLst>
              <a:ext uri="{FF2B5EF4-FFF2-40B4-BE49-F238E27FC236}">
                <a16:creationId xmlns:a16="http://schemas.microsoft.com/office/drawing/2014/main" id="{95E425E3-C47A-4260-8CB2-32511190E42F}"/>
              </a:ext>
            </a:extLst>
          </p:cNvPr>
          <p:cNvSpPr>
            <a:spLocks noChangeAspect="1"/>
          </p:cNvSpPr>
          <p:nvPr/>
        </p:nvSpPr>
        <p:spPr bwMode="auto">
          <a:xfrm>
            <a:off x="4306277" y="2248416"/>
            <a:ext cx="138182" cy="140861"/>
          </a:xfrm>
          <a:prstGeom prst="star4">
            <a:avLst>
              <a:gd name="adj" fmla="val 14754"/>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06" name="Star: 4 Points 143">
            <a:extLst>
              <a:ext uri="{FF2B5EF4-FFF2-40B4-BE49-F238E27FC236}">
                <a16:creationId xmlns:a16="http://schemas.microsoft.com/office/drawing/2014/main" id="{EBD3DA23-3B3A-4EAA-B6E8-52C2AF523EF9}"/>
              </a:ext>
            </a:extLst>
          </p:cNvPr>
          <p:cNvSpPr>
            <a:spLocks noChangeAspect="1"/>
          </p:cNvSpPr>
          <p:nvPr/>
        </p:nvSpPr>
        <p:spPr bwMode="auto">
          <a:xfrm>
            <a:off x="2808356" y="2890506"/>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07" name="Star: 4 Points 143">
            <a:extLst>
              <a:ext uri="{FF2B5EF4-FFF2-40B4-BE49-F238E27FC236}">
                <a16:creationId xmlns:a16="http://schemas.microsoft.com/office/drawing/2014/main" id="{77CCACF8-F48D-431F-9941-24C78C2932DB}"/>
              </a:ext>
            </a:extLst>
          </p:cNvPr>
          <p:cNvSpPr>
            <a:spLocks noChangeAspect="1"/>
          </p:cNvSpPr>
          <p:nvPr/>
        </p:nvSpPr>
        <p:spPr bwMode="auto">
          <a:xfrm>
            <a:off x="4170605" y="2890372"/>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33" name="Star: 4 Points 143">
            <a:extLst>
              <a:ext uri="{FF2B5EF4-FFF2-40B4-BE49-F238E27FC236}">
                <a16:creationId xmlns:a16="http://schemas.microsoft.com/office/drawing/2014/main" id="{E88F8F9D-BAFC-4425-AFA4-1E282F0F0083}"/>
              </a:ext>
            </a:extLst>
          </p:cNvPr>
          <p:cNvSpPr>
            <a:spLocks noChangeAspect="1"/>
          </p:cNvSpPr>
          <p:nvPr/>
        </p:nvSpPr>
        <p:spPr bwMode="auto">
          <a:xfrm>
            <a:off x="2429304" y="3568247"/>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41" name="Star: 4 Points 143">
            <a:extLst>
              <a:ext uri="{FF2B5EF4-FFF2-40B4-BE49-F238E27FC236}">
                <a16:creationId xmlns:a16="http://schemas.microsoft.com/office/drawing/2014/main" id="{BF02B0F1-3EC4-44A6-B000-0A497106B808}"/>
              </a:ext>
            </a:extLst>
          </p:cNvPr>
          <p:cNvSpPr>
            <a:spLocks noChangeAspect="1"/>
          </p:cNvSpPr>
          <p:nvPr/>
        </p:nvSpPr>
        <p:spPr bwMode="auto">
          <a:xfrm>
            <a:off x="3195832" y="3568246"/>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51" name="Star: 4 Points 143">
            <a:extLst>
              <a:ext uri="{FF2B5EF4-FFF2-40B4-BE49-F238E27FC236}">
                <a16:creationId xmlns:a16="http://schemas.microsoft.com/office/drawing/2014/main" id="{ACD7A7CB-83A5-474F-9F85-7E55ABA9AF1A}"/>
              </a:ext>
            </a:extLst>
          </p:cNvPr>
          <p:cNvSpPr>
            <a:spLocks noChangeAspect="1"/>
          </p:cNvSpPr>
          <p:nvPr/>
        </p:nvSpPr>
        <p:spPr bwMode="auto">
          <a:xfrm>
            <a:off x="4096984" y="3554824"/>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52" name="Star: 4 Points 143">
            <a:extLst>
              <a:ext uri="{FF2B5EF4-FFF2-40B4-BE49-F238E27FC236}">
                <a16:creationId xmlns:a16="http://schemas.microsoft.com/office/drawing/2014/main" id="{E3ED24B6-49C3-432E-AF67-64AC3A4B197F}"/>
              </a:ext>
            </a:extLst>
          </p:cNvPr>
          <p:cNvSpPr>
            <a:spLocks noChangeAspect="1"/>
          </p:cNvSpPr>
          <p:nvPr/>
        </p:nvSpPr>
        <p:spPr bwMode="auto">
          <a:xfrm>
            <a:off x="4722922" y="3575182"/>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cxnSp>
        <p:nvCxnSpPr>
          <p:cNvPr id="153" name="Connector: Elbow 152">
            <a:extLst>
              <a:ext uri="{FF2B5EF4-FFF2-40B4-BE49-F238E27FC236}">
                <a16:creationId xmlns:a16="http://schemas.microsoft.com/office/drawing/2014/main" id="{E9248531-F99D-4EB8-82E3-BFE4639A8865}"/>
              </a:ext>
            </a:extLst>
          </p:cNvPr>
          <p:cNvCxnSpPr>
            <a:cxnSpLocks/>
          </p:cNvCxnSpPr>
          <p:nvPr/>
        </p:nvCxnSpPr>
        <p:spPr>
          <a:xfrm>
            <a:off x="4539845" y="4176825"/>
            <a:ext cx="274320" cy="1097280"/>
          </a:xfrm>
          <a:prstGeom prst="bentConnector3">
            <a:avLst>
              <a:gd name="adj1" fmla="val -106877"/>
            </a:avLst>
          </a:prstGeom>
          <a:ln w="3175">
            <a:solidFill>
              <a:schemeClr val="accent4">
                <a:lumMod val="75000"/>
              </a:schemeClr>
            </a:solidFill>
            <a:prstDash val="sysDot"/>
            <a:tailEnd type="triangle" w="med" len="med"/>
          </a:ln>
        </p:spPr>
        <p:style>
          <a:lnRef idx="1">
            <a:schemeClr val="accent1"/>
          </a:lnRef>
          <a:fillRef idx="0">
            <a:schemeClr val="accent1"/>
          </a:fillRef>
          <a:effectRef idx="0">
            <a:schemeClr val="accent1"/>
          </a:effectRef>
          <a:fontRef idx="minor">
            <a:schemeClr val="tx1"/>
          </a:fontRef>
        </p:style>
      </p:cxnSp>
      <p:sp>
        <p:nvSpPr>
          <p:cNvPr id="154" name="TextBox 153">
            <a:extLst>
              <a:ext uri="{FF2B5EF4-FFF2-40B4-BE49-F238E27FC236}">
                <a16:creationId xmlns:a16="http://schemas.microsoft.com/office/drawing/2014/main" id="{2C0F2F5D-2F0E-4582-B5B4-C07C44A6FD04}"/>
              </a:ext>
            </a:extLst>
          </p:cNvPr>
          <p:cNvSpPr txBox="1"/>
          <p:nvPr/>
        </p:nvSpPr>
        <p:spPr>
          <a:xfrm>
            <a:off x="1123571" y="5209062"/>
            <a:ext cx="994202" cy="253916"/>
          </a:xfrm>
          <a:prstGeom prst="rect">
            <a:avLst/>
          </a:prstGeom>
          <a:solidFill>
            <a:srgbClr val="FF9900"/>
          </a:solidFill>
          <a:ln w="19050">
            <a:solidFill>
              <a:srgbClr val="F6BB00"/>
            </a:solidFill>
          </a:ln>
        </p:spPr>
        <p:txBody>
          <a:bodyPr wrap="square"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a:ln>
                  <a:noFill/>
                </a:ln>
                <a:solidFill>
                  <a:srgbClr val="FFFFFF"/>
                </a:solidFill>
                <a:effectLst/>
                <a:uLnTx/>
                <a:uFillTx/>
                <a:latin typeface="Boehringer Forward Text"/>
                <a:ea typeface="DengXian" panose="02010600030101010101" pitchFamily="2" charset="-122"/>
                <a:cs typeface="Cordia New" panose="020B0304020202020204" pitchFamily="34" charset="-34"/>
              </a:rPr>
              <a:t>wo/pre-IND</a:t>
            </a:r>
            <a:endParaRPr kumimoji="0" lang="en-US" sz="1050" b="0" i="0" u="none" strike="noStrike" kern="1200" cap="none" spc="0" normalizeH="0" baseline="0" noProof="0">
              <a:ln>
                <a:noFill/>
              </a:ln>
              <a:solidFill>
                <a:srgbClr val="FFFFFF"/>
              </a:solidFill>
              <a:effectLst/>
              <a:uLnTx/>
              <a:uFillTx/>
              <a:latin typeface="Boehringer Forward Text"/>
              <a:ea typeface="DengXian" panose="02010600030101010101" pitchFamily="2" charset="-122"/>
              <a:cs typeface="Cordia New" panose="020B0304020202020204" pitchFamily="34" charset="-34"/>
            </a:endParaRPr>
          </a:p>
        </p:txBody>
      </p:sp>
      <p:cxnSp>
        <p:nvCxnSpPr>
          <p:cNvPr id="20" name="Connector: Elbow 19">
            <a:extLst>
              <a:ext uri="{FF2B5EF4-FFF2-40B4-BE49-F238E27FC236}">
                <a16:creationId xmlns:a16="http://schemas.microsoft.com/office/drawing/2014/main" id="{99922CE8-56D8-DC2A-5DA8-E91C3948A6D4}"/>
              </a:ext>
            </a:extLst>
          </p:cNvPr>
          <p:cNvCxnSpPr>
            <a:cxnSpLocks/>
          </p:cNvCxnSpPr>
          <p:nvPr/>
        </p:nvCxnSpPr>
        <p:spPr>
          <a:xfrm rot="16200000" flipH="1">
            <a:off x="4715058" y="3400405"/>
            <a:ext cx="1371600" cy="63812"/>
          </a:xfrm>
          <a:prstGeom prst="bentConnector2">
            <a:avLst/>
          </a:prstGeom>
          <a:ln w="12700">
            <a:solidFill>
              <a:srgbClr val="003366"/>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16" name="Rectangle: Rounded Corners 15">
            <a:extLst>
              <a:ext uri="{FF2B5EF4-FFF2-40B4-BE49-F238E27FC236}">
                <a16:creationId xmlns:a16="http://schemas.microsoft.com/office/drawing/2014/main" id="{C6F5FC14-B2D0-8060-6D2D-C639BFBE1EB9}"/>
              </a:ext>
            </a:extLst>
          </p:cNvPr>
          <p:cNvSpPr/>
          <p:nvPr/>
        </p:nvSpPr>
        <p:spPr>
          <a:xfrm>
            <a:off x="6190808" y="2930788"/>
            <a:ext cx="4920776" cy="327877"/>
          </a:xfrm>
          <a:prstGeom prst="roundRect">
            <a:avLst/>
          </a:prstGeom>
          <a:solidFill>
            <a:srgbClr val="B1F2E7"/>
          </a:solidFill>
          <a:ln w="6350">
            <a:solidFill>
              <a:srgbClr val="0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700" i="0" u="none" strike="noStrike" kern="1200" cap="none" spc="0" normalizeH="0" baseline="0" noProof="0">
                <a:ln>
                  <a:noFill/>
                </a:ln>
                <a:solidFill>
                  <a:srgbClr val="0000CC"/>
                </a:solidFill>
                <a:effectLst/>
                <a:uLnTx/>
                <a:uFillTx/>
                <a:latin typeface="Boehringer Forward Text"/>
                <a:ea typeface="+mn-ea"/>
                <a:cs typeface="+mn-cs"/>
              </a:rPr>
              <a:t>US FPI on </a:t>
            </a:r>
            <a:r>
              <a:rPr lang="en-US" altLang="zh-CN" sz="700">
                <a:solidFill>
                  <a:srgbClr val="0000CC"/>
                </a:solidFill>
                <a:latin typeface="Boehringer Forward Text"/>
              </a:rPr>
              <a:t>27</a:t>
            </a:r>
            <a:r>
              <a:rPr kumimoji="0" lang="en-US" altLang="zh-CN" sz="700" i="0" u="none" strike="noStrike" kern="1200" cap="none" spc="0" normalizeH="0" baseline="0" noProof="0">
                <a:ln>
                  <a:noFill/>
                </a:ln>
                <a:solidFill>
                  <a:srgbClr val="0000CC"/>
                </a:solidFill>
                <a:effectLst/>
                <a:uLnTx/>
                <a:uFillTx/>
                <a:latin typeface="Boehringer Forward Text"/>
                <a:ea typeface="+mn-ea"/>
                <a:cs typeface="+mn-cs"/>
              </a:rPr>
              <a:t>Mar2024</a:t>
            </a:r>
          </a:p>
        </p:txBody>
      </p:sp>
      <p:sp>
        <p:nvSpPr>
          <p:cNvPr id="2" name="Rectangle: Rounded Corners 1">
            <a:extLst>
              <a:ext uri="{FF2B5EF4-FFF2-40B4-BE49-F238E27FC236}">
                <a16:creationId xmlns:a16="http://schemas.microsoft.com/office/drawing/2014/main" id="{D3B4657E-82E7-450A-187B-B07A1B0AB19F}"/>
              </a:ext>
            </a:extLst>
          </p:cNvPr>
          <p:cNvSpPr/>
          <p:nvPr/>
        </p:nvSpPr>
        <p:spPr>
          <a:xfrm>
            <a:off x="5117360" y="5815836"/>
            <a:ext cx="5229193" cy="935061"/>
          </a:xfrm>
          <a:prstGeom prst="roundRect">
            <a:avLst/>
          </a:prstGeom>
          <a:solidFill>
            <a:srgbClr val="B1F2E7"/>
          </a:solidFill>
          <a:ln w="6350">
            <a:solidFill>
              <a:srgbClr val="000000"/>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lvl="0" indent="-171450">
              <a:spcAft>
                <a:spcPts val="600"/>
              </a:spcAft>
              <a:buFont typeface="Arial" panose="020B0604020202020204" pitchFamily="34" charset="0"/>
              <a:buChar char="•"/>
              <a:defRPr/>
            </a:pPr>
            <a:r>
              <a:rPr lang="en-US" altLang="zh-CN" sz="800" dirty="0">
                <a:solidFill>
                  <a:srgbClr val="0000CC"/>
                </a:solidFill>
                <a:cs typeface="Calibri" panose="020F0502020204030204" pitchFamily="34" charset="0"/>
              </a:rPr>
              <a:t>It’s obtained the EC approval from leading site on 23</a:t>
            </a:r>
            <a:r>
              <a:rPr lang="en-US" altLang="zh-CN" sz="800" baseline="30000" dirty="0">
                <a:solidFill>
                  <a:srgbClr val="0000CC"/>
                </a:solidFill>
                <a:cs typeface="Calibri" panose="020F0502020204030204" pitchFamily="34" charset="0"/>
              </a:rPr>
              <a:t>rd</a:t>
            </a:r>
            <a:r>
              <a:rPr lang="en-US" altLang="zh-CN" sz="800" dirty="0">
                <a:solidFill>
                  <a:srgbClr val="0000CC"/>
                </a:solidFill>
                <a:cs typeface="Calibri" panose="020F0502020204030204" pitchFamily="34" charset="0"/>
              </a:rPr>
              <a:t> Apr 2024.</a:t>
            </a:r>
          </a:p>
          <a:p>
            <a:pPr marL="171450" lvl="0" indent="-171450">
              <a:spcAft>
                <a:spcPts val="600"/>
              </a:spcAft>
              <a:buFont typeface="Arial" panose="020B0604020202020204" pitchFamily="34" charset="0"/>
              <a:buChar char="•"/>
              <a:defRPr/>
            </a:pPr>
            <a:r>
              <a:rPr lang="en-US" altLang="zh-CN" sz="800" dirty="0">
                <a:solidFill>
                  <a:schemeClr val="tx1"/>
                </a:solidFill>
                <a:cs typeface="Calibri" panose="020F0502020204030204" pitchFamily="34" charset="0"/>
              </a:rPr>
              <a:t>China submitted the CTA as the 1</a:t>
            </a:r>
            <a:r>
              <a:rPr lang="en-US" altLang="zh-CN" sz="800" baseline="30000" dirty="0">
                <a:solidFill>
                  <a:schemeClr val="tx1"/>
                </a:solidFill>
                <a:cs typeface="Calibri" panose="020F0502020204030204" pitchFamily="34" charset="0"/>
              </a:rPr>
              <a:t>st</a:t>
            </a:r>
            <a:r>
              <a:rPr lang="en-US" altLang="zh-CN" sz="800" dirty="0">
                <a:solidFill>
                  <a:schemeClr val="tx1"/>
                </a:solidFill>
                <a:cs typeface="Calibri" panose="020F0502020204030204" pitchFamily="34" charset="0"/>
              </a:rPr>
              <a:t> submission in global on 20</a:t>
            </a:r>
            <a:r>
              <a:rPr lang="en-US" altLang="zh-CN" sz="800" baseline="30000" dirty="0">
                <a:solidFill>
                  <a:schemeClr val="tx1"/>
                </a:solidFill>
                <a:cs typeface="Calibri" panose="020F0502020204030204" pitchFamily="34" charset="0"/>
              </a:rPr>
              <a:t>th  </a:t>
            </a:r>
            <a:r>
              <a:rPr lang="en-US" altLang="zh-CN" sz="800" dirty="0">
                <a:solidFill>
                  <a:schemeClr val="tx1"/>
                </a:solidFill>
                <a:cs typeface="Calibri" panose="020F0502020204030204" pitchFamily="34" charset="0"/>
              </a:rPr>
              <a:t>Dec 2023, and received the formal CTA approval on 11</a:t>
            </a:r>
            <a:r>
              <a:rPr lang="en-US" altLang="zh-CN" sz="800" baseline="30000" dirty="0">
                <a:solidFill>
                  <a:schemeClr val="tx1"/>
                </a:solidFill>
                <a:cs typeface="Calibri" panose="020F0502020204030204" pitchFamily="34" charset="0"/>
              </a:rPr>
              <a:t>th</a:t>
            </a:r>
            <a:r>
              <a:rPr lang="en-US" altLang="zh-CN" sz="800" dirty="0">
                <a:solidFill>
                  <a:schemeClr val="tx1"/>
                </a:solidFill>
                <a:cs typeface="Calibri" panose="020F0502020204030204" pitchFamily="34" charset="0"/>
              </a:rPr>
              <a:t> Mar 2024.</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800" b="0" i="0" u="none" strike="noStrike" kern="1200" cap="none" spc="0" normalizeH="0" baseline="0" noProof="0" dirty="0">
                <a:ln>
                  <a:noFill/>
                </a:ln>
                <a:solidFill>
                  <a:srgbClr val="000000"/>
                </a:solidFill>
                <a:effectLst/>
                <a:uLnTx/>
                <a:uFillTx/>
                <a:latin typeface="Boehringer Forward Text"/>
                <a:ea typeface="+mn-ea"/>
                <a:cs typeface="Calibri" panose="020F0502020204030204" pitchFamily="34" charset="0"/>
              </a:rPr>
              <a:t>China has been allocated for 16 patients with 10 sites.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800" b="0" i="0" u="none" strike="noStrike" kern="1200" cap="none" spc="0" normalizeH="0" baseline="0" noProof="0" dirty="0">
                <a:ln>
                  <a:noFill/>
                </a:ln>
                <a:solidFill>
                  <a:srgbClr val="000000"/>
                </a:solidFill>
                <a:effectLst/>
                <a:uLnTx/>
                <a:uFillTx/>
                <a:latin typeface="Boehringer Forward Text"/>
                <a:ea typeface="+mn-ea"/>
                <a:cs typeface="Calibri" panose="020F0502020204030204" pitchFamily="34" charset="0"/>
              </a:rPr>
              <a:t>China Leading PI is Prof. Li </a:t>
            </a:r>
            <a:r>
              <a:rPr kumimoji="0" lang="en-US" altLang="zh-CN" sz="800" b="0" i="0" u="none" strike="noStrike" kern="1200" cap="none" spc="0" normalizeH="0" baseline="0" noProof="0" dirty="0" err="1">
                <a:ln>
                  <a:noFill/>
                </a:ln>
                <a:solidFill>
                  <a:srgbClr val="000000"/>
                </a:solidFill>
                <a:effectLst/>
                <a:uLnTx/>
                <a:uFillTx/>
                <a:latin typeface="Boehringer Forward Text"/>
                <a:ea typeface="+mn-ea"/>
                <a:cs typeface="Calibri" panose="020F0502020204030204" pitchFamily="34" charset="0"/>
              </a:rPr>
              <a:t>Huafang</a:t>
            </a:r>
            <a:r>
              <a:rPr kumimoji="0" lang="en-US" altLang="zh-CN" sz="800" b="0" i="0" u="none" strike="noStrike" kern="1200" cap="none" spc="0" normalizeH="0" baseline="0" noProof="0" dirty="0">
                <a:ln>
                  <a:noFill/>
                </a:ln>
                <a:solidFill>
                  <a:srgbClr val="000000"/>
                </a:solidFill>
                <a:effectLst/>
                <a:uLnTx/>
                <a:uFillTx/>
                <a:latin typeface="Boehringer Forward Text"/>
                <a:ea typeface="+mn-ea"/>
                <a:cs typeface="Calibri" panose="020F0502020204030204" pitchFamily="34" charset="0"/>
              </a:rPr>
              <a:t> from </a:t>
            </a:r>
            <a:r>
              <a:rPr kumimoji="0" lang="zh-CN" altLang="en-US" sz="800" b="0" i="0" u="none" strike="noStrike" kern="1200" cap="none" spc="0" normalizeH="0" baseline="0" noProof="0" dirty="0">
                <a:ln>
                  <a:noFill/>
                </a:ln>
                <a:solidFill>
                  <a:srgbClr val="000000"/>
                </a:solidFill>
                <a:effectLst/>
                <a:uLnTx/>
                <a:uFillTx/>
                <a:latin typeface="Boehringer Forward Text"/>
                <a:ea typeface="+mn-ea"/>
                <a:cs typeface="Calibri" panose="020F0502020204030204" pitchFamily="34" charset="0"/>
              </a:rPr>
              <a:t>上海市精神卫生中心</a:t>
            </a:r>
            <a:r>
              <a:rPr kumimoji="0" lang="en-US" altLang="zh-CN" sz="800" b="0" i="0" u="none" strike="noStrike" kern="1200" cap="none" spc="0" normalizeH="0" baseline="0" noProof="0" dirty="0">
                <a:ln>
                  <a:noFill/>
                </a:ln>
                <a:solidFill>
                  <a:srgbClr val="000000"/>
                </a:solidFill>
                <a:effectLst/>
                <a:uLnTx/>
                <a:uFillTx/>
                <a:latin typeface="Boehringer Forward Text"/>
                <a:ea typeface="+mn-ea"/>
                <a:cs typeface="Calibri" panose="020F0502020204030204" pitchFamily="34" charset="0"/>
              </a:rPr>
              <a:t>. </a:t>
            </a:r>
          </a:p>
        </p:txBody>
      </p:sp>
      <p:sp>
        <p:nvSpPr>
          <p:cNvPr id="3" name="五角星 55">
            <a:extLst>
              <a:ext uri="{FF2B5EF4-FFF2-40B4-BE49-F238E27FC236}">
                <a16:creationId xmlns:a16="http://schemas.microsoft.com/office/drawing/2014/main" id="{C4BC2667-D666-E986-640F-94A26A000DE0}"/>
              </a:ext>
            </a:extLst>
          </p:cNvPr>
          <p:cNvSpPr>
            <a:spLocks noChangeAspect="1"/>
          </p:cNvSpPr>
          <p:nvPr/>
        </p:nvSpPr>
        <p:spPr bwMode="auto">
          <a:xfrm>
            <a:off x="11819923" y="5123788"/>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Boehringer Forward Text"/>
              <a:ea typeface="+mn-ea"/>
              <a:cs typeface="+mn-cs"/>
            </a:endParaRPr>
          </a:p>
        </p:txBody>
      </p:sp>
      <p:sp>
        <p:nvSpPr>
          <p:cNvPr id="14" name="Rectangle 37">
            <a:extLst>
              <a:ext uri="{FF2B5EF4-FFF2-40B4-BE49-F238E27FC236}">
                <a16:creationId xmlns:a16="http://schemas.microsoft.com/office/drawing/2014/main" id="{52B1035D-070A-DAA3-0EEA-86E598420894}"/>
              </a:ext>
            </a:extLst>
          </p:cNvPr>
          <p:cNvSpPr/>
          <p:nvPr/>
        </p:nvSpPr>
        <p:spPr>
          <a:xfrm>
            <a:off x="11540162" y="5240428"/>
            <a:ext cx="725943"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6697BF">
                    <a:lumMod val="50000"/>
                  </a:srgbClr>
                </a:solidFill>
                <a:effectLst/>
                <a:uLnTx/>
                <a:uFillTx/>
                <a:latin typeface="Boehringer Forward Text"/>
                <a:ea typeface="+mn-ea"/>
                <a:cs typeface="Calibri" panose="020F0502020204030204" pitchFamily="34" charset="0"/>
              </a:rPr>
              <a:t>CH NDA-a: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6697BF">
                    <a:lumMod val="50000"/>
                  </a:srgbClr>
                </a:solidFill>
                <a:effectLst/>
                <a:uLnTx/>
                <a:uFillTx/>
                <a:latin typeface="Boehringer Forward Text"/>
                <a:ea typeface="+mn-ea"/>
                <a:cs typeface="Calibri" panose="020F0502020204030204" pitchFamily="34" charset="0"/>
              </a:rPr>
              <a:t>Nov 2030</a:t>
            </a:r>
            <a:endParaRPr kumimoji="0" lang="zh-CN" altLang="en-US" sz="800" b="1" i="0" u="none" strike="noStrike" kern="1200" cap="none" spc="0" normalizeH="0" baseline="0" noProof="0">
              <a:ln>
                <a:noFill/>
              </a:ln>
              <a:solidFill>
                <a:srgbClr val="6697BF">
                  <a:lumMod val="50000"/>
                </a:srgbClr>
              </a:solidFill>
              <a:effectLst/>
              <a:uLnTx/>
              <a:uFillTx/>
              <a:latin typeface="Boehringer Forward Text"/>
              <a:ea typeface="+mn-ea"/>
              <a:cs typeface="Calibri" panose="020F0502020204030204" pitchFamily="34" charset="0"/>
            </a:endParaRPr>
          </a:p>
        </p:txBody>
      </p:sp>
      <p:sp>
        <p:nvSpPr>
          <p:cNvPr id="17" name="Oval 16">
            <a:extLst>
              <a:ext uri="{FF2B5EF4-FFF2-40B4-BE49-F238E27FC236}">
                <a16:creationId xmlns:a16="http://schemas.microsoft.com/office/drawing/2014/main" id="{F3E526F8-687A-7558-E119-C2EF61D27D16}"/>
              </a:ext>
            </a:extLst>
          </p:cNvPr>
          <p:cNvSpPr/>
          <p:nvPr/>
        </p:nvSpPr>
        <p:spPr>
          <a:xfrm>
            <a:off x="6658484" y="3513280"/>
            <a:ext cx="998542" cy="45684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rPr>
              <a:t>FOT: </a:t>
            </a:r>
            <a:r>
              <a:rPr kumimoji="0" lang="en-US" altLang="zh-CN" sz="1200" b="1" i="1" u="none" strike="noStrike" kern="1200" cap="none" spc="0" normalizeH="0" baseline="0" noProof="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rPr>
              <a:t>IQVIA</a:t>
            </a:r>
            <a:endParaRPr kumimoji="0" lang="en-US" sz="1200" b="1" i="1"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8" name="Oval 17">
            <a:extLst>
              <a:ext uri="{FF2B5EF4-FFF2-40B4-BE49-F238E27FC236}">
                <a16:creationId xmlns:a16="http://schemas.microsoft.com/office/drawing/2014/main" id="{2C997ECF-974C-9EE7-A3DF-C621D2E5838D}"/>
              </a:ext>
            </a:extLst>
          </p:cNvPr>
          <p:cNvSpPr/>
          <p:nvPr/>
        </p:nvSpPr>
        <p:spPr>
          <a:xfrm>
            <a:off x="6878566" y="4667338"/>
            <a:ext cx="998542" cy="45684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rPr>
              <a:t>FOT: </a:t>
            </a:r>
            <a:r>
              <a:rPr kumimoji="0" lang="en-US" altLang="zh-CN" sz="1200" b="1" i="1" u="none" strike="noStrike" kern="1200" cap="none" spc="0" normalizeH="0" baseline="0" noProof="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rPr>
              <a:t>IQVIA</a:t>
            </a:r>
            <a:endParaRPr kumimoji="0" lang="en-US" sz="1200" b="1" i="1"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21" name="OTLSHAPE_M_39ea6ebc19a94c9fab6ef5006c31df58_Title">
            <a:extLst>
              <a:ext uri="{FF2B5EF4-FFF2-40B4-BE49-F238E27FC236}">
                <a16:creationId xmlns:a16="http://schemas.microsoft.com/office/drawing/2014/main" id="{F80449DA-4495-52EF-1AF4-A8781C5DD715}"/>
              </a:ext>
            </a:extLst>
          </p:cNvPr>
          <p:cNvSpPr txBox="1"/>
          <p:nvPr>
            <p:custDataLst>
              <p:tags r:id="rId4"/>
            </p:custDataLst>
          </p:nvPr>
        </p:nvSpPr>
        <p:spPr>
          <a:xfrm>
            <a:off x="8245622" y="5489724"/>
            <a:ext cx="576000" cy="12490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LPI</a:t>
            </a:r>
            <a:endParaRPr kumimoji="0" lang="zh-CN" altLang="en-US" sz="8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2" name="Star: 4 Points 143">
            <a:extLst>
              <a:ext uri="{FF2B5EF4-FFF2-40B4-BE49-F238E27FC236}">
                <a16:creationId xmlns:a16="http://schemas.microsoft.com/office/drawing/2014/main" id="{69780FE8-152A-2098-D138-ACC4722DE084}"/>
              </a:ext>
            </a:extLst>
          </p:cNvPr>
          <p:cNvSpPr/>
          <p:nvPr/>
        </p:nvSpPr>
        <p:spPr bwMode="auto">
          <a:xfrm>
            <a:off x="8446505" y="5291076"/>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3" name="OTLSHAPE_T_e17f3958430f4cff8650518c93c7635e_StartDate">
            <a:extLst>
              <a:ext uri="{FF2B5EF4-FFF2-40B4-BE49-F238E27FC236}">
                <a16:creationId xmlns:a16="http://schemas.microsoft.com/office/drawing/2014/main" id="{09252A1E-C2DE-CC7E-4A60-6F6E64A6B6C9}"/>
              </a:ext>
            </a:extLst>
          </p:cNvPr>
          <p:cNvSpPr txBox="1"/>
          <p:nvPr>
            <p:custDataLst>
              <p:tags r:id="rId5"/>
            </p:custDataLst>
          </p:nvPr>
        </p:nvSpPr>
        <p:spPr>
          <a:xfrm>
            <a:off x="8174990" y="4958644"/>
            <a:ext cx="576000" cy="12490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CN" sz="800" b="0" i="1"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Sep’25</a:t>
            </a:r>
            <a:endParaRPr kumimoji="0" lang="zh-CN" altLang="en-US" sz="800" b="0" i="1"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Tree>
    <p:extLst>
      <p:ext uri="{BB962C8B-B14F-4D97-AF65-F5344CB8AC3E}">
        <p14:creationId xmlns:p14="http://schemas.microsoft.com/office/powerpoint/2010/main" val="14094279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73B5EE-3BD6-4396-4EB8-C263DBD9A970}"/>
              </a:ext>
            </a:extLst>
          </p:cNvPr>
          <p:cNvSpPr>
            <a:spLocks noGrp="1"/>
          </p:cNvSpPr>
          <p:nvPr>
            <p:ph type="title"/>
          </p:nvPr>
        </p:nvSpPr>
        <p:spPr/>
        <p:txBody>
          <a:bodyPr/>
          <a:lstStyle/>
          <a:p>
            <a:r>
              <a:rPr lang="en-US"/>
              <a:t>NR2B NAM </a:t>
            </a:r>
            <a:r>
              <a:rPr lang="en-US" err="1"/>
              <a:t>PoCP</a:t>
            </a:r>
            <a:r>
              <a:rPr lang="en-US"/>
              <a:t> Study Design</a:t>
            </a:r>
          </a:p>
        </p:txBody>
      </p:sp>
      <p:sp>
        <p:nvSpPr>
          <p:cNvPr id="4" name="Text Placeholder 3">
            <a:extLst>
              <a:ext uri="{FF2B5EF4-FFF2-40B4-BE49-F238E27FC236}">
                <a16:creationId xmlns:a16="http://schemas.microsoft.com/office/drawing/2014/main" id="{2CCF812E-5D4F-7F9B-B2D5-3EA2D154F6D2}"/>
              </a:ext>
            </a:extLst>
          </p:cNvPr>
          <p:cNvSpPr>
            <a:spLocks noGrp="1"/>
          </p:cNvSpPr>
          <p:nvPr>
            <p:ph type="body" sz="quarter" idx="13"/>
          </p:nvPr>
        </p:nvSpPr>
        <p:spPr>
          <a:xfrm>
            <a:off x="480575" y="5805264"/>
            <a:ext cx="11232000" cy="144000"/>
          </a:xfrm>
        </p:spPr>
        <p:txBody>
          <a:bodyPr/>
          <a:lstStyle/>
          <a:p>
            <a:endParaRPr lang="en-US"/>
          </a:p>
        </p:txBody>
      </p:sp>
      <p:grpSp>
        <p:nvGrpSpPr>
          <p:cNvPr id="8" name="Group 7">
            <a:extLst>
              <a:ext uri="{FF2B5EF4-FFF2-40B4-BE49-F238E27FC236}">
                <a16:creationId xmlns:a16="http://schemas.microsoft.com/office/drawing/2014/main" id="{B4D427D5-6B3A-73D0-2831-3C3E54D2F211}"/>
              </a:ext>
            </a:extLst>
          </p:cNvPr>
          <p:cNvGrpSpPr/>
          <p:nvPr/>
        </p:nvGrpSpPr>
        <p:grpSpPr>
          <a:xfrm>
            <a:off x="4227616" y="2169710"/>
            <a:ext cx="7788025" cy="2275936"/>
            <a:chOff x="4001150" y="2067438"/>
            <a:chExt cx="8016318" cy="2378505"/>
          </a:xfrm>
        </p:grpSpPr>
        <p:grpSp>
          <p:nvGrpSpPr>
            <p:cNvPr id="9" name="Group 8">
              <a:extLst>
                <a:ext uri="{FF2B5EF4-FFF2-40B4-BE49-F238E27FC236}">
                  <a16:creationId xmlns:a16="http://schemas.microsoft.com/office/drawing/2014/main" id="{71E25C45-3C73-0B55-E756-9140E297ECF3}"/>
                </a:ext>
              </a:extLst>
            </p:cNvPr>
            <p:cNvGrpSpPr/>
            <p:nvPr/>
          </p:nvGrpSpPr>
          <p:grpSpPr>
            <a:xfrm>
              <a:off x="4001150" y="2067438"/>
              <a:ext cx="6452211" cy="1165272"/>
              <a:chOff x="668075" y="1624071"/>
              <a:chExt cx="6452211" cy="1165272"/>
            </a:xfrm>
          </p:grpSpPr>
          <p:sp>
            <p:nvSpPr>
              <p:cNvPr id="30" name="Rectangle 29">
                <a:extLst>
                  <a:ext uri="{FF2B5EF4-FFF2-40B4-BE49-F238E27FC236}">
                    <a16:creationId xmlns:a16="http://schemas.microsoft.com/office/drawing/2014/main" id="{C919994D-A1A4-F5FB-6732-B2A75D07FE3C}"/>
                  </a:ext>
                </a:extLst>
              </p:cNvPr>
              <p:cNvSpPr/>
              <p:nvPr/>
            </p:nvSpPr>
            <p:spPr>
              <a:xfrm>
                <a:off x="2578068" y="1725791"/>
                <a:ext cx="164386" cy="189214"/>
              </a:xfrm>
              <a:prstGeom prst="rect">
                <a:avLst/>
              </a:prstGeom>
              <a:solidFill>
                <a:schemeClr val="bg1"/>
              </a:solidFill>
              <a:ln w="38100" cap="flat">
                <a:solidFill>
                  <a:schemeClr val="bg1"/>
                </a:solidFill>
                <a:prstDash val="solid"/>
                <a:miter/>
              </a:ln>
            </p:spPr>
            <p:txBody>
              <a:bodyPr rtlCol="0" anchor="ctr"/>
              <a:lstStyle/>
              <a:p>
                <a:pPr algn="l"/>
                <a:endParaRPr lang="en-US">
                  <a:solidFill>
                    <a:schemeClr val="tx2"/>
                  </a:solidFill>
                </a:endParaRPr>
              </a:p>
            </p:txBody>
          </p:sp>
          <p:sp>
            <p:nvSpPr>
              <p:cNvPr id="31" name="TextBox 30">
                <a:extLst>
                  <a:ext uri="{FF2B5EF4-FFF2-40B4-BE49-F238E27FC236}">
                    <a16:creationId xmlns:a16="http://schemas.microsoft.com/office/drawing/2014/main" id="{E7C292E3-EBAC-F84C-EBC7-8AE73AAA3648}"/>
                  </a:ext>
                </a:extLst>
              </p:cNvPr>
              <p:cNvSpPr txBox="1"/>
              <p:nvPr/>
            </p:nvSpPr>
            <p:spPr>
              <a:xfrm>
                <a:off x="668075" y="1728404"/>
                <a:ext cx="1347507" cy="997106"/>
              </a:xfrm>
              <a:prstGeom prst="rect">
                <a:avLst/>
              </a:prstGeom>
              <a:solidFill>
                <a:schemeClr val="bg1">
                  <a:lumMod val="75000"/>
                </a:schemeClr>
              </a:solidFill>
              <a:ln>
                <a:solidFill>
                  <a:schemeClr val="tx1"/>
                </a:solidFill>
              </a:ln>
            </p:spPr>
            <p:txBody>
              <a:bodyPr wrap="square" rtlCol="0" anchor="ctr">
                <a:spAutoFit/>
              </a:bodyPr>
              <a:lstStyle/>
              <a:p>
                <a:pPr algn="ctr"/>
                <a:r>
                  <a:rPr lang="en-US" sz="1400"/>
                  <a:t>Optional 6-w lead-in phase</a:t>
                </a:r>
              </a:p>
              <a:p>
                <a:pPr algn="ctr"/>
                <a:r>
                  <a:rPr lang="en-US" sz="1400"/>
                  <a:t>with SSRI/SNRI</a:t>
                </a:r>
              </a:p>
            </p:txBody>
          </p:sp>
          <p:sp>
            <p:nvSpPr>
              <p:cNvPr id="32" name="Oval 31">
                <a:extLst>
                  <a:ext uri="{FF2B5EF4-FFF2-40B4-BE49-F238E27FC236}">
                    <a16:creationId xmlns:a16="http://schemas.microsoft.com/office/drawing/2014/main" id="{EBB668E3-DF5B-E359-D6F1-0538D886CC68}"/>
                  </a:ext>
                </a:extLst>
              </p:cNvPr>
              <p:cNvSpPr/>
              <p:nvPr/>
            </p:nvSpPr>
            <p:spPr>
              <a:xfrm>
                <a:off x="2213742" y="2090213"/>
                <a:ext cx="274320" cy="271407"/>
              </a:xfrm>
              <a:prstGeom prst="ellipse">
                <a:avLst/>
              </a:prstGeom>
              <a:noFill/>
              <a:ln w="6350" cap="flat">
                <a:solidFill>
                  <a:schemeClr val="tx1"/>
                </a:solidFill>
                <a:prstDash val="solid"/>
                <a:miter/>
              </a:ln>
            </p:spPr>
            <p:txBody>
              <a:bodyPr rtlCol="0" anchor="ctr"/>
              <a:lstStyle/>
              <a:p>
                <a:pPr algn="ctr"/>
                <a:r>
                  <a:rPr lang="en-US">
                    <a:solidFill>
                      <a:schemeClr val="tx2"/>
                    </a:solidFill>
                  </a:rPr>
                  <a:t>S</a:t>
                </a:r>
              </a:p>
            </p:txBody>
          </p:sp>
          <p:sp>
            <p:nvSpPr>
              <p:cNvPr id="33" name="Diamond 32">
                <a:extLst>
                  <a:ext uri="{FF2B5EF4-FFF2-40B4-BE49-F238E27FC236}">
                    <a16:creationId xmlns:a16="http://schemas.microsoft.com/office/drawing/2014/main" id="{EB43DAFB-0597-A26D-4E13-E3E93B169376}"/>
                  </a:ext>
                </a:extLst>
              </p:cNvPr>
              <p:cNvSpPr/>
              <p:nvPr/>
            </p:nvSpPr>
            <p:spPr>
              <a:xfrm>
                <a:off x="2874115" y="2042020"/>
                <a:ext cx="383567" cy="349321"/>
              </a:xfrm>
              <a:prstGeom prst="diamond">
                <a:avLst/>
              </a:prstGeom>
              <a:noFill/>
              <a:ln w="6350" cap="flat">
                <a:solidFill>
                  <a:schemeClr val="tx1"/>
                </a:solidFill>
                <a:prstDash val="solid"/>
                <a:miter/>
              </a:ln>
            </p:spPr>
            <p:txBody>
              <a:bodyPr rtlCol="0" anchor="ctr"/>
              <a:lstStyle/>
              <a:p>
                <a:pPr algn="ctr"/>
                <a:r>
                  <a:rPr lang="en-US">
                    <a:solidFill>
                      <a:schemeClr val="tx2"/>
                    </a:solidFill>
                  </a:rPr>
                  <a:t>R</a:t>
                </a:r>
              </a:p>
            </p:txBody>
          </p:sp>
          <p:cxnSp>
            <p:nvCxnSpPr>
              <p:cNvPr id="34" name="Connector: Elbow 33">
                <a:extLst>
                  <a:ext uri="{FF2B5EF4-FFF2-40B4-BE49-F238E27FC236}">
                    <a16:creationId xmlns:a16="http://schemas.microsoft.com/office/drawing/2014/main" id="{E364D9C4-DB05-7E64-A4C2-5C2CCE5378F9}"/>
                  </a:ext>
                </a:extLst>
              </p:cNvPr>
              <p:cNvCxnSpPr>
                <a:cxnSpLocks/>
                <a:stCxn id="32" idx="2"/>
                <a:endCxn id="31" idx="3"/>
              </p:cNvCxnSpPr>
              <p:nvPr/>
            </p:nvCxnSpPr>
            <p:spPr>
              <a:xfrm rot="10800000" flipV="1">
                <a:off x="2015583" y="2225917"/>
                <a:ext cx="198160" cy="1041"/>
              </a:xfrm>
              <a:prstGeom prst="bentConnector3">
                <a:avLst>
                  <a:gd name="adj1" fmla="val 50000"/>
                </a:avLst>
              </a:prstGeom>
              <a:ln w="28575"/>
            </p:spPr>
            <p:style>
              <a:lnRef idx="1">
                <a:schemeClr val="accent1"/>
              </a:lnRef>
              <a:fillRef idx="0">
                <a:schemeClr val="accent1"/>
              </a:fillRef>
              <a:effectRef idx="0">
                <a:schemeClr val="accent1"/>
              </a:effectRef>
              <a:fontRef idx="minor">
                <a:schemeClr val="tx1"/>
              </a:fontRef>
            </p:style>
          </p:cxnSp>
          <p:cxnSp>
            <p:nvCxnSpPr>
              <p:cNvPr id="35" name="Connector: Elbow 34">
                <a:extLst>
                  <a:ext uri="{FF2B5EF4-FFF2-40B4-BE49-F238E27FC236}">
                    <a16:creationId xmlns:a16="http://schemas.microsoft.com/office/drawing/2014/main" id="{BCC1ACA9-70E8-5D26-2AD3-976E918B8F0B}"/>
                  </a:ext>
                </a:extLst>
              </p:cNvPr>
              <p:cNvCxnSpPr>
                <a:cxnSpLocks/>
                <a:stCxn id="32" idx="6"/>
                <a:endCxn id="33" idx="1"/>
              </p:cNvCxnSpPr>
              <p:nvPr/>
            </p:nvCxnSpPr>
            <p:spPr>
              <a:xfrm flipV="1">
                <a:off x="2488062" y="2216681"/>
                <a:ext cx="386053" cy="0"/>
              </a:xfrm>
              <a:prstGeom prst="bentConnector3">
                <a:avLst/>
              </a:prstGeom>
              <a:ln w="28575">
                <a:prstDash val="solid"/>
              </a:ln>
            </p:spPr>
            <p:style>
              <a:lnRef idx="1">
                <a:schemeClr val="accent1"/>
              </a:lnRef>
              <a:fillRef idx="0">
                <a:schemeClr val="accent1"/>
              </a:fillRef>
              <a:effectRef idx="0">
                <a:schemeClr val="accent1"/>
              </a:effectRef>
              <a:fontRef idx="minor">
                <a:schemeClr val="tx1"/>
              </a:fontRef>
            </p:style>
          </p:cxnSp>
          <p:cxnSp>
            <p:nvCxnSpPr>
              <p:cNvPr id="36" name="Connector: Elbow 35">
                <a:extLst>
                  <a:ext uri="{FF2B5EF4-FFF2-40B4-BE49-F238E27FC236}">
                    <a16:creationId xmlns:a16="http://schemas.microsoft.com/office/drawing/2014/main" id="{E764ED5E-0695-C4BA-6B8D-2976ECD479A5}"/>
                  </a:ext>
                </a:extLst>
              </p:cNvPr>
              <p:cNvCxnSpPr>
                <a:cxnSpLocks/>
                <a:stCxn id="33" idx="3"/>
                <a:endCxn id="43" idx="4"/>
              </p:cNvCxnSpPr>
              <p:nvPr/>
            </p:nvCxnSpPr>
            <p:spPr>
              <a:xfrm flipV="1">
                <a:off x="3257682" y="1880183"/>
                <a:ext cx="129219" cy="336498"/>
              </a:xfrm>
              <a:prstGeom prst="bentConnector2">
                <a:avLst/>
              </a:prstGeom>
              <a:ln w="19050"/>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27A02547-03FC-BAA3-34CF-2E432E48CA2E}"/>
                  </a:ext>
                </a:extLst>
              </p:cNvPr>
              <p:cNvSpPr/>
              <p:nvPr/>
            </p:nvSpPr>
            <p:spPr>
              <a:xfrm>
                <a:off x="3554126" y="1624071"/>
                <a:ext cx="3566160" cy="320475"/>
              </a:xfrm>
              <a:prstGeom prst="rect">
                <a:avLst/>
              </a:prstGeom>
              <a:noFill/>
              <a:ln w="3175" cap="flat">
                <a:noFill/>
                <a:prstDash val="solid"/>
                <a:miter/>
              </a:ln>
            </p:spPr>
            <p:txBody>
              <a:bodyPr rtlCol="0" anchor="ctr"/>
              <a:lstStyle/>
              <a:p>
                <a:pPr>
                  <a:tabLst>
                    <a:tab pos="631810" algn="r"/>
                    <a:tab pos="857229" algn="l"/>
                    <a:tab pos="1489037" algn="l"/>
                  </a:tabLst>
                </a:pPr>
                <a:r>
                  <a:rPr lang="en-US" sz="1600"/>
                  <a:t>	20 mg 	n= 20 	single admin. </a:t>
                </a:r>
              </a:p>
            </p:txBody>
          </p:sp>
          <p:sp>
            <p:nvSpPr>
              <p:cNvPr id="38" name="Rectangle 37">
                <a:extLst>
                  <a:ext uri="{FF2B5EF4-FFF2-40B4-BE49-F238E27FC236}">
                    <a16:creationId xmlns:a16="http://schemas.microsoft.com/office/drawing/2014/main" id="{9C028588-40DA-88EE-9BD0-22EE8FDC37A1}"/>
                  </a:ext>
                </a:extLst>
              </p:cNvPr>
              <p:cNvSpPr/>
              <p:nvPr/>
            </p:nvSpPr>
            <p:spPr>
              <a:xfrm>
                <a:off x="3554126" y="2033151"/>
                <a:ext cx="3566160" cy="320475"/>
              </a:xfrm>
              <a:prstGeom prst="rect">
                <a:avLst/>
              </a:prstGeom>
              <a:noFill/>
              <a:ln w="3175" cap="flat">
                <a:noFill/>
                <a:prstDash val="solid"/>
                <a:miter/>
              </a:ln>
            </p:spPr>
            <p:txBody>
              <a:bodyPr rtlCol="0" anchor="ctr"/>
              <a:lstStyle/>
              <a:p>
                <a:pPr>
                  <a:tabLst>
                    <a:tab pos="631810" algn="r"/>
                    <a:tab pos="857229" algn="l"/>
                    <a:tab pos="1489037" algn="l"/>
                  </a:tabLst>
                </a:pPr>
                <a:r>
                  <a:rPr lang="en-US" sz="1600"/>
                  <a:t>	5 mg 	n= 20 	single admin.</a:t>
                </a:r>
              </a:p>
            </p:txBody>
          </p:sp>
          <p:sp>
            <p:nvSpPr>
              <p:cNvPr id="39" name="Rectangle 38">
                <a:extLst>
                  <a:ext uri="{FF2B5EF4-FFF2-40B4-BE49-F238E27FC236}">
                    <a16:creationId xmlns:a16="http://schemas.microsoft.com/office/drawing/2014/main" id="{E5E6C677-FB02-65FE-CE12-FF69E1E11BCA}"/>
                  </a:ext>
                </a:extLst>
              </p:cNvPr>
              <p:cNvSpPr/>
              <p:nvPr/>
            </p:nvSpPr>
            <p:spPr>
              <a:xfrm>
                <a:off x="3554126" y="2468868"/>
                <a:ext cx="3566160" cy="320475"/>
              </a:xfrm>
              <a:prstGeom prst="rect">
                <a:avLst/>
              </a:prstGeom>
              <a:noFill/>
              <a:ln w="3175" cap="flat">
                <a:noFill/>
                <a:prstDash val="solid"/>
                <a:miter/>
              </a:ln>
            </p:spPr>
            <p:txBody>
              <a:bodyPr rtlCol="0" anchor="ctr"/>
              <a:lstStyle/>
              <a:p>
                <a:pPr>
                  <a:tabLst>
                    <a:tab pos="574660" algn="r"/>
                    <a:tab pos="857229" algn="l"/>
                    <a:tab pos="1489037" algn="l"/>
                  </a:tabLst>
                </a:pPr>
                <a:r>
                  <a:rPr lang="en-US" sz="1600"/>
                  <a:t>	Placebo 	n= 19 	single admin.</a:t>
                </a:r>
              </a:p>
            </p:txBody>
          </p:sp>
          <p:cxnSp>
            <p:nvCxnSpPr>
              <p:cNvPr id="40" name="Connector: Elbow 39">
                <a:extLst>
                  <a:ext uri="{FF2B5EF4-FFF2-40B4-BE49-F238E27FC236}">
                    <a16:creationId xmlns:a16="http://schemas.microsoft.com/office/drawing/2014/main" id="{C9DA914D-7F46-2D35-9891-32F7414871CD}"/>
                  </a:ext>
                </a:extLst>
              </p:cNvPr>
              <p:cNvCxnSpPr>
                <a:cxnSpLocks/>
                <a:stCxn id="33" idx="3"/>
                <a:endCxn id="44" idx="0"/>
              </p:cNvCxnSpPr>
              <p:nvPr/>
            </p:nvCxnSpPr>
            <p:spPr>
              <a:xfrm>
                <a:off x="3257682" y="2216681"/>
                <a:ext cx="129219" cy="325419"/>
              </a:xfrm>
              <a:prstGeom prst="bentConnector2">
                <a:avLst/>
              </a:prstGeom>
              <a:ln w="19050"/>
            </p:spPr>
            <p:style>
              <a:lnRef idx="1">
                <a:schemeClr val="accent1"/>
              </a:lnRef>
              <a:fillRef idx="0">
                <a:schemeClr val="accent1"/>
              </a:fillRef>
              <a:effectRef idx="0">
                <a:schemeClr val="accent1"/>
              </a:effectRef>
              <a:fontRef idx="minor">
                <a:schemeClr val="tx1"/>
              </a:fontRef>
            </p:style>
          </p:cxnSp>
          <p:cxnSp>
            <p:nvCxnSpPr>
              <p:cNvPr id="41" name="Connector: Elbow 40">
                <a:extLst>
                  <a:ext uri="{FF2B5EF4-FFF2-40B4-BE49-F238E27FC236}">
                    <a16:creationId xmlns:a16="http://schemas.microsoft.com/office/drawing/2014/main" id="{A324A321-92ED-2A36-0A67-CB7134346D07}"/>
                  </a:ext>
                </a:extLst>
              </p:cNvPr>
              <p:cNvCxnSpPr>
                <a:cxnSpLocks/>
                <a:stCxn id="33" idx="3"/>
                <a:endCxn id="42" idx="2"/>
              </p:cNvCxnSpPr>
              <p:nvPr/>
            </p:nvCxnSpPr>
            <p:spPr>
              <a:xfrm>
                <a:off x="3257682" y="2216681"/>
                <a:ext cx="37779" cy="9185"/>
              </a:xfrm>
              <a:prstGeom prst="bentConnector3">
                <a:avLst>
                  <a:gd name="adj1" fmla="val 50000"/>
                </a:avLst>
              </a:prstGeom>
              <a:ln w="19050"/>
            </p:spPr>
            <p:style>
              <a:lnRef idx="1">
                <a:schemeClr val="accent1"/>
              </a:lnRef>
              <a:fillRef idx="0">
                <a:schemeClr val="accent1"/>
              </a:fillRef>
              <a:effectRef idx="0">
                <a:schemeClr val="accent1"/>
              </a:effectRef>
              <a:fontRef idx="minor">
                <a:schemeClr val="tx1"/>
              </a:fontRef>
            </p:style>
          </p:cxnSp>
          <p:sp>
            <p:nvSpPr>
              <p:cNvPr id="42" name="Oval 41">
                <a:extLst>
                  <a:ext uri="{FF2B5EF4-FFF2-40B4-BE49-F238E27FC236}">
                    <a16:creationId xmlns:a16="http://schemas.microsoft.com/office/drawing/2014/main" id="{34CBEC5A-B489-7B86-49F6-15A2399175B4}"/>
                  </a:ext>
                </a:extLst>
              </p:cNvPr>
              <p:cNvSpPr/>
              <p:nvPr/>
            </p:nvSpPr>
            <p:spPr>
              <a:xfrm>
                <a:off x="3295461" y="2134426"/>
                <a:ext cx="182880" cy="182880"/>
              </a:xfrm>
              <a:prstGeom prst="ellipse">
                <a:avLst/>
              </a:prstGeom>
              <a:solidFill>
                <a:srgbClr val="5CADFF"/>
              </a:solidFill>
              <a:ln w="3175" cap="flat">
                <a:solidFill>
                  <a:schemeClr val="tx1"/>
                </a:solidFill>
                <a:prstDash val="solid"/>
                <a:miter/>
              </a:ln>
            </p:spPr>
            <p:txBody>
              <a:bodyPr rtlCol="0" anchor="ctr"/>
              <a:lstStyle/>
              <a:p>
                <a:pPr algn="l"/>
                <a:endParaRPr lang="de-DE">
                  <a:solidFill>
                    <a:schemeClr val="tx2"/>
                  </a:solidFill>
                </a:endParaRPr>
              </a:p>
            </p:txBody>
          </p:sp>
          <p:sp>
            <p:nvSpPr>
              <p:cNvPr id="43" name="Oval 42">
                <a:extLst>
                  <a:ext uri="{FF2B5EF4-FFF2-40B4-BE49-F238E27FC236}">
                    <a16:creationId xmlns:a16="http://schemas.microsoft.com/office/drawing/2014/main" id="{375F7717-031F-2EA8-8F2B-F9826E62C060}"/>
                  </a:ext>
                </a:extLst>
              </p:cNvPr>
              <p:cNvSpPr/>
              <p:nvPr/>
            </p:nvSpPr>
            <p:spPr>
              <a:xfrm>
                <a:off x="3295461" y="1697303"/>
                <a:ext cx="182880" cy="182880"/>
              </a:xfrm>
              <a:prstGeom prst="ellipse">
                <a:avLst/>
              </a:prstGeom>
              <a:solidFill>
                <a:srgbClr val="0A85FF"/>
              </a:solidFill>
              <a:ln w="3175" cap="flat">
                <a:solidFill>
                  <a:schemeClr val="tx1"/>
                </a:solidFill>
                <a:prstDash val="solid"/>
                <a:miter/>
              </a:ln>
            </p:spPr>
            <p:txBody>
              <a:bodyPr rtlCol="0" anchor="ctr"/>
              <a:lstStyle/>
              <a:p>
                <a:pPr algn="l"/>
                <a:endParaRPr lang="de-DE">
                  <a:solidFill>
                    <a:schemeClr val="tx2"/>
                  </a:solidFill>
                </a:endParaRPr>
              </a:p>
            </p:txBody>
          </p:sp>
          <p:sp>
            <p:nvSpPr>
              <p:cNvPr id="44" name="Oval 43">
                <a:extLst>
                  <a:ext uri="{FF2B5EF4-FFF2-40B4-BE49-F238E27FC236}">
                    <a16:creationId xmlns:a16="http://schemas.microsoft.com/office/drawing/2014/main" id="{AC4A8448-EC31-5560-C8A6-3A8EB2FD4448}"/>
                  </a:ext>
                </a:extLst>
              </p:cNvPr>
              <p:cNvSpPr/>
              <p:nvPr/>
            </p:nvSpPr>
            <p:spPr>
              <a:xfrm>
                <a:off x="3295461" y="2542100"/>
                <a:ext cx="182880" cy="182880"/>
              </a:xfrm>
              <a:prstGeom prst="ellipse">
                <a:avLst/>
              </a:prstGeom>
              <a:noFill/>
              <a:ln w="3175" cap="flat">
                <a:solidFill>
                  <a:schemeClr val="tx1"/>
                </a:solidFill>
                <a:prstDash val="solid"/>
                <a:miter/>
              </a:ln>
            </p:spPr>
            <p:txBody>
              <a:bodyPr rtlCol="0" anchor="ctr"/>
              <a:lstStyle/>
              <a:p>
                <a:pPr algn="l"/>
                <a:endParaRPr lang="de-DE">
                  <a:solidFill>
                    <a:schemeClr val="tx2"/>
                  </a:solidFill>
                </a:endParaRPr>
              </a:p>
            </p:txBody>
          </p:sp>
        </p:grpSp>
        <p:cxnSp>
          <p:nvCxnSpPr>
            <p:cNvPr id="10" name="Straight Arrow Connector 9">
              <a:extLst>
                <a:ext uri="{FF2B5EF4-FFF2-40B4-BE49-F238E27FC236}">
                  <a16:creationId xmlns:a16="http://schemas.microsoft.com/office/drawing/2014/main" id="{580FB068-8B6C-A848-D3DC-AB4E7E0D9BC8}"/>
                </a:ext>
              </a:extLst>
            </p:cNvPr>
            <p:cNvCxnSpPr>
              <a:cxnSpLocks/>
            </p:cNvCxnSpPr>
            <p:nvPr/>
          </p:nvCxnSpPr>
          <p:spPr>
            <a:xfrm>
              <a:off x="5340590" y="3582889"/>
              <a:ext cx="1005840" cy="0"/>
            </a:xfrm>
            <a:prstGeom prst="straightConnector1">
              <a:avLst/>
            </a:prstGeom>
            <a:ln w="19050">
              <a:prstDash val="sysDash"/>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18C7FA4-97CD-0869-556F-C76FFD8FC7AD}"/>
                </a:ext>
              </a:extLst>
            </p:cNvPr>
            <p:cNvSpPr txBox="1"/>
            <p:nvPr/>
          </p:nvSpPr>
          <p:spPr>
            <a:xfrm>
              <a:off x="5365165" y="3224622"/>
              <a:ext cx="1068205" cy="321648"/>
            </a:xfrm>
            <a:prstGeom prst="rect">
              <a:avLst/>
            </a:prstGeom>
            <a:noFill/>
          </p:spPr>
          <p:txBody>
            <a:bodyPr wrap="none" rtlCol="0" anchor="ctr">
              <a:spAutoFit/>
            </a:bodyPr>
            <a:lstStyle/>
            <a:p>
              <a:pPr algn="ctr"/>
              <a:r>
                <a:rPr lang="en-US" sz="1400"/>
                <a:t>Screening</a:t>
              </a:r>
            </a:p>
          </p:txBody>
        </p:sp>
        <p:cxnSp>
          <p:nvCxnSpPr>
            <p:cNvPr id="12" name="Straight Arrow Connector 11">
              <a:extLst>
                <a:ext uri="{FF2B5EF4-FFF2-40B4-BE49-F238E27FC236}">
                  <a16:creationId xmlns:a16="http://schemas.microsoft.com/office/drawing/2014/main" id="{1535E2BD-66B3-C402-8DA3-9C5ED51652E3}"/>
                </a:ext>
              </a:extLst>
            </p:cNvPr>
            <p:cNvCxnSpPr>
              <a:cxnSpLocks/>
            </p:cNvCxnSpPr>
            <p:nvPr/>
          </p:nvCxnSpPr>
          <p:spPr>
            <a:xfrm>
              <a:off x="6577525" y="3579841"/>
              <a:ext cx="3383280" cy="0"/>
            </a:xfrm>
            <a:prstGeom prst="straightConnector1">
              <a:avLst/>
            </a:prstGeom>
            <a:ln w="19050">
              <a:solidFill>
                <a:schemeClr val="tx1"/>
              </a:solidFill>
              <a:prstDash val="solid"/>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27CE25A2-9455-C4B6-C097-05D6F50BFF87}"/>
                </a:ext>
              </a:extLst>
            </p:cNvPr>
            <p:cNvSpPr txBox="1"/>
            <p:nvPr/>
          </p:nvSpPr>
          <p:spPr>
            <a:xfrm>
              <a:off x="6586953" y="3224622"/>
              <a:ext cx="3291840" cy="321648"/>
            </a:xfrm>
            <a:prstGeom prst="rect">
              <a:avLst/>
            </a:prstGeom>
            <a:noFill/>
          </p:spPr>
          <p:txBody>
            <a:bodyPr wrap="square" rtlCol="0" anchor="ctr">
              <a:spAutoFit/>
            </a:bodyPr>
            <a:lstStyle/>
            <a:p>
              <a:pPr algn="ctr"/>
              <a:r>
                <a:rPr lang="en-US" sz="1400"/>
                <a:t>in-patient</a:t>
              </a:r>
            </a:p>
          </p:txBody>
        </p:sp>
        <p:cxnSp>
          <p:nvCxnSpPr>
            <p:cNvPr id="14" name="Straight Arrow Connector 13">
              <a:extLst>
                <a:ext uri="{FF2B5EF4-FFF2-40B4-BE49-F238E27FC236}">
                  <a16:creationId xmlns:a16="http://schemas.microsoft.com/office/drawing/2014/main" id="{2E702BD1-54DC-AE61-7166-FCC6F9CE10B3}"/>
                </a:ext>
              </a:extLst>
            </p:cNvPr>
            <p:cNvCxnSpPr>
              <a:cxnSpLocks/>
            </p:cNvCxnSpPr>
            <p:nvPr/>
          </p:nvCxnSpPr>
          <p:spPr>
            <a:xfrm>
              <a:off x="6450949" y="3634142"/>
              <a:ext cx="0" cy="457200"/>
            </a:xfrm>
            <a:prstGeom prst="straightConnector1">
              <a:avLst/>
            </a:prstGeom>
            <a:ln w="19050">
              <a:solidFill>
                <a:schemeClr val="tx1"/>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B3122C1-B114-4E63-EAEC-E84762B2AD12}"/>
                </a:ext>
              </a:extLst>
            </p:cNvPr>
            <p:cNvSpPr txBox="1"/>
            <p:nvPr/>
          </p:nvSpPr>
          <p:spPr>
            <a:xfrm>
              <a:off x="6117345" y="4124295"/>
              <a:ext cx="666532" cy="321648"/>
            </a:xfrm>
            <a:prstGeom prst="rect">
              <a:avLst/>
            </a:prstGeom>
            <a:noFill/>
          </p:spPr>
          <p:txBody>
            <a:bodyPr wrap="none" rtlCol="0" anchor="ctr">
              <a:spAutoFit/>
            </a:bodyPr>
            <a:lstStyle/>
            <a:p>
              <a:pPr algn="ctr"/>
              <a:r>
                <a:rPr lang="en-US" sz="1400"/>
                <a:t>Day 1</a:t>
              </a:r>
            </a:p>
          </p:txBody>
        </p:sp>
        <p:cxnSp>
          <p:nvCxnSpPr>
            <p:cNvPr id="16" name="Straight Arrow Connector 15">
              <a:extLst>
                <a:ext uri="{FF2B5EF4-FFF2-40B4-BE49-F238E27FC236}">
                  <a16:creationId xmlns:a16="http://schemas.microsoft.com/office/drawing/2014/main" id="{D15995FA-8382-6AB5-0A08-84040DAA5B89}"/>
                </a:ext>
              </a:extLst>
            </p:cNvPr>
            <p:cNvCxnSpPr>
              <a:cxnSpLocks/>
            </p:cNvCxnSpPr>
            <p:nvPr/>
          </p:nvCxnSpPr>
          <p:spPr>
            <a:xfrm>
              <a:off x="7182194" y="3634142"/>
              <a:ext cx="0" cy="457200"/>
            </a:xfrm>
            <a:prstGeom prst="straightConnector1">
              <a:avLst/>
            </a:prstGeom>
            <a:ln w="19050">
              <a:solidFill>
                <a:schemeClr val="tx1"/>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EAEFDFE8-7F2A-B73D-97F3-BE2811491A8D}"/>
                </a:ext>
              </a:extLst>
            </p:cNvPr>
            <p:cNvSpPr txBox="1"/>
            <p:nvPr/>
          </p:nvSpPr>
          <p:spPr>
            <a:xfrm>
              <a:off x="6850311" y="4124294"/>
              <a:ext cx="664197" cy="321648"/>
            </a:xfrm>
            <a:prstGeom prst="rect">
              <a:avLst/>
            </a:prstGeom>
            <a:noFill/>
          </p:spPr>
          <p:txBody>
            <a:bodyPr wrap="square" rtlCol="0" anchor="ctr">
              <a:spAutoFit/>
            </a:bodyPr>
            <a:lstStyle/>
            <a:p>
              <a:pPr algn="ctr"/>
              <a:r>
                <a:rPr lang="en-US" sz="1400"/>
                <a:t>Day 2</a:t>
              </a:r>
            </a:p>
          </p:txBody>
        </p:sp>
        <p:cxnSp>
          <p:nvCxnSpPr>
            <p:cNvPr id="18" name="Straight Arrow Connector 17">
              <a:extLst>
                <a:ext uri="{FF2B5EF4-FFF2-40B4-BE49-F238E27FC236}">
                  <a16:creationId xmlns:a16="http://schemas.microsoft.com/office/drawing/2014/main" id="{9246DD65-C2D6-4725-67B1-7CD2454FF21E}"/>
                </a:ext>
              </a:extLst>
            </p:cNvPr>
            <p:cNvCxnSpPr>
              <a:cxnSpLocks/>
            </p:cNvCxnSpPr>
            <p:nvPr/>
          </p:nvCxnSpPr>
          <p:spPr>
            <a:xfrm>
              <a:off x="8046102" y="3634142"/>
              <a:ext cx="0" cy="457200"/>
            </a:xfrm>
            <a:prstGeom prst="straightConnector1">
              <a:avLst/>
            </a:prstGeom>
            <a:ln w="19050">
              <a:solidFill>
                <a:schemeClr val="tx1"/>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5F71E37F-87DC-63DD-E305-D52CB3A67C81}"/>
                </a:ext>
              </a:extLst>
            </p:cNvPr>
            <p:cNvSpPr txBox="1"/>
            <p:nvPr/>
          </p:nvSpPr>
          <p:spPr>
            <a:xfrm>
              <a:off x="7717416" y="4124295"/>
              <a:ext cx="666532" cy="321648"/>
            </a:xfrm>
            <a:prstGeom prst="rect">
              <a:avLst/>
            </a:prstGeom>
            <a:noFill/>
          </p:spPr>
          <p:txBody>
            <a:bodyPr wrap="none" rtlCol="0" anchor="ctr">
              <a:spAutoFit/>
            </a:bodyPr>
            <a:lstStyle/>
            <a:p>
              <a:pPr algn="ctr"/>
              <a:r>
                <a:rPr lang="en-US" sz="1400"/>
                <a:t>Day 4</a:t>
              </a:r>
            </a:p>
          </p:txBody>
        </p:sp>
        <p:cxnSp>
          <p:nvCxnSpPr>
            <p:cNvPr id="20" name="Straight Arrow Connector 19">
              <a:extLst>
                <a:ext uri="{FF2B5EF4-FFF2-40B4-BE49-F238E27FC236}">
                  <a16:creationId xmlns:a16="http://schemas.microsoft.com/office/drawing/2014/main" id="{0373AD8B-4959-DA65-9D4F-E9F6246E2F03}"/>
                </a:ext>
              </a:extLst>
            </p:cNvPr>
            <p:cNvCxnSpPr>
              <a:cxnSpLocks/>
            </p:cNvCxnSpPr>
            <p:nvPr/>
          </p:nvCxnSpPr>
          <p:spPr>
            <a:xfrm>
              <a:off x="9021029" y="3634142"/>
              <a:ext cx="0" cy="457200"/>
            </a:xfrm>
            <a:prstGeom prst="straightConnector1">
              <a:avLst/>
            </a:prstGeom>
            <a:ln w="19050">
              <a:solidFill>
                <a:schemeClr val="tx1"/>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79AE548-F3E7-3E18-0089-A6081276829F}"/>
                </a:ext>
              </a:extLst>
            </p:cNvPr>
            <p:cNvSpPr txBox="1"/>
            <p:nvPr/>
          </p:nvSpPr>
          <p:spPr>
            <a:xfrm>
              <a:off x="8690654" y="4124295"/>
              <a:ext cx="666532" cy="321648"/>
            </a:xfrm>
            <a:prstGeom prst="rect">
              <a:avLst/>
            </a:prstGeom>
            <a:noFill/>
          </p:spPr>
          <p:txBody>
            <a:bodyPr wrap="none" rtlCol="0" anchor="ctr">
              <a:spAutoFit/>
            </a:bodyPr>
            <a:lstStyle/>
            <a:p>
              <a:pPr algn="ctr"/>
              <a:r>
                <a:rPr lang="en-US" sz="1400"/>
                <a:t>Day 6</a:t>
              </a:r>
              <a:endParaRPr lang="en-US" sz="700"/>
            </a:p>
          </p:txBody>
        </p:sp>
        <p:cxnSp>
          <p:nvCxnSpPr>
            <p:cNvPr id="22" name="Straight Arrow Connector 21">
              <a:extLst>
                <a:ext uri="{FF2B5EF4-FFF2-40B4-BE49-F238E27FC236}">
                  <a16:creationId xmlns:a16="http://schemas.microsoft.com/office/drawing/2014/main" id="{91FC7DAF-3C85-201F-5E80-6959D94EF611}"/>
                </a:ext>
              </a:extLst>
            </p:cNvPr>
            <p:cNvCxnSpPr>
              <a:cxnSpLocks/>
            </p:cNvCxnSpPr>
            <p:nvPr/>
          </p:nvCxnSpPr>
          <p:spPr>
            <a:xfrm>
              <a:off x="9985033" y="3640310"/>
              <a:ext cx="0" cy="457200"/>
            </a:xfrm>
            <a:prstGeom prst="straightConnector1">
              <a:avLst/>
            </a:prstGeom>
            <a:ln w="19050">
              <a:solidFill>
                <a:schemeClr val="tx1"/>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09D64E4A-713D-53B0-2284-D0C1EB9E1694}"/>
                </a:ext>
              </a:extLst>
            </p:cNvPr>
            <p:cNvSpPr txBox="1"/>
            <p:nvPr/>
          </p:nvSpPr>
          <p:spPr>
            <a:xfrm>
              <a:off x="9663895" y="4124295"/>
              <a:ext cx="666532" cy="321648"/>
            </a:xfrm>
            <a:prstGeom prst="rect">
              <a:avLst/>
            </a:prstGeom>
            <a:noFill/>
          </p:spPr>
          <p:txBody>
            <a:bodyPr wrap="none" rtlCol="0" anchor="ctr">
              <a:spAutoFit/>
            </a:bodyPr>
            <a:lstStyle/>
            <a:p>
              <a:pPr algn="ctr"/>
              <a:r>
                <a:rPr lang="en-US" sz="1400"/>
                <a:t>Day 8</a:t>
              </a:r>
              <a:endParaRPr lang="en-US" sz="700"/>
            </a:p>
          </p:txBody>
        </p:sp>
        <p:cxnSp>
          <p:nvCxnSpPr>
            <p:cNvPr id="24" name="Straight Arrow Connector 23">
              <a:extLst>
                <a:ext uri="{FF2B5EF4-FFF2-40B4-BE49-F238E27FC236}">
                  <a16:creationId xmlns:a16="http://schemas.microsoft.com/office/drawing/2014/main" id="{C6B0EB6E-02C8-4B53-8FBB-6EB0493AC061}"/>
                </a:ext>
              </a:extLst>
            </p:cNvPr>
            <p:cNvCxnSpPr>
              <a:cxnSpLocks/>
            </p:cNvCxnSpPr>
            <p:nvPr/>
          </p:nvCxnSpPr>
          <p:spPr>
            <a:xfrm>
              <a:off x="11613499" y="3620772"/>
              <a:ext cx="0" cy="457200"/>
            </a:xfrm>
            <a:prstGeom prst="straightConnector1">
              <a:avLst/>
            </a:prstGeom>
            <a:ln w="19050">
              <a:solidFill>
                <a:schemeClr val="tx1"/>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4F7E1574-8453-B33A-64CF-B4E53CC23793}"/>
                </a:ext>
              </a:extLst>
            </p:cNvPr>
            <p:cNvSpPr txBox="1"/>
            <p:nvPr/>
          </p:nvSpPr>
          <p:spPr>
            <a:xfrm>
              <a:off x="11233788" y="4124295"/>
              <a:ext cx="783680" cy="321648"/>
            </a:xfrm>
            <a:prstGeom prst="rect">
              <a:avLst/>
            </a:prstGeom>
            <a:noFill/>
          </p:spPr>
          <p:txBody>
            <a:bodyPr wrap="none" rtlCol="0" anchor="ctr">
              <a:spAutoFit/>
            </a:bodyPr>
            <a:lstStyle/>
            <a:p>
              <a:pPr algn="ctr"/>
              <a:r>
                <a:rPr lang="en-US" sz="1400"/>
                <a:t>Day 15</a:t>
              </a:r>
              <a:endParaRPr lang="en-US" sz="700"/>
            </a:p>
          </p:txBody>
        </p:sp>
        <p:cxnSp>
          <p:nvCxnSpPr>
            <p:cNvPr id="26" name="Straight Arrow Connector 25">
              <a:extLst>
                <a:ext uri="{FF2B5EF4-FFF2-40B4-BE49-F238E27FC236}">
                  <a16:creationId xmlns:a16="http://schemas.microsoft.com/office/drawing/2014/main" id="{4639711D-9758-6EFE-CB40-6F9AF928A8A7}"/>
                </a:ext>
              </a:extLst>
            </p:cNvPr>
            <p:cNvCxnSpPr>
              <a:cxnSpLocks/>
            </p:cNvCxnSpPr>
            <p:nvPr/>
          </p:nvCxnSpPr>
          <p:spPr>
            <a:xfrm>
              <a:off x="9988609" y="3594222"/>
              <a:ext cx="1637019" cy="0"/>
            </a:xfrm>
            <a:prstGeom prst="straightConnector1">
              <a:avLst/>
            </a:prstGeom>
            <a:ln w="19050">
              <a:solidFill>
                <a:schemeClr val="tx1"/>
              </a:solidFill>
              <a:prstDash val="solid"/>
              <a:headEnd type="arrow" w="med" len="med"/>
              <a:tailEnd type="arrow" w="med" len="med"/>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DBD07E65-D1C7-D764-0BB4-E19530EE180A}"/>
                </a:ext>
              </a:extLst>
            </p:cNvPr>
            <p:cNvSpPr txBox="1"/>
            <p:nvPr/>
          </p:nvSpPr>
          <p:spPr>
            <a:xfrm>
              <a:off x="9985033" y="3081780"/>
              <a:ext cx="1826274" cy="546800"/>
            </a:xfrm>
            <a:prstGeom prst="rect">
              <a:avLst/>
            </a:prstGeom>
            <a:noFill/>
          </p:spPr>
          <p:txBody>
            <a:bodyPr wrap="square" rtlCol="0" anchor="ctr">
              <a:spAutoFit/>
            </a:bodyPr>
            <a:lstStyle/>
            <a:p>
              <a:pPr algn="ctr"/>
              <a:r>
                <a:rPr lang="en-US" sz="1400"/>
                <a:t>out-patient (follow-up)</a:t>
              </a:r>
            </a:p>
          </p:txBody>
        </p:sp>
        <p:cxnSp>
          <p:nvCxnSpPr>
            <p:cNvPr id="28" name="Straight Arrow Connector 27">
              <a:extLst>
                <a:ext uri="{FF2B5EF4-FFF2-40B4-BE49-F238E27FC236}">
                  <a16:creationId xmlns:a16="http://schemas.microsoft.com/office/drawing/2014/main" id="{E669804F-FE9D-0224-4C17-A4E2436D4FB4}"/>
                </a:ext>
              </a:extLst>
            </p:cNvPr>
            <p:cNvCxnSpPr>
              <a:cxnSpLocks/>
            </p:cNvCxnSpPr>
            <p:nvPr/>
          </p:nvCxnSpPr>
          <p:spPr>
            <a:xfrm>
              <a:off x="10768918" y="3620772"/>
              <a:ext cx="0" cy="457200"/>
            </a:xfrm>
            <a:prstGeom prst="straightConnector1">
              <a:avLst/>
            </a:prstGeom>
            <a:ln w="19050">
              <a:solidFill>
                <a:schemeClr val="tx1"/>
              </a:solidFill>
              <a:prstDash val="solid"/>
              <a:headEnd type="arrow" w="med" len="med"/>
              <a:tailEnd type="none" w="med" len="med"/>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1063F75E-2A7C-9A70-085A-44AB6EF0D1C9}"/>
                </a:ext>
              </a:extLst>
            </p:cNvPr>
            <p:cNvSpPr txBox="1"/>
            <p:nvPr/>
          </p:nvSpPr>
          <p:spPr>
            <a:xfrm>
              <a:off x="10389206" y="4124295"/>
              <a:ext cx="783680" cy="321648"/>
            </a:xfrm>
            <a:prstGeom prst="rect">
              <a:avLst/>
            </a:prstGeom>
            <a:noFill/>
          </p:spPr>
          <p:txBody>
            <a:bodyPr wrap="none" rtlCol="0" anchor="ctr">
              <a:spAutoFit/>
            </a:bodyPr>
            <a:lstStyle/>
            <a:p>
              <a:pPr algn="ctr"/>
              <a:r>
                <a:rPr lang="en-US" sz="1400"/>
                <a:t>Day 11</a:t>
              </a:r>
              <a:endParaRPr lang="en-US" sz="700"/>
            </a:p>
          </p:txBody>
        </p:sp>
      </p:grpSp>
      <p:sp>
        <p:nvSpPr>
          <p:cNvPr id="45" name="TextBox 44">
            <a:extLst>
              <a:ext uri="{FF2B5EF4-FFF2-40B4-BE49-F238E27FC236}">
                <a16:creationId xmlns:a16="http://schemas.microsoft.com/office/drawing/2014/main" id="{0B76FDA3-0D8D-DFC8-A85B-0C4A6B7F6B4A}"/>
              </a:ext>
            </a:extLst>
          </p:cNvPr>
          <p:cNvSpPr txBox="1"/>
          <p:nvPr/>
        </p:nvSpPr>
        <p:spPr>
          <a:xfrm>
            <a:off x="228669" y="1223535"/>
            <a:ext cx="1766387" cy="318100"/>
          </a:xfrm>
          <a:prstGeom prst="rect">
            <a:avLst/>
          </a:prstGeom>
          <a:noFill/>
        </p:spPr>
        <p:txBody>
          <a:bodyPr wrap="square" rtlCol="0" anchor="ctr">
            <a:spAutoFit/>
          </a:bodyPr>
          <a:lstStyle/>
          <a:p>
            <a:r>
              <a:rPr lang="en-US" sz="1467" b="1"/>
              <a:t>Study design</a:t>
            </a:r>
          </a:p>
        </p:txBody>
      </p:sp>
      <p:cxnSp>
        <p:nvCxnSpPr>
          <p:cNvPr id="46" name="Straight Connector 45">
            <a:extLst>
              <a:ext uri="{FF2B5EF4-FFF2-40B4-BE49-F238E27FC236}">
                <a16:creationId xmlns:a16="http://schemas.microsoft.com/office/drawing/2014/main" id="{815A7EE2-4EFE-1877-56F3-054EE557EFA9}"/>
              </a:ext>
            </a:extLst>
          </p:cNvPr>
          <p:cNvCxnSpPr/>
          <p:nvPr/>
        </p:nvCxnSpPr>
        <p:spPr>
          <a:xfrm>
            <a:off x="259491" y="1567251"/>
            <a:ext cx="3566160" cy="0"/>
          </a:xfrm>
          <a:prstGeom prst="line">
            <a:avLst/>
          </a:prstGeom>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FC539367-B1BC-7410-69A6-3241FFC4C2B7}"/>
              </a:ext>
            </a:extLst>
          </p:cNvPr>
          <p:cNvSpPr txBox="1"/>
          <p:nvPr/>
        </p:nvSpPr>
        <p:spPr>
          <a:xfrm>
            <a:off x="4151646" y="1223534"/>
            <a:ext cx="3630447" cy="318100"/>
          </a:xfrm>
          <a:prstGeom prst="rect">
            <a:avLst/>
          </a:prstGeom>
          <a:noFill/>
        </p:spPr>
        <p:txBody>
          <a:bodyPr wrap="square" rtlCol="0" anchor="ctr">
            <a:spAutoFit/>
          </a:bodyPr>
          <a:lstStyle/>
          <a:p>
            <a:r>
              <a:rPr lang="en-US" sz="1467" b="1"/>
              <a:t>Study schematic</a:t>
            </a:r>
          </a:p>
        </p:txBody>
      </p:sp>
      <p:cxnSp>
        <p:nvCxnSpPr>
          <p:cNvPr id="48" name="Straight Connector 47">
            <a:extLst>
              <a:ext uri="{FF2B5EF4-FFF2-40B4-BE49-F238E27FC236}">
                <a16:creationId xmlns:a16="http://schemas.microsoft.com/office/drawing/2014/main" id="{672416C1-A269-3467-12A1-336F1A8DD0F1}"/>
              </a:ext>
            </a:extLst>
          </p:cNvPr>
          <p:cNvCxnSpPr>
            <a:cxnSpLocks/>
          </p:cNvCxnSpPr>
          <p:nvPr/>
        </p:nvCxnSpPr>
        <p:spPr>
          <a:xfrm>
            <a:off x="4227617" y="1567251"/>
            <a:ext cx="7580892"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E6218927-BFC0-3152-F494-D11239583C7B}"/>
              </a:ext>
            </a:extLst>
          </p:cNvPr>
          <p:cNvSpPr txBox="1"/>
          <p:nvPr/>
        </p:nvSpPr>
        <p:spPr>
          <a:xfrm>
            <a:off x="179018" y="1633595"/>
            <a:ext cx="3801732" cy="2806602"/>
          </a:xfrm>
          <a:prstGeom prst="rect">
            <a:avLst/>
          </a:prstGeom>
          <a:noFill/>
        </p:spPr>
        <p:txBody>
          <a:bodyPr wrap="square" rtlCol="0" anchor="t">
            <a:spAutoFit/>
          </a:bodyPr>
          <a:lstStyle/>
          <a:p>
            <a:pPr marL="174621" indent="-174621">
              <a:spcAft>
                <a:spcPts val="600"/>
              </a:spcAft>
              <a:buFont typeface="Wingdings" panose="05000000000000000000" pitchFamily="2" charset="2"/>
              <a:buChar char="§"/>
            </a:pPr>
            <a:r>
              <a:rPr lang="en-US" sz="1467"/>
              <a:t>MDD patients with inadequate response to ≥1 antidepressant in current episode</a:t>
            </a:r>
          </a:p>
          <a:p>
            <a:pPr marL="174621" indent="-174621">
              <a:spcAft>
                <a:spcPts val="600"/>
              </a:spcAft>
              <a:buFont typeface="Wingdings" panose="05000000000000000000" pitchFamily="2" charset="2"/>
              <a:buChar char="§"/>
            </a:pPr>
            <a:r>
              <a:rPr lang="en-US" sz="1467"/>
              <a:t>Single administration of BI 1569912 (20 mg or 5 mg), or placebo; adjunct to ongoing SSRI / SNRI therapy</a:t>
            </a:r>
          </a:p>
          <a:p>
            <a:pPr marL="174621" indent="-174621">
              <a:spcAft>
                <a:spcPts val="600"/>
              </a:spcAft>
              <a:buFont typeface="Wingdings" panose="05000000000000000000" pitchFamily="2" charset="2"/>
              <a:buChar char="§"/>
            </a:pPr>
            <a:r>
              <a:rPr lang="en-US" sz="1467"/>
              <a:t>Primary endpoint is safety and tolerability; max decrease in MADRS within 7 days</a:t>
            </a:r>
          </a:p>
          <a:p>
            <a:pPr marL="174621" indent="-174621">
              <a:spcAft>
                <a:spcPts val="600"/>
              </a:spcAft>
              <a:buFont typeface="Wingdings" panose="05000000000000000000" pitchFamily="2" charset="2"/>
              <a:buChar char="§"/>
            </a:pPr>
            <a:r>
              <a:rPr lang="en-US" sz="1467"/>
              <a:t>Dissociation assessed by CADSS, B-VAS, SMWQ</a:t>
            </a:r>
          </a:p>
        </p:txBody>
      </p:sp>
      <p:sp>
        <p:nvSpPr>
          <p:cNvPr id="51" name="Rectangle 50">
            <a:extLst>
              <a:ext uri="{FF2B5EF4-FFF2-40B4-BE49-F238E27FC236}">
                <a16:creationId xmlns:a16="http://schemas.microsoft.com/office/drawing/2014/main" id="{9DC49192-8E1F-EE73-8E21-0F68DB352917}"/>
              </a:ext>
            </a:extLst>
          </p:cNvPr>
          <p:cNvSpPr/>
          <p:nvPr/>
        </p:nvSpPr>
        <p:spPr bwMode="gray">
          <a:xfrm>
            <a:off x="4938794" y="4758605"/>
            <a:ext cx="5863855" cy="803000"/>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Aft>
                <a:spcPts val="600"/>
              </a:spcAft>
            </a:pPr>
            <a:r>
              <a:rPr lang="en-US" sz="1467" b="1" err="1">
                <a:solidFill>
                  <a:schemeClr val="tx1"/>
                </a:solidFill>
              </a:rPr>
              <a:t>PoCP</a:t>
            </a:r>
            <a:r>
              <a:rPr lang="en-US" sz="1467" b="1">
                <a:solidFill>
                  <a:schemeClr val="tx1"/>
                </a:solidFill>
              </a:rPr>
              <a:t> criteria: </a:t>
            </a:r>
            <a:r>
              <a:rPr lang="en-US" sz="1467">
                <a:solidFill>
                  <a:schemeClr val="tx1"/>
                </a:solidFill>
              </a:rPr>
              <a:t>Improvement in MADRS total score compared to placebo ≥3 at one time point and ≥2 at a neighboring time point in either dose</a:t>
            </a:r>
          </a:p>
        </p:txBody>
      </p:sp>
    </p:spTree>
    <p:extLst>
      <p:ext uri="{BB962C8B-B14F-4D97-AF65-F5344CB8AC3E}">
        <p14:creationId xmlns:p14="http://schemas.microsoft.com/office/powerpoint/2010/main" val="7377721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1AB359-1A52-3441-09F9-41091DE32643}"/>
              </a:ext>
            </a:extLst>
          </p:cNvPr>
          <p:cNvSpPr>
            <a:spLocks noGrp="1"/>
          </p:cNvSpPr>
          <p:nvPr>
            <p:ph type="title"/>
          </p:nvPr>
        </p:nvSpPr>
        <p:spPr>
          <a:xfrm>
            <a:off x="479424" y="437243"/>
            <a:ext cx="11233151" cy="720000"/>
          </a:xfrm>
        </p:spPr>
        <p:txBody>
          <a:bodyPr/>
          <a:lstStyle/>
          <a:p>
            <a:r>
              <a:rPr lang="en-US" sz="2400"/>
              <a:t>Safety and tolerability</a:t>
            </a:r>
            <a:br>
              <a:rPr lang="en-US" sz="2400"/>
            </a:br>
            <a:r>
              <a:rPr lang="en-US" sz="1800" b="0" i="1"/>
              <a:t>on treatment and follow up</a:t>
            </a:r>
          </a:p>
        </p:txBody>
      </p:sp>
      <p:sp>
        <p:nvSpPr>
          <p:cNvPr id="10" name="Text Placeholder 9">
            <a:extLst>
              <a:ext uri="{FF2B5EF4-FFF2-40B4-BE49-F238E27FC236}">
                <a16:creationId xmlns:a16="http://schemas.microsoft.com/office/drawing/2014/main" id="{6AE976E6-75B3-B804-97E9-2A86D4C14F1A}"/>
              </a:ext>
            </a:extLst>
          </p:cNvPr>
          <p:cNvSpPr>
            <a:spLocks noGrp="1"/>
          </p:cNvSpPr>
          <p:nvPr>
            <p:ph type="body" sz="quarter" idx="13"/>
          </p:nvPr>
        </p:nvSpPr>
        <p:spPr/>
        <p:txBody>
          <a:bodyPr/>
          <a:lstStyle/>
          <a:p>
            <a:r>
              <a:rPr lang="en-US"/>
              <a:t>Percentages are calculated using total number of subjects per treatment as the denominator. MedDRA version used for reporting: 26.1</a:t>
            </a:r>
          </a:p>
          <a:p>
            <a:r>
              <a:rPr lang="en-US"/>
              <a:t>1 Primary safety endpoint</a:t>
            </a:r>
          </a:p>
        </p:txBody>
      </p:sp>
      <p:graphicFrame>
        <p:nvGraphicFramePr>
          <p:cNvPr id="6" name="Table 11">
            <a:extLst>
              <a:ext uri="{FF2B5EF4-FFF2-40B4-BE49-F238E27FC236}">
                <a16:creationId xmlns:a16="http://schemas.microsoft.com/office/drawing/2014/main" id="{49593072-EA98-4A69-50D2-E171DC7CC5F5}"/>
              </a:ext>
            </a:extLst>
          </p:cNvPr>
          <p:cNvGraphicFramePr>
            <a:graphicFrameLocks noGrp="1"/>
          </p:cNvGraphicFramePr>
          <p:nvPr/>
        </p:nvGraphicFramePr>
        <p:xfrm>
          <a:off x="532822" y="1158748"/>
          <a:ext cx="11076084" cy="3328416"/>
        </p:xfrm>
        <a:graphic>
          <a:graphicData uri="http://schemas.openxmlformats.org/drawingml/2006/table">
            <a:tbl>
              <a:tblPr firstRow="1" bandRow="1">
                <a:tableStyleId>{5C22544A-7EE6-4342-B048-85BDC9FD1C3A}</a:tableStyleId>
              </a:tblPr>
              <a:tblGrid>
                <a:gridCol w="4020058">
                  <a:extLst>
                    <a:ext uri="{9D8B030D-6E8A-4147-A177-3AD203B41FA5}">
                      <a16:colId xmlns:a16="http://schemas.microsoft.com/office/drawing/2014/main" val="661078467"/>
                    </a:ext>
                  </a:extLst>
                </a:gridCol>
                <a:gridCol w="1581884">
                  <a:extLst>
                    <a:ext uri="{9D8B030D-6E8A-4147-A177-3AD203B41FA5}">
                      <a16:colId xmlns:a16="http://schemas.microsoft.com/office/drawing/2014/main" val="953987273"/>
                    </a:ext>
                  </a:extLst>
                </a:gridCol>
                <a:gridCol w="1237114">
                  <a:extLst>
                    <a:ext uri="{9D8B030D-6E8A-4147-A177-3AD203B41FA5}">
                      <a16:colId xmlns:a16="http://schemas.microsoft.com/office/drawing/2014/main" val="738654581"/>
                    </a:ext>
                  </a:extLst>
                </a:gridCol>
                <a:gridCol w="1166132">
                  <a:extLst>
                    <a:ext uri="{9D8B030D-6E8A-4147-A177-3AD203B41FA5}">
                      <a16:colId xmlns:a16="http://schemas.microsoft.com/office/drawing/2014/main" val="3348468405"/>
                    </a:ext>
                  </a:extLst>
                </a:gridCol>
                <a:gridCol w="1023632">
                  <a:extLst>
                    <a:ext uri="{9D8B030D-6E8A-4147-A177-3AD203B41FA5}">
                      <a16:colId xmlns:a16="http://schemas.microsoft.com/office/drawing/2014/main" val="3460216317"/>
                    </a:ext>
                  </a:extLst>
                </a:gridCol>
                <a:gridCol w="1023632">
                  <a:extLst>
                    <a:ext uri="{9D8B030D-6E8A-4147-A177-3AD203B41FA5}">
                      <a16:colId xmlns:a16="http://schemas.microsoft.com/office/drawing/2014/main" val="410301193"/>
                    </a:ext>
                  </a:extLst>
                </a:gridCol>
                <a:gridCol w="1023632">
                  <a:extLst>
                    <a:ext uri="{9D8B030D-6E8A-4147-A177-3AD203B41FA5}">
                      <a16:colId xmlns:a16="http://schemas.microsoft.com/office/drawing/2014/main" val="2087641532"/>
                    </a:ext>
                  </a:extLst>
                </a:gridCol>
              </a:tblGrid>
              <a:tr h="237744">
                <a:tc rowSpan="2">
                  <a:txBody>
                    <a:bodyPr/>
                    <a:lstStyle/>
                    <a:p>
                      <a:r>
                        <a:rPr lang="en-US" sz="900" b="1">
                          <a:solidFill>
                            <a:schemeClr val="bg2"/>
                          </a:solidFill>
                          <a:latin typeface="+mn-lt"/>
                        </a:rPr>
                        <a:t>System organ class/Preferred term </a:t>
                      </a:r>
                    </a:p>
                  </a:txBody>
                  <a:tcPr anchor="ctr">
                    <a:lnL w="12700" cmpd="sng">
                      <a:noFill/>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E5E3DE"/>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algn="ctr"/>
                      <a:r>
                        <a:rPr lang="en-US" sz="900" b="1">
                          <a:solidFill>
                            <a:schemeClr val="tx2"/>
                          </a:solidFill>
                          <a:latin typeface="+mn-lt"/>
                        </a:rPr>
                        <a:t>Placebo</a:t>
                      </a:r>
                    </a:p>
                  </a:txBody>
                  <a:tcPr anchor="ctr">
                    <a:lnL w="63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en-US" sz="1000" b="0">
                        <a:solidFill>
                          <a:schemeClr val="tx1"/>
                        </a:solidFill>
                      </a:endParaRPr>
                    </a:p>
                  </a:txBody>
                  <a:tcPr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gridSpan="2">
                  <a:txBody>
                    <a:bodyPr/>
                    <a:lstStyle/>
                    <a:p>
                      <a:pPr algn="ctr"/>
                      <a:r>
                        <a:rPr lang="en-US" sz="900" b="1">
                          <a:solidFill>
                            <a:schemeClr val="tx2"/>
                          </a:solidFill>
                          <a:latin typeface="+mn-lt"/>
                        </a:rPr>
                        <a:t>BI 1569912  5 mg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endParaRPr lang="en-US" sz="1000" b="0">
                        <a:solidFill>
                          <a:schemeClr val="tx1"/>
                        </a:solidFill>
                      </a:endParaRPr>
                    </a:p>
                  </a:txBody>
                  <a:tcPr anchor="ctr">
                    <a:lnL w="6350" cap="flat" cmpd="sng" algn="ctr">
                      <a:solidFill>
                        <a:srgbClr val="E5E3DE"/>
                      </a:solidFill>
                      <a:prstDash val="solid"/>
                      <a:round/>
                      <a:headEnd type="none" w="med" len="med"/>
                      <a:tailEnd type="none" w="med" len="med"/>
                    </a:lnL>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b="1">
                          <a:solidFill>
                            <a:schemeClr val="tx2"/>
                          </a:solidFill>
                          <a:latin typeface="+mn-lt"/>
                        </a:rPr>
                        <a:t>BI 1569912  20 mg</a:t>
                      </a:r>
                    </a:p>
                  </a:txBody>
                  <a:tcPr anchor="ctr">
                    <a:lnL w="12700" cap="flat" cmpd="sng" algn="ctr">
                      <a:solidFill>
                        <a:schemeClr val="bg1"/>
                      </a:solidFill>
                      <a:prstDash val="solid"/>
                      <a:round/>
                      <a:headEnd type="none" w="med" len="med"/>
                      <a:tailEnd type="none" w="med" len="med"/>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hMerge="1">
                  <a:txBody>
                    <a:bodyPr/>
                    <a:lstStyle/>
                    <a:p>
                      <a:pPr algn="ctr"/>
                      <a:endParaRPr lang="en-US" sz="900" b="1">
                        <a:solidFill>
                          <a:schemeClr val="tx2"/>
                        </a:solidFill>
                      </a:endParaRPr>
                    </a:p>
                  </a:txBody>
                  <a:tcPr anchor="ctr">
                    <a:lnL w="12700" cap="flat" cmpd="sng" algn="ctr">
                      <a:solidFill>
                        <a:schemeClr val="bg1"/>
                      </a:solidFill>
                      <a:prstDash val="solid"/>
                      <a:round/>
                      <a:headEnd type="none" w="med" len="med"/>
                      <a:tailEnd type="none" w="med" len="med"/>
                    </a:lnL>
                    <a:lnR w="12700" cmpd="sng">
                      <a:noFill/>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590853095"/>
                  </a:ext>
                </a:extLst>
              </a:tr>
              <a:tr h="237744">
                <a:tc vMerge="1">
                  <a:txBody>
                    <a:bodyPr/>
                    <a:lstStyle/>
                    <a:p>
                      <a:r>
                        <a:rPr lang="en-US" sz="700" b="1">
                          <a:solidFill>
                            <a:schemeClr val="bg1"/>
                          </a:solidFill>
                        </a:rPr>
                        <a:t>Preferred term </a:t>
                      </a:r>
                    </a:p>
                  </a:txBody>
                  <a:tcPr marT="18288" marB="18288" anchor="ctr">
                    <a:lnL w="12700" cmpd="sng">
                      <a:noFill/>
                    </a:lnL>
                    <a:lnR w="6350"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2"/>
                    </a:solidFill>
                  </a:tcPr>
                </a:tc>
                <a:tc>
                  <a:txBody>
                    <a:bodyPr/>
                    <a:lstStyle/>
                    <a:p>
                      <a:pPr algn="ctr"/>
                      <a:r>
                        <a:rPr lang="en-US" sz="900" b="1">
                          <a:solidFill>
                            <a:schemeClr val="tx1"/>
                          </a:solidFill>
                          <a:latin typeface="+mn-lt"/>
                        </a:rPr>
                        <a:t>N</a:t>
                      </a:r>
                    </a:p>
                  </a:txBody>
                  <a:tcPr anchor="ctr">
                    <a:lnL w="635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E5E3DE"/>
                      </a:solidFill>
                      <a:prstDash val="solid"/>
                      <a:round/>
                      <a:headEnd type="none" w="med" len="med"/>
                      <a:tailEnd type="none" w="med" len="med"/>
                    </a:lnB>
                    <a:lnTlToBr w="12700" cmpd="sng">
                      <a:noFill/>
                      <a:prstDash val="solid"/>
                    </a:lnTlToBr>
                    <a:lnBlToTr w="12700" cmpd="sng">
                      <a:noFill/>
                      <a:prstDash val="solid"/>
                    </a:lnBlToTr>
                    <a:solidFill>
                      <a:srgbClr val="E5E3DE"/>
                    </a:solidFill>
                  </a:tcPr>
                </a:tc>
                <a:tc>
                  <a:txBody>
                    <a:bodyPr/>
                    <a:lstStyle/>
                    <a:p>
                      <a:pPr algn="ctr"/>
                      <a:r>
                        <a:rPr lang="en-US" sz="900" b="1">
                          <a:solidFill>
                            <a:schemeClr val="tx1"/>
                          </a:solidFill>
                          <a:latin typeface="+mn-lt"/>
                        </a:rPr>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E5E3DE"/>
                      </a:solidFill>
                      <a:prstDash val="solid"/>
                      <a:round/>
                      <a:headEnd type="none" w="med" len="med"/>
                      <a:tailEnd type="none" w="med" len="med"/>
                    </a:lnB>
                    <a:lnTlToBr w="12700" cmpd="sng">
                      <a:noFill/>
                      <a:prstDash val="solid"/>
                    </a:lnTlToBr>
                    <a:lnBlToTr w="12700" cmpd="sng">
                      <a:noFill/>
                      <a:prstDash val="solid"/>
                    </a:lnBlToTr>
                    <a:solidFill>
                      <a:srgbClr val="E5E3DE"/>
                    </a:solidFill>
                  </a:tcPr>
                </a:tc>
                <a:tc>
                  <a:txBody>
                    <a:bodyPr/>
                    <a:lstStyle/>
                    <a:p>
                      <a:pPr algn="ctr"/>
                      <a:r>
                        <a:rPr lang="en-US" sz="900" b="1">
                          <a:solidFill>
                            <a:schemeClr val="tx1"/>
                          </a:solidFill>
                          <a:latin typeface="+mn-lt"/>
                        </a:rPr>
                        <a:t>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E5E3DE"/>
                      </a:solidFill>
                      <a:prstDash val="solid"/>
                      <a:round/>
                      <a:headEnd type="none" w="med" len="med"/>
                      <a:tailEnd type="none" w="med" len="med"/>
                    </a:lnB>
                    <a:lnTlToBr w="12700" cmpd="sng">
                      <a:noFill/>
                      <a:prstDash val="solid"/>
                    </a:lnTlToBr>
                    <a:lnBlToTr w="12700" cmpd="sng">
                      <a:noFill/>
                      <a:prstDash val="solid"/>
                    </a:lnBlToTr>
                    <a:solidFill>
                      <a:srgbClr val="E5E3DE"/>
                    </a:solidFill>
                  </a:tcPr>
                </a:tc>
                <a:tc>
                  <a:txBody>
                    <a:bodyPr/>
                    <a:lstStyle/>
                    <a:p>
                      <a:pPr algn="ctr"/>
                      <a:r>
                        <a:rPr lang="en-US" sz="900" b="1">
                          <a:solidFill>
                            <a:schemeClr val="tx1"/>
                          </a:solidFill>
                          <a:latin typeface="+mn-lt"/>
                        </a:rPr>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E5E3DE"/>
                      </a:solidFill>
                      <a:prstDash val="solid"/>
                      <a:round/>
                      <a:headEnd type="none" w="med" len="med"/>
                      <a:tailEnd type="none" w="med" len="med"/>
                    </a:lnB>
                    <a:lnTlToBr w="12700" cmpd="sng">
                      <a:noFill/>
                      <a:prstDash val="solid"/>
                    </a:lnTlToBr>
                    <a:lnBlToTr w="12700" cmpd="sng">
                      <a:noFill/>
                      <a:prstDash val="solid"/>
                    </a:lnBlToTr>
                    <a:solidFill>
                      <a:srgbClr val="E5E3DE"/>
                    </a:solidFill>
                  </a:tcPr>
                </a:tc>
                <a:tc>
                  <a:txBody>
                    <a:bodyPr/>
                    <a:lstStyle/>
                    <a:p>
                      <a:pPr algn="ctr"/>
                      <a:r>
                        <a:rPr lang="en-US" sz="900" b="1">
                          <a:solidFill>
                            <a:schemeClr val="tx1"/>
                          </a:solidFill>
                          <a:latin typeface="+mn-lt"/>
                        </a:rPr>
                        <a:t>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6350" cap="flat" cmpd="sng" algn="ctr">
                      <a:noFill/>
                      <a:prstDash val="solid"/>
                      <a:round/>
                      <a:headEnd type="none" w="med" len="med"/>
                      <a:tailEnd type="none" w="med" len="med"/>
                    </a:lnT>
                    <a:lnB w="6350" cap="flat" cmpd="sng" algn="ctr">
                      <a:solidFill>
                        <a:srgbClr val="E5E3DE"/>
                      </a:solidFill>
                      <a:prstDash val="solid"/>
                      <a:round/>
                      <a:headEnd type="none" w="med" len="med"/>
                      <a:tailEnd type="none" w="med" len="med"/>
                    </a:lnB>
                    <a:lnTlToBr w="12700" cmpd="sng">
                      <a:noFill/>
                      <a:prstDash val="solid"/>
                    </a:lnTlToBr>
                    <a:lnBlToTr w="12700" cmpd="sng">
                      <a:noFill/>
                      <a:prstDash val="solid"/>
                    </a:lnBlToTr>
                    <a:solidFill>
                      <a:srgbClr val="E5E3DE"/>
                    </a:solidFill>
                  </a:tcPr>
                </a:tc>
                <a:tc>
                  <a:txBody>
                    <a:bodyPr/>
                    <a:lstStyle/>
                    <a:p>
                      <a:pPr algn="ctr"/>
                      <a:r>
                        <a:rPr lang="en-US" sz="900" b="1">
                          <a:solidFill>
                            <a:schemeClr val="tx1"/>
                          </a:solidFill>
                          <a:latin typeface="+mn-lt"/>
                        </a:rPr>
                        <a:t>%</a:t>
                      </a:r>
                    </a:p>
                  </a:txBody>
                  <a:tcPr anchor="ctr">
                    <a:lnL w="12700" cap="flat" cmpd="sng" algn="ctr">
                      <a:solidFill>
                        <a:schemeClr val="bg1"/>
                      </a:solidFill>
                      <a:prstDash val="solid"/>
                      <a:round/>
                      <a:headEnd type="none" w="med" len="med"/>
                      <a:tailEnd type="none" w="med" len="med"/>
                    </a:lnL>
                    <a:lnR w="12700" cmpd="sng">
                      <a:noFill/>
                    </a:lnR>
                    <a:lnT w="6350" cap="flat" cmpd="sng" algn="ctr">
                      <a:noFill/>
                      <a:prstDash val="solid"/>
                      <a:round/>
                      <a:headEnd type="none" w="med" len="med"/>
                      <a:tailEnd type="none" w="med" len="med"/>
                    </a:lnT>
                    <a:lnB w="6350" cap="flat" cmpd="sng" algn="ctr">
                      <a:solidFill>
                        <a:srgbClr val="E5E3DE"/>
                      </a:solidFill>
                      <a:prstDash val="solid"/>
                      <a:round/>
                      <a:headEnd type="none" w="med" len="med"/>
                      <a:tailEnd type="none" w="med" len="med"/>
                    </a:lnB>
                    <a:lnTlToBr w="12700" cmpd="sng">
                      <a:noFill/>
                      <a:prstDash val="solid"/>
                    </a:lnTlToBr>
                    <a:lnBlToTr w="12700" cmpd="sng">
                      <a:noFill/>
                      <a:prstDash val="solid"/>
                    </a:lnBlToTr>
                    <a:solidFill>
                      <a:srgbClr val="E5E3DE"/>
                    </a:solidFill>
                  </a:tcPr>
                </a:tc>
                <a:extLst>
                  <a:ext uri="{0D108BD9-81ED-4DB2-BD59-A6C34878D82A}">
                    <a16:rowId xmlns:a16="http://schemas.microsoft.com/office/drawing/2014/main" val="2471016857"/>
                  </a:ext>
                </a:extLst>
              </a:tr>
              <a:tr h="237744">
                <a:tc>
                  <a:txBody>
                    <a:bodyPr/>
                    <a:lstStyle/>
                    <a:p>
                      <a:pPr marL="0" marR="0">
                        <a:lnSpc>
                          <a:spcPct val="107000"/>
                        </a:lnSpc>
                        <a:spcBef>
                          <a:spcPts val="200"/>
                        </a:spcBef>
                        <a:spcAft>
                          <a:spcPts val="200"/>
                        </a:spcAft>
                      </a:pPr>
                      <a:r>
                        <a:rPr lang="en-US" sz="1000">
                          <a:solidFill>
                            <a:srgbClr val="000000"/>
                          </a:solidFill>
                          <a:effectLst/>
                          <a:latin typeface="+mn-lt"/>
                          <a:ea typeface="Times New Roman" panose="02020603050405020304" pitchFamily="18" charset="0"/>
                          <a:cs typeface="Times New Roman" panose="02020603050405020304" pitchFamily="18" charset="0"/>
                        </a:rPr>
                        <a:t>Number of patients</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19</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100.0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20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100.0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20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100.0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extLst>
                  <a:ext uri="{0D108BD9-81ED-4DB2-BD59-A6C34878D82A}">
                    <a16:rowId xmlns:a16="http://schemas.microsoft.com/office/drawing/2014/main" val="204954427"/>
                  </a:ext>
                </a:extLst>
              </a:tr>
              <a:tr h="237744">
                <a:tc>
                  <a:txBody>
                    <a:bodyPr/>
                    <a:lstStyle/>
                    <a:p>
                      <a:pPr marL="0" marR="0">
                        <a:lnSpc>
                          <a:spcPct val="107000"/>
                        </a:lnSpc>
                        <a:spcBef>
                          <a:spcPts val="200"/>
                        </a:spcBef>
                        <a:spcAft>
                          <a:spcPts val="200"/>
                        </a:spcAft>
                      </a:pPr>
                      <a:r>
                        <a:rPr lang="en-US" sz="1000">
                          <a:solidFill>
                            <a:srgbClr val="000000"/>
                          </a:solidFill>
                          <a:effectLst/>
                          <a:latin typeface="+mn-lt"/>
                          <a:ea typeface="Times New Roman" panose="02020603050405020304" pitchFamily="18" charset="0"/>
                          <a:cs typeface="Times New Roman" panose="02020603050405020304" pitchFamily="18" charset="0"/>
                        </a:rPr>
                        <a:t>Patients with any AE</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6</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31.6</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7</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35.0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3</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15.0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extLst>
                  <a:ext uri="{0D108BD9-81ED-4DB2-BD59-A6C34878D82A}">
                    <a16:rowId xmlns:a16="http://schemas.microsoft.com/office/drawing/2014/main" val="642942604"/>
                  </a:ext>
                </a:extLst>
              </a:tr>
              <a:tr h="237744">
                <a:tc>
                  <a:txBody>
                    <a:bodyPr/>
                    <a:lstStyle/>
                    <a:p>
                      <a:pPr marL="0" marR="0">
                        <a:lnSpc>
                          <a:spcPct val="107000"/>
                        </a:lnSpc>
                        <a:spcBef>
                          <a:spcPts val="200"/>
                        </a:spcBef>
                        <a:spcAft>
                          <a:spcPts val="200"/>
                        </a:spcAft>
                      </a:pPr>
                      <a:r>
                        <a:rPr lang="en-US" sz="1000">
                          <a:solidFill>
                            <a:srgbClr val="000000"/>
                          </a:solidFill>
                          <a:effectLst/>
                          <a:latin typeface="+mn-lt"/>
                          <a:ea typeface="Times New Roman" panose="02020603050405020304" pitchFamily="18" charset="0"/>
                          <a:cs typeface="Times New Roman" panose="02020603050405020304" pitchFamily="18" charset="0"/>
                        </a:rPr>
                        <a:t>Patients with severe AEs</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0.0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0.0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0.0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extLst>
                  <a:ext uri="{0D108BD9-81ED-4DB2-BD59-A6C34878D82A}">
                    <a16:rowId xmlns:a16="http://schemas.microsoft.com/office/drawing/2014/main" val="4232143008"/>
                  </a:ext>
                </a:extLst>
              </a:tr>
              <a:tr h="237744">
                <a:tc>
                  <a:txBody>
                    <a:bodyPr/>
                    <a:lstStyle/>
                    <a:p>
                      <a:pPr marL="0" marR="0">
                        <a:lnSpc>
                          <a:spcPct val="107000"/>
                        </a:lnSpc>
                        <a:spcBef>
                          <a:spcPts val="200"/>
                        </a:spcBef>
                        <a:spcAft>
                          <a:spcPts val="200"/>
                        </a:spcAft>
                      </a:pPr>
                      <a:r>
                        <a:rPr lang="en-US" sz="1000">
                          <a:solidFill>
                            <a:srgbClr val="000000"/>
                          </a:solidFill>
                          <a:effectLst/>
                          <a:latin typeface="+mn-lt"/>
                          <a:ea typeface="Times New Roman" panose="02020603050405020304" pitchFamily="18" charset="0"/>
                          <a:cs typeface="Times New Roman" panose="02020603050405020304" pitchFamily="18" charset="0"/>
                        </a:rPr>
                        <a:t>Patients with AEs of special interest</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0.0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0.0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0.0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extLst>
                  <a:ext uri="{0D108BD9-81ED-4DB2-BD59-A6C34878D82A}">
                    <a16:rowId xmlns:a16="http://schemas.microsoft.com/office/drawing/2014/main" val="1948222889"/>
                  </a:ext>
                </a:extLst>
              </a:tr>
              <a:tr h="237744">
                <a:tc>
                  <a:txBody>
                    <a:bodyPr/>
                    <a:lstStyle/>
                    <a:p>
                      <a:pPr marL="0" marR="0">
                        <a:lnSpc>
                          <a:spcPct val="107000"/>
                        </a:lnSpc>
                        <a:spcBef>
                          <a:spcPts val="200"/>
                        </a:spcBef>
                        <a:spcAft>
                          <a:spcPts val="200"/>
                        </a:spcAft>
                      </a:pPr>
                      <a:r>
                        <a:rPr lang="en-US" sz="1000">
                          <a:solidFill>
                            <a:srgbClr val="000000"/>
                          </a:solidFill>
                          <a:effectLst/>
                          <a:latin typeface="+mn-lt"/>
                          <a:ea typeface="Times New Roman" panose="02020603050405020304" pitchFamily="18" charset="0"/>
                          <a:cs typeface="Times New Roman" panose="02020603050405020304" pitchFamily="18" charset="0"/>
                        </a:rPr>
                        <a:t>Patients with serious AEs</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9525" cap="flat" cmpd="sng" algn="ctr">
                      <a:solidFill>
                        <a:srgbClr val="F6F5F3"/>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9525" cap="flat" cmpd="sng" algn="ctr">
                      <a:solidFill>
                        <a:srgbClr val="F6F5F3"/>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0.0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9525" cap="flat" cmpd="sng" algn="ctr">
                      <a:solidFill>
                        <a:srgbClr val="F6F5F3"/>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9525" cap="flat" cmpd="sng" algn="ctr">
                      <a:solidFill>
                        <a:srgbClr val="F6F5F3"/>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0.0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9525" cap="flat" cmpd="sng" algn="ctr">
                      <a:solidFill>
                        <a:srgbClr val="F6F5F3"/>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9525" cap="flat" cmpd="sng" algn="ctr">
                      <a:solidFill>
                        <a:srgbClr val="F6F5F3"/>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0.0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9525" cap="flat" cmpd="sng" algn="ctr">
                      <a:solidFill>
                        <a:srgbClr val="F6F5F3"/>
                      </a:solidFill>
                      <a:prstDash val="solid"/>
                      <a:round/>
                      <a:headEnd type="none" w="med" len="med"/>
                      <a:tailEnd type="none" w="med" len="med"/>
                    </a:lnB>
                    <a:noFill/>
                  </a:tcPr>
                </a:tc>
                <a:extLst>
                  <a:ext uri="{0D108BD9-81ED-4DB2-BD59-A6C34878D82A}">
                    <a16:rowId xmlns:a16="http://schemas.microsoft.com/office/drawing/2014/main" val="720540553"/>
                  </a:ext>
                </a:extLst>
              </a:tr>
              <a:tr h="237744">
                <a:tc>
                  <a:txBody>
                    <a:bodyPr/>
                    <a:lstStyle/>
                    <a:p>
                      <a:pPr marL="0" marR="0">
                        <a:lnSpc>
                          <a:spcPct val="107000"/>
                        </a:lnSpc>
                        <a:spcBef>
                          <a:spcPts val="200"/>
                        </a:spcBef>
                        <a:spcAft>
                          <a:spcPts val="200"/>
                        </a:spcAft>
                      </a:pPr>
                      <a:r>
                        <a:rPr lang="en-US" sz="1000">
                          <a:solidFill>
                            <a:srgbClr val="000000"/>
                          </a:solidFill>
                          <a:effectLst/>
                          <a:latin typeface="+mn-lt"/>
                          <a:ea typeface="Times New Roman" panose="02020603050405020304" pitchFamily="18" charset="0"/>
                          <a:cs typeface="Times New Roman" panose="02020603050405020304" pitchFamily="18" charset="0"/>
                        </a:rPr>
                        <a:t>Patients with investigator defined drug-related AEs:</a:t>
                      </a:r>
                      <a:r>
                        <a:rPr lang="en-US" sz="1000" baseline="30000">
                          <a:solidFill>
                            <a:srgbClr val="000000"/>
                          </a:solidFill>
                          <a:effectLst/>
                          <a:latin typeface="+mn-lt"/>
                          <a:ea typeface="Times New Roman" panose="02020603050405020304" pitchFamily="18" charset="0"/>
                          <a:cs typeface="Times New Roman" panose="02020603050405020304" pitchFamily="18" charset="0"/>
                        </a:rPr>
                        <a:t>1</a:t>
                      </a:r>
                      <a:endParaRPr lang="en-US" sz="1000" baseline="30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9525" cap="flat" cmpd="sng" algn="ctr">
                      <a:solidFill>
                        <a:srgbClr val="F6F5F3"/>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1</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9525" cap="flat" cmpd="sng" algn="ctr">
                      <a:solidFill>
                        <a:srgbClr val="F6F5F3"/>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5.3</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9525" cap="flat" cmpd="sng" algn="ctr">
                      <a:solidFill>
                        <a:srgbClr val="F6F5F3"/>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3</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9525" cap="flat" cmpd="sng" algn="ctr">
                      <a:solidFill>
                        <a:srgbClr val="F6F5F3"/>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15.0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9525" cap="flat" cmpd="sng" algn="ctr">
                      <a:solidFill>
                        <a:srgbClr val="F6F5F3"/>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1</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9525" cap="flat" cmpd="sng" algn="ctr">
                      <a:solidFill>
                        <a:srgbClr val="F6F5F3"/>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a:solidFill>
                            <a:srgbClr val="000000"/>
                          </a:solidFill>
                          <a:effectLst/>
                          <a:latin typeface="+mn-lt"/>
                          <a:ea typeface="Times New Roman" panose="02020603050405020304" pitchFamily="18" charset="0"/>
                          <a:cs typeface="Times New Roman" panose="02020603050405020304" pitchFamily="18" charset="0"/>
                        </a:rPr>
                        <a:t>5.0</a:t>
                      </a:r>
                      <a:endParaRPr lang="en-US" sz="1000">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9525" cap="flat" cmpd="sng" algn="ctr">
                      <a:solidFill>
                        <a:srgbClr val="F6F5F3"/>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044841531"/>
                  </a:ext>
                </a:extLst>
              </a:tr>
              <a:tr h="237744">
                <a:tc>
                  <a:txBody>
                    <a:bodyPr/>
                    <a:lstStyle/>
                    <a:p>
                      <a:pPr marL="114300" marR="0" indent="0">
                        <a:lnSpc>
                          <a:spcPct val="107000"/>
                        </a:lnSpc>
                        <a:spcBef>
                          <a:spcPts val="200"/>
                        </a:spcBef>
                        <a:spcAft>
                          <a:spcPts val="200"/>
                        </a:spcAft>
                      </a:pPr>
                      <a:r>
                        <a:rPr lang="en-US" sz="1000" i="1">
                          <a:solidFill>
                            <a:srgbClr val="000000"/>
                          </a:solidFill>
                          <a:effectLst/>
                          <a:latin typeface="+mn-lt"/>
                          <a:ea typeface="Times New Roman" panose="02020603050405020304" pitchFamily="18" charset="0"/>
                          <a:cs typeface="Times New Roman" panose="02020603050405020304" pitchFamily="18" charset="0"/>
                        </a:rPr>
                        <a:t>Gastrointestinal disorders</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0.0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2</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10.0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0.0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12700" cap="flat" cmpd="sng" algn="ctr">
                      <a:solidFill>
                        <a:schemeClr val="tx1"/>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extLst>
                  <a:ext uri="{0D108BD9-81ED-4DB2-BD59-A6C34878D82A}">
                    <a16:rowId xmlns:a16="http://schemas.microsoft.com/office/drawing/2014/main" val="2711961649"/>
                  </a:ext>
                </a:extLst>
              </a:tr>
              <a:tr h="237744">
                <a:tc>
                  <a:txBody>
                    <a:bodyPr/>
                    <a:lstStyle/>
                    <a:p>
                      <a:pPr marL="114300" marR="0" indent="0">
                        <a:lnSpc>
                          <a:spcPct val="107000"/>
                        </a:lnSpc>
                        <a:spcBef>
                          <a:spcPts val="200"/>
                        </a:spcBef>
                        <a:spcAft>
                          <a:spcPts val="200"/>
                        </a:spcAft>
                      </a:pPr>
                      <a:r>
                        <a:rPr lang="en-US" sz="1000" i="1">
                          <a:solidFill>
                            <a:srgbClr val="000000"/>
                          </a:solidFill>
                          <a:effectLst/>
                          <a:latin typeface="+mn-lt"/>
                          <a:ea typeface="Times New Roman" panose="02020603050405020304" pitchFamily="18" charset="0"/>
                          <a:cs typeface="Times New Roman" panose="02020603050405020304" pitchFamily="18" charset="0"/>
                        </a:rPr>
                        <a:t>Investigations (increased blood pressure)</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0.0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1</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5.0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0.0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extLst>
                  <a:ext uri="{0D108BD9-81ED-4DB2-BD59-A6C34878D82A}">
                    <a16:rowId xmlns:a16="http://schemas.microsoft.com/office/drawing/2014/main" val="1764342784"/>
                  </a:ext>
                </a:extLst>
              </a:tr>
              <a:tr h="237744">
                <a:tc>
                  <a:txBody>
                    <a:bodyPr/>
                    <a:lstStyle/>
                    <a:p>
                      <a:pPr marL="114300" marR="0" indent="0">
                        <a:lnSpc>
                          <a:spcPct val="107000"/>
                        </a:lnSpc>
                        <a:spcBef>
                          <a:spcPts val="200"/>
                        </a:spcBef>
                        <a:spcAft>
                          <a:spcPts val="200"/>
                        </a:spcAft>
                      </a:pPr>
                      <a:r>
                        <a:rPr lang="en-US" sz="1000" i="1">
                          <a:solidFill>
                            <a:srgbClr val="000000"/>
                          </a:solidFill>
                          <a:effectLst/>
                          <a:latin typeface="+mn-lt"/>
                          <a:ea typeface="Times New Roman" panose="02020603050405020304" pitchFamily="18" charset="0"/>
                          <a:cs typeface="Times New Roman" panose="02020603050405020304" pitchFamily="18" charset="0"/>
                        </a:rPr>
                        <a:t>Metabolism and nutrition disorders</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1</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5.3</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0.0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1</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5.0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extLst>
                  <a:ext uri="{0D108BD9-81ED-4DB2-BD59-A6C34878D82A}">
                    <a16:rowId xmlns:a16="http://schemas.microsoft.com/office/drawing/2014/main" val="1581239154"/>
                  </a:ext>
                </a:extLst>
              </a:tr>
              <a:tr h="237744">
                <a:tc>
                  <a:txBody>
                    <a:bodyPr/>
                    <a:lstStyle/>
                    <a:p>
                      <a:pPr marL="114300" marR="0" indent="0">
                        <a:lnSpc>
                          <a:spcPct val="107000"/>
                        </a:lnSpc>
                        <a:spcBef>
                          <a:spcPts val="200"/>
                        </a:spcBef>
                        <a:spcAft>
                          <a:spcPts val="200"/>
                        </a:spcAft>
                      </a:pPr>
                      <a:r>
                        <a:rPr lang="en-US" sz="1000" i="1">
                          <a:solidFill>
                            <a:srgbClr val="000000"/>
                          </a:solidFill>
                          <a:effectLst/>
                          <a:latin typeface="+mn-lt"/>
                          <a:ea typeface="Times New Roman" panose="02020603050405020304" pitchFamily="18" charset="0"/>
                          <a:cs typeface="Times New Roman" panose="02020603050405020304" pitchFamily="18" charset="0"/>
                        </a:rPr>
                        <a:t>Nervous system disorders</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1</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5.3</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1</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5.0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0.0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extLst>
                  <a:ext uri="{0D108BD9-81ED-4DB2-BD59-A6C34878D82A}">
                    <a16:rowId xmlns:a16="http://schemas.microsoft.com/office/drawing/2014/main" val="1988531256"/>
                  </a:ext>
                </a:extLst>
              </a:tr>
              <a:tr h="237744">
                <a:tc>
                  <a:txBody>
                    <a:bodyPr/>
                    <a:lstStyle/>
                    <a:p>
                      <a:pPr marL="114300" marR="0" indent="0">
                        <a:lnSpc>
                          <a:spcPct val="107000"/>
                        </a:lnSpc>
                        <a:spcBef>
                          <a:spcPts val="200"/>
                        </a:spcBef>
                        <a:spcAft>
                          <a:spcPts val="200"/>
                        </a:spcAft>
                      </a:pPr>
                      <a:r>
                        <a:rPr lang="en-US" sz="1000" i="1">
                          <a:solidFill>
                            <a:srgbClr val="000000"/>
                          </a:solidFill>
                          <a:effectLst/>
                          <a:latin typeface="+mn-lt"/>
                          <a:ea typeface="Times New Roman" panose="02020603050405020304" pitchFamily="18" charset="0"/>
                          <a:cs typeface="Times New Roman" panose="02020603050405020304" pitchFamily="18" charset="0"/>
                        </a:rPr>
                        <a:t>Psychiatric disorders</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1</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5.3</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0.0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0.0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6350" cap="flat" cmpd="sng" algn="ctr">
                      <a:solidFill>
                        <a:srgbClr val="E5E3DE"/>
                      </a:solidFill>
                      <a:prstDash val="solid"/>
                      <a:round/>
                      <a:headEnd type="none" w="med" len="med"/>
                      <a:tailEnd type="none" w="med" len="med"/>
                    </a:lnB>
                    <a:noFill/>
                  </a:tcPr>
                </a:tc>
                <a:extLst>
                  <a:ext uri="{0D108BD9-81ED-4DB2-BD59-A6C34878D82A}">
                    <a16:rowId xmlns:a16="http://schemas.microsoft.com/office/drawing/2014/main" val="4083268444"/>
                  </a:ext>
                </a:extLst>
              </a:tr>
              <a:tr h="237744">
                <a:tc>
                  <a:txBody>
                    <a:bodyPr/>
                    <a:lstStyle/>
                    <a:p>
                      <a:pPr marL="114300" marR="0" indent="0">
                        <a:lnSpc>
                          <a:spcPct val="107000"/>
                        </a:lnSpc>
                        <a:spcBef>
                          <a:spcPts val="200"/>
                        </a:spcBef>
                        <a:spcAft>
                          <a:spcPts val="200"/>
                        </a:spcAft>
                      </a:pPr>
                      <a:r>
                        <a:rPr lang="en-US" sz="1000" i="1">
                          <a:solidFill>
                            <a:srgbClr val="000000"/>
                          </a:solidFill>
                          <a:effectLst/>
                          <a:latin typeface="+mn-lt"/>
                          <a:ea typeface="Times New Roman" panose="02020603050405020304" pitchFamily="18" charset="0"/>
                          <a:cs typeface="Times New Roman" panose="02020603050405020304" pitchFamily="18" charset="0"/>
                        </a:rPr>
                        <a:t>Skin and subcutaneous tissue disorders</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9525" cap="flat" cmpd="sng" algn="ctr">
                      <a:solidFill>
                        <a:srgbClr val="F6F5F3"/>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9525" cap="flat" cmpd="sng" algn="ctr">
                      <a:solidFill>
                        <a:srgbClr val="F6F5F3"/>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0.0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9525" cap="flat" cmpd="sng" algn="ctr">
                      <a:solidFill>
                        <a:srgbClr val="F6F5F3"/>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9525" cap="flat" cmpd="sng" algn="ctr">
                      <a:solidFill>
                        <a:srgbClr val="F6F5F3"/>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0.0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9525" cap="flat" cmpd="sng" algn="ctr">
                      <a:solidFill>
                        <a:srgbClr val="F6F5F3"/>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254000"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1</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9525" cap="flat" cmpd="sng" algn="ctr">
                      <a:solidFill>
                        <a:srgbClr val="F6F5F3"/>
                      </a:solidFill>
                      <a:prstDash val="solid"/>
                      <a:round/>
                      <a:headEnd type="none" w="med" len="med"/>
                      <a:tailEnd type="none" w="med" len="med"/>
                    </a:lnB>
                    <a:noFill/>
                  </a:tcPr>
                </a:tc>
                <a:tc>
                  <a:txBody>
                    <a:bodyPr/>
                    <a:lstStyle/>
                    <a:p>
                      <a:pPr marL="0" marR="0" algn="ctr">
                        <a:lnSpc>
                          <a:spcPct val="107000"/>
                        </a:lnSpc>
                        <a:spcBef>
                          <a:spcPts val="200"/>
                        </a:spcBef>
                        <a:spcAft>
                          <a:spcPts val="200"/>
                        </a:spcAft>
                        <a:tabLst>
                          <a:tab pos="360045" algn="dec"/>
                        </a:tabLst>
                      </a:pPr>
                      <a:r>
                        <a:rPr lang="en-US" sz="1000" i="1">
                          <a:solidFill>
                            <a:srgbClr val="000000"/>
                          </a:solidFill>
                          <a:effectLst/>
                          <a:latin typeface="+mn-lt"/>
                          <a:ea typeface="Times New Roman" panose="02020603050405020304" pitchFamily="18" charset="0"/>
                          <a:cs typeface="Times New Roman" panose="02020603050405020304" pitchFamily="18" charset="0"/>
                        </a:rPr>
                        <a:t>5.0</a:t>
                      </a:r>
                      <a:endParaRPr lang="en-US" sz="1000" i="1">
                        <a:effectLst/>
                        <a:latin typeface="+mn-lt"/>
                        <a:ea typeface="Times New Roman" panose="02020603050405020304" pitchFamily="18" charset="0"/>
                        <a:cs typeface="Times New Roman" panose="02020603050405020304" pitchFamily="18" charset="0"/>
                      </a:endParaRPr>
                    </a:p>
                  </a:txBody>
                  <a:tcPr marL="25400" marR="25400" marT="0" marB="0" anchor="ctr">
                    <a:lnL w="6350" cap="flat" cmpd="sng" algn="ctr">
                      <a:solidFill>
                        <a:srgbClr val="E5E3DE"/>
                      </a:solidFill>
                      <a:prstDash val="solid"/>
                      <a:round/>
                      <a:headEnd type="none" w="med" len="med"/>
                      <a:tailEnd type="none" w="med" len="med"/>
                    </a:lnL>
                    <a:lnR w="6350" cap="flat" cmpd="sng" algn="ctr">
                      <a:solidFill>
                        <a:srgbClr val="E5E3DE"/>
                      </a:solidFill>
                      <a:prstDash val="solid"/>
                      <a:round/>
                      <a:headEnd type="none" w="med" len="med"/>
                      <a:tailEnd type="none" w="med" len="med"/>
                    </a:lnR>
                    <a:lnT w="6350" cap="flat" cmpd="sng" algn="ctr">
                      <a:solidFill>
                        <a:srgbClr val="E5E3DE"/>
                      </a:solidFill>
                      <a:prstDash val="solid"/>
                      <a:round/>
                      <a:headEnd type="none" w="med" len="med"/>
                      <a:tailEnd type="none" w="med" len="med"/>
                    </a:lnT>
                    <a:lnB w="9525" cap="flat" cmpd="sng" algn="ctr">
                      <a:solidFill>
                        <a:srgbClr val="F6F5F3"/>
                      </a:solidFill>
                      <a:prstDash val="solid"/>
                      <a:round/>
                      <a:headEnd type="none" w="med" len="med"/>
                      <a:tailEnd type="none" w="med" len="med"/>
                    </a:lnB>
                    <a:noFill/>
                  </a:tcPr>
                </a:tc>
                <a:extLst>
                  <a:ext uri="{0D108BD9-81ED-4DB2-BD59-A6C34878D82A}">
                    <a16:rowId xmlns:a16="http://schemas.microsoft.com/office/drawing/2014/main" val="2468435928"/>
                  </a:ext>
                </a:extLst>
              </a:tr>
            </a:tbl>
          </a:graphicData>
        </a:graphic>
      </p:graphicFrame>
      <p:sp>
        <p:nvSpPr>
          <p:cNvPr id="3" name="TextBox 4">
            <a:extLst>
              <a:ext uri="{FF2B5EF4-FFF2-40B4-BE49-F238E27FC236}">
                <a16:creationId xmlns:a16="http://schemas.microsoft.com/office/drawing/2014/main" id="{313D14DA-E31C-2F60-7B3B-773875F39043}"/>
              </a:ext>
            </a:extLst>
          </p:cNvPr>
          <p:cNvSpPr txBox="1"/>
          <p:nvPr/>
        </p:nvSpPr>
        <p:spPr bwMode="gray">
          <a:xfrm>
            <a:off x="528290" y="4847094"/>
            <a:ext cx="11080988" cy="660630"/>
          </a:xfrm>
          <a:prstGeom prst="rect">
            <a:avLst/>
          </a:prstGeom>
          <a:solidFill>
            <a:schemeClr val="bg1">
              <a:lumMod val="95000"/>
            </a:schemeClr>
          </a:solidFill>
        </p:spPr>
        <p:txBody>
          <a:bodyPr wrap="square" lIns="0" tIns="0" rIns="0" bIns="0" rtlCol="0" anchor="t">
            <a:spAutoFit/>
          </a:bodyPr>
          <a:lstStyle/>
          <a:p>
            <a:pPr>
              <a:lnSpc>
                <a:spcPct val="140000"/>
              </a:lnSpc>
            </a:pPr>
            <a:r>
              <a:rPr lang="en-US" sz="1600"/>
              <a:t>BI 1569912 was safe and well-tolerated, with a comparable amounts of adverse events compared to placebo.</a:t>
            </a:r>
            <a:br>
              <a:rPr lang="en-US" sz="1600"/>
            </a:br>
            <a:r>
              <a:rPr lang="en-US" sz="1600"/>
              <a:t>No clinically relevant changes on group level for blood pressure and for notable findings in the ECG were observed. </a:t>
            </a:r>
          </a:p>
        </p:txBody>
      </p:sp>
    </p:spTree>
    <p:extLst>
      <p:ext uri="{BB962C8B-B14F-4D97-AF65-F5344CB8AC3E}">
        <p14:creationId xmlns:p14="http://schemas.microsoft.com/office/powerpoint/2010/main" val="23514729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4DB3D7-7770-FF8D-C6C1-FB4A444C4A06}"/>
              </a:ext>
            </a:extLst>
          </p:cNvPr>
          <p:cNvSpPr>
            <a:spLocks noGrp="1"/>
          </p:cNvSpPr>
          <p:nvPr>
            <p:ph type="title"/>
          </p:nvPr>
        </p:nvSpPr>
        <p:spPr>
          <a:xfrm>
            <a:off x="479425" y="477000"/>
            <a:ext cx="11026776" cy="720000"/>
          </a:xfrm>
        </p:spPr>
        <p:txBody>
          <a:bodyPr/>
          <a:lstStyle/>
          <a:p>
            <a:r>
              <a:rPr lang="en-US" sz="2400"/>
              <a:t>BI 1569912 20 mg demonstrated rapid onset, sustained for five days post-administration </a:t>
            </a:r>
          </a:p>
        </p:txBody>
      </p:sp>
      <p:sp>
        <p:nvSpPr>
          <p:cNvPr id="11" name="Rectangle 10">
            <a:extLst>
              <a:ext uri="{FF2B5EF4-FFF2-40B4-BE49-F238E27FC236}">
                <a16:creationId xmlns:a16="http://schemas.microsoft.com/office/drawing/2014/main" id="{523E2B69-23DF-9F6B-7E9F-B01FFF2AA5A2}"/>
              </a:ext>
            </a:extLst>
          </p:cNvPr>
          <p:cNvSpPr/>
          <p:nvPr/>
        </p:nvSpPr>
        <p:spPr bwMode="gray">
          <a:xfrm>
            <a:off x="8791663" y="2413186"/>
            <a:ext cx="3104686" cy="2627211"/>
          </a:xfrm>
          <a:prstGeom prst="rect">
            <a:avLst/>
          </a:prstGeom>
          <a:solidFill>
            <a:srgbClr val="EFEEEB"/>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sp>
        <p:nvSpPr>
          <p:cNvPr id="12" name="TextBox 11">
            <a:extLst>
              <a:ext uri="{FF2B5EF4-FFF2-40B4-BE49-F238E27FC236}">
                <a16:creationId xmlns:a16="http://schemas.microsoft.com/office/drawing/2014/main" id="{A7BDBC05-9D3F-70DD-0BFB-AB2D6D3A059F}"/>
              </a:ext>
            </a:extLst>
          </p:cNvPr>
          <p:cNvSpPr txBox="1"/>
          <p:nvPr/>
        </p:nvSpPr>
        <p:spPr bwMode="gray">
          <a:xfrm>
            <a:off x="8986573" y="2558408"/>
            <a:ext cx="2595829" cy="2387770"/>
          </a:xfrm>
          <a:prstGeom prst="rect">
            <a:avLst/>
          </a:prstGeom>
          <a:noFill/>
        </p:spPr>
        <p:txBody>
          <a:bodyPr wrap="square" lIns="0" tIns="0" rIns="0" bIns="0" rtlCol="0" anchor="t">
            <a:spAutoFit/>
          </a:bodyPr>
          <a:lstStyle/>
          <a:p>
            <a:pPr marL="285115" indent="-285115">
              <a:lnSpc>
                <a:spcPct val="140000"/>
              </a:lnSpc>
              <a:spcAft>
                <a:spcPts val="600"/>
              </a:spcAft>
              <a:buFont typeface="Arial" panose="020B0604020202020204" pitchFamily="34" charset="0"/>
              <a:buChar char="•"/>
            </a:pPr>
            <a:r>
              <a:rPr lang="en-US" sz="1400"/>
              <a:t>Between 3.4 and 4.9 point improvement from Day 2-Day 6 after single administration (</a:t>
            </a:r>
            <a:r>
              <a:rPr lang="en-US" sz="1400" err="1"/>
              <a:t>PoCP</a:t>
            </a:r>
            <a:r>
              <a:rPr lang="en-US" sz="1400"/>
              <a:t> criteria was ≥3 points at one time point and ≥2 points at a neighboring time point in either dose)</a:t>
            </a:r>
            <a:endParaRPr lang="zh-CN" altLang="en-US"/>
          </a:p>
        </p:txBody>
      </p:sp>
      <p:pic>
        <p:nvPicPr>
          <p:cNvPr id="16" name="Picture 15" descr="A graph with green lines and black dots&#10;&#10;Description automatically generated">
            <a:extLst>
              <a:ext uri="{FF2B5EF4-FFF2-40B4-BE49-F238E27FC236}">
                <a16:creationId xmlns:a16="http://schemas.microsoft.com/office/drawing/2014/main" id="{309B6D46-4FD9-CFEC-1BF5-1553214E93EB}"/>
              </a:ext>
            </a:extLst>
          </p:cNvPr>
          <p:cNvPicPr>
            <a:picLocks noChangeAspect="1"/>
          </p:cNvPicPr>
          <p:nvPr/>
        </p:nvPicPr>
        <p:blipFill>
          <a:blip r:embed="rId2"/>
          <a:stretch>
            <a:fillRect/>
          </a:stretch>
        </p:blipFill>
        <p:spPr>
          <a:xfrm>
            <a:off x="1229921" y="1419726"/>
            <a:ext cx="6687540" cy="4592824"/>
          </a:xfrm>
          <a:prstGeom prst="rect">
            <a:avLst/>
          </a:prstGeom>
        </p:spPr>
      </p:pic>
      <p:sp>
        <p:nvSpPr>
          <p:cNvPr id="17" name="Rectangle 16">
            <a:extLst>
              <a:ext uri="{FF2B5EF4-FFF2-40B4-BE49-F238E27FC236}">
                <a16:creationId xmlns:a16="http://schemas.microsoft.com/office/drawing/2014/main" id="{54A7E8F4-BD95-2449-D9FD-38221C7967ED}"/>
              </a:ext>
            </a:extLst>
          </p:cNvPr>
          <p:cNvSpPr/>
          <p:nvPr/>
        </p:nvSpPr>
        <p:spPr bwMode="gray">
          <a:xfrm>
            <a:off x="2250546" y="2743200"/>
            <a:ext cx="2646946" cy="2046914"/>
          </a:xfrm>
          <a:prstGeom prst="rect">
            <a:avLst/>
          </a:prstGeom>
          <a:noFill/>
          <a:ln w="6350">
            <a:solidFill>
              <a:srgbClr val="5C5B5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en-US" sz="1600">
              <a:solidFill>
                <a:schemeClr val="tx1"/>
              </a:solidFill>
            </a:endParaRPr>
          </a:p>
        </p:txBody>
      </p:sp>
      <p:cxnSp>
        <p:nvCxnSpPr>
          <p:cNvPr id="18" name="Straight Arrow Connector 17">
            <a:extLst>
              <a:ext uri="{FF2B5EF4-FFF2-40B4-BE49-F238E27FC236}">
                <a16:creationId xmlns:a16="http://schemas.microsoft.com/office/drawing/2014/main" id="{438CAC93-1F89-8CF5-248C-F3EA11866515}"/>
              </a:ext>
            </a:extLst>
          </p:cNvPr>
          <p:cNvCxnSpPr>
            <a:cxnSpLocks/>
          </p:cNvCxnSpPr>
          <p:nvPr/>
        </p:nvCxnSpPr>
        <p:spPr bwMode="gray">
          <a:xfrm>
            <a:off x="4897492" y="3251327"/>
            <a:ext cx="3894170" cy="0"/>
          </a:xfrm>
          <a:prstGeom prst="straightConnector1">
            <a:avLst/>
          </a:prstGeom>
          <a:ln w="6350">
            <a:solidFill>
              <a:srgbClr val="5C5B59"/>
            </a:solidFill>
            <a:headEnd type="oval"/>
            <a:tailEnd type="oval"/>
          </a:ln>
        </p:spPr>
        <p:style>
          <a:lnRef idx="1">
            <a:schemeClr val="accent1"/>
          </a:lnRef>
          <a:fillRef idx="0">
            <a:schemeClr val="accent1"/>
          </a:fillRef>
          <a:effectRef idx="0">
            <a:schemeClr val="accent1"/>
          </a:effectRef>
          <a:fontRef idx="minor">
            <a:schemeClr val="tx1"/>
          </a:fontRef>
        </p:style>
      </p:cxnSp>
      <p:cxnSp>
        <p:nvCxnSpPr>
          <p:cNvPr id="3" name="Straight Arrow Connector 2">
            <a:extLst>
              <a:ext uri="{FF2B5EF4-FFF2-40B4-BE49-F238E27FC236}">
                <a16:creationId xmlns:a16="http://schemas.microsoft.com/office/drawing/2014/main" id="{081B1EE4-B1F7-DE61-F121-BB6D107E9BE2}"/>
              </a:ext>
            </a:extLst>
          </p:cNvPr>
          <p:cNvCxnSpPr>
            <a:cxnSpLocks/>
          </p:cNvCxnSpPr>
          <p:nvPr/>
        </p:nvCxnSpPr>
        <p:spPr bwMode="gray">
          <a:xfrm>
            <a:off x="2544388" y="3277921"/>
            <a:ext cx="0" cy="503765"/>
          </a:xfrm>
          <a:prstGeom prst="straightConnector1">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380444C-50D2-F343-F0FC-4FEAD0CE606F}"/>
              </a:ext>
            </a:extLst>
          </p:cNvPr>
          <p:cNvCxnSpPr>
            <a:cxnSpLocks/>
          </p:cNvCxnSpPr>
          <p:nvPr/>
        </p:nvCxnSpPr>
        <p:spPr bwMode="gray">
          <a:xfrm>
            <a:off x="3420554" y="3277921"/>
            <a:ext cx="0" cy="607370"/>
          </a:xfrm>
          <a:prstGeom prst="straightConnector1">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F9E72864-673C-CED4-ACE8-3F2BC6BE0D93}"/>
              </a:ext>
            </a:extLst>
          </p:cNvPr>
          <p:cNvCxnSpPr>
            <a:cxnSpLocks/>
          </p:cNvCxnSpPr>
          <p:nvPr/>
        </p:nvCxnSpPr>
        <p:spPr bwMode="gray">
          <a:xfrm>
            <a:off x="4267040" y="3581606"/>
            <a:ext cx="0" cy="596111"/>
          </a:xfrm>
          <a:prstGeom prst="straightConnector1">
            <a:avLst/>
          </a:prstGeom>
          <a:ln w="28575">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99557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9963DAC-9DCE-768D-22F9-8487FAC40A71}"/>
              </a:ext>
            </a:extLst>
          </p:cNvPr>
          <p:cNvSpPr>
            <a:spLocks noGrp="1"/>
          </p:cNvSpPr>
          <p:nvPr>
            <p:ph type="ftr" sz="quarter" idx="10"/>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NR2B BI1569912 March TALC  |  CONFIDENTIAL</a:t>
            </a:r>
          </a:p>
        </p:txBody>
      </p:sp>
      <p:sp>
        <p:nvSpPr>
          <p:cNvPr id="5" name="Slide Number Placeholder 4">
            <a:extLst>
              <a:ext uri="{FF2B5EF4-FFF2-40B4-BE49-F238E27FC236}">
                <a16:creationId xmlns:a16="http://schemas.microsoft.com/office/drawing/2014/main" id="{1E5843E9-C21F-7669-6233-27363803EA93}"/>
              </a:ext>
            </a:extLst>
          </p:cNvPr>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6" name="TextBox 1">
            <a:extLst>
              <a:ext uri="{FF2B5EF4-FFF2-40B4-BE49-F238E27FC236}">
                <a16:creationId xmlns:a16="http://schemas.microsoft.com/office/drawing/2014/main" id="{A2304CA0-2CDD-2D0C-7A8F-D6308877B251}"/>
              </a:ext>
            </a:extLst>
          </p:cNvPr>
          <p:cNvSpPr txBox="1"/>
          <p:nvPr/>
        </p:nvSpPr>
        <p:spPr>
          <a:xfrm>
            <a:off x="231777" y="408391"/>
            <a:ext cx="11252399" cy="461665"/>
          </a:xfrm>
          <a:prstGeom prst="rect">
            <a:avLst/>
          </a:prstGeom>
          <a:noFill/>
        </p:spPr>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a:ln>
                  <a:noFill/>
                </a:ln>
                <a:solidFill>
                  <a:prstClr val="black"/>
                </a:solidFill>
                <a:effectLst/>
                <a:uLnTx/>
                <a:uFillTx/>
                <a:latin typeface="Boehringer Forward Text"/>
                <a:ea typeface="+mn-ea"/>
                <a:cs typeface="Arial"/>
              </a:rPr>
              <a:t>MDD adjunct PoCC key study assumptions and timelines</a:t>
            </a:r>
            <a:endParaRPr kumimoji="0" lang="en-US" sz="1400" b="0" i="0" u="none" strike="noStrike" kern="1200" cap="none" spc="0" normalizeH="0" baseline="0" noProof="0">
              <a:ln>
                <a:noFill/>
              </a:ln>
              <a:solidFill>
                <a:prstClr val="black"/>
              </a:solidFill>
              <a:effectLst/>
              <a:uLnTx/>
              <a:uFillTx/>
              <a:latin typeface="Boehringer Forward Text"/>
              <a:ea typeface="+mn-ea"/>
              <a:cs typeface="Arial" panose="020B0604020202020204"/>
            </a:endParaRPr>
          </a:p>
        </p:txBody>
      </p:sp>
      <p:graphicFrame>
        <p:nvGraphicFramePr>
          <p:cNvPr id="7" name="Table 6">
            <a:extLst>
              <a:ext uri="{FF2B5EF4-FFF2-40B4-BE49-F238E27FC236}">
                <a16:creationId xmlns:a16="http://schemas.microsoft.com/office/drawing/2014/main" id="{A2EE16A8-493B-5993-080F-B718E5897B38}"/>
              </a:ext>
            </a:extLst>
          </p:cNvPr>
          <p:cNvGraphicFramePr>
            <a:graphicFrameLocks noGrp="1"/>
          </p:cNvGraphicFramePr>
          <p:nvPr/>
        </p:nvGraphicFramePr>
        <p:xfrm>
          <a:off x="309966" y="1117089"/>
          <a:ext cx="4890190" cy="2606040"/>
        </p:xfrm>
        <a:graphic>
          <a:graphicData uri="http://schemas.openxmlformats.org/drawingml/2006/table">
            <a:tbl>
              <a:tblPr firstRow="1" bandRow="1">
                <a:tableStyleId>{5940675A-B579-460E-94D1-54222C63F5DA}</a:tableStyleId>
              </a:tblPr>
              <a:tblGrid>
                <a:gridCol w="2656979">
                  <a:extLst>
                    <a:ext uri="{9D8B030D-6E8A-4147-A177-3AD203B41FA5}">
                      <a16:colId xmlns:a16="http://schemas.microsoft.com/office/drawing/2014/main" val="20000"/>
                    </a:ext>
                  </a:extLst>
                </a:gridCol>
                <a:gridCol w="2233211">
                  <a:extLst>
                    <a:ext uri="{9D8B030D-6E8A-4147-A177-3AD203B41FA5}">
                      <a16:colId xmlns:a16="http://schemas.microsoft.com/office/drawing/2014/main" val="20002"/>
                    </a:ext>
                  </a:extLst>
                </a:gridCol>
              </a:tblGrid>
              <a:tr h="284480">
                <a:tc gridSpan="2">
                  <a:txBody>
                    <a:bodyPr/>
                    <a:lstStyle/>
                    <a:p>
                      <a:r>
                        <a:rPr lang="en-US" sz="1100" b="1">
                          <a:solidFill>
                            <a:schemeClr val="tx1"/>
                          </a:solidFill>
                          <a:latin typeface="+mn-lt"/>
                        </a:rPr>
                        <a:t>Key assumptions</a:t>
                      </a:r>
                    </a:p>
                  </a:txBody>
                  <a:tcPr marL="121920" marR="121920" marT="60960" marB="60960">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solidFill>
                      <a:srgbClr val="E5E3DE"/>
                    </a:solidFill>
                  </a:tcPr>
                </a:tc>
                <a:tc hMerge="1">
                  <a:txBody>
                    <a:bodyPr/>
                    <a:lstStyle/>
                    <a:p>
                      <a:pPr algn="ctr"/>
                      <a:endParaRPr lang="en-US" sz="900" b="1">
                        <a:solidFill>
                          <a:schemeClr val="tx1"/>
                        </a:solidFill>
                        <a:latin typeface="+mn-lt"/>
                      </a:endParaRPr>
                    </a:p>
                  </a:txBody>
                  <a:tcPr>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solidFill>
                      <a:srgbClr val="E5E3DE"/>
                    </a:solidFill>
                  </a:tcPr>
                </a:tc>
                <a:extLst>
                  <a:ext uri="{0D108BD9-81ED-4DB2-BD59-A6C34878D82A}">
                    <a16:rowId xmlns:a16="http://schemas.microsoft.com/office/drawing/2014/main" val="10000"/>
                  </a:ext>
                </a:extLst>
              </a:tr>
              <a:tr h="284480">
                <a:tc>
                  <a: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sz="1100" b="0" baseline="0">
                          <a:latin typeface="+mn-lt"/>
                        </a:rPr>
                        <a:t>Screened</a:t>
                      </a:r>
                    </a:p>
                  </a:txBody>
                  <a:tcPr marL="121920" marR="121920" marT="60960" marB="60960">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tc>
                  <a:txBody>
                    <a:bodyPr/>
                    <a:lstStyle/>
                    <a:p>
                      <a:pPr marL="0" algn="ctr"/>
                      <a:r>
                        <a:rPr lang="en-US" sz="1100" b="0">
                          <a:latin typeface="+mn-lt"/>
                        </a:rPr>
                        <a:t>469</a:t>
                      </a:r>
                    </a:p>
                  </a:txBody>
                  <a:tcPr marL="121920" marR="121920" marT="60960" marB="60960">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extLst>
                  <a:ext uri="{0D108BD9-81ED-4DB2-BD59-A6C34878D82A}">
                    <a16:rowId xmlns:a16="http://schemas.microsoft.com/office/drawing/2014/main" val="10001"/>
                  </a:ext>
                </a:extLst>
              </a:tr>
              <a:tr h="284480">
                <a:tc>
                  <a:txBody>
                    <a:bodyPr/>
                    <a:lstStyle/>
                    <a:p>
                      <a:pPr marL="0"/>
                      <a:r>
                        <a:rPr lang="en-US" sz="1100" b="0" baseline="0">
                          <a:latin typeface="+mn-lt"/>
                        </a:rPr>
                        <a:t>Randomized</a:t>
                      </a:r>
                      <a:endParaRPr lang="en-US" sz="1100" b="0">
                        <a:latin typeface="+mn-lt"/>
                      </a:endParaRPr>
                    </a:p>
                  </a:txBody>
                  <a:tcPr marL="121920" marR="121920" marT="60960" marB="60960">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tc>
                  <a:txBody>
                    <a:bodyPr/>
                    <a:lstStyle/>
                    <a:p>
                      <a:pPr marL="0" algn="ctr"/>
                      <a:r>
                        <a:rPr lang="en-US" sz="1100" b="0">
                          <a:latin typeface="+mn-lt"/>
                        </a:rPr>
                        <a:t>204</a:t>
                      </a:r>
                    </a:p>
                  </a:txBody>
                  <a:tcPr marL="121920" marR="121920" marT="60960" marB="60960">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extLst>
                  <a:ext uri="{0D108BD9-81ED-4DB2-BD59-A6C34878D82A}">
                    <a16:rowId xmlns:a16="http://schemas.microsoft.com/office/drawing/2014/main" val="10002"/>
                  </a:ext>
                </a:extLst>
              </a:tr>
              <a:tr h="284480">
                <a:tc>
                  <a:txBody>
                    <a:bodyPr/>
                    <a:lstStyle/>
                    <a:p>
                      <a:pPr marL="0"/>
                      <a:r>
                        <a:rPr lang="en-US" sz="1100" b="0">
                          <a:latin typeface="+mn-lt"/>
                        </a:rPr>
                        <a:t>Screen Failure Rate</a:t>
                      </a:r>
                    </a:p>
                  </a:txBody>
                  <a:tcPr marL="121920" marR="121920" marT="60960" marB="60960">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tc>
                  <a:txBody>
                    <a:bodyPr/>
                    <a:lstStyle/>
                    <a:p>
                      <a:pPr marL="0" algn="ctr"/>
                      <a:r>
                        <a:rPr lang="en-US" sz="1100" b="0">
                          <a:latin typeface="+mn-lt"/>
                        </a:rPr>
                        <a:t>55%  (average)</a:t>
                      </a:r>
                    </a:p>
                  </a:txBody>
                  <a:tcPr marL="121920" marR="121920" marT="60960" marB="60960">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extLst>
                  <a:ext uri="{0D108BD9-81ED-4DB2-BD59-A6C34878D82A}">
                    <a16:rowId xmlns:a16="http://schemas.microsoft.com/office/drawing/2014/main" val="1817561953"/>
                  </a:ext>
                </a:extLst>
              </a:tr>
              <a:tr h="284480">
                <a:tc>
                  <a:txBody>
                    <a:bodyPr/>
                    <a:lstStyle/>
                    <a:p>
                      <a:pPr marL="0"/>
                      <a:r>
                        <a:rPr lang="en-US" sz="1100" b="0">
                          <a:latin typeface="+mn-lt"/>
                        </a:rPr>
                        <a:t>Crude recruitment rate (FSS-</a:t>
                      </a:r>
                      <a:r>
                        <a:rPr lang="en-US" sz="1100" b="0" err="1">
                          <a:latin typeface="+mn-lt"/>
                        </a:rPr>
                        <a:t>EoS</a:t>
                      </a:r>
                      <a:r>
                        <a:rPr lang="en-US" sz="1100" b="0">
                          <a:latin typeface="+mn-lt"/>
                        </a:rPr>
                        <a:t>)</a:t>
                      </a:r>
                    </a:p>
                  </a:txBody>
                  <a:tcPr marL="121920" marR="121920" marT="60960" marB="60960">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tc>
                  <a:txBody>
                    <a:bodyPr/>
                    <a:lstStyle/>
                    <a:p>
                      <a:pPr marL="0" algn="ctr"/>
                      <a:r>
                        <a:rPr lang="en-US" sz="1100" b="0">
                          <a:latin typeface="+mn-lt"/>
                        </a:rPr>
                        <a:t>0.17</a:t>
                      </a:r>
                    </a:p>
                  </a:txBody>
                  <a:tcPr marL="121920" marR="121920" marT="60960" marB="60960">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extLst>
                  <a:ext uri="{0D108BD9-81ED-4DB2-BD59-A6C34878D82A}">
                    <a16:rowId xmlns:a16="http://schemas.microsoft.com/office/drawing/2014/main" val="313803594"/>
                  </a:ext>
                </a:extLst>
              </a:tr>
              <a:tr h="284480">
                <a:tc>
                  <a:txBody>
                    <a:bodyPr/>
                    <a:lstStyle/>
                    <a:p>
                      <a:pPr marL="0"/>
                      <a:r>
                        <a:rPr lang="en-US" sz="1100" b="0">
                          <a:latin typeface="+mn-lt"/>
                        </a:rPr>
                        <a:t>Net recruitment rate</a:t>
                      </a:r>
                    </a:p>
                  </a:txBody>
                  <a:tcPr marL="121920" marR="121920" marT="60960" marB="60960">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tc>
                  <a:txBody>
                    <a:bodyPr/>
                    <a:lstStyle/>
                    <a:p>
                      <a:pPr marL="0" algn="ctr"/>
                      <a:r>
                        <a:rPr lang="en-US" sz="1100" b="0">
                          <a:latin typeface="+mn-lt"/>
                        </a:rPr>
                        <a:t>0.30</a:t>
                      </a:r>
                    </a:p>
                  </a:txBody>
                  <a:tcPr marL="121920" marR="121920" marT="60960" marB="60960">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extLst>
                  <a:ext uri="{0D108BD9-81ED-4DB2-BD59-A6C34878D82A}">
                    <a16:rowId xmlns:a16="http://schemas.microsoft.com/office/drawing/2014/main" val="3045861438"/>
                  </a:ext>
                </a:extLst>
              </a:tr>
              <a:tr h="284480">
                <a:tc>
                  <a:txBody>
                    <a:bodyPr/>
                    <a:lstStyle/>
                    <a:p>
                      <a:pPr marL="0"/>
                      <a:r>
                        <a:rPr lang="en-US" sz="1100" b="0">
                          <a:latin typeface="+mn-lt"/>
                        </a:rPr>
                        <a:t>Enrollment</a:t>
                      </a:r>
                      <a:r>
                        <a:rPr lang="en-US" sz="1100" b="0" baseline="0">
                          <a:latin typeface="+mn-lt"/>
                        </a:rPr>
                        <a:t> Duration</a:t>
                      </a:r>
                      <a:endParaRPr lang="en-US" sz="1100" b="0">
                        <a:latin typeface="+mn-lt"/>
                      </a:endParaRPr>
                    </a:p>
                  </a:txBody>
                  <a:tcPr marL="121920" marR="121920" marT="60960" marB="60960">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tc>
                  <a:txBody>
                    <a:bodyPr/>
                    <a:lstStyle/>
                    <a:p>
                      <a:pPr marL="0" algn="ctr"/>
                      <a:r>
                        <a:rPr lang="en-US" sz="1100" b="0">
                          <a:latin typeface="+mn-lt"/>
                        </a:rPr>
                        <a:t>16 months</a:t>
                      </a:r>
                    </a:p>
                  </a:txBody>
                  <a:tcPr marL="121920" marR="121920" marT="60960" marB="60960">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extLst>
                  <a:ext uri="{0D108BD9-81ED-4DB2-BD59-A6C34878D82A}">
                    <a16:rowId xmlns:a16="http://schemas.microsoft.com/office/drawing/2014/main" val="10003"/>
                  </a:ext>
                </a:extLst>
              </a:tr>
              <a:tr h="284480">
                <a:tc>
                  <a:txBody>
                    <a:bodyPr/>
                    <a:lstStyle/>
                    <a:p>
                      <a:pPr marL="0"/>
                      <a:r>
                        <a:rPr lang="en-US" sz="1100" b="0">
                          <a:latin typeface="+mn-lt"/>
                        </a:rPr>
                        <a:t>Drop Out Rate    </a:t>
                      </a:r>
                    </a:p>
                  </a:txBody>
                  <a:tcPr marL="121920" marR="121920" marT="60960" marB="60960">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tc>
                  <a:txBody>
                    <a:bodyPr/>
                    <a:lstStyle/>
                    <a:p>
                      <a:pPr marL="0" algn="ctr"/>
                      <a:r>
                        <a:rPr lang="en-US" sz="1100" b="0">
                          <a:latin typeface="+mn-lt"/>
                        </a:rPr>
                        <a:t>15%</a:t>
                      </a:r>
                    </a:p>
                  </a:txBody>
                  <a:tcPr marL="121920" marR="121920" marT="60960" marB="60960">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extLst>
                  <a:ext uri="{0D108BD9-81ED-4DB2-BD59-A6C34878D82A}">
                    <a16:rowId xmlns:a16="http://schemas.microsoft.com/office/drawing/2014/main" val="10005"/>
                  </a:ext>
                </a:extLst>
              </a:tr>
              <a:tr h="284480">
                <a:tc>
                  <a:txBody>
                    <a:bodyPr/>
                    <a:lstStyle/>
                    <a:p>
                      <a:pPr marL="0"/>
                      <a:r>
                        <a:rPr lang="en-US" sz="1100" b="0">
                          <a:latin typeface="+mn-lt"/>
                        </a:rPr>
                        <a:t>Total Countries/Sites</a:t>
                      </a:r>
                    </a:p>
                  </a:txBody>
                  <a:tcPr marL="121920" marR="121920" marT="60960" marB="60960">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tc>
                  <a:txBody>
                    <a:bodyPr/>
                    <a:lstStyle/>
                    <a:p>
                      <a:pPr marL="0" algn="ctr"/>
                      <a:r>
                        <a:rPr lang="en-US" sz="1100" b="0">
                          <a:latin typeface="+mn-lt"/>
                        </a:rPr>
                        <a:t>7/63</a:t>
                      </a:r>
                    </a:p>
                  </a:txBody>
                  <a:tcPr marL="121920" marR="121920" marT="60960" marB="60960">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graphicFrame>
        <p:nvGraphicFramePr>
          <p:cNvPr id="8" name="Table 7">
            <a:extLst>
              <a:ext uri="{FF2B5EF4-FFF2-40B4-BE49-F238E27FC236}">
                <a16:creationId xmlns:a16="http://schemas.microsoft.com/office/drawing/2014/main" id="{294E841E-08BE-4162-7F92-AC39F4D763DC}"/>
              </a:ext>
            </a:extLst>
          </p:cNvPr>
          <p:cNvGraphicFramePr>
            <a:graphicFrameLocks noGrp="1"/>
          </p:cNvGraphicFramePr>
          <p:nvPr/>
        </p:nvGraphicFramePr>
        <p:xfrm>
          <a:off x="286885" y="3852872"/>
          <a:ext cx="4913270" cy="2267712"/>
        </p:xfrm>
        <a:graphic>
          <a:graphicData uri="http://schemas.openxmlformats.org/drawingml/2006/table">
            <a:tbl>
              <a:tblPr firstRow="1" bandRow="1">
                <a:tableStyleId>{5940675A-B579-460E-94D1-54222C63F5DA}</a:tableStyleId>
              </a:tblPr>
              <a:tblGrid>
                <a:gridCol w="2725777">
                  <a:extLst>
                    <a:ext uri="{9D8B030D-6E8A-4147-A177-3AD203B41FA5}">
                      <a16:colId xmlns:a16="http://schemas.microsoft.com/office/drawing/2014/main" val="20000"/>
                    </a:ext>
                  </a:extLst>
                </a:gridCol>
                <a:gridCol w="2187493">
                  <a:extLst>
                    <a:ext uri="{9D8B030D-6E8A-4147-A177-3AD203B41FA5}">
                      <a16:colId xmlns:a16="http://schemas.microsoft.com/office/drawing/2014/main" val="20002"/>
                    </a:ext>
                  </a:extLst>
                </a:gridCol>
              </a:tblGrid>
              <a:tr h="284480">
                <a:tc gridSpan="2">
                  <a:txBody>
                    <a:bodyPr/>
                    <a:lstStyle/>
                    <a:p>
                      <a:r>
                        <a:rPr lang="en-US" sz="1100" b="1">
                          <a:solidFill>
                            <a:schemeClr val="tx1"/>
                          </a:solidFill>
                          <a:latin typeface="+mn-lt"/>
                        </a:rPr>
                        <a:t>Key milestones</a:t>
                      </a:r>
                    </a:p>
                  </a:txBody>
                  <a:tcPr marL="121920" marR="121920" marT="60960" marB="60960">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solidFill>
                      <a:srgbClr val="E5E3DE"/>
                    </a:solidFill>
                  </a:tcPr>
                </a:tc>
                <a:tc hMerge="1">
                  <a:txBody>
                    <a:bodyPr/>
                    <a:lstStyle/>
                    <a:p>
                      <a:pPr algn="ctr"/>
                      <a:endParaRPr lang="en-US" sz="900" b="1">
                        <a:solidFill>
                          <a:schemeClr val="tx1"/>
                        </a:solidFill>
                        <a:latin typeface="+mn-lt"/>
                      </a:endParaRPr>
                    </a:p>
                  </a:txBody>
                  <a:tcPr>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solidFill>
                      <a:srgbClr val="E5E3DE"/>
                    </a:solidFill>
                  </a:tcPr>
                </a:tc>
                <a:extLst>
                  <a:ext uri="{0D108BD9-81ED-4DB2-BD59-A6C34878D82A}">
                    <a16:rowId xmlns:a16="http://schemas.microsoft.com/office/drawing/2014/main" val="10000"/>
                  </a:ext>
                </a:extLst>
              </a:tr>
              <a:tr h="296672">
                <a:tc>
                  <a:txBody>
                    <a:bodyPr/>
                    <a:lstStyle/>
                    <a:p>
                      <a:pPr marL="0" algn="l" fontAlgn="b"/>
                      <a:r>
                        <a:rPr lang="en-US" sz="1100" b="0" kern="1200" baseline="0">
                          <a:solidFill>
                            <a:schemeClr val="tx1"/>
                          </a:solidFill>
                          <a:latin typeface="+mn-lt"/>
                          <a:ea typeface="+mn-ea"/>
                          <a:cs typeface="+mn-cs"/>
                        </a:rPr>
                        <a:t>First Subject Screened</a:t>
                      </a:r>
                    </a:p>
                  </a:txBody>
                  <a:tcPr marL="121920" marR="121920" marT="60960" marB="73152" anchor="b">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tc>
                  <a:txBody>
                    <a:bodyPr/>
                    <a:lstStyle/>
                    <a:p>
                      <a:pPr marL="0" algn="ctr" fontAlgn="b"/>
                      <a:r>
                        <a:rPr lang="en-US" sz="1100" b="0" i="0" u="none" strike="noStrike">
                          <a:solidFill>
                            <a:srgbClr val="000000"/>
                          </a:solidFill>
                          <a:effectLst/>
                          <a:latin typeface="+mn-lt"/>
                        </a:rPr>
                        <a:t>20-Mar-2024</a:t>
                      </a:r>
                    </a:p>
                  </a:txBody>
                  <a:tcPr marL="121920" marR="121920" marT="60960" marB="73152" anchor="b">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extLst>
                  <a:ext uri="{0D108BD9-81ED-4DB2-BD59-A6C34878D82A}">
                    <a16:rowId xmlns:a16="http://schemas.microsoft.com/office/drawing/2014/main" val="10001"/>
                  </a:ext>
                </a:extLst>
              </a:tr>
              <a:tr h="296672">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sz="1100" b="0" kern="1200" baseline="0">
                          <a:solidFill>
                            <a:schemeClr val="tx1"/>
                          </a:solidFill>
                          <a:latin typeface="+mn-lt"/>
                          <a:ea typeface="+mn-ea"/>
                          <a:cs typeface="+mn-cs"/>
                        </a:rPr>
                        <a:t>75% site activation</a:t>
                      </a:r>
                    </a:p>
                  </a:txBody>
                  <a:tcPr marL="121920" marR="121920" marT="60960" marB="73152">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tc>
                  <a:txBody>
                    <a:bodyPr/>
                    <a:lstStyle/>
                    <a:p>
                      <a:pPr marL="0" algn="ctr"/>
                      <a:r>
                        <a:rPr lang="en-US" sz="1100" b="0">
                          <a:latin typeface="+mn-lt"/>
                        </a:rPr>
                        <a:t>27-Sept-2024</a:t>
                      </a:r>
                      <a:endParaRPr lang="hr-HR" sz="1100" b="0">
                        <a:latin typeface="+mn-lt"/>
                      </a:endParaRPr>
                    </a:p>
                  </a:txBody>
                  <a:tcPr marL="121920" marR="121920" marT="60960" marB="73152">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extLst>
                  <a:ext uri="{0D108BD9-81ED-4DB2-BD59-A6C34878D82A}">
                    <a16:rowId xmlns:a16="http://schemas.microsoft.com/office/drawing/2014/main" val="2798245097"/>
                  </a:ext>
                </a:extLst>
              </a:tr>
              <a:tr h="296672">
                <a:tc>
                  <a:txBody>
                    <a:bodyPr/>
                    <a:lstStyle/>
                    <a:p>
                      <a:pPr marL="0" marR="0" lvl="0" indent="0" algn="l" defTabSz="685783" rtl="0" eaLnBrk="1" fontAlgn="auto" latinLnBrk="0" hangingPunct="1">
                        <a:lnSpc>
                          <a:spcPct val="100000"/>
                        </a:lnSpc>
                        <a:spcBef>
                          <a:spcPts val="0"/>
                        </a:spcBef>
                        <a:spcAft>
                          <a:spcPts val="0"/>
                        </a:spcAft>
                        <a:buClrTx/>
                        <a:buSzTx/>
                        <a:buFontTx/>
                        <a:buNone/>
                        <a:tabLst/>
                        <a:defRPr/>
                      </a:pPr>
                      <a:r>
                        <a:rPr lang="en-US" sz="1100" b="0" kern="1200" baseline="0">
                          <a:solidFill>
                            <a:schemeClr val="tx1"/>
                          </a:solidFill>
                          <a:latin typeface="+mn-lt"/>
                          <a:ea typeface="+mn-ea"/>
                          <a:cs typeface="+mn-cs"/>
                        </a:rPr>
                        <a:t>Last Subject Randomized</a:t>
                      </a:r>
                    </a:p>
                  </a:txBody>
                  <a:tcPr marL="121920" marR="121920" marT="60960" marB="73152">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tc>
                  <a:txBody>
                    <a:bodyPr/>
                    <a:lstStyle/>
                    <a:p>
                      <a:pPr marL="0" algn="ctr"/>
                      <a:r>
                        <a:rPr lang="en-US" sz="1100" b="0">
                          <a:latin typeface="+mn-lt"/>
                        </a:rPr>
                        <a:t>  5-Sep-2025 </a:t>
                      </a:r>
                      <a:endParaRPr lang="hr-HR" sz="1100" b="0">
                        <a:latin typeface="+mn-lt"/>
                      </a:endParaRPr>
                    </a:p>
                  </a:txBody>
                  <a:tcPr marL="121920" marR="121920" marT="60960" marB="73152">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extLst>
                  <a:ext uri="{0D108BD9-81ED-4DB2-BD59-A6C34878D82A}">
                    <a16:rowId xmlns:a16="http://schemas.microsoft.com/office/drawing/2014/main" val="10002"/>
                  </a:ext>
                </a:extLst>
              </a:tr>
              <a:tr h="296672">
                <a:tc>
                  <a:txBody>
                    <a:bodyPr/>
                    <a:lstStyle/>
                    <a:p>
                      <a:pPr marL="0" algn="l" fontAlgn="b"/>
                      <a:r>
                        <a:rPr lang="en-US" sz="1100" b="0" kern="1200" baseline="0">
                          <a:solidFill>
                            <a:schemeClr val="tx1"/>
                          </a:solidFill>
                          <a:latin typeface="+mn-lt"/>
                          <a:ea typeface="+mn-ea"/>
                          <a:cs typeface="+mn-cs"/>
                        </a:rPr>
                        <a:t>Last Subject Completed (End of study)</a:t>
                      </a:r>
                    </a:p>
                  </a:txBody>
                  <a:tcPr marL="121920" marR="121920" marT="60960" marB="73152" anchor="b">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tc>
                  <a:txBody>
                    <a:bodyPr/>
                    <a:lstStyle/>
                    <a:p>
                      <a:pPr marL="0" algn="ctr" fontAlgn="b"/>
                      <a:r>
                        <a:rPr lang="en-US" sz="1100" b="0" i="0" u="none" strike="noStrike">
                          <a:solidFill>
                            <a:srgbClr val="000000"/>
                          </a:solidFill>
                          <a:effectLst/>
                          <a:latin typeface="+mn-lt"/>
                        </a:rPr>
                        <a:t>31-Oct-2025</a:t>
                      </a:r>
                    </a:p>
                  </a:txBody>
                  <a:tcPr marL="121920" marR="121920" marT="60960" marB="73152" anchor="b">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extLst>
                  <a:ext uri="{0D108BD9-81ED-4DB2-BD59-A6C34878D82A}">
                    <a16:rowId xmlns:a16="http://schemas.microsoft.com/office/drawing/2014/main" val="313803594"/>
                  </a:ext>
                </a:extLst>
              </a:tr>
              <a:tr h="296672">
                <a:tc>
                  <a:txBody>
                    <a:bodyPr/>
                    <a:lstStyle/>
                    <a:p>
                      <a:pPr marL="0" algn="l" fontAlgn="b"/>
                      <a:r>
                        <a:rPr lang="en-US" sz="1100" b="0" kern="1200" baseline="0">
                          <a:solidFill>
                            <a:schemeClr val="tx1"/>
                          </a:solidFill>
                          <a:latin typeface="+mn-lt"/>
                          <a:ea typeface="+mn-ea"/>
                          <a:cs typeface="+mn-cs"/>
                        </a:rPr>
                        <a:t>Database Lock</a:t>
                      </a:r>
                    </a:p>
                  </a:txBody>
                  <a:tcPr marL="121920" marR="121920" marT="60960" marB="73152" anchor="b">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tc>
                  <a:txBody>
                    <a:bodyPr/>
                    <a:lstStyle/>
                    <a:p>
                      <a:pPr marL="0" algn="ctr" fontAlgn="b"/>
                      <a:r>
                        <a:rPr lang="en-US" sz="1100" b="0" i="0" u="none" strike="noStrike">
                          <a:solidFill>
                            <a:srgbClr val="000000"/>
                          </a:solidFill>
                          <a:effectLst/>
                          <a:latin typeface="+mn-lt"/>
                        </a:rPr>
                        <a:t>12-Dec-2025</a:t>
                      </a:r>
                    </a:p>
                  </a:txBody>
                  <a:tcPr marL="121920" marR="121920" marT="60960" marB="73152" anchor="b">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extLst>
                  <a:ext uri="{0D108BD9-81ED-4DB2-BD59-A6C34878D82A}">
                    <a16:rowId xmlns:a16="http://schemas.microsoft.com/office/drawing/2014/main" val="3045861438"/>
                  </a:ext>
                </a:extLst>
              </a:tr>
              <a:tr h="296672">
                <a:tc>
                  <a:txBody>
                    <a:bodyPr/>
                    <a:lstStyle/>
                    <a:p>
                      <a:pPr marL="0" algn="l" fontAlgn="b"/>
                      <a:r>
                        <a:rPr lang="en-US" sz="1100" b="0" kern="1200" baseline="0">
                          <a:solidFill>
                            <a:schemeClr val="tx1"/>
                          </a:solidFill>
                          <a:latin typeface="+mn-lt"/>
                          <a:ea typeface="+mn-ea"/>
                          <a:cs typeface="+mn-cs"/>
                        </a:rPr>
                        <a:t>Topline Results</a:t>
                      </a:r>
                    </a:p>
                  </a:txBody>
                  <a:tcPr marL="121920" marR="121920" marT="60960" marB="73152" anchor="b">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tc>
                  <a:txBody>
                    <a:bodyPr/>
                    <a:lstStyle/>
                    <a:p>
                      <a:pPr marL="0" algn="ctr" fontAlgn="b"/>
                      <a:r>
                        <a:rPr lang="en-US" sz="1100" b="0" i="0" u="none" strike="noStrike">
                          <a:solidFill>
                            <a:srgbClr val="000000"/>
                          </a:solidFill>
                          <a:effectLst/>
                          <a:latin typeface="+mn-lt"/>
                        </a:rPr>
                        <a:t>16-Jan-2026</a:t>
                      </a:r>
                    </a:p>
                  </a:txBody>
                  <a:tcPr marL="121920" marR="121920" marT="60960" marB="73152" anchor="b">
                    <a:lnL w="9525" cap="flat" cmpd="sng" algn="ctr">
                      <a:solidFill>
                        <a:srgbClr val="EFEEEB"/>
                      </a:solidFill>
                      <a:prstDash val="solid"/>
                      <a:round/>
                      <a:headEnd type="none" w="med" len="med"/>
                      <a:tailEnd type="none" w="med" len="med"/>
                    </a:lnL>
                    <a:lnR w="9525" cap="flat" cmpd="sng" algn="ctr">
                      <a:solidFill>
                        <a:srgbClr val="EFEEEB"/>
                      </a:solidFill>
                      <a:prstDash val="solid"/>
                      <a:round/>
                      <a:headEnd type="none" w="med" len="med"/>
                      <a:tailEnd type="none" w="med" len="med"/>
                    </a:lnR>
                    <a:lnT w="9525" cap="flat" cmpd="sng" algn="ctr">
                      <a:solidFill>
                        <a:srgbClr val="EFEEEB"/>
                      </a:solidFill>
                      <a:prstDash val="solid"/>
                      <a:round/>
                      <a:headEnd type="none" w="med" len="med"/>
                      <a:tailEnd type="none" w="med" len="med"/>
                    </a:lnT>
                    <a:lnB w="9525" cap="flat" cmpd="sng" algn="ctr">
                      <a:solidFill>
                        <a:srgbClr val="EFEEEB"/>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9" name="Rectangle 8">
            <a:extLst>
              <a:ext uri="{FF2B5EF4-FFF2-40B4-BE49-F238E27FC236}">
                <a16:creationId xmlns:a16="http://schemas.microsoft.com/office/drawing/2014/main" id="{89F67BDB-A439-4FE6-E04F-39E8ADB9AA9A}"/>
              </a:ext>
            </a:extLst>
          </p:cNvPr>
          <p:cNvSpPr/>
          <p:nvPr/>
        </p:nvSpPr>
        <p:spPr bwMode="gray">
          <a:xfrm>
            <a:off x="5503900" y="4961467"/>
            <a:ext cx="6469081" cy="955917"/>
          </a:xfrm>
          <a:prstGeom prst="rect">
            <a:avLst/>
          </a:prstGeom>
          <a:solidFill>
            <a:srgbClr val="E5E3DE"/>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Boehringer Forward Text"/>
                <a:ea typeface="+mn-ea"/>
                <a:cs typeface="+mn-cs"/>
              </a:rPr>
              <a:t>We are assuming an ambitious 0.3 </a:t>
            </a:r>
            <a:r>
              <a:rPr kumimoji="0" lang="en-US" sz="1400" b="0" i="0" u="none" strike="noStrike" kern="1200" cap="none" spc="0" normalizeH="0" baseline="0" noProof="0" err="1">
                <a:ln>
                  <a:noFill/>
                </a:ln>
                <a:solidFill>
                  <a:prstClr val="black"/>
                </a:solidFill>
                <a:effectLst/>
                <a:uLnTx/>
                <a:uFillTx/>
                <a:latin typeface="Boehringer Forward Text"/>
                <a:ea typeface="+mn-ea"/>
                <a:cs typeface="+mn-cs"/>
              </a:rPr>
              <a:t>nRR</a:t>
            </a:r>
            <a:r>
              <a:rPr kumimoji="0" lang="en-US" sz="1400" b="0" i="0" u="none" strike="noStrike" kern="1200" cap="none" spc="0" normalizeH="0" baseline="0" noProof="0">
                <a:ln>
                  <a:noFill/>
                </a:ln>
                <a:solidFill>
                  <a:prstClr val="black"/>
                </a:solidFill>
                <a:effectLst/>
                <a:uLnTx/>
                <a:uFillTx/>
                <a:latin typeface="Boehringer Forward Text"/>
                <a:ea typeface="+mn-ea"/>
                <a:cs typeface="+mn-cs"/>
              </a:rPr>
              <a:t> and 75% site activation within six months.  For reference, TRPC4/5 MDD averaged ~0.17 </a:t>
            </a:r>
            <a:r>
              <a:rPr kumimoji="0" lang="en-US" sz="1400" b="0" i="0" u="none" strike="noStrike" kern="1200" cap="none" spc="0" normalizeH="0" baseline="0" noProof="0" err="1">
                <a:ln>
                  <a:noFill/>
                </a:ln>
                <a:solidFill>
                  <a:prstClr val="black"/>
                </a:solidFill>
                <a:effectLst/>
                <a:uLnTx/>
                <a:uFillTx/>
                <a:latin typeface="Boehringer Forward Text"/>
                <a:ea typeface="+mn-ea"/>
                <a:cs typeface="+mn-cs"/>
              </a:rPr>
              <a:t>nRR</a:t>
            </a:r>
            <a:r>
              <a:rPr kumimoji="0" lang="en-US" sz="1400" b="0" i="0" u="none" strike="noStrike" kern="1200" cap="none" spc="0" normalizeH="0" baseline="0" noProof="0">
                <a:ln>
                  <a:noFill/>
                </a:ln>
                <a:solidFill>
                  <a:prstClr val="black"/>
                </a:solidFill>
                <a:effectLst/>
                <a:uLnTx/>
                <a:uFillTx/>
                <a:latin typeface="Boehringer Forward Text"/>
                <a:ea typeface="+mn-ea"/>
                <a:cs typeface="+mn-cs"/>
              </a:rPr>
              <a:t> post-COVID</a:t>
            </a:r>
          </a:p>
        </p:txBody>
      </p:sp>
      <p:sp>
        <p:nvSpPr>
          <p:cNvPr id="10" name="Rectangle 9">
            <a:extLst>
              <a:ext uri="{FF2B5EF4-FFF2-40B4-BE49-F238E27FC236}">
                <a16:creationId xmlns:a16="http://schemas.microsoft.com/office/drawing/2014/main" id="{6086F159-0358-5906-38FB-5D5C0D79FD5B}"/>
              </a:ext>
            </a:extLst>
          </p:cNvPr>
          <p:cNvSpPr/>
          <p:nvPr/>
        </p:nvSpPr>
        <p:spPr bwMode="gray">
          <a:xfrm>
            <a:off x="479426" y="2"/>
            <a:ext cx="4304385" cy="311780"/>
          </a:xfrm>
          <a:prstGeom prst="rect">
            <a:avLst/>
          </a:prstGeom>
          <a:solidFill>
            <a:srgbClr val="F5CDB9"/>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prstClr val="black"/>
                </a:solidFill>
                <a:effectLst/>
                <a:uLnTx/>
                <a:uFillTx/>
                <a:latin typeface="Boehringer Forward Text"/>
                <a:ea typeface="+mn-ea"/>
                <a:cs typeface="+mn-cs"/>
              </a:rPr>
              <a:t>Lead indication: Aspiration &amp; development strategy</a:t>
            </a:r>
          </a:p>
        </p:txBody>
      </p:sp>
      <p:pic>
        <p:nvPicPr>
          <p:cNvPr id="11" name="Picture 10">
            <a:extLst>
              <a:ext uri="{FF2B5EF4-FFF2-40B4-BE49-F238E27FC236}">
                <a16:creationId xmlns:a16="http://schemas.microsoft.com/office/drawing/2014/main" id="{8576DDB2-6B68-1C9A-459F-520C859DCA53}"/>
              </a:ext>
            </a:extLst>
          </p:cNvPr>
          <p:cNvPicPr>
            <a:picLocks noChangeAspect="1"/>
          </p:cNvPicPr>
          <p:nvPr/>
        </p:nvPicPr>
        <p:blipFill>
          <a:blip r:embed="rId2"/>
          <a:srcRect/>
          <a:stretch/>
        </p:blipFill>
        <p:spPr>
          <a:xfrm>
            <a:off x="5353361" y="1082740"/>
            <a:ext cx="6619619" cy="3756569"/>
          </a:xfrm>
          <a:prstGeom prst="rect">
            <a:avLst/>
          </a:prstGeom>
        </p:spPr>
      </p:pic>
      <p:sp>
        <p:nvSpPr>
          <p:cNvPr id="2" name="Rectangle 1">
            <a:extLst>
              <a:ext uri="{FF2B5EF4-FFF2-40B4-BE49-F238E27FC236}">
                <a16:creationId xmlns:a16="http://schemas.microsoft.com/office/drawing/2014/main" id="{D23E7CC8-6293-05E0-C446-C92133ED4E63}"/>
              </a:ext>
            </a:extLst>
          </p:cNvPr>
          <p:cNvSpPr/>
          <p:nvPr/>
        </p:nvSpPr>
        <p:spPr bwMode="gray">
          <a:xfrm>
            <a:off x="10210800" y="152400"/>
            <a:ext cx="1600200" cy="381000"/>
          </a:xfrm>
          <a:prstGeom prst="rect">
            <a:avLst/>
          </a:prstGeom>
          <a:solidFill>
            <a:srgbClr val="FFFF00"/>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sz="1600" b="0" i="0" u="none" strike="noStrike" kern="1200" cap="none" spc="0" normalizeH="0" baseline="0" noProof="0">
                <a:ln>
                  <a:noFill/>
                </a:ln>
                <a:solidFill>
                  <a:prstClr val="black"/>
                </a:solidFill>
                <a:effectLst/>
                <a:uLnTx/>
                <a:uFillTx/>
                <a:latin typeface="Boehringer Forward Text"/>
                <a:ea typeface="+mn-ea"/>
                <a:cs typeface="+mn-cs"/>
              </a:rPr>
              <a:t>From HPSC</a:t>
            </a:r>
          </a:p>
        </p:txBody>
      </p:sp>
    </p:spTree>
    <p:extLst>
      <p:ext uri="{BB962C8B-B14F-4D97-AF65-F5344CB8AC3E}">
        <p14:creationId xmlns:p14="http://schemas.microsoft.com/office/powerpoint/2010/main" val="1892773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4" name="Tabelle 3">
            <a:extLst>
              <a:ext uri="{FF2B5EF4-FFF2-40B4-BE49-F238E27FC236}">
                <a16:creationId xmlns:a16="http://schemas.microsoft.com/office/drawing/2014/main" id="{964DC415-F97C-CEB9-1D22-7053BB379563}"/>
              </a:ext>
            </a:extLst>
          </p:cNvPr>
          <p:cNvGraphicFramePr>
            <a:graphicFrameLocks noGrp="1"/>
          </p:cNvGraphicFramePr>
          <p:nvPr/>
        </p:nvGraphicFramePr>
        <p:xfrm>
          <a:off x="377375" y="1352836"/>
          <a:ext cx="8535369" cy="4164280"/>
        </p:xfrm>
        <a:graphic>
          <a:graphicData uri="http://schemas.openxmlformats.org/drawingml/2006/table">
            <a:tbl>
              <a:tblPr firstRow="1">
                <a:tableStyleId>{5C22544A-7EE6-4342-B048-85BDC9FD1C3A}</a:tableStyleId>
              </a:tblPr>
              <a:tblGrid>
                <a:gridCol w="1094073">
                  <a:extLst>
                    <a:ext uri="{9D8B030D-6E8A-4147-A177-3AD203B41FA5}">
                      <a16:colId xmlns:a16="http://schemas.microsoft.com/office/drawing/2014/main" val="2000101386"/>
                    </a:ext>
                  </a:extLst>
                </a:gridCol>
                <a:gridCol w="465081">
                  <a:extLst>
                    <a:ext uri="{9D8B030D-6E8A-4147-A177-3AD203B41FA5}">
                      <a16:colId xmlns:a16="http://schemas.microsoft.com/office/drawing/2014/main" val="3782389977"/>
                    </a:ext>
                  </a:extLst>
                </a:gridCol>
                <a:gridCol w="465081">
                  <a:extLst>
                    <a:ext uri="{9D8B030D-6E8A-4147-A177-3AD203B41FA5}">
                      <a16:colId xmlns:a16="http://schemas.microsoft.com/office/drawing/2014/main" val="716560851"/>
                    </a:ext>
                  </a:extLst>
                </a:gridCol>
                <a:gridCol w="465081">
                  <a:extLst>
                    <a:ext uri="{9D8B030D-6E8A-4147-A177-3AD203B41FA5}">
                      <a16:colId xmlns:a16="http://schemas.microsoft.com/office/drawing/2014/main" val="3425714142"/>
                    </a:ext>
                  </a:extLst>
                </a:gridCol>
                <a:gridCol w="465081">
                  <a:extLst>
                    <a:ext uri="{9D8B030D-6E8A-4147-A177-3AD203B41FA5}">
                      <a16:colId xmlns:a16="http://schemas.microsoft.com/office/drawing/2014/main" val="2252202054"/>
                    </a:ext>
                  </a:extLst>
                </a:gridCol>
                <a:gridCol w="465081">
                  <a:extLst>
                    <a:ext uri="{9D8B030D-6E8A-4147-A177-3AD203B41FA5}">
                      <a16:colId xmlns:a16="http://schemas.microsoft.com/office/drawing/2014/main" val="3896858904"/>
                    </a:ext>
                  </a:extLst>
                </a:gridCol>
                <a:gridCol w="465081">
                  <a:extLst>
                    <a:ext uri="{9D8B030D-6E8A-4147-A177-3AD203B41FA5}">
                      <a16:colId xmlns:a16="http://schemas.microsoft.com/office/drawing/2014/main" val="2939197144"/>
                    </a:ext>
                  </a:extLst>
                </a:gridCol>
                <a:gridCol w="465081">
                  <a:extLst>
                    <a:ext uri="{9D8B030D-6E8A-4147-A177-3AD203B41FA5}">
                      <a16:colId xmlns:a16="http://schemas.microsoft.com/office/drawing/2014/main" val="2243136684"/>
                    </a:ext>
                  </a:extLst>
                </a:gridCol>
                <a:gridCol w="465081">
                  <a:extLst>
                    <a:ext uri="{9D8B030D-6E8A-4147-A177-3AD203B41FA5}">
                      <a16:colId xmlns:a16="http://schemas.microsoft.com/office/drawing/2014/main" val="1576949318"/>
                    </a:ext>
                  </a:extLst>
                </a:gridCol>
                <a:gridCol w="465081">
                  <a:extLst>
                    <a:ext uri="{9D8B030D-6E8A-4147-A177-3AD203B41FA5}">
                      <a16:colId xmlns:a16="http://schemas.microsoft.com/office/drawing/2014/main" val="849465164"/>
                    </a:ext>
                  </a:extLst>
                </a:gridCol>
                <a:gridCol w="465081">
                  <a:extLst>
                    <a:ext uri="{9D8B030D-6E8A-4147-A177-3AD203B41FA5}">
                      <a16:colId xmlns:a16="http://schemas.microsoft.com/office/drawing/2014/main" val="3395322230"/>
                    </a:ext>
                  </a:extLst>
                </a:gridCol>
                <a:gridCol w="465081">
                  <a:extLst>
                    <a:ext uri="{9D8B030D-6E8A-4147-A177-3AD203B41FA5}">
                      <a16:colId xmlns:a16="http://schemas.microsoft.com/office/drawing/2014/main" val="3139666568"/>
                    </a:ext>
                  </a:extLst>
                </a:gridCol>
                <a:gridCol w="465081">
                  <a:extLst>
                    <a:ext uri="{9D8B030D-6E8A-4147-A177-3AD203B41FA5}">
                      <a16:colId xmlns:a16="http://schemas.microsoft.com/office/drawing/2014/main" val="3694162439"/>
                    </a:ext>
                  </a:extLst>
                </a:gridCol>
                <a:gridCol w="465081">
                  <a:extLst>
                    <a:ext uri="{9D8B030D-6E8A-4147-A177-3AD203B41FA5}">
                      <a16:colId xmlns:a16="http://schemas.microsoft.com/office/drawing/2014/main" val="1798630153"/>
                    </a:ext>
                  </a:extLst>
                </a:gridCol>
                <a:gridCol w="465081">
                  <a:extLst>
                    <a:ext uri="{9D8B030D-6E8A-4147-A177-3AD203B41FA5}">
                      <a16:colId xmlns:a16="http://schemas.microsoft.com/office/drawing/2014/main" val="732406110"/>
                    </a:ext>
                  </a:extLst>
                </a:gridCol>
                <a:gridCol w="465081">
                  <a:extLst>
                    <a:ext uri="{9D8B030D-6E8A-4147-A177-3AD203B41FA5}">
                      <a16:colId xmlns:a16="http://schemas.microsoft.com/office/drawing/2014/main" val="4074563566"/>
                    </a:ext>
                  </a:extLst>
                </a:gridCol>
                <a:gridCol w="465081">
                  <a:extLst>
                    <a:ext uri="{9D8B030D-6E8A-4147-A177-3AD203B41FA5}">
                      <a16:colId xmlns:a16="http://schemas.microsoft.com/office/drawing/2014/main" val="1821238407"/>
                    </a:ext>
                  </a:extLst>
                </a:gridCol>
              </a:tblGrid>
              <a:tr h="327157">
                <a:tc>
                  <a:txBody>
                    <a:bodyPr/>
                    <a:lstStyle/>
                    <a:p>
                      <a:pPr algn="ctr"/>
                      <a:endParaRPr lang="de-DE" sz="1100">
                        <a:solidFill>
                          <a:schemeClr val="tx1"/>
                        </a:solidFill>
                      </a:endParaRPr>
                    </a:p>
                  </a:txBody>
                  <a:tcPr marL="0" marR="0" marT="0" marB="0" anchor="ctr">
                    <a:lnL w="6350" cap="flat" cmpd="sng" algn="ctr">
                      <a:noFill/>
                      <a:prstDash val="solid"/>
                      <a:round/>
                      <a:headEnd type="none" w="med" len="med"/>
                      <a:tailEnd type="none" w="med" len="med"/>
                    </a:lnL>
                    <a:lnR w="9525" cap="flat" cmpd="sng" algn="ctr">
                      <a:solidFill>
                        <a:srgbClr val="B7B6B2"/>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100">
                          <a:solidFill>
                            <a:schemeClr val="tx1"/>
                          </a:solidFill>
                        </a:rPr>
                        <a:t>2024</a:t>
                      </a:r>
                    </a:p>
                  </a:txBody>
                  <a:tcPr marL="0" marR="0" marT="0" marB="0" anchor="ctr">
                    <a:lnL w="9525" cap="flat" cmpd="sng" algn="ctr">
                      <a:solidFill>
                        <a:srgbClr val="B7B6B2"/>
                      </a:solidFill>
                      <a:prstDash val="solid"/>
                      <a:round/>
                      <a:headEnd type="none" w="med" len="med"/>
                      <a:tailEnd type="none" w="med" len="med"/>
                    </a:lnL>
                    <a:lnR w="9525" cap="flat" cmpd="sng" algn="ctr">
                      <a:solidFill>
                        <a:srgbClr val="B7B6B2"/>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100">
                          <a:solidFill>
                            <a:schemeClr val="tx1"/>
                          </a:solidFill>
                        </a:rPr>
                        <a:t>2025</a:t>
                      </a:r>
                    </a:p>
                  </a:txBody>
                  <a:tcPr marL="0" marR="0" marT="0" marB="0" anchor="ctr">
                    <a:lnL w="9525" cap="flat" cmpd="sng" algn="ctr">
                      <a:solidFill>
                        <a:srgbClr val="B7B6B2"/>
                      </a:solidFill>
                      <a:prstDash val="solid"/>
                      <a:round/>
                      <a:headEnd type="none" w="med" len="med"/>
                      <a:tailEnd type="none" w="med" len="med"/>
                    </a:lnL>
                    <a:lnR w="9525" cap="flat" cmpd="sng" algn="ctr">
                      <a:solidFill>
                        <a:srgbClr val="B7B6B2"/>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100">
                          <a:solidFill>
                            <a:schemeClr val="tx1"/>
                          </a:solidFill>
                        </a:rPr>
                        <a:t>2026</a:t>
                      </a:r>
                    </a:p>
                  </a:txBody>
                  <a:tcPr marL="0" marR="0" marT="0" marB="0" anchor="ctr">
                    <a:lnL w="9525" cap="flat" cmpd="sng" algn="ctr">
                      <a:solidFill>
                        <a:srgbClr val="B7B6B2"/>
                      </a:solidFill>
                      <a:prstDash val="solid"/>
                      <a:round/>
                      <a:headEnd type="none" w="med" len="med"/>
                      <a:tailEnd type="none" w="med" len="med"/>
                    </a:lnL>
                    <a:lnR w="9525" cap="flat" cmpd="sng" algn="ctr">
                      <a:solidFill>
                        <a:srgbClr val="B7B6B2"/>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100">
                          <a:solidFill>
                            <a:schemeClr val="tx1"/>
                          </a:solidFill>
                        </a:rPr>
                        <a:t>2027</a:t>
                      </a:r>
                    </a:p>
                  </a:txBody>
                  <a:tcPr marL="0" marR="0" marT="0" marB="0" anchor="ctr">
                    <a:lnL w="9525" cap="flat" cmpd="sng" algn="ctr">
                      <a:solidFill>
                        <a:srgbClr val="B7B6B2"/>
                      </a:solidFill>
                      <a:prstDash val="solid"/>
                      <a:round/>
                      <a:headEnd type="none" w="med" len="med"/>
                      <a:tailEnd type="none" w="med" len="med"/>
                    </a:lnL>
                    <a:lnR w="9525" cap="flat" cmpd="sng" algn="ctr">
                      <a:solidFill>
                        <a:srgbClr val="B7B6B2"/>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100">
                          <a:solidFill>
                            <a:schemeClr val="tx1"/>
                          </a:solidFill>
                        </a:rPr>
                        <a:t>2028</a:t>
                      </a:r>
                    </a:p>
                  </a:txBody>
                  <a:tcPr marL="0" marR="0" marT="0" marB="0" anchor="ctr">
                    <a:lnL w="9525" cap="flat" cmpd="sng" algn="ctr">
                      <a:solidFill>
                        <a:srgbClr val="B7B6B2"/>
                      </a:solidFill>
                      <a:prstDash val="solid"/>
                      <a:round/>
                      <a:headEnd type="none" w="med" len="med"/>
                      <a:tailEnd type="none" w="med" len="med"/>
                    </a:lnL>
                    <a:lnR w="9525" cap="flat" cmpd="sng" algn="ctr">
                      <a:solidFill>
                        <a:srgbClr val="B7B6B2"/>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100">
                          <a:solidFill>
                            <a:schemeClr val="tx1"/>
                          </a:solidFill>
                        </a:rPr>
                        <a:t>2029</a:t>
                      </a:r>
                    </a:p>
                  </a:txBody>
                  <a:tcPr marL="0" marR="0" marT="0" marB="0" anchor="ctr">
                    <a:lnL w="9525" cap="flat" cmpd="sng" algn="ctr">
                      <a:solidFill>
                        <a:srgbClr val="B7B6B2"/>
                      </a:solidFill>
                      <a:prstDash val="solid"/>
                      <a:round/>
                      <a:headEnd type="none" w="med" len="med"/>
                      <a:tailEnd type="none" w="med" len="med"/>
                    </a:lnL>
                    <a:lnR w="9525" cap="flat" cmpd="sng" algn="ctr">
                      <a:solidFill>
                        <a:srgbClr val="B7B6B2"/>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100">
                          <a:solidFill>
                            <a:schemeClr val="tx1"/>
                          </a:solidFill>
                        </a:rPr>
                        <a:t>2030</a:t>
                      </a:r>
                    </a:p>
                  </a:txBody>
                  <a:tcPr marL="0" marR="0" marT="0" marB="0" anchor="ctr">
                    <a:lnL w="9525" cap="flat" cmpd="sng" algn="ctr">
                      <a:solidFill>
                        <a:srgbClr val="B7B6B2"/>
                      </a:solidFill>
                      <a:prstDash val="solid"/>
                      <a:round/>
                      <a:headEnd type="none" w="med" len="med"/>
                      <a:tailEnd type="none" w="med" len="med"/>
                    </a:lnL>
                    <a:lnR w="9525" cap="flat" cmpd="sng" algn="ctr">
                      <a:solidFill>
                        <a:srgbClr val="B7B6B2"/>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100">
                          <a:solidFill>
                            <a:schemeClr val="tx1"/>
                          </a:solidFill>
                        </a:rPr>
                        <a:t>2031</a:t>
                      </a:r>
                    </a:p>
                  </a:txBody>
                  <a:tcPr marL="0" marR="0" marT="0" marB="0" anchor="ctr">
                    <a:lnL w="9525" cap="flat" cmpd="sng" algn="ctr">
                      <a:solidFill>
                        <a:srgbClr val="B7B6B2"/>
                      </a:solidFill>
                      <a:prstDash val="solid"/>
                      <a:round/>
                      <a:headEnd type="none" w="med" len="med"/>
                      <a:tailEnd type="none" w="med" len="med"/>
                    </a:lnL>
                    <a:lnR w="9525" cap="flat" cmpd="sng" algn="ctr">
                      <a:solidFill>
                        <a:srgbClr val="B7B6B2"/>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100">
                          <a:solidFill>
                            <a:schemeClr val="tx1"/>
                          </a:solidFill>
                        </a:rPr>
                        <a:t>2032</a:t>
                      </a:r>
                    </a:p>
                  </a:txBody>
                  <a:tcPr marL="0" marR="0" marT="0" marB="0" anchor="ctr">
                    <a:lnL w="9525" cap="flat" cmpd="sng" algn="ctr">
                      <a:solidFill>
                        <a:srgbClr val="B7B6B2"/>
                      </a:solidFill>
                      <a:prstDash val="solid"/>
                      <a:round/>
                      <a:headEnd type="none" w="med" len="med"/>
                      <a:tailEnd type="none" w="med" len="med"/>
                    </a:lnL>
                    <a:lnR w="9525" cap="flat" cmpd="sng" algn="ctr">
                      <a:solidFill>
                        <a:srgbClr val="B7B6B2"/>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100">
                          <a:solidFill>
                            <a:schemeClr val="tx1"/>
                          </a:solidFill>
                        </a:rPr>
                        <a:t>2033</a:t>
                      </a:r>
                    </a:p>
                  </a:txBody>
                  <a:tcPr marL="0" marR="0" marT="0" marB="0" anchor="ctr">
                    <a:lnL w="9525" cap="flat" cmpd="sng" algn="ctr">
                      <a:solidFill>
                        <a:srgbClr val="B7B6B2"/>
                      </a:solidFill>
                      <a:prstDash val="solid"/>
                      <a:round/>
                      <a:headEnd type="none" w="med" len="med"/>
                      <a:tailEnd type="none" w="med" len="med"/>
                    </a:lnL>
                    <a:lnR w="9525" cap="flat" cmpd="sng" algn="ctr">
                      <a:solidFill>
                        <a:srgbClr val="B7B6B2"/>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100">
                          <a:solidFill>
                            <a:schemeClr val="tx1"/>
                          </a:solidFill>
                        </a:rPr>
                        <a:t>2034</a:t>
                      </a:r>
                    </a:p>
                  </a:txBody>
                  <a:tcPr marL="0" marR="0" marT="0" marB="0" anchor="ctr">
                    <a:lnL w="9525" cap="flat" cmpd="sng" algn="ctr">
                      <a:solidFill>
                        <a:srgbClr val="B7B6B2"/>
                      </a:solidFill>
                      <a:prstDash val="solid"/>
                      <a:round/>
                      <a:headEnd type="none" w="med" len="med"/>
                      <a:tailEnd type="none" w="med" len="med"/>
                    </a:lnL>
                    <a:lnR w="9525" cap="flat" cmpd="sng" algn="ctr">
                      <a:solidFill>
                        <a:srgbClr val="B7B6B2"/>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100">
                          <a:solidFill>
                            <a:schemeClr val="tx1"/>
                          </a:solidFill>
                        </a:rPr>
                        <a:t>2035</a:t>
                      </a:r>
                    </a:p>
                  </a:txBody>
                  <a:tcPr marL="0" marR="0" marT="0" marB="0" anchor="ctr">
                    <a:lnL w="9525" cap="flat" cmpd="sng" algn="ctr">
                      <a:solidFill>
                        <a:srgbClr val="B7B6B2"/>
                      </a:solidFill>
                      <a:prstDash val="solid"/>
                      <a:round/>
                      <a:headEnd type="none" w="med" len="med"/>
                      <a:tailEnd type="none" w="med" len="med"/>
                    </a:lnL>
                    <a:lnR w="9525" cap="flat" cmpd="sng" algn="ctr">
                      <a:solidFill>
                        <a:srgbClr val="B7B6B2"/>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100">
                          <a:solidFill>
                            <a:schemeClr val="tx1"/>
                          </a:solidFill>
                        </a:rPr>
                        <a:t>2036</a:t>
                      </a:r>
                    </a:p>
                  </a:txBody>
                  <a:tcPr marL="0" marR="0" marT="0" marB="0" anchor="ctr">
                    <a:lnL w="9525" cap="flat" cmpd="sng" algn="ctr">
                      <a:solidFill>
                        <a:srgbClr val="B7B6B2"/>
                      </a:solidFill>
                      <a:prstDash val="solid"/>
                      <a:round/>
                      <a:headEnd type="none" w="med" len="med"/>
                      <a:tailEnd type="none" w="med" len="med"/>
                    </a:lnL>
                    <a:lnR w="9525" cap="flat" cmpd="sng" algn="ctr">
                      <a:solidFill>
                        <a:srgbClr val="B7B6B2"/>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100">
                          <a:solidFill>
                            <a:schemeClr val="tx1"/>
                          </a:solidFill>
                        </a:rPr>
                        <a:t>2037</a:t>
                      </a:r>
                    </a:p>
                  </a:txBody>
                  <a:tcPr marL="0" marR="0" marT="0" marB="0" anchor="ctr">
                    <a:lnL w="9525" cap="flat" cmpd="sng" algn="ctr">
                      <a:solidFill>
                        <a:srgbClr val="B7B6B2"/>
                      </a:solidFill>
                      <a:prstDash val="solid"/>
                      <a:round/>
                      <a:headEnd type="none" w="med" len="med"/>
                      <a:tailEnd type="none" w="med" len="med"/>
                    </a:lnL>
                    <a:lnR w="9525" cap="flat" cmpd="sng" algn="ctr">
                      <a:solidFill>
                        <a:srgbClr val="B7B6B2"/>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100">
                          <a:solidFill>
                            <a:schemeClr val="tx1"/>
                          </a:solidFill>
                        </a:rPr>
                        <a:t>2038</a:t>
                      </a:r>
                    </a:p>
                  </a:txBody>
                  <a:tcPr marL="0" marR="0" marT="0" marB="0" anchor="ctr">
                    <a:lnL w="9525" cap="flat" cmpd="sng" algn="ctr">
                      <a:solidFill>
                        <a:srgbClr val="B7B6B2"/>
                      </a:solidFill>
                      <a:prstDash val="solid"/>
                      <a:round/>
                      <a:headEnd type="none" w="med" len="med"/>
                      <a:tailEnd type="none" w="med" len="med"/>
                    </a:lnL>
                    <a:lnR w="9525" cap="flat" cmpd="sng" algn="ctr">
                      <a:solidFill>
                        <a:srgbClr val="B7B6B2"/>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de-DE" sz="1100">
                          <a:solidFill>
                            <a:schemeClr val="tx1"/>
                          </a:solidFill>
                        </a:rPr>
                        <a:t>2039</a:t>
                      </a:r>
                    </a:p>
                  </a:txBody>
                  <a:tcPr marL="0" marR="0" marT="0" marB="0" anchor="ctr">
                    <a:lnL w="9525" cap="flat" cmpd="sng" algn="ctr">
                      <a:solidFill>
                        <a:srgbClr val="B7B6B2"/>
                      </a:solidFill>
                      <a:prstDash val="solid"/>
                      <a:round/>
                      <a:headEnd type="none" w="med" len="med"/>
                      <a:tailEnd type="none" w="med" len="med"/>
                    </a:lnL>
                    <a:lnR w="9525" cap="flat" cmpd="sng" algn="ctr">
                      <a:solidFill>
                        <a:srgbClr val="B7B6B2"/>
                      </a:solidFill>
                      <a:prstDash val="solid"/>
                      <a:round/>
                      <a:headEnd type="none" w="med" len="med"/>
                      <a:tailEnd type="none" w="med" len="med"/>
                    </a:lnR>
                    <a:lnT w="12700" cap="flat" cmpd="sng" algn="ctr">
                      <a:no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2746495"/>
                  </a:ext>
                </a:extLst>
              </a:tr>
              <a:tr h="1280189">
                <a:tc>
                  <a:txBody>
                    <a:bodyPr/>
                    <a:lstStyle/>
                    <a:p>
                      <a:pPr algn="l"/>
                      <a:r>
                        <a:rPr lang="de-DE" sz="1100" b="1">
                          <a:solidFill>
                            <a:schemeClr val="tx1"/>
                          </a:solidFill>
                        </a:rPr>
                        <a:t>Explore now</a:t>
                      </a:r>
                    </a:p>
                  </a:txBody>
                  <a:tcPr marT="0" marB="0" anchor="ctr">
                    <a:lnL w="6350" cap="flat" cmpd="sng" algn="ctr">
                      <a:noFill/>
                      <a:prstDash val="solid"/>
                      <a:round/>
                      <a:headEnd type="none" w="med" len="med"/>
                      <a:tailEnd type="none" w="med" len="med"/>
                    </a:lnL>
                    <a:lnR w="12700" cmpd="sng">
                      <a:noFill/>
                    </a:lnR>
                    <a:lnT w="6350" cap="flat" cmpd="sng" algn="ctr">
                      <a:noFill/>
                      <a:prstDash val="solid"/>
                      <a:round/>
                      <a:headEnd type="none" w="med" len="med"/>
                      <a:tailEnd type="none" w="med" len="med"/>
                    </a:lnT>
                    <a:lnB w="3175" cap="flat" cmpd="sng" algn="ctr">
                      <a:solidFill>
                        <a:srgbClr val="E5E3DE"/>
                      </a:solidFill>
                      <a:prstDash val="solid"/>
                      <a:round/>
                      <a:headEnd type="none" w="med" len="med"/>
                      <a:tailEnd type="none" w="med" len="med"/>
                    </a:lnB>
                    <a:solidFill>
                      <a:srgbClr val="F6F5F3"/>
                    </a:solidFill>
                  </a:tcPr>
                </a:tc>
                <a:tc>
                  <a:txBody>
                    <a:bodyPr/>
                    <a:lstStyle/>
                    <a:p>
                      <a:pPr marL="171450" indent="-171450">
                        <a:buFont typeface="Arial" panose="020B0604020202020204" pitchFamily="34" charset="0"/>
                        <a:buChar char="•"/>
                      </a:pPr>
                      <a:endParaRPr lang="de-DE" sz="1100"/>
                    </a:p>
                  </a:txBody>
                  <a:tcPr marL="0" marR="0" marT="0" marB="0">
                    <a:lnL w="12700" cmpd="sng">
                      <a:noFill/>
                    </a:lnL>
                    <a:lnR w="3175" cap="flat" cmpd="sng" algn="ctr">
                      <a:solidFill>
                        <a:srgbClr val="B7B6B2"/>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chemeClr val="tx1"/>
                      </a:solidFill>
                      <a:prstDash val="solid"/>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56453370"/>
                  </a:ext>
                </a:extLst>
              </a:tr>
              <a:tr h="1298787">
                <a:tc>
                  <a:txBody>
                    <a:bodyPr/>
                    <a:lstStyle/>
                    <a:p>
                      <a:pPr algn="l"/>
                      <a:r>
                        <a:rPr lang="de-DE" sz="1100" b="1">
                          <a:solidFill>
                            <a:schemeClr val="tx1"/>
                          </a:solidFill>
                        </a:rPr>
                        <a:t>Depression now, expand later</a:t>
                      </a:r>
                    </a:p>
                  </a:txBody>
                  <a:tcPr marT="0" marB="0" anchor="ctr">
                    <a:lnL w="6350" cap="flat" cmpd="sng" algn="ctr">
                      <a:noFill/>
                      <a:prstDash val="solid"/>
                      <a:round/>
                      <a:headEnd type="none" w="med" len="med"/>
                      <a:tailEnd type="none" w="med" len="med"/>
                    </a:lnL>
                    <a:lnR w="9525" cap="flat" cmpd="sng" algn="ctr">
                      <a:solidFill>
                        <a:srgbClr val="B7B6B2"/>
                      </a:solidFill>
                      <a:prstDash val="solid"/>
                      <a:round/>
                      <a:headEnd type="none" w="med" len="med"/>
                      <a:tailEnd type="none" w="med" len="med"/>
                    </a:lnR>
                    <a:lnT w="3175" cap="flat" cmpd="sng" algn="ctr">
                      <a:solidFill>
                        <a:srgbClr val="E5E3DE"/>
                      </a:solidFill>
                      <a:prstDash val="solid"/>
                      <a:round/>
                      <a:headEnd type="none" w="med" len="med"/>
                      <a:tailEnd type="none" w="med" len="med"/>
                    </a:lnT>
                    <a:lnB w="9525" cap="flat" cmpd="sng" algn="ctr">
                      <a:solidFill>
                        <a:srgbClr val="B7B6B2"/>
                      </a:solidFill>
                      <a:prstDash val="sysDash"/>
                      <a:round/>
                      <a:headEnd type="none" w="med" len="med"/>
                      <a:tailEnd type="none" w="med" len="med"/>
                    </a:lnB>
                    <a:solidFill>
                      <a:srgbClr val="F6F5F3"/>
                    </a:solidFill>
                  </a:tcPr>
                </a:tc>
                <a:tc>
                  <a:txBody>
                    <a:bodyPr/>
                    <a:lstStyle/>
                    <a:p>
                      <a:pPr marL="171450" marR="0" lvl="0" indent="-171450" algn="l" defTabSz="6858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US" sz="1100" i="1" noProof="0">
                        <a:solidFill>
                          <a:srgbClr val="FF0000"/>
                        </a:solidFill>
                      </a:endParaRPr>
                    </a:p>
                  </a:txBody>
                  <a:tcPr marL="0" marR="0" marT="0" marB="0">
                    <a:lnL w="952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i="1">
                        <a:solidFill>
                          <a:srgbClr val="FF0000"/>
                        </a:solidFill>
                      </a:endParaRPr>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i="1">
                        <a:solidFill>
                          <a:srgbClr val="FF0000"/>
                        </a:solidFill>
                      </a:endParaRPr>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i="1">
                        <a:solidFill>
                          <a:srgbClr val="FF0000"/>
                        </a:solidFill>
                      </a:endParaRPr>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i="1">
                        <a:solidFill>
                          <a:srgbClr val="FF0000"/>
                        </a:solidFill>
                      </a:endParaRPr>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i="1">
                        <a:solidFill>
                          <a:srgbClr val="FF0000"/>
                        </a:solidFill>
                      </a:endParaRPr>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i="1">
                        <a:solidFill>
                          <a:srgbClr val="FF0000"/>
                        </a:solidFill>
                      </a:endParaRPr>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i="1">
                        <a:solidFill>
                          <a:srgbClr val="FF0000"/>
                        </a:solidFill>
                      </a:endParaRPr>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i="1">
                        <a:solidFill>
                          <a:srgbClr val="FF0000"/>
                        </a:solidFill>
                      </a:endParaRPr>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i="1">
                        <a:solidFill>
                          <a:srgbClr val="FF0000"/>
                        </a:solidFill>
                      </a:endParaRPr>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i="1">
                        <a:solidFill>
                          <a:srgbClr val="FF0000"/>
                        </a:solidFill>
                      </a:endParaRPr>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i="1">
                        <a:solidFill>
                          <a:srgbClr val="FF0000"/>
                        </a:solidFill>
                      </a:endParaRPr>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i="1">
                        <a:solidFill>
                          <a:srgbClr val="FF0000"/>
                        </a:solidFill>
                      </a:endParaRPr>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i="1">
                        <a:solidFill>
                          <a:srgbClr val="FF0000"/>
                        </a:solidFill>
                      </a:endParaRPr>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i="1">
                        <a:solidFill>
                          <a:srgbClr val="FF0000"/>
                        </a:solidFill>
                      </a:endParaRPr>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i="1">
                        <a:solidFill>
                          <a:srgbClr val="FF0000"/>
                        </a:solidFill>
                      </a:endParaRPr>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27165415"/>
                  </a:ext>
                </a:extLst>
              </a:tr>
              <a:tr h="1258147">
                <a:tc>
                  <a:txBody>
                    <a:bodyPr/>
                    <a:lstStyle/>
                    <a:p>
                      <a:pPr algn="l"/>
                      <a:r>
                        <a:rPr lang="de-DE" sz="1100" b="1">
                          <a:solidFill>
                            <a:schemeClr val="tx1"/>
                          </a:solidFill>
                        </a:rPr>
                        <a:t>Focus on MDD</a:t>
                      </a:r>
                    </a:p>
                  </a:txBody>
                  <a:tcPr marT="0" marB="0" anchor="ctr">
                    <a:lnL w="6350" cap="flat" cmpd="sng" algn="ctr">
                      <a:noFill/>
                      <a:prstDash val="solid"/>
                      <a:round/>
                      <a:headEnd type="none" w="med" len="med"/>
                      <a:tailEnd type="none" w="med" len="med"/>
                    </a:lnL>
                    <a:lnR w="952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solidFill>
                      <a:srgbClr val="F6F5F3"/>
                    </a:solidFill>
                  </a:tcPr>
                </a:tc>
                <a:tc>
                  <a:txBody>
                    <a:bodyPr/>
                    <a:lstStyle/>
                    <a:p>
                      <a:pPr marL="171450" indent="-171450">
                        <a:buFont typeface="Arial" panose="020B0604020202020204" pitchFamily="34" charset="0"/>
                        <a:buChar char="•"/>
                      </a:pPr>
                      <a:endParaRPr lang="en-US" sz="1100" noProof="0"/>
                    </a:p>
                  </a:txBody>
                  <a:tcPr marL="0" marR="0" marT="0" marB="0">
                    <a:lnL w="952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tc>
                  <a:txBody>
                    <a:bodyPr/>
                    <a:lstStyle/>
                    <a:p>
                      <a:pPr marL="171450" indent="-171450">
                        <a:buFont typeface="Arial" panose="020B0604020202020204" pitchFamily="34" charset="0"/>
                        <a:buChar char="•"/>
                      </a:pPr>
                      <a:endParaRPr lang="de-DE" sz="1100"/>
                    </a:p>
                  </a:txBody>
                  <a:tcPr marL="0" marR="0" marT="0" marB="0">
                    <a:lnL w="3175" cap="flat" cmpd="sng" algn="ctr">
                      <a:solidFill>
                        <a:srgbClr val="B7B6B2"/>
                      </a:solidFill>
                      <a:prstDash val="solid"/>
                      <a:round/>
                      <a:headEnd type="none" w="med" len="med"/>
                      <a:tailEnd type="none" w="med" len="med"/>
                    </a:lnL>
                    <a:lnR w="3175" cap="flat" cmpd="sng" algn="ctr">
                      <a:solidFill>
                        <a:srgbClr val="B7B6B2"/>
                      </a:solidFill>
                      <a:prstDash val="solid"/>
                      <a:round/>
                      <a:headEnd type="none" w="med" len="med"/>
                      <a:tailEnd type="none" w="med" len="med"/>
                    </a:lnR>
                    <a:lnT w="9525" cap="flat" cmpd="sng" algn="ctr">
                      <a:solidFill>
                        <a:srgbClr val="B7B6B2"/>
                      </a:solidFill>
                      <a:prstDash val="sysDash"/>
                      <a:round/>
                      <a:headEnd type="none" w="med" len="med"/>
                      <a:tailEnd type="none" w="med" len="med"/>
                    </a:lnT>
                    <a:lnB w="9525" cap="flat" cmpd="sng" algn="ctr">
                      <a:solidFill>
                        <a:srgbClr val="B7B6B2"/>
                      </a:solidFill>
                      <a:prstDash val="sysDash"/>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25084496"/>
                  </a:ext>
                </a:extLst>
              </a:tr>
            </a:tbl>
          </a:graphicData>
        </a:graphic>
      </p:graphicFrame>
      <p:cxnSp>
        <p:nvCxnSpPr>
          <p:cNvPr id="91" name="Straight Connector 90">
            <a:extLst>
              <a:ext uri="{FF2B5EF4-FFF2-40B4-BE49-F238E27FC236}">
                <a16:creationId xmlns:a16="http://schemas.microsoft.com/office/drawing/2014/main" id="{815B6EA9-8CC6-05B0-9CF0-FAC7E8C271F6}"/>
              </a:ext>
            </a:extLst>
          </p:cNvPr>
          <p:cNvCxnSpPr>
            <a:cxnSpLocks/>
          </p:cNvCxnSpPr>
          <p:nvPr/>
        </p:nvCxnSpPr>
        <p:spPr bwMode="gray">
          <a:xfrm>
            <a:off x="2404533" y="1702671"/>
            <a:ext cx="0" cy="402336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427CEA61-9F51-5000-48D9-945839CF5EE2}"/>
              </a:ext>
            </a:extLst>
          </p:cNvPr>
          <p:cNvSpPr>
            <a:spLocks noGrp="1"/>
          </p:cNvSpPr>
          <p:nvPr>
            <p:ph type="title"/>
          </p:nvPr>
        </p:nvSpPr>
        <p:spPr>
          <a:xfrm>
            <a:off x="479427" y="477000"/>
            <a:ext cx="11233151" cy="720000"/>
          </a:xfrm>
        </p:spPr>
        <p:txBody>
          <a:bodyPr/>
          <a:lstStyle/>
          <a:p>
            <a:r>
              <a:rPr lang="en-US"/>
              <a:t>NR2B asset maximization scenarios</a:t>
            </a:r>
          </a:p>
        </p:txBody>
      </p:sp>
      <p:sp>
        <p:nvSpPr>
          <p:cNvPr id="32" name="Text Placeholder 31">
            <a:extLst>
              <a:ext uri="{FF2B5EF4-FFF2-40B4-BE49-F238E27FC236}">
                <a16:creationId xmlns:a16="http://schemas.microsoft.com/office/drawing/2014/main" id="{FC262006-AF4E-D064-5261-FA37FAE0F121}"/>
              </a:ext>
            </a:extLst>
          </p:cNvPr>
          <p:cNvSpPr>
            <a:spLocks noGrp="1"/>
          </p:cNvSpPr>
          <p:nvPr>
            <p:ph type="body" sz="quarter" idx="13"/>
          </p:nvPr>
        </p:nvSpPr>
        <p:spPr>
          <a:xfrm>
            <a:off x="384181" y="5941568"/>
            <a:ext cx="11232000" cy="144000"/>
          </a:xfrm>
        </p:spPr>
        <p:txBody>
          <a:bodyPr/>
          <a:lstStyle/>
          <a:p>
            <a:r>
              <a:rPr lang="en-US"/>
              <a:t>Note: Timelines shown are illustrative pending further diligence; submissions may have to be delayed pending prior submission approval; Long term studies not shown for clarity</a:t>
            </a:r>
          </a:p>
        </p:txBody>
      </p:sp>
      <p:cxnSp>
        <p:nvCxnSpPr>
          <p:cNvPr id="75" name="Straight Connector 74">
            <a:extLst>
              <a:ext uri="{FF2B5EF4-FFF2-40B4-BE49-F238E27FC236}">
                <a16:creationId xmlns:a16="http://schemas.microsoft.com/office/drawing/2014/main" id="{4ACB93B8-2BD3-C7A3-4BDC-694411EE7358}"/>
              </a:ext>
            </a:extLst>
          </p:cNvPr>
          <p:cNvCxnSpPr>
            <a:cxnSpLocks/>
          </p:cNvCxnSpPr>
          <p:nvPr/>
        </p:nvCxnSpPr>
        <p:spPr bwMode="gray">
          <a:xfrm>
            <a:off x="8731868" y="1689124"/>
            <a:ext cx="0" cy="402336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Footer Placeholder 15">
            <a:extLst>
              <a:ext uri="{FF2B5EF4-FFF2-40B4-BE49-F238E27FC236}">
                <a16:creationId xmlns:a16="http://schemas.microsoft.com/office/drawing/2014/main" id="{A52B43C6-490F-0FF7-9427-0C0191374BF2}"/>
              </a:ext>
            </a:extLst>
          </p:cNvPr>
          <p:cNvSpPr>
            <a:spLocks noGrp="1"/>
          </p:cNvSpPr>
          <p:nvPr>
            <p:ph type="ftr" sz="quarter" idx="10"/>
          </p:nvPr>
        </p:nvSpPr>
        <p:spPr/>
        <p:txBody>
          <a:bodyPr/>
          <a:lstStyle/>
          <a:p>
            <a:pPr marL="0" marR="0" lvl="0" indent="0" algn="r" defTabSz="121914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NR2B BI1569912 Feb 2024 HPSC </a:t>
            </a:r>
            <a:r>
              <a:rPr kumimoji="0" lang="en-US" sz="800" b="0" i="0" u="none" strike="noStrike" kern="1200" cap="none" spc="0" normalizeH="0" baseline="0" noProof="0" err="1">
                <a:ln>
                  <a:noFill/>
                </a:ln>
                <a:solidFill>
                  <a:srgbClr val="08312A"/>
                </a:solidFill>
                <a:effectLst/>
                <a:uLnTx/>
                <a:uFillTx/>
                <a:latin typeface="Boehringer Forward Text"/>
                <a:ea typeface="+mn-ea"/>
                <a:cs typeface="+mn-cs"/>
              </a:rPr>
              <a:t>PoCP</a:t>
            </a:r>
            <a:r>
              <a:rPr kumimoji="0" lang="en-US" sz="800" b="0" i="0" u="none" strike="noStrike" kern="1200" cap="none" spc="0" normalizeH="0" baseline="0" noProof="0">
                <a:ln>
                  <a:noFill/>
                </a:ln>
                <a:solidFill>
                  <a:srgbClr val="08312A"/>
                </a:solidFill>
                <a:effectLst/>
                <a:uLnTx/>
                <a:uFillTx/>
                <a:latin typeface="Boehringer Forward Text"/>
                <a:ea typeface="+mn-ea"/>
                <a:cs typeface="+mn-cs"/>
              </a:rPr>
              <a:t>  |  CONFIDENTIAL</a:t>
            </a:r>
          </a:p>
        </p:txBody>
      </p:sp>
      <p:sp>
        <p:nvSpPr>
          <p:cNvPr id="18" name="Rectangle 17">
            <a:extLst>
              <a:ext uri="{FF2B5EF4-FFF2-40B4-BE49-F238E27FC236}">
                <a16:creationId xmlns:a16="http://schemas.microsoft.com/office/drawing/2014/main" id="{1B246DF2-DDC9-1FD1-9B40-EB8F5600106D}"/>
              </a:ext>
            </a:extLst>
          </p:cNvPr>
          <p:cNvSpPr/>
          <p:nvPr/>
        </p:nvSpPr>
        <p:spPr bwMode="gray">
          <a:xfrm>
            <a:off x="479424" y="2"/>
            <a:ext cx="1950720" cy="311780"/>
          </a:xfrm>
          <a:prstGeom prst="rect">
            <a:avLst/>
          </a:prstGeom>
          <a:solidFill>
            <a:srgbClr val="D2F2F7"/>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r>
              <a:rPr kumimoji="0" lang="en-US" sz="1333" b="0" i="0" u="none" strike="noStrike" kern="1200" cap="none" spc="0" normalizeH="0" baseline="0" noProof="0">
                <a:ln>
                  <a:noFill/>
                </a:ln>
                <a:solidFill>
                  <a:prstClr val="black"/>
                </a:solidFill>
                <a:effectLst/>
                <a:uLnTx/>
                <a:uFillTx/>
                <a:latin typeface="Boehringer Forward Text"/>
                <a:ea typeface="+mn-ea"/>
                <a:cs typeface="+mn-cs"/>
              </a:rPr>
              <a:t>New indication SODs</a:t>
            </a:r>
          </a:p>
        </p:txBody>
      </p:sp>
      <p:sp>
        <p:nvSpPr>
          <p:cNvPr id="20" name="Slide Number Placeholder 19">
            <a:extLst>
              <a:ext uri="{FF2B5EF4-FFF2-40B4-BE49-F238E27FC236}">
                <a16:creationId xmlns:a16="http://schemas.microsoft.com/office/drawing/2014/main" id="{E1C2306B-31D2-4EBC-8A1E-80849F9035AC}"/>
              </a:ext>
            </a:extLst>
          </p:cNvPr>
          <p:cNvSpPr>
            <a:spLocks noGrp="1"/>
          </p:cNvSpPr>
          <p:nvPr>
            <p:ph type="sldNum" sz="quarter" idx="11"/>
          </p:nvPr>
        </p:nvSpPr>
        <p:spPr/>
        <p:txBody>
          <a:bodyPr/>
          <a:lstStyle/>
          <a:p>
            <a:pPr marL="0" marR="0" lvl="0" indent="0" algn="r" defTabSz="121914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a:ln>
                  <a:noFill/>
                </a:ln>
                <a:solidFill>
                  <a:srgbClr val="08312A"/>
                </a:solidFill>
                <a:effectLst/>
                <a:uLnTx/>
                <a:uFillTx/>
                <a:latin typeface="Boehringer Forward Text"/>
                <a:ea typeface="+mn-ea"/>
                <a:cs typeface="+mn-cs"/>
              </a:rPr>
              <a:pPr marL="0" marR="0" lvl="0" indent="0" algn="r" defTabSz="1219140" rtl="0" eaLnBrk="1" fontAlgn="auto" latinLnBrk="0" hangingPunct="1">
                <a:lnSpc>
                  <a:spcPct val="100000"/>
                </a:lnSpc>
                <a:spcBef>
                  <a:spcPts val="0"/>
                </a:spcBef>
                <a:spcAft>
                  <a:spcPts val="0"/>
                </a:spcAft>
                <a:buClrTx/>
                <a:buSzTx/>
                <a:buFontTx/>
                <a:buNone/>
                <a:tabLst/>
                <a:defRPr/>
              </a:pPr>
              <a:t>12</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67" name="TextBox 66">
            <a:extLst>
              <a:ext uri="{FF2B5EF4-FFF2-40B4-BE49-F238E27FC236}">
                <a16:creationId xmlns:a16="http://schemas.microsoft.com/office/drawing/2014/main" id="{376D2FF0-0987-EDE2-D828-62C231EAFC8E}"/>
              </a:ext>
            </a:extLst>
          </p:cNvPr>
          <p:cNvSpPr txBox="1"/>
          <p:nvPr/>
        </p:nvSpPr>
        <p:spPr bwMode="gray">
          <a:xfrm>
            <a:off x="9022345" y="1405516"/>
            <a:ext cx="2777289" cy="276422"/>
          </a:xfrm>
          <a:prstGeom prst="rect">
            <a:avLst/>
          </a:prstGeom>
          <a:noFill/>
        </p:spPr>
        <p:txBody>
          <a:bodyPr wrap="square" lIns="0" tIns="0" rIns="0" bIns="0" rtlCol="0">
            <a:spAutoFit/>
          </a:bodyPr>
          <a:lstStyle/>
          <a:p>
            <a:pPr marL="0" marR="0" lvl="0" indent="0" algn="l" defTabSz="1219140" rtl="0" eaLnBrk="1" fontAlgn="auto" latinLnBrk="0" hangingPunct="1">
              <a:lnSpc>
                <a:spcPct val="14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Boehringer Forward Text"/>
                <a:ea typeface="+mn-ea"/>
                <a:cs typeface="+mn-cs"/>
              </a:rPr>
              <a:t>Key considerations</a:t>
            </a:r>
          </a:p>
        </p:txBody>
      </p:sp>
      <p:cxnSp>
        <p:nvCxnSpPr>
          <p:cNvPr id="69" name="Straight Connector 68">
            <a:extLst>
              <a:ext uri="{FF2B5EF4-FFF2-40B4-BE49-F238E27FC236}">
                <a16:creationId xmlns:a16="http://schemas.microsoft.com/office/drawing/2014/main" id="{B2088942-947D-ECFB-BFD8-9B995F10538C}"/>
              </a:ext>
            </a:extLst>
          </p:cNvPr>
          <p:cNvCxnSpPr/>
          <p:nvPr/>
        </p:nvCxnSpPr>
        <p:spPr bwMode="gray">
          <a:xfrm>
            <a:off x="9000385" y="1689124"/>
            <a:ext cx="2799249" cy="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TextBox 70">
            <a:extLst>
              <a:ext uri="{FF2B5EF4-FFF2-40B4-BE49-F238E27FC236}">
                <a16:creationId xmlns:a16="http://schemas.microsoft.com/office/drawing/2014/main" id="{665DB921-E6E0-CC13-646F-B163FB210B78}"/>
              </a:ext>
            </a:extLst>
          </p:cNvPr>
          <p:cNvSpPr txBox="1"/>
          <p:nvPr/>
        </p:nvSpPr>
        <p:spPr bwMode="gray">
          <a:xfrm>
            <a:off x="8980483" y="1803787"/>
            <a:ext cx="3159880" cy="1036566"/>
          </a:xfrm>
          <a:prstGeom prst="rect">
            <a:avLst/>
          </a:prstGeom>
          <a:noFill/>
        </p:spPr>
        <p:txBody>
          <a:bodyPr wrap="square" lIns="0" tIns="0" rIns="0" bIns="0" rtlCol="0">
            <a:spAutoFit/>
          </a:bodyPr>
          <a:lstStyle/>
          <a:p>
            <a:pPr marL="156629" marR="0" lvl="0" indent="-156629" algn="l" defTabSz="121914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067" b="0" i="0" u="none" strike="noStrike" kern="1200" cap="none" spc="0" normalizeH="0" baseline="0" noProof="0">
                <a:ln>
                  <a:noFill/>
                </a:ln>
                <a:solidFill>
                  <a:prstClr val="black"/>
                </a:solidFill>
                <a:effectLst/>
                <a:uLnTx/>
                <a:uFillTx/>
                <a:latin typeface="Boehringer Forward Text"/>
                <a:ea typeface="+mn-ea"/>
                <a:cs typeface="+mn-cs"/>
              </a:rPr>
              <a:t>Assess full potential of asset ASAP – can decide to pivot to high unmet need indications if desired</a:t>
            </a:r>
          </a:p>
          <a:p>
            <a:pPr marL="156629" marR="0" lvl="0" indent="-156629" algn="l" defTabSz="1219140" rtl="0" eaLnBrk="1" fontAlgn="auto" latinLnBrk="0" hangingPunct="1">
              <a:lnSpc>
                <a:spcPct val="100000"/>
              </a:lnSpc>
              <a:spcBef>
                <a:spcPts val="0"/>
              </a:spcBef>
              <a:spcAft>
                <a:spcPts val="400"/>
              </a:spcAft>
              <a:buClrTx/>
              <a:buSzTx/>
              <a:buFont typeface="Arial" panose="020B0604020202020204" pitchFamily="34" charset="0"/>
              <a:buChar char="•"/>
              <a:tabLst/>
              <a:defRPr/>
            </a:pPr>
            <a:r>
              <a:rPr kumimoji="0" lang="en-US" sz="1067" b="0" i="0" u="none" strike="noStrike" kern="1200" cap="none" spc="0" normalizeH="0" baseline="0" noProof="0">
                <a:ln>
                  <a:noFill/>
                </a:ln>
                <a:solidFill>
                  <a:prstClr val="black"/>
                </a:solidFill>
                <a:effectLst/>
                <a:uLnTx/>
                <a:uFillTx/>
                <a:latin typeface="Boehringer Forward Text"/>
                <a:ea typeface="+mn-ea"/>
                <a:cs typeface="+mn-cs"/>
              </a:rPr>
              <a:t>PTSD and OCD studies are </a:t>
            </a:r>
            <a:r>
              <a:rPr kumimoji="0" lang="en-US" sz="1067" b="0" i="0" u="none" strike="noStrike" kern="1200" cap="none" spc="0" normalizeH="0" baseline="0" noProof="0" err="1">
                <a:ln>
                  <a:noFill/>
                </a:ln>
                <a:solidFill>
                  <a:prstClr val="black"/>
                </a:solidFill>
                <a:effectLst/>
                <a:uLnTx/>
                <a:uFillTx/>
                <a:latin typeface="Boehringer Forward Text"/>
                <a:ea typeface="+mn-ea"/>
                <a:cs typeface="+mn-cs"/>
              </a:rPr>
              <a:t>derisked</a:t>
            </a:r>
            <a:r>
              <a:rPr kumimoji="0" lang="en-US" sz="1067" b="0" i="0" u="none" strike="noStrike" kern="1200" cap="none" spc="0" normalizeH="0" baseline="0" noProof="0">
                <a:ln>
                  <a:noFill/>
                </a:ln>
                <a:solidFill>
                  <a:prstClr val="black"/>
                </a:solidFill>
                <a:effectLst/>
                <a:uLnTx/>
                <a:uFillTx/>
                <a:latin typeface="Boehringer Forward Text"/>
                <a:ea typeface="+mn-ea"/>
                <a:cs typeface="+mn-cs"/>
              </a:rPr>
              <a:t> with seamless phase 2a / 2b design e.g., ~10M EUR at risk for each</a:t>
            </a:r>
          </a:p>
        </p:txBody>
      </p:sp>
      <p:sp>
        <p:nvSpPr>
          <p:cNvPr id="165" name="TextBox 164">
            <a:extLst>
              <a:ext uri="{FF2B5EF4-FFF2-40B4-BE49-F238E27FC236}">
                <a16:creationId xmlns:a16="http://schemas.microsoft.com/office/drawing/2014/main" id="{B7CE2150-1761-15C3-C7E4-8233DBD01849}"/>
              </a:ext>
            </a:extLst>
          </p:cNvPr>
          <p:cNvSpPr txBox="1"/>
          <p:nvPr/>
        </p:nvSpPr>
        <p:spPr bwMode="gray">
          <a:xfrm>
            <a:off x="8959279" y="3031251"/>
            <a:ext cx="3098804" cy="923651"/>
          </a:xfrm>
          <a:prstGeom prst="rect">
            <a:avLst/>
          </a:prstGeom>
          <a:noFill/>
        </p:spPr>
        <p:txBody>
          <a:bodyPr wrap="square" lIns="0" tIns="0" rIns="0" bIns="0" rtlCol="0">
            <a:spAutoFit/>
          </a:bodyPr>
          <a:lstStyle/>
          <a:p>
            <a:pPr marL="152396" marR="0" lvl="0" indent="-152396" algn="l" defTabSz="121914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067" b="0" i="0" u="none" strike="noStrike" kern="1200" cap="none" spc="0" normalizeH="0" baseline="0" noProof="0">
                <a:ln>
                  <a:noFill/>
                </a:ln>
                <a:solidFill>
                  <a:prstClr val="black"/>
                </a:solidFill>
                <a:effectLst/>
                <a:uLnTx/>
                <a:uFillTx/>
                <a:latin typeface="Boehringer Forward Text"/>
                <a:ea typeface="+mn-ea"/>
                <a:cs typeface="+mn-cs"/>
              </a:rPr>
              <a:t>Assess potential in depression ASAP where we have highest confidence</a:t>
            </a:r>
          </a:p>
          <a:p>
            <a:pPr marL="152396" marR="0" lvl="0" indent="-152396" algn="l" defTabSz="121914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067" b="0" i="0" u="none" strike="noStrike" kern="1200" cap="none" spc="0" normalizeH="0" baseline="0" noProof="0" err="1">
                <a:ln>
                  <a:noFill/>
                </a:ln>
                <a:solidFill>
                  <a:prstClr val="black"/>
                </a:solidFill>
                <a:effectLst/>
                <a:uLnTx/>
                <a:uFillTx/>
                <a:latin typeface="Boehringer Forward Text"/>
                <a:ea typeface="+mn-ea"/>
                <a:cs typeface="+mn-cs"/>
              </a:rPr>
              <a:t>Derisk</a:t>
            </a:r>
            <a:r>
              <a:rPr kumimoji="0" lang="en-US" sz="1067" b="0" i="0" u="none" strike="noStrike" kern="1200" cap="none" spc="0" normalizeH="0" baseline="0" noProof="0">
                <a:ln>
                  <a:noFill/>
                </a:ln>
                <a:solidFill>
                  <a:prstClr val="black"/>
                </a:solidFill>
                <a:effectLst/>
                <a:uLnTx/>
                <a:uFillTx/>
                <a:latin typeface="Boehringer Forward Text"/>
                <a:ea typeface="+mn-ea"/>
                <a:cs typeface="+mn-cs"/>
              </a:rPr>
              <a:t> expansion investment in PTSD and OCD with PoCC in MDD adj e.g., ~10M EUR at risk for each</a:t>
            </a:r>
          </a:p>
        </p:txBody>
      </p:sp>
      <p:sp>
        <p:nvSpPr>
          <p:cNvPr id="205" name="Rectangle 23">
            <a:extLst>
              <a:ext uri="{FF2B5EF4-FFF2-40B4-BE49-F238E27FC236}">
                <a16:creationId xmlns:a16="http://schemas.microsoft.com/office/drawing/2014/main" id="{F8FFD858-E578-5924-6D15-690E22E03790}"/>
              </a:ext>
            </a:extLst>
          </p:cNvPr>
          <p:cNvSpPr/>
          <p:nvPr/>
        </p:nvSpPr>
        <p:spPr>
          <a:xfrm>
            <a:off x="1565880" y="1753533"/>
            <a:ext cx="838653" cy="182880"/>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MDD adj</a:t>
            </a:r>
          </a:p>
        </p:txBody>
      </p:sp>
      <p:sp>
        <p:nvSpPr>
          <p:cNvPr id="206" name="Rectangle 23">
            <a:extLst>
              <a:ext uri="{FF2B5EF4-FFF2-40B4-BE49-F238E27FC236}">
                <a16:creationId xmlns:a16="http://schemas.microsoft.com/office/drawing/2014/main" id="{32A16C0F-A052-76CE-B6C9-CC07C2682E15}"/>
              </a:ext>
            </a:extLst>
          </p:cNvPr>
          <p:cNvSpPr/>
          <p:nvPr/>
        </p:nvSpPr>
        <p:spPr>
          <a:xfrm>
            <a:off x="2824980" y="1752672"/>
            <a:ext cx="975360" cy="182880"/>
          </a:xfrm>
          <a:prstGeom prst="rect">
            <a:avLst/>
          </a:prstGeom>
          <a:solidFill>
            <a:srgbClr val="F58A6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MDD mono + adj</a:t>
            </a:r>
          </a:p>
        </p:txBody>
      </p:sp>
      <p:sp>
        <p:nvSpPr>
          <p:cNvPr id="207" name="Diamond 206">
            <a:extLst>
              <a:ext uri="{FF2B5EF4-FFF2-40B4-BE49-F238E27FC236}">
                <a16:creationId xmlns:a16="http://schemas.microsoft.com/office/drawing/2014/main" id="{C6C5D33F-334A-57D6-1BB4-2873DFF59485}"/>
              </a:ext>
            </a:extLst>
          </p:cNvPr>
          <p:cNvSpPr/>
          <p:nvPr/>
        </p:nvSpPr>
        <p:spPr>
          <a:xfrm>
            <a:off x="3933820" y="1748688"/>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208" name="TextBox 207">
            <a:extLst>
              <a:ext uri="{FF2B5EF4-FFF2-40B4-BE49-F238E27FC236}">
                <a16:creationId xmlns:a16="http://schemas.microsoft.com/office/drawing/2014/main" id="{68185634-8AD8-8226-89B0-F8B9CA7ECB5F}"/>
              </a:ext>
            </a:extLst>
          </p:cNvPr>
          <p:cNvSpPr txBox="1"/>
          <p:nvPr/>
        </p:nvSpPr>
        <p:spPr>
          <a:xfrm>
            <a:off x="3750304" y="1858901"/>
            <a:ext cx="502224"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NDA</a:t>
            </a:r>
          </a:p>
        </p:txBody>
      </p:sp>
      <p:sp>
        <p:nvSpPr>
          <p:cNvPr id="209" name="Diamond 208">
            <a:extLst>
              <a:ext uri="{FF2B5EF4-FFF2-40B4-BE49-F238E27FC236}">
                <a16:creationId xmlns:a16="http://schemas.microsoft.com/office/drawing/2014/main" id="{5997D166-A239-1D66-3221-55BE59F9EB3A}"/>
              </a:ext>
            </a:extLst>
          </p:cNvPr>
          <p:cNvSpPr/>
          <p:nvPr/>
        </p:nvSpPr>
        <p:spPr>
          <a:xfrm>
            <a:off x="4178071" y="1748688"/>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210" name="TextBox 209">
            <a:extLst>
              <a:ext uri="{FF2B5EF4-FFF2-40B4-BE49-F238E27FC236}">
                <a16:creationId xmlns:a16="http://schemas.microsoft.com/office/drawing/2014/main" id="{9D844ED6-733A-4306-04C4-0CAF96D393C5}"/>
              </a:ext>
            </a:extLst>
          </p:cNvPr>
          <p:cNvSpPr txBox="1"/>
          <p:nvPr/>
        </p:nvSpPr>
        <p:spPr>
          <a:xfrm>
            <a:off x="4285401" y="1761271"/>
            <a:ext cx="628336"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US approval</a:t>
            </a:r>
          </a:p>
        </p:txBody>
      </p:sp>
      <p:grpSp>
        <p:nvGrpSpPr>
          <p:cNvPr id="211" name="Group 210">
            <a:extLst>
              <a:ext uri="{FF2B5EF4-FFF2-40B4-BE49-F238E27FC236}">
                <a16:creationId xmlns:a16="http://schemas.microsoft.com/office/drawing/2014/main" id="{095CB850-A8C8-05B5-448F-7F3EABDCF35E}"/>
              </a:ext>
            </a:extLst>
          </p:cNvPr>
          <p:cNvGrpSpPr/>
          <p:nvPr/>
        </p:nvGrpSpPr>
        <p:grpSpPr>
          <a:xfrm>
            <a:off x="2178874" y="2144052"/>
            <a:ext cx="3690476" cy="248962"/>
            <a:chOff x="2086989" y="2303125"/>
            <a:chExt cx="2767857" cy="186721"/>
          </a:xfrm>
        </p:grpSpPr>
        <p:sp>
          <p:nvSpPr>
            <p:cNvPr id="212" name="Rectangle 23">
              <a:extLst>
                <a:ext uri="{FF2B5EF4-FFF2-40B4-BE49-F238E27FC236}">
                  <a16:creationId xmlns:a16="http://schemas.microsoft.com/office/drawing/2014/main" id="{A2FBF18D-8F90-D1AF-A52B-6D16483686A7}"/>
                </a:ext>
              </a:extLst>
            </p:cNvPr>
            <p:cNvSpPr/>
            <p:nvPr/>
          </p:nvSpPr>
          <p:spPr>
            <a:xfrm>
              <a:off x="2086989" y="2303771"/>
              <a:ext cx="628990" cy="137160"/>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BD</a:t>
              </a:r>
            </a:p>
          </p:txBody>
        </p:sp>
        <p:sp>
          <p:nvSpPr>
            <p:cNvPr id="213" name="Rectangle 23">
              <a:extLst>
                <a:ext uri="{FF2B5EF4-FFF2-40B4-BE49-F238E27FC236}">
                  <a16:creationId xmlns:a16="http://schemas.microsoft.com/office/drawing/2014/main" id="{FAAEEC93-8D00-1475-9FA6-DF36A10E28C4}"/>
                </a:ext>
              </a:extLst>
            </p:cNvPr>
            <p:cNvSpPr/>
            <p:nvPr/>
          </p:nvSpPr>
          <p:spPr>
            <a:xfrm>
              <a:off x="3056718" y="2303125"/>
              <a:ext cx="808383" cy="137160"/>
            </a:xfrm>
            <a:prstGeom prst="rect">
              <a:avLst/>
            </a:prstGeom>
            <a:solidFill>
              <a:srgbClr val="F58A6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BD</a:t>
              </a:r>
            </a:p>
          </p:txBody>
        </p:sp>
        <p:sp>
          <p:nvSpPr>
            <p:cNvPr id="214" name="Diamond 213">
              <a:extLst>
                <a:ext uri="{FF2B5EF4-FFF2-40B4-BE49-F238E27FC236}">
                  <a16:creationId xmlns:a16="http://schemas.microsoft.com/office/drawing/2014/main" id="{53179FE9-F8EE-9845-4BDB-B1BAD2CAFD90}"/>
                </a:ext>
              </a:extLst>
            </p:cNvPr>
            <p:cNvSpPr/>
            <p:nvPr/>
          </p:nvSpPr>
          <p:spPr>
            <a:xfrm>
              <a:off x="3962801" y="2325481"/>
              <a:ext cx="91440" cy="9144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215" name="TextBox 214">
              <a:extLst>
                <a:ext uri="{FF2B5EF4-FFF2-40B4-BE49-F238E27FC236}">
                  <a16:creationId xmlns:a16="http://schemas.microsoft.com/office/drawing/2014/main" id="{330C72C5-3F58-36CB-F396-CDF01DA1B584}"/>
                </a:ext>
              </a:extLst>
            </p:cNvPr>
            <p:cNvSpPr txBox="1"/>
            <p:nvPr/>
          </p:nvSpPr>
          <p:spPr>
            <a:xfrm>
              <a:off x="3839444" y="2409054"/>
              <a:ext cx="376668" cy="8079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NDA</a:t>
              </a:r>
            </a:p>
          </p:txBody>
        </p:sp>
        <p:sp>
          <p:nvSpPr>
            <p:cNvPr id="216" name="Diamond 215">
              <a:extLst>
                <a:ext uri="{FF2B5EF4-FFF2-40B4-BE49-F238E27FC236}">
                  <a16:creationId xmlns:a16="http://schemas.microsoft.com/office/drawing/2014/main" id="{638DCA59-4A01-82D0-B67F-EFB8B217436E}"/>
                </a:ext>
              </a:extLst>
            </p:cNvPr>
            <p:cNvSpPr/>
            <p:nvPr/>
          </p:nvSpPr>
          <p:spPr>
            <a:xfrm>
              <a:off x="4303096" y="2325481"/>
              <a:ext cx="91440" cy="9144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217" name="TextBox 216">
              <a:extLst>
                <a:ext uri="{FF2B5EF4-FFF2-40B4-BE49-F238E27FC236}">
                  <a16:creationId xmlns:a16="http://schemas.microsoft.com/office/drawing/2014/main" id="{65495B99-7E9A-2228-704E-5EE0DA0DF8D4}"/>
                </a:ext>
              </a:extLst>
            </p:cNvPr>
            <p:cNvSpPr txBox="1"/>
            <p:nvPr/>
          </p:nvSpPr>
          <p:spPr>
            <a:xfrm>
              <a:off x="4383594" y="2334918"/>
              <a:ext cx="471252" cy="80791"/>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US approval</a:t>
              </a:r>
            </a:p>
          </p:txBody>
        </p:sp>
      </p:grpSp>
      <p:sp>
        <p:nvSpPr>
          <p:cNvPr id="249" name="TextBox 248">
            <a:extLst>
              <a:ext uri="{FF2B5EF4-FFF2-40B4-BE49-F238E27FC236}">
                <a16:creationId xmlns:a16="http://schemas.microsoft.com/office/drawing/2014/main" id="{55EF1AE2-1454-FBE5-D416-445061C489D2}"/>
              </a:ext>
            </a:extLst>
          </p:cNvPr>
          <p:cNvSpPr txBox="1"/>
          <p:nvPr/>
        </p:nvSpPr>
        <p:spPr bwMode="gray">
          <a:xfrm>
            <a:off x="1383341" y="5712484"/>
            <a:ext cx="2104873" cy="210699"/>
          </a:xfrm>
          <a:prstGeom prst="rect">
            <a:avLst/>
          </a:prstGeom>
          <a:noFill/>
        </p:spPr>
        <p:txBody>
          <a:bodyPr wrap="square" lIns="0" tIns="0" rIns="0" bIns="0" rtlCol="0">
            <a:spAutoFit/>
          </a:bodyPr>
          <a:lstStyle/>
          <a:p>
            <a:pPr marL="0" marR="0" lvl="0" indent="0" algn="l" defTabSz="1219140" rtl="0" eaLnBrk="1" fontAlgn="auto" latinLnBrk="0" hangingPunct="1">
              <a:lnSpc>
                <a:spcPct val="140000"/>
              </a:lnSpc>
              <a:spcBef>
                <a:spcPts val="0"/>
              </a:spcBef>
              <a:spcAft>
                <a:spcPts val="0"/>
              </a:spcAft>
              <a:buClrTx/>
              <a:buSzTx/>
              <a:buFontTx/>
              <a:buNone/>
              <a:tabLst/>
              <a:defRPr/>
            </a:pPr>
            <a:r>
              <a:rPr kumimoji="0" lang="en-US" sz="1067" b="0" i="0" u="none" strike="noStrike" kern="1200" cap="none" spc="0" normalizeH="0" baseline="0" noProof="0">
                <a:ln>
                  <a:noFill/>
                </a:ln>
                <a:solidFill>
                  <a:prstClr val="black"/>
                </a:solidFill>
                <a:effectLst/>
                <a:uLnTx/>
                <a:uFillTx/>
                <a:latin typeface="Boehringer Forward Text"/>
                <a:ea typeface="+mn-ea"/>
                <a:cs typeface="+mn-cs"/>
              </a:rPr>
              <a:t>PoCC achieved in MDD adjunct</a:t>
            </a:r>
          </a:p>
        </p:txBody>
      </p:sp>
      <p:sp>
        <p:nvSpPr>
          <p:cNvPr id="250" name="TextBox 249">
            <a:extLst>
              <a:ext uri="{FF2B5EF4-FFF2-40B4-BE49-F238E27FC236}">
                <a16:creationId xmlns:a16="http://schemas.microsoft.com/office/drawing/2014/main" id="{22A40E9D-CD60-1825-36AE-94CC88016C5D}"/>
              </a:ext>
            </a:extLst>
          </p:cNvPr>
          <p:cNvSpPr txBox="1"/>
          <p:nvPr/>
        </p:nvSpPr>
        <p:spPr bwMode="gray">
          <a:xfrm>
            <a:off x="7679432" y="5712485"/>
            <a:ext cx="2104873" cy="184281"/>
          </a:xfrm>
          <a:prstGeom prst="rect">
            <a:avLst/>
          </a:prstGeom>
          <a:noFill/>
        </p:spPr>
        <p:txBody>
          <a:bodyPr wrap="square" lIns="0" tIns="0" rIns="0" bIns="0" rtlCol="0">
            <a:spAutoFit/>
          </a:bodyPr>
          <a:lstStyle/>
          <a:p>
            <a:pPr marL="0" marR="0" lvl="0" indent="0" algn="ctr" defTabSz="1219140" rtl="0" eaLnBrk="1" fontAlgn="auto" latinLnBrk="0" hangingPunct="1">
              <a:lnSpc>
                <a:spcPct val="140000"/>
              </a:lnSpc>
              <a:spcBef>
                <a:spcPts val="0"/>
              </a:spcBef>
              <a:spcAft>
                <a:spcPts val="0"/>
              </a:spcAft>
              <a:buClrTx/>
              <a:buSzTx/>
              <a:buFontTx/>
              <a:buNone/>
              <a:tabLst/>
              <a:defRPr/>
            </a:pPr>
            <a:r>
              <a:rPr kumimoji="0" lang="en-US" sz="933" b="0" i="0" u="none" strike="noStrike" kern="1200" cap="none" spc="0" normalizeH="0" baseline="0" noProof="0">
                <a:ln>
                  <a:noFill/>
                </a:ln>
                <a:solidFill>
                  <a:prstClr val="black"/>
                </a:solidFill>
                <a:effectLst/>
                <a:uLnTx/>
                <a:uFillTx/>
                <a:latin typeface="Boehringer Forward Text"/>
                <a:ea typeface="+mn-ea"/>
                <a:cs typeface="+mn-cs"/>
              </a:rPr>
              <a:t>IRA pricing in effect</a:t>
            </a:r>
          </a:p>
        </p:txBody>
      </p:sp>
      <p:sp>
        <p:nvSpPr>
          <p:cNvPr id="251" name="Rectangle 250">
            <a:extLst>
              <a:ext uri="{FF2B5EF4-FFF2-40B4-BE49-F238E27FC236}">
                <a16:creationId xmlns:a16="http://schemas.microsoft.com/office/drawing/2014/main" id="{53D26689-5F89-0D98-773D-80DE1E447A8D}"/>
              </a:ext>
            </a:extLst>
          </p:cNvPr>
          <p:cNvSpPr/>
          <p:nvPr/>
        </p:nvSpPr>
        <p:spPr bwMode="gray">
          <a:xfrm>
            <a:off x="377375" y="2951707"/>
            <a:ext cx="11753663" cy="1312528"/>
          </a:xfrm>
          <a:prstGeom prst="rect">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40000"/>
              </a:lnSpc>
              <a:spcBef>
                <a:spcPts val="0"/>
              </a:spcBef>
              <a:spcAft>
                <a:spcPts val="0"/>
              </a:spcAft>
              <a:buClrTx/>
              <a:buSzTx/>
              <a:buFontTx/>
              <a:buNone/>
              <a:tabLst/>
              <a:defRPr/>
            </a:pPr>
            <a:endParaRPr kumimoji="0" lang="en-US" sz="2133"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52" name="Rectangle 23">
            <a:extLst>
              <a:ext uri="{FF2B5EF4-FFF2-40B4-BE49-F238E27FC236}">
                <a16:creationId xmlns:a16="http://schemas.microsoft.com/office/drawing/2014/main" id="{E136CD5E-F307-C3BA-E771-A621BFA00985}"/>
              </a:ext>
            </a:extLst>
          </p:cNvPr>
          <p:cNvSpPr/>
          <p:nvPr/>
        </p:nvSpPr>
        <p:spPr>
          <a:xfrm>
            <a:off x="3482015" y="2360728"/>
            <a:ext cx="1077844" cy="182880"/>
          </a:xfrm>
          <a:prstGeom prst="rect">
            <a:avLst/>
          </a:prstGeom>
          <a:solidFill>
            <a:srgbClr val="F58A6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PTSD</a:t>
            </a:r>
          </a:p>
        </p:txBody>
      </p:sp>
      <p:sp>
        <p:nvSpPr>
          <p:cNvPr id="253" name="Diamond 252">
            <a:extLst>
              <a:ext uri="{FF2B5EF4-FFF2-40B4-BE49-F238E27FC236}">
                <a16:creationId xmlns:a16="http://schemas.microsoft.com/office/drawing/2014/main" id="{A67480F2-0195-ABDA-11D0-AC2A88CAA08C}"/>
              </a:ext>
            </a:extLst>
          </p:cNvPr>
          <p:cNvSpPr/>
          <p:nvPr/>
        </p:nvSpPr>
        <p:spPr>
          <a:xfrm>
            <a:off x="4690125" y="2383763"/>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254" name="TextBox 253">
            <a:extLst>
              <a:ext uri="{FF2B5EF4-FFF2-40B4-BE49-F238E27FC236}">
                <a16:creationId xmlns:a16="http://schemas.microsoft.com/office/drawing/2014/main" id="{C98C95D3-2193-5378-FACC-8CE255120B0F}"/>
              </a:ext>
            </a:extLst>
          </p:cNvPr>
          <p:cNvSpPr txBox="1"/>
          <p:nvPr/>
        </p:nvSpPr>
        <p:spPr>
          <a:xfrm>
            <a:off x="4525649" y="2488420"/>
            <a:ext cx="502224"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NDA</a:t>
            </a:r>
          </a:p>
        </p:txBody>
      </p:sp>
      <p:sp>
        <p:nvSpPr>
          <p:cNvPr id="255" name="Diamond 254">
            <a:extLst>
              <a:ext uri="{FF2B5EF4-FFF2-40B4-BE49-F238E27FC236}">
                <a16:creationId xmlns:a16="http://schemas.microsoft.com/office/drawing/2014/main" id="{008CF503-9808-E334-8664-D34FF92DEB9B}"/>
              </a:ext>
            </a:extLst>
          </p:cNvPr>
          <p:cNvSpPr/>
          <p:nvPr/>
        </p:nvSpPr>
        <p:spPr>
          <a:xfrm>
            <a:off x="5143852" y="2397309"/>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42" name="TextBox 41">
            <a:extLst>
              <a:ext uri="{FF2B5EF4-FFF2-40B4-BE49-F238E27FC236}">
                <a16:creationId xmlns:a16="http://schemas.microsoft.com/office/drawing/2014/main" id="{909917E6-E187-A7F8-4C9A-421CAA824D4B}"/>
              </a:ext>
            </a:extLst>
          </p:cNvPr>
          <p:cNvSpPr txBox="1"/>
          <p:nvPr/>
        </p:nvSpPr>
        <p:spPr>
          <a:xfrm>
            <a:off x="5251183" y="2409892"/>
            <a:ext cx="628336"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US approval</a:t>
            </a:r>
          </a:p>
        </p:txBody>
      </p:sp>
      <p:sp>
        <p:nvSpPr>
          <p:cNvPr id="44" name="Rectangle 23">
            <a:extLst>
              <a:ext uri="{FF2B5EF4-FFF2-40B4-BE49-F238E27FC236}">
                <a16:creationId xmlns:a16="http://schemas.microsoft.com/office/drawing/2014/main" id="{16323DCD-7876-2D2F-7227-790933B02646}"/>
              </a:ext>
            </a:extLst>
          </p:cNvPr>
          <p:cNvSpPr/>
          <p:nvPr/>
        </p:nvSpPr>
        <p:spPr>
          <a:xfrm>
            <a:off x="3492826" y="2580677"/>
            <a:ext cx="1077844" cy="182880"/>
          </a:xfrm>
          <a:prstGeom prst="rect">
            <a:avLst/>
          </a:prstGeom>
          <a:solidFill>
            <a:srgbClr val="F58A6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OCD</a:t>
            </a:r>
          </a:p>
        </p:txBody>
      </p:sp>
      <p:sp>
        <p:nvSpPr>
          <p:cNvPr id="46" name="Diamond 45">
            <a:extLst>
              <a:ext uri="{FF2B5EF4-FFF2-40B4-BE49-F238E27FC236}">
                <a16:creationId xmlns:a16="http://schemas.microsoft.com/office/drawing/2014/main" id="{22AF33B1-CFC9-A16A-EC71-3F5F6E3C1614}"/>
              </a:ext>
            </a:extLst>
          </p:cNvPr>
          <p:cNvSpPr/>
          <p:nvPr/>
        </p:nvSpPr>
        <p:spPr>
          <a:xfrm>
            <a:off x="4700936" y="2610485"/>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47" name="TextBox 46">
            <a:extLst>
              <a:ext uri="{FF2B5EF4-FFF2-40B4-BE49-F238E27FC236}">
                <a16:creationId xmlns:a16="http://schemas.microsoft.com/office/drawing/2014/main" id="{83A8864E-2B98-BC5A-8431-E7D5F9F61EF8}"/>
              </a:ext>
            </a:extLst>
          </p:cNvPr>
          <p:cNvSpPr txBox="1"/>
          <p:nvPr/>
        </p:nvSpPr>
        <p:spPr>
          <a:xfrm>
            <a:off x="4612660" y="2721916"/>
            <a:ext cx="502224"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NDA</a:t>
            </a:r>
          </a:p>
        </p:txBody>
      </p:sp>
      <p:sp>
        <p:nvSpPr>
          <p:cNvPr id="49" name="Diamond 48">
            <a:extLst>
              <a:ext uri="{FF2B5EF4-FFF2-40B4-BE49-F238E27FC236}">
                <a16:creationId xmlns:a16="http://schemas.microsoft.com/office/drawing/2014/main" id="{72D1087D-F88D-8AC6-C8BD-A19A9A692141}"/>
              </a:ext>
            </a:extLst>
          </p:cNvPr>
          <p:cNvSpPr/>
          <p:nvPr/>
        </p:nvSpPr>
        <p:spPr>
          <a:xfrm>
            <a:off x="5154663" y="2610485"/>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51" name="TextBox 50">
            <a:extLst>
              <a:ext uri="{FF2B5EF4-FFF2-40B4-BE49-F238E27FC236}">
                <a16:creationId xmlns:a16="http://schemas.microsoft.com/office/drawing/2014/main" id="{C6FD36B6-DF7E-1B1B-BDCC-E00B7CACE289}"/>
              </a:ext>
            </a:extLst>
          </p:cNvPr>
          <p:cNvSpPr txBox="1"/>
          <p:nvPr/>
        </p:nvSpPr>
        <p:spPr>
          <a:xfrm>
            <a:off x="5261993" y="2623068"/>
            <a:ext cx="628336"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US approval</a:t>
            </a:r>
          </a:p>
        </p:txBody>
      </p:sp>
      <p:sp>
        <p:nvSpPr>
          <p:cNvPr id="52" name="Diamond 51">
            <a:extLst>
              <a:ext uri="{FF2B5EF4-FFF2-40B4-BE49-F238E27FC236}">
                <a16:creationId xmlns:a16="http://schemas.microsoft.com/office/drawing/2014/main" id="{25D11548-C3BF-72DC-8B3D-37929EED0847}"/>
              </a:ext>
            </a:extLst>
          </p:cNvPr>
          <p:cNvSpPr/>
          <p:nvPr/>
        </p:nvSpPr>
        <p:spPr>
          <a:xfrm>
            <a:off x="1818395" y="2633863"/>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53" name="TextBox 52">
            <a:extLst>
              <a:ext uri="{FF2B5EF4-FFF2-40B4-BE49-F238E27FC236}">
                <a16:creationId xmlns:a16="http://schemas.microsoft.com/office/drawing/2014/main" id="{EE28318C-6C5C-F4C6-5312-D238964DD7E7}"/>
              </a:ext>
            </a:extLst>
          </p:cNvPr>
          <p:cNvSpPr txBox="1"/>
          <p:nvPr/>
        </p:nvSpPr>
        <p:spPr>
          <a:xfrm>
            <a:off x="1610493" y="2744076"/>
            <a:ext cx="502224"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PIND</a:t>
            </a:r>
          </a:p>
        </p:txBody>
      </p:sp>
      <p:grpSp>
        <p:nvGrpSpPr>
          <p:cNvPr id="54" name="Group 53">
            <a:extLst>
              <a:ext uri="{FF2B5EF4-FFF2-40B4-BE49-F238E27FC236}">
                <a16:creationId xmlns:a16="http://schemas.microsoft.com/office/drawing/2014/main" id="{48EBF400-C86D-ED74-A882-17FF55D1F448}"/>
              </a:ext>
            </a:extLst>
          </p:cNvPr>
          <p:cNvGrpSpPr/>
          <p:nvPr/>
        </p:nvGrpSpPr>
        <p:grpSpPr>
          <a:xfrm>
            <a:off x="2167146" y="2349050"/>
            <a:ext cx="838655" cy="213636"/>
            <a:chOff x="2086988" y="1817516"/>
            <a:chExt cx="628991" cy="160227"/>
          </a:xfrm>
        </p:grpSpPr>
        <p:sp>
          <p:nvSpPr>
            <p:cNvPr id="55" name="Rectangle 23">
              <a:extLst>
                <a:ext uri="{FF2B5EF4-FFF2-40B4-BE49-F238E27FC236}">
                  <a16:creationId xmlns:a16="http://schemas.microsoft.com/office/drawing/2014/main" id="{855471FE-A19C-06F2-4096-BE219FB42891}"/>
                </a:ext>
              </a:extLst>
            </p:cNvPr>
            <p:cNvSpPr/>
            <p:nvPr/>
          </p:nvSpPr>
          <p:spPr>
            <a:xfrm>
              <a:off x="2086989" y="1823953"/>
              <a:ext cx="628990" cy="137160"/>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933"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6" name="Rectangle 23">
              <a:extLst>
                <a:ext uri="{FF2B5EF4-FFF2-40B4-BE49-F238E27FC236}">
                  <a16:creationId xmlns:a16="http://schemas.microsoft.com/office/drawing/2014/main" id="{47277207-D6E4-B175-E7F6-6079F00347E8}"/>
                </a:ext>
              </a:extLst>
            </p:cNvPr>
            <p:cNvSpPr/>
            <p:nvPr/>
          </p:nvSpPr>
          <p:spPr>
            <a:xfrm>
              <a:off x="2093022" y="1827844"/>
              <a:ext cx="266981" cy="139175"/>
            </a:xfrm>
            <a:prstGeom prst="rect">
              <a:avLst/>
            </a:prstGeom>
            <a:solidFill>
              <a:srgbClr val="E5E3DE"/>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933"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7" name="Isosceles Triangle 56">
              <a:extLst>
                <a:ext uri="{FF2B5EF4-FFF2-40B4-BE49-F238E27FC236}">
                  <a16:creationId xmlns:a16="http://schemas.microsoft.com/office/drawing/2014/main" id="{8FC3D795-D4BA-DC56-D6B6-CE652985167A}"/>
                </a:ext>
              </a:extLst>
            </p:cNvPr>
            <p:cNvSpPr/>
            <p:nvPr/>
          </p:nvSpPr>
          <p:spPr bwMode="gray">
            <a:xfrm>
              <a:off x="2345026" y="1932023"/>
              <a:ext cx="45720" cy="45720"/>
            </a:xfrm>
            <a:prstGeom prst="triangl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40000"/>
                </a:lnSpc>
                <a:spcBef>
                  <a:spcPts val="0"/>
                </a:spcBef>
                <a:spcAft>
                  <a:spcPts val="0"/>
                </a:spcAft>
                <a:buClrTx/>
                <a:buSzTx/>
                <a:buFontTx/>
                <a:buNone/>
                <a:tabLst/>
                <a:defRPr/>
              </a:pPr>
              <a:endParaRPr kumimoji="0" lang="en-US" sz="2133"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2" name="TextBox 61">
              <a:extLst>
                <a:ext uri="{FF2B5EF4-FFF2-40B4-BE49-F238E27FC236}">
                  <a16:creationId xmlns:a16="http://schemas.microsoft.com/office/drawing/2014/main" id="{B996B856-8653-7A6B-7CF0-63839D8357DA}"/>
                </a:ext>
              </a:extLst>
            </p:cNvPr>
            <p:cNvSpPr txBox="1"/>
            <p:nvPr/>
          </p:nvSpPr>
          <p:spPr bwMode="gray">
            <a:xfrm>
              <a:off x="2086988" y="1817516"/>
              <a:ext cx="628987" cy="138211"/>
            </a:xfrm>
            <a:prstGeom prst="rect">
              <a:avLst/>
            </a:prstGeom>
            <a:noFill/>
          </p:spPr>
          <p:txBody>
            <a:bodyPr wrap="square" lIns="0" tIns="0" rIns="0" bIns="0" rtlCol="0">
              <a:spAutoFit/>
            </a:bodyPr>
            <a:lstStyle/>
            <a:p>
              <a:pPr marL="0" marR="0" lvl="0" indent="0" algn="ctr" defTabSz="1219140" rtl="0" eaLnBrk="1" fontAlgn="auto" latinLnBrk="0" hangingPunct="1">
                <a:lnSpc>
                  <a:spcPct val="14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PTSD</a:t>
              </a:r>
            </a:p>
          </p:txBody>
        </p:sp>
      </p:grpSp>
      <p:grpSp>
        <p:nvGrpSpPr>
          <p:cNvPr id="63" name="Group 62">
            <a:extLst>
              <a:ext uri="{FF2B5EF4-FFF2-40B4-BE49-F238E27FC236}">
                <a16:creationId xmlns:a16="http://schemas.microsoft.com/office/drawing/2014/main" id="{39F1603A-000F-A49F-8F71-B8290D8788B9}"/>
              </a:ext>
            </a:extLst>
          </p:cNvPr>
          <p:cNvGrpSpPr/>
          <p:nvPr/>
        </p:nvGrpSpPr>
        <p:grpSpPr>
          <a:xfrm>
            <a:off x="2170303" y="2564311"/>
            <a:ext cx="838655" cy="213636"/>
            <a:chOff x="2086988" y="1817516"/>
            <a:chExt cx="628991" cy="160227"/>
          </a:xfrm>
        </p:grpSpPr>
        <p:sp>
          <p:nvSpPr>
            <p:cNvPr id="64" name="Rectangle 23">
              <a:extLst>
                <a:ext uri="{FF2B5EF4-FFF2-40B4-BE49-F238E27FC236}">
                  <a16:creationId xmlns:a16="http://schemas.microsoft.com/office/drawing/2014/main" id="{3FD4E9ED-888A-2360-BD6E-0D192F90B011}"/>
                </a:ext>
              </a:extLst>
            </p:cNvPr>
            <p:cNvSpPr/>
            <p:nvPr/>
          </p:nvSpPr>
          <p:spPr>
            <a:xfrm>
              <a:off x="2086989" y="1823953"/>
              <a:ext cx="628990" cy="137160"/>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933"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5" name="Rectangle 23">
              <a:extLst>
                <a:ext uri="{FF2B5EF4-FFF2-40B4-BE49-F238E27FC236}">
                  <a16:creationId xmlns:a16="http://schemas.microsoft.com/office/drawing/2014/main" id="{C18F90DE-B4E7-0AEF-0126-1C4F2E5DD373}"/>
                </a:ext>
              </a:extLst>
            </p:cNvPr>
            <p:cNvSpPr/>
            <p:nvPr/>
          </p:nvSpPr>
          <p:spPr>
            <a:xfrm>
              <a:off x="2093022" y="1827844"/>
              <a:ext cx="266981" cy="139175"/>
            </a:xfrm>
            <a:prstGeom prst="rect">
              <a:avLst/>
            </a:prstGeom>
            <a:solidFill>
              <a:srgbClr val="E5E3DE"/>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933"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6" name="Isosceles Triangle 65">
              <a:extLst>
                <a:ext uri="{FF2B5EF4-FFF2-40B4-BE49-F238E27FC236}">
                  <a16:creationId xmlns:a16="http://schemas.microsoft.com/office/drawing/2014/main" id="{D1EDAC82-1B64-89FE-E520-0AF4A313155D}"/>
                </a:ext>
              </a:extLst>
            </p:cNvPr>
            <p:cNvSpPr/>
            <p:nvPr/>
          </p:nvSpPr>
          <p:spPr bwMode="gray">
            <a:xfrm>
              <a:off x="2345026" y="1932023"/>
              <a:ext cx="45720" cy="45720"/>
            </a:xfrm>
            <a:prstGeom prst="triangl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40000"/>
                </a:lnSpc>
                <a:spcBef>
                  <a:spcPts val="0"/>
                </a:spcBef>
                <a:spcAft>
                  <a:spcPts val="0"/>
                </a:spcAft>
                <a:buClrTx/>
                <a:buSzTx/>
                <a:buFontTx/>
                <a:buNone/>
                <a:tabLst/>
                <a:defRPr/>
              </a:pPr>
              <a:endParaRPr kumimoji="0" lang="en-US" sz="2133"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8" name="TextBox 67">
              <a:extLst>
                <a:ext uri="{FF2B5EF4-FFF2-40B4-BE49-F238E27FC236}">
                  <a16:creationId xmlns:a16="http://schemas.microsoft.com/office/drawing/2014/main" id="{346A4127-DFC1-49B0-D423-7734BC0015FD}"/>
                </a:ext>
              </a:extLst>
            </p:cNvPr>
            <p:cNvSpPr txBox="1"/>
            <p:nvPr/>
          </p:nvSpPr>
          <p:spPr bwMode="gray">
            <a:xfrm>
              <a:off x="2086988" y="1817516"/>
              <a:ext cx="628987" cy="138211"/>
            </a:xfrm>
            <a:prstGeom prst="rect">
              <a:avLst/>
            </a:prstGeom>
            <a:noFill/>
          </p:spPr>
          <p:txBody>
            <a:bodyPr wrap="square" lIns="0" tIns="0" rIns="0" bIns="0" rtlCol="0">
              <a:spAutoFit/>
            </a:bodyPr>
            <a:lstStyle/>
            <a:p>
              <a:pPr marL="0" marR="0" lvl="0" indent="0" algn="ctr" defTabSz="1219140" rtl="0" eaLnBrk="1" fontAlgn="auto" latinLnBrk="0" hangingPunct="1">
                <a:lnSpc>
                  <a:spcPct val="14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OCD</a:t>
              </a:r>
            </a:p>
          </p:txBody>
        </p:sp>
      </p:grpSp>
      <p:sp>
        <p:nvSpPr>
          <p:cNvPr id="70" name="Diamond 69">
            <a:extLst>
              <a:ext uri="{FF2B5EF4-FFF2-40B4-BE49-F238E27FC236}">
                <a16:creationId xmlns:a16="http://schemas.microsoft.com/office/drawing/2014/main" id="{2BB65A2E-8249-9B85-2716-98F79DF201C8}"/>
              </a:ext>
            </a:extLst>
          </p:cNvPr>
          <p:cNvSpPr/>
          <p:nvPr/>
        </p:nvSpPr>
        <p:spPr>
          <a:xfrm>
            <a:off x="1818395" y="2381231"/>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92" name="TextBox 91">
            <a:extLst>
              <a:ext uri="{FF2B5EF4-FFF2-40B4-BE49-F238E27FC236}">
                <a16:creationId xmlns:a16="http://schemas.microsoft.com/office/drawing/2014/main" id="{E45EF913-660D-8EFD-9DBD-42A3CABEAE42}"/>
              </a:ext>
            </a:extLst>
          </p:cNvPr>
          <p:cNvSpPr txBox="1"/>
          <p:nvPr/>
        </p:nvSpPr>
        <p:spPr>
          <a:xfrm>
            <a:off x="1610493" y="2491444"/>
            <a:ext cx="502224"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PIND</a:t>
            </a:r>
          </a:p>
        </p:txBody>
      </p:sp>
      <p:sp>
        <p:nvSpPr>
          <p:cNvPr id="93" name="Rectangle 23">
            <a:extLst>
              <a:ext uri="{FF2B5EF4-FFF2-40B4-BE49-F238E27FC236}">
                <a16:creationId xmlns:a16="http://schemas.microsoft.com/office/drawing/2014/main" id="{70EE728A-C2F4-869D-6D8B-4EEABC5D6CB3}"/>
              </a:ext>
            </a:extLst>
          </p:cNvPr>
          <p:cNvSpPr/>
          <p:nvPr/>
        </p:nvSpPr>
        <p:spPr>
          <a:xfrm>
            <a:off x="1565880" y="3055100"/>
            <a:ext cx="838653" cy="182880"/>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MDD adj</a:t>
            </a:r>
          </a:p>
        </p:txBody>
      </p:sp>
      <p:grpSp>
        <p:nvGrpSpPr>
          <p:cNvPr id="102" name="Group 101">
            <a:extLst>
              <a:ext uri="{FF2B5EF4-FFF2-40B4-BE49-F238E27FC236}">
                <a16:creationId xmlns:a16="http://schemas.microsoft.com/office/drawing/2014/main" id="{5585E00D-1AF2-A1E7-42D2-465F81089E47}"/>
              </a:ext>
            </a:extLst>
          </p:cNvPr>
          <p:cNvGrpSpPr/>
          <p:nvPr/>
        </p:nvGrpSpPr>
        <p:grpSpPr>
          <a:xfrm>
            <a:off x="2165529" y="3481168"/>
            <a:ext cx="3690476" cy="232027"/>
            <a:chOff x="2086989" y="2303125"/>
            <a:chExt cx="2767857" cy="174020"/>
          </a:xfrm>
        </p:grpSpPr>
        <p:sp>
          <p:nvSpPr>
            <p:cNvPr id="103" name="Rectangle 23">
              <a:extLst>
                <a:ext uri="{FF2B5EF4-FFF2-40B4-BE49-F238E27FC236}">
                  <a16:creationId xmlns:a16="http://schemas.microsoft.com/office/drawing/2014/main" id="{2AF39852-829C-DED8-9733-A07BEF341145}"/>
                </a:ext>
              </a:extLst>
            </p:cNvPr>
            <p:cNvSpPr/>
            <p:nvPr/>
          </p:nvSpPr>
          <p:spPr>
            <a:xfrm>
              <a:off x="2086989" y="2303771"/>
              <a:ext cx="628990" cy="137160"/>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BD</a:t>
              </a:r>
            </a:p>
          </p:txBody>
        </p:sp>
        <p:sp>
          <p:nvSpPr>
            <p:cNvPr id="105" name="Rectangle 23">
              <a:extLst>
                <a:ext uri="{FF2B5EF4-FFF2-40B4-BE49-F238E27FC236}">
                  <a16:creationId xmlns:a16="http://schemas.microsoft.com/office/drawing/2014/main" id="{586C3129-4F34-4919-D047-6689D3C1175C}"/>
                </a:ext>
              </a:extLst>
            </p:cNvPr>
            <p:cNvSpPr/>
            <p:nvPr/>
          </p:nvSpPr>
          <p:spPr>
            <a:xfrm>
              <a:off x="3056718" y="2303125"/>
              <a:ext cx="808383" cy="137160"/>
            </a:xfrm>
            <a:prstGeom prst="rect">
              <a:avLst/>
            </a:prstGeom>
            <a:solidFill>
              <a:srgbClr val="F58A6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BD</a:t>
              </a:r>
            </a:p>
          </p:txBody>
        </p:sp>
        <p:sp>
          <p:nvSpPr>
            <p:cNvPr id="106" name="Diamond 105">
              <a:extLst>
                <a:ext uri="{FF2B5EF4-FFF2-40B4-BE49-F238E27FC236}">
                  <a16:creationId xmlns:a16="http://schemas.microsoft.com/office/drawing/2014/main" id="{F1B47032-0A83-C993-18EC-BEE61390ABE1}"/>
                </a:ext>
              </a:extLst>
            </p:cNvPr>
            <p:cNvSpPr/>
            <p:nvPr/>
          </p:nvSpPr>
          <p:spPr>
            <a:xfrm>
              <a:off x="3962801" y="2312781"/>
              <a:ext cx="91440" cy="9144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107" name="TextBox 106">
              <a:extLst>
                <a:ext uri="{FF2B5EF4-FFF2-40B4-BE49-F238E27FC236}">
                  <a16:creationId xmlns:a16="http://schemas.microsoft.com/office/drawing/2014/main" id="{9E8C21CE-71CF-16F7-9F3F-31EBF11AA72E}"/>
                </a:ext>
              </a:extLst>
            </p:cNvPr>
            <p:cNvSpPr txBox="1"/>
            <p:nvPr/>
          </p:nvSpPr>
          <p:spPr>
            <a:xfrm>
              <a:off x="3839444" y="2396354"/>
              <a:ext cx="376668" cy="80791"/>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NDA</a:t>
              </a:r>
            </a:p>
          </p:txBody>
        </p:sp>
        <p:sp>
          <p:nvSpPr>
            <p:cNvPr id="108" name="Diamond 107">
              <a:extLst>
                <a:ext uri="{FF2B5EF4-FFF2-40B4-BE49-F238E27FC236}">
                  <a16:creationId xmlns:a16="http://schemas.microsoft.com/office/drawing/2014/main" id="{04256F32-0206-4E65-2860-EB55CA4C3B95}"/>
                </a:ext>
              </a:extLst>
            </p:cNvPr>
            <p:cNvSpPr/>
            <p:nvPr/>
          </p:nvSpPr>
          <p:spPr>
            <a:xfrm>
              <a:off x="4303096" y="2325481"/>
              <a:ext cx="91440" cy="9144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109" name="TextBox 108">
              <a:extLst>
                <a:ext uri="{FF2B5EF4-FFF2-40B4-BE49-F238E27FC236}">
                  <a16:creationId xmlns:a16="http://schemas.microsoft.com/office/drawing/2014/main" id="{5092E2EC-83CD-4B52-3372-E3397C3C008C}"/>
                </a:ext>
              </a:extLst>
            </p:cNvPr>
            <p:cNvSpPr txBox="1"/>
            <p:nvPr/>
          </p:nvSpPr>
          <p:spPr>
            <a:xfrm>
              <a:off x="4383594" y="2334918"/>
              <a:ext cx="471252" cy="80791"/>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US approval</a:t>
              </a:r>
            </a:p>
          </p:txBody>
        </p:sp>
      </p:grpSp>
      <p:sp>
        <p:nvSpPr>
          <p:cNvPr id="110" name="Rectangle 23">
            <a:extLst>
              <a:ext uri="{FF2B5EF4-FFF2-40B4-BE49-F238E27FC236}">
                <a16:creationId xmlns:a16="http://schemas.microsoft.com/office/drawing/2014/main" id="{ACDB53EF-1D64-C3D2-5CEA-E394829DD4E1}"/>
              </a:ext>
            </a:extLst>
          </p:cNvPr>
          <p:cNvSpPr/>
          <p:nvPr/>
        </p:nvSpPr>
        <p:spPr>
          <a:xfrm>
            <a:off x="4162305" y="3699685"/>
            <a:ext cx="1077844" cy="182880"/>
          </a:xfrm>
          <a:prstGeom prst="rect">
            <a:avLst/>
          </a:prstGeom>
          <a:solidFill>
            <a:srgbClr val="F58A6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PTSD</a:t>
            </a:r>
          </a:p>
        </p:txBody>
      </p:sp>
      <p:sp>
        <p:nvSpPr>
          <p:cNvPr id="111" name="Diamond 110">
            <a:extLst>
              <a:ext uri="{FF2B5EF4-FFF2-40B4-BE49-F238E27FC236}">
                <a16:creationId xmlns:a16="http://schemas.microsoft.com/office/drawing/2014/main" id="{B5BF35A0-F28B-4DD9-D26F-0AB403C8D51D}"/>
              </a:ext>
            </a:extLst>
          </p:cNvPr>
          <p:cNvSpPr/>
          <p:nvPr/>
        </p:nvSpPr>
        <p:spPr>
          <a:xfrm>
            <a:off x="5370415" y="3722720"/>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112" name="TextBox 111">
            <a:extLst>
              <a:ext uri="{FF2B5EF4-FFF2-40B4-BE49-F238E27FC236}">
                <a16:creationId xmlns:a16="http://schemas.microsoft.com/office/drawing/2014/main" id="{CAE67F6E-5C9E-EEC1-26FD-687FB6E76F09}"/>
              </a:ext>
            </a:extLst>
          </p:cNvPr>
          <p:cNvSpPr txBox="1"/>
          <p:nvPr/>
        </p:nvSpPr>
        <p:spPr>
          <a:xfrm>
            <a:off x="5205939" y="3827377"/>
            <a:ext cx="502224"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NDA</a:t>
            </a:r>
          </a:p>
        </p:txBody>
      </p:sp>
      <p:sp>
        <p:nvSpPr>
          <p:cNvPr id="114" name="Diamond 113">
            <a:extLst>
              <a:ext uri="{FF2B5EF4-FFF2-40B4-BE49-F238E27FC236}">
                <a16:creationId xmlns:a16="http://schemas.microsoft.com/office/drawing/2014/main" id="{6E524298-B32A-E890-BAC2-8800C561EB93}"/>
              </a:ext>
            </a:extLst>
          </p:cNvPr>
          <p:cNvSpPr/>
          <p:nvPr/>
        </p:nvSpPr>
        <p:spPr>
          <a:xfrm>
            <a:off x="5824141" y="3736267"/>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115" name="TextBox 114">
            <a:extLst>
              <a:ext uri="{FF2B5EF4-FFF2-40B4-BE49-F238E27FC236}">
                <a16:creationId xmlns:a16="http://schemas.microsoft.com/office/drawing/2014/main" id="{1F3B114A-D0A6-DB1E-0FF2-42C182F3B660}"/>
              </a:ext>
            </a:extLst>
          </p:cNvPr>
          <p:cNvSpPr txBox="1"/>
          <p:nvPr/>
        </p:nvSpPr>
        <p:spPr>
          <a:xfrm>
            <a:off x="5931472" y="3748849"/>
            <a:ext cx="628336"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US approval</a:t>
            </a:r>
          </a:p>
        </p:txBody>
      </p:sp>
      <p:sp>
        <p:nvSpPr>
          <p:cNvPr id="116" name="Rectangle 23">
            <a:extLst>
              <a:ext uri="{FF2B5EF4-FFF2-40B4-BE49-F238E27FC236}">
                <a16:creationId xmlns:a16="http://schemas.microsoft.com/office/drawing/2014/main" id="{527B6AF3-5EB5-B074-BED1-E76EA2323067}"/>
              </a:ext>
            </a:extLst>
          </p:cNvPr>
          <p:cNvSpPr/>
          <p:nvPr/>
        </p:nvSpPr>
        <p:spPr>
          <a:xfrm>
            <a:off x="4162305" y="3919635"/>
            <a:ext cx="1077844" cy="182880"/>
          </a:xfrm>
          <a:prstGeom prst="rect">
            <a:avLst/>
          </a:prstGeom>
          <a:solidFill>
            <a:srgbClr val="F58A6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OCD</a:t>
            </a:r>
          </a:p>
        </p:txBody>
      </p:sp>
      <p:sp>
        <p:nvSpPr>
          <p:cNvPr id="117" name="Diamond 116">
            <a:extLst>
              <a:ext uri="{FF2B5EF4-FFF2-40B4-BE49-F238E27FC236}">
                <a16:creationId xmlns:a16="http://schemas.microsoft.com/office/drawing/2014/main" id="{C31E6061-D39C-2DA9-E63E-D8146EE10F80}"/>
              </a:ext>
            </a:extLst>
          </p:cNvPr>
          <p:cNvSpPr/>
          <p:nvPr/>
        </p:nvSpPr>
        <p:spPr>
          <a:xfrm>
            <a:off x="5370415" y="3949443"/>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118" name="TextBox 117">
            <a:extLst>
              <a:ext uri="{FF2B5EF4-FFF2-40B4-BE49-F238E27FC236}">
                <a16:creationId xmlns:a16="http://schemas.microsoft.com/office/drawing/2014/main" id="{71BC5623-5294-DD84-E619-3BEA61E98E93}"/>
              </a:ext>
            </a:extLst>
          </p:cNvPr>
          <p:cNvSpPr txBox="1"/>
          <p:nvPr/>
        </p:nvSpPr>
        <p:spPr>
          <a:xfrm>
            <a:off x="5282139" y="4060873"/>
            <a:ext cx="502224"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NDA</a:t>
            </a:r>
          </a:p>
        </p:txBody>
      </p:sp>
      <p:sp>
        <p:nvSpPr>
          <p:cNvPr id="119" name="Diamond 118">
            <a:extLst>
              <a:ext uri="{FF2B5EF4-FFF2-40B4-BE49-F238E27FC236}">
                <a16:creationId xmlns:a16="http://schemas.microsoft.com/office/drawing/2014/main" id="{7E0D3D83-AA05-46BA-82B1-FDB4735DB3B2}"/>
              </a:ext>
            </a:extLst>
          </p:cNvPr>
          <p:cNvSpPr/>
          <p:nvPr/>
        </p:nvSpPr>
        <p:spPr>
          <a:xfrm>
            <a:off x="5824141" y="3949443"/>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120" name="TextBox 119">
            <a:extLst>
              <a:ext uri="{FF2B5EF4-FFF2-40B4-BE49-F238E27FC236}">
                <a16:creationId xmlns:a16="http://schemas.microsoft.com/office/drawing/2014/main" id="{3EB48783-7D0A-9621-66EC-2050ED01C9EB}"/>
              </a:ext>
            </a:extLst>
          </p:cNvPr>
          <p:cNvSpPr txBox="1"/>
          <p:nvPr/>
        </p:nvSpPr>
        <p:spPr>
          <a:xfrm>
            <a:off x="5931472" y="3962025"/>
            <a:ext cx="628336"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US approval</a:t>
            </a:r>
          </a:p>
        </p:txBody>
      </p:sp>
      <p:sp>
        <p:nvSpPr>
          <p:cNvPr id="121" name="Diamond 120">
            <a:extLst>
              <a:ext uri="{FF2B5EF4-FFF2-40B4-BE49-F238E27FC236}">
                <a16:creationId xmlns:a16="http://schemas.microsoft.com/office/drawing/2014/main" id="{2A24B337-7EAC-1662-8784-13C089224523}"/>
              </a:ext>
            </a:extLst>
          </p:cNvPr>
          <p:cNvSpPr/>
          <p:nvPr/>
        </p:nvSpPr>
        <p:spPr>
          <a:xfrm>
            <a:off x="2635179" y="3989753"/>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122" name="TextBox 121">
            <a:extLst>
              <a:ext uri="{FF2B5EF4-FFF2-40B4-BE49-F238E27FC236}">
                <a16:creationId xmlns:a16="http://schemas.microsoft.com/office/drawing/2014/main" id="{D4FB050A-115F-DEEE-8509-FED28E9EF0C7}"/>
              </a:ext>
            </a:extLst>
          </p:cNvPr>
          <p:cNvSpPr txBox="1"/>
          <p:nvPr/>
        </p:nvSpPr>
        <p:spPr>
          <a:xfrm>
            <a:off x="2451663" y="4099967"/>
            <a:ext cx="502224"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PIND</a:t>
            </a:r>
          </a:p>
        </p:txBody>
      </p:sp>
      <p:grpSp>
        <p:nvGrpSpPr>
          <p:cNvPr id="131" name="Group 130">
            <a:extLst>
              <a:ext uri="{FF2B5EF4-FFF2-40B4-BE49-F238E27FC236}">
                <a16:creationId xmlns:a16="http://schemas.microsoft.com/office/drawing/2014/main" id="{B5DC4C27-0921-5D6D-8E9F-6160B2DE7A1F}"/>
              </a:ext>
            </a:extLst>
          </p:cNvPr>
          <p:cNvGrpSpPr/>
          <p:nvPr/>
        </p:nvGrpSpPr>
        <p:grpSpPr>
          <a:xfrm>
            <a:off x="2869331" y="3701170"/>
            <a:ext cx="838655" cy="213636"/>
            <a:chOff x="2086988" y="1817516"/>
            <a:chExt cx="628991" cy="160227"/>
          </a:xfrm>
        </p:grpSpPr>
        <p:sp>
          <p:nvSpPr>
            <p:cNvPr id="132" name="Rectangle 23">
              <a:extLst>
                <a:ext uri="{FF2B5EF4-FFF2-40B4-BE49-F238E27FC236}">
                  <a16:creationId xmlns:a16="http://schemas.microsoft.com/office/drawing/2014/main" id="{C585ED40-EBCF-8EC7-7DA0-63279ED047BE}"/>
                </a:ext>
              </a:extLst>
            </p:cNvPr>
            <p:cNvSpPr/>
            <p:nvPr/>
          </p:nvSpPr>
          <p:spPr>
            <a:xfrm>
              <a:off x="2086989" y="1823953"/>
              <a:ext cx="628990" cy="137160"/>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933"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3" name="Rectangle 23">
              <a:extLst>
                <a:ext uri="{FF2B5EF4-FFF2-40B4-BE49-F238E27FC236}">
                  <a16:creationId xmlns:a16="http://schemas.microsoft.com/office/drawing/2014/main" id="{0EF9C459-E8C1-EFCE-92F4-75BD91FE2590}"/>
                </a:ext>
              </a:extLst>
            </p:cNvPr>
            <p:cNvSpPr/>
            <p:nvPr/>
          </p:nvSpPr>
          <p:spPr>
            <a:xfrm>
              <a:off x="2093022" y="1827844"/>
              <a:ext cx="266981" cy="139175"/>
            </a:xfrm>
            <a:prstGeom prst="rect">
              <a:avLst/>
            </a:prstGeom>
            <a:solidFill>
              <a:srgbClr val="E5E3DE"/>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933"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4" name="Isosceles Triangle 133">
              <a:extLst>
                <a:ext uri="{FF2B5EF4-FFF2-40B4-BE49-F238E27FC236}">
                  <a16:creationId xmlns:a16="http://schemas.microsoft.com/office/drawing/2014/main" id="{8B92EE67-AAD1-E070-C15F-6F6EECF5289A}"/>
                </a:ext>
              </a:extLst>
            </p:cNvPr>
            <p:cNvSpPr/>
            <p:nvPr/>
          </p:nvSpPr>
          <p:spPr bwMode="gray">
            <a:xfrm>
              <a:off x="2345026" y="1932023"/>
              <a:ext cx="45720" cy="45720"/>
            </a:xfrm>
            <a:prstGeom prst="triangl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40000"/>
                </a:lnSpc>
                <a:spcBef>
                  <a:spcPts val="0"/>
                </a:spcBef>
                <a:spcAft>
                  <a:spcPts val="0"/>
                </a:spcAft>
                <a:buClrTx/>
                <a:buSzTx/>
                <a:buFontTx/>
                <a:buNone/>
                <a:tabLst/>
                <a:defRPr/>
              </a:pPr>
              <a:endParaRPr kumimoji="0" lang="en-US" sz="2133"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35" name="TextBox 134">
              <a:extLst>
                <a:ext uri="{FF2B5EF4-FFF2-40B4-BE49-F238E27FC236}">
                  <a16:creationId xmlns:a16="http://schemas.microsoft.com/office/drawing/2014/main" id="{6D6D3C7C-C078-8F58-E580-F9737D665423}"/>
                </a:ext>
              </a:extLst>
            </p:cNvPr>
            <p:cNvSpPr txBox="1"/>
            <p:nvPr/>
          </p:nvSpPr>
          <p:spPr bwMode="gray">
            <a:xfrm>
              <a:off x="2086988" y="1817516"/>
              <a:ext cx="628987" cy="138211"/>
            </a:xfrm>
            <a:prstGeom prst="rect">
              <a:avLst/>
            </a:prstGeom>
            <a:noFill/>
          </p:spPr>
          <p:txBody>
            <a:bodyPr wrap="square" lIns="0" tIns="0" rIns="0" bIns="0" rtlCol="0">
              <a:spAutoFit/>
            </a:bodyPr>
            <a:lstStyle/>
            <a:p>
              <a:pPr marL="0" marR="0" lvl="0" indent="0" algn="ctr" defTabSz="1219140" rtl="0" eaLnBrk="1" fontAlgn="auto" latinLnBrk="0" hangingPunct="1">
                <a:lnSpc>
                  <a:spcPct val="14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PTSD</a:t>
              </a:r>
            </a:p>
          </p:txBody>
        </p:sp>
      </p:grpSp>
      <p:grpSp>
        <p:nvGrpSpPr>
          <p:cNvPr id="136" name="Group 135">
            <a:extLst>
              <a:ext uri="{FF2B5EF4-FFF2-40B4-BE49-F238E27FC236}">
                <a16:creationId xmlns:a16="http://schemas.microsoft.com/office/drawing/2014/main" id="{34C96C98-4515-9211-931F-FD235875E216}"/>
              </a:ext>
            </a:extLst>
          </p:cNvPr>
          <p:cNvGrpSpPr/>
          <p:nvPr/>
        </p:nvGrpSpPr>
        <p:grpSpPr>
          <a:xfrm>
            <a:off x="2869331" y="3905143"/>
            <a:ext cx="838655" cy="213636"/>
            <a:chOff x="2086988" y="1817516"/>
            <a:chExt cx="628991" cy="160227"/>
          </a:xfrm>
        </p:grpSpPr>
        <p:sp>
          <p:nvSpPr>
            <p:cNvPr id="137" name="Rectangle 23">
              <a:extLst>
                <a:ext uri="{FF2B5EF4-FFF2-40B4-BE49-F238E27FC236}">
                  <a16:creationId xmlns:a16="http://schemas.microsoft.com/office/drawing/2014/main" id="{38B435D7-00EB-17A6-9998-499F3639063B}"/>
                </a:ext>
              </a:extLst>
            </p:cNvPr>
            <p:cNvSpPr/>
            <p:nvPr/>
          </p:nvSpPr>
          <p:spPr>
            <a:xfrm>
              <a:off x="2086989" y="1823953"/>
              <a:ext cx="628990" cy="137160"/>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933"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0" name="Rectangle 23">
              <a:extLst>
                <a:ext uri="{FF2B5EF4-FFF2-40B4-BE49-F238E27FC236}">
                  <a16:creationId xmlns:a16="http://schemas.microsoft.com/office/drawing/2014/main" id="{F0BF3558-237A-6387-8F27-AF5A3B006D95}"/>
                </a:ext>
              </a:extLst>
            </p:cNvPr>
            <p:cNvSpPr/>
            <p:nvPr/>
          </p:nvSpPr>
          <p:spPr>
            <a:xfrm>
              <a:off x="2093022" y="1827844"/>
              <a:ext cx="266981" cy="139175"/>
            </a:xfrm>
            <a:prstGeom prst="rect">
              <a:avLst/>
            </a:prstGeom>
            <a:solidFill>
              <a:srgbClr val="E5E3DE"/>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933"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3" name="Isosceles Triangle 142">
              <a:extLst>
                <a:ext uri="{FF2B5EF4-FFF2-40B4-BE49-F238E27FC236}">
                  <a16:creationId xmlns:a16="http://schemas.microsoft.com/office/drawing/2014/main" id="{14606A81-A852-6EE5-D0E1-B4621DD447F4}"/>
                </a:ext>
              </a:extLst>
            </p:cNvPr>
            <p:cNvSpPr/>
            <p:nvPr/>
          </p:nvSpPr>
          <p:spPr bwMode="gray">
            <a:xfrm>
              <a:off x="2345026" y="1932023"/>
              <a:ext cx="45720" cy="45720"/>
            </a:xfrm>
            <a:prstGeom prst="triangl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40000"/>
                </a:lnSpc>
                <a:spcBef>
                  <a:spcPts val="0"/>
                </a:spcBef>
                <a:spcAft>
                  <a:spcPts val="0"/>
                </a:spcAft>
                <a:buClrTx/>
                <a:buSzTx/>
                <a:buFontTx/>
                <a:buNone/>
                <a:tabLst/>
                <a:defRPr/>
              </a:pPr>
              <a:endParaRPr kumimoji="0" lang="en-US" sz="2133"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4" name="TextBox 143">
              <a:extLst>
                <a:ext uri="{FF2B5EF4-FFF2-40B4-BE49-F238E27FC236}">
                  <a16:creationId xmlns:a16="http://schemas.microsoft.com/office/drawing/2014/main" id="{AC9CEF7A-9F5E-D586-8291-84FED93B8E2A}"/>
                </a:ext>
              </a:extLst>
            </p:cNvPr>
            <p:cNvSpPr txBox="1"/>
            <p:nvPr/>
          </p:nvSpPr>
          <p:spPr bwMode="gray">
            <a:xfrm>
              <a:off x="2086988" y="1817516"/>
              <a:ext cx="628987" cy="138211"/>
            </a:xfrm>
            <a:prstGeom prst="rect">
              <a:avLst/>
            </a:prstGeom>
            <a:noFill/>
          </p:spPr>
          <p:txBody>
            <a:bodyPr wrap="square" lIns="0" tIns="0" rIns="0" bIns="0" rtlCol="0">
              <a:spAutoFit/>
            </a:bodyPr>
            <a:lstStyle/>
            <a:p>
              <a:pPr marL="0" marR="0" lvl="0" indent="0" algn="ctr" defTabSz="1219140" rtl="0" eaLnBrk="1" fontAlgn="auto" latinLnBrk="0" hangingPunct="1">
                <a:lnSpc>
                  <a:spcPct val="14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OCD</a:t>
              </a:r>
            </a:p>
          </p:txBody>
        </p:sp>
      </p:grpSp>
      <p:sp>
        <p:nvSpPr>
          <p:cNvPr id="145" name="Diamond 144">
            <a:extLst>
              <a:ext uri="{FF2B5EF4-FFF2-40B4-BE49-F238E27FC236}">
                <a16:creationId xmlns:a16="http://schemas.microsoft.com/office/drawing/2014/main" id="{76BEE7EA-128B-9100-5241-8BDC514C448E}"/>
              </a:ext>
            </a:extLst>
          </p:cNvPr>
          <p:cNvSpPr/>
          <p:nvPr/>
        </p:nvSpPr>
        <p:spPr>
          <a:xfrm>
            <a:off x="2642928" y="3740755"/>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146" name="TextBox 145">
            <a:extLst>
              <a:ext uri="{FF2B5EF4-FFF2-40B4-BE49-F238E27FC236}">
                <a16:creationId xmlns:a16="http://schemas.microsoft.com/office/drawing/2014/main" id="{2F13B836-3782-473A-1ACC-41543F141249}"/>
              </a:ext>
            </a:extLst>
          </p:cNvPr>
          <p:cNvSpPr txBox="1"/>
          <p:nvPr/>
        </p:nvSpPr>
        <p:spPr>
          <a:xfrm>
            <a:off x="2451663" y="3850968"/>
            <a:ext cx="502224"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PIND</a:t>
            </a:r>
          </a:p>
        </p:txBody>
      </p:sp>
      <p:sp>
        <p:nvSpPr>
          <p:cNvPr id="148" name="Oval 147">
            <a:extLst>
              <a:ext uri="{FF2B5EF4-FFF2-40B4-BE49-F238E27FC236}">
                <a16:creationId xmlns:a16="http://schemas.microsoft.com/office/drawing/2014/main" id="{108D36A7-6BF5-C31B-A64D-D91297B3DA88}"/>
              </a:ext>
            </a:extLst>
          </p:cNvPr>
          <p:cNvSpPr/>
          <p:nvPr/>
        </p:nvSpPr>
        <p:spPr bwMode="gray">
          <a:xfrm>
            <a:off x="2393495" y="3738035"/>
            <a:ext cx="97536" cy="97536"/>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40000"/>
              </a:lnSpc>
              <a:spcBef>
                <a:spcPts val="0"/>
              </a:spcBef>
              <a:spcAft>
                <a:spcPts val="0"/>
              </a:spcAft>
              <a:buClrTx/>
              <a:buSzTx/>
              <a:buFontTx/>
              <a:buNone/>
              <a:tabLst/>
              <a:defRPr/>
            </a:pPr>
            <a:endParaRPr kumimoji="0" lang="en-US" sz="2133"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49" name="TextBox 148">
            <a:extLst>
              <a:ext uri="{FF2B5EF4-FFF2-40B4-BE49-F238E27FC236}">
                <a16:creationId xmlns:a16="http://schemas.microsoft.com/office/drawing/2014/main" id="{65454013-F1C4-40C4-A882-DBB96397612C}"/>
              </a:ext>
            </a:extLst>
          </p:cNvPr>
          <p:cNvSpPr txBox="1"/>
          <p:nvPr/>
        </p:nvSpPr>
        <p:spPr>
          <a:xfrm>
            <a:off x="2208267" y="3850968"/>
            <a:ext cx="502224"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prstClr val="black"/>
                </a:solidFill>
                <a:effectLst/>
                <a:uLnTx/>
                <a:uFillTx/>
                <a:latin typeface="Boehringer Forward Text"/>
                <a:ea typeface="+mn-ea"/>
                <a:cs typeface="+mn-cs"/>
              </a:rPr>
              <a:t>NiSOD</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50" name="Oval 149">
            <a:extLst>
              <a:ext uri="{FF2B5EF4-FFF2-40B4-BE49-F238E27FC236}">
                <a16:creationId xmlns:a16="http://schemas.microsoft.com/office/drawing/2014/main" id="{FE2670E4-CB2A-D23E-2EDB-1383E02F04BF}"/>
              </a:ext>
            </a:extLst>
          </p:cNvPr>
          <p:cNvSpPr/>
          <p:nvPr/>
        </p:nvSpPr>
        <p:spPr bwMode="gray">
          <a:xfrm>
            <a:off x="2393495" y="3990395"/>
            <a:ext cx="97536" cy="97536"/>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40000"/>
              </a:lnSpc>
              <a:spcBef>
                <a:spcPts val="0"/>
              </a:spcBef>
              <a:spcAft>
                <a:spcPts val="0"/>
              </a:spcAft>
              <a:buClrTx/>
              <a:buSzTx/>
              <a:buFontTx/>
              <a:buNone/>
              <a:tabLst/>
              <a:defRPr/>
            </a:pPr>
            <a:endParaRPr kumimoji="0" lang="en-US" sz="2133"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51" name="TextBox 150">
            <a:extLst>
              <a:ext uri="{FF2B5EF4-FFF2-40B4-BE49-F238E27FC236}">
                <a16:creationId xmlns:a16="http://schemas.microsoft.com/office/drawing/2014/main" id="{F39995F8-843A-C1BF-793D-912CF2E4BB68}"/>
              </a:ext>
            </a:extLst>
          </p:cNvPr>
          <p:cNvSpPr txBox="1"/>
          <p:nvPr/>
        </p:nvSpPr>
        <p:spPr>
          <a:xfrm>
            <a:off x="2208267" y="4103328"/>
            <a:ext cx="502224"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prstClr val="black"/>
                </a:solidFill>
                <a:effectLst/>
                <a:uLnTx/>
                <a:uFillTx/>
                <a:latin typeface="Boehringer Forward Text"/>
                <a:ea typeface="+mn-ea"/>
                <a:cs typeface="+mn-cs"/>
              </a:rPr>
              <a:t>NiSOD</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52" name="Rectangle 23">
            <a:extLst>
              <a:ext uri="{FF2B5EF4-FFF2-40B4-BE49-F238E27FC236}">
                <a16:creationId xmlns:a16="http://schemas.microsoft.com/office/drawing/2014/main" id="{D52D8444-A582-5854-7BC9-28CEB3AA0768}"/>
              </a:ext>
            </a:extLst>
          </p:cNvPr>
          <p:cNvSpPr/>
          <p:nvPr/>
        </p:nvSpPr>
        <p:spPr>
          <a:xfrm>
            <a:off x="1565880" y="4326861"/>
            <a:ext cx="838653" cy="182880"/>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MDD adj</a:t>
            </a:r>
          </a:p>
        </p:txBody>
      </p:sp>
      <p:sp>
        <p:nvSpPr>
          <p:cNvPr id="265" name="Rectangle 264">
            <a:extLst>
              <a:ext uri="{FF2B5EF4-FFF2-40B4-BE49-F238E27FC236}">
                <a16:creationId xmlns:a16="http://schemas.microsoft.com/office/drawing/2014/main" id="{A5F2E4D0-64B9-674A-FC28-33AD0DCA5A8A}"/>
              </a:ext>
            </a:extLst>
          </p:cNvPr>
          <p:cNvSpPr/>
          <p:nvPr/>
        </p:nvSpPr>
        <p:spPr bwMode="gray">
          <a:xfrm>
            <a:off x="8106309" y="1143799"/>
            <a:ext cx="182880" cy="182880"/>
          </a:xfrm>
          <a:prstGeom prst="rect">
            <a:avLst/>
          </a:prstGeom>
          <a:noFill/>
          <a:ln w="19050">
            <a:solidFill>
              <a:srgbClr val="F62B2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40000"/>
              </a:lnSpc>
              <a:spcBef>
                <a:spcPts val="0"/>
              </a:spcBef>
              <a:spcAft>
                <a:spcPts val="0"/>
              </a:spcAft>
              <a:buClrTx/>
              <a:buSzTx/>
              <a:buFontTx/>
              <a:buNone/>
              <a:tabLst/>
              <a:defRPr/>
            </a:pPr>
            <a:endParaRPr kumimoji="0" lang="en-US" sz="2133"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66" name="TextBox 265">
            <a:extLst>
              <a:ext uri="{FF2B5EF4-FFF2-40B4-BE49-F238E27FC236}">
                <a16:creationId xmlns:a16="http://schemas.microsoft.com/office/drawing/2014/main" id="{7B1B5329-1DB4-2A49-9CBD-1C0C9000FC59}"/>
              </a:ext>
            </a:extLst>
          </p:cNvPr>
          <p:cNvSpPr txBox="1"/>
          <p:nvPr/>
        </p:nvSpPr>
        <p:spPr bwMode="gray">
          <a:xfrm>
            <a:off x="8364475" y="1103786"/>
            <a:ext cx="1573989" cy="236924"/>
          </a:xfrm>
          <a:prstGeom prst="rect">
            <a:avLst/>
          </a:prstGeom>
          <a:noFill/>
        </p:spPr>
        <p:txBody>
          <a:bodyPr wrap="square" lIns="0" tIns="0" rIns="0" bIns="0" rtlCol="0">
            <a:spAutoFit/>
          </a:bodyPr>
          <a:lstStyle/>
          <a:p>
            <a:pPr marL="0" marR="0" lvl="0" indent="0" algn="l" defTabSz="121914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Boehringer Forward Text"/>
                <a:ea typeface="+mn-ea"/>
                <a:cs typeface="+mn-cs"/>
              </a:rPr>
              <a:t>Proposed scenario</a:t>
            </a:r>
          </a:p>
        </p:txBody>
      </p:sp>
      <p:sp>
        <p:nvSpPr>
          <p:cNvPr id="267" name="Rectangle 266">
            <a:extLst>
              <a:ext uri="{FF2B5EF4-FFF2-40B4-BE49-F238E27FC236}">
                <a16:creationId xmlns:a16="http://schemas.microsoft.com/office/drawing/2014/main" id="{AA9AE7F3-C499-507B-6AF8-965328A73E0F}"/>
              </a:ext>
            </a:extLst>
          </p:cNvPr>
          <p:cNvSpPr/>
          <p:nvPr/>
        </p:nvSpPr>
        <p:spPr bwMode="gray">
          <a:xfrm>
            <a:off x="3854627" y="1143799"/>
            <a:ext cx="182880" cy="182880"/>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933"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68" name="TextBox 267">
            <a:extLst>
              <a:ext uri="{FF2B5EF4-FFF2-40B4-BE49-F238E27FC236}">
                <a16:creationId xmlns:a16="http://schemas.microsoft.com/office/drawing/2014/main" id="{15C0366A-650B-F91B-0DA1-0EE1B28E9A8F}"/>
              </a:ext>
            </a:extLst>
          </p:cNvPr>
          <p:cNvSpPr txBox="1"/>
          <p:nvPr/>
        </p:nvSpPr>
        <p:spPr bwMode="gray">
          <a:xfrm>
            <a:off x="4110067" y="1103786"/>
            <a:ext cx="2525215" cy="236924"/>
          </a:xfrm>
          <a:prstGeom prst="rect">
            <a:avLst/>
          </a:prstGeom>
          <a:noFill/>
        </p:spPr>
        <p:txBody>
          <a:bodyPr wrap="square" lIns="0" tIns="0" rIns="0" bIns="0" rtlCol="0">
            <a:spAutoFit/>
          </a:bodyPr>
          <a:lstStyle/>
          <a:p>
            <a:pPr marL="0" marR="0" lvl="0" indent="0" algn="l" defTabSz="121914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Boehringer Forward Text"/>
                <a:ea typeface="+mn-ea"/>
                <a:cs typeface="+mn-cs"/>
              </a:rPr>
              <a:t>Ph2b dose-range finding study</a:t>
            </a:r>
          </a:p>
        </p:txBody>
      </p:sp>
      <p:sp>
        <p:nvSpPr>
          <p:cNvPr id="269" name="Rectangle 268">
            <a:extLst>
              <a:ext uri="{FF2B5EF4-FFF2-40B4-BE49-F238E27FC236}">
                <a16:creationId xmlns:a16="http://schemas.microsoft.com/office/drawing/2014/main" id="{C4965E16-46EB-E7E1-DBD6-C8C61357AC79}"/>
              </a:ext>
            </a:extLst>
          </p:cNvPr>
          <p:cNvSpPr/>
          <p:nvPr/>
        </p:nvSpPr>
        <p:spPr bwMode="gray">
          <a:xfrm>
            <a:off x="6631373" y="1143799"/>
            <a:ext cx="182880" cy="182880"/>
          </a:xfrm>
          <a:prstGeom prst="rect">
            <a:avLst/>
          </a:prstGeom>
          <a:solidFill>
            <a:srgbClr val="F58A6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933"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70" name="TextBox 269">
            <a:extLst>
              <a:ext uri="{FF2B5EF4-FFF2-40B4-BE49-F238E27FC236}">
                <a16:creationId xmlns:a16="http://schemas.microsoft.com/office/drawing/2014/main" id="{A18EA08D-327B-9943-A9E3-D91FDB1055C3}"/>
              </a:ext>
            </a:extLst>
          </p:cNvPr>
          <p:cNvSpPr txBox="1"/>
          <p:nvPr/>
        </p:nvSpPr>
        <p:spPr bwMode="gray">
          <a:xfrm>
            <a:off x="6886815" y="1103785"/>
            <a:ext cx="1353003" cy="236924"/>
          </a:xfrm>
          <a:prstGeom prst="rect">
            <a:avLst/>
          </a:prstGeom>
          <a:noFill/>
        </p:spPr>
        <p:txBody>
          <a:bodyPr wrap="square" lIns="0" tIns="0" rIns="0" bIns="0" rtlCol="0">
            <a:spAutoFit/>
          </a:bodyPr>
          <a:lstStyle/>
          <a:p>
            <a:pPr marL="0" marR="0" lvl="0" indent="0" algn="l" defTabSz="121914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Boehringer Forward Text"/>
                <a:ea typeface="+mn-ea"/>
                <a:cs typeface="+mn-cs"/>
              </a:rPr>
              <a:t>Ph3 studies</a:t>
            </a:r>
          </a:p>
        </p:txBody>
      </p:sp>
      <p:sp>
        <p:nvSpPr>
          <p:cNvPr id="271" name="Rectangle 270">
            <a:extLst>
              <a:ext uri="{FF2B5EF4-FFF2-40B4-BE49-F238E27FC236}">
                <a16:creationId xmlns:a16="http://schemas.microsoft.com/office/drawing/2014/main" id="{94DDC1E0-6A3E-3615-E59A-8FB0FE89B6C6}"/>
              </a:ext>
            </a:extLst>
          </p:cNvPr>
          <p:cNvSpPr/>
          <p:nvPr/>
        </p:nvSpPr>
        <p:spPr bwMode="gray">
          <a:xfrm>
            <a:off x="1419668" y="1143799"/>
            <a:ext cx="182880" cy="182880"/>
          </a:xfrm>
          <a:prstGeom prst="rect">
            <a:avLst/>
          </a:prstGeom>
          <a:solidFill>
            <a:srgbClr val="E5E3DE"/>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933"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72" name="TextBox 271">
            <a:extLst>
              <a:ext uri="{FF2B5EF4-FFF2-40B4-BE49-F238E27FC236}">
                <a16:creationId xmlns:a16="http://schemas.microsoft.com/office/drawing/2014/main" id="{E2C40DE1-2F56-3FB2-EBA2-AB622F112F28}"/>
              </a:ext>
            </a:extLst>
          </p:cNvPr>
          <p:cNvSpPr txBox="1"/>
          <p:nvPr/>
        </p:nvSpPr>
        <p:spPr bwMode="gray">
          <a:xfrm>
            <a:off x="1675108" y="1103786"/>
            <a:ext cx="2215085" cy="236924"/>
          </a:xfrm>
          <a:prstGeom prst="rect">
            <a:avLst/>
          </a:prstGeom>
          <a:noFill/>
        </p:spPr>
        <p:txBody>
          <a:bodyPr wrap="square" lIns="0" tIns="0" rIns="0" bIns="0" rtlCol="0">
            <a:spAutoFit/>
          </a:bodyPr>
          <a:lstStyle/>
          <a:p>
            <a:pPr marL="0" marR="0" lvl="0" indent="0" algn="l" defTabSz="1219140" rtl="0" eaLnBrk="1" fontAlgn="auto" latinLnBrk="0" hangingPunct="1">
              <a:lnSpc>
                <a:spcPct val="14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solidFill>
                <a:effectLst/>
                <a:uLnTx/>
                <a:uFillTx/>
                <a:latin typeface="Boehringer Forward Text"/>
                <a:ea typeface="+mn-ea"/>
                <a:cs typeface="+mn-cs"/>
              </a:rPr>
              <a:t>Ph2a signal-finding study</a:t>
            </a:r>
          </a:p>
        </p:txBody>
      </p:sp>
      <p:sp>
        <p:nvSpPr>
          <p:cNvPr id="278" name="Oval 277">
            <a:extLst>
              <a:ext uri="{FF2B5EF4-FFF2-40B4-BE49-F238E27FC236}">
                <a16:creationId xmlns:a16="http://schemas.microsoft.com/office/drawing/2014/main" id="{3B9772A8-FA2E-BAAF-B052-D09A3891BC03}"/>
              </a:ext>
            </a:extLst>
          </p:cNvPr>
          <p:cNvSpPr/>
          <p:nvPr/>
        </p:nvSpPr>
        <p:spPr bwMode="gray">
          <a:xfrm>
            <a:off x="1471044" y="2409257"/>
            <a:ext cx="97536" cy="97536"/>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40000"/>
              </a:lnSpc>
              <a:spcBef>
                <a:spcPts val="0"/>
              </a:spcBef>
              <a:spcAft>
                <a:spcPts val="0"/>
              </a:spcAft>
              <a:buClrTx/>
              <a:buSzTx/>
              <a:buFontTx/>
              <a:buNone/>
              <a:tabLst/>
              <a:defRPr/>
            </a:pPr>
            <a:endParaRPr kumimoji="0" lang="en-US" sz="2133"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79" name="TextBox 278">
            <a:extLst>
              <a:ext uri="{FF2B5EF4-FFF2-40B4-BE49-F238E27FC236}">
                <a16:creationId xmlns:a16="http://schemas.microsoft.com/office/drawing/2014/main" id="{AA68686C-F1F0-B1E9-6516-0752FC6693BA}"/>
              </a:ext>
            </a:extLst>
          </p:cNvPr>
          <p:cNvSpPr txBox="1"/>
          <p:nvPr/>
        </p:nvSpPr>
        <p:spPr>
          <a:xfrm>
            <a:off x="1285816" y="2540817"/>
            <a:ext cx="502224"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prstClr val="black"/>
                </a:solidFill>
                <a:effectLst/>
                <a:uLnTx/>
                <a:uFillTx/>
                <a:latin typeface="Boehringer Forward Text"/>
                <a:ea typeface="+mn-ea"/>
                <a:cs typeface="+mn-cs"/>
              </a:rPr>
              <a:t>NiSOD</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0" name="Oval 279">
            <a:extLst>
              <a:ext uri="{FF2B5EF4-FFF2-40B4-BE49-F238E27FC236}">
                <a16:creationId xmlns:a16="http://schemas.microsoft.com/office/drawing/2014/main" id="{832CDDCE-9C80-C0C0-6166-5A6190AE47A8}"/>
              </a:ext>
            </a:extLst>
          </p:cNvPr>
          <p:cNvSpPr/>
          <p:nvPr/>
        </p:nvSpPr>
        <p:spPr bwMode="gray">
          <a:xfrm>
            <a:off x="1471044" y="2644684"/>
            <a:ext cx="97536" cy="97536"/>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40000"/>
              </a:lnSpc>
              <a:spcBef>
                <a:spcPts val="0"/>
              </a:spcBef>
              <a:spcAft>
                <a:spcPts val="0"/>
              </a:spcAft>
              <a:buClrTx/>
              <a:buSzTx/>
              <a:buFontTx/>
              <a:buNone/>
              <a:tabLst/>
              <a:defRPr/>
            </a:pPr>
            <a:endParaRPr kumimoji="0" lang="en-US" sz="2133"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1" name="TextBox 280">
            <a:extLst>
              <a:ext uri="{FF2B5EF4-FFF2-40B4-BE49-F238E27FC236}">
                <a16:creationId xmlns:a16="http://schemas.microsoft.com/office/drawing/2014/main" id="{04AEF81F-5955-DC06-A03D-7B39D64B9B5E}"/>
              </a:ext>
            </a:extLst>
          </p:cNvPr>
          <p:cNvSpPr txBox="1"/>
          <p:nvPr/>
        </p:nvSpPr>
        <p:spPr>
          <a:xfrm>
            <a:off x="1265496" y="2752537"/>
            <a:ext cx="502224"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prstClr val="black"/>
                </a:solidFill>
                <a:effectLst/>
                <a:uLnTx/>
                <a:uFillTx/>
                <a:latin typeface="Boehringer Forward Text"/>
                <a:ea typeface="+mn-ea"/>
                <a:cs typeface="+mn-cs"/>
              </a:rPr>
              <a:t>NiSOD</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2" name="Oval 281">
            <a:extLst>
              <a:ext uri="{FF2B5EF4-FFF2-40B4-BE49-F238E27FC236}">
                <a16:creationId xmlns:a16="http://schemas.microsoft.com/office/drawing/2014/main" id="{B07C0B65-80D7-F28D-E37B-34B278337A1B}"/>
              </a:ext>
            </a:extLst>
          </p:cNvPr>
          <p:cNvSpPr/>
          <p:nvPr/>
        </p:nvSpPr>
        <p:spPr bwMode="gray">
          <a:xfrm>
            <a:off x="1471044" y="2153635"/>
            <a:ext cx="97536" cy="97536"/>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40000"/>
              </a:lnSpc>
              <a:spcBef>
                <a:spcPts val="0"/>
              </a:spcBef>
              <a:spcAft>
                <a:spcPts val="0"/>
              </a:spcAft>
              <a:buClrTx/>
              <a:buSzTx/>
              <a:buFontTx/>
              <a:buNone/>
              <a:tabLst/>
              <a:defRPr/>
            </a:pPr>
            <a:endParaRPr kumimoji="0" lang="en-US" sz="2133"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3" name="TextBox 282">
            <a:extLst>
              <a:ext uri="{FF2B5EF4-FFF2-40B4-BE49-F238E27FC236}">
                <a16:creationId xmlns:a16="http://schemas.microsoft.com/office/drawing/2014/main" id="{76018A98-8686-A594-7B2F-E1D178C11558}"/>
              </a:ext>
            </a:extLst>
          </p:cNvPr>
          <p:cNvSpPr txBox="1"/>
          <p:nvPr/>
        </p:nvSpPr>
        <p:spPr>
          <a:xfrm>
            <a:off x="1285816" y="2266568"/>
            <a:ext cx="502224"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prstClr val="black"/>
                </a:solidFill>
                <a:effectLst/>
                <a:uLnTx/>
                <a:uFillTx/>
                <a:latin typeface="Boehringer Forward Text"/>
                <a:ea typeface="+mn-ea"/>
                <a:cs typeface="+mn-cs"/>
              </a:rPr>
              <a:t>NiSOD</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6" name="Oval 285">
            <a:extLst>
              <a:ext uri="{FF2B5EF4-FFF2-40B4-BE49-F238E27FC236}">
                <a16:creationId xmlns:a16="http://schemas.microsoft.com/office/drawing/2014/main" id="{B2CF6417-60D9-FB92-92AF-F03492913F09}"/>
              </a:ext>
            </a:extLst>
          </p:cNvPr>
          <p:cNvSpPr/>
          <p:nvPr/>
        </p:nvSpPr>
        <p:spPr bwMode="gray">
          <a:xfrm>
            <a:off x="1503904" y="3492560"/>
            <a:ext cx="97536" cy="97536"/>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40000"/>
              </a:lnSpc>
              <a:spcBef>
                <a:spcPts val="0"/>
              </a:spcBef>
              <a:spcAft>
                <a:spcPts val="0"/>
              </a:spcAft>
              <a:buClrTx/>
              <a:buSzTx/>
              <a:buFontTx/>
              <a:buNone/>
              <a:tabLst/>
              <a:defRPr/>
            </a:pPr>
            <a:endParaRPr kumimoji="0" lang="en-US" sz="2133"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87" name="TextBox 286">
            <a:extLst>
              <a:ext uri="{FF2B5EF4-FFF2-40B4-BE49-F238E27FC236}">
                <a16:creationId xmlns:a16="http://schemas.microsoft.com/office/drawing/2014/main" id="{6D3EBF21-032A-63E2-B8CE-5FC93FF1587A}"/>
              </a:ext>
            </a:extLst>
          </p:cNvPr>
          <p:cNvSpPr txBox="1"/>
          <p:nvPr/>
        </p:nvSpPr>
        <p:spPr>
          <a:xfrm>
            <a:off x="1318676" y="3605493"/>
            <a:ext cx="502224"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prstClr val="black"/>
                </a:solidFill>
                <a:effectLst/>
                <a:uLnTx/>
                <a:uFillTx/>
                <a:latin typeface="Boehringer Forward Text"/>
                <a:ea typeface="+mn-ea"/>
                <a:cs typeface="+mn-cs"/>
              </a:rPr>
              <a:t>NiSOD</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95" name="TextBox 294">
            <a:extLst>
              <a:ext uri="{FF2B5EF4-FFF2-40B4-BE49-F238E27FC236}">
                <a16:creationId xmlns:a16="http://schemas.microsoft.com/office/drawing/2014/main" id="{A20CED13-9E93-6309-0EB5-0B0225BB1D0D}"/>
              </a:ext>
            </a:extLst>
          </p:cNvPr>
          <p:cNvSpPr txBox="1"/>
          <p:nvPr/>
        </p:nvSpPr>
        <p:spPr bwMode="gray">
          <a:xfrm>
            <a:off x="8959279" y="4344374"/>
            <a:ext cx="3098804" cy="923651"/>
          </a:xfrm>
          <a:prstGeom prst="rect">
            <a:avLst/>
          </a:prstGeom>
          <a:noFill/>
        </p:spPr>
        <p:txBody>
          <a:bodyPr wrap="square" lIns="0" tIns="0" rIns="0" bIns="0" rtlCol="0">
            <a:spAutoFit/>
          </a:bodyPr>
          <a:lstStyle/>
          <a:p>
            <a:pPr marL="152396" marR="0" lvl="0" indent="-152396" algn="l" defTabSz="121914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067" b="0" i="0" u="none" strike="noStrike" kern="1200" cap="none" spc="0" normalizeH="0" baseline="0" noProof="0">
                <a:ln>
                  <a:noFill/>
                </a:ln>
                <a:solidFill>
                  <a:prstClr val="black"/>
                </a:solidFill>
                <a:effectLst/>
                <a:uLnTx/>
                <a:uFillTx/>
                <a:latin typeface="Boehringer Forward Text"/>
                <a:ea typeface="+mn-ea"/>
                <a:cs typeface="+mn-cs"/>
              </a:rPr>
              <a:t>Focus on highest value opportunity: MDD</a:t>
            </a:r>
          </a:p>
          <a:p>
            <a:pPr marL="152396" marR="0" lvl="0" indent="-152396" algn="l" defTabSz="1219140" rtl="0" eaLnBrk="1" fontAlgn="auto" latinLnBrk="0" hangingPunct="1">
              <a:lnSpc>
                <a:spcPct val="100000"/>
              </a:lnSpc>
              <a:spcBef>
                <a:spcPts val="0"/>
              </a:spcBef>
              <a:spcAft>
                <a:spcPts val="800"/>
              </a:spcAft>
              <a:buClrTx/>
              <a:buSzTx/>
              <a:buFont typeface="Arial" panose="020B0604020202020204" pitchFamily="34" charset="0"/>
              <a:buChar char="•"/>
              <a:tabLst/>
              <a:defRPr/>
            </a:pPr>
            <a:r>
              <a:rPr kumimoji="0" lang="en-US" sz="1067" b="0" i="0" u="none" strike="noStrike" kern="1200" cap="none" spc="0" normalizeH="0" baseline="0" noProof="0">
                <a:ln>
                  <a:noFill/>
                </a:ln>
                <a:solidFill>
                  <a:prstClr val="black"/>
                </a:solidFill>
                <a:effectLst/>
                <a:uLnTx/>
                <a:uFillTx/>
                <a:latin typeface="Boehringer Forward Text"/>
                <a:ea typeface="+mn-ea"/>
                <a:cs typeface="+mn-cs"/>
              </a:rPr>
              <a:t>Initiate development for other indications once MDD pivotal studies are kicked off –  as to not distract team during intense period of Ph2-Ph3 transition for MDD</a:t>
            </a:r>
          </a:p>
        </p:txBody>
      </p:sp>
      <p:grpSp>
        <p:nvGrpSpPr>
          <p:cNvPr id="299" name="Group 298">
            <a:extLst>
              <a:ext uri="{FF2B5EF4-FFF2-40B4-BE49-F238E27FC236}">
                <a16:creationId xmlns:a16="http://schemas.microsoft.com/office/drawing/2014/main" id="{CCFCF59E-3412-C1B1-AD49-51A7A442E0C9}"/>
              </a:ext>
            </a:extLst>
          </p:cNvPr>
          <p:cNvGrpSpPr/>
          <p:nvPr/>
        </p:nvGrpSpPr>
        <p:grpSpPr>
          <a:xfrm>
            <a:off x="3326853" y="4759234"/>
            <a:ext cx="3690476" cy="248962"/>
            <a:chOff x="2086989" y="2303125"/>
            <a:chExt cx="2767857" cy="186721"/>
          </a:xfrm>
        </p:grpSpPr>
        <p:sp>
          <p:nvSpPr>
            <p:cNvPr id="300" name="Rectangle 23">
              <a:extLst>
                <a:ext uri="{FF2B5EF4-FFF2-40B4-BE49-F238E27FC236}">
                  <a16:creationId xmlns:a16="http://schemas.microsoft.com/office/drawing/2014/main" id="{EF670811-204D-367A-1B36-D0FCD36C0EA8}"/>
                </a:ext>
              </a:extLst>
            </p:cNvPr>
            <p:cNvSpPr/>
            <p:nvPr/>
          </p:nvSpPr>
          <p:spPr>
            <a:xfrm>
              <a:off x="2086989" y="2303771"/>
              <a:ext cx="628990" cy="137160"/>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BD</a:t>
              </a:r>
            </a:p>
          </p:txBody>
        </p:sp>
        <p:sp>
          <p:nvSpPr>
            <p:cNvPr id="301" name="Rectangle 23">
              <a:extLst>
                <a:ext uri="{FF2B5EF4-FFF2-40B4-BE49-F238E27FC236}">
                  <a16:creationId xmlns:a16="http://schemas.microsoft.com/office/drawing/2014/main" id="{6BE260FD-9697-3F1E-3F93-46B28D41CBED}"/>
                </a:ext>
              </a:extLst>
            </p:cNvPr>
            <p:cNvSpPr/>
            <p:nvPr/>
          </p:nvSpPr>
          <p:spPr>
            <a:xfrm>
              <a:off x="3056718" y="2303125"/>
              <a:ext cx="808383" cy="137160"/>
            </a:xfrm>
            <a:prstGeom prst="rect">
              <a:avLst/>
            </a:prstGeom>
            <a:solidFill>
              <a:srgbClr val="F58A6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BD</a:t>
              </a:r>
            </a:p>
          </p:txBody>
        </p:sp>
        <p:sp>
          <p:nvSpPr>
            <p:cNvPr id="302" name="Diamond 301">
              <a:extLst>
                <a:ext uri="{FF2B5EF4-FFF2-40B4-BE49-F238E27FC236}">
                  <a16:creationId xmlns:a16="http://schemas.microsoft.com/office/drawing/2014/main" id="{8DF7BF05-62DC-7F7F-6D37-6169CCF424D7}"/>
                </a:ext>
              </a:extLst>
            </p:cNvPr>
            <p:cNvSpPr/>
            <p:nvPr/>
          </p:nvSpPr>
          <p:spPr>
            <a:xfrm>
              <a:off x="3962801" y="2325481"/>
              <a:ext cx="91440" cy="9144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303" name="TextBox 302">
              <a:extLst>
                <a:ext uri="{FF2B5EF4-FFF2-40B4-BE49-F238E27FC236}">
                  <a16:creationId xmlns:a16="http://schemas.microsoft.com/office/drawing/2014/main" id="{8B404E3F-3F49-9E2B-38DE-693C107600C9}"/>
                </a:ext>
              </a:extLst>
            </p:cNvPr>
            <p:cNvSpPr txBox="1"/>
            <p:nvPr/>
          </p:nvSpPr>
          <p:spPr>
            <a:xfrm>
              <a:off x="3839444" y="2409054"/>
              <a:ext cx="376668" cy="8079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NDA</a:t>
              </a:r>
            </a:p>
          </p:txBody>
        </p:sp>
        <p:sp>
          <p:nvSpPr>
            <p:cNvPr id="304" name="Diamond 303">
              <a:extLst>
                <a:ext uri="{FF2B5EF4-FFF2-40B4-BE49-F238E27FC236}">
                  <a16:creationId xmlns:a16="http://schemas.microsoft.com/office/drawing/2014/main" id="{70D150E6-0CE7-3646-44E5-09E998FEF03A}"/>
                </a:ext>
              </a:extLst>
            </p:cNvPr>
            <p:cNvSpPr/>
            <p:nvPr/>
          </p:nvSpPr>
          <p:spPr>
            <a:xfrm>
              <a:off x="4303096" y="2325481"/>
              <a:ext cx="91440" cy="9144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305" name="TextBox 304">
              <a:extLst>
                <a:ext uri="{FF2B5EF4-FFF2-40B4-BE49-F238E27FC236}">
                  <a16:creationId xmlns:a16="http://schemas.microsoft.com/office/drawing/2014/main" id="{8F6C8710-6C0E-EEBF-5CBF-FCD9AD632B3A}"/>
                </a:ext>
              </a:extLst>
            </p:cNvPr>
            <p:cNvSpPr txBox="1"/>
            <p:nvPr/>
          </p:nvSpPr>
          <p:spPr>
            <a:xfrm>
              <a:off x="4383594" y="2334918"/>
              <a:ext cx="471252" cy="80791"/>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US approval</a:t>
              </a:r>
            </a:p>
          </p:txBody>
        </p:sp>
      </p:grpSp>
      <p:sp>
        <p:nvSpPr>
          <p:cNvPr id="306" name="Rectangle 23">
            <a:extLst>
              <a:ext uri="{FF2B5EF4-FFF2-40B4-BE49-F238E27FC236}">
                <a16:creationId xmlns:a16="http://schemas.microsoft.com/office/drawing/2014/main" id="{1397618D-A53C-ABAB-87EA-BA825414C661}"/>
              </a:ext>
            </a:extLst>
          </p:cNvPr>
          <p:cNvSpPr/>
          <p:nvPr/>
        </p:nvSpPr>
        <p:spPr>
          <a:xfrm>
            <a:off x="4810195" y="4975909"/>
            <a:ext cx="1077844" cy="182880"/>
          </a:xfrm>
          <a:prstGeom prst="rect">
            <a:avLst/>
          </a:prstGeom>
          <a:solidFill>
            <a:srgbClr val="F58A6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PTSD</a:t>
            </a:r>
          </a:p>
        </p:txBody>
      </p:sp>
      <p:sp>
        <p:nvSpPr>
          <p:cNvPr id="307" name="Diamond 306">
            <a:extLst>
              <a:ext uri="{FF2B5EF4-FFF2-40B4-BE49-F238E27FC236}">
                <a16:creationId xmlns:a16="http://schemas.microsoft.com/office/drawing/2014/main" id="{DE36C914-8B2B-AC33-6BFB-8E769EC3C215}"/>
              </a:ext>
            </a:extLst>
          </p:cNvPr>
          <p:cNvSpPr/>
          <p:nvPr/>
        </p:nvSpPr>
        <p:spPr>
          <a:xfrm>
            <a:off x="6018305" y="4998944"/>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308" name="TextBox 307">
            <a:extLst>
              <a:ext uri="{FF2B5EF4-FFF2-40B4-BE49-F238E27FC236}">
                <a16:creationId xmlns:a16="http://schemas.microsoft.com/office/drawing/2014/main" id="{423C999E-BE7C-EA95-00EA-AB466FC3FC7B}"/>
              </a:ext>
            </a:extLst>
          </p:cNvPr>
          <p:cNvSpPr txBox="1"/>
          <p:nvPr/>
        </p:nvSpPr>
        <p:spPr>
          <a:xfrm>
            <a:off x="5853829" y="5103601"/>
            <a:ext cx="502224"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NDA</a:t>
            </a:r>
          </a:p>
        </p:txBody>
      </p:sp>
      <p:sp>
        <p:nvSpPr>
          <p:cNvPr id="309" name="Diamond 308">
            <a:extLst>
              <a:ext uri="{FF2B5EF4-FFF2-40B4-BE49-F238E27FC236}">
                <a16:creationId xmlns:a16="http://schemas.microsoft.com/office/drawing/2014/main" id="{5E7E30A8-C9A6-295E-F256-3C7189EE06D1}"/>
              </a:ext>
            </a:extLst>
          </p:cNvPr>
          <p:cNvSpPr/>
          <p:nvPr/>
        </p:nvSpPr>
        <p:spPr>
          <a:xfrm>
            <a:off x="6472032" y="5012491"/>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310" name="TextBox 309">
            <a:extLst>
              <a:ext uri="{FF2B5EF4-FFF2-40B4-BE49-F238E27FC236}">
                <a16:creationId xmlns:a16="http://schemas.microsoft.com/office/drawing/2014/main" id="{35D09C69-460F-5DB0-28B8-2A283AD6B02E}"/>
              </a:ext>
            </a:extLst>
          </p:cNvPr>
          <p:cNvSpPr txBox="1"/>
          <p:nvPr/>
        </p:nvSpPr>
        <p:spPr>
          <a:xfrm>
            <a:off x="6579363" y="5025073"/>
            <a:ext cx="628336"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US approval</a:t>
            </a:r>
          </a:p>
        </p:txBody>
      </p:sp>
      <p:sp>
        <p:nvSpPr>
          <p:cNvPr id="311" name="Rectangle 23">
            <a:extLst>
              <a:ext uri="{FF2B5EF4-FFF2-40B4-BE49-F238E27FC236}">
                <a16:creationId xmlns:a16="http://schemas.microsoft.com/office/drawing/2014/main" id="{BCFD40F1-22CA-B96A-338C-EEA30D52D436}"/>
              </a:ext>
            </a:extLst>
          </p:cNvPr>
          <p:cNvSpPr/>
          <p:nvPr/>
        </p:nvSpPr>
        <p:spPr>
          <a:xfrm>
            <a:off x="4821006" y="5195859"/>
            <a:ext cx="1077844" cy="182880"/>
          </a:xfrm>
          <a:prstGeom prst="rect">
            <a:avLst/>
          </a:prstGeom>
          <a:solidFill>
            <a:srgbClr val="F58A6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OCD</a:t>
            </a:r>
          </a:p>
        </p:txBody>
      </p:sp>
      <p:sp>
        <p:nvSpPr>
          <p:cNvPr id="312" name="Diamond 311">
            <a:extLst>
              <a:ext uri="{FF2B5EF4-FFF2-40B4-BE49-F238E27FC236}">
                <a16:creationId xmlns:a16="http://schemas.microsoft.com/office/drawing/2014/main" id="{5D9FFBE9-A5C1-0A77-7A18-B5C6839BCAAC}"/>
              </a:ext>
            </a:extLst>
          </p:cNvPr>
          <p:cNvSpPr/>
          <p:nvPr/>
        </p:nvSpPr>
        <p:spPr>
          <a:xfrm>
            <a:off x="6029116" y="5225667"/>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313" name="Diamond 312">
            <a:extLst>
              <a:ext uri="{FF2B5EF4-FFF2-40B4-BE49-F238E27FC236}">
                <a16:creationId xmlns:a16="http://schemas.microsoft.com/office/drawing/2014/main" id="{9788BA00-B486-8DFD-A1C8-EA82CA202009}"/>
              </a:ext>
            </a:extLst>
          </p:cNvPr>
          <p:cNvSpPr/>
          <p:nvPr/>
        </p:nvSpPr>
        <p:spPr>
          <a:xfrm>
            <a:off x="6482843" y="5225667"/>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314" name="TextBox 313">
            <a:extLst>
              <a:ext uri="{FF2B5EF4-FFF2-40B4-BE49-F238E27FC236}">
                <a16:creationId xmlns:a16="http://schemas.microsoft.com/office/drawing/2014/main" id="{3322E7A4-2D2A-51E6-5DF6-900161F7A8F3}"/>
              </a:ext>
            </a:extLst>
          </p:cNvPr>
          <p:cNvSpPr txBox="1"/>
          <p:nvPr/>
        </p:nvSpPr>
        <p:spPr>
          <a:xfrm>
            <a:off x="6590173" y="5238249"/>
            <a:ext cx="628336"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US approval</a:t>
            </a:r>
          </a:p>
        </p:txBody>
      </p:sp>
      <p:sp>
        <p:nvSpPr>
          <p:cNvPr id="315" name="Diamond 314">
            <a:extLst>
              <a:ext uri="{FF2B5EF4-FFF2-40B4-BE49-F238E27FC236}">
                <a16:creationId xmlns:a16="http://schemas.microsoft.com/office/drawing/2014/main" id="{950ECA47-AE57-DBC9-C4B9-278742B0592A}"/>
              </a:ext>
            </a:extLst>
          </p:cNvPr>
          <p:cNvSpPr/>
          <p:nvPr/>
        </p:nvSpPr>
        <p:spPr>
          <a:xfrm>
            <a:off x="3146575" y="5249044"/>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grpSp>
        <p:nvGrpSpPr>
          <p:cNvPr id="316" name="Group 315">
            <a:extLst>
              <a:ext uri="{FF2B5EF4-FFF2-40B4-BE49-F238E27FC236}">
                <a16:creationId xmlns:a16="http://schemas.microsoft.com/office/drawing/2014/main" id="{085009DC-3072-B891-9E71-84CDADC43824}"/>
              </a:ext>
            </a:extLst>
          </p:cNvPr>
          <p:cNvGrpSpPr/>
          <p:nvPr/>
        </p:nvGrpSpPr>
        <p:grpSpPr>
          <a:xfrm>
            <a:off x="3495326" y="4964231"/>
            <a:ext cx="838655" cy="213636"/>
            <a:chOff x="2086988" y="1817516"/>
            <a:chExt cx="628991" cy="160227"/>
          </a:xfrm>
        </p:grpSpPr>
        <p:sp>
          <p:nvSpPr>
            <p:cNvPr id="317" name="Rectangle 23">
              <a:extLst>
                <a:ext uri="{FF2B5EF4-FFF2-40B4-BE49-F238E27FC236}">
                  <a16:creationId xmlns:a16="http://schemas.microsoft.com/office/drawing/2014/main" id="{94B3B14E-8E25-255E-FE42-7A8581B1F6F3}"/>
                </a:ext>
              </a:extLst>
            </p:cNvPr>
            <p:cNvSpPr/>
            <p:nvPr/>
          </p:nvSpPr>
          <p:spPr>
            <a:xfrm>
              <a:off x="2086989" y="1823953"/>
              <a:ext cx="628990" cy="137160"/>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933"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18" name="Rectangle 23">
              <a:extLst>
                <a:ext uri="{FF2B5EF4-FFF2-40B4-BE49-F238E27FC236}">
                  <a16:creationId xmlns:a16="http://schemas.microsoft.com/office/drawing/2014/main" id="{D89F6963-EAC9-A8EB-3497-8E53F090409E}"/>
                </a:ext>
              </a:extLst>
            </p:cNvPr>
            <p:cNvSpPr/>
            <p:nvPr/>
          </p:nvSpPr>
          <p:spPr>
            <a:xfrm>
              <a:off x="2093022" y="1827844"/>
              <a:ext cx="266981" cy="139175"/>
            </a:xfrm>
            <a:prstGeom prst="rect">
              <a:avLst/>
            </a:prstGeom>
            <a:solidFill>
              <a:srgbClr val="E5E3DE"/>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933"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19" name="Isosceles Triangle 318">
              <a:extLst>
                <a:ext uri="{FF2B5EF4-FFF2-40B4-BE49-F238E27FC236}">
                  <a16:creationId xmlns:a16="http://schemas.microsoft.com/office/drawing/2014/main" id="{928E652C-55BF-56E8-BDCD-374A2C0B1843}"/>
                </a:ext>
              </a:extLst>
            </p:cNvPr>
            <p:cNvSpPr/>
            <p:nvPr/>
          </p:nvSpPr>
          <p:spPr bwMode="gray">
            <a:xfrm>
              <a:off x="2345026" y="1932023"/>
              <a:ext cx="45720" cy="45720"/>
            </a:xfrm>
            <a:prstGeom prst="triangl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40000"/>
                </a:lnSpc>
                <a:spcBef>
                  <a:spcPts val="0"/>
                </a:spcBef>
                <a:spcAft>
                  <a:spcPts val="0"/>
                </a:spcAft>
                <a:buClrTx/>
                <a:buSzTx/>
                <a:buFontTx/>
                <a:buNone/>
                <a:tabLst/>
                <a:defRPr/>
              </a:pPr>
              <a:endParaRPr kumimoji="0" lang="en-US" sz="2133"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20" name="TextBox 319">
              <a:extLst>
                <a:ext uri="{FF2B5EF4-FFF2-40B4-BE49-F238E27FC236}">
                  <a16:creationId xmlns:a16="http://schemas.microsoft.com/office/drawing/2014/main" id="{C8E82EFA-9F7F-B772-02B0-198EE58E8AC6}"/>
                </a:ext>
              </a:extLst>
            </p:cNvPr>
            <p:cNvSpPr txBox="1"/>
            <p:nvPr/>
          </p:nvSpPr>
          <p:spPr bwMode="gray">
            <a:xfrm>
              <a:off x="2086988" y="1817516"/>
              <a:ext cx="628987" cy="138211"/>
            </a:xfrm>
            <a:prstGeom prst="rect">
              <a:avLst/>
            </a:prstGeom>
            <a:noFill/>
          </p:spPr>
          <p:txBody>
            <a:bodyPr wrap="square" lIns="0" tIns="0" rIns="0" bIns="0" rtlCol="0">
              <a:spAutoFit/>
            </a:bodyPr>
            <a:lstStyle/>
            <a:p>
              <a:pPr marL="0" marR="0" lvl="0" indent="0" algn="ctr" defTabSz="1219140" rtl="0" eaLnBrk="1" fontAlgn="auto" latinLnBrk="0" hangingPunct="1">
                <a:lnSpc>
                  <a:spcPct val="14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PTSD</a:t>
              </a:r>
            </a:p>
          </p:txBody>
        </p:sp>
      </p:grpSp>
      <p:grpSp>
        <p:nvGrpSpPr>
          <p:cNvPr id="321" name="Group 320">
            <a:extLst>
              <a:ext uri="{FF2B5EF4-FFF2-40B4-BE49-F238E27FC236}">
                <a16:creationId xmlns:a16="http://schemas.microsoft.com/office/drawing/2014/main" id="{652F52AB-E017-85DB-1797-F1DC33DF7454}"/>
              </a:ext>
            </a:extLst>
          </p:cNvPr>
          <p:cNvGrpSpPr/>
          <p:nvPr/>
        </p:nvGrpSpPr>
        <p:grpSpPr>
          <a:xfrm>
            <a:off x="3498483" y="5179493"/>
            <a:ext cx="838655" cy="213636"/>
            <a:chOff x="2086988" y="1817516"/>
            <a:chExt cx="628991" cy="160227"/>
          </a:xfrm>
        </p:grpSpPr>
        <p:sp>
          <p:nvSpPr>
            <p:cNvPr id="322" name="Rectangle 23">
              <a:extLst>
                <a:ext uri="{FF2B5EF4-FFF2-40B4-BE49-F238E27FC236}">
                  <a16:creationId xmlns:a16="http://schemas.microsoft.com/office/drawing/2014/main" id="{24920F39-4A1C-743E-388D-0651DC34748C}"/>
                </a:ext>
              </a:extLst>
            </p:cNvPr>
            <p:cNvSpPr/>
            <p:nvPr/>
          </p:nvSpPr>
          <p:spPr>
            <a:xfrm>
              <a:off x="2086989" y="1823953"/>
              <a:ext cx="628990" cy="137160"/>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933"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23" name="Rectangle 23">
              <a:extLst>
                <a:ext uri="{FF2B5EF4-FFF2-40B4-BE49-F238E27FC236}">
                  <a16:creationId xmlns:a16="http://schemas.microsoft.com/office/drawing/2014/main" id="{6682D3B7-0363-EFBB-0E79-3AC3B8C2C4E0}"/>
                </a:ext>
              </a:extLst>
            </p:cNvPr>
            <p:cNvSpPr/>
            <p:nvPr/>
          </p:nvSpPr>
          <p:spPr>
            <a:xfrm>
              <a:off x="2093022" y="1827844"/>
              <a:ext cx="266981" cy="139175"/>
            </a:xfrm>
            <a:prstGeom prst="rect">
              <a:avLst/>
            </a:prstGeom>
            <a:solidFill>
              <a:srgbClr val="E5E3DE"/>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endParaRPr kumimoji="0" lang="en-US" sz="933"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24" name="Isosceles Triangle 323">
              <a:extLst>
                <a:ext uri="{FF2B5EF4-FFF2-40B4-BE49-F238E27FC236}">
                  <a16:creationId xmlns:a16="http://schemas.microsoft.com/office/drawing/2014/main" id="{481AE559-522B-A153-1617-DEF48858DE75}"/>
                </a:ext>
              </a:extLst>
            </p:cNvPr>
            <p:cNvSpPr/>
            <p:nvPr/>
          </p:nvSpPr>
          <p:spPr bwMode="gray">
            <a:xfrm>
              <a:off x="2345026" y="1932023"/>
              <a:ext cx="45720" cy="45720"/>
            </a:xfrm>
            <a:prstGeom prst="triangl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40000"/>
                </a:lnSpc>
                <a:spcBef>
                  <a:spcPts val="0"/>
                </a:spcBef>
                <a:spcAft>
                  <a:spcPts val="0"/>
                </a:spcAft>
                <a:buClrTx/>
                <a:buSzTx/>
                <a:buFontTx/>
                <a:buNone/>
                <a:tabLst/>
                <a:defRPr/>
              </a:pPr>
              <a:endParaRPr kumimoji="0" lang="en-US" sz="2133"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25" name="TextBox 324">
              <a:extLst>
                <a:ext uri="{FF2B5EF4-FFF2-40B4-BE49-F238E27FC236}">
                  <a16:creationId xmlns:a16="http://schemas.microsoft.com/office/drawing/2014/main" id="{47F52242-45A4-34EC-F0EA-724189329BBF}"/>
                </a:ext>
              </a:extLst>
            </p:cNvPr>
            <p:cNvSpPr txBox="1"/>
            <p:nvPr/>
          </p:nvSpPr>
          <p:spPr bwMode="gray">
            <a:xfrm>
              <a:off x="2086988" y="1817516"/>
              <a:ext cx="628987" cy="138211"/>
            </a:xfrm>
            <a:prstGeom prst="rect">
              <a:avLst/>
            </a:prstGeom>
            <a:noFill/>
          </p:spPr>
          <p:txBody>
            <a:bodyPr wrap="square" lIns="0" tIns="0" rIns="0" bIns="0" rtlCol="0">
              <a:spAutoFit/>
            </a:bodyPr>
            <a:lstStyle/>
            <a:p>
              <a:pPr marL="0" marR="0" lvl="0" indent="0" algn="ctr" defTabSz="1219140" rtl="0" eaLnBrk="1" fontAlgn="auto" latinLnBrk="0" hangingPunct="1">
                <a:lnSpc>
                  <a:spcPct val="14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OCD</a:t>
              </a:r>
            </a:p>
          </p:txBody>
        </p:sp>
      </p:grpSp>
      <p:sp>
        <p:nvSpPr>
          <p:cNvPr id="326" name="Diamond 325">
            <a:extLst>
              <a:ext uri="{FF2B5EF4-FFF2-40B4-BE49-F238E27FC236}">
                <a16:creationId xmlns:a16="http://schemas.microsoft.com/office/drawing/2014/main" id="{DA801090-AAD6-F8EC-B4CD-CCA248CB6ABE}"/>
              </a:ext>
            </a:extLst>
          </p:cNvPr>
          <p:cNvSpPr/>
          <p:nvPr/>
        </p:nvSpPr>
        <p:spPr>
          <a:xfrm>
            <a:off x="3146575" y="4996412"/>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327" name="TextBox 326">
            <a:extLst>
              <a:ext uri="{FF2B5EF4-FFF2-40B4-BE49-F238E27FC236}">
                <a16:creationId xmlns:a16="http://schemas.microsoft.com/office/drawing/2014/main" id="{3D624405-59B4-AE2F-B0AF-5B315C9792E4}"/>
              </a:ext>
            </a:extLst>
          </p:cNvPr>
          <p:cNvSpPr txBox="1"/>
          <p:nvPr/>
        </p:nvSpPr>
        <p:spPr>
          <a:xfrm>
            <a:off x="2963059" y="5106625"/>
            <a:ext cx="502224"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PIND</a:t>
            </a:r>
          </a:p>
        </p:txBody>
      </p:sp>
      <p:sp>
        <p:nvSpPr>
          <p:cNvPr id="328" name="Oval 327">
            <a:extLst>
              <a:ext uri="{FF2B5EF4-FFF2-40B4-BE49-F238E27FC236}">
                <a16:creationId xmlns:a16="http://schemas.microsoft.com/office/drawing/2014/main" id="{1A41FA4C-E60D-6D1A-EE6B-A0759A266B2E}"/>
              </a:ext>
            </a:extLst>
          </p:cNvPr>
          <p:cNvSpPr/>
          <p:nvPr/>
        </p:nvSpPr>
        <p:spPr bwMode="gray">
          <a:xfrm>
            <a:off x="2853343" y="5024439"/>
            <a:ext cx="97536" cy="97536"/>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40000"/>
              </a:lnSpc>
              <a:spcBef>
                <a:spcPts val="0"/>
              </a:spcBef>
              <a:spcAft>
                <a:spcPts val="0"/>
              </a:spcAft>
              <a:buClrTx/>
              <a:buSzTx/>
              <a:buFontTx/>
              <a:buNone/>
              <a:tabLst/>
              <a:defRPr/>
            </a:pPr>
            <a:endParaRPr kumimoji="0" lang="en-US" sz="2133"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29" name="TextBox 328">
            <a:extLst>
              <a:ext uri="{FF2B5EF4-FFF2-40B4-BE49-F238E27FC236}">
                <a16:creationId xmlns:a16="http://schemas.microsoft.com/office/drawing/2014/main" id="{AD0083D4-5A12-A0E5-EC94-F747305169EF}"/>
              </a:ext>
            </a:extLst>
          </p:cNvPr>
          <p:cNvSpPr txBox="1"/>
          <p:nvPr/>
        </p:nvSpPr>
        <p:spPr>
          <a:xfrm>
            <a:off x="2668115" y="5155999"/>
            <a:ext cx="502224"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prstClr val="black"/>
                </a:solidFill>
                <a:effectLst/>
                <a:uLnTx/>
                <a:uFillTx/>
                <a:latin typeface="Boehringer Forward Text"/>
                <a:ea typeface="+mn-ea"/>
                <a:cs typeface="+mn-cs"/>
              </a:rPr>
              <a:t>NiSOD</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30" name="Oval 329">
            <a:extLst>
              <a:ext uri="{FF2B5EF4-FFF2-40B4-BE49-F238E27FC236}">
                <a16:creationId xmlns:a16="http://schemas.microsoft.com/office/drawing/2014/main" id="{BC605374-2A1E-945D-E712-468298A7B905}"/>
              </a:ext>
            </a:extLst>
          </p:cNvPr>
          <p:cNvSpPr/>
          <p:nvPr/>
        </p:nvSpPr>
        <p:spPr bwMode="gray">
          <a:xfrm>
            <a:off x="2853343" y="5259865"/>
            <a:ext cx="97536" cy="97536"/>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40000"/>
              </a:lnSpc>
              <a:spcBef>
                <a:spcPts val="0"/>
              </a:spcBef>
              <a:spcAft>
                <a:spcPts val="0"/>
              </a:spcAft>
              <a:buClrTx/>
              <a:buSzTx/>
              <a:buFontTx/>
              <a:buNone/>
              <a:tabLst/>
              <a:defRPr/>
            </a:pPr>
            <a:endParaRPr kumimoji="0" lang="en-US" sz="2133"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31" name="Oval 330">
            <a:extLst>
              <a:ext uri="{FF2B5EF4-FFF2-40B4-BE49-F238E27FC236}">
                <a16:creationId xmlns:a16="http://schemas.microsoft.com/office/drawing/2014/main" id="{10F2A8DA-7C88-BF40-9637-2ABF586802DC}"/>
              </a:ext>
            </a:extLst>
          </p:cNvPr>
          <p:cNvSpPr/>
          <p:nvPr/>
        </p:nvSpPr>
        <p:spPr bwMode="gray">
          <a:xfrm>
            <a:off x="2853343" y="4768816"/>
            <a:ext cx="97536" cy="97536"/>
          </a:xfrm>
          <a:prstGeom prst="ellipse">
            <a:avLst/>
          </a:prstGeom>
          <a:solidFill>
            <a:schemeClr val="tx1"/>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40000"/>
              </a:lnSpc>
              <a:spcBef>
                <a:spcPts val="0"/>
              </a:spcBef>
              <a:spcAft>
                <a:spcPts val="0"/>
              </a:spcAft>
              <a:buClrTx/>
              <a:buSzTx/>
              <a:buFontTx/>
              <a:buNone/>
              <a:tabLst/>
              <a:defRPr/>
            </a:pPr>
            <a:endParaRPr kumimoji="0" lang="en-US" sz="2133"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32" name="TextBox 331">
            <a:extLst>
              <a:ext uri="{FF2B5EF4-FFF2-40B4-BE49-F238E27FC236}">
                <a16:creationId xmlns:a16="http://schemas.microsoft.com/office/drawing/2014/main" id="{FF102982-6E93-8BCA-A922-0F7DD342F6EB}"/>
              </a:ext>
            </a:extLst>
          </p:cNvPr>
          <p:cNvSpPr txBox="1"/>
          <p:nvPr/>
        </p:nvSpPr>
        <p:spPr>
          <a:xfrm>
            <a:off x="2668115" y="4881749"/>
            <a:ext cx="502224"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prstClr val="black"/>
                </a:solidFill>
                <a:effectLst/>
                <a:uLnTx/>
                <a:uFillTx/>
                <a:latin typeface="Boehringer Forward Text"/>
                <a:ea typeface="+mn-ea"/>
                <a:cs typeface="+mn-cs"/>
              </a:rPr>
              <a:t>NiSOD</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35" name="TextBox 334">
            <a:extLst>
              <a:ext uri="{FF2B5EF4-FFF2-40B4-BE49-F238E27FC236}">
                <a16:creationId xmlns:a16="http://schemas.microsoft.com/office/drawing/2014/main" id="{0D64B6C3-3D5E-9246-DB10-BDEB61F4392F}"/>
              </a:ext>
            </a:extLst>
          </p:cNvPr>
          <p:cNvSpPr txBox="1"/>
          <p:nvPr/>
        </p:nvSpPr>
        <p:spPr>
          <a:xfrm>
            <a:off x="2668115" y="5401196"/>
            <a:ext cx="502224"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err="1">
                <a:ln>
                  <a:noFill/>
                </a:ln>
                <a:solidFill>
                  <a:prstClr val="black"/>
                </a:solidFill>
                <a:effectLst/>
                <a:uLnTx/>
                <a:uFillTx/>
                <a:latin typeface="Boehringer Forward Text"/>
                <a:ea typeface="+mn-ea"/>
                <a:cs typeface="+mn-cs"/>
              </a:rPr>
              <a:t>NiSOD</a:t>
            </a:r>
            <a:endParaRPr kumimoji="0" lang="en-US" sz="7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 name="Rectangle 23">
            <a:extLst>
              <a:ext uri="{FF2B5EF4-FFF2-40B4-BE49-F238E27FC236}">
                <a16:creationId xmlns:a16="http://schemas.microsoft.com/office/drawing/2014/main" id="{485611F2-E416-9222-E639-521217BC3141}"/>
              </a:ext>
            </a:extLst>
          </p:cNvPr>
          <p:cNvSpPr/>
          <p:nvPr/>
        </p:nvSpPr>
        <p:spPr>
          <a:xfrm>
            <a:off x="2824980" y="3050560"/>
            <a:ext cx="975360" cy="182880"/>
          </a:xfrm>
          <a:prstGeom prst="rect">
            <a:avLst/>
          </a:prstGeom>
          <a:solidFill>
            <a:srgbClr val="F58A6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MDD mono + adj</a:t>
            </a:r>
          </a:p>
        </p:txBody>
      </p:sp>
      <p:sp>
        <p:nvSpPr>
          <p:cNvPr id="5" name="Diamond 4">
            <a:extLst>
              <a:ext uri="{FF2B5EF4-FFF2-40B4-BE49-F238E27FC236}">
                <a16:creationId xmlns:a16="http://schemas.microsoft.com/office/drawing/2014/main" id="{FD1538BD-2457-5CC4-BFA1-15E8BEBFD3BD}"/>
              </a:ext>
            </a:extLst>
          </p:cNvPr>
          <p:cNvSpPr/>
          <p:nvPr/>
        </p:nvSpPr>
        <p:spPr>
          <a:xfrm>
            <a:off x="3933820" y="3046576"/>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6" name="TextBox 5">
            <a:extLst>
              <a:ext uri="{FF2B5EF4-FFF2-40B4-BE49-F238E27FC236}">
                <a16:creationId xmlns:a16="http://schemas.microsoft.com/office/drawing/2014/main" id="{7052AEF4-B2CC-396A-30A1-D3CB9340036E}"/>
              </a:ext>
            </a:extLst>
          </p:cNvPr>
          <p:cNvSpPr txBox="1"/>
          <p:nvPr/>
        </p:nvSpPr>
        <p:spPr>
          <a:xfrm>
            <a:off x="3750304" y="3156789"/>
            <a:ext cx="502224"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NDA</a:t>
            </a:r>
          </a:p>
        </p:txBody>
      </p:sp>
      <p:sp>
        <p:nvSpPr>
          <p:cNvPr id="7" name="Diamond 6">
            <a:extLst>
              <a:ext uri="{FF2B5EF4-FFF2-40B4-BE49-F238E27FC236}">
                <a16:creationId xmlns:a16="http://schemas.microsoft.com/office/drawing/2014/main" id="{5AA8D924-3BF1-6499-BE4D-8716725F1539}"/>
              </a:ext>
            </a:extLst>
          </p:cNvPr>
          <p:cNvSpPr/>
          <p:nvPr/>
        </p:nvSpPr>
        <p:spPr>
          <a:xfrm>
            <a:off x="4178071" y="3046576"/>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8" name="TextBox 7">
            <a:extLst>
              <a:ext uri="{FF2B5EF4-FFF2-40B4-BE49-F238E27FC236}">
                <a16:creationId xmlns:a16="http://schemas.microsoft.com/office/drawing/2014/main" id="{149CFFC5-07E4-EB13-E8B6-39C66A6E8ABA}"/>
              </a:ext>
            </a:extLst>
          </p:cNvPr>
          <p:cNvSpPr txBox="1"/>
          <p:nvPr/>
        </p:nvSpPr>
        <p:spPr>
          <a:xfrm>
            <a:off x="4285401" y="3059159"/>
            <a:ext cx="628336"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US approval</a:t>
            </a:r>
          </a:p>
        </p:txBody>
      </p:sp>
      <p:sp>
        <p:nvSpPr>
          <p:cNvPr id="9" name="Rectangle 23">
            <a:extLst>
              <a:ext uri="{FF2B5EF4-FFF2-40B4-BE49-F238E27FC236}">
                <a16:creationId xmlns:a16="http://schemas.microsoft.com/office/drawing/2014/main" id="{CC525706-50F2-1795-13D1-1BC9D6717B93}"/>
              </a:ext>
            </a:extLst>
          </p:cNvPr>
          <p:cNvSpPr/>
          <p:nvPr/>
        </p:nvSpPr>
        <p:spPr>
          <a:xfrm>
            <a:off x="2824980" y="4336396"/>
            <a:ext cx="975360" cy="182880"/>
          </a:xfrm>
          <a:prstGeom prst="rect">
            <a:avLst/>
          </a:prstGeom>
          <a:solidFill>
            <a:srgbClr val="F58A68"/>
          </a:solidFill>
          <a:ln w="190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MDD mono + adj</a:t>
            </a:r>
          </a:p>
        </p:txBody>
      </p:sp>
      <p:sp>
        <p:nvSpPr>
          <p:cNvPr id="10" name="Diamond 9">
            <a:extLst>
              <a:ext uri="{FF2B5EF4-FFF2-40B4-BE49-F238E27FC236}">
                <a16:creationId xmlns:a16="http://schemas.microsoft.com/office/drawing/2014/main" id="{B241B2C4-5A47-9228-561C-75EE94153349}"/>
              </a:ext>
            </a:extLst>
          </p:cNvPr>
          <p:cNvSpPr/>
          <p:nvPr/>
        </p:nvSpPr>
        <p:spPr>
          <a:xfrm>
            <a:off x="3933820" y="4332412"/>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11" name="TextBox 10">
            <a:extLst>
              <a:ext uri="{FF2B5EF4-FFF2-40B4-BE49-F238E27FC236}">
                <a16:creationId xmlns:a16="http://schemas.microsoft.com/office/drawing/2014/main" id="{A7FD1682-DC12-5467-2522-9E2FD5372DC8}"/>
              </a:ext>
            </a:extLst>
          </p:cNvPr>
          <p:cNvSpPr txBox="1"/>
          <p:nvPr/>
        </p:nvSpPr>
        <p:spPr>
          <a:xfrm>
            <a:off x="3750304" y="4442625"/>
            <a:ext cx="502224"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NDA</a:t>
            </a:r>
          </a:p>
        </p:txBody>
      </p:sp>
      <p:sp>
        <p:nvSpPr>
          <p:cNvPr id="12" name="Diamond 11">
            <a:extLst>
              <a:ext uri="{FF2B5EF4-FFF2-40B4-BE49-F238E27FC236}">
                <a16:creationId xmlns:a16="http://schemas.microsoft.com/office/drawing/2014/main" id="{8017119A-239C-5DFC-0B0A-8FB9A6B84393}"/>
              </a:ext>
            </a:extLst>
          </p:cNvPr>
          <p:cNvSpPr/>
          <p:nvPr/>
        </p:nvSpPr>
        <p:spPr>
          <a:xfrm>
            <a:off x="4178071" y="4332412"/>
            <a:ext cx="121920" cy="121920"/>
          </a:xfrm>
          <a:prstGeom prst="diamond">
            <a:avLst/>
          </a:prstGeom>
          <a:solidFill>
            <a:schemeClr val="tx1"/>
          </a:solidFill>
          <a:ln w="38100" cap="flat">
            <a:noFill/>
            <a:prstDash val="solid"/>
            <a:miter/>
          </a:ln>
        </p:spPr>
        <p:txBody>
          <a:bodyPr rtlCol="0" anchor="ctr"/>
          <a:lstStyle/>
          <a:p>
            <a:pPr marL="0" marR="0" lvl="0" indent="0" algn="l" defTabSz="1219140" rtl="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13" name="TextBox 12">
            <a:extLst>
              <a:ext uri="{FF2B5EF4-FFF2-40B4-BE49-F238E27FC236}">
                <a16:creationId xmlns:a16="http://schemas.microsoft.com/office/drawing/2014/main" id="{9458DB81-A748-0E9C-8D85-15C9FAC8B5D0}"/>
              </a:ext>
            </a:extLst>
          </p:cNvPr>
          <p:cNvSpPr txBox="1"/>
          <p:nvPr/>
        </p:nvSpPr>
        <p:spPr>
          <a:xfrm>
            <a:off x="4285401" y="4344995"/>
            <a:ext cx="628336" cy="107722"/>
          </a:xfrm>
          <a:prstGeom prst="rect">
            <a:avLst/>
          </a:prstGeom>
          <a:noFill/>
        </p:spPr>
        <p:txBody>
          <a:bodyPr wrap="square" lIns="0" tIns="0" rIns="0" bIns="0" rtlCol="0" anchor="ctr">
            <a:spAutoFit/>
          </a:bodyPr>
          <a:lstStyle/>
          <a:p>
            <a:pPr marL="0" marR="0" lvl="0" indent="0" algn="ctr" defTabSz="121914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prstClr val="black"/>
                </a:solidFill>
                <a:effectLst/>
                <a:uLnTx/>
                <a:uFillTx/>
                <a:latin typeface="Boehringer Forward Text"/>
                <a:ea typeface="+mn-ea"/>
                <a:cs typeface="+mn-cs"/>
              </a:rPr>
              <a:t>US approval</a:t>
            </a:r>
          </a:p>
        </p:txBody>
      </p:sp>
      <p:sp>
        <p:nvSpPr>
          <p:cNvPr id="14" name="Rectangle 23">
            <a:extLst>
              <a:ext uri="{FF2B5EF4-FFF2-40B4-BE49-F238E27FC236}">
                <a16:creationId xmlns:a16="http://schemas.microsoft.com/office/drawing/2014/main" id="{25EF612B-1035-AA69-A40F-E0F7343DA5E0}"/>
              </a:ext>
            </a:extLst>
          </p:cNvPr>
          <p:cNvSpPr/>
          <p:nvPr/>
        </p:nvSpPr>
        <p:spPr>
          <a:xfrm>
            <a:off x="1788040" y="1949433"/>
            <a:ext cx="616493" cy="182880"/>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MDD mono</a:t>
            </a:r>
          </a:p>
        </p:txBody>
      </p:sp>
      <p:sp>
        <p:nvSpPr>
          <p:cNvPr id="15" name="Rectangle 23">
            <a:extLst>
              <a:ext uri="{FF2B5EF4-FFF2-40B4-BE49-F238E27FC236}">
                <a16:creationId xmlns:a16="http://schemas.microsoft.com/office/drawing/2014/main" id="{13CC95D9-3A61-FEF1-E9A4-9945630C135E}"/>
              </a:ext>
            </a:extLst>
          </p:cNvPr>
          <p:cNvSpPr/>
          <p:nvPr/>
        </p:nvSpPr>
        <p:spPr>
          <a:xfrm>
            <a:off x="1788040" y="3271015"/>
            <a:ext cx="616493" cy="182880"/>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MDD mono</a:t>
            </a:r>
          </a:p>
        </p:txBody>
      </p:sp>
      <p:sp>
        <p:nvSpPr>
          <p:cNvPr id="17" name="Rectangle 23">
            <a:extLst>
              <a:ext uri="{FF2B5EF4-FFF2-40B4-BE49-F238E27FC236}">
                <a16:creationId xmlns:a16="http://schemas.microsoft.com/office/drawing/2014/main" id="{CD84557F-17E7-78B7-605E-3D780E64B635}"/>
              </a:ext>
            </a:extLst>
          </p:cNvPr>
          <p:cNvSpPr/>
          <p:nvPr/>
        </p:nvSpPr>
        <p:spPr>
          <a:xfrm>
            <a:off x="1788040" y="4563528"/>
            <a:ext cx="616493" cy="182880"/>
          </a:xfrm>
          <a:prstGeom prst="rect">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marR="0" lvl="0" indent="0" algn="ctr" defTabSz="1219110" rtl="0" eaLnBrk="1" fontAlgn="auto" latinLnBrk="0" hangingPunct="1">
              <a:lnSpc>
                <a:spcPct val="100000"/>
              </a:lnSpc>
              <a:spcBef>
                <a:spcPts val="0"/>
              </a:spcBef>
              <a:spcAft>
                <a:spcPts val="0"/>
              </a:spcAft>
              <a:buClrTx/>
              <a:buSzTx/>
              <a:buFontTx/>
              <a:buNone/>
              <a:tabLst/>
              <a:defRPr/>
            </a:pPr>
            <a:r>
              <a:rPr kumimoji="0" lang="en-US" sz="933" b="1" i="0" u="none" strike="noStrike" kern="1200" cap="none" spc="0" normalizeH="0" baseline="0" noProof="0">
                <a:ln>
                  <a:noFill/>
                </a:ln>
                <a:solidFill>
                  <a:prstClr val="black"/>
                </a:solidFill>
                <a:effectLst/>
                <a:uLnTx/>
                <a:uFillTx/>
                <a:latin typeface="Boehringer Forward Text"/>
                <a:ea typeface="+mn-ea"/>
                <a:cs typeface="+mn-cs"/>
              </a:rPr>
              <a:t>MDD mono</a:t>
            </a:r>
          </a:p>
        </p:txBody>
      </p:sp>
      <p:sp>
        <p:nvSpPr>
          <p:cNvPr id="19" name="Oval 18">
            <a:extLst>
              <a:ext uri="{FF2B5EF4-FFF2-40B4-BE49-F238E27FC236}">
                <a16:creationId xmlns:a16="http://schemas.microsoft.com/office/drawing/2014/main" id="{36F789A2-89F4-2110-6CE7-DE21D1A18455}"/>
              </a:ext>
            </a:extLst>
          </p:cNvPr>
          <p:cNvSpPr/>
          <p:nvPr/>
        </p:nvSpPr>
        <p:spPr>
          <a:xfrm>
            <a:off x="255195" y="2213931"/>
            <a:ext cx="182880" cy="182880"/>
          </a:xfrm>
          <a:prstGeom prst="ellipse">
            <a:avLst/>
          </a:pr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FFFFFF"/>
                </a:solidFill>
                <a:effectLst/>
                <a:uLnTx/>
                <a:uFillTx/>
                <a:latin typeface="BISansOptiCond"/>
                <a:ea typeface="+mn-ea"/>
                <a:cs typeface="+mn-cs"/>
              </a:rPr>
              <a:t>1</a:t>
            </a:r>
          </a:p>
        </p:txBody>
      </p:sp>
      <p:sp>
        <p:nvSpPr>
          <p:cNvPr id="21" name="Oval 20">
            <a:extLst>
              <a:ext uri="{FF2B5EF4-FFF2-40B4-BE49-F238E27FC236}">
                <a16:creationId xmlns:a16="http://schemas.microsoft.com/office/drawing/2014/main" id="{D4A0950A-FF22-C0E6-4B41-E6B219F0E957}"/>
              </a:ext>
            </a:extLst>
          </p:cNvPr>
          <p:cNvSpPr/>
          <p:nvPr/>
        </p:nvSpPr>
        <p:spPr>
          <a:xfrm>
            <a:off x="236259" y="3345725"/>
            <a:ext cx="182880" cy="182880"/>
          </a:xfrm>
          <a:prstGeom prst="ellipse">
            <a:avLst/>
          </a:pr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FFFFFF"/>
                </a:solidFill>
                <a:effectLst/>
                <a:uLnTx/>
                <a:uFillTx/>
                <a:latin typeface="BISansOptiCond"/>
                <a:ea typeface="+mn-ea"/>
                <a:cs typeface="+mn-cs"/>
              </a:rPr>
              <a:t>2</a:t>
            </a:r>
          </a:p>
        </p:txBody>
      </p:sp>
      <p:sp>
        <p:nvSpPr>
          <p:cNvPr id="22" name="Oval 21">
            <a:extLst>
              <a:ext uri="{FF2B5EF4-FFF2-40B4-BE49-F238E27FC236}">
                <a16:creationId xmlns:a16="http://schemas.microsoft.com/office/drawing/2014/main" id="{E8534E4A-6C9D-9D68-178D-C2B1B9C3B13B}"/>
              </a:ext>
            </a:extLst>
          </p:cNvPr>
          <p:cNvSpPr/>
          <p:nvPr/>
        </p:nvSpPr>
        <p:spPr>
          <a:xfrm>
            <a:off x="224379" y="4726889"/>
            <a:ext cx="182880" cy="182880"/>
          </a:xfrm>
          <a:prstGeom prst="ellipse">
            <a:avLst/>
          </a:pr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a:lstStyle>
          <a:p>
            <a:pPr marL="0" marR="0" lvl="0" indent="0" algn="ctr" defTabSz="914354"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FFFFFF"/>
                </a:solidFill>
                <a:effectLst/>
                <a:uLnTx/>
                <a:uFillTx/>
                <a:latin typeface="BISansOptiCond"/>
                <a:ea typeface="+mn-ea"/>
                <a:cs typeface="+mn-cs"/>
              </a:rPr>
              <a:t>3</a:t>
            </a:r>
          </a:p>
        </p:txBody>
      </p:sp>
      <p:sp>
        <p:nvSpPr>
          <p:cNvPr id="23" name="Rectangle 22">
            <a:extLst>
              <a:ext uri="{FF2B5EF4-FFF2-40B4-BE49-F238E27FC236}">
                <a16:creationId xmlns:a16="http://schemas.microsoft.com/office/drawing/2014/main" id="{EAE94B8A-8110-9BAB-204C-0ADE81352197}"/>
              </a:ext>
            </a:extLst>
          </p:cNvPr>
          <p:cNvSpPr/>
          <p:nvPr/>
        </p:nvSpPr>
        <p:spPr bwMode="gray">
          <a:xfrm>
            <a:off x="1346518" y="3691984"/>
            <a:ext cx="7539807" cy="580339"/>
          </a:xfrm>
          <a:prstGeom prst="rect">
            <a:avLst/>
          </a:prstGeom>
          <a:solidFill>
            <a:srgbClr val="EFEEEB">
              <a:alpha val="75000"/>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40000"/>
              </a:lnSpc>
              <a:spcBef>
                <a:spcPts val="0"/>
              </a:spcBef>
              <a:spcAft>
                <a:spcPts val="0"/>
              </a:spcAft>
              <a:buClrTx/>
              <a:buSzTx/>
              <a:buFontTx/>
              <a:buNone/>
              <a:tabLst/>
              <a:defRPr/>
            </a:pPr>
            <a:endParaRPr kumimoji="0" lang="en-US" sz="2133"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 name="Rectangle 23">
            <a:extLst>
              <a:ext uri="{FF2B5EF4-FFF2-40B4-BE49-F238E27FC236}">
                <a16:creationId xmlns:a16="http://schemas.microsoft.com/office/drawing/2014/main" id="{15DDC488-E77F-7F38-3FFA-94139840C7A3}"/>
              </a:ext>
            </a:extLst>
          </p:cNvPr>
          <p:cNvSpPr/>
          <p:nvPr/>
        </p:nvSpPr>
        <p:spPr bwMode="gray">
          <a:xfrm>
            <a:off x="1346517" y="2349771"/>
            <a:ext cx="7539808" cy="580339"/>
          </a:xfrm>
          <a:prstGeom prst="rect">
            <a:avLst/>
          </a:prstGeom>
          <a:solidFill>
            <a:srgbClr val="EFEEEB">
              <a:alpha val="75000"/>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40000"/>
              </a:lnSpc>
              <a:spcBef>
                <a:spcPts val="0"/>
              </a:spcBef>
              <a:spcAft>
                <a:spcPts val="0"/>
              </a:spcAft>
              <a:buClrTx/>
              <a:buSzTx/>
              <a:buFontTx/>
              <a:buNone/>
              <a:tabLst/>
              <a:defRPr/>
            </a:pPr>
            <a:endParaRPr kumimoji="0" lang="en-US" sz="2133"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5" name="Rectangle 24">
            <a:extLst>
              <a:ext uri="{FF2B5EF4-FFF2-40B4-BE49-F238E27FC236}">
                <a16:creationId xmlns:a16="http://schemas.microsoft.com/office/drawing/2014/main" id="{DA57109F-4055-D82A-0673-F3B82F481B54}"/>
              </a:ext>
            </a:extLst>
          </p:cNvPr>
          <p:cNvSpPr/>
          <p:nvPr/>
        </p:nvSpPr>
        <p:spPr bwMode="gray">
          <a:xfrm>
            <a:off x="1346517" y="4972408"/>
            <a:ext cx="7539808" cy="571417"/>
          </a:xfrm>
          <a:prstGeom prst="rect">
            <a:avLst/>
          </a:prstGeom>
          <a:solidFill>
            <a:srgbClr val="EFEEEB">
              <a:alpha val="75000"/>
            </a:srgbClr>
          </a:solid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219140" rtl="0" eaLnBrk="1" fontAlgn="auto" latinLnBrk="0" hangingPunct="1">
              <a:lnSpc>
                <a:spcPct val="140000"/>
              </a:lnSpc>
              <a:spcBef>
                <a:spcPts val="0"/>
              </a:spcBef>
              <a:spcAft>
                <a:spcPts val="0"/>
              </a:spcAft>
              <a:buClrTx/>
              <a:buSzTx/>
              <a:buFontTx/>
              <a:buNone/>
              <a:tabLst/>
              <a:defRPr/>
            </a:pPr>
            <a:endParaRPr kumimoji="0" lang="en-US" sz="2133" b="0" i="0" u="none" strike="noStrike" kern="1200" cap="none" spc="0" normalizeH="0" baseline="0" noProof="0">
              <a:ln>
                <a:noFill/>
              </a:ln>
              <a:solidFill>
                <a:prstClr val="black"/>
              </a:solidFill>
              <a:effectLst/>
              <a:uLnTx/>
              <a:uFillTx/>
              <a:latin typeface="Boehringer Forward Text"/>
              <a:ea typeface="+mn-ea"/>
              <a:cs typeface="+mn-cs"/>
            </a:endParaRPr>
          </a:p>
        </p:txBody>
      </p:sp>
    </p:spTree>
    <p:extLst>
      <p:ext uri="{BB962C8B-B14F-4D97-AF65-F5344CB8AC3E}">
        <p14:creationId xmlns:p14="http://schemas.microsoft.com/office/powerpoint/2010/main" val="20533578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453" name="Straight Connector 452">
            <a:extLst>
              <a:ext uri="{FF2B5EF4-FFF2-40B4-BE49-F238E27FC236}">
                <a16:creationId xmlns:a16="http://schemas.microsoft.com/office/drawing/2014/main" id="{78B287C9-9C4B-71DF-A901-2C1DD1119CA1}"/>
              </a:ext>
            </a:extLst>
          </p:cNvPr>
          <p:cNvCxnSpPr>
            <a:cxnSpLocks/>
          </p:cNvCxnSpPr>
          <p:nvPr/>
        </p:nvCxnSpPr>
        <p:spPr bwMode="gray">
          <a:xfrm flipH="1">
            <a:off x="2149726" y="764264"/>
            <a:ext cx="46302" cy="4937760"/>
          </a:xfrm>
          <a:prstGeom prst="line">
            <a:avLst/>
          </a:prstGeom>
          <a:ln w="12700">
            <a:solidFill>
              <a:schemeClr val="bg1">
                <a:lumMod val="65000"/>
              </a:schemeClr>
            </a:solidFill>
            <a:prstDash val="dash"/>
          </a:ln>
        </p:spPr>
        <p:style>
          <a:lnRef idx="1">
            <a:schemeClr val="accent1"/>
          </a:lnRef>
          <a:fillRef idx="0">
            <a:schemeClr val="accent1"/>
          </a:fillRef>
          <a:effectRef idx="0">
            <a:schemeClr val="accent1"/>
          </a:effectRef>
          <a:fontRef idx="minor">
            <a:schemeClr val="tx1"/>
          </a:fontRef>
        </p:style>
      </p:cxnSp>
      <p:sp>
        <p:nvSpPr>
          <p:cNvPr id="19" name="OTLSHAPE_SL_10259431108e467c83cbf6f2fc55adc3_BackgroundRectangle" hidden="1">
            <a:extLst>
              <a:ext uri="{FF2B5EF4-FFF2-40B4-BE49-F238E27FC236}">
                <a16:creationId xmlns:a16="http://schemas.microsoft.com/office/drawing/2014/main" id="{B6AD744E-8235-48F8-A4B4-2881F672065C}"/>
              </a:ext>
            </a:extLst>
          </p:cNvPr>
          <p:cNvSpPr/>
          <p:nvPr>
            <p:custDataLst>
              <p:tags r:id="rId2"/>
            </p:custDataLst>
          </p:nvPr>
        </p:nvSpPr>
        <p:spPr>
          <a:xfrm>
            <a:off x="63500" y="1485900"/>
            <a:ext cx="11290300" cy="1819910"/>
          </a:xfrm>
          <a:prstGeom prst="rect">
            <a:avLst/>
          </a:prstGeom>
          <a:solidFill>
            <a:schemeClr val="accent3">
              <a:alpha val="20000"/>
            </a:scheme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2" name="OTLSHAPE_SL2A_ba414a8aada941c4abb448c140d38140_BackgroundRectangle" hidden="1">
            <a:extLst>
              <a:ext uri="{FF2B5EF4-FFF2-40B4-BE49-F238E27FC236}">
                <a16:creationId xmlns:a16="http://schemas.microsoft.com/office/drawing/2014/main" id="{CA2EC82E-0B7E-446B-A038-8825DE3D223F}"/>
              </a:ext>
            </a:extLst>
          </p:cNvPr>
          <p:cNvSpPr/>
          <p:nvPr>
            <p:custDataLst>
              <p:tags r:id="rId3"/>
            </p:custDataLst>
          </p:nvPr>
        </p:nvSpPr>
        <p:spPr>
          <a:xfrm>
            <a:off x="1682665" y="4359063"/>
            <a:ext cx="9677400" cy="570992"/>
          </a:xfrm>
          <a:prstGeom prst="rect">
            <a:avLst/>
          </a:prstGeom>
          <a:solidFill>
            <a:srgbClr val="7D2183">
              <a:alpha val="2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4" name="OTLSHAPE_SL2A_d82a351ca0634b998af0bdc966e48faa_BackgroundRectangle" hidden="1">
            <a:extLst>
              <a:ext uri="{FF2B5EF4-FFF2-40B4-BE49-F238E27FC236}">
                <a16:creationId xmlns:a16="http://schemas.microsoft.com/office/drawing/2014/main" id="{2B611171-828A-4071-85CA-BA307F83FDC3}"/>
              </a:ext>
            </a:extLst>
          </p:cNvPr>
          <p:cNvSpPr/>
          <p:nvPr>
            <p:custDataLst>
              <p:tags r:id="rId4"/>
            </p:custDataLst>
          </p:nvPr>
        </p:nvSpPr>
        <p:spPr>
          <a:xfrm>
            <a:off x="1682665" y="3369310"/>
            <a:ext cx="9677400" cy="926253"/>
          </a:xfrm>
          <a:prstGeom prst="rect">
            <a:avLst/>
          </a:prstGeom>
          <a:solidFill>
            <a:srgbClr val="7D2183">
              <a:alpha val="2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62" name="OTLSHAPE_SL2A_906538889fa240cb81e5ad0addc7b679_BackgroundRectangle" hidden="1">
            <a:extLst>
              <a:ext uri="{FF2B5EF4-FFF2-40B4-BE49-F238E27FC236}">
                <a16:creationId xmlns:a16="http://schemas.microsoft.com/office/drawing/2014/main" id="{AD1EBA30-347F-42DF-AAA5-C9537C49A9DB}"/>
              </a:ext>
            </a:extLst>
          </p:cNvPr>
          <p:cNvSpPr/>
          <p:nvPr>
            <p:custDataLst>
              <p:tags r:id="rId5"/>
            </p:custDataLst>
          </p:nvPr>
        </p:nvSpPr>
        <p:spPr>
          <a:xfrm>
            <a:off x="1682665" y="4993555"/>
            <a:ext cx="9677400" cy="393361"/>
          </a:xfrm>
          <a:prstGeom prst="rect">
            <a:avLst/>
          </a:prstGeom>
          <a:solidFill>
            <a:srgbClr val="7D2183">
              <a:alpha val="2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OTLSHAPE_TB_00000000000000000000000000000000_LeftEndCaps" hidden="1">
            <a:extLst>
              <a:ext uri="{FF2B5EF4-FFF2-40B4-BE49-F238E27FC236}">
                <a16:creationId xmlns:a16="http://schemas.microsoft.com/office/drawing/2014/main" id="{5040282A-57CC-44CE-A9AA-5E8830275AB5}"/>
              </a:ext>
            </a:extLst>
          </p:cNvPr>
          <p:cNvSpPr txBox="1"/>
          <p:nvPr>
            <p:custDataLst>
              <p:tags r:id="rId6"/>
            </p:custDataLst>
          </p:nvPr>
        </p:nvSpPr>
        <p:spPr>
          <a:xfrm>
            <a:off x="-218302" y="15500"/>
            <a:ext cx="468077" cy="276999"/>
          </a:xfrm>
          <a:prstGeom prst="rect">
            <a:avLst/>
          </a:prstGeom>
          <a:noFill/>
        </p:spPr>
        <p:txBody>
          <a:bodyPr vert="horz" wrap="none" lIns="0" tIns="0" rIns="0" bIns="0" rtlCol="0" anchor="ctr" anchorCtr="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0" normalizeH="0" baseline="0" noProof="0">
                <a:ln>
                  <a:noFill/>
                </a:ln>
                <a:solidFill>
                  <a:srgbClr val="ED7D31"/>
                </a:solidFill>
                <a:effectLst/>
                <a:uLnTx/>
                <a:uFillTx/>
                <a:latin typeface="Calibri" panose="020F0502020204030204" pitchFamily="34" charset="0"/>
                <a:ea typeface="+mn-ea"/>
                <a:cs typeface="+mn-cs"/>
              </a:rPr>
              <a:t>2024</a:t>
            </a:r>
          </a:p>
        </p:txBody>
      </p:sp>
      <p:sp>
        <p:nvSpPr>
          <p:cNvPr id="3" name="OTLSHAPE_TB_00000000000000000000000000000000_RightEndCaps" hidden="1">
            <a:extLst>
              <a:ext uri="{FF2B5EF4-FFF2-40B4-BE49-F238E27FC236}">
                <a16:creationId xmlns:a16="http://schemas.microsoft.com/office/drawing/2014/main" id="{FD0E9606-3ED5-4238-B5EA-117297017A79}"/>
              </a:ext>
            </a:extLst>
          </p:cNvPr>
          <p:cNvSpPr txBox="1"/>
          <p:nvPr>
            <p:custDataLst>
              <p:tags r:id="rId7"/>
            </p:custDataLst>
          </p:nvPr>
        </p:nvSpPr>
        <p:spPr>
          <a:xfrm>
            <a:off x="11501284" y="199580"/>
            <a:ext cx="445507" cy="276999"/>
          </a:xfrm>
          <a:prstGeom prst="rect">
            <a:avLst/>
          </a:prstGeom>
          <a:noFill/>
        </p:spPr>
        <p:txBody>
          <a:bodyPr vert="horz" wrap="none" lIns="0" tIns="0" rIns="0" bIns="0" rtlCol="0" anchor="ctr" anchorCtr="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de-DE" sz="1800" b="1" i="0" u="none" strike="noStrike" kern="1200" cap="none" spc="-44" normalizeH="0" baseline="0" noProof="0">
                <a:ln>
                  <a:noFill/>
                </a:ln>
                <a:solidFill>
                  <a:srgbClr val="ED7D31"/>
                </a:solidFill>
                <a:effectLst/>
                <a:uLnTx/>
                <a:uFillTx/>
                <a:latin typeface="Calibri" panose="020F0502020204030204" pitchFamily="34" charset="0"/>
                <a:ea typeface="+mn-ea"/>
                <a:cs typeface="+mn-cs"/>
              </a:rPr>
              <a:t>2032</a:t>
            </a:r>
          </a:p>
        </p:txBody>
      </p:sp>
      <p:sp>
        <p:nvSpPr>
          <p:cNvPr id="250" name="OTLSHAPE_SL2A_ba414a8aada941c4abb448c140d38140_HeaderRectangle" hidden="1">
            <a:extLst>
              <a:ext uri="{FF2B5EF4-FFF2-40B4-BE49-F238E27FC236}">
                <a16:creationId xmlns:a16="http://schemas.microsoft.com/office/drawing/2014/main" id="{3830779A-86E9-4D00-BB92-5259CFA7B6E5}"/>
              </a:ext>
            </a:extLst>
          </p:cNvPr>
          <p:cNvSpPr/>
          <p:nvPr>
            <p:custDataLst>
              <p:tags r:id="rId8"/>
            </p:custDataLst>
          </p:nvPr>
        </p:nvSpPr>
        <p:spPr>
          <a:xfrm>
            <a:off x="1682665" y="4359063"/>
            <a:ext cx="0" cy="0"/>
          </a:xfrm>
          <a:prstGeom prst="rect">
            <a:avLst/>
          </a:prstGeom>
          <a:solidFill>
            <a:srgbClr val="7D2183">
              <a:alpha val="2470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6" name="OTLSHAPE_SL2A_d82a351ca0634b998af0bdc966e48faa_HeaderRectangle" hidden="1">
            <a:extLst>
              <a:ext uri="{FF2B5EF4-FFF2-40B4-BE49-F238E27FC236}">
                <a16:creationId xmlns:a16="http://schemas.microsoft.com/office/drawing/2014/main" id="{AE1BABEA-312C-4792-B182-ECE3D740F469}"/>
              </a:ext>
            </a:extLst>
          </p:cNvPr>
          <p:cNvSpPr/>
          <p:nvPr>
            <p:custDataLst>
              <p:tags r:id="rId9"/>
            </p:custDataLst>
          </p:nvPr>
        </p:nvSpPr>
        <p:spPr>
          <a:xfrm>
            <a:off x="1682665" y="3369310"/>
            <a:ext cx="0" cy="0"/>
          </a:xfrm>
          <a:prstGeom prst="rect">
            <a:avLst/>
          </a:prstGeom>
          <a:solidFill>
            <a:srgbClr val="26A1B6">
              <a:alpha val="2470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60" name="OTLSHAPE_SL2A_906538889fa240cb81e5ad0addc7b679_HeaderRectangle" hidden="1">
            <a:extLst>
              <a:ext uri="{FF2B5EF4-FFF2-40B4-BE49-F238E27FC236}">
                <a16:creationId xmlns:a16="http://schemas.microsoft.com/office/drawing/2014/main" id="{B25CFA75-FE52-422D-9619-136E5AC623E5}"/>
              </a:ext>
            </a:extLst>
          </p:cNvPr>
          <p:cNvSpPr/>
          <p:nvPr>
            <p:custDataLst>
              <p:tags r:id="rId10"/>
            </p:custDataLst>
          </p:nvPr>
        </p:nvSpPr>
        <p:spPr>
          <a:xfrm>
            <a:off x="1682665" y="4993555"/>
            <a:ext cx="0" cy="0"/>
          </a:xfrm>
          <a:prstGeom prst="rect">
            <a:avLst/>
          </a:prstGeom>
          <a:solidFill>
            <a:srgbClr val="003366">
              <a:alpha val="24706"/>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24" name="OTLSHAPE_TB_00000000000000000000000000000000_ElapsedTime" hidden="1">
            <a:extLst>
              <a:ext uri="{FF2B5EF4-FFF2-40B4-BE49-F238E27FC236}">
                <a16:creationId xmlns:a16="http://schemas.microsoft.com/office/drawing/2014/main" id="{8A271EF0-F66D-437D-B02E-D69E2E87EFD1}"/>
              </a:ext>
            </a:extLst>
          </p:cNvPr>
          <p:cNvSpPr/>
          <p:nvPr>
            <p:custDataLst>
              <p:tags r:id="rId11"/>
            </p:custDataLst>
          </p:nvPr>
        </p:nvSpPr>
        <p:spPr>
          <a:xfrm>
            <a:off x="1809665" y="1028700"/>
            <a:ext cx="0" cy="0"/>
          </a:xfrm>
          <a:prstGeom prst="roundRect">
            <a:avLst/>
          </a:prstGeom>
          <a:solidFill>
            <a:srgbClr val="FF0000">
              <a:alpha val="74902"/>
            </a:srgbClr>
          </a:solidFill>
          <a:ln w="12700" cap="flat" cmpd="sng" algn="ctr">
            <a:noFill/>
            <a:prstDash val="solid"/>
            <a:miter lim="800000"/>
          </a:ln>
          <a:effectLst/>
          <a:scene3d>
            <a:camera prst="orthographicFront"/>
            <a:lightRig rig="threePt" dir="t"/>
          </a:scene3d>
          <a:sp3d>
            <a:bevelT w="12700" h="139700"/>
          </a:sp3d>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10" name="OTLSHAPE_SLT_c0a89adbb7174021bd63e8d255f8ed18_ShapePercentage" hidden="1">
            <a:extLst>
              <a:ext uri="{FF2B5EF4-FFF2-40B4-BE49-F238E27FC236}">
                <a16:creationId xmlns:a16="http://schemas.microsoft.com/office/drawing/2014/main" id="{C9DC9E44-48F0-4933-A5A4-67E4570C3FBA}"/>
              </a:ext>
            </a:extLst>
          </p:cNvPr>
          <p:cNvSpPr/>
          <p:nvPr>
            <p:custDataLst>
              <p:tags r:id="rId12"/>
            </p:custDataLst>
          </p:nvPr>
        </p:nvSpPr>
        <p:spPr>
          <a:xfrm>
            <a:off x="2140358" y="5037921"/>
            <a:ext cx="0" cy="0"/>
          </a:xfrm>
          <a:prstGeom prst="roundRect">
            <a:avLst>
              <a:gd name="adj" fmla="val 100000"/>
            </a:avLst>
          </a:prstGeom>
          <a:solidFill>
            <a:srgbClr val="262626">
              <a:alpha val="34902"/>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41" name="OTLSHAPE_SLT_fc988bac49244c5fb03cedfcb5d874ed_ShapePercentage" hidden="1">
            <a:extLst>
              <a:ext uri="{FF2B5EF4-FFF2-40B4-BE49-F238E27FC236}">
                <a16:creationId xmlns:a16="http://schemas.microsoft.com/office/drawing/2014/main" id="{9DCEFA77-3155-4120-9CE3-DBBC7EE072ED}"/>
              </a:ext>
            </a:extLst>
          </p:cNvPr>
          <p:cNvSpPr/>
          <p:nvPr>
            <p:custDataLst>
              <p:tags r:id="rId13"/>
            </p:custDataLst>
          </p:nvPr>
        </p:nvSpPr>
        <p:spPr>
          <a:xfrm>
            <a:off x="3457327" y="3768937"/>
            <a:ext cx="0" cy="0"/>
          </a:xfrm>
          <a:prstGeom prst="roundRect">
            <a:avLst>
              <a:gd name="adj" fmla="val 100000"/>
            </a:avLst>
          </a:prstGeom>
          <a:solidFill>
            <a:srgbClr val="262626">
              <a:alpha val="34902"/>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2" name="OTLSHAPE_SLT_5e4b2d516b3444e290a2682dc4139782_ShapePercentage" hidden="1">
            <a:extLst>
              <a:ext uri="{FF2B5EF4-FFF2-40B4-BE49-F238E27FC236}">
                <a16:creationId xmlns:a16="http://schemas.microsoft.com/office/drawing/2014/main" id="{F06C738B-BDF0-425D-AF03-6D91193EBD0D}"/>
              </a:ext>
            </a:extLst>
          </p:cNvPr>
          <p:cNvSpPr/>
          <p:nvPr>
            <p:custDataLst>
              <p:tags r:id="rId14"/>
            </p:custDataLst>
          </p:nvPr>
        </p:nvSpPr>
        <p:spPr>
          <a:xfrm>
            <a:off x="2004020" y="1673437"/>
            <a:ext cx="0" cy="0"/>
          </a:xfrm>
          <a:prstGeom prst="roundRect">
            <a:avLst>
              <a:gd name="adj" fmla="val 100000"/>
            </a:avLst>
          </a:prstGeom>
          <a:solidFill>
            <a:srgbClr val="262626">
              <a:alpha val="34902"/>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1" name="OTLSHAPE_SL2A_ba414a8aada941c4abb448c140d38140_Header" hidden="1">
            <a:extLst>
              <a:ext uri="{FF2B5EF4-FFF2-40B4-BE49-F238E27FC236}">
                <a16:creationId xmlns:a16="http://schemas.microsoft.com/office/drawing/2014/main" id="{C3DF4F3C-8E1B-4536-BA9D-668E112E7F5E}"/>
              </a:ext>
            </a:extLst>
          </p:cNvPr>
          <p:cNvSpPr txBox="1"/>
          <p:nvPr>
            <p:custDataLst>
              <p:tags r:id="rId15"/>
            </p:custDataLst>
          </p:nvPr>
        </p:nvSpPr>
        <p:spPr>
          <a:xfrm>
            <a:off x="12700" y="-24450247"/>
            <a:ext cx="0" cy="0"/>
          </a:xfrm>
          <a:prstGeom prst="rect">
            <a:avLst/>
          </a:prstGeom>
          <a:noFill/>
        </p:spPr>
        <p:txBody>
          <a:bodyPr vert="horz" wrap="square" lIns="0" tIns="0" rIns="0" bIns="0" rtlCol="0" anchor="ctr" anchorCtr="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de-DE" sz="11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263" name="OTLSHAPE_SL2A_d82a351ca0634b998af0bdc966e48faa_Header" hidden="1">
            <a:extLst>
              <a:ext uri="{FF2B5EF4-FFF2-40B4-BE49-F238E27FC236}">
                <a16:creationId xmlns:a16="http://schemas.microsoft.com/office/drawing/2014/main" id="{064F6486-229A-4EB3-83FF-0441BA32BE40}"/>
              </a:ext>
            </a:extLst>
          </p:cNvPr>
          <p:cNvSpPr txBox="1"/>
          <p:nvPr>
            <p:custDataLst>
              <p:tags r:id="rId16"/>
            </p:custDataLst>
          </p:nvPr>
        </p:nvSpPr>
        <p:spPr>
          <a:xfrm>
            <a:off x="12700" y="-24365608"/>
            <a:ext cx="0" cy="0"/>
          </a:xfrm>
          <a:prstGeom prst="rect">
            <a:avLst/>
          </a:prstGeom>
          <a:noFill/>
        </p:spPr>
        <p:txBody>
          <a:bodyPr vert="horz" wrap="square" lIns="0" tIns="0" rIns="0" bIns="0" rtlCol="0" anchor="ctr" anchorCtr="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de-DE" sz="11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561" name="OTLSHAPE_SL2A_906538889fa240cb81e5ad0addc7b679_Header" hidden="1">
            <a:extLst>
              <a:ext uri="{FF2B5EF4-FFF2-40B4-BE49-F238E27FC236}">
                <a16:creationId xmlns:a16="http://schemas.microsoft.com/office/drawing/2014/main" id="{A4C7ADFA-544A-4071-8164-BBF6B1F9ADDE}"/>
              </a:ext>
            </a:extLst>
          </p:cNvPr>
          <p:cNvSpPr txBox="1"/>
          <p:nvPr>
            <p:custDataLst>
              <p:tags r:id="rId17"/>
            </p:custDataLst>
          </p:nvPr>
        </p:nvSpPr>
        <p:spPr>
          <a:xfrm>
            <a:off x="12700" y="-23096039"/>
            <a:ext cx="0" cy="0"/>
          </a:xfrm>
          <a:prstGeom prst="rect">
            <a:avLst/>
          </a:prstGeom>
          <a:noFill/>
        </p:spPr>
        <p:txBody>
          <a:bodyPr vert="horz" wrap="square" lIns="0" tIns="0" rIns="0" bIns="0" rtlCol="0" anchor="ctr" anchorCtr="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de-DE" sz="11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6" name="OTLSHAPE_TB_00000000000000000000000000000000_TodayMarkerShape" hidden="1">
            <a:extLst>
              <a:ext uri="{FF2B5EF4-FFF2-40B4-BE49-F238E27FC236}">
                <a16:creationId xmlns:a16="http://schemas.microsoft.com/office/drawing/2014/main" id="{8BAB00A8-59CB-40F0-906A-589333477C74}"/>
              </a:ext>
            </a:extLst>
          </p:cNvPr>
          <p:cNvSpPr/>
          <p:nvPr>
            <p:custDataLst>
              <p:tags r:id="rId18"/>
            </p:custDataLst>
          </p:nvPr>
        </p:nvSpPr>
        <p:spPr>
          <a:xfrm>
            <a:off x="2140720" y="1282700"/>
            <a:ext cx="76200" cy="84667"/>
          </a:xfrm>
          <a:prstGeom prst="triangle">
            <a:avLst/>
          </a:prstGeom>
          <a:solidFill>
            <a:srgbClr val="FF0000"/>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OTLSHAPE_TB_00000000000000000000000000000000_TodayMarkerText" hidden="1">
            <a:extLst>
              <a:ext uri="{FF2B5EF4-FFF2-40B4-BE49-F238E27FC236}">
                <a16:creationId xmlns:a16="http://schemas.microsoft.com/office/drawing/2014/main" id="{B0AA36AF-F677-422D-95DF-01E251CEBEE4}"/>
              </a:ext>
            </a:extLst>
          </p:cNvPr>
          <p:cNvSpPr txBox="1"/>
          <p:nvPr>
            <p:custDataLst>
              <p:tags r:id="rId19"/>
            </p:custDataLst>
          </p:nvPr>
        </p:nvSpPr>
        <p:spPr>
          <a:xfrm>
            <a:off x="1887869" y="146843"/>
            <a:ext cx="0" cy="0"/>
          </a:xfrm>
          <a:prstGeom prst="rect">
            <a:avLst/>
          </a:prstGeom>
          <a:noFill/>
        </p:spPr>
        <p:txBody>
          <a:bodyPr vert="horz" wrap="none" lIns="0" tIns="0" rIns="0" bIns="0" rtlCol="0" anchor="ctr" anchorCtr="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12" normalizeH="0" baseline="0" noProof="0">
                <a:ln>
                  <a:noFill/>
                </a:ln>
                <a:solidFill>
                  <a:prstClr val="black"/>
                </a:solidFill>
                <a:effectLst/>
                <a:uLnTx/>
                <a:uFillTx/>
                <a:latin typeface="Calibri" panose="020F0502020204030204" pitchFamily="34" charset="0"/>
                <a:ea typeface="+mn-ea"/>
                <a:cs typeface="+mn-cs"/>
              </a:rPr>
              <a:t>Today</a:t>
            </a:r>
          </a:p>
        </p:txBody>
      </p:sp>
      <p:sp>
        <p:nvSpPr>
          <p:cNvPr id="446" name="OTLSHAPE_SLM_5043f36bc9744765bfda64a96617bca9_Date" hidden="1">
            <a:extLst>
              <a:ext uri="{FF2B5EF4-FFF2-40B4-BE49-F238E27FC236}">
                <a16:creationId xmlns:a16="http://schemas.microsoft.com/office/drawing/2014/main" id="{7305189E-51D6-4031-B4C3-F0C878A2E790}"/>
              </a:ext>
            </a:extLst>
          </p:cNvPr>
          <p:cNvSpPr txBox="1"/>
          <p:nvPr>
            <p:custDataLst>
              <p:tags r:id="rId20"/>
            </p:custDataLst>
          </p:nvPr>
        </p:nvSpPr>
        <p:spPr>
          <a:xfrm>
            <a:off x="12700" y="-2285364"/>
            <a:ext cx="0" cy="0"/>
          </a:xfrm>
          <a:prstGeom prst="rect">
            <a:avLst/>
          </a:prstGeom>
          <a:noFill/>
        </p:spPr>
        <p:txBody>
          <a:bodyPr vert="horz" wrap="square" lIns="0" tIns="0" rIns="0" bIns="0" rtlCol="0" anchor="ctr" anchorCtr="0">
            <a:spAutoFit/>
          </a:bodyPr>
          <a:lstStyle/>
          <a:p>
            <a:pPr marL="0" marR="0" lvl="0" indent="0" algn="r" defTabSz="914377"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Aug 16</a:t>
            </a:r>
          </a:p>
        </p:txBody>
      </p:sp>
      <p:sp>
        <p:nvSpPr>
          <p:cNvPr id="611" name="OTLSHAPE_SLT_c0a89adbb7174021bd63e8d255f8ed18_Duration" hidden="1">
            <a:extLst>
              <a:ext uri="{FF2B5EF4-FFF2-40B4-BE49-F238E27FC236}">
                <a16:creationId xmlns:a16="http://schemas.microsoft.com/office/drawing/2014/main" id="{6BB33E6B-B092-4B69-9650-3A1019C3F1C7}"/>
              </a:ext>
            </a:extLst>
          </p:cNvPr>
          <p:cNvSpPr txBox="1"/>
          <p:nvPr>
            <p:custDataLst>
              <p:tags r:id="rId21"/>
            </p:custDataLst>
          </p:nvPr>
        </p:nvSpPr>
        <p:spPr>
          <a:xfrm>
            <a:off x="12700" y="-471316"/>
            <a:ext cx="457200" cy="153888"/>
          </a:xfrm>
          <a:prstGeom prst="rect">
            <a:avLst/>
          </a:prstGeom>
          <a:noFill/>
        </p:spPr>
        <p:txBody>
          <a:bodyPr vert="horz" wrap="square" lIns="0" tIns="0" rIns="0" bIns="0" rtlCol="0" anchor="ctr" anchorCtr="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262 days</a:t>
            </a:r>
          </a:p>
        </p:txBody>
      </p:sp>
      <p:sp>
        <p:nvSpPr>
          <p:cNvPr id="612" name="OTLSHAPE_SLT_c0a89adbb7174021bd63e8d255f8ed18_TextPercentage" hidden="1">
            <a:extLst>
              <a:ext uri="{FF2B5EF4-FFF2-40B4-BE49-F238E27FC236}">
                <a16:creationId xmlns:a16="http://schemas.microsoft.com/office/drawing/2014/main" id="{AB3535ED-0F45-4078-B2E5-F83681A94B21}"/>
              </a:ext>
            </a:extLst>
          </p:cNvPr>
          <p:cNvSpPr txBox="1"/>
          <p:nvPr>
            <p:custDataLst>
              <p:tags r:id="rId22"/>
            </p:custDataLst>
          </p:nvPr>
        </p:nvSpPr>
        <p:spPr>
          <a:xfrm>
            <a:off x="12700" y="-182225"/>
            <a:ext cx="0" cy="0"/>
          </a:xfrm>
          <a:prstGeom prst="rect">
            <a:avLst/>
          </a:prstGeom>
          <a:noFill/>
        </p:spPr>
        <p:txBody>
          <a:bodyPr vert="horz" wrap="square" lIns="0" tIns="0" rIns="0" bIns="0" rtlCol="0" anchor="ctr" anchorCtr="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613" name="OTLSHAPE_SLT_c0a89adbb7174021bd63e8d255f8ed18_StartDate" hidden="1">
            <a:extLst>
              <a:ext uri="{FF2B5EF4-FFF2-40B4-BE49-F238E27FC236}">
                <a16:creationId xmlns:a16="http://schemas.microsoft.com/office/drawing/2014/main" id="{18BBCD45-452C-435C-9A9D-F04E05F3BB6B}"/>
              </a:ext>
            </a:extLst>
          </p:cNvPr>
          <p:cNvSpPr txBox="1"/>
          <p:nvPr>
            <p:custDataLst>
              <p:tags r:id="rId23"/>
            </p:custDataLst>
          </p:nvPr>
        </p:nvSpPr>
        <p:spPr>
          <a:xfrm>
            <a:off x="12700" y="-259169"/>
            <a:ext cx="0" cy="0"/>
          </a:xfrm>
          <a:prstGeom prst="rect">
            <a:avLst/>
          </a:prstGeom>
          <a:noFill/>
        </p:spPr>
        <p:txBody>
          <a:bodyPr vert="horz" wrap="square" lIns="0" tIns="0" rIns="0" bIns="0" rtlCol="0" anchor="ctr" anchorCtr="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614" name="OTLSHAPE_SLT_c0a89adbb7174021bd63e8d255f8ed18_EndDate" hidden="1">
            <a:extLst>
              <a:ext uri="{FF2B5EF4-FFF2-40B4-BE49-F238E27FC236}">
                <a16:creationId xmlns:a16="http://schemas.microsoft.com/office/drawing/2014/main" id="{4F57D70F-B448-41B5-92EA-F3C5D73860C9}"/>
              </a:ext>
            </a:extLst>
          </p:cNvPr>
          <p:cNvSpPr txBox="1"/>
          <p:nvPr>
            <p:custDataLst>
              <p:tags r:id="rId24"/>
            </p:custDataLst>
          </p:nvPr>
        </p:nvSpPr>
        <p:spPr>
          <a:xfrm>
            <a:off x="12700" y="-259169"/>
            <a:ext cx="0" cy="0"/>
          </a:xfrm>
          <a:prstGeom prst="rect">
            <a:avLst/>
          </a:prstGeom>
          <a:noFill/>
        </p:spPr>
        <p:txBody>
          <a:bodyPr vert="horz" wrap="square" lIns="0" tIns="0" rIns="0" bIns="0" rtlCol="0" anchor="ctr" anchorCtr="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615" name="OTLSHAPE_SLT_c0a89adbb7174021bd63e8d255f8ed18_JoinedDate" hidden="1">
            <a:extLst>
              <a:ext uri="{FF2B5EF4-FFF2-40B4-BE49-F238E27FC236}">
                <a16:creationId xmlns:a16="http://schemas.microsoft.com/office/drawing/2014/main" id="{AC4DCCA2-5E9A-4E65-B1B1-D5F2F34985C1}"/>
              </a:ext>
            </a:extLst>
          </p:cNvPr>
          <p:cNvSpPr txBox="1"/>
          <p:nvPr>
            <p:custDataLst>
              <p:tags r:id="rId25"/>
            </p:custDataLst>
          </p:nvPr>
        </p:nvSpPr>
        <p:spPr>
          <a:xfrm>
            <a:off x="3207087" y="7043921"/>
            <a:ext cx="787400" cy="153888"/>
          </a:xfrm>
          <a:prstGeom prst="rect">
            <a:avLst/>
          </a:prstGeom>
          <a:noFill/>
        </p:spPr>
        <p:txBody>
          <a:bodyPr vert="horz" wrap="square" lIns="0" tIns="0" rIns="0" bIns="0" rtlCol="0" anchor="ctr" anchorCtr="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Apr 24 - Apr 24</a:t>
            </a:r>
          </a:p>
        </p:txBody>
      </p:sp>
      <p:sp>
        <p:nvSpPr>
          <p:cNvPr id="642" name="OTLSHAPE_SLT_fc988bac49244c5fb03cedfcb5d874ed_Duration" hidden="1">
            <a:extLst>
              <a:ext uri="{FF2B5EF4-FFF2-40B4-BE49-F238E27FC236}">
                <a16:creationId xmlns:a16="http://schemas.microsoft.com/office/drawing/2014/main" id="{F15111B3-3DF0-4F5A-9B38-BCEC82E5E9CB}"/>
              </a:ext>
            </a:extLst>
          </p:cNvPr>
          <p:cNvSpPr txBox="1"/>
          <p:nvPr>
            <p:custDataLst>
              <p:tags r:id="rId26"/>
            </p:custDataLst>
          </p:nvPr>
        </p:nvSpPr>
        <p:spPr>
          <a:xfrm>
            <a:off x="12700" y="-471316"/>
            <a:ext cx="457200" cy="153888"/>
          </a:xfrm>
          <a:prstGeom prst="rect">
            <a:avLst/>
          </a:prstGeom>
          <a:noFill/>
        </p:spPr>
        <p:txBody>
          <a:bodyPr vert="horz" wrap="square" lIns="0" tIns="0" rIns="0" bIns="0" rtlCol="0" anchor="ctr" anchorCtr="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138 days</a:t>
            </a:r>
          </a:p>
        </p:txBody>
      </p:sp>
      <p:sp>
        <p:nvSpPr>
          <p:cNvPr id="643" name="OTLSHAPE_SLT_fc988bac49244c5fb03cedfcb5d874ed_TextPercentage" hidden="1">
            <a:extLst>
              <a:ext uri="{FF2B5EF4-FFF2-40B4-BE49-F238E27FC236}">
                <a16:creationId xmlns:a16="http://schemas.microsoft.com/office/drawing/2014/main" id="{4FA79326-E9DB-4FA2-9042-F7AD9BE86D5B}"/>
              </a:ext>
            </a:extLst>
          </p:cNvPr>
          <p:cNvSpPr txBox="1"/>
          <p:nvPr>
            <p:custDataLst>
              <p:tags r:id="rId27"/>
            </p:custDataLst>
          </p:nvPr>
        </p:nvSpPr>
        <p:spPr>
          <a:xfrm>
            <a:off x="12700" y="-182225"/>
            <a:ext cx="0" cy="0"/>
          </a:xfrm>
          <a:prstGeom prst="rect">
            <a:avLst/>
          </a:prstGeom>
          <a:noFill/>
        </p:spPr>
        <p:txBody>
          <a:bodyPr vert="horz" wrap="square" lIns="0" tIns="0" rIns="0" bIns="0" rtlCol="0" anchor="ctr" anchorCtr="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644" name="OTLSHAPE_SLT_fc988bac49244c5fb03cedfcb5d874ed_StartDate" hidden="1">
            <a:extLst>
              <a:ext uri="{FF2B5EF4-FFF2-40B4-BE49-F238E27FC236}">
                <a16:creationId xmlns:a16="http://schemas.microsoft.com/office/drawing/2014/main" id="{C124061B-36AE-49FA-A30B-1B7F4AF7E636}"/>
              </a:ext>
            </a:extLst>
          </p:cNvPr>
          <p:cNvSpPr txBox="1"/>
          <p:nvPr>
            <p:custDataLst>
              <p:tags r:id="rId28"/>
            </p:custDataLst>
          </p:nvPr>
        </p:nvSpPr>
        <p:spPr>
          <a:xfrm>
            <a:off x="12700" y="-259169"/>
            <a:ext cx="0" cy="0"/>
          </a:xfrm>
          <a:prstGeom prst="rect">
            <a:avLst/>
          </a:prstGeom>
          <a:noFill/>
        </p:spPr>
        <p:txBody>
          <a:bodyPr vert="horz" wrap="square" lIns="0" tIns="0" rIns="0" bIns="0" rtlCol="0" anchor="ctr" anchorCtr="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645" name="OTLSHAPE_SLT_fc988bac49244c5fb03cedfcb5d874ed_EndDate" hidden="1">
            <a:extLst>
              <a:ext uri="{FF2B5EF4-FFF2-40B4-BE49-F238E27FC236}">
                <a16:creationId xmlns:a16="http://schemas.microsoft.com/office/drawing/2014/main" id="{63BDB4CB-E887-48B3-8E1B-8D429087AC41}"/>
              </a:ext>
            </a:extLst>
          </p:cNvPr>
          <p:cNvSpPr txBox="1"/>
          <p:nvPr>
            <p:custDataLst>
              <p:tags r:id="rId29"/>
            </p:custDataLst>
          </p:nvPr>
        </p:nvSpPr>
        <p:spPr>
          <a:xfrm>
            <a:off x="12700" y="-259169"/>
            <a:ext cx="0" cy="0"/>
          </a:xfrm>
          <a:prstGeom prst="rect">
            <a:avLst/>
          </a:prstGeom>
          <a:noFill/>
        </p:spPr>
        <p:txBody>
          <a:bodyPr vert="horz" wrap="square" lIns="0" tIns="0" rIns="0" bIns="0" rtlCol="0" anchor="ctr" anchorCtr="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646" name="OTLSHAPE_SLT_fc988bac49244c5fb03cedfcb5d874ed_JoinedDate" hidden="1">
            <a:extLst>
              <a:ext uri="{FF2B5EF4-FFF2-40B4-BE49-F238E27FC236}">
                <a16:creationId xmlns:a16="http://schemas.microsoft.com/office/drawing/2014/main" id="{FA637E95-7553-45CC-BE22-9589627F7360}"/>
              </a:ext>
            </a:extLst>
          </p:cNvPr>
          <p:cNvSpPr txBox="1"/>
          <p:nvPr>
            <p:custDataLst>
              <p:tags r:id="rId30"/>
            </p:custDataLst>
          </p:nvPr>
        </p:nvSpPr>
        <p:spPr>
          <a:xfrm>
            <a:off x="4415722" y="4157973"/>
            <a:ext cx="723900" cy="153888"/>
          </a:xfrm>
          <a:prstGeom prst="rect">
            <a:avLst/>
          </a:prstGeom>
          <a:noFill/>
        </p:spPr>
        <p:txBody>
          <a:bodyPr vert="horz" wrap="square" lIns="0" tIns="0" rIns="0" bIns="0" rtlCol="0" anchor="ctr" anchorCtr="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Jul 22 - Jan 29</a:t>
            </a:r>
          </a:p>
        </p:txBody>
      </p:sp>
      <p:sp>
        <p:nvSpPr>
          <p:cNvPr id="663" name="OTLSHAPE_SLT_5e4b2d516b3444e290a2682dc4139782_Duration" hidden="1">
            <a:extLst>
              <a:ext uri="{FF2B5EF4-FFF2-40B4-BE49-F238E27FC236}">
                <a16:creationId xmlns:a16="http://schemas.microsoft.com/office/drawing/2014/main" id="{522B2CFB-BFC5-4D74-BD4C-AD7A58A2664A}"/>
              </a:ext>
            </a:extLst>
          </p:cNvPr>
          <p:cNvSpPr txBox="1"/>
          <p:nvPr>
            <p:custDataLst>
              <p:tags r:id="rId31"/>
            </p:custDataLst>
          </p:nvPr>
        </p:nvSpPr>
        <p:spPr>
          <a:xfrm>
            <a:off x="12700" y="-471316"/>
            <a:ext cx="457200" cy="153888"/>
          </a:xfrm>
          <a:prstGeom prst="rect">
            <a:avLst/>
          </a:prstGeom>
          <a:noFill/>
        </p:spPr>
        <p:txBody>
          <a:bodyPr vert="horz" wrap="square" lIns="0" tIns="0" rIns="0" bIns="0" rtlCol="0" anchor="ctr" anchorCtr="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496 days</a:t>
            </a:r>
          </a:p>
        </p:txBody>
      </p:sp>
      <p:sp>
        <p:nvSpPr>
          <p:cNvPr id="664" name="OTLSHAPE_SLT_5e4b2d516b3444e290a2682dc4139782_TextPercentage" hidden="1">
            <a:extLst>
              <a:ext uri="{FF2B5EF4-FFF2-40B4-BE49-F238E27FC236}">
                <a16:creationId xmlns:a16="http://schemas.microsoft.com/office/drawing/2014/main" id="{8372DC2A-11B0-4132-8B99-872D83F22C06}"/>
              </a:ext>
            </a:extLst>
          </p:cNvPr>
          <p:cNvSpPr txBox="1"/>
          <p:nvPr>
            <p:custDataLst>
              <p:tags r:id="rId32"/>
            </p:custDataLst>
          </p:nvPr>
        </p:nvSpPr>
        <p:spPr>
          <a:xfrm>
            <a:off x="12700" y="-182225"/>
            <a:ext cx="0" cy="0"/>
          </a:xfrm>
          <a:prstGeom prst="rect">
            <a:avLst/>
          </a:prstGeom>
          <a:noFill/>
        </p:spPr>
        <p:txBody>
          <a:bodyPr vert="horz" wrap="square" lIns="0" tIns="0" rIns="0" bIns="0" rtlCol="0" anchor="ctr" anchorCtr="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665" name="OTLSHAPE_SLT_5e4b2d516b3444e290a2682dc4139782_StartDate" hidden="1">
            <a:extLst>
              <a:ext uri="{FF2B5EF4-FFF2-40B4-BE49-F238E27FC236}">
                <a16:creationId xmlns:a16="http://schemas.microsoft.com/office/drawing/2014/main" id="{A651943E-8978-4F3B-B790-C4121CA87361}"/>
              </a:ext>
            </a:extLst>
          </p:cNvPr>
          <p:cNvSpPr txBox="1"/>
          <p:nvPr>
            <p:custDataLst>
              <p:tags r:id="rId33"/>
            </p:custDataLst>
          </p:nvPr>
        </p:nvSpPr>
        <p:spPr>
          <a:xfrm>
            <a:off x="12700" y="-259169"/>
            <a:ext cx="0" cy="0"/>
          </a:xfrm>
          <a:prstGeom prst="rect">
            <a:avLst/>
          </a:prstGeom>
          <a:noFill/>
        </p:spPr>
        <p:txBody>
          <a:bodyPr vert="horz" wrap="square" lIns="0" tIns="0" rIns="0" bIns="0" rtlCol="0" anchor="ctr" anchorCtr="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666" name="OTLSHAPE_SLT_5e4b2d516b3444e290a2682dc4139782_EndDate" hidden="1">
            <a:extLst>
              <a:ext uri="{FF2B5EF4-FFF2-40B4-BE49-F238E27FC236}">
                <a16:creationId xmlns:a16="http://schemas.microsoft.com/office/drawing/2014/main" id="{FA9B9880-A8C3-4643-B45A-5F32EB6F27AE}"/>
              </a:ext>
            </a:extLst>
          </p:cNvPr>
          <p:cNvSpPr txBox="1"/>
          <p:nvPr>
            <p:custDataLst>
              <p:tags r:id="rId34"/>
            </p:custDataLst>
          </p:nvPr>
        </p:nvSpPr>
        <p:spPr>
          <a:xfrm>
            <a:off x="12700" y="-259169"/>
            <a:ext cx="0" cy="0"/>
          </a:xfrm>
          <a:prstGeom prst="rect">
            <a:avLst/>
          </a:prstGeom>
          <a:noFill/>
        </p:spPr>
        <p:txBody>
          <a:bodyPr vert="horz" wrap="square" lIns="0" tIns="0" rIns="0" bIns="0" rtlCol="0" anchor="ctr" anchorCtr="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667" name="OTLSHAPE_SLT_5e4b2d516b3444e290a2682dc4139782_JoinedDate" hidden="1">
            <a:extLst>
              <a:ext uri="{FF2B5EF4-FFF2-40B4-BE49-F238E27FC236}">
                <a16:creationId xmlns:a16="http://schemas.microsoft.com/office/drawing/2014/main" id="{C52F380B-8850-40C9-AA07-255DFCE9A5DE}"/>
              </a:ext>
            </a:extLst>
          </p:cNvPr>
          <p:cNvSpPr txBox="1"/>
          <p:nvPr>
            <p:custDataLst>
              <p:tags r:id="rId35"/>
            </p:custDataLst>
          </p:nvPr>
        </p:nvSpPr>
        <p:spPr>
          <a:xfrm>
            <a:off x="3215019" y="2597021"/>
            <a:ext cx="736600" cy="165100"/>
          </a:xfrm>
          <a:prstGeom prst="rect">
            <a:avLst/>
          </a:prstGeom>
          <a:noFill/>
        </p:spPr>
        <p:txBody>
          <a:bodyPr vert="horz" wrap="square" lIns="0" tIns="0" rIns="0" bIns="0" rtlCol="0" anchor="ctr" anchorCtr="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Mar 8 - Jan 30</a:t>
            </a:r>
          </a:p>
        </p:txBody>
      </p:sp>
      <p:sp>
        <p:nvSpPr>
          <p:cNvPr id="57" name="OTLSHAPE_SLT_374a5dd06fc24a2c80f1aea4c04b7e45_ShapePercentage" hidden="1">
            <a:extLst>
              <a:ext uri="{FF2B5EF4-FFF2-40B4-BE49-F238E27FC236}">
                <a16:creationId xmlns:a16="http://schemas.microsoft.com/office/drawing/2014/main" id="{03F60F12-F81A-80E2-FE17-5FF6D3116D08}"/>
              </a:ext>
            </a:extLst>
          </p:cNvPr>
          <p:cNvSpPr/>
          <p:nvPr>
            <p:custDataLst>
              <p:tags r:id="rId36"/>
            </p:custDataLst>
          </p:nvPr>
        </p:nvSpPr>
        <p:spPr>
          <a:xfrm>
            <a:off x="2195473" y="3413675"/>
            <a:ext cx="0" cy="0"/>
          </a:xfrm>
          <a:prstGeom prst="roundRect">
            <a:avLst>
              <a:gd name="adj" fmla="val 100000"/>
            </a:avLst>
          </a:prstGeom>
          <a:solidFill>
            <a:srgbClr val="000000">
              <a:alpha val="34902"/>
            </a:srgbClr>
          </a:solidFill>
          <a:ln w="38100" cap="flat">
            <a:noFill/>
            <a:prstDash val="solid"/>
            <a:miter/>
          </a:ln>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58" name="OTLSHAPE_SLT_374a5dd06fc24a2c80f1aea4c04b7e45_Duration" hidden="1">
            <a:extLst>
              <a:ext uri="{FF2B5EF4-FFF2-40B4-BE49-F238E27FC236}">
                <a16:creationId xmlns:a16="http://schemas.microsoft.com/office/drawing/2014/main" id="{3934736E-1732-734E-2081-E17962915B65}"/>
              </a:ext>
            </a:extLst>
          </p:cNvPr>
          <p:cNvSpPr txBox="1"/>
          <p:nvPr>
            <p:custDataLst>
              <p:tags r:id="rId37"/>
            </p:custDataLst>
          </p:nvPr>
        </p:nvSpPr>
        <p:spPr>
          <a:xfrm>
            <a:off x="12700" y="-520302"/>
            <a:ext cx="4572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126 days</a:t>
            </a:r>
            <a:endParaRPr kumimoji="0" lang="de-DE" sz="1000" b="0" i="0" u="none" strike="noStrike" kern="1200" cap="none" spc="0" normalizeH="0" baseline="0" noProof="0" err="1">
              <a:ln>
                <a:noFill/>
              </a:ln>
              <a:solidFill>
                <a:srgbClr val="ED7D31"/>
              </a:solidFill>
              <a:effectLst/>
              <a:uLnTx/>
              <a:uFillTx/>
              <a:latin typeface="Calibri" panose="020F0502020204030204" pitchFamily="34" charset="0"/>
              <a:ea typeface="+mn-ea"/>
              <a:cs typeface="+mn-cs"/>
            </a:endParaRPr>
          </a:p>
        </p:txBody>
      </p:sp>
      <p:sp>
        <p:nvSpPr>
          <p:cNvPr id="59" name="OTLSHAPE_SLT_374a5dd06fc24a2c80f1aea4c04b7e45_TextPercentage" hidden="1">
            <a:extLst>
              <a:ext uri="{FF2B5EF4-FFF2-40B4-BE49-F238E27FC236}">
                <a16:creationId xmlns:a16="http://schemas.microsoft.com/office/drawing/2014/main" id="{086E5CAF-2C6A-BEE8-BF67-66684C241CCC}"/>
              </a:ext>
            </a:extLst>
          </p:cNvPr>
          <p:cNvSpPr txBox="1"/>
          <p:nvPr>
            <p:custDataLst>
              <p:tags r:id="rId38"/>
            </p:custDataLst>
          </p:nvPr>
        </p:nvSpPr>
        <p:spPr>
          <a:xfrm>
            <a:off x="12700" y="-141188"/>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C0504D"/>
              </a:solidFill>
              <a:effectLst/>
              <a:uLnTx/>
              <a:uFillTx/>
              <a:latin typeface="Calibri" panose="020F0502020204030204" pitchFamily="34" charset="0"/>
              <a:ea typeface="+mn-ea"/>
              <a:cs typeface="+mn-cs"/>
            </a:endParaRPr>
          </a:p>
        </p:txBody>
      </p:sp>
      <p:sp>
        <p:nvSpPr>
          <p:cNvPr id="60" name="OTLSHAPE_SLT_374a5dd06fc24a2c80f1aea4c04b7e45_StartDate" hidden="1">
            <a:extLst>
              <a:ext uri="{FF2B5EF4-FFF2-40B4-BE49-F238E27FC236}">
                <a16:creationId xmlns:a16="http://schemas.microsoft.com/office/drawing/2014/main" id="{D212BE7E-8850-2DEB-5EAB-E23BC3842F79}"/>
              </a:ext>
            </a:extLst>
          </p:cNvPr>
          <p:cNvSpPr txBox="1"/>
          <p:nvPr>
            <p:custDataLst>
              <p:tags r:id="rId39"/>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61" name="OTLSHAPE_SLT_374a5dd06fc24a2c80f1aea4c04b7e45_EndDate" hidden="1">
            <a:extLst>
              <a:ext uri="{FF2B5EF4-FFF2-40B4-BE49-F238E27FC236}">
                <a16:creationId xmlns:a16="http://schemas.microsoft.com/office/drawing/2014/main" id="{B2CC78EB-7D2A-715C-EFD6-06EA57680EF5}"/>
              </a:ext>
            </a:extLst>
          </p:cNvPr>
          <p:cNvSpPr txBox="1"/>
          <p:nvPr>
            <p:custDataLst>
              <p:tags r:id="rId40"/>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62" name="OTLSHAPE_SLT_374a5dd06fc24a2c80f1aea4c04b7e45_JoinedDate" hidden="1">
            <a:extLst>
              <a:ext uri="{FF2B5EF4-FFF2-40B4-BE49-F238E27FC236}">
                <a16:creationId xmlns:a16="http://schemas.microsoft.com/office/drawing/2014/main" id="{E4FF86F2-30C8-2727-F11A-76367A13B112}"/>
              </a:ext>
            </a:extLst>
          </p:cNvPr>
          <p:cNvSpPr txBox="1"/>
          <p:nvPr>
            <p:custDataLst>
              <p:tags r:id="rId41"/>
            </p:custDataLst>
          </p:nvPr>
        </p:nvSpPr>
        <p:spPr>
          <a:xfrm>
            <a:off x="4192345" y="3347294"/>
            <a:ext cx="7874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May 13 - Nov 4</a:t>
            </a:r>
            <a:endParaRPr kumimoji="0" lang="de-DE" sz="1000" b="0" i="0" u="none" strike="noStrike" kern="1200" cap="none" spc="-4" normalizeH="0" baseline="0" noProof="0" err="1">
              <a:ln>
                <a:noFill/>
              </a:ln>
              <a:solidFill>
                <a:srgbClr val="44546A"/>
              </a:solidFill>
              <a:effectLst/>
              <a:uLnTx/>
              <a:uFillTx/>
              <a:latin typeface="Calibri" panose="020F0502020204030204" pitchFamily="34" charset="0"/>
              <a:ea typeface="+mn-ea"/>
              <a:cs typeface="+mn-cs"/>
            </a:endParaRPr>
          </a:p>
        </p:txBody>
      </p:sp>
      <p:sp>
        <p:nvSpPr>
          <p:cNvPr id="226" name="OTLSHAPE_SLT_c23db70962344e6fb1b46ed9414bd224_ShapePercentage" hidden="1">
            <a:extLst>
              <a:ext uri="{FF2B5EF4-FFF2-40B4-BE49-F238E27FC236}">
                <a16:creationId xmlns:a16="http://schemas.microsoft.com/office/drawing/2014/main" id="{62CE7083-590F-659B-9F70-4EA3B91550C6}"/>
              </a:ext>
            </a:extLst>
          </p:cNvPr>
          <p:cNvSpPr/>
          <p:nvPr>
            <p:custDataLst>
              <p:tags r:id="rId42"/>
            </p:custDataLst>
          </p:nvPr>
        </p:nvSpPr>
        <p:spPr>
          <a:xfrm>
            <a:off x="2645099" y="4581059"/>
            <a:ext cx="0" cy="0"/>
          </a:xfrm>
          <a:prstGeom prst="roundRect">
            <a:avLst>
              <a:gd name="adj" fmla="val 100000"/>
            </a:avLst>
          </a:prstGeom>
          <a:solidFill>
            <a:srgbClr val="000000">
              <a:alpha val="34902"/>
            </a:srgbClr>
          </a:solidFill>
          <a:ln w="38100" cap="flat">
            <a:noFill/>
            <a:prstDash val="solid"/>
            <a:miter/>
          </a:ln>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227" name="OTLSHAPE_SLT_c23db70962344e6fb1b46ed9414bd224_Duration" hidden="1">
            <a:extLst>
              <a:ext uri="{FF2B5EF4-FFF2-40B4-BE49-F238E27FC236}">
                <a16:creationId xmlns:a16="http://schemas.microsoft.com/office/drawing/2014/main" id="{E1253D8B-A38A-E056-3E8D-29940DEBD82E}"/>
              </a:ext>
            </a:extLst>
          </p:cNvPr>
          <p:cNvSpPr txBox="1"/>
          <p:nvPr>
            <p:custDataLst>
              <p:tags r:id="rId43"/>
            </p:custDataLst>
          </p:nvPr>
        </p:nvSpPr>
        <p:spPr>
          <a:xfrm>
            <a:off x="12700" y="-520302"/>
            <a:ext cx="4572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344 days</a:t>
            </a:r>
            <a:endParaRPr kumimoji="0" lang="de-DE" sz="1000" b="0" i="0" u="none" strike="noStrike" kern="1200" cap="none" spc="0" normalizeH="0" baseline="0" noProof="0" err="1">
              <a:ln>
                <a:noFill/>
              </a:ln>
              <a:solidFill>
                <a:srgbClr val="ED7D31"/>
              </a:solidFill>
              <a:effectLst/>
              <a:uLnTx/>
              <a:uFillTx/>
              <a:latin typeface="Calibri" panose="020F0502020204030204" pitchFamily="34" charset="0"/>
              <a:ea typeface="+mn-ea"/>
              <a:cs typeface="+mn-cs"/>
            </a:endParaRPr>
          </a:p>
        </p:txBody>
      </p:sp>
      <p:sp>
        <p:nvSpPr>
          <p:cNvPr id="228" name="OTLSHAPE_SLT_c23db70962344e6fb1b46ed9414bd224_TextPercentage" hidden="1">
            <a:extLst>
              <a:ext uri="{FF2B5EF4-FFF2-40B4-BE49-F238E27FC236}">
                <a16:creationId xmlns:a16="http://schemas.microsoft.com/office/drawing/2014/main" id="{C6AA3209-8E69-38C1-2541-5FFFAC332DE7}"/>
              </a:ext>
            </a:extLst>
          </p:cNvPr>
          <p:cNvSpPr txBox="1"/>
          <p:nvPr>
            <p:custDataLst>
              <p:tags r:id="rId44"/>
            </p:custDataLst>
          </p:nvPr>
        </p:nvSpPr>
        <p:spPr>
          <a:xfrm>
            <a:off x="12700" y="-141188"/>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C0504D"/>
              </a:solidFill>
              <a:effectLst/>
              <a:uLnTx/>
              <a:uFillTx/>
              <a:latin typeface="Calibri" panose="020F0502020204030204" pitchFamily="34" charset="0"/>
              <a:ea typeface="+mn-ea"/>
              <a:cs typeface="+mn-cs"/>
            </a:endParaRPr>
          </a:p>
        </p:txBody>
      </p:sp>
      <p:sp>
        <p:nvSpPr>
          <p:cNvPr id="229" name="OTLSHAPE_SLT_c23db70962344e6fb1b46ed9414bd224_StartDate" hidden="1">
            <a:extLst>
              <a:ext uri="{FF2B5EF4-FFF2-40B4-BE49-F238E27FC236}">
                <a16:creationId xmlns:a16="http://schemas.microsoft.com/office/drawing/2014/main" id="{E26507AD-8677-79B1-7254-6A6050888ADE}"/>
              </a:ext>
            </a:extLst>
          </p:cNvPr>
          <p:cNvSpPr txBox="1"/>
          <p:nvPr>
            <p:custDataLst>
              <p:tags r:id="rId45"/>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230" name="OTLSHAPE_SLT_c23db70962344e6fb1b46ed9414bd224_EndDate" hidden="1">
            <a:extLst>
              <a:ext uri="{FF2B5EF4-FFF2-40B4-BE49-F238E27FC236}">
                <a16:creationId xmlns:a16="http://schemas.microsoft.com/office/drawing/2014/main" id="{1A6A8BC0-5487-05CB-6C0E-885D1E9064A4}"/>
              </a:ext>
            </a:extLst>
          </p:cNvPr>
          <p:cNvSpPr txBox="1"/>
          <p:nvPr>
            <p:custDataLst>
              <p:tags r:id="rId46"/>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231" name="OTLSHAPE_SLT_c23db70962344e6fb1b46ed9414bd224_JoinedDate" hidden="1">
            <a:extLst>
              <a:ext uri="{FF2B5EF4-FFF2-40B4-BE49-F238E27FC236}">
                <a16:creationId xmlns:a16="http://schemas.microsoft.com/office/drawing/2014/main" id="{A8D4ED41-47D3-C128-E0F9-C2F073C1DB11}"/>
              </a:ext>
            </a:extLst>
          </p:cNvPr>
          <p:cNvSpPr txBox="1"/>
          <p:nvPr>
            <p:custDataLst>
              <p:tags r:id="rId47"/>
            </p:custDataLst>
          </p:nvPr>
        </p:nvSpPr>
        <p:spPr>
          <a:xfrm>
            <a:off x="5263622" y="3687998"/>
            <a:ext cx="7239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Oct 15 - Feb 8</a:t>
            </a:r>
            <a:endParaRPr kumimoji="0" lang="de-DE" sz="1000" b="0" i="0" u="none" strike="noStrike" kern="1200" cap="none" spc="-4" normalizeH="0" baseline="0" noProof="0" err="1">
              <a:ln>
                <a:noFill/>
              </a:ln>
              <a:solidFill>
                <a:srgbClr val="44546A"/>
              </a:solidFill>
              <a:effectLst/>
              <a:uLnTx/>
              <a:uFillTx/>
              <a:latin typeface="Calibri" panose="020F0502020204030204" pitchFamily="34" charset="0"/>
              <a:ea typeface="+mn-ea"/>
              <a:cs typeface="+mn-cs"/>
            </a:endParaRPr>
          </a:p>
        </p:txBody>
      </p:sp>
      <p:sp>
        <p:nvSpPr>
          <p:cNvPr id="242" name="OTLSHAPE_SLT_14343043833a487c8d999a7cfea90e6c_ShapePercentage" hidden="1">
            <a:extLst>
              <a:ext uri="{FF2B5EF4-FFF2-40B4-BE49-F238E27FC236}">
                <a16:creationId xmlns:a16="http://schemas.microsoft.com/office/drawing/2014/main" id="{2DC5A3C3-F568-206D-D025-C328189DCE8C}"/>
              </a:ext>
            </a:extLst>
          </p:cNvPr>
          <p:cNvSpPr/>
          <p:nvPr>
            <p:custDataLst>
              <p:tags r:id="rId48"/>
            </p:custDataLst>
          </p:nvPr>
        </p:nvSpPr>
        <p:spPr>
          <a:xfrm>
            <a:off x="4791700" y="2144522"/>
            <a:ext cx="0" cy="0"/>
          </a:xfrm>
          <a:prstGeom prst="roundRect">
            <a:avLst>
              <a:gd name="adj" fmla="val 100000"/>
            </a:avLst>
          </a:prstGeom>
          <a:solidFill>
            <a:srgbClr val="000000">
              <a:alpha val="34902"/>
            </a:srgbClr>
          </a:solidFill>
          <a:ln w="38100" cap="flat">
            <a:noFill/>
            <a:prstDash val="solid"/>
            <a:miter/>
          </a:ln>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243" name="OTLSHAPE_SLT_14343043833a487c8d999a7cfea90e6c_Duration" hidden="1">
            <a:extLst>
              <a:ext uri="{FF2B5EF4-FFF2-40B4-BE49-F238E27FC236}">
                <a16:creationId xmlns:a16="http://schemas.microsoft.com/office/drawing/2014/main" id="{1BE7ABB4-7986-37C9-7AC7-DF8378E820FF}"/>
              </a:ext>
            </a:extLst>
          </p:cNvPr>
          <p:cNvSpPr txBox="1"/>
          <p:nvPr>
            <p:custDataLst>
              <p:tags r:id="rId49"/>
            </p:custDataLst>
          </p:nvPr>
        </p:nvSpPr>
        <p:spPr>
          <a:xfrm>
            <a:off x="12700" y="-520302"/>
            <a:ext cx="4572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570 days</a:t>
            </a:r>
            <a:endParaRPr kumimoji="0" lang="de-DE" sz="1000" b="0" i="0" u="none" strike="noStrike" kern="1200" cap="none" spc="0" normalizeH="0" baseline="0" noProof="0" err="1">
              <a:ln>
                <a:noFill/>
              </a:ln>
              <a:solidFill>
                <a:srgbClr val="ED7D31"/>
              </a:solidFill>
              <a:effectLst/>
              <a:uLnTx/>
              <a:uFillTx/>
              <a:latin typeface="Calibri" panose="020F0502020204030204" pitchFamily="34" charset="0"/>
              <a:ea typeface="+mn-ea"/>
              <a:cs typeface="+mn-cs"/>
            </a:endParaRPr>
          </a:p>
        </p:txBody>
      </p:sp>
      <p:sp>
        <p:nvSpPr>
          <p:cNvPr id="245" name="OTLSHAPE_SLT_14343043833a487c8d999a7cfea90e6c_TextPercentage" hidden="1">
            <a:extLst>
              <a:ext uri="{FF2B5EF4-FFF2-40B4-BE49-F238E27FC236}">
                <a16:creationId xmlns:a16="http://schemas.microsoft.com/office/drawing/2014/main" id="{3468FE3D-C24F-58BD-7BE2-591B6FD1908A}"/>
              </a:ext>
            </a:extLst>
          </p:cNvPr>
          <p:cNvSpPr txBox="1"/>
          <p:nvPr>
            <p:custDataLst>
              <p:tags r:id="rId50"/>
            </p:custDataLst>
          </p:nvPr>
        </p:nvSpPr>
        <p:spPr>
          <a:xfrm>
            <a:off x="12700" y="-141188"/>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C0504D"/>
              </a:solidFill>
              <a:effectLst/>
              <a:uLnTx/>
              <a:uFillTx/>
              <a:latin typeface="Calibri" panose="020F0502020204030204" pitchFamily="34" charset="0"/>
              <a:ea typeface="+mn-ea"/>
              <a:cs typeface="+mn-cs"/>
            </a:endParaRPr>
          </a:p>
        </p:txBody>
      </p:sp>
      <p:sp>
        <p:nvSpPr>
          <p:cNvPr id="246" name="OTLSHAPE_SLT_14343043833a487c8d999a7cfea90e6c_StartDate" hidden="1">
            <a:extLst>
              <a:ext uri="{FF2B5EF4-FFF2-40B4-BE49-F238E27FC236}">
                <a16:creationId xmlns:a16="http://schemas.microsoft.com/office/drawing/2014/main" id="{D1397153-9DFE-4FB6-A05E-254394AC7470}"/>
              </a:ext>
            </a:extLst>
          </p:cNvPr>
          <p:cNvSpPr txBox="1"/>
          <p:nvPr>
            <p:custDataLst>
              <p:tags r:id="rId51"/>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265" name="OTLSHAPE_SLT_14343043833a487c8d999a7cfea90e6c_EndDate" hidden="1">
            <a:extLst>
              <a:ext uri="{FF2B5EF4-FFF2-40B4-BE49-F238E27FC236}">
                <a16:creationId xmlns:a16="http://schemas.microsoft.com/office/drawing/2014/main" id="{E1436FFA-4672-FAF1-C9CA-DAA208FC0F7B}"/>
              </a:ext>
            </a:extLst>
          </p:cNvPr>
          <p:cNvSpPr txBox="1"/>
          <p:nvPr>
            <p:custDataLst>
              <p:tags r:id="rId52"/>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277" name="OTLSHAPE_SLT_14343043833a487c8d999a7cfea90e6c_JoinedDate" hidden="1">
            <a:extLst>
              <a:ext uri="{FF2B5EF4-FFF2-40B4-BE49-F238E27FC236}">
                <a16:creationId xmlns:a16="http://schemas.microsoft.com/office/drawing/2014/main" id="{A970F291-2F11-532E-DD3E-E870AA5EE2F4}"/>
              </a:ext>
            </a:extLst>
          </p:cNvPr>
          <p:cNvSpPr txBox="1"/>
          <p:nvPr>
            <p:custDataLst>
              <p:tags r:id="rId53"/>
            </p:custDataLst>
          </p:nvPr>
        </p:nvSpPr>
        <p:spPr>
          <a:xfrm>
            <a:off x="6783685" y="1959420"/>
            <a:ext cx="7874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Oct 25 - Dec 31</a:t>
            </a:r>
            <a:endParaRPr kumimoji="0" lang="de-DE" sz="1000" b="0" i="0" u="none" strike="noStrike" kern="1200" cap="none" spc="-4" normalizeH="0" baseline="0" noProof="0" err="1">
              <a:ln>
                <a:noFill/>
              </a:ln>
              <a:solidFill>
                <a:srgbClr val="44546A"/>
              </a:solidFill>
              <a:effectLst/>
              <a:uLnTx/>
              <a:uFillTx/>
              <a:latin typeface="Calibri" panose="020F0502020204030204" pitchFamily="34" charset="0"/>
              <a:ea typeface="+mn-ea"/>
              <a:cs typeface="+mn-cs"/>
            </a:endParaRPr>
          </a:p>
        </p:txBody>
      </p:sp>
      <p:sp>
        <p:nvSpPr>
          <p:cNvPr id="280" name="OTLSHAPE_SLT_9ebd929e38474cf299052071f7950ee9_ShapePercentage" hidden="1">
            <a:extLst>
              <a:ext uri="{FF2B5EF4-FFF2-40B4-BE49-F238E27FC236}">
                <a16:creationId xmlns:a16="http://schemas.microsoft.com/office/drawing/2014/main" id="{FB03619A-7D51-3B52-A3A0-4889A697AE8B}"/>
              </a:ext>
            </a:extLst>
          </p:cNvPr>
          <p:cNvSpPr/>
          <p:nvPr>
            <p:custDataLst>
              <p:tags r:id="rId54"/>
            </p:custDataLst>
          </p:nvPr>
        </p:nvSpPr>
        <p:spPr>
          <a:xfrm>
            <a:off x="4791700" y="2322153"/>
            <a:ext cx="0" cy="0"/>
          </a:xfrm>
          <a:prstGeom prst="roundRect">
            <a:avLst>
              <a:gd name="adj" fmla="val 100000"/>
            </a:avLst>
          </a:prstGeom>
          <a:solidFill>
            <a:srgbClr val="000000">
              <a:alpha val="34902"/>
            </a:srgbClr>
          </a:solidFill>
          <a:ln w="38100" cap="flat">
            <a:noFill/>
            <a:prstDash val="solid"/>
            <a:miter/>
          </a:ln>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281" name="OTLSHAPE_SLT_9ebd929e38474cf299052071f7950ee9_Duration" hidden="1">
            <a:extLst>
              <a:ext uri="{FF2B5EF4-FFF2-40B4-BE49-F238E27FC236}">
                <a16:creationId xmlns:a16="http://schemas.microsoft.com/office/drawing/2014/main" id="{CB3DB188-C043-154B-2DAA-BF74EB8D4EBF}"/>
              </a:ext>
            </a:extLst>
          </p:cNvPr>
          <p:cNvSpPr txBox="1"/>
          <p:nvPr>
            <p:custDataLst>
              <p:tags r:id="rId55"/>
            </p:custDataLst>
          </p:nvPr>
        </p:nvSpPr>
        <p:spPr>
          <a:xfrm>
            <a:off x="12700" y="-520302"/>
            <a:ext cx="4572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570 days</a:t>
            </a:r>
            <a:endParaRPr kumimoji="0" lang="de-DE" sz="1000" b="0" i="0" u="none" strike="noStrike" kern="1200" cap="none" spc="0" normalizeH="0" baseline="0" noProof="0" err="1">
              <a:ln>
                <a:noFill/>
              </a:ln>
              <a:solidFill>
                <a:srgbClr val="ED7D31"/>
              </a:solidFill>
              <a:effectLst/>
              <a:uLnTx/>
              <a:uFillTx/>
              <a:latin typeface="Calibri" panose="020F0502020204030204" pitchFamily="34" charset="0"/>
              <a:ea typeface="+mn-ea"/>
              <a:cs typeface="+mn-cs"/>
            </a:endParaRPr>
          </a:p>
        </p:txBody>
      </p:sp>
      <p:sp>
        <p:nvSpPr>
          <p:cNvPr id="282" name="OTLSHAPE_SLT_9ebd929e38474cf299052071f7950ee9_TextPercentage" hidden="1">
            <a:extLst>
              <a:ext uri="{FF2B5EF4-FFF2-40B4-BE49-F238E27FC236}">
                <a16:creationId xmlns:a16="http://schemas.microsoft.com/office/drawing/2014/main" id="{E4C80B60-102D-11DC-049B-63EE914B8FAA}"/>
              </a:ext>
            </a:extLst>
          </p:cNvPr>
          <p:cNvSpPr txBox="1"/>
          <p:nvPr>
            <p:custDataLst>
              <p:tags r:id="rId56"/>
            </p:custDataLst>
          </p:nvPr>
        </p:nvSpPr>
        <p:spPr>
          <a:xfrm>
            <a:off x="12700" y="-141188"/>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C0504D"/>
              </a:solidFill>
              <a:effectLst/>
              <a:uLnTx/>
              <a:uFillTx/>
              <a:latin typeface="Calibri" panose="020F0502020204030204" pitchFamily="34" charset="0"/>
              <a:ea typeface="+mn-ea"/>
              <a:cs typeface="+mn-cs"/>
            </a:endParaRPr>
          </a:p>
        </p:txBody>
      </p:sp>
      <p:sp>
        <p:nvSpPr>
          <p:cNvPr id="283" name="OTLSHAPE_SLT_9ebd929e38474cf299052071f7950ee9_StartDate" hidden="1">
            <a:extLst>
              <a:ext uri="{FF2B5EF4-FFF2-40B4-BE49-F238E27FC236}">
                <a16:creationId xmlns:a16="http://schemas.microsoft.com/office/drawing/2014/main" id="{EA845C53-764D-1AB2-B983-D9DEBDC7AE26}"/>
              </a:ext>
            </a:extLst>
          </p:cNvPr>
          <p:cNvSpPr txBox="1"/>
          <p:nvPr>
            <p:custDataLst>
              <p:tags r:id="rId57"/>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284" name="OTLSHAPE_SLT_9ebd929e38474cf299052071f7950ee9_EndDate" hidden="1">
            <a:extLst>
              <a:ext uri="{FF2B5EF4-FFF2-40B4-BE49-F238E27FC236}">
                <a16:creationId xmlns:a16="http://schemas.microsoft.com/office/drawing/2014/main" id="{74A3CA59-45D8-38AF-D65F-F7E8559CBDC4}"/>
              </a:ext>
            </a:extLst>
          </p:cNvPr>
          <p:cNvSpPr txBox="1"/>
          <p:nvPr>
            <p:custDataLst>
              <p:tags r:id="rId58"/>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285" name="OTLSHAPE_SLT_9ebd929e38474cf299052071f7950ee9_JoinedDate" hidden="1">
            <a:extLst>
              <a:ext uri="{FF2B5EF4-FFF2-40B4-BE49-F238E27FC236}">
                <a16:creationId xmlns:a16="http://schemas.microsoft.com/office/drawing/2014/main" id="{51A10AEB-7562-6E4E-5290-F6181F0079E7}"/>
              </a:ext>
            </a:extLst>
          </p:cNvPr>
          <p:cNvSpPr txBox="1"/>
          <p:nvPr>
            <p:custDataLst>
              <p:tags r:id="rId59"/>
            </p:custDataLst>
          </p:nvPr>
        </p:nvSpPr>
        <p:spPr>
          <a:xfrm>
            <a:off x="6783685" y="2137050"/>
            <a:ext cx="7874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Oct 25 - Dec 31</a:t>
            </a:r>
            <a:endParaRPr kumimoji="0" lang="de-DE" sz="1000" b="0" i="0" u="none" strike="noStrike" kern="1200" cap="none" spc="-4" normalizeH="0" baseline="0" noProof="0" err="1">
              <a:ln>
                <a:noFill/>
              </a:ln>
              <a:solidFill>
                <a:srgbClr val="44546A"/>
              </a:solidFill>
              <a:effectLst/>
              <a:uLnTx/>
              <a:uFillTx/>
              <a:latin typeface="Calibri" panose="020F0502020204030204" pitchFamily="34" charset="0"/>
              <a:ea typeface="+mn-ea"/>
              <a:cs typeface="+mn-cs"/>
            </a:endParaRPr>
          </a:p>
        </p:txBody>
      </p:sp>
      <p:sp>
        <p:nvSpPr>
          <p:cNvPr id="288" name="OTLSHAPE_SLT_aca2c9f78aaa420f8f34553019f14e83_ShapePercentage" hidden="1">
            <a:extLst>
              <a:ext uri="{FF2B5EF4-FFF2-40B4-BE49-F238E27FC236}">
                <a16:creationId xmlns:a16="http://schemas.microsoft.com/office/drawing/2014/main" id="{211EC607-B288-47C7-A4F4-049A424358D0}"/>
              </a:ext>
            </a:extLst>
          </p:cNvPr>
          <p:cNvSpPr/>
          <p:nvPr>
            <p:custDataLst>
              <p:tags r:id="rId60"/>
            </p:custDataLst>
          </p:nvPr>
        </p:nvSpPr>
        <p:spPr>
          <a:xfrm>
            <a:off x="2569678" y="3591306"/>
            <a:ext cx="0" cy="0"/>
          </a:xfrm>
          <a:prstGeom prst="roundRect">
            <a:avLst>
              <a:gd name="adj" fmla="val 100000"/>
            </a:avLst>
          </a:prstGeom>
          <a:solidFill>
            <a:srgbClr val="000000">
              <a:alpha val="34902"/>
            </a:srgbClr>
          </a:solidFill>
          <a:ln w="38100" cap="flat">
            <a:noFill/>
            <a:prstDash val="solid"/>
            <a:miter/>
          </a:ln>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289" name="OTLSHAPE_SLT_aca2c9f78aaa420f8f34553019f14e83_Duration" hidden="1">
            <a:extLst>
              <a:ext uri="{FF2B5EF4-FFF2-40B4-BE49-F238E27FC236}">
                <a16:creationId xmlns:a16="http://schemas.microsoft.com/office/drawing/2014/main" id="{6396A4E9-ED1E-02D8-3769-2F189C487EB6}"/>
              </a:ext>
            </a:extLst>
          </p:cNvPr>
          <p:cNvSpPr txBox="1"/>
          <p:nvPr>
            <p:custDataLst>
              <p:tags r:id="rId61"/>
            </p:custDataLst>
          </p:nvPr>
        </p:nvSpPr>
        <p:spPr>
          <a:xfrm>
            <a:off x="12700" y="-520302"/>
            <a:ext cx="4572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233 days</a:t>
            </a:r>
            <a:endParaRPr kumimoji="0" lang="de-DE" sz="1000" b="0" i="0" u="none" strike="noStrike" kern="1200" cap="none" spc="0" normalizeH="0" baseline="0" noProof="0" err="1">
              <a:ln>
                <a:noFill/>
              </a:ln>
              <a:solidFill>
                <a:srgbClr val="ED7D31"/>
              </a:solidFill>
              <a:effectLst/>
              <a:uLnTx/>
              <a:uFillTx/>
              <a:latin typeface="Calibri" panose="020F0502020204030204" pitchFamily="34" charset="0"/>
              <a:ea typeface="+mn-ea"/>
              <a:cs typeface="+mn-cs"/>
            </a:endParaRPr>
          </a:p>
        </p:txBody>
      </p:sp>
      <p:sp>
        <p:nvSpPr>
          <p:cNvPr id="290" name="OTLSHAPE_SLT_aca2c9f78aaa420f8f34553019f14e83_TextPercentage" hidden="1">
            <a:extLst>
              <a:ext uri="{FF2B5EF4-FFF2-40B4-BE49-F238E27FC236}">
                <a16:creationId xmlns:a16="http://schemas.microsoft.com/office/drawing/2014/main" id="{1FEEC1A7-17A2-E4F2-3CDE-031A633A7BA1}"/>
              </a:ext>
            </a:extLst>
          </p:cNvPr>
          <p:cNvSpPr txBox="1"/>
          <p:nvPr>
            <p:custDataLst>
              <p:tags r:id="rId62"/>
            </p:custDataLst>
          </p:nvPr>
        </p:nvSpPr>
        <p:spPr>
          <a:xfrm>
            <a:off x="12700" y="-141188"/>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C0504D"/>
              </a:solidFill>
              <a:effectLst/>
              <a:uLnTx/>
              <a:uFillTx/>
              <a:latin typeface="Calibri" panose="020F0502020204030204" pitchFamily="34" charset="0"/>
              <a:ea typeface="+mn-ea"/>
              <a:cs typeface="+mn-cs"/>
            </a:endParaRPr>
          </a:p>
        </p:txBody>
      </p:sp>
      <p:sp>
        <p:nvSpPr>
          <p:cNvPr id="291" name="OTLSHAPE_SLT_aca2c9f78aaa420f8f34553019f14e83_StartDate" hidden="1">
            <a:extLst>
              <a:ext uri="{FF2B5EF4-FFF2-40B4-BE49-F238E27FC236}">
                <a16:creationId xmlns:a16="http://schemas.microsoft.com/office/drawing/2014/main" id="{DE93F392-B77E-34D4-C4A7-82F97E0DF70E}"/>
              </a:ext>
            </a:extLst>
          </p:cNvPr>
          <p:cNvSpPr txBox="1"/>
          <p:nvPr>
            <p:custDataLst>
              <p:tags r:id="rId63"/>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292" name="OTLSHAPE_SLT_aca2c9f78aaa420f8f34553019f14e83_EndDate" hidden="1">
            <a:extLst>
              <a:ext uri="{FF2B5EF4-FFF2-40B4-BE49-F238E27FC236}">
                <a16:creationId xmlns:a16="http://schemas.microsoft.com/office/drawing/2014/main" id="{60F8541A-E454-B171-00C4-9C473EA1511E}"/>
              </a:ext>
            </a:extLst>
          </p:cNvPr>
          <p:cNvSpPr txBox="1"/>
          <p:nvPr>
            <p:custDataLst>
              <p:tags r:id="rId64"/>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293" name="OTLSHAPE_SLT_aca2c9f78aaa420f8f34553019f14e83_JoinedDate" hidden="1">
            <a:extLst>
              <a:ext uri="{FF2B5EF4-FFF2-40B4-BE49-F238E27FC236}">
                <a16:creationId xmlns:a16="http://schemas.microsoft.com/office/drawing/2014/main" id="{FCDCD8E9-D886-3E03-6FFD-9D3D68C1E074}"/>
              </a:ext>
            </a:extLst>
          </p:cNvPr>
          <p:cNvSpPr txBox="1"/>
          <p:nvPr>
            <p:custDataLst>
              <p:tags r:id="rId65"/>
            </p:custDataLst>
          </p:nvPr>
        </p:nvSpPr>
        <p:spPr>
          <a:xfrm>
            <a:off x="5251365" y="3950458"/>
            <a:ext cx="8001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Sep 19 - Aug 11</a:t>
            </a:r>
            <a:endParaRPr kumimoji="0" lang="de-DE" sz="1000" b="0" i="0" u="none" strike="noStrike" kern="1200" cap="none" spc="-4" normalizeH="0" baseline="0" noProof="0" err="1">
              <a:ln>
                <a:noFill/>
              </a:ln>
              <a:solidFill>
                <a:srgbClr val="44546A"/>
              </a:solidFill>
              <a:effectLst/>
              <a:uLnTx/>
              <a:uFillTx/>
              <a:latin typeface="Calibri" panose="020F0502020204030204" pitchFamily="34" charset="0"/>
              <a:ea typeface="+mn-ea"/>
              <a:cs typeface="+mn-cs"/>
            </a:endParaRPr>
          </a:p>
        </p:txBody>
      </p:sp>
      <p:sp>
        <p:nvSpPr>
          <p:cNvPr id="306" name="OTLSHAPE_SLT_cb7b38b486134a92a7565b2d546db547_ShapePercentage" hidden="1">
            <a:extLst>
              <a:ext uri="{FF2B5EF4-FFF2-40B4-BE49-F238E27FC236}">
                <a16:creationId xmlns:a16="http://schemas.microsoft.com/office/drawing/2014/main" id="{9D60EFAD-66CD-2A35-BF14-B09A7F786778}"/>
              </a:ext>
            </a:extLst>
          </p:cNvPr>
          <p:cNvSpPr/>
          <p:nvPr>
            <p:custDataLst>
              <p:tags r:id="rId66"/>
            </p:custDataLst>
          </p:nvPr>
        </p:nvSpPr>
        <p:spPr>
          <a:xfrm>
            <a:off x="4791700" y="3946567"/>
            <a:ext cx="0" cy="0"/>
          </a:xfrm>
          <a:prstGeom prst="roundRect">
            <a:avLst>
              <a:gd name="adj" fmla="val 100000"/>
            </a:avLst>
          </a:prstGeom>
          <a:solidFill>
            <a:srgbClr val="000000">
              <a:alpha val="34902"/>
            </a:srgbClr>
          </a:solidFill>
          <a:ln w="38100" cap="flat">
            <a:noFill/>
            <a:prstDash val="solid"/>
            <a:miter/>
          </a:ln>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426" name="OTLSHAPE_SLT_cbb4656933184bc09b0444e2d2c92904_ShapePercentage" hidden="1">
            <a:extLst>
              <a:ext uri="{FF2B5EF4-FFF2-40B4-BE49-F238E27FC236}">
                <a16:creationId xmlns:a16="http://schemas.microsoft.com/office/drawing/2014/main" id="{CBB9DB31-D010-C459-FB87-18B132457287}"/>
              </a:ext>
            </a:extLst>
          </p:cNvPr>
          <p:cNvSpPr/>
          <p:nvPr>
            <p:custDataLst>
              <p:tags r:id="rId67"/>
            </p:custDataLst>
          </p:nvPr>
        </p:nvSpPr>
        <p:spPr>
          <a:xfrm>
            <a:off x="4791700" y="4124198"/>
            <a:ext cx="0" cy="0"/>
          </a:xfrm>
          <a:prstGeom prst="roundRect">
            <a:avLst>
              <a:gd name="adj" fmla="val 100000"/>
            </a:avLst>
          </a:prstGeom>
          <a:solidFill>
            <a:srgbClr val="000000">
              <a:alpha val="34902"/>
            </a:srgbClr>
          </a:solidFill>
          <a:ln w="38100" cap="flat">
            <a:noFill/>
            <a:prstDash val="solid"/>
            <a:miter/>
          </a:ln>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307" name="OTLSHAPE_SLT_cb7b38b486134a92a7565b2d546db547_Duration" hidden="1">
            <a:extLst>
              <a:ext uri="{FF2B5EF4-FFF2-40B4-BE49-F238E27FC236}">
                <a16:creationId xmlns:a16="http://schemas.microsoft.com/office/drawing/2014/main" id="{BFA0F039-C06D-1F2C-0994-4913FC2E8F62}"/>
              </a:ext>
            </a:extLst>
          </p:cNvPr>
          <p:cNvSpPr txBox="1"/>
          <p:nvPr>
            <p:custDataLst>
              <p:tags r:id="rId68"/>
            </p:custDataLst>
          </p:nvPr>
        </p:nvSpPr>
        <p:spPr>
          <a:xfrm>
            <a:off x="12700" y="-520302"/>
            <a:ext cx="4572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116 days</a:t>
            </a:r>
            <a:endParaRPr kumimoji="0" lang="de-DE" sz="1000" b="0" i="0" u="none" strike="noStrike" kern="1200" cap="none" spc="0" normalizeH="0" baseline="0" noProof="0" err="1">
              <a:ln>
                <a:noFill/>
              </a:ln>
              <a:solidFill>
                <a:srgbClr val="ED7D31"/>
              </a:solidFill>
              <a:effectLst/>
              <a:uLnTx/>
              <a:uFillTx/>
              <a:latin typeface="Calibri" panose="020F0502020204030204" pitchFamily="34" charset="0"/>
              <a:ea typeface="+mn-ea"/>
              <a:cs typeface="+mn-cs"/>
            </a:endParaRPr>
          </a:p>
        </p:txBody>
      </p:sp>
      <p:sp>
        <p:nvSpPr>
          <p:cNvPr id="310" name="OTLSHAPE_SLT_cb7b38b486134a92a7565b2d546db547_TextPercentage" hidden="1">
            <a:extLst>
              <a:ext uri="{FF2B5EF4-FFF2-40B4-BE49-F238E27FC236}">
                <a16:creationId xmlns:a16="http://schemas.microsoft.com/office/drawing/2014/main" id="{29B1421A-56ED-39AC-12EB-5CDB9B8BC0FF}"/>
              </a:ext>
            </a:extLst>
          </p:cNvPr>
          <p:cNvSpPr txBox="1"/>
          <p:nvPr>
            <p:custDataLst>
              <p:tags r:id="rId69"/>
            </p:custDataLst>
          </p:nvPr>
        </p:nvSpPr>
        <p:spPr>
          <a:xfrm>
            <a:off x="12700" y="-141188"/>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C0504D"/>
              </a:solidFill>
              <a:effectLst/>
              <a:uLnTx/>
              <a:uFillTx/>
              <a:latin typeface="Calibri" panose="020F0502020204030204" pitchFamily="34" charset="0"/>
              <a:ea typeface="+mn-ea"/>
              <a:cs typeface="+mn-cs"/>
            </a:endParaRPr>
          </a:p>
        </p:txBody>
      </p:sp>
      <p:sp>
        <p:nvSpPr>
          <p:cNvPr id="311" name="OTLSHAPE_SLT_cb7b38b486134a92a7565b2d546db547_StartDate" hidden="1">
            <a:extLst>
              <a:ext uri="{FF2B5EF4-FFF2-40B4-BE49-F238E27FC236}">
                <a16:creationId xmlns:a16="http://schemas.microsoft.com/office/drawing/2014/main" id="{2D5CE5C0-FD90-37DE-8231-E7BD46FB2E75}"/>
              </a:ext>
            </a:extLst>
          </p:cNvPr>
          <p:cNvSpPr txBox="1"/>
          <p:nvPr>
            <p:custDataLst>
              <p:tags r:id="rId70"/>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312" name="OTLSHAPE_SLT_cb7b38b486134a92a7565b2d546db547_EndDate" hidden="1">
            <a:extLst>
              <a:ext uri="{FF2B5EF4-FFF2-40B4-BE49-F238E27FC236}">
                <a16:creationId xmlns:a16="http://schemas.microsoft.com/office/drawing/2014/main" id="{966369A8-4982-F5F9-EB9F-4B327309FE22}"/>
              </a:ext>
            </a:extLst>
          </p:cNvPr>
          <p:cNvSpPr txBox="1"/>
          <p:nvPr>
            <p:custDataLst>
              <p:tags r:id="rId71"/>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314" name="OTLSHAPE_SLT_cb7b38b486134a92a7565b2d546db547_JoinedDate" hidden="1">
            <a:extLst>
              <a:ext uri="{FF2B5EF4-FFF2-40B4-BE49-F238E27FC236}">
                <a16:creationId xmlns:a16="http://schemas.microsoft.com/office/drawing/2014/main" id="{07794388-D078-1B93-CB29-7F8B935CEB66}"/>
              </a:ext>
            </a:extLst>
          </p:cNvPr>
          <p:cNvSpPr txBox="1"/>
          <p:nvPr>
            <p:custDataLst>
              <p:tags r:id="rId72"/>
            </p:custDataLst>
          </p:nvPr>
        </p:nvSpPr>
        <p:spPr>
          <a:xfrm>
            <a:off x="6785590" y="4313558"/>
            <a:ext cx="7239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Oct 25 - Apr 5</a:t>
            </a:r>
            <a:endParaRPr kumimoji="0" lang="de-DE" sz="1000" b="0" i="0" u="none" strike="noStrike" kern="1200" cap="none" spc="-4" normalizeH="0" baseline="0" noProof="0" err="1">
              <a:ln>
                <a:noFill/>
              </a:ln>
              <a:solidFill>
                <a:srgbClr val="44546A"/>
              </a:solidFill>
              <a:effectLst/>
              <a:uLnTx/>
              <a:uFillTx/>
              <a:latin typeface="Calibri" panose="020F0502020204030204" pitchFamily="34" charset="0"/>
              <a:ea typeface="+mn-ea"/>
              <a:cs typeface="+mn-cs"/>
            </a:endParaRPr>
          </a:p>
        </p:txBody>
      </p:sp>
      <p:sp>
        <p:nvSpPr>
          <p:cNvPr id="427" name="OTLSHAPE_SLT_cbb4656933184bc09b0444e2d2c92904_Duration" hidden="1">
            <a:extLst>
              <a:ext uri="{FF2B5EF4-FFF2-40B4-BE49-F238E27FC236}">
                <a16:creationId xmlns:a16="http://schemas.microsoft.com/office/drawing/2014/main" id="{BA8E57E0-3183-524E-5A80-92B94EE6AB61}"/>
              </a:ext>
            </a:extLst>
          </p:cNvPr>
          <p:cNvSpPr txBox="1"/>
          <p:nvPr>
            <p:custDataLst>
              <p:tags r:id="rId73"/>
            </p:custDataLst>
          </p:nvPr>
        </p:nvSpPr>
        <p:spPr>
          <a:xfrm>
            <a:off x="12700" y="-520302"/>
            <a:ext cx="4572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116 days</a:t>
            </a:r>
            <a:endParaRPr kumimoji="0" lang="de-DE" sz="1000" b="0" i="0" u="none" strike="noStrike" kern="1200" cap="none" spc="0" normalizeH="0" baseline="0" noProof="0" err="1">
              <a:ln>
                <a:noFill/>
              </a:ln>
              <a:solidFill>
                <a:srgbClr val="ED7D31"/>
              </a:solidFill>
              <a:effectLst/>
              <a:uLnTx/>
              <a:uFillTx/>
              <a:latin typeface="Calibri" panose="020F0502020204030204" pitchFamily="34" charset="0"/>
              <a:ea typeface="+mn-ea"/>
              <a:cs typeface="+mn-cs"/>
            </a:endParaRPr>
          </a:p>
        </p:txBody>
      </p:sp>
      <p:sp>
        <p:nvSpPr>
          <p:cNvPr id="428" name="OTLSHAPE_SLT_cbb4656933184bc09b0444e2d2c92904_TextPercentage" hidden="1">
            <a:extLst>
              <a:ext uri="{FF2B5EF4-FFF2-40B4-BE49-F238E27FC236}">
                <a16:creationId xmlns:a16="http://schemas.microsoft.com/office/drawing/2014/main" id="{9F791771-972D-0DA7-466F-D93A00A33A7A}"/>
              </a:ext>
            </a:extLst>
          </p:cNvPr>
          <p:cNvSpPr txBox="1"/>
          <p:nvPr>
            <p:custDataLst>
              <p:tags r:id="rId74"/>
            </p:custDataLst>
          </p:nvPr>
        </p:nvSpPr>
        <p:spPr>
          <a:xfrm>
            <a:off x="12700" y="-141188"/>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C0504D"/>
              </a:solidFill>
              <a:effectLst/>
              <a:uLnTx/>
              <a:uFillTx/>
              <a:latin typeface="Calibri" panose="020F0502020204030204" pitchFamily="34" charset="0"/>
              <a:ea typeface="+mn-ea"/>
              <a:cs typeface="+mn-cs"/>
            </a:endParaRPr>
          </a:p>
        </p:txBody>
      </p:sp>
      <p:sp>
        <p:nvSpPr>
          <p:cNvPr id="429" name="OTLSHAPE_SLT_cbb4656933184bc09b0444e2d2c92904_StartDate" hidden="1">
            <a:extLst>
              <a:ext uri="{FF2B5EF4-FFF2-40B4-BE49-F238E27FC236}">
                <a16:creationId xmlns:a16="http://schemas.microsoft.com/office/drawing/2014/main" id="{9A05FFCF-A9DE-B480-5AFB-F41EA029D6EC}"/>
              </a:ext>
            </a:extLst>
          </p:cNvPr>
          <p:cNvSpPr txBox="1"/>
          <p:nvPr>
            <p:custDataLst>
              <p:tags r:id="rId75"/>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434" name="OTLSHAPE_SLT_cbb4656933184bc09b0444e2d2c92904_EndDate" hidden="1">
            <a:extLst>
              <a:ext uri="{FF2B5EF4-FFF2-40B4-BE49-F238E27FC236}">
                <a16:creationId xmlns:a16="http://schemas.microsoft.com/office/drawing/2014/main" id="{5FAEE003-400F-D40E-FF18-BE2A9AEA7AD5}"/>
              </a:ext>
            </a:extLst>
          </p:cNvPr>
          <p:cNvSpPr txBox="1"/>
          <p:nvPr>
            <p:custDataLst>
              <p:tags r:id="rId76"/>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435" name="OTLSHAPE_SLT_cbb4656933184bc09b0444e2d2c92904_JoinedDate" hidden="1">
            <a:extLst>
              <a:ext uri="{FF2B5EF4-FFF2-40B4-BE49-F238E27FC236}">
                <a16:creationId xmlns:a16="http://schemas.microsoft.com/office/drawing/2014/main" id="{6C9057B4-ECC4-A6A6-0250-402B68506652}"/>
              </a:ext>
            </a:extLst>
          </p:cNvPr>
          <p:cNvSpPr txBox="1"/>
          <p:nvPr>
            <p:custDataLst>
              <p:tags r:id="rId77"/>
            </p:custDataLst>
          </p:nvPr>
        </p:nvSpPr>
        <p:spPr>
          <a:xfrm>
            <a:off x="6785590" y="4677201"/>
            <a:ext cx="7239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Oct 25 - Apr 5</a:t>
            </a:r>
            <a:endParaRPr kumimoji="0" lang="de-DE" sz="1000" b="0" i="0" u="none" strike="noStrike" kern="1200" cap="none" spc="-4" normalizeH="0" baseline="0" noProof="0" err="1">
              <a:ln>
                <a:noFill/>
              </a:ln>
              <a:solidFill>
                <a:srgbClr val="44546A"/>
              </a:solidFill>
              <a:effectLst/>
              <a:uLnTx/>
              <a:uFillTx/>
              <a:latin typeface="Calibri" panose="020F0502020204030204" pitchFamily="34" charset="0"/>
              <a:ea typeface="+mn-ea"/>
              <a:cs typeface="+mn-cs"/>
            </a:endParaRPr>
          </a:p>
        </p:txBody>
      </p:sp>
      <p:sp>
        <p:nvSpPr>
          <p:cNvPr id="469" name="OTLSHAPE_SLT_fc36b489970d487f966c8c021dca5d21_ShapePercentage" hidden="1">
            <a:extLst>
              <a:ext uri="{FF2B5EF4-FFF2-40B4-BE49-F238E27FC236}">
                <a16:creationId xmlns:a16="http://schemas.microsoft.com/office/drawing/2014/main" id="{4E97218B-0AFE-6AC2-FA89-655CD5FFD79C}"/>
              </a:ext>
            </a:extLst>
          </p:cNvPr>
          <p:cNvSpPr/>
          <p:nvPr>
            <p:custDataLst>
              <p:tags r:id="rId78"/>
            </p:custDataLst>
          </p:nvPr>
        </p:nvSpPr>
        <p:spPr>
          <a:xfrm>
            <a:off x="2830751" y="4403429"/>
            <a:ext cx="0" cy="0"/>
          </a:xfrm>
          <a:prstGeom prst="roundRect">
            <a:avLst>
              <a:gd name="adj" fmla="val 100000"/>
            </a:avLst>
          </a:prstGeom>
          <a:solidFill>
            <a:srgbClr val="000000">
              <a:alpha val="34902"/>
            </a:srgbClr>
          </a:solidFill>
          <a:ln w="38100" cap="flat">
            <a:noFill/>
            <a:prstDash val="solid"/>
            <a:miter/>
          </a:ln>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481" name="OTLSHAPE_SLT_bc221a652de342bcb009df84d7ab9857_ShapePercentage" hidden="1">
            <a:extLst>
              <a:ext uri="{FF2B5EF4-FFF2-40B4-BE49-F238E27FC236}">
                <a16:creationId xmlns:a16="http://schemas.microsoft.com/office/drawing/2014/main" id="{3D8713C1-584A-24D1-AFFF-2A93941A8F2A}"/>
              </a:ext>
            </a:extLst>
          </p:cNvPr>
          <p:cNvSpPr/>
          <p:nvPr>
            <p:custDataLst>
              <p:tags r:id="rId79"/>
            </p:custDataLst>
          </p:nvPr>
        </p:nvSpPr>
        <p:spPr>
          <a:xfrm>
            <a:off x="3199154" y="5215551"/>
            <a:ext cx="0" cy="0"/>
          </a:xfrm>
          <a:prstGeom prst="roundRect">
            <a:avLst>
              <a:gd name="adj" fmla="val 100000"/>
            </a:avLst>
          </a:prstGeom>
          <a:solidFill>
            <a:srgbClr val="000000">
              <a:alpha val="34902"/>
            </a:srgbClr>
          </a:solidFill>
          <a:ln w="38100" cap="flat">
            <a:noFill/>
            <a:prstDash val="solid"/>
            <a:miter/>
          </a:ln>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470" name="OTLSHAPE_SLT_fc36b489970d487f966c8c021dca5d21_Duration" hidden="1">
            <a:extLst>
              <a:ext uri="{FF2B5EF4-FFF2-40B4-BE49-F238E27FC236}">
                <a16:creationId xmlns:a16="http://schemas.microsoft.com/office/drawing/2014/main" id="{193799E5-A78D-DCED-33C0-BC9E9681C5C9}"/>
              </a:ext>
            </a:extLst>
          </p:cNvPr>
          <p:cNvSpPr txBox="1"/>
          <p:nvPr>
            <p:custDataLst>
              <p:tags r:id="rId80"/>
            </p:custDataLst>
          </p:nvPr>
        </p:nvSpPr>
        <p:spPr>
          <a:xfrm>
            <a:off x="12700" y="-520302"/>
            <a:ext cx="4572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131 days</a:t>
            </a:r>
            <a:endParaRPr kumimoji="0" lang="de-DE" sz="1000" b="0" i="0" u="none" strike="noStrike" kern="1200" cap="none" spc="0" normalizeH="0" baseline="0" noProof="0" err="1">
              <a:ln>
                <a:noFill/>
              </a:ln>
              <a:solidFill>
                <a:srgbClr val="ED7D31"/>
              </a:solidFill>
              <a:effectLst/>
              <a:uLnTx/>
              <a:uFillTx/>
              <a:latin typeface="Calibri" panose="020F0502020204030204" pitchFamily="34" charset="0"/>
              <a:ea typeface="+mn-ea"/>
              <a:cs typeface="+mn-cs"/>
            </a:endParaRPr>
          </a:p>
        </p:txBody>
      </p:sp>
      <p:sp>
        <p:nvSpPr>
          <p:cNvPr id="471" name="OTLSHAPE_SLT_fc36b489970d487f966c8c021dca5d21_TextPercentage" hidden="1">
            <a:extLst>
              <a:ext uri="{FF2B5EF4-FFF2-40B4-BE49-F238E27FC236}">
                <a16:creationId xmlns:a16="http://schemas.microsoft.com/office/drawing/2014/main" id="{AB8B2920-6B69-765A-E04F-BCC9FD94AC5F}"/>
              </a:ext>
            </a:extLst>
          </p:cNvPr>
          <p:cNvSpPr txBox="1"/>
          <p:nvPr>
            <p:custDataLst>
              <p:tags r:id="rId81"/>
            </p:custDataLst>
          </p:nvPr>
        </p:nvSpPr>
        <p:spPr>
          <a:xfrm>
            <a:off x="12700" y="-141188"/>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C0504D"/>
              </a:solidFill>
              <a:effectLst/>
              <a:uLnTx/>
              <a:uFillTx/>
              <a:latin typeface="Calibri" panose="020F0502020204030204" pitchFamily="34" charset="0"/>
              <a:ea typeface="+mn-ea"/>
              <a:cs typeface="+mn-cs"/>
            </a:endParaRPr>
          </a:p>
        </p:txBody>
      </p:sp>
      <p:sp>
        <p:nvSpPr>
          <p:cNvPr id="472" name="OTLSHAPE_SLT_fc36b489970d487f966c8c021dca5d21_StartDate" hidden="1">
            <a:extLst>
              <a:ext uri="{FF2B5EF4-FFF2-40B4-BE49-F238E27FC236}">
                <a16:creationId xmlns:a16="http://schemas.microsoft.com/office/drawing/2014/main" id="{B99B04FD-33FE-421C-817C-88B0B9A35491}"/>
              </a:ext>
            </a:extLst>
          </p:cNvPr>
          <p:cNvSpPr txBox="1"/>
          <p:nvPr>
            <p:custDataLst>
              <p:tags r:id="rId82"/>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473" name="OTLSHAPE_SLT_fc36b489970d487f966c8c021dca5d21_EndDate" hidden="1">
            <a:extLst>
              <a:ext uri="{FF2B5EF4-FFF2-40B4-BE49-F238E27FC236}">
                <a16:creationId xmlns:a16="http://schemas.microsoft.com/office/drawing/2014/main" id="{91A637F6-BA99-A1A5-3FBD-AB8C4CA9A541}"/>
              </a:ext>
            </a:extLst>
          </p:cNvPr>
          <p:cNvSpPr txBox="1"/>
          <p:nvPr>
            <p:custDataLst>
              <p:tags r:id="rId83"/>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482" name="OTLSHAPE_SLT_bc221a652de342bcb009df84d7ab9857_Duration" hidden="1">
            <a:extLst>
              <a:ext uri="{FF2B5EF4-FFF2-40B4-BE49-F238E27FC236}">
                <a16:creationId xmlns:a16="http://schemas.microsoft.com/office/drawing/2014/main" id="{43918551-B52F-540E-0C84-348862C94A67}"/>
              </a:ext>
            </a:extLst>
          </p:cNvPr>
          <p:cNvSpPr txBox="1"/>
          <p:nvPr>
            <p:custDataLst>
              <p:tags r:id="rId84"/>
            </p:custDataLst>
          </p:nvPr>
        </p:nvSpPr>
        <p:spPr>
          <a:xfrm>
            <a:off x="12700" y="-520302"/>
            <a:ext cx="4572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262 days</a:t>
            </a:r>
            <a:endParaRPr kumimoji="0" lang="de-DE" sz="1000" b="0" i="0" u="none" strike="noStrike" kern="1200" cap="none" spc="0" normalizeH="0" baseline="0" noProof="0" err="1">
              <a:ln>
                <a:noFill/>
              </a:ln>
              <a:solidFill>
                <a:srgbClr val="ED7D31"/>
              </a:solidFill>
              <a:effectLst/>
              <a:uLnTx/>
              <a:uFillTx/>
              <a:latin typeface="Calibri" panose="020F0502020204030204" pitchFamily="34" charset="0"/>
              <a:ea typeface="+mn-ea"/>
              <a:cs typeface="+mn-cs"/>
            </a:endParaRPr>
          </a:p>
        </p:txBody>
      </p:sp>
      <p:sp>
        <p:nvSpPr>
          <p:cNvPr id="483" name="OTLSHAPE_SLT_bc221a652de342bcb009df84d7ab9857_TextPercentage" hidden="1">
            <a:extLst>
              <a:ext uri="{FF2B5EF4-FFF2-40B4-BE49-F238E27FC236}">
                <a16:creationId xmlns:a16="http://schemas.microsoft.com/office/drawing/2014/main" id="{2DBAAC00-D211-49EF-4A97-40B5EEED7F93}"/>
              </a:ext>
            </a:extLst>
          </p:cNvPr>
          <p:cNvSpPr txBox="1"/>
          <p:nvPr>
            <p:custDataLst>
              <p:tags r:id="rId85"/>
            </p:custDataLst>
          </p:nvPr>
        </p:nvSpPr>
        <p:spPr>
          <a:xfrm>
            <a:off x="12700" y="-141188"/>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C0504D"/>
              </a:solidFill>
              <a:effectLst/>
              <a:uLnTx/>
              <a:uFillTx/>
              <a:latin typeface="Calibri" panose="020F0502020204030204" pitchFamily="34" charset="0"/>
              <a:ea typeface="+mn-ea"/>
              <a:cs typeface="+mn-cs"/>
            </a:endParaRPr>
          </a:p>
        </p:txBody>
      </p:sp>
      <p:sp>
        <p:nvSpPr>
          <p:cNvPr id="487" name="OTLSHAPE_SLT_bc221a652de342bcb009df84d7ab9857_StartDate" hidden="1">
            <a:extLst>
              <a:ext uri="{FF2B5EF4-FFF2-40B4-BE49-F238E27FC236}">
                <a16:creationId xmlns:a16="http://schemas.microsoft.com/office/drawing/2014/main" id="{75D556EC-3252-8599-FB6A-CF482C2DF9F8}"/>
              </a:ext>
            </a:extLst>
          </p:cNvPr>
          <p:cNvSpPr txBox="1"/>
          <p:nvPr>
            <p:custDataLst>
              <p:tags r:id="rId86"/>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497" name="OTLSHAPE_SLT_bc221a652de342bcb009df84d7ab9857_EndDate" hidden="1">
            <a:extLst>
              <a:ext uri="{FF2B5EF4-FFF2-40B4-BE49-F238E27FC236}">
                <a16:creationId xmlns:a16="http://schemas.microsoft.com/office/drawing/2014/main" id="{07F0B3D6-DB3A-742B-F83E-0BE6DDC221A1}"/>
              </a:ext>
            </a:extLst>
          </p:cNvPr>
          <p:cNvSpPr txBox="1"/>
          <p:nvPr>
            <p:custDataLst>
              <p:tags r:id="rId87"/>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498" name="OTLSHAPE_SLT_bc221a652de342bcb009df84d7ab9857_JoinedDate" hidden="1">
            <a:extLst>
              <a:ext uri="{FF2B5EF4-FFF2-40B4-BE49-F238E27FC236}">
                <a16:creationId xmlns:a16="http://schemas.microsoft.com/office/drawing/2014/main" id="{4CA92169-62A9-A452-9320-ADF427BB0CF9}"/>
              </a:ext>
            </a:extLst>
          </p:cNvPr>
          <p:cNvSpPr txBox="1"/>
          <p:nvPr>
            <p:custDataLst>
              <p:tags r:id="rId88"/>
            </p:custDataLst>
          </p:nvPr>
        </p:nvSpPr>
        <p:spPr>
          <a:xfrm>
            <a:off x="4925029" y="5805173"/>
            <a:ext cx="7874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3" normalizeH="0" baseline="0" noProof="0">
                <a:ln>
                  <a:noFill/>
                </a:ln>
                <a:solidFill>
                  <a:srgbClr val="44546A"/>
                </a:solidFill>
                <a:effectLst/>
                <a:uLnTx/>
                <a:uFillTx/>
                <a:latin typeface="Calibri" panose="020F0502020204030204" pitchFamily="34" charset="0"/>
                <a:ea typeface="+mn-ea"/>
                <a:cs typeface="+mn-cs"/>
              </a:rPr>
              <a:t>Apr 24 - Apr 24</a:t>
            </a:r>
          </a:p>
        </p:txBody>
      </p:sp>
      <p:sp>
        <p:nvSpPr>
          <p:cNvPr id="501" name="OTLSHAPE_SLT_ca9fa5ad72904264b3c85309bef6efe8_ShapePercentage" hidden="1">
            <a:extLst>
              <a:ext uri="{FF2B5EF4-FFF2-40B4-BE49-F238E27FC236}">
                <a16:creationId xmlns:a16="http://schemas.microsoft.com/office/drawing/2014/main" id="{38F7FEF2-392A-4B66-A570-4444BCF96FAA}"/>
              </a:ext>
            </a:extLst>
          </p:cNvPr>
          <p:cNvSpPr/>
          <p:nvPr>
            <p:custDataLst>
              <p:tags r:id="rId89"/>
            </p:custDataLst>
          </p:nvPr>
        </p:nvSpPr>
        <p:spPr>
          <a:xfrm>
            <a:off x="2868462" y="4758690"/>
            <a:ext cx="0" cy="0"/>
          </a:xfrm>
          <a:prstGeom prst="roundRect">
            <a:avLst>
              <a:gd name="adj" fmla="val 100000"/>
            </a:avLst>
          </a:prstGeom>
          <a:solidFill>
            <a:srgbClr val="000000">
              <a:alpha val="34902"/>
            </a:srgbClr>
          </a:solidFill>
          <a:ln w="38100" cap="flat">
            <a:noFill/>
            <a:prstDash val="solid"/>
            <a:miter/>
          </a:ln>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502" name="OTLSHAPE_SLT_ca9fa5ad72904264b3c85309bef6efe8_Duration" hidden="1">
            <a:extLst>
              <a:ext uri="{FF2B5EF4-FFF2-40B4-BE49-F238E27FC236}">
                <a16:creationId xmlns:a16="http://schemas.microsoft.com/office/drawing/2014/main" id="{65C78420-7425-4523-F15E-897B422FA70F}"/>
              </a:ext>
            </a:extLst>
          </p:cNvPr>
          <p:cNvSpPr txBox="1"/>
          <p:nvPr>
            <p:custDataLst>
              <p:tags r:id="rId90"/>
            </p:custDataLst>
          </p:nvPr>
        </p:nvSpPr>
        <p:spPr>
          <a:xfrm>
            <a:off x="12701" y="-745528"/>
            <a:ext cx="5207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1043 days</a:t>
            </a:r>
            <a:endParaRPr kumimoji="0" lang="de-DE" sz="1000" b="0" i="0" u="none" strike="noStrike" kern="1200" cap="none" spc="0" normalizeH="0" baseline="0" noProof="0" err="1">
              <a:ln>
                <a:noFill/>
              </a:ln>
              <a:solidFill>
                <a:srgbClr val="ED7D31"/>
              </a:solidFill>
              <a:effectLst/>
              <a:uLnTx/>
              <a:uFillTx/>
              <a:latin typeface="Calibri" panose="020F0502020204030204" pitchFamily="34" charset="0"/>
              <a:ea typeface="+mn-ea"/>
              <a:cs typeface="+mn-cs"/>
            </a:endParaRPr>
          </a:p>
        </p:txBody>
      </p:sp>
      <p:sp>
        <p:nvSpPr>
          <p:cNvPr id="503" name="OTLSHAPE_SLT_ca9fa5ad72904264b3c85309bef6efe8_TextPercentage" hidden="1">
            <a:extLst>
              <a:ext uri="{FF2B5EF4-FFF2-40B4-BE49-F238E27FC236}">
                <a16:creationId xmlns:a16="http://schemas.microsoft.com/office/drawing/2014/main" id="{A3F431FE-C4BD-48D7-76B0-9F7917718315}"/>
              </a:ext>
            </a:extLst>
          </p:cNvPr>
          <p:cNvSpPr txBox="1"/>
          <p:nvPr>
            <p:custDataLst>
              <p:tags r:id="rId91"/>
            </p:custDataLst>
          </p:nvPr>
        </p:nvSpPr>
        <p:spPr>
          <a:xfrm>
            <a:off x="12700" y="-141188"/>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C0504D"/>
              </a:solidFill>
              <a:effectLst/>
              <a:uLnTx/>
              <a:uFillTx/>
              <a:latin typeface="Calibri" panose="020F0502020204030204" pitchFamily="34" charset="0"/>
              <a:ea typeface="+mn-ea"/>
              <a:cs typeface="+mn-cs"/>
            </a:endParaRPr>
          </a:p>
        </p:txBody>
      </p:sp>
      <p:sp>
        <p:nvSpPr>
          <p:cNvPr id="504" name="OTLSHAPE_SLT_ca9fa5ad72904264b3c85309bef6efe8_StartDate" hidden="1">
            <a:extLst>
              <a:ext uri="{FF2B5EF4-FFF2-40B4-BE49-F238E27FC236}">
                <a16:creationId xmlns:a16="http://schemas.microsoft.com/office/drawing/2014/main" id="{EF798CEB-D36B-FE30-7EAA-E606EC60A4A5}"/>
              </a:ext>
            </a:extLst>
          </p:cNvPr>
          <p:cNvSpPr txBox="1"/>
          <p:nvPr>
            <p:custDataLst>
              <p:tags r:id="rId92"/>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506" name="OTLSHAPE_SLT_ca9fa5ad72904264b3c85309bef6efe8_EndDate" hidden="1">
            <a:extLst>
              <a:ext uri="{FF2B5EF4-FFF2-40B4-BE49-F238E27FC236}">
                <a16:creationId xmlns:a16="http://schemas.microsoft.com/office/drawing/2014/main" id="{1E44630F-10B7-D854-C735-28D6A6079006}"/>
              </a:ext>
            </a:extLst>
          </p:cNvPr>
          <p:cNvSpPr txBox="1"/>
          <p:nvPr>
            <p:custDataLst>
              <p:tags r:id="rId93"/>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507" name="OTLSHAPE_SLT_ca9fa5ad72904264b3c85309bef6efe8_JoinedDate" hidden="1">
            <a:extLst>
              <a:ext uri="{FF2B5EF4-FFF2-40B4-BE49-F238E27FC236}">
                <a16:creationId xmlns:a16="http://schemas.microsoft.com/office/drawing/2014/main" id="{D32F8367-2BCA-0A70-CB9A-F04B6A659AAC}"/>
              </a:ext>
            </a:extLst>
          </p:cNvPr>
          <p:cNvSpPr txBox="1"/>
          <p:nvPr>
            <p:custDataLst>
              <p:tags r:id="rId94"/>
            </p:custDataLst>
          </p:nvPr>
        </p:nvSpPr>
        <p:spPr>
          <a:xfrm>
            <a:off x="4757118" y="5093102"/>
            <a:ext cx="8128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7" normalizeH="0" baseline="0" noProof="0">
                <a:ln>
                  <a:noFill/>
                </a:ln>
                <a:solidFill>
                  <a:srgbClr val="44546A"/>
                </a:solidFill>
                <a:effectLst/>
                <a:uLnTx/>
                <a:uFillTx/>
                <a:latin typeface="Calibri" panose="020F0502020204030204" pitchFamily="34" charset="0"/>
                <a:ea typeface="+mn-ea"/>
                <a:cs typeface="+mn-cs"/>
              </a:rPr>
              <a:t>Dec 31 - Dec 28</a:t>
            </a:r>
            <a:endParaRPr kumimoji="0" lang="de-DE" sz="1000" b="0" i="0" u="none" strike="noStrike" kern="1200" cap="none" spc="-7" normalizeH="0" baseline="0" noProof="0" err="1">
              <a:ln>
                <a:noFill/>
              </a:ln>
              <a:solidFill>
                <a:srgbClr val="44546A"/>
              </a:solidFill>
              <a:effectLst/>
              <a:uLnTx/>
              <a:uFillTx/>
              <a:latin typeface="Calibri" panose="020F0502020204030204" pitchFamily="34" charset="0"/>
              <a:ea typeface="+mn-ea"/>
              <a:cs typeface="+mn-cs"/>
            </a:endParaRPr>
          </a:p>
        </p:txBody>
      </p:sp>
      <p:sp>
        <p:nvSpPr>
          <p:cNvPr id="510" name="OTLSHAPE_SLT_45268cbe919b440688ce6e2ab09006ae_ShapePercentage" hidden="1">
            <a:extLst>
              <a:ext uri="{FF2B5EF4-FFF2-40B4-BE49-F238E27FC236}">
                <a16:creationId xmlns:a16="http://schemas.microsoft.com/office/drawing/2014/main" id="{165FCC4A-4DC3-A2E2-F9C9-EBE0745CA39D}"/>
              </a:ext>
            </a:extLst>
          </p:cNvPr>
          <p:cNvSpPr/>
          <p:nvPr>
            <p:custDataLst>
              <p:tags r:id="rId95"/>
            </p:custDataLst>
          </p:nvPr>
        </p:nvSpPr>
        <p:spPr>
          <a:xfrm>
            <a:off x="4791700" y="2677414"/>
            <a:ext cx="0" cy="0"/>
          </a:xfrm>
          <a:prstGeom prst="roundRect">
            <a:avLst>
              <a:gd name="adj" fmla="val 100000"/>
            </a:avLst>
          </a:prstGeom>
          <a:solidFill>
            <a:srgbClr val="000000">
              <a:alpha val="34902"/>
            </a:srgbClr>
          </a:solidFill>
          <a:ln w="38100" cap="flat">
            <a:noFill/>
            <a:prstDash val="solid"/>
            <a:miter/>
          </a:ln>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511" name="OTLSHAPE_SLT_45268cbe919b440688ce6e2ab09006ae_Duration" hidden="1">
            <a:extLst>
              <a:ext uri="{FF2B5EF4-FFF2-40B4-BE49-F238E27FC236}">
                <a16:creationId xmlns:a16="http://schemas.microsoft.com/office/drawing/2014/main" id="{C37705A9-3189-2EC0-8894-67F79F4A28F8}"/>
              </a:ext>
            </a:extLst>
          </p:cNvPr>
          <p:cNvSpPr txBox="1"/>
          <p:nvPr>
            <p:custDataLst>
              <p:tags r:id="rId96"/>
            </p:custDataLst>
          </p:nvPr>
        </p:nvSpPr>
        <p:spPr>
          <a:xfrm>
            <a:off x="12700" y="-520302"/>
            <a:ext cx="4572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707 days</a:t>
            </a:r>
            <a:endParaRPr kumimoji="0" lang="de-DE" sz="1000" b="0" i="0" u="none" strike="noStrike" kern="1200" cap="none" spc="0" normalizeH="0" baseline="0" noProof="0" err="1">
              <a:ln>
                <a:noFill/>
              </a:ln>
              <a:solidFill>
                <a:srgbClr val="ED7D31"/>
              </a:solidFill>
              <a:effectLst/>
              <a:uLnTx/>
              <a:uFillTx/>
              <a:latin typeface="Calibri" panose="020F0502020204030204" pitchFamily="34" charset="0"/>
              <a:ea typeface="+mn-ea"/>
              <a:cs typeface="+mn-cs"/>
            </a:endParaRPr>
          </a:p>
        </p:txBody>
      </p:sp>
      <p:sp>
        <p:nvSpPr>
          <p:cNvPr id="544" name="OTLSHAPE_SLT_45268cbe919b440688ce6e2ab09006ae_TextPercentage" hidden="1">
            <a:extLst>
              <a:ext uri="{FF2B5EF4-FFF2-40B4-BE49-F238E27FC236}">
                <a16:creationId xmlns:a16="http://schemas.microsoft.com/office/drawing/2014/main" id="{BFBF5473-15B0-8750-8EA4-3E66C7083A09}"/>
              </a:ext>
            </a:extLst>
          </p:cNvPr>
          <p:cNvSpPr txBox="1"/>
          <p:nvPr>
            <p:custDataLst>
              <p:tags r:id="rId97"/>
            </p:custDataLst>
          </p:nvPr>
        </p:nvSpPr>
        <p:spPr>
          <a:xfrm>
            <a:off x="12700" y="-141188"/>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C0504D"/>
              </a:solidFill>
              <a:effectLst/>
              <a:uLnTx/>
              <a:uFillTx/>
              <a:latin typeface="Calibri" panose="020F0502020204030204" pitchFamily="34" charset="0"/>
              <a:ea typeface="+mn-ea"/>
              <a:cs typeface="+mn-cs"/>
            </a:endParaRPr>
          </a:p>
        </p:txBody>
      </p:sp>
      <p:sp>
        <p:nvSpPr>
          <p:cNvPr id="547" name="OTLSHAPE_SLT_45268cbe919b440688ce6e2ab09006ae_StartDate" hidden="1">
            <a:extLst>
              <a:ext uri="{FF2B5EF4-FFF2-40B4-BE49-F238E27FC236}">
                <a16:creationId xmlns:a16="http://schemas.microsoft.com/office/drawing/2014/main" id="{55035D76-1660-7652-2E46-27B4C94C5761}"/>
              </a:ext>
            </a:extLst>
          </p:cNvPr>
          <p:cNvSpPr txBox="1"/>
          <p:nvPr>
            <p:custDataLst>
              <p:tags r:id="rId98"/>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548" name="OTLSHAPE_SLT_45268cbe919b440688ce6e2ab09006ae_EndDate" hidden="1">
            <a:extLst>
              <a:ext uri="{FF2B5EF4-FFF2-40B4-BE49-F238E27FC236}">
                <a16:creationId xmlns:a16="http://schemas.microsoft.com/office/drawing/2014/main" id="{CE849149-8BF2-187E-9096-42C0CFC9485D}"/>
              </a:ext>
            </a:extLst>
          </p:cNvPr>
          <p:cNvSpPr txBox="1"/>
          <p:nvPr>
            <p:custDataLst>
              <p:tags r:id="rId99"/>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549" name="OTLSHAPE_SLT_45268cbe919b440688ce6e2ab09006ae_JoinedDate" hidden="1">
            <a:extLst>
              <a:ext uri="{FF2B5EF4-FFF2-40B4-BE49-F238E27FC236}">
                <a16:creationId xmlns:a16="http://schemas.microsoft.com/office/drawing/2014/main" id="{6102AA15-B6CB-5413-74E2-3BC10F921DAB}"/>
              </a:ext>
            </a:extLst>
          </p:cNvPr>
          <p:cNvSpPr txBox="1"/>
          <p:nvPr>
            <p:custDataLst>
              <p:tags r:id="rId100"/>
            </p:custDataLst>
          </p:nvPr>
        </p:nvSpPr>
        <p:spPr>
          <a:xfrm>
            <a:off x="6769333" y="2413384"/>
            <a:ext cx="7366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Oct 25 - Jul 10</a:t>
            </a:r>
            <a:endParaRPr kumimoji="0" lang="de-DE" sz="1000" b="0" i="0" u="none" strike="noStrike" kern="1200" cap="none" spc="-4" normalizeH="0" baseline="0" noProof="0" err="1">
              <a:ln>
                <a:noFill/>
              </a:ln>
              <a:solidFill>
                <a:srgbClr val="44546A"/>
              </a:solidFill>
              <a:effectLst/>
              <a:uLnTx/>
              <a:uFillTx/>
              <a:latin typeface="Calibri" panose="020F0502020204030204" pitchFamily="34" charset="0"/>
              <a:ea typeface="+mn-ea"/>
              <a:cs typeface="+mn-cs"/>
            </a:endParaRPr>
          </a:p>
        </p:txBody>
      </p:sp>
      <p:sp>
        <p:nvSpPr>
          <p:cNvPr id="596" name="OTLSHAPE_SLT_3c22a2ec78d444df860bba957df41772_ShapePercentage" hidden="1">
            <a:extLst>
              <a:ext uri="{FF2B5EF4-FFF2-40B4-BE49-F238E27FC236}">
                <a16:creationId xmlns:a16="http://schemas.microsoft.com/office/drawing/2014/main" id="{582D9DF3-3461-EBE1-C264-6E3AAA788676}"/>
              </a:ext>
            </a:extLst>
          </p:cNvPr>
          <p:cNvSpPr/>
          <p:nvPr>
            <p:custDataLst>
              <p:tags r:id="rId101"/>
            </p:custDataLst>
          </p:nvPr>
        </p:nvSpPr>
        <p:spPr>
          <a:xfrm>
            <a:off x="4791700" y="2855045"/>
            <a:ext cx="0" cy="0"/>
          </a:xfrm>
          <a:prstGeom prst="roundRect">
            <a:avLst>
              <a:gd name="adj" fmla="val 100000"/>
            </a:avLst>
          </a:prstGeom>
          <a:solidFill>
            <a:srgbClr val="000000">
              <a:alpha val="34902"/>
            </a:srgbClr>
          </a:solidFill>
          <a:ln w="38100" cap="flat">
            <a:noFill/>
            <a:prstDash val="solid"/>
            <a:miter/>
          </a:ln>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474" name="OTLSHAPE_SLT_fc36b489970d487f966c8c021dca5d21_JoinedDate" hidden="1">
            <a:extLst>
              <a:ext uri="{FF2B5EF4-FFF2-40B4-BE49-F238E27FC236}">
                <a16:creationId xmlns:a16="http://schemas.microsoft.com/office/drawing/2014/main" id="{44E8D23E-6151-C1C8-8F88-31FEFF42F147}"/>
              </a:ext>
            </a:extLst>
          </p:cNvPr>
          <p:cNvSpPr txBox="1"/>
          <p:nvPr>
            <p:custDataLst>
              <p:tags r:id="rId102"/>
            </p:custDataLst>
          </p:nvPr>
        </p:nvSpPr>
        <p:spPr>
          <a:xfrm>
            <a:off x="4118253" y="5007274"/>
            <a:ext cx="7874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Dec 18 - Jun 18</a:t>
            </a:r>
            <a:endParaRPr kumimoji="0" lang="de-DE" sz="1000" b="0" i="0" u="none" strike="noStrike" kern="1200" cap="none" spc="-4" normalizeH="0" baseline="0" noProof="0" err="1">
              <a:ln>
                <a:noFill/>
              </a:ln>
              <a:solidFill>
                <a:srgbClr val="44546A"/>
              </a:solidFill>
              <a:effectLst/>
              <a:uLnTx/>
              <a:uFillTx/>
              <a:latin typeface="Calibri" panose="020F0502020204030204" pitchFamily="34" charset="0"/>
              <a:ea typeface="+mn-ea"/>
              <a:cs typeface="+mn-cs"/>
            </a:endParaRPr>
          </a:p>
        </p:txBody>
      </p:sp>
      <p:sp>
        <p:nvSpPr>
          <p:cNvPr id="608" name="OTLSHAPE_SLT_3c22a2ec78d444df860bba957df41772_Duration" hidden="1">
            <a:extLst>
              <a:ext uri="{FF2B5EF4-FFF2-40B4-BE49-F238E27FC236}">
                <a16:creationId xmlns:a16="http://schemas.microsoft.com/office/drawing/2014/main" id="{45AD859E-88EE-7C88-028B-2AD5BE899A81}"/>
              </a:ext>
            </a:extLst>
          </p:cNvPr>
          <p:cNvSpPr txBox="1"/>
          <p:nvPr>
            <p:custDataLst>
              <p:tags r:id="rId103"/>
            </p:custDataLst>
          </p:nvPr>
        </p:nvSpPr>
        <p:spPr>
          <a:xfrm>
            <a:off x="12700" y="-520302"/>
            <a:ext cx="4572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953 days</a:t>
            </a:r>
            <a:endParaRPr kumimoji="0" lang="de-DE" sz="1000" b="0" i="0" u="none" strike="noStrike" kern="1200" cap="none" spc="0" normalizeH="0" baseline="0" noProof="0" err="1">
              <a:ln>
                <a:noFill/>
              </a:ln>
              <a:solidFill>
                <a:srgbClr val="ED7D31"/>
              </a:solidFill>
              <a:effectLst/>
              <a:uLnTx/>
              <a:uFillTx/>
              <a:latin typeface="Calibri" panose="020F0502020204030204" pitchFamily="34" charset="0"/>
              <a:ea typeface="+mn-ea"/>
              <a:cs typeface="+mn-cs"/>
            </a:endParaRPr>
          </a:p>
        </p:txBody>
      </p:sp>
      <p:sp>
        <p:nvSpPr>
          <p:cNvPr id="617" name="OTLSHAPE_SLT_3c22a2ec78d444df860bba957df41772_TextPercentage" hidden="1">
            <a:extLst>
              <a:ext uri="{FF2B5EF4-FFF2-40B4-BE49-F238E27FC236}">
                <a16:creationId xmlns:a16="http://schemas.microsoft.com/office/drawing/2014/main" id="{24845460-2DD2-7F7B-2093-2323BD37DC6C}"/>
              </a:ext>
            </a:extLst>
          </p:cNvPr>
          <p:cNvSpPr txBox="1"/>
          <p:nvPr>
            <p:custDataLst>
              <p:tags r:id="rId104"/>
            </p:custDataLst>
          </p:nvPr>
        </p:nvSpPr>
        <p:spPr>
          <a:xfrm>
            <a:off x="12700" y="-141188"/>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C0504D"/>
              </a:solidFill>
              <a:effectLst/>
              <a:uLnTx/>
              <a:uFillTx/>
              <a:latin typeface="Calibri" panose="020F0502020204030204" pitchFamily="34" charset="0"/>
              <a:ea typeface="+mn-ea"/>
              <a:cs typeface="+mn-cs"/>
            </a:endParaRPr>
          </a:p>
        </p:txBody>
      </p:sp>
      <p:sp>
        <p:nvSpPr>
          <p:cNvPr id="619" name="OTLSHAPE_SLT_3c22a2ec78d444df860bba957df41772_StartDate" hidden="1">
            <a:extLst>
              <a:ext uri="{FF2B5EF4-FFF2-40B4-BE49-F238E27FC236}">
                <a16:creationId xmlns:a16="http://schemas.microsoft.com/office/drawing/2014/main" id="{C9E5854C-825C-8C09-D92E-177670B115F0}"/>
              </a:ext>
            </a:extLst>
          </p:cNvPr>
          <p:cNvSpPr txBox="1"/>
          <p:nvPr>
            <p:custDataLst>
              <p:tags r:id="rId105"/>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620" name="OTLSHAPE_SLT_3c22a2ec78d444df860bba957df41772_EndDate" hidden="1">
            <a:extLst>
              <a:ext uri="{FF2B5EF4-FFF2-40B4-BE49-F238E27FC236}">
                <a16:creationId xmlns:a16="http://schemas.microsoft.com/office/drawing/2014/main" id="{0D7E32F2-019B-8671-CA82-48B637A45AE5}"/>
              </a:ext>
            </a:extLst>
          </p:cNvPr>
          <p:cNvSpPr txBox="1"/>
          <p:nvPr>
            <p:custDataLst>
              <p:tags r:id="rId106"/>
            </p:custDataLst>
          </p:nvPr>
        </p:nvSpPr>
        <p:spPr>
          <a:xfrm>
            <a:off x="12700" y="-218132"/>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000" b="0" i="0" u="none" strike="noStrike" kern="1200" cap="none" spc="0" normalizeH="0" baseline="0" noProof="0" err="1">
              <a:ln>
                <a:noFill/>
              </a:ln>
              <a:solidFill>
                <a:srgbClr val="44546A"/>
              </a:solidFill>
              <a:effectLst/>
              <a:uLnTx/>
              <a:uFillTx/>
              <a:latin typeface="Calibri" panose="020F0502020204030204" pitchFamily="34" charset="0"/>
              <a:ea typeface="+mn-ea"/>
              <a:cs typeface="+mn-cs"/>
            </a:endParaRPr>
          </a:p>
        </p:txBody>
      </p:sp>
      <p:sp>
        <p:nvSpPr>
          <p:cNvPr id="621" name="OTLSHAPE_SLT_3c22a2ec78d444df860bba957df41772_JoinedDate" hidden="1">
            <a:extLst>
              <a:ext uri="{FF2B5EF4-FFF2-40B4-BE49-F238E27FC236}">
                <a16:creationId xmlns:a16="http://schemas.microsoft.com/office/drawing/2014/main" id="{C0CF98B6-4165-5969-3781-6BE158C76E46}"/>
              </a:ext>
            </a:extLst>
          </p:cNvPr>
          <p:cNvSpPr txBox="1"/>
          <p:nvPr>
            <p:custDataLst>
              <p:tags r:id="rId107"/>
            </p:custDataLst>
          </p:nvPr>
        </p:nvSpPr>
        <p:spPr>
          <a:xfrm>
            <a:off x="6094531" y="2451484"/>
            <a:ext cx="774700" cy="153888"/>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Oct 25 - Jun 19</a:t>
            </a:r>
            <a:endParaRPr kumimoji="0" lang="de-DE" sz="1000" b="0" i="0" u="none" strike="noStrike" kern="1200" cap="none" spc="-4" normalizeH="0" baseline="0" noProof="0" err="1">
              <a:ln>
                <a:noFill/>
              </a:ln>
              <a:solidFill>
                <a:srgbClr val="44546A"/>
              </a:solidFill>
              <a:effectLst/>
              <a:uLnTx/>
              <a:uFillTx/>
              <a:latin typeface="Calibri" panose="020F0502020204030204" pitchFamily="34" charset="0"/>
              <a:ea typeface="+mn-ea"/>
              <a:cs typeface="+mn-cs"/>
            </a:endParaRPr>
          </a:p>
        </p:txBody>
      </p:sp>
      <p:sp>
        <p:nvSpPr>
          <p:cNvPr id="269" name="OTLSHAPE_SLT_bf24373cc1394547b055d9ad9f0f1b71_ShapePercentage" hidden="1">
            <a:extLst>
              <a:ext uri="{FF2B5EF4-FFF2-40B4-BE49-F238E27FC236}">
                <a16:creationId xmlns:a16="http://schemas.microsoft.com/office/drawing/2014/main" id="{AB0850CD-6256-D8E2-AC14-7AFE545159F3}"/>
              </a:ext>
            </a:extLst>
          </p:cNvPr>
          <p:cNvSpPr/>
          <p:nvPr>
            <p:custDataLst>
              <p:tags r:id="rId108"/>
            </p:custDataLst>
          </p:nvPr>
        </p:nvSpPr>
        <p:spPr bwMode="gray">
          <a:xfrm>
            <a:off x="4791700" y="2499783"/>
            <a:ext cx="0" cy="0"/>
          </a:xfrm>
          <a:prstGeom prst="roundRect">
            <a:avLst>
              <a:gd name="adj" fmla="val 100000"/>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70" name="OTLSHAPE_SLT_bf24373cc1394547b055d9ad9f0f1b71_Duration" hidden="1">
            <a:extLst>
              <a:ext uri="{FF2B5EF4-FFF2-40B4-BE49-F238E27FC236}">
                <a16:creationId xmlns:a16="http://schemas.microsoft.com/office/drawing/2014/main" id="{6CD81360-418F-C68B-0860-421319BE2558}"/>
              </a:ext>
            </a:extLst>
          </p:cNvPr>
          <p:cNvSpPr txBox="1"/>
          <p:nvPr>
            <p:custDataLst>
              <p:tags r:id="rId109"/>
            </p:custDataLst>
          </p:nvPr>
        </p:nvSpPr>
        <p:spPr bwMode="gray">
          <a:xfrm>
            <a:off x="12700" y="-603727"/>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570 days</a:t>
            </a:r>
          </a:p>
        </p:txBody>
      </p:sp>
      <p:sp>
        <p:nvSpPr>
          <p:cNvPr id="486" name="OTLSHAPE_SLT_bf24373cc1394547b055d9ad9f0f1b71_TextPercentage" hidden="1">
            <a:extLst>
              <a:ext uri="{FF2B5EF4-FFF2-40B4-BE49-F238E27FC236}">
                <a16:creationId xmlns:a16="http://schemas.microsoft.com/office/drawing/2014/main" id="{9CCCBD24-DB2E-CE58-1340-4D85C53E28F7}"/>
              </a:ext>
            </a:extLst>
          </p:cNvPr>
          <p:cNvSpPr txBox="1"/>
          <p:nvPr>
            <p:custDataLst>
              <p:tags r:id="rId110"/>
            </p:custDataLst>
          </p:nvPr>
        </p:nvSpPr>
        <p:spPr bwMode="gray">
          <a:xfrm>
            <a:off x="12700" y="-24776"/>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488" name="OTLSHAPE_SLT_bf24373cc1394547b055d9ad9f0f1b71_StartDate" hidden="1">
            <a:extLst>
              <a:ext uri="{FF2B5EF4-FFF2-40B4-BE49-F238E27FC236}">
                <a16:creationId xmlns:a16="http://schemas.microsoft.com/office/drawing/2014/main" id="{1239133E-A079-3EA3-BF35-78BE80203CFC}"/>
              </a:ext>
            </a:extLst>
          </p:cNvPr>
          <p:cNvSpPr txBox="1"/>
          <p:nvPr>
            <p:custDataLst>
              <p:tags r:id="rId111"/>
            </p:custDataLst>
          </p:nvPr>
        </p:nvSpPr>
        <p:spPr bwMode="gray">
          <a:xfrm>
            <a:off x="12700" y="-122495"/>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489" name="OTLSHAPE_SLT_bf24373cc1394547b055d9ad9f0f1b71_EndDate" hidden="1">
            <a:extLst>
              <a:ext uri="{FF2B5EF4-FFF2-40B4-BE49-F238E27FC236}">
                <a16:creationId xmlns:a16="http://schemas.microsoft.com/office/drawing/2014/main" id="{3A8C2E77-8201-22D8-A294-15507981CCD3}"/>
              </a:ext>
            </a:extLst>
          </p:cNvPr>
          <p:cNvSpPr txBox="1"/>
          <p:nvPr>
            <p:custDataLst>
              <p:tags r:id="rId112"/>
            </p:custDataLst>
          </p:nvPr>
        </p:nvSpPr>
        <p:spPr bwMode="gray">
          <a:xfrm>
            <a:off x="12700" y="-122495"/>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490" name="OTLSHAPE_SLT_bf24373cc1394547b055d9ad9f0f1b71_JoinedDate" hidden="1">
            <a:extLst>
              <a:ext uri="{FF2B5EF4-FFF2-40B4-BE49-F238E27FC236}">
                <a16:creationId xmlns:a16="http://schemas.microsoft.com/office/drawing/2014/main" id="{DC799ECA-D0D3-85AF-8ACD-48ED5DEAD560}"/>
              </a:ext>
            </a:extLst>
          </p:cNvPr>
          <p:cNvSpPr txBox="1"/>
          <p:nvPr>
            <p:custDataLst>
              <p:tags r:id="rId113"/>
            </p:custDataLst>
          </p:nvPr>
        </p:nvSpPr>
        <p:spPr bwMode="gray">
          <a:xfrm>
            <a:off x="6146474" y="1943374"/>
            <a:ext cx="7874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Oct 25 - Dec 31</a:t>
            </a:r>
          </a:p>
        </p:txBody>
      </p:sp>
      <p:sp>
        <p:nvSpPr>
          <p:cNvPr id="35" name="OTLSHAPE_SLT_c2c979745ee54567b69533342e81d0ed_ShapePercentage" hidden="1">
            <a:extLst>
              <a:ext uri="{FF2B5EF4-FFF2-40B4-BE49-F238E27FC236}">
                <a16:creationId xmlns:a16="http://schemas.microsoft.com/office/drawing/2014/main" id="{49D3FEC3-9E82-856B-0E31-D9C49020567A}"/>
              </a:ext>
            </a:extLst>
          </p:cNvPr>
          <p:cNvSpPr/>
          <p:nvPr>
            <p:custDataLst>
              <p:tags r:id="rId114"/>
            </p:custDataLst>
          </p:nvPr>
        </p:nvSpPr>
        <p:spPr bwMode="gray">
          <a:xfrm>
            <a:off x="4098406" y="3092450"/>
            <a:ext cx="0" cy="0"/>
          </a:xfrm>
          <a:prstGeom prst="roundRect">
            <a:avLst>
              <a:gd name="adj" fmla="val 100000"/>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6" name="OTLSHAPE_SLT_c2c979745ee54567b69533342e81d0ed_Duration" hidden="1">
            <a:extLst>
              <a:ext uri="{FF2B5EF4-FFF2-40B4-BE49-F238E27FC236}">
                <a16:creationId xmlns:a16="http://schemas.microsoft.com/office/drawing/2014/main" id="{6136C25B-4661-25EE-F676-7DF4A39E155D}"/>
              </a:ext>
            </a:extLst>
          </p:cNvPr>
          <p:cNvSpPr txBox="1"/>
          <p:nvPr>
            <p:custDataLst>
              <p:tags r:id="rId115"/>
            </p:custDataLst>
          </p:nvPr>
        </p:nvSpPr>
        <p:spPr bwMode="gray">
          <a:xfrm>
            <a:off x="12700" y="-618896"/>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485 days</a:t>
            </a:r>
          </a:p>
        </p:txBody>
      </p:sp>
      <p:sp>
        <p:nvSpPr>
          <p:cNvPr id="37" name="OTLSHAPE_SLT_c2c979745ee54567b69533342e81d0ed_TextPercentage" hidden="1">
            <a:extLst>
              <a:ext uri="{FF2B5EF4-FFF2-40B4-BE49-F238E27FC236}">
                <a16:creationId xmlns:a16="http://schemas.microsoft.com/office/drawing/2014/main" id="{6E8D8644-0171-81FA-7628-75659446280F}"/>
              </a:ext>
            </a:extLst>
          </p:cNvPr>
          <p:cNvSpPr txBox="1"/>
          <p:nvPr>
            <p:custDataLst>
              <p:tags r:id="rId116"/>
            </p:custDataLst>
          </p:nvPr>
        </p:nvSpPr>
        <p:spPr bwMode="gray">
          <a:xfrm>
            <a:off x="12700" y="-24776"/>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38" name="OTLSHAPE_SLT_c2c979745ee54567b69533342e81d0ed_StartDate" hidden="1">
            <a:extLst>
              <a:ext uri="{FF2B5EF4-FFF2-40B4-BE49-F238E27FC236}">
                <a16:creationId xmlns:a16="http://schemas.microsoft.com/office/drawing/2014/main" id="{6ADE7467-9B63-18AA-3DBF-D4AC8FFFEDB7}"/>
              </a:ext>
            </a:extLst>
          </p:cNvPr>
          <p:cNvSpPr txBox="1"/>
          <p:nvPr>
            <p:custDataLst>
              <p:tags r:id="rId117"/>
            </p:custDataLst>
          </p:nvPr>
        </p:nvSpPr>
        <p:spPr bwMode="gray">
          <a:xfrm>
            <a:off x="12700" y="-122495"/>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49" name="OTLSHAPE_SLT_c2c979745ee54567b69533342e81d0ed_EndDate" hidden="1">
            <a:extLst>
              <a:ext uri="{FF2B5EF4-FFF2-40B4-BE49-F238E27FC236}">
                <a16:creationId xmlns:a16="http://schemas.microsoft.com/office/drawing/2014/main" id="{455E2C65-F8A0-449A-4A4E-5F7CC12B3689}"/>
              </a:ext>
            </a:extLst>
          </p:cNvPr>
          <p:cNvSpPr txBox="1"/>
          <p:nvPr>
            <p:custDataLst>
              <p:tags r:id="rId118"/>
            </p:custDataLst>
          </p:nvPr>
        </p:nvSpPr>
        <p:spPr bwMode="gray">
          <a:xfrm>
            <a:off x="12700" y="-122495"/>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302" name="OTLSHAPE_SLT_c2c979745ee54567b69533342e81d0ed_JoinedDate" hidden="1">
            <a:extLst>
              <a:ext uri="{FF2B5EF4-FFF2-40B4-BE49-F238E27FC236}">
                <a16:creationId xmlns:a16="http://schemas.microsoft.com/office/drawing/2014/main" id="{5A024C53-A1E4-261C-FD19-533EDAC3CEDD}"/>
              </a:ext>
            </a:extLst>
          </p:cNvPr>
          <p:cNvSpPr txBox="1"/>
          <p:nvPr>
            <p:custDataLst>
              <p:tags r:id="rId119"/>
            </p:custDataLst>
          </p:nvPr>
        </p:nvSpPr>
        <p:spPr bwMode="gray">
          <a:xfrm>
            <a:off x="4194675" y="2171949"/>
            <a:ext cx="711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Feb 28 - Jan 7</a:t>
            </a:r>
          </a:p>
        </p:txBody>
      </p:sp>
      <p:sp>
        <p:nvSpPr>
          <p:cNvPr id="15" name="OTLSHAPE_SLM_cfd3d7c0a3a94966b3d630d5f330295b_Date" hidden="1">
            <a:extLst>
              <a:ext uri="{FF2B5EF4-FFF2-40B4-BE49-F238E27FC236}">
                <a16:creationId xmlns:a16="http://schemas.microsoft.com/office/drawing/2014/main" id="{E3C5F197-1346-0CD3-2EFA-D94496112679}"/>
              </a:ext>
            </a:extLst>
          </p:cNvPr>
          <p:cNvSpPr txBox="1"/>
          <p:nvPr>
            <p:custDataLst>
              <p:tags r:id="rId120"/>
            </p:custDataLst>
          </p:nvPr>
        </p:nvSpPr>
        <p:spPr bwMode="gray">
          <a:xfrm>
            <a:off x="12700" y="-1620597"/>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May 1</a:t>
            </a:r>
          </a:p>
        </p:txBody>
      </p:sp>
      <p:sp>
        <p:nvSpPr>
          <p:cNvPr id="23" name="OTLSHAPE_SLM_1df7afddd87443e4b5a22d7438fa763d_Date" hidden="1">
            <a:extLst>
              <a:ext uri="{FF2B5EF4-FFF2-40B4-BE49-F238E27FC236}">
                <a16:creationId xmlns:a16="http://schemas.microsoft.com/office/drawing/2014/main" id="{9AAA786C-DAB2-18C7-F35E-4BE0BE745583}"/>
              </a:ext>
            </a:extLst>
          </p:cNvPr>
          <p:cNvSpPr txBox="1"/>
          <p:nvPr>
            <p:custDataLst>
              <p:tags r:id="rId121"/>
            </p:custDataLst>
          </p:nvPr>
        </p:nvSpPr>
        <p:spPr bwMode="gray">
          <a:xfrm>
            <a:off x="12700" y="-1943762"/>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Nov 30</a:t>
            </a:r>
          </a:p>
        </p:txBody>
      </p:sp>
      <p:sp>
        <p:nvSpPr>
          <p:cNvPr id="593" name="OTLSHAPE_SLT_6e52a7bf29614e3e86ba31608917bb4a_ShapePercentage" hidden="1">
            <a:extLst>
              <a:ext uri="{FF2B5EF4-FFF2-40B4-BE49-F238E27FC236}">
                <a16:creationId xmlns:a16="http://schemas.microsoft.com/office/drawing/2014/main" id="{7DB92CE8-D560-3945-6EA6-5C4ABB69A624}"/>
              </a:ext>
            </a:extLst>
          </p:cNvPr>
          <p:cNvSpPr/>
          <p:nvPr>
            <p:custDataLst>
              <p:tags r:id="rId122"/>
            </p:custDataLst>
          </p:nvPr>
        </p:nvSpPr>
        <p:spPr bwMode="gray">
          <a:xfrm>
            <a:off x="7036929" y="3092450"/>
            <a:ext cx="0" cy="0"/>
          </a:xfrm>
          <a:prstGeom prst="roundRect">
            <a:avLst>
              <a:gd name="adj" fmla="val 100000"/>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94" name="OTLSHAPE_SLT_6e52a7bf29614e3e86ba31608917bb4a_Duration" hidden="1">
            <a:extLst>
              <a:ext uri="{FF2B5EF4-FFF2-40B4-BE49-F238E27FC236}">
                <a16:creationId xmlns:a16="http://schemas.microsoft.com/office/drawing/2014/main" id="{181E502F-201B-98C9-1444-51F1C550FFA6}"/>
              </a:ext>
            </a:extLst>
          </p:cNvPr>
          <p:cNvSpPr txBox="1"/>
          <p:nvPr>
            <p:custDataLst>
              <p:tags r:id="rId123"/>
            </p:custDataLst>
          </p:nvPr>
        </p:nvSpPr>
        <p:spPr bwMode="gray">
          <a:xfrm>
            <a:off x="12700" y="-603728"/>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569 days</a:t>
            </a:r>
          </a:p>
        </p:txBody>
      </p:sp>
      <p:sp>
        <p:nvSpPr>
          <p:cNvPr id="598" name="OTLSHAPE_SLT_6e52a7bf29614e3e86ba31608917bb4a_TextPercentage" hidden="1">
            <a:extLst>
              <a:ext uri="{FF2B5EF4-FFF2-40B4-BE49-F238E27FC236}">
                <a16:creationId xmlns:a16="http://schemas.microsoft.com/office/drawing/2014/main" id="{7F7A2905-0052-49FB-BBCA-7DF6C97F8E0D}"/>
              </a:ext>
            </a:extLst>
          </p:cNvPr>
          <p:cNvSpPr txBox="1"/>
          <p:nvPr>
            <p:custDataLst>
              <p:tags r:id="rId124"/>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599" name="OTLSHAPE_SLT_6e52a7bf29614e3e86ba31608917bb4a_StartDate" hidden="1">
            <a:extLst>
              <a:ext uri="{FF2B5EF4-FFF2-40B4-BE49-F238E27FC236}">
                <a16:creationId xmlns:a16="http://schemas.microsoft.com/office/drawing/2014/main" id="{3C988CFF-0A54-EEF2-7BD4-D12C779293A1}"/>
              </a:ext>
            </a:extLst>
          </p:cNvPr>
          <p:cNvSpPr txBox="1"/>
          <p:nvPr>
            <p:custDataLst>
              <p:tags r:id="rId125"/>
            </p:custDataLst>
          </p:nvPr>
        </p:nvSpPr>
        <p:spPr bwMode="gray">
          <a:xfrm>
            <a:off x="12700" y="-24778"/>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600" name="OTLSHAPE_SLT_6e52a7bf29614e3e86ba31608917bb4a_EndDate" hidden="1">
            <a:extLst>
              <a:ext uri="{FF2B5EF4-FFF2-40B4-BE49-F238E27FC236}">
                <a16:creationId xmlns:a16="http://schemas.microsoft.com/office/drawing/2014/main" id="{9D20A769-FF2A-8680-6E32-1CE4BB43F53A}"/>
              </a:ext>
            </a:extLst>
          </p:cNvPr>
          <p:cNvSpPr txBox="1"/>
          <p:nvPr>
            <p:custDataLst>
              <p:tags r:id="rId126"/>
            </p:custDataLst>
          </p:nvPr>
        </p:nvSpPr>
        <p:spPr bwMode="gray">
          <a:xfrm>
            <a:off x="12700" y="-24778"/>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601" name="OTLSHAPE_SLT_6e52a7bf29614e3e86ba31608917bb4a_JoinedDate" hidden="1">
            <a:extLst>
              <a:ext uri="{FF2B5EF4-FFF2-40B4-BE49-F238E27FC236}">
                <a16:creationId xmlns:a16="http://schemas.microsoft.com/office/drawing/2014/main" id="{F3FD204F-855F-A7B0-5F4F-F43EDF4F7E76}"/>
              </a:ext>
            </a:extLst>
          </p:cNvPr>
          <p:cNvSpPr txBox="1"/>
          <p:nvPr>
            <p:custDataLst>
              <p:tags r:id="rId127"/>
            </p:custDataLst>
          </p:nvPr>
        </p:nvSpPr>
        <p:spPr bwMode="gray">
          <a:xfrm>
            <a:off x="5245017" y="2465049"/>
            <a:ext cx="7239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2" normalizeH="0" baseline="0" noProof="0">
                <a:ln>
                  <a:noFill/>
                </a:ln>
                <a:solidFill>
                  <a:srgbClr val="44546A"/>
                </a:solidFill>
                <a:effectLst/>
                <a:uLnTx/>
                <a:uFillTx/>
                <a:latin typeface="Calibri" panose="020F0502020204030204" pitchFamily="34" charset="0"/>
                <a:ea typeface="+mn-ea"/>
                <a:cs typeface="+mn-cs"/>
              </a:rPr>
              <a:t>Dec 7 - Feb 11</a:t>
            </a:r>
          </a:p>
        </p:txBody>
      </p:sp>
      <p:sp>
        <p:nvSpPr>
          <p:cNvPr id="651" name="OTLSHAPE_SLM_3159bec1a1094ec687029f8478bc215d_Date" hidden="1">
            <a:extLst>
              <a:ext uri="{FF2B5EF4-FFF2-40B4-BE49-F238E27FC236}">
                <a16:creationId xmlns:a16="http://schemas.microsoft.com/office/drawing/2014/main" id="{5015CD2A-F8F1-4EAD-8E0A-75525B1F6464}"/>
              </a:ext>
            </a:extLst>
          </p:cNvPr>
          <p:cNvSpPr txBox="1"/>
          <p:nvPr>
            <p:custDataLst>
              <p:tags r:id="rId128"/>
            </p:custDataLst>
          </p:nvPr>
        </p:nvSpPr>
        <p:spPr bwMode="gray">
          <a:xfrm>
            <a:off x="12700" y="-357946"/>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Feb 20</a:t>
            </a:r>
          </a:p>
        </p:txBody>
      </p:sp>
      <p:sp>
        <p:nvSpPr>
          <p:cNvPr id="456" name="OTLSHAPE_SLM_d097a46a5a7d400d8f33622a83b2e5fb_Date" hidden="1">
            <a:extLst>
              <a:ext uri="{FF2B5EF4-FFF2-40B4-BE49-F238E27FC236}">
                <a16:creationId xmlns:a16="http://schemas.microsoft.com/office/drawing/2014/main" id="{000346B2-EC5F-1BA5-BC68-D90A486E34AA}"/>
              </a:ext>
            </a:extLst>
          </p:cNvPr>
          <p:cNvSpPr txBox="1"/>
          <p:nvPr>
            <p:custDataLst>
              <p:tags r:id="rId129"/>
            </p:custDataLst>
          </p:nvPr>
        </p:nvSpPr>
        <p:spPr bwMode="gray">
          <a:xfrm>
            <a:off x="12700" y="-357946"/>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Feb 20</a:t>
            </a:r>
          </a:p>
        </p:txBody>
      </p:sp>
      <p:sp>
        <p:nvSpPr>
          <p:cNvPr id="495" name="OTLSHAPE_SLT_ea3957bbd7af4bbb8c771bdd12a0f2f3_ShapePercentage" hidden="1">
            <a:extLst>
              <a:ext uri="{FF2B5EF4-FFF2-40B4-BE49-F238E27FC236}">
                <a16:creationId xmlns:a16="http://schemas.microsoft.com/office/drawing/2014/main" id="{268669A2-E4B2-85A8-92CB-BC8CDE908D94}"/>
              </a:ext>
            </a:extLst>
          </p:cNvPr>
          <p:cNvSpPr/>
          <p:nvPr>
            <p:custDataLst>
              <p:tags r:id="rId130"/>
            </p:custDataLst>
          </p:nvPr>
        </p:nvSpPr>
        <p:spPr bwMode="gray">
          <a:xfrm>
            <a:off x="2517463" y="1919817"/>
            <a:ext cx="0" cy="0"/>
          </a:xfrm>
          <a:prstGeom prst="roundRect">
            <a:avLst>
              <a:gd name="adj" fmla="val 100000"/>
            </a:avLst>
          </a:prstGeom>
          <a:solidFill>
            <a:schemeClr val="dk1">
              <a:alpha val="34902"/>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96" name="OTLSHAPE_SLT_ea3957bbd7af4bbb8c771bdd12a0f2f3_Duration" hidden="1">
            <a:extLst>
              <a:ext uri="{FF2B5EF4-FFF2-40B4-BE49-F238E27FC236}">
                <a16:creationId xmlns:a16="http://schemas.microsoft.com/office/drawing/2014/main" id="{B016315C-6379-1D75-36A7-EF0925729625}"/>
              </a:ext>
            </a:extLst>
          </p:cNvPr>
          <p:cNvSpPr txBox="1"/>
          <p:nvPr>
            <p:custDataLst>
              <p:tags r:id="rId131"/>
            </p:custDataLst>
          </p:nvPr>
        </p:nvSpPr>
        <p:spPr bwMode="gray">
          <a:xfrm>
            <a:off x="12700" y="-573390"/>
            <a:ext cx="457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ED7D31"/>
                </a:solidFill>
                <a:effectLst/>
                <a:uLnTx/>
                <a:uFillTx/>
                <a:latin typeface="Calibri" panose="020F0502020204030204" pitchFamily="34" charset="0"/>
                <a:ea typeface="+mn-ea"/>
                <a:cs typeface="+mn-cs"/>
              </a:rPr>
              <a:t>370 days</a:t>
            </a:r>
          </a:p>
        </p:txBody>
      </p:sp>
      <p:sp>
        <p:nvSpPr>
          <p:cNvPr id="52" name="OTLSHAPE_SLT_ea3957bbd7af4bbb8c771bdd12a0f2f3_TextPercentage" hidden="1">
            <a:extLst>
              <a:ext uri="{FF2B5EF4-FFF2-40B4-BE49-F238E27FC236}">
                <a16:creationId xmlns:a16="http://schemas.microsoft.com/office/drawing/2014/main" id="{A20D95DD-EC0F-D95F-8784-FD33BFFC2D65}"/>
              </a:ext>
            </a:extLst>
          </p:cNvPr>
          <p:cNvSpPr txBox="1"/>
          <p:nvPr>
            <p:custDataLst>
              <p:tags r:id="rId132"/>
            </p:custDataLst>
          </p:nvPr>
        </p:nvSpPr>
        <p:spPr bwMode="gray">
          <a:xfrm>
            <a:off x="12700" y="72941"/>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C0504D"/>
              </a:solidFill>
              <a:effectLst/>
              <a:uLnTx/>
              <a:uFillTx/>
              <a:latin typeface="Calibri" panose="020F0502020204030204" pitchFamily="34" charset="0"/>
              <a:ea typeface="+mn-ea"/>
              <a:cs typeface="+mn-cs"/>
            </a:endParaRPr>
          </a:p>
        </p:txBody>
      </p:sp>
      <p:sp>
        <p:nvSpPr>
          <p:cNvPr id="53" name="OTLSHAPE_SLT_ea3957bbd7af4bbb8c771bdd12a0f2f3_StartDate" hidden="1">
            <a:extLst>
              <a:ext uri="{FF2B5EF4-FFF2-40B4-BE49-F238E27FC236}">
                <a16:creationId xmlns:a16="http://schemas.microsoft.com/office/drawing/2014/main" id="{45162B77-4EF9-7D8D-F872-39B43EED11FB}"/>
              </a:ext>
            </a:extLst>
          </p:cNvPr>
          <p:cNvSpPr txBox="1"/>
          <p:nvPr>
            <p:custDataLst>
              <p:tags r:id="rId133"/>
            </p:custDataLst>
          </p:nvPr>
        </p:nvSpPr>
        <p:spPr bwMode="gray">
          <a:xfrm>
            <a:off x="12700" y="-24778"/>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54" name="OTLSHAPE_SLT_ea3957bbd7af4bbb8c771bdd12a0f2f3_EndDate" hidden="1">
            <a:extLst>
              <a:ext uri="{FF2B5EF4-FFF2-40B4-BE49-F238E27FC236}">
                <a16:creationId xmlns:a16="http://schemas.microsoft.com/office/drawing/2014/main" id="{F29CAF9F-1E47-4946-76F1-8C8B79C17E76}"/>
              </a:ext>
            </a:extLst>
          </p:cNvPr>
          <p:cNvSpPr txBox="1"/>
          <p:nvPr>
            <p:custDataLst>
              <p:tags r:id="rId134"/>
            </p:custDataLst>
          </p:nvPr>
        </p:nvSpPr>
        <p:spPr bwMode="gray">
          <a:xfrm>
            <a:off x="12700" y="-24778"/>
            <a:ext cx="0" cy="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endParaRPr>
          </a:p>
        </p:txBody>
      </p:sp>
      <p:sp>
        <p:nvSpPr>
          <p:cNvPr id="555" name="OTLSHAPE_SLT_ea3957bbd7af4bbb8c771bdd12a0f2f3_JoinedDate" hidden="1">
            <a:extLst>
              <a:ext uri="{FF2B5EF4-FFF2-40B4-BE49-F238E27FC236}">
                <a16:creationId xmlns:a16="http://schemas.microsoft.com/office/drawing/2014/main" id="{C7996A8F-3311-24E4-7766-E0E3B2F19D5C}"/>
              </a:ext>
            </a:extLst>
          </p:cNvPr>
          <p:cNvSpPr txBox="1"/>
          <p:nvPr>
            <p:custDataLst>
              <p:tags r:id="rId135"/>
            </p:custDataLst>
          </p:nvPr>
        </p:nvSpPr>
        <p:spPr bwMode="gray">
          <a:xfrm>
            <a:off x="1763507" y="1613395"/>
            <a:ext cx="711200" cy="165100"/>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4" normalizeH="0" baseline="0" noProof="0">
                <a:ln>
                  <a:noFill/>
                </a:ln>
                <a:solidFill>
                  <a:srgbClr val="44546A"/>
                </a:solidFill>
                <a:effectLst/>
                <a:uLnTx/>
                <a:uFillTx/>
                <a:latin typeface="Calibri" panose="020F0502020204030204" pitchFamily="34" charset="0"/>
                <a:ea typeface="+mn-ea"/>
                <a:cs typeface="+mn-cs"/>
              </a:rPr>
              <a:t>Sep 1 - Jan 30</a:t>
            </a:r>
          </a:p>
        </p:txBody>
      </p:sp>
      <p:sp>
        <p:nvSpPr>
          <p:cNvPr id="274" name="OTLSHAPE_SLM_9a9b06e7a8df4900ae258f0e613e24e5_Date" hidden="1">
            <a:extLst>
              <a:ext uri="{FF2B5EF4-FFF2-40B4-BE49-F238E27FC236}">
                <a16:creationId xmlns:a16="http://schemas.microsoft.com/office/drawing/2014/main" id="{52FB380E-51E3-A418-79B0-8259870AF9D5}"/>
              </a:ext>
            </a:extLst>
          </p:cNvPr>
          <p:cNvSpPr txBox="1"/>
          <p:nvPr>
            <p:custDataLst>
              <p:tags r:id="rId136"/>
            </p:custDataLst>
          </p:nvPr>
        </p:nvSpPr>
        <p:spPr bwMode="gray">
          <a:xfrm>
            <a:off x="12700" y="-886552"/>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May 11</a:t>
            </a:r>
          </a:p>
        </p:txBody>
      </p:sp>
      <p:sp>
        <p:nvSpPr>
          <p:cNvPr id="301" name="OTLSHAPE_SLM_1f37055219f24bfdb4fd8ae4f4084ad3_Date" hidden="1">
            <a:extLst>
              <a:ext uri="{FF2B5EF4-FFF2-40B4-BE49-F238E27FC236}">
                <a16:creationId xmlns:a16="http://schemas.microsoft.com/office/drawing/2014/main" id="{CA9A3715-503B-E490-4B8C-D2732FA6581A}"/>
              </a:ext>
            </a:extLst>
          </p:cNvPr>
          <p:cNvSpPr txBox="1"/>
          <p:nvPr>
            <p:custDataLst>
              <p:tags r:id="rId137"/>
            </p:custDataLst>
          </p:nvPr>
        </p:nvSpPr>
        <p:spPr bwMode="gray">
          <a:xfrm>
            <a:off x="12700" y="-886552"/>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Jan 31</a:t>
            </a:r>
          </a:p>
        </p:txBody>
      </p:sp>
      <p:sp>
        <p:nvSpPr>
          <p:cNvPr id="567" name="OTLSHAPE_SLM_cde557f6458c43f98d99f1de6c3921c9_Date" hidden="1">
            <a:extLst>
              <a:ext uri="{FF2B5EF4-FFF2-40B4-BE49-F238E27FC236}">
                <a16:creationId xmlns:a16="http://schemas.microsoft.com/office/drawing/2014/main" id="{91453543-B00E-CB7B-369C-AE9A82DD1A6C}"/>
              </a:ext>
            </a:extLst>
          </p:cNvPr>
          <p:cNvSpPr txBox="1"/>
          <p:nvPr>
            <p:custDataLst>
              <p:tags r:id="rId138"/>
            </p:custDataLst>
          </p:nvPr>
        </p:nvSpPr>
        <p:spPr bwMode="gray">
          <a:xfrm>
            <a:off x="12700" y="-357946"/>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Jan 31</a:t>
            </a:r>
          </a:p>
        </p:txBody>
      </p:sp>
      <p:sp>
        <p:nvSpPr>
          <p:cNvPr id="459" name="OTLSHAPE_SLM_d9fc2150f44440c4a841fb5499d33c84_Date" hidden="1">
            <a:extLst>
              <a:ext uri="{FF2B5EF4-FFF2-40B4-BE49-F238E27FC236}">
                <a16:creationId xmlns:a16="http://schemas.microsoft.com/office/drawing/2014/main" id="{FB457028-C28A-33F2-87BB-DE6A09CCAE27}"/>
              </a:ext>
            </a:extLst>
          </p:cNvPr>
          <p:cNvSpPr txBox="1"/>
          <p:nvPr>
            <p:custDataLst>
              <p:tags r:id="rId139"/>
            </p:custDataLst>
          </p:nvPr>
        </p:nvSpPr>
        <p:spPr bwMode="gray">
          <a:xfrm>
            <a:off x="12700" y="-886552"/>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Jun 11</a:t>
            </a:r>
          </a:p>
        </p:txBody>
      </p:sp>
      <p:sp>
        <p:nvSpPr>
          <p:cNvPr id="31" name="OTLSHAPE_SLM_42f13611938c4532a4c9b9afc380f7ac_Date" hidden="1">
            <a:extLst>
              <a:ext uri="{FF2B5EF4-FFF2-40B4-BE49-F238E27FC236}">
                <a16:creationId xmlns:a16="http://schemas.microsoft.com/office/drawing/2014/main" id="{CE6C5A7C-8CDE-515F-19C4-6AB5C0AC26CA}"/>
              </a:ext>
            </a:extLst>
          </p:cNvPr>
          <p:cNvSpPr txBox="1"/>
          <p:nvPr>
            <p:custDataLst>
              <p:tags r:id="rId140"/>
            </p:custDataLst>
          </p:nvPr>
        </p:nvSpPr>
        <p:spPr bwMode="gray">
          <a:xfrm>
            <a:off x="12700" y="-671108"/>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Jan 8</a:t>
            </a:r>
          </a:p>
        </p:txBody>
      </p:sp>
      <p:sp>
        <p:nvSpPr>
          <p:cNvPr id="234" name="OTLSHAPE_SLM_25e0393d43bf41feb495687fbdadf8fd_Date" hidden="1">
            <a:extLst>
              <a:ext uri="{FF2B5EF4-FFF2-40B4-BE49-F238E27FC236}">
                <a16:creationId xmlns:a16="http://schemas.microsoft.com/office/drawing/2014/main" id="{640D5F62-9279-101F-201A-6236A9220E84}"/>
              </a:ext>
            </a:extLst>
          </p:cNvPr>
          <p:cNvSpPr txBox="1"/>
          <p:nvPr>
            <p:custDataLst>
              <p:tags r:id="rId141"/>
            </p:custDataLst>
          </p:nvPr>
        </p:nvSpPr>
        <p:spPr bwMode="gray">
          <a:xfrm>
            <a:off x="12700" y="-250224"/>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Dec 1</a:t>
            </a:r>
          </a:p>
        </p:txBody>
      </p:sp>
      <p:sp>
        <p:nvSpPr>
          <p:cNvPr id="238" name="OTLSHAPE_SLM_8b6b09572bbc408ab5e0744f8288a44d_Date" hidden="1">
            <a:extLst>
              <a:ext uri="{FF2B5EF4-FFF2-40B4-BE49-F238E27FC236}">
                <a16:creationId xmlns:a16="http://schemas.microsoft.com/office/drawing/2014/main" id="{E65B3F3A-178C-E874-5CA0-AA95C15DE585}"/>
              </a:ext>
            </a:extLst>
          </p:cNvPr>
          <p:cNvSpPr txBox="1"/>
          <p:nvPr>
            <p:custDataLst>
              <p:tags r:id="rId142"/>
            </p:custDataLst>
          </p:nvPr>
        </p:nvSpPr>
        <p:spPr bwMode="gray">
          <a:xfrm>
            <a:off x="12700" y="-671108"/>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Mar 1</a:t>
            </a:r>
          </a:p>
        </p:txBody>
      </p:sp>
      <p:sp>
        <p:nvSpPr>
          <p:cNvPr id="244" name="OTLSHAPE_SLM_20d1ba515a5c48a38cd315de55cc2fda_Date" hidden="1">
            <a:extLst>
              <a:ext uri="{FF2B5EF4-FFF2-40B4-BE49-F238E27FC236}">
                <a16:creationId xmlns:a16="http://schemas.microsoft.com/office/drawing/2014/main" id="{305214F6-7503-CD30-DE32-9BBAD4E926D9}"/>
              </a:ext>
            </a:extLst>
          </p:cNvPr>
          <p:cNvSpPr txBox="1"/>
          <p:nvPr>
            <p:custDataLst>
              <p:tags r:id="rId143"/>
            </p:custDataLst>
          </p:nvPr>
        </p:nvSpPr>
        <p:spPr bwMode="gray">
          <a:xfrm>
            <a:off x="12700" y="-1307436"/>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Jul 28</a:t>
            </a:r>
          </a:p>
        </p:txBody>
      </p:sp>
      <p:sp>
        <p:nvSpPr>
          <p:cNvPr id="18" name="OTLSHAPE_SL_af3b65f9710d448a924a087c20e677a3_BackgroundRectangle">
            <a:extLst>
              <a:ext uri="{FF2B5EF4-FFF2-40B4-BE49-F238E27FC236}">
                <a16:creationId xmlns:a16="http://schemas.microsoft.com/office/drawing/2014/main" id="{FFB9AA9B-8FDB-41C1-8C57-3E8F1AD7D24D}"/>
              </a:ext>
            </a:extLst>
          </p:cNvPr>
          <p:cNvSpPr/>
          <p:nvPr>
            <p:custDataLst>
              <p:tags r:id="rId144"/>
            </p:custDataLst>
          </p:nvPr>
        </p:nvSpPr>
        <p:spPr>
          <a:xfrm>
            <a:off x="63500" y="4359063"/>
            <a:ext cx="11290300" cy="570992"/>
          </a:xfrm>
          <a:prstGeom prst="rect">
            <a:avLst/>
          </a:prstGeom>
          <a:solidFill>
            <a:schemeClr val="lt1">
              <a:alpha val="2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3" name="OTLSHAPE_SL_158e67c648f648b195dbeb1ea067471e_BackgroundRectangle">
            <a:extLst>
              <a:ext uri="{FF2B5EF4-FFF2-40B4-BE49-F238E27FC236}">
                <a16:creationId xmlns:a16="http://schemas.microsoft.com/office/drawing/2014/main" id="{2E20CDE6-7C2D-491E-9E62-64D2C252A72D}"/>
              </a:ext>
            </a:extLst>
          </p:cNvPr>
          <p:cNvSpPr/>
          <p:nvPr>
            <p:custDataLst>
              <p:tags r:id="rId145"/>
            </p:custDataLst>
          </p:nvPr>
        </p:nvSpPr>
        <p:spPr>
          <a:xfrm>
            <a:off x="63500" y="3369310"/>
            <a:ext cx="11290300" cy="926253"/>
          </a:xfrm>
          <a:prstGeom prst="rect">
            <a:avLst/>
          </a:prstGeom>
          <a:solidFill>
            <a:schemeClr val="lt1">
              <a:alpha val="2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60" name="OTLSHAPE_SL2A_b0273026c7484f8fbfeae1622e7b8da6_BackgroundRectangle">
            <a:extLst>
              <a:ext uri="{FF2B5EF4-FFF2-40B4-BE49-F238E27FC236}">
                <a16:creationId xmlns:a16="http://schemas.microsoft.com/office/drawing/2014/main" id="{028E2AFC-E6A1-4126-8207-928338B8FD76}"/>
              </a:ext>
            </a:extLst>
          </p:cNvPr>
          <p:cNvSpPr/>
          <p:nvPr>
            <p:custDataLst>
              <p:tags r:id="rId146"/>
            </p:custDataLst>
          </p:nvPr>
        </p:nvSpPr>
        <p:spPr>
          <a:xfrm>
            <a:off x="873083" y="1485900"/>
            <a:ext cx="10477500" cy="1540510"/>
          </a:xfrm>
          <a:prstGeom prst="rect">
            <a:avLst/>
          </a:prstGeom>
          <a:solidFill>
            <a:srgbClr val="FFF3D5">
              <a:alpha val="20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7" name="OTLSHAPE_SL_4f57b7a229744aa5902522ab413280ce_BackgroundRectangle">
            <a:extLst>
              <a:ext uri="{FF2B5EF4-FFF2-40B4-BE49-F238E27FC236}">
                <a16:creationId xmlns:a16="http://schemas.microsoft.com/office/drawing/2014/main" id="{12386D1A-727B-4AD9-9BC2-4912109AC16B}"/>
              </a:ext>
            </a:extLst>
          </p:cNvPr>
          <p:cNvSpPr/>
          <p:nvPr>
            <p:custDataLst>
              <p:tags r:id="rId147"/>
            </p:custDataLst>
          </p:nvPr>
        </p:nvSpPr>
        <p:spPr>
          <a:xfrm>
            <a:off x="63500" y="4993555"/>
            <a:ext cx="11290300" cy="393361"/>
          </a:xfrm>
          <a:prstGeom prst="rect">
            <a:avLst/>
          </a:prstGeom>
          <a:solidFill>
            <a:schemeClr val="lt1">
              <a:alpha val="20000"/>
            </a:scheme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3" name="OTLSHAPE_SL2A_f686c72eb07248558781594d64532e30_BackgroundRectangle">
            <a:extLst>
              <a:ext uri="{FF2B5EF4-FFF2-40B4-BE49-F238E27FC236}">
                <a16:creationId xmlns:a16="http://schemas.microsoft.com/office/drawing/2014/main" id="{E462A4C9-1B61-D40A-D2FF-A8A70E7936B5}"/>
              </a:ext>
            </a:extLst>
          </p:cNvPr>
          <p:cNvSpPr/>
          <p:nvPr>
            <p:custDataLst>
              <p:tags r:id="rId148"/>
            </p:custDataLst>
          </p:nvPr>
        </p:nvSpPr>
        <p:spPr bwMode="gray">
          <a:xfrm>
            <a:off x="873083" y="3026410"/>
            <a:ext cx="10477500" cy="279400"/>
          </a:xfrm>
          <a:prstGeom prst="rect">
            <a:avLst/>
          </a:prstGeom>
          <a:solidFill>
            <a:schemeClr val="accent3">
              <a:alpha val="20000"/>
            </a:scheme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cxnSp>
        <p:nvCxnSpPr>
          <p:cNvPr id="313" name="OTLSHAPE_SL2AL_00000000000000000000000000000000_ShapeBelow0">
            <a:extLst>
              <a:ext uri="{FF2B5EF4-FFF2-40B4-BE49-F238E27FC236}">
                <a16:creationId xmlns:a16="http://schemas.microsoft.com/office/drawing/2014/main" id="{3474B5D1-3D48-452A-B73C-FC9AB071EEA9}"/>
              </a:ext>
            </a:extLst>
          </p:cNvPr>
          <p:cNvCxnSpPr/>
          <p:nvPr>
            <p:custDataLst>
              <p:tags r:id="rId149"/>
            </p:custDataLst>
          </p:nvPr>
        </p:nvCxnSpPr>
        <p:spPr>
          <a:xfrm>
            <a:off x="873083" y="3026410"/>
            <a:ext cx="10474452" cy="0"/>
          </a:xfrm>
          <a:prstGeom prst="line">
            <a:avLst/>
          </a:prstGeom>
          <a:ln w="9525" cap="flat" cmpd="sng" algn="ctr">
            <a:solidFill>
              <a:srgbClr val="003366">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23" name="OTLSHAPE_TB_00000000000000000000000000000000_ScaleContainer">
            <a:extLst>
              <a:ext uri="{FF2B5EF4-FFF2-40B4-BE49-F238E27FC236}">
                <a16:creationId xmlns:a16="http://schemas.microsoft.com/office/drawing/2014/main" id="{23593033-0449-4C36-935E-5E3F480FC51B}"/>
              </a:ext>
            </a:extLst>
          </p:cNvPr>
          <p:cNvSpPr/>
          <p:nvPr>
            <p:custDataLst>
              <p:tags r:id="rId150"/>
            </p:custDataLst>
          </p:nvPr>
        </p:nvSpPr>
        <p:spPr>
          <a:xfrm>
            <a:off x="1809665" y="1028700"/>
            <a:ext cx="9550400" cy="254000"/>
          </a:xfrm>
          <a:prstGeom prst="roundRect">
            <a:avLst/>
          </a:prstGeom>
          <a:gradFill flip="none" rotWithShape="1">
            <a:gsLst>
              <a:gs pos="0">
                <a:srgbClr val="44546A"/>
              </a:gs>
              <a:gs pos="100000">
                <a:srgbClr val="52667F"/>
              </a:gs>
            </a:gsLst>
            <a:lin ang="5400000" scaled="1"/>
            <a:tileRect/>
          </a:gradFill>
          <a:ln w="12700" cap="flat" cmpd="sng" algn="ctr">
            <a:noFill/>
            <a:prstDash val="solid"/>
            <a:miter lim="800000"/>
          </a:ln>
          <a:effectLst/>
          <a:scene3d>
            <a:camera prst="orthographicFront"/>
            <a:lightRig rig="threePt" dir="t">
              <a:rot lat="0" lon="0" rev="8700000"/>
            </a:lightRig>
          </a:scene3d>
          <a:sp3d>
            <a:bevelT w="165100" h="19050"/>
          </a:sp3d>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0" name="OTLSHAPE_SL_10259431108e467c83cbf6f2fc55adc3_HeaderRectangle">
            <a:extLst>
              <a:ext uri="{FF2B5EF4-FFF2-40B4-BE49-F238E27FC236}">
                <a16:creationId xmlns:a16="http://schemas.microsoft.com/office/drawing/2014/main" id="{58B865F9-C342-4B28-903B-3B3702435026}"/>
              </a:ext>
            </a:extLst>
          </p:cNvPr>
          <p:cNvSpPr/>
          <p:nvPr>
            <p:custDataLst>
              <p:tags r:id="rId151"/>
            </p:custDataLst>
          </p:nvPr>
        </p:nvSpPr>
        <p:spPr>
          <a:xfrm>
            <a:off x="63500" y="1485900"/>
            <a:ext cx="812800" cy="1819910"/>
          </a:xfrm>
          <a:prstGeom prst="rect">
            <a:avLst/>
          </a:prstGeom>
          <a:solidFill>
            <a:srgbClr val="FEBA0A"/>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4" name="OTLSHAPE_SL_af3b65f9710d448a924a087c20e677a3_HeaderRectangle">
            <a:extLst>
              <a:ext uri="{FF2B5EF4-FFF2-40B4-BE49-F238E27FC236}">
                <a16:creationId xmlns:a16="http://schemas.microsoft.com/office/drawing/2014/main" id="{9E13456D-64D8-4E2F-A0BC-408F63B677A6}"/>
              </a:ext>
            </a:extLst>
          </p:cNvPr>
          <p:cNvSpPr/>
          <p:nvPr>
            <p:custDataLst>
              <p:tags r:id="rId152"/>
            </p:custDataLst>
          </p:nvPr>
        </p:nvSpPr>
        <p:spPr>
          <a:xfrm>
            <a:off x="63500" y="4359063"/>
            <a:ext cx="1625600" cy="570992"/>
          </a:xfrm>
          <a:prstGeom prst="rect">
            <a:avLst/>
          </a:prstGeom>
          <a:solidFill>
            <a:srgbClr val="6ACBF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4" name="OTLSHAPE_SL_158e67c648f648b195dbeb1ea067471e_HeaderRectangle">
            <a:extLst>
              <a:ext uri="{FF2B5EF4-FFF2-40B4-BE49-F238E27FC236}">
                <a16:creationId xmlns:a16="http://schemas.microsoft.com/office/drawing/2014/main" id="{5912BD6E-124D-45BE-90C3-602448C69D6A}"/>
              </a:ext>
            </a:extLst>
          </p:cNvPr>
          <p:cNvSpPr/>
          <p:nvPr>
            <p:custDataLst>
              <p:tags r:id="rId153"/>
            </p:custDataLst>
          </p:nvPr>
        </p:nvSpPr>
        <p:spPr>
          <a:xfrm>
            <a:off x="63500" y="3369310"/>
            <a:ext cx="1625600" cy="926253"/>
          </a:xfrm>
          <a:prstGeom prst="rect">
            <a:avLst/>
          </a:prstGeom>
          <a:solidFill>
            <a:srgbClr val="F79646"/>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8" name="OTLSHAPE_SL2A_b0273026c7484f8fbfeae1622e7b8da6_HeaderRectangle">
            <a:extLst>
              <a:ext uri="{FF2B5EF4-FFF2-40B4-BE49-F238E27FC236}">
                <a16:creationId xmlns:a16="http://schemas.microsoft.com/office/drawing/2014/main" id="{C115ADA2-83D2-4183-B632-D70FBBE5816B}"/>
              </a:ext>
            </a:extLst>
          </p:cNvPr>
          <p:cNvSpPr/>
          <p:nvPr>
            <p:custDataLst>
              <p:tags r:id="rId154"/>
            </p:custDataLst>
          </p:nvPr>
        </p:nvSpPr>
        <p:spPr>
          <a:xfrm>
            <a:off x="873083" y="1485900"/>
            <a:ext cx="812800" cy="1540510"/>
          </a:xfrm>
          <a:prstGeom prst="rect">
            <a:avLst/>
          </a:prstGeom>
          <a:solidFill>
            <a:srgbClr val="FEBA0A">
              <a:alpha val="24706"/>
            </a:srgbClr>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58" name="OTLSHAPE_SL_4f57b7a229744aa5902522ab413280ce_HeaderRectangle">
            <a:extLst>
              <a:ext uri="{FF2B5EF4-FFF2-40B4-BE49-F238E27FC236}">
                <a16:creationId xmlns:a16="http://schemas.microsoft.com/office/drawing/2014/main" id="{8AB09F6C-3929-40B1-BA6D-F55F4FDBB9A1}"/>
              </a:ext>
            </a:extLst>
          </p:cNvPr>
          <p:cNvSpPr/>
          <p:nvPr>
            <p:custDataLst>
              <p:tags r:id="rId155"/>
            </p:custDataLst>
          </p:nvPr>
        </p:nvSpPr>
        <p:spPr>
          <a:xfrm>
            <a:off x="63500" y="4993555"/>
            <a:ext cx="1625600" cy="393361"/>
          </a:xfrm>
          <a:prstGeom prst="rect">
            <a:avLst/>
          </a:prstGeom>
          <a:solidFill>
            <a:srgbClr val="1AAA42"/>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05" name="OTLSHAPE_SL2A_f686c72eb07248558781594d64532e30_HeaderRectangle">
            <a:extLst>
              <a:ext uri="{FF2B5EF4-FFF2-40B4-BE49-F238E27FC236}">
                <a16:creationId xmlns:a16="http://schemas.microsoft.com/office/drawing/2014/main" id="{DDB770AC-8CC3-C0E4-0BC6-8852C734DA89}"/>
              </a:ext>
            </a:extLst>
          </p:cNvPr>
          <p:cNvSpPr/>
          <p:nvPr>
            <p:custDataLst>
              <p:tags r:id="rId156"/>
            </p:custDataLst>
          </p:nvPr>
        </p:nvSpPr>
        <p:spPr bwMode="gray">
          <a:xfrm>
            <a:off x="873083" y="3026410"/>
            <a:ext cx="812800" cy="279400"/>
          </a:xfrm>
          <a:prstGeom prst="rect">
            <a:avLst/>
          </a:prstGeom>
          <a:solidFill>
            <a:srgbClr val="FEBA0A">
              <a:alpha val="24706"/>
            </a:srgbClr>
          </a:solidFill>
          <a:ln w="6350" cap="flat" cmpd="sng" algn="ctr">
            <a:noFill/>
            <a:prstDash val="solid"/>
            <a:miter lim="800000"/>
          </a:ln>
          <a:effectLst/>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cxnSp>
        <p:nvCxnSpPr>
          <p:cNvPr id="25" name="OTLSHAPE_G_00000000000000000000000000000000_ShapeBelow0">
            <a:extLst>
              <a:ext uri="{FF2B5EF4-FFF2-40B4-BE49-F238E27FC236}">
                <a16:creationId xmlns:a16="http://schemas.microsoft.com/office/drawing/2014/main" id="{F5146AC7-DDD5-4096-9D05-6A64380A9B17}"/>
              </a:ext>
            </a:extLst>
          </p:cNvPr>
          <p:cNvCxnSpPr/>
          <p:nvPr>
            <p:custDataLst>
              <p:tags r:id="rId157"/>
            </p:custDataLst>
          </p:nvPr>
        </p:nvCxnSpPr>
        <p:spPr>
          <a:xfrm>
            <a:off x="2871363" y="1282700"/>
            <a:ext cx="0" cy="4104217"/>
          </a:xfrm>
          <a:prstGeom prst="line">
            <a:avLst/>
          </a:prstGeom>
          <a:ln w="9525" cap="flat" cmpd="sng" algn="ctr">
            <a:solidFill>
              <a:srgbClr val="C59904">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OTLSHAPE_G_00000000000000000000000000000000_ShapeBelow1">
            <a:extLst>
              <a:ext uri="{FF2B5EF4-FFF2-40B4-BE49-F238E27FC236}">
                <a16:creationId xmlns:a16="http://schemas.microsoft.com/office/drawing/2014/main" id="{B5FBDDBF-2246-4096-955D-CE3DAC77F81B}"/>
              </a:ext>
            </a:extLst>
          </p:cNvPr>
          <p:cNvCxnSpPr/>
          <p:nvPr>
            <p:custDataLst>
              <p:tags r:id="rId158"/>
            </p:custDataLst>
          </p:nvPr>
        </p:nvCxnSpPr>
        <p:spPr>
          <a:xfrm>
            <a:off x="3930159" y="1282700"/>
            <a:ext cx="0" cy="4104217"/>
          </a:xfrm>
          <a:prstGeom prst="line">
            <a:avLst/>
          </a:prstGeom>
          <a:ln w="9525" cap="flat" cmpd="sng" algn="ctr">
            <a:solidFill>
              <a:srgbClr val="C59904">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OTLSHAPE_G_00000000000000000000000000000000_ShapeBelow2">
            <a:extLst>
              <a:ext uri="{FF2B5EF4-FFF2-40B4-BE49-F238E27FC236}">
                <a16:creationId xmlns:a16="http://schemas.microsoft.com/office/drawing/2014/main" id="{600FB06F-32DA-49AD-B98C-71EB351F92C0}"/>
              </a:ext>
            </a:extLst>
          </p:cNvPr>
          <p:cNvCxnSpPr/>
          <p:nvPr>
            <p:custDataLst>
              <p:tags r:id="rId159"/>
            </p:custDataLst>
          </p:nvPr>
        </p:nvCxnSpPr>
        <p:spPr>
          <a:xfrm>
            <a:off x="4988955" y="1282700"/>
            <a:ext cx="0" cy="4104217"/>
          </a:xfrm>
          <a:prstGeom prst="line">
            <a:avLst/>
          </a:prstGeom>
          <a:ln w="9525" cap="flat" cmpd="sng" algn="ctr">
            <a:solidFill>
              <a:srgbClr val="C59904">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OTLSHAPE_G_00000000000000000000000000000000_ShapeBelow3">
            <a:extLst>
              <a:ext uri="{FF2B5EF4-FFF2-40B4-BE49-F238E27FC236}">
                <a16:creationId xmlns:a16="http://schemas.microsoft.com/office/drawing/2014/main" id="{B6247B32-D26D-4905-88AA-AF547CA88B26}"/>
              </a:ext>
            </a:extLst>
          </p:cNvPr>
          <p:cNvCxnSpPr/>
          <p:nvPr>
            <p:custDataLst>
              <p:tags r:id="rId160"/>
            </p:custDataLst>
          </p:nvPr>
        </p:nvCxnSpPr>
        <p:spPr>
          <a:xfrm>
            <a:off x="6047751" y="1282700"/>
            <a:ext cx="0" cy="4104217"/>
          </a:xfrm>
          <a:prstGeom prst="line">
            <a:avLst/>
          </a:prstGeom>
          <a:ln w="9525" cap="flat" cmpd="sng" algn="ctr">
            <a:solidFill>
              <a:srgbClr val="C59904">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OTLSHAPE_G_00000000000000000000000000000000_ShapeBelow4">
            <a:extLst>
              <a:ext uri="{FF2B5EF4-FFF2-40B4-BE49-F238E27FC236}">
                <a16:creationId xmlns:a16="http://schemas.microsoft.com/office/drawing/2014/main" id="{C5E4BD2F-9729-49F0-8601-E79AD328D24E}"/>
              </a:ext>
            </a:extLst>
          </p:cNvPr>
          <p:cNvCxnSpPr/>
          <p:nvPr>
            <p:custDataLst>
              <p:tags r:id="rId161"/>
            </p:custDataLst>
          </p:nvPr>
        </p:nvCxnSpPr>
        <p:spPr>
          <a:xfrm>
            <a:off x="7109448" y="1282700"/>
            <a:ext cx="0" cy="4104217"/>
          </a:xfrm>
          <a:prstGeom prst="line">
            <a:avLst/>
          </a:prstGeom>
          <a:ln w="9525" cap="flat" cmpd="sng" algn="ctr">
            <a:solidFill>
              <a:srgbClr val="C59904">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OTLSHAPE_G_00000000000000000000000000000000_ShapeBelow5">
            <a:extLst>
              <a:ext uri="{FF2B5EF4-FFF2-40B4-BE49-F238E27FC236}">
                <a16:creationId xmlns:a16="http://schemas.microsoft.com/office/drawing/2014/main" id="{C831A2A6-C977-4240-87E5-2B0C1C685701}"/>
              </a:ext>
            </a:extLst>
          </p:cNvPr>
          <p:cNvCxnSpPr/>
          <p:nvPr>
            <p:custDataLst>
              <p:tags r:id="rId162"/>
            </p:custDataLst>
          </p:nvPr>
        </p:nvCxnSpPr>
        <p:spPr>
          <a:xfrm>
            <a:off x="8168245" y="1282700"/>
            <a:ext cx="0" cy="4104217"/>
          </a:xfrm>
          <a:prstGeom prst="line">
            <a:avLst/>
          </a:prstGeom>
          <a:ln w="9525" cap="flat" cmpd="sng" algn="ctr">
            <a:solidFill>
              <a:srgbClr val="C59904">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0" name="OTLSHAPE_G_00000000000000000000000000000000_ShapeBelow6">
            <a:extLst>
              <a:ext uri="{FF2B5EF4-FFF2-40B4-BE49-F238E27FC236}">
                <a16:creationId xmlns:a16="http://schemas.microsoft.com/office/drawing/2014/main" id="{F4F90C84-B8FC-90F5-57F7-2246EFAB29CA}"/>
              </a:ext>
            </a:extLst>
          </p:cNvPr>
          <p:cNvCxnSpPr/>
          <p:nvPr>
            <p:custDataLst>
              <p:tags r:id="rId163"/>
            </p:custDataLst>
          </p:nvPr>
        </p:nvCxnSpPr>
        <p:spPr bwMode="gray">
          <a:xfrm>
            <a:off x="9227041" y="1282700"/>
            <a:ext cx="0" cy="4104217"/>
          </a:xfrm>
          <a:prstGeom prst="line">
            <a:avLst/>
          </a:prstGeom>
          <a:ln w="9525" cap="flat" cmpd="sng" algn="ctr">
            <a:solidFill>
              <a:srgbClr val="C59904">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2" name="OTLSHAPE_G_00000000000000000000000000000000_ShapeBelow7">
            <a:extLst>
              <a:ext uri="{FF2B5EF4-FFF2-40B4-BE49-F238E27FC236}">
                <a16:creationId xmlns:a16="http://schemas.microsoft.com/office/drawing/2014/main" id="{1CFF8D73-5BAA-25BA-8FD1-54134DA5ED95}"/>
              </a:ext>
            </a:extLst>
          </p:cNvPr>
          <p:cNvCxnSpPr/>
          <p:nvPr>
            <p:custDataLst>
              <p:tags r:id="rId164"/>
            </p:custDataLst>
          </p:nvPr>
        </p:nvCxnSpPr>
        <p:spPr bwMode="gray">
          <a:xfrm>
            <a:off x="10285837" y="1282700"/>
            <a:ext cx="0" cy="4104217"/>
          </a:xfrm>
          <a:prstGeom prst="line">
            <a:avLst/>
          </a:prstGeom>
          <a:ln w="9525" cap="flat" cmpd="sng" algn="ctr">
            <a:solidFill>
              <a:srgbClr val="C59904">
                <a:alpha val="14902"/>
              </a:srgb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09" name="OTLSHAPE_SLT_c0a89adbb7174021bd63e8d255f8ed18_Shape">
            <a:extLst>
              <a:ext uri="{FF2B5EF4-FFF2-40B4-BE49-F238E27FC236}">
                <a16:creationId xmlns:a16="http://schemas.microsoft.com/office/drawing/2014/main" id="{37C1B2B3-A8CB-4152-9DEF-A2DDAB06927E}"/>
              </a:ext>
            </a:extLst>
          </p:cNvPr>
          <p:cNvSpPr/>
          <p:nvPr>
            <p:custDataLst>
              <p:tags r:id="rId165"/>
            </p:custDataLst>
          </p:nvPr>
        </p:nvSpPr>
        <p:spPr>
          <a:xfrm>
            <a:off x="2140358" y="5037921"/>
            <a:ext cx="1066800" cy="127000"/>
          </a:xfrm>
          <a:prstGeom prst="roundRect">
            <a:avLst>
              <a:gd name="adj" fmla="val 100000"/>
            </a:avLst>
          </a:prstGeom>
          <a:solidFill>
            <a:srgbClr val="FFC000"/>
          </a:solidFill>
          <a:ln w="12700" cap="flat" cmpd="sng" algn="ctr">
            <a:noFill/>
            <a:prstDash val="solid"/>
            <a:miter lim="800000"/>
          </a:ln>
          <a:effectLst/>
          <a:scene3d>
            <a:camera prst="orthographicFront"/>
            <a:lightRig rig="balanced" dir="t">
              <a:rot lat="0" lon="0" rev="8700000"/>
            </a:lightRig>
          </a:scene3d>
          <a:sp3d>
            <a:bevelT w="165100"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40" name="OTLSHAPE_SLT_fc988bac49244c5fb03cedfcb5d874ed_Shape">
            <a:extLst>
              <a:ext uri="{FF2B5EF4-FFF2-40B4-BE49-F238E27FC236}">
                <a16:creationId xmlns:a16="http://schemas.microsoft.com/office/drawing/2014/main" id="{D45155BC-E659-403A-836C-195C24A3BDF8}"/>
              </a:ext>
            </a:extLst>
          </p:cNvPr>
          <p:cNvSpPr/>
          <p:nvPr>
            <p:custDataLst>
              <p:tags r:id="rId166"/>
            </p:custDataLst>
          </p:nvPr>
        </p:nvSpPr>
        <p:spPr>
          <a:xfrm>
            <a:off x="3457327" y="3768937"/>
            <a:ext cx="558800" cy="127000"/>
          </a:xfrm>
          <a:prstGeom prst="roundRect">
            <a:avLst>
              <a:gd name="adj" fmla="val 100000"/>
            </a:avLst>
          </a:prstGeom>
          <a:solidFill>
            <a:srgbClr val="EA161E"/>
          </a:solidFill>
          <a:ln w="1270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1" name="OTLSHAPE_SLT_5e4b2d516b3444e290a2682dc4139782_Shape">
            <a:extLst>
              <a:ext uri="{FF2B5EF4-FFF2-40B4-BE49-F238E27FC236}">
                <a16:creationId xmlns:a16="http://schemas.microsoft.com/office/drawing/2014/main" id="{356CE49C-352E-45CD-91C2-60AC83CE6769}"/>
              </a:ext>
            </a:extLst>
          </p:cNvPr>
          <p:cNvSpPr/>
          <p:nvPr>
            <p:custDataLst>
              <p:tags r:id="rId167"/>
            </p:custDataLst>
          </p:nvPr>
        </p:nvSpPr>
        <p:spPr>
          <a:xfrm>
            <a:off x="2004020" y="1673437"/>
            <a:ext cx="2019300" cy="127000"/>
          </a:xfrm>
          <a:prstGeom prst="roundRect">
            <a:avLst>
              <a:gd name="adj" fmla="val 100000"/>
            </a:avLst>
          </a:prstGeom>
          <a:solidFill>
            <a:srgbClr val="EA161E"/>
          </a:solidFill>
          <a:ln w="12700" cap="flat" cmpd="sng" algn="ctr">
            <a:noFill/>
            <a:prstDash val="solid"/>
            <a:miter lim="800000"/>
          </a:ln>
          <a:effectLst/>
          <a:scene3d>
            <a:camera prst="orthographicFront"/>
            <a:lightRig rig="balanced" dir="t">
              <a:rot lat="0" lon="0" rev="8700000"/>
            </a:lightRig>
          </a:scene3d>
          <a:sp3d>
            <a:bevelT w="165100" h="12700"/>
          </a:sp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6" name="OTLSHAPE_SLT_374a5dd06fc24a2c80f1aea4c04b7e45_Shape">
            <a:extLst>
              <a:ext uri="{FF2B5EF4-FFF2-40B4-BE49-F238E27FC236}">
                <a16:creationId xmlns:a16="http://schemas.microsoft.com/office/drawing/2014/main" id="{A35A4C5B-BE56-52C2-ACE8-A59C722265C8}"/>
              </a:ext>
            </a:extLst>
          </p:cNvPr>
          <p:cNvSpPr/>
          <p:nvPr>
            <p:custDataLst>
              <p:tags r:id="rId168"/>
            </p:custDataLst>
          </p:nvPr>
        </p:nvSpPr>
        <p:spPr>
          <a:xfrm>
            <a:off x="2195473" y="3413675"/>
            <a:ext cx="520700" cy="127000"/>
          </a:xfrm>
          <a:prstGeom prst="roundRect">
            <a:avLst>
              <a:gd name="adj" fmla="val 100000"/>
            </a:avLst>
          </a:prstGeom>
          <a:solidFill>
            <a:srgbClr val="EA161E"/>
          </a:solidFill>
          <a:ln w="38100" cap="flat">
            <a:noFill/>
            <a:prstDash val="solid"/>
            <a:miter/>
          </a:ln>
          <a:scene3d>
            <a:camera prst="orthographicFront"/>
            <a:lightRig rig="balanced" dir="t">
              <a:rot lat="0" lon="0" rev="8700000"/>
            </a:lightRig>
          </a:scene3d>
          <a:sp3d>
            <a:bevelT w="165100" h="12700"/>
          </a:sp3d>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225" name="OTLSHAPE_SLT_c23db70962344e6fb1b46ed9414bd224_Shape">
            <a:extLst>
              <a:ext uri="{FF2B5EF4-FFF2-40B4-BE49-F238E27FC236}">
                <a16:creationId xmlns:a16="http://schemas.microsoft.com/office/drawing/2014/main" id="{856F961A-1C76-3CAD-4881-86DEA77D87B8}"/>
              </a:ext>
            </a:extLst>
          </p:cNvPr>
          <p:cNvSpPr/>
          <p:nvPr>
            <p:custDataLst>
              <p:tags r:id="rId169"/>
            </p:custDataLst>
          </p:nvPr>
        </p:nvSpPr>
        <p:spPr>
          <a:xfrm>
            <a:off x="2645099" y="4581059"/>
            <a:ext cx="1409700" cy="127000"/>
          </a:xfrm>
          <a:prstGeom prst="roundRect">
            <a:avLst>
              <a:gd name="adj" fmla="val 100000"/>
            </a:avLst>
          </a:prstGeom>
          <a:solidFill>
            <a:srgbClr val="02B2EE"/>
          </a:solidFill>
          <a:ln w="38100" cap="flat">
            <a:noFill/>
            <a:prstDash val="solid"/>
            <a:miter/>
          </a:ln>
          <a:scene3d>
            <a:camera prst="orthographicFront"/>
            <a:lightRig rig="balanced" dir="t">
              <a:rot lat="0" lon="0" rev="8700000"/>
            </a:lightRig>
          </a:scene3d>
          <a:sp3d>
            <a:bevelT w="165100" h="12700"/>
          </a:sp3d>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240" name="OTLSHAPE_SLT_14343043833a487c8d999a7cfea90e6c_Shape">
            <a:extLst>
              <a:ext uri="{FF2B5EF4-FFF2-40B4-BE49-F238E27FC236}">
                <a16:creationId xmlns:a16="http://schemas.microsoft.com/office/drawing/2014/main" id="{5B9C2CAF-D8D0-E182-4A37-5BD0A87732FE}"/>
              </a:ext>
            </a:extLst>
          </p:cNvPr>
          <p:cNvSpPr/>
          <p:nvPr>
            <p:custDataLst>
              <p:tags r:id="rId170"/>
            </p:custDataLst>
          </p:nvPr>
        </p:nvSpPr>
        <p:spPr>
          <a:xfrm>
            <a:off x="4791700" y="2144522"/>
            <a:ext cx="2324100" cy="127000"/>
          </a:xfrm>
          <a:prstGeom prst="roundRect">
            <a:avLst>
              <a:gd name="adj" fmla="val 100000"/>
            </a:avLst>
          </a:prstGeom>
          <a:solidFill>
            <a:srgbClr val="EA161E"/>
          </a:solidFill>
          <a:ln w="38100" cap="flat">
            <a:noFill/>
            <a:prstDash val="solid"/>
            <a:miter/>
          </a:ln>
          <a:scene3d>
            <a:camera prst="orthographicFront"/>
            <a:lightRig rig="balanced" dir="t">
              <a:rot lat="0" lon="0" rev="8700000"/>
            </a:lightRig>
          </a:scene3d>
          <a:sp3d>
            <a:bevelT w="165100" h="12700"/>
          </a:sp3d>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279" name="OTLSHAPE_SLT_9ebd929e38474cf299052071f7950ee9_Shape">
            <a:extLst>
              <a:ext uri="{FF2B5EF4-FFF2-40B4-BE49-F238E27FC236}">
                <a16:creationId xmlns:a16="http://schemas.microsoft.com/office/drawing/2014/main" id="{C79AB340-9F08-F5B3-B68A-91C8B71224F6}"/>
              </a:ext>
            </a:extLst>
          </p:cNvPr>
          <p:cNvSpPr/>
          <p:nvPr>
            <p:custDataLst>
              <p:tags r:id="rId171"/>
            </p:custDataLst>
          </p:nvPr>
        </p:nvSpPr>
        <p:spPr>
          <a:xfrm>
            <a:off x="4791700" y="2322153"/>
            <a:ext cx="2324100" cy="127000"/>
          </a:xfrm>
          <a:prstGeom prst="roundRect">
            <a:avLst>
              <a:gd name="adj" fmla="val 100000"/>
            </a:avLst>
          </a:prstGeom>
          <a:solidFill>
            <a:srgbClr val="EA161E"/>
          </a:solidFill>
          <a:ln w="38100" cap="flat">
            <a:noFill/>
            <a:prstDash val="solid"/>
            <a:miter/>
          </a:ln>
          <a:scene3d>
            <a:camera prst="orthographicFront"/>
            <a:lightRig rig="balanced" dir="t">
              <a:rot lat="0" lon="0" rev="8700000"/>
            </a:lightRig>
          </a:scene3d>
          <a:sp3d>
            <a:bevelT w="165100" h="12700"/>
          </a:sp3d>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287" name="OTLSHAPE_SLT_aca2c9f78aaa420f8f34553019f14e83_Shape">
            <a:extLst>
              <a:ext uri="{FF2B5EF4-FFF2-40B4-BE49-F238E27FC236}">
                <a16:creationId xmlns:a16="http://schemas.microsoft.com/office/drawing/2014/main" id="{7CED7E3D-E994-EE5F-1F64-1466DA6EA8E1}"/>
              </a:ext>
            </a:extLst>
          </p:cNvPr>
          <p:cNvSpPr/>
          <p:nvPr>
            <p:custDataLst>
              <p:tags r:id="rId172"/>
            </p:custDataLst>
          </p:nvPr>
        </p:nvSpPr>
        <p:spPr>
          <a:xfrm>
            <a:off x="2569678" y="3591306"/>
            <a:ext cx="952500" cy="127000"/>
          </a:xfrm>
          <a:prstGeom prst="roundRect">
            <a:avLst>
              <a:gd name="adj" fmla="val 100000"/>
            </a:avLst>
          </a:prstGeom>
          <a:solidFill>
            <a:srgbClr val="EA161E"/>
          </a:solidFill>
          <a:ln w="38100" cap="flat">
            <a:noFill/>
            <a:prstDash val="solid"/>
            <a:miter/>
          </a:ln>
          <a:scene3d>
            <a:camera prst="orthographicFront"/>
            <a:lightRig rig="balanced" dir="t">
              <a:rot lat="0" lon="0" rev="8700000"/>
            </a:lightRig>
          </a:scene3d>
          <a:sp3d>
            <a:bevelT w="165100" h="12700"/>
          </a:sp3d>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305" name="OTLSHAPE_SLT_cb7b38b486134a92a7565b2d546db547_Shape">
            <a:extLst>
              <a:ext uri="{FF2B5EF4-FFF2-40B4-BE49-F238E27FC236}">
                <a16:creationId xmlns:a16="http://schemas.microsoft.com/office/drawing/2014/main" id="{0C9093D4-F1D3-8EFA-6943-1B4B5DA9B908}"/>
              </a:ext>
            </a:extLst>
          </p:cNvPr>
          <p:cNvSpPr/>
          <p:nvPr>
            <p:custDataLst>
              <p:tags r:id="rId173"/>
            </p:custDataLst>
          </p:nvPr>
        </p:nvSpPr>
        <p:spPr>
          <a:xfrm>
            <a:off x="4791700" y="3946567"/>
            <a:ext cx="482600" cy="127000"/>
          </a:xfrm>
          <a:prstGeom prst="roundRect">
            <a:avLst>
              <a:gd name="adj" fmla="val 100000"/>
            </a:avLst>
          </a:prstGeom>
          <a:solidFill>
            <a:srgbClr val="EA161E"/>
          </a:solidFill>
          <a:ln w="38100" cap="flat">
            <a:noFill/>
            <a:prstDash val="solid"/>
            <a:miter/>
          </a:ln>
          <a:scene3d>
            <a:camera prst="orthographicFront"/>
            <a:lightRig rig="balanced" dir="t">
              <a:rot lat="0" lon="0" rev="8700000"/>
            </a:lightRig>
          </a:scene3d>
          <a:sp3d>
            <a:bevelT w="165100" h="12700"/>
          </a:sp3d>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319" name="OTLSHAPE_SLT_cbb4656933184bc09b0444e2d2c92904_Shape">
            <a:extLst>
              <a:ext uri="{FF2B5EF4-FFF2-40B4-BE49-F238E27FC236}">
                <a16:creationId xmlns:a16="http://schemas.microsoft.com/office/drawing/2014/main" id="{6074653D-B33B-D384-1679-D12AB0FFD9CC}"/>
              </a:ext>
            </a:extLst>
          </p:cNvPr>
          <p:cNvSpPr/>
          <p:nvPr>
            <p:custDataLst>
              <p:tags r:id="rId174"/>
            </p:custDataLst>
          </p:nvPr>
        </p:nvSpPr>
        <p:spPr>
          <a:xfrm>
            <a:off x="4791700" y="4124198"/>
            <a:ext cx="482600" cy="127000"/>
          </a:xfrm>
          <a:prstGeom prst="roundRect">
            <a:avLst>
              <a:gd name="adj" fmla="val 100000"/>
            </a:avLst>
          </a:prstGeom>
          <a:solidFill>
            <a:srgbClr val="EA161E"/>
          </a:solidFill>
          <a:ln w="38100" cap="flat">
            <a:noFill/>
            <a:prstDash val="solid"/>
            <a:miter/>
          </a:ln>
          <a:scene3d>
            <a:camera prst="orthographicFront"/>
            <a:lightRig rig="balanced" dir="t">
              <a:rot lat="0" lon="0" rev="8700000"/>
            </a:lightRig>
          </a:scene3d>
          <a:sp3d>
            <a:bevelT w="165100" h="12700"/>
          </a:sp3d>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468" name="OTLSHAPE_SLT_fc36b489970d487f966c8c021dca5d21_Shape">
            <a:extLst>
              <a:ext uri="{FF2B5EF4-FFF2-40B4-BE49-F238E27FC236}">
                <a16:creationId xmlns:a16="http://schemas.microsoft.com/office/drawing/2014/main" id="{EBF0CEEE-1E19-0ADA-FF74-608AD88AC372}"/>
              </a:ext>
            </a:extLst>
          </p:cNvPr>
          <p:cNvSpPr/>
          <p:nvPr>
            <p:custDataLst>
              <p:tags r:id="rId175"/>
            </p:custDataLst>
          </p:nvPr>
        </p:nvSpPr>
        <p:spPr>
          <a:xfrm>
            <a:off x="2830751" y="4403429"/>
            <a:ext cx="533400" cy="127000"/>
          </a:xfrm>
          <a:prstGeom prst="roundRect">
            <a:avLst>
              <a:gd name="adj" fmla="val 100000"/>
            </a:avLst>
          </a:prstGeom>
          <a:solidFill>
            <a:srgbClr val="02B2EE"/>
          </a:solidFill>
          <a:ln w="38100" cap="flat">
            <a:noFill/>
            <a:prstDash val="solid"/>
            <a:miter/>
          </a:ln>
          <a:scene3d>
            <a:camera prst="orthographicFront"/>
            <a:lightRig rig="balanced" dir="t">
              <a:rot lat="0" lon="0" rev="8700000"/>
            </a:lightRig>
          </a:scene3d>
          <a:sp3d>
            <a:bevelT w="165100" h="12700"/>
          </a:sp3d>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477" name="OTLSHAPE_SLT_bc221a652de342bcb009df84d7ab9857_Shape">
            <a:extLst>
              <a:ext uri="{FF2B5EF4-FFF2-40B4-BE49-F238E27FC236}">
                <a16:creationId xmlns:a16="http://schemas.microsoft.com/office/drawing/2014/main" id="{9A664759-9BBB-BF1B-25B1-2C138E95A054}"/>
              </a:ext>
            </a:extLst>
          </p:cNvPr>
          <p:cNvSpPr/>
          <p:nvPr>
            <p:custDataLst>
              <p:tags r:id="rId176"/>
            </p:custDataLst>
          </p:nvPr>
        </p:nvSpPr>
        <p:spPr>
          <a:xfrm>
            <a:off x="3199154" y="5215551"/>
            <a:ext cx="1066800" cy="127000"/>
          </a:xfrm>
          <a:prstGeom prst="roundRect">
            <a:avLst>
              <a:gd name="adj" fmla="val 100000"/>
            </a:avLst>
          </a:prstGeom>
          <a:solidFill>
            <a:srgbClr val="FFC000"/>
          </a:solidFill>
          <a:ln w="38100" cap="flat">
            <a:noFill/>
            <a:prstDash val="solid"/>
            <a:miter/>
          </a:ln>
          <a:scene3d>
            <a:camera prst="orthographicFront"/>
            <a:lightRig rig="balanced" dir="t">
              <a:rot lat="0" lon="0" rev="8700000"/>
            </a:lightRig>
          </a:scene3d>
          <a:sp3d>
            <a:bevelT w="165100" h="12700"/>
          </a:sp3d>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500" name="OTLSHAPE_SLT_ca9fa5ad72904264b3c85309bef6efe8_Shape">
            <a:extLst>
              <a:ext uri="{FF2B5EF4-FFF2-40B4-BE49-F238E27FC236}">
                <a16:creationId xmlns:a16="http://schemas.microsoft.com/office/drawing/2014/main" id="{BAB8181D-6A33-6E93-380D-A31F6BC65ACD}"/>
              </a:ext>
            </a:extLst>
          </p:cNvPr>
          <p:cNvSpPr/>
          <p:nvPr>
            <p:custDataLst>
              <p:tags r:id="rId177"/>
            </p:custDataLst>
          </p:nvPr>
        </p:nvSpPr>
        <p:spPr>
          <a:xfrm>
            <a:off x="2868462" y="4758690"/>
            <a:ext cx="4241800" cy="127000"/>
          </a:xfrm>
          <a:prstGeom prst="roundRect">
            <a:avLst>
              <a:gd name="adj" fmla="val 100000"/>
            </a:avLst>
          </a:prstGeom>
          <a:solidFill>
            <a:srgbClr val="02B2EE"/>
          </a:solidFill>
          <a:ln w="38100" cap="flat">
            <a:noFill/>
            <a:prstDash val="solid"/>
            <a:miter/>
          </a:ln>
          <a:scene3d>
            <a:camera prst="orthographicFront"/>
            <a:lightRig rig="balanced" dir="t">
              <a:rot lat="0" lon="0" rev="8700000"/>
            </a:lightRig>
          </a:scene3d>
          <a:sp3d>
            <a:bevelT w="165100" h="12700"/>
          </a:sp3d>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509" name="OTLSHAPE_SLT_45268cbe919b440688ce6e2ab09006ae_Shape">
            <a:extLst>
              <a:ext uri="{FF2B5EF4-FFF2-40B4-BE49-F238E27FC236}">
                <a16:creationId xmlns:a16="http://schemas.microsoft.com/office/drawing/2014/main" id="{DE62BA5C-A227-6403-0ABF-6C783215591A}"/>
              </a:ext>
            </a:extLst>
          </p:cNvPr>
          <p:cNvSpPr/>
          <p:nvPr>
            <p:custDataLst>
              <p:tags r:id="rId178"/>
            </p:custDataLst>
          </p:nvPr>
        </p:nvSpPr>
        <p:spPr>
          <a:xfrm>
            <a:off x="4791700" y="2677414"/>
            <a:ext cx="2882900" cy="127000"/>
          </a:xfrm>
          <a:prstGeom prst="roundRect">
            <a:avLst>
              <a:gd name="adj" fmla="val 100000"/>
            </a:avLst>
          </a:prstGeom>
          <a:solidFill>
            <a:srgbClr val="EA161E"/>
          </a:solidFill>
          <a:ln w="38100" cap="flat">
            <a:noFill/>
            <a:prstDash val="solid"/>
            <a:miter/>
          </a:ln>
          <a:scene3d>
            <a:camera prst="orthographicFront"/>
            <a:lightRig rig="balanced" dir="t">
              <a:rot lat="0" lon="0" rev="8700000"/>
            </a:lightRig>
          </a:scene3d>
          <a:sp3d>
            <a:bevelT w="165100" h="12700"/>
          </a:sp3d>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595" name="OTLSHAPE_SLT_3c22a2ec78d444df860bba957df41772_Shape">
            <a:extLst>
              <a:ext uri="{FF2B5EF4-FFF2-40B4-BE49-F238E27FC236}">
                <a16:creationId xmlns:a16="http://schemas.microsoft.com/office/drawing/2014/main" id="{B6162FD4-4B8F-2255-7108-1C45ED501275}"/>
              </a:ext>
            </a:extLst>
          </p:cNvPr>
          <p:cNvSpPr/>
          <p:nvPr>
            <p:custDataLst>
              <p:tags r:id="rId179"/>
            </p:custDataLst>
          </p:nvPr>
        </p:nvSpPr>
        <p:spPr>
          <a:xfrm>
            <a:off x="4791700" y="2855045"/>
            <a:ext cx="3873500" cy="127000"/>
          </a:xfrm>
          <a:prstGeom prst="roundRect">
            <a:avLst>
              <a:gd name="adj" fmla="val 100000"/>
            </a:avLst>
          </a:prstGeom>
          <a:solidFill>
            <a:srgbClr val="EA161E"/>
          </a:solidFill>
          <a:ln w="38100" cap="flat">
            <a:noFill/>
            <a:prstDash val="solid"/>
            <a:miter/>
          </a:ln>
          <a:scene3d>
            <a:camera prst="orthographicFront"/>
            <a:lightRig rig="balanced" dir="t">
              <a:rot lat="0" lon="0" rev="8700000"/>
            </a:lightRig>
          </a:scene3d>
          <a:sp3d>
            <a:bevelT w="165100" h="12700"/>
          </a:sp3d>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
        <p:nvSpPr>
          <p:cNvPr id="268" name="OTLSHAPE_SLT_bf24373cc1394547b055d9ad9f0f1b71_Shape">
            <a:extLst>
              <a:ext uri="{FF2B5EF4-FFF2-40B4-BE49-F238E27FC236}">
                <a16:creationId xmlns:a16="http://schemas.microsoft.com/office/drawing/2014/main" id="{7E2AC931-E7FD-8683-9A60-025861C85006}"/>
              </a:ext>
            </a:extLst>
          </p:cNvPr>
          <p:cNvSpPr/>
          <p:nvPr>
            <p:custDataLst>
              <p:tags r:id="rId180"/>
            </p:custDataLst>
          </p:nvPr>
        </p:nvSpPr>
        <p:spPr bwMode="gray">
          <a:xfrm>
            <a:off x="4791700" y="2499783"/>
            <a:ext cx="2324100" cy="127000"/>
          </a:xfrm>
          <a:prstGeom prst="roundRect">
            <a:avLst>
              <a:gd name="adj" fmla="val 100000"/>
            </a:avLst>
          </a:prstGeom>
          <a:solidFill>
            <a:srgbClr val="EA161E"/>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4" name="OTLSHAPE_SLT_c2c979745ee54567b69533342e81d0ed_Shape">
            <a:extLst>
              <a:ext uri="{FF2B5EF4-FFF2-40B4-BE49-F238E27FC236}">
                <a16:creationId xmlns:a16="http://schemas.microsoft.com/office/drawing/2014/main" id="{8DBF37BC-CB66-9B9D-29BA-D660F517E681}"/>
              </a:ext>
            </a:extLst>
          </p:cNvPr>
          <p:cNvSpPr/>
          <p:nvPr>
            <p:custDataLst>
              <p:tags r:id="rId181"/>
            </p:custDataLst>
          </p:nvPr>
        </p:nvSpPr>
        <p:spPr bwMode="gray">
          <a:xfrm>
            <a:off x="4098406" y="3092450"/>
            <a:ext cx="1981200" cy="127000"/>
          </a:xfrm>
          <a:prstGeom prst="roundRect">
            <a:avLst>
              <a:gd name="adj" fmla="val 100000"/>
            </a:avLst>
          </a:prstGeom>
          <a:solidFill>
            <a:srgbClr val="EA161E"/>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92" name="OTLSHAPE_SLT_6e52a7bf29614e3e86ba31608917bb4a_Shape">
            <a:extLst>
              <a:ext uri="{FF2B5EF4-FFF2-40B4-BE49-F238E27FC236}">
                <a16:creationId xmlns:a16="http://schemas.microsoft.com/office/drawing/2014/main" id="{C2381CF0-7C0E-B5D3-E20E-C1E0D3AEE9C9}"/>
              </a:ext>
            </a:extLst>
          </p:cNvPr>
          <p:cNvSpPr/>
          <p:nvPr>
            <p:custDataLst>
              <p:tags r:id="rId182"/>
            </p:custDataLst>
          </p:nvPr>
        </p:nvSpPr>
        <p:spPr bwMode="gray">
          <a:xfrm>
            <a:off x="7036929" y="3092450"/>
            <a:ext cx="2324100" cy="127000"/>
          </a:xfrm>
          <a:prstGeom prst="roundRect">
            <a:avLst>
              <a:gd name="adj" fmla="val 100000"/>
            </a:avLst>
          </a:prstGeom>
          <a:solidFill>
            <a:srgbClr val="EA161E"/>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94" name="OTLSHAPE_SLT_ea3957bbd7af4bbb8c771bdd12a0f2f3_Shape">
            <a:extLst>
              <a:ext uri="{FF2B5EF4-FFF2-40B4-BE49-F238E27FC236}">
                <a16:creationId xmlns:a16="http://schemas.microsoft.com/office/drawing/2014/main" id="{1A1B8411-7024-40CA-86E6-2551C0FFDD0A}"/>
              </a:ext>
            </a:extLst>
          </p:cNvPr>
          <p:cNvSpPr/>
          <p:nvPr>
            <p:custDataLst>
              <p:tags r:id="rId183"/>
            </p:custDataLst>
          </p:nvPr>
        </p:nvSpPr>
        <p:spPr bwMode="gray">
          <a:xfrm>
            <a:off x="2517463" y="1919817"/>
            <a:ext cx="1511300" cy="127000"/>
          </a:xfrm>
          <a:prstGeom prst="roundRect">
            <a:avLst>
              <a:gd name="adj" fmla="val 100000"/>
            </a:avLst>
          </a:prstGeom>
          <a:solidFill>
            <a:srgbClr val="EA161E"/>
          </a:solidFill>
          <a:ln w="6350" cap="flat" cmpd="sng" algn="ctr">
            <a:noFill/>
            <a:prstDash val="solid"/>
            <a:miter lim="800000"/>
          </a:ln>
          <a:effectLst/>
          <a:scene3d>
            <a:camera prst="orthographicFront"/>
            <a:lightRig rig="balanced" dir="t">
              <a:rot lat="0" lon="0" rev="8700000"/>
            </a:lightRig>
          </a:scene3d>
          <a:sp3d>
            <a:bevelT w="165100"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97" name="OTLSHAPE_SLM_5043f36bc9744765bfda64a96617bca9_Shape">
            <a:extLst>
              <a:ext uri="{FF2B5EF4-FFF2-40B4-BE49-F238E27FC236}">
                <a16:creationId xmlns:a16="http://schemas.microsoft.com/office/drawing/2014/main" id="{AB1EF288-E9F0-4C60-94F3-6D672FF360F5}"/>
              </a:ext>
            </a:extLst>
          </p:cNvPr>
          <p:cNvSpPr/>
          <p:nvPr>
            <p:custDataLst>
              <p:tags r:id="rId184"/>
            </p:custDataLst>
          </p:nvPr>
        </p:nvSpPr>
        <p:spPr>
          <a:xfrm>
            <a:off x="4500102" y="1645497"/>
            <a:ext cx="190500" cy="182880"/>
          </a:xfrm>
          <a:prstGeom prst="star5">
            <a:avLst>
              <a:gd name="adj" fmla="val 25000"/>
              <a:gd name="hf" fmla="val 105146"/>
              <a:gd name="vf" fmla="val 110557"/>
            </a:avLst>
          </a:prstGeom>
          <a:solidFill>
            <a:srgbClr val="FFC000"/>
          </a:solidFill>
          <a:ln w="12700" cap="flat" cmpd="sng" algn="ctr">
            <a:noFill/>
            <a:prstDash val="solid"/>
            <a:miter lim="800000"/>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OTLSHAPE_SLM_cfd3d7c0a3a94966b3d630d5f330295b_Shape">
            <a:extLst>
              <a:ext uri="{FF2B5EF4-FFF2-40B4-BE49-F238E27FC236}">
                <a16:creationId xmlns:a16="http://schemas.microsoft.com/office/drawing/2014/main" id="{54D3B7D1-CCBB-F01A-DD8A-8EA7EEC289D3}"/>
              </a:ext>
            </a:extLst>
          </p:cNvPr>
          <p:cNvSpPr/>
          <p:nvPr>
            <p:custDataLst>
              <p:tags r:id="rId185"/>
            </p:custDataLst>
          </p:nvPr>
        </p:nvSpPr>
        <p:spPr bwMode="gray">
          <a:xfrm>
            <a:off x="7369004" y="1645497"/>
            <a:ext cx="190500" cy="182880"/>
          </a:xfrm>
          <a:prstGeom prst="star5">
            <a:avLst>
              <a:gd name="adj" fmla="val 25000"/>
              <a:gd name="hf" fmla="val 105146"/>
              <a:gd name="vf" fmla="val 110557"/>
            </a:avLst>
          </a:prstGeom>
          <a:solidFill>
            <a:srgbClr val="96D64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7" name="OTLSHAPE_SLM_1df7afddd87443e4b5a22d7438fa763d_Shape">
            <a:extLst>
              <a:ext uri="{FF2B5EF4-FFF2-40B4-BE49-F238E27FC236}">
                <a16:creationId xmlns:a16="http://schemas.microsoft.com/office/drawing/2014/main" id="{DCB6351B-9B17-24E8-8E66-45DF41393A68}"/>
              </a:ext>
            </a:extLst>
          </p:cNvPr>
          <p:cNvSpPr/>
          <p:nvPr>
            <p:custDataLst>
              <p:tags r:id="rId186"/>
            </p:custDataLst>
          </p:nvPr>
        </p:nvSpPr>
        <p:spPr bwMode="gray">
          <a:xfrm>
            <a:off x="7986878" y="1891877"/>
            <a:ext cx="190500" cy="182880"/>
          </a:xfrm>
          <a:prstGeom prst="star5">
            <a:avLst>
              <a:gd name="adj" fmla="val 25000"/>
              <a:gd name="hf" fmla="val 105146"/>
              <a:gd name="vf" fmla="val 110557"/>
            </a:avLst>
          </a:prstGeom>
          <a:solidFill>
            <a:srgbClr val="1AAA4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50" name="OTLSHAPE_SLM_3159bec1a1094ec687029f8478bc215d_Shape">
            <a:extLst>
              <a:ext uri="{FF2B5EF4-FFF2-40B4-BE49-F238E27FC236}">
                <a16:creationId xmlns:a16="http://schemas.microsoft.com/office/drawing/2014/main" id="{F98AB5E1-BA8C-FBD5-11CF-5BCC0863541B}"/>
              </a:ext>
            </a:extLst>
          </p:cNvPr>
          <p:cNvSpPr/>
          <p:nvPr>
            <p:custDataLst>
              <p:tags r:id="rId187"/>
            </p:custDataLst>
          </p:nvPr>
        </p:nvSpPr>
        <p:spPr bwMode="gray">
          <a:xfrm flipV="1">
            <a:off x="1881405" y="1648037"/>
            <a:ext cx="152400" cy="177800"/>
          </a:xfrm>
          <a:prstGeom prst="triangle">
            <a:avLst/>
          </a:prstGeom>
          <a:solidFill>
            <a:srgbClr val="FFC000"/>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55" name="OTLSHAPE_SLM_d097a46a5a7d400d8f33622a83b2e5fb_Shape">
            <a:extLst>
              <a:ext uri="{FF2B5EF4-FFF2-40B4-BE49-F238E27FC236}">
                <a16:creationId xmlns:a16="http://schemas.microsoft.com/office/drawing/2014/main" id="{D132491F-42B4-482C-1266-F8AC4E6D6675}"/>
              </a:ext>
            </a:extLst>
          </p:cNvPr>
          <p:cNvSpPr/>
          <p:nvPr>
            <p:custDataLst>
              <p:tags r:id="rId188"/>
            </p:custDataLst>
          </p:nvPr>
        </p:nvSpPr>
        <p:spPr bwMode="gray">
          <a:xfrm rot="16200000">
            <a:off x="1906805" y="3105150"/>
            <a:ext cx="101600" cy="101600"/>
          </a:xfrm>
          <a:prstGeom prst="flowChartMerge">
            <a:avLst/>
          </a:prstGeom>
          <a:solidFill>
            <a:srgbClr val="FFC000"/>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2" name="OTLSHAPE_SLM_9a9b06e7a8df4900ae258f0e613e24e5_Shape">
            <a:extLst>
              <a:ext uri="{FF2B5EF4-FFF2-40B4-BE49-F238E27FC236}">
                <a16:creationId xmlns:a16="http://schemas.microsoft.com/office/drawing/2014/main" id="{381CB335-51E6-85DF-7ABB-2B954ADC91D8}"/>
              </a:ext>
            </a:extLst>
          </p:cNvPr>
          <p:cNvSpPr/>
          <p:nvPr>
            <p:custDataLst>
              <p:tags r:id="rId189"/>
            </p:custDataLst>
          </p:nvPr>
        </p:nvSpPr>
        <p:spPr bwMode="gray">
          <a:xfrm>
            <a:off x="10577302" y="3064510"/>
            <a:ext cx="190500" cy="182880"/>
          </a:xfrm>
          <a:prstGeom prst="star5">
            <a:avLst>
              <a:gd name="adj" fmla="val 25000"/>
              <a:gd name="hf" fmla="val 105146"/>
              <a:gd name="vf" fmla="val 110557"/>
            </a:avLst>
          </a:prstGeom>
          <a:solidFill>
            <a:srgbClr val="1AAA4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300" name="OTLSHAPE_SLM_1f37055219f24bfdb4fd8ae4f4084ad3_Shape">
            <a:extLst>
              <a:ext uri="{FF2B5EF4-FFF2-40B4-BE49-F238E27FC236}">
                <a16:creationId xmlns:a16="http://schemas.microsoft.com/office/drawing/2014/main" id="{5B5530EB-687D-C8AC-EE9C-DFF7EFA8415D}"/>
              </a:ext>
            </a:extLst>
          </p:cNvPr>
          <p:cNvSpPr/>
          <p:nvPr>
            <p:custDataLst>
              <p:tags r:id="rId190"/>
            </p:custDataLst>
          </p:nvPr>
        </p:nvSpPr>
        <p:spPr bwMode="gray">
          <a:xfrm>
            <a:off x="3928642" y="1645497"/>
            <a:ext cx="190500" cy="182880"/>
          </a:xfrm>
          <a:prstGeom prst="star5">
            <a:avLst>
              <a:gd name="adj" fmla="val 25000"/>
              <a:gd name="hf" fmla="val 105146"/>
              <a:gd name="vf" fmla="val 110557"/>
            </a:avLst>
          </a:prstGeom>
          <a:solidFill>
            <a:srgbClr val="FFC000"/>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66" name="OTLSHAPE_SLM_cde557f6458c43f98d99f1de6c3921c9_Shape">
            <a:extLst>
              <a:ext uri="{FF2B5EF4-FFF2-40B4-BE49-F238E27FC236}">
                <a16:creationId xmlns:a16="http://schemas.microsoft.com/office/drawing/2014/main" id="{21A2B632-0E67-F0D4-36E3-1B21CB8217C7}"/>
              </a:ext>
            </a:extLst>
          </p:cNvPr>
          <p:cNvSpPr/>
          <p:nvPr>
            <p:custDataLst>
              <p:tags r:id="rId191"/>
            </p:custDataLst>
          </p:nvPr>
        </p:nvSpPr>
        <p:spPr bwMode="gray">
          <a:xfrm>
            <a:off x="3928642" y="1891877"/>
            <a:ext cx="190500" cy="182880"/>
          </a:xfrm>
          <a:prstGeom prst="star5">
            <a:avLst>
              <a:gd name="adj" fmla="val 25000"/>
              <a:gd name="hf" fmla="val 105146"/>
              <a:gd name="vf" fmla="val 110557"/>
            </a:avLst>
          </a:prstGeom>
          <a:solidFill>
            <a:srgbClr val="FFC000"/>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58" name="OTLSHAPE_SLM_d9fc2150f44440c4a841fb5499d33c84_Shape">
            <a:extLst>
              <a:ext uri="{FF2B5EF4-FFF2-40B4-BE49-F238E27FC236}">
                <a16:creationId xmlns:a16="http://schemas.microsoft.com/office/drawing/2014/main" id="{712E6727-1869-A4DE-6BA2-95F51BFE0FC6}"/>
              </a:ext>
            </a:extLst>
          </p:cNvPr>
          <p:cNvSpPr/>
          <p:nvPr>
            <p:custDataLst>
              <p:tags r:id="rId192"/>
            </p:custDataLst>
          </p:nvPr>
        </p:nvSpPr>
        <p:spPr bwMode="gray">
          <a:xfrm>
            <a:off x="9605531" y="3064510"/>
            <a:ext cx="190500" cy="182880"/>
          </a:xfrm>
          <a:prstGeom prst="star5">
            <a:avLst>
              <a:gd name="adj" fmla="val 25000"/>
              <a:gd name="hf" fmla="val 105146"/>
              <a:gd name="vf" fmla="val 110557"/>
            </a:avLst>
          </a:prstGeom>
          <a:solidFill>
            <a:srgbClr val="FFC000"/>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6" name="OTLSHAPE_SLM_42f13611938c4532a4c9b9afc380f7ac_Shape">
            <a:extLst>
              <a:ext uri="{FF2B5EF4-FFF2-40B4-BE49-F238E27FC236}">
                <a16:creationId xmlns:a16="http://schemas.microsoft.com/office/drawing/2014/main" id="{9BCE1182-6CB5-9A9B-1F1C-174C221B8369}"/>
              </a:ext>
            </a:extLst>
          </p:cNvPr>
          <p:cNvSpPr/>
          <p:nvPr>
            <p:custDataLst>
              <p:tags r:id="rId193"/>
            </p:custDataLst>
          </p:nvPr>
        </p:nvSpPr>
        <p:spPr bwMode="gray">
          <a:xfrm>
            <a:off x="5979516" y="3064510"/>
            <a:ext cx="190500" cy="182880"/>
          </a:xfrm>
          <a:prstGeom prst="star5">
            <a:avLst>
              <a:gd name="adj" fmla="val 25000"/>
              <a:gd name="hf" fmla="val 105146"/>
              <a:gd name="vf" fmla="val 110557"/>
            </a:avLst>
          </a:prstGeom>
          <a:solidFill>
            <a:srgbClr val="FFC000"/>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3" name="OTLSHAPE_SLM_25e0393d43bf41feb495687fbdadf8fd_Shape">
            <a:extLst>
              <a:ext uri="{FF2B5EF4-FFF2-40B4-BE49-F238E27FC236}">
                <a16:creationId xmlns:a16="http://schemas.microsoft.com/office/drawing/2014/main" id="{7C89B634-5B40-AB53-23D6-F1A3C03AF598}"/>
              </a:ext>
            </a:extLst>
          </p:cNvPr>
          <p:cNvSpPr/>
          <p:nvPr>
            <p:custDataLst>
              <p:tags r:id="rId194"/>
            </p:custDataLst>
          </p:nvPr>
        </p:nvSpPr>
        <p:spPr bwMode="gray">
          <a:xfrm>
            <a:off x="9048575" y="1645497"/>
            <a:ext cx="190500" cy="182880"/>
          </a:xfrm>
          <a:prstGeom prst="star5">
            <a:avLst>
              <a:gd name="adj" fmla="val 25000"/>
              <a:gd name="hf" fmla="val 105146"/>
              <a:gd name="vf" fmla="val 110557"/>
            </a:avLst>
          </a:prstGeom>
          <a:solidFill>
            <a:srgbClr val="FFC000"/>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7" name="OTLSHAPE_SLM_8b6b09572bbc408ab5e0744f8288a44d_Shape">
            <a:extLst>
              <a:ext uri="{FF2B5EF4-FFF2-40B4-BE49-F238E27FC236}">
                <a16:creationId xmlns:a16="http://schemas.microsoft.com/office/drawing/2014/main" id="{6233E170-9D5F-79C2-CF38-D6AEF8C0BEF4}"/>
              </a:ext>
            </a:extLst>
          </p:cNvPr>
          <p:cNvSpPr/>
          <p:nvPr>
            <p:custDataLst>
              <p:tags r:id="rId195"/>
            </p:custDataLst>
          </p:nvPr>
        </p:nvSpPr>
        <p:spPr bwMode="gray">
          <a:xfrm>
            <a:off x="10371345" y="1891877"/>
            <a:ext cx="190500" cy="182880"/>
          </a:xfrm>
          <a:prstGeom prst="star5">
            <a:avLst>
              <a:gd name="adj" fmla="val 25000"/>
              <a:gd name="hf" fmla="val 105146"/>
              <a:gd name="vf" fmla="val 110557"/>
            </a:avLst>
          </a:prstGeom>
          <a:solidFill>
            <a:srgbClr val="1AAA4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1" name="OTLSHAPE_SLM_20d1ba515a5c48a38cd315de55cc2fda_Shape">
            <a:extLst>
              <a:ext uri="{FF2B5EF4-FFF2-40B4-BE49-F238E27FC236}">
                <a16:creationId xmlns:a16="http://schemas.microsoft.com/office/drawing/2014/main" id="{47FA747B-4336-F986-ED2C-1380A87DB55D}"/>
              </a:ext>
            </a:extLst>
          </p:cNvPr>
          <p:cNvSpPr/>
          <p:nvPr>
            <p:custDataLst>
              <p:tags r:id="rId196"/>
            </p:custDataLst>
          </p:nvPr>
        </p:nvSpPr>
        <p:spPr bwMode="gray">
          <a:xfrm>
            <a:off x="8683072" y="1891877"/>
            <a:ext cx="190500" cy="182880"/>
          </a:xfrm>
          <a:prstGeom prst="star5">
            <a:avLst>
              <a:gd name="adj" fmla="val 25000"/>
              <a:gd name="hf" fmla="val 105146"/>
              <a:gd name="vf" fmla="val 110557"/>
            </a:avLst>
          </a:prstGeom>
          <a:solidFill>
            <a:srgbClr val="1AAA42"/>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50" name="OTLSHAPE_SLM_d88464a6c30c4c9ca641b1e75d9bfbbf_Shape">
            <a:extLst>
              <a:ext uri="{FF2B5EF4-FFF2-40B4-BE49-F238E27FC236}">
                <a16:creationId xmlns:a16="http://schemas.microsoft.com/office/drawing/2014/main" id="{A5321DB0-918E-C491-AE15-A2A7EA65510C}"/>
              </a:ext>
            </a:extLst>
          </p:cNvPr>
          <p:cNvSpPr/>
          <p:nvPr>
            <p:custDataLst>
              <p:tags r:id="rId197"/>
            </p:custDataLst>
          </p:nvPr>
        </p:nvSpPr>
        <p:spPr bwMode="gray">
          <a:xfrm>
            <a:off x="7624276" y="1645497"/>
            <a:ext cx="190500" cy="182880"/>
          </a:xfrm>
          <a:prstGeom prst="star5">
            <a:avLst>
              <a:gd name="adj" fmla="val 25000"/>
              <a:gd name="hf" fmla="val 105146"/>
              <a:gd name="vf" fmla="val 110557"/>
            </a:avLst>
          </a:prstGeom>
          <a:solidFill>
            <a:srgbClr val="FFC000"/>
          </a:solidFill>
          <a:ln w="6350" cap="flat" cmpd="sng" algn="ctr">
            <a:noFill/>
            <a:prstDash val="solid"/>
            <a:miter lim="800000"/>
          </a:ln>
          <a:effectLst/>
          <a:scene3d>
            <a:camera prst="orthographicFront"/>
            <a:lightRig rig="threePt" dir="t"/>
          </a:scene3d>
          <a:sp3d>
            <a:bevelT h="12700"/>
          </a:sp3d>
          <a:extLst>
            <a:ext uri="{91240B29-F687-4F45-9708-019B960494DF}">
              <a14:hiddenLine xmlns:a14="http://schemas.microsoft.com/office/drawing/2010/main" w="6350" cap="flat" cmpd="sng" algn="ctr">
                <a:solidFill>
                  <a:schemeClr val="tx1"/>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65" name="OTLSHAPE_SLM_f8c9cb1f1b8d4818bf8aa23e4974455a_Shape">
            <a:extLst>
              <a:ext uri="{FF2B5EF4-FFF2-40B4-BE49-F238E27FC236}">
                <a16:creationId xmlns:a16="http://schemas.microsoft.com/office/drawing/2014/main" id="{680F6CCB-2542-E736-31B4-245BB0F97270}"/>
              </a:ext>
            </a:extLst>
          </p:cNvPr>
          <p:cNvSpPr/>
          <p:nvPr>
            <p:custDataLst>
              <p:tags r:id="rId198"/>
            </p:custDataLst>
          </p:nvPr>
        </p:nvSpPr>
        <p:spPr bwMode="gray">
          <a:xfrm>
            <a:off x="9202318" y="1891877"/>
            <a:ext cx="190500" cy="182880"/>
          </a:xfrm>
          <a:prstGeom prst="star5">
            <a:avLst>
              <a:gd name="adj" fmla="val 25000"/>
              <a:gd name="hf" fmla="val 105146"/>
              <a:gd name="vf" fmla="val 110557"/>
            </a:avLst>
          </a:prstGeom>
          <a:solidFill>
            <a:srgbClr val="1AAA42"/>
          </a:solidFill>
          <a:ln w="6350" cap="flat" cmpd="sng" algn="ctr">
            <a:noFill/>
            <a:prstDash val="solid"/>
            <a:miter lim="800000"/>
          </a:ln>
          <a:effectLst/>
          <a:scene3d>
            <a:camera prst="orthographicFront"/>
            <a:lightRig rig="threePt" dir="t"/>
          </a:scene3d>
          <a:sp3d>
            <a:bevelT h="127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de-DE"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1" name="OTLSHAPE_SL_10259431108e467c83cbf6f2fc55adc3_Header">
            <a:extLst>
              <a:ext uri="{FF2B5EF4-FFF2-40B4-BE49-F238E27FC236}">
                <a16:creationId xmlns:a16="http://schemas.microsoft.com/office/drawing/2014/main" id="{9C0C39EB-52DE-4EE8-8F2A-58EAFB71FC0A}"/>
              </a:ext>
            </a:extLst>
          </p:cNvPr>
          <p:cNvSpPr txBox="1"/>
          <p:nvPr>
            <p:custDataLst>
              <p:tags r:id="rId199"/>
            </p:custDataLst>
          </p:nvPr>
        </p:nvSpPr>
        <p:spPr>
          <a:xfrm>
            <a:off x="63500" y="2302827"/>
            <a:ext cx="812800" cy="186055"/>
          </a:xfrm>
          <a:prstGeom prst="rect">
            <a:avLst/>
          </a:prstGeom>
          <a:noFill/>
        </p:spPr>
        <p:txBody>
          <a:bodyPr vert="horz" wrap="square" lIns="0" tIns="0" rIns="0" bIns="0" rtlCol="0" anchor="ctr" anchorCtr="0">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white"/>
                </a:solidFill>
                <a:effectLst/>
                <a:uLnTx/>
                <a:uFillTx/>
                <a:latin typeface="Calibri" panose="020F0502020204030204" pitchFamily="34" charset="0"/>
                <a:ea typeface="+mn-ea"/>
                <a:cs typeface="+mn-cs"/>
              </a:rPr>
              <a:t>Indication</a:t>
            </a:r>
          </a:p>
        </p:txBody>
      </p:sp>
      <p:sp>
        <p:nvSpPr>
          <p:cNvPr id="249" name="OTLSHAPE_SL_af3b65f9710d448a924a087c20e677a3_Header">
            <a:extLst>
              <a:ext uri="{FF2B5EF4-FFF2-40B4-BE49-F238E27FC236}">
                <a16:creationId xmlns:a16="http://schemas.microsoft.com/office/drawing/2014/main" id="{8ABE5A48-830A-4BC2-A282-B772B2054612}"/>
              </a:ext>
            </a:extLst>
          </p:cNvPr>
          <p:cNvSpPr txBox="1"/>
          <p:nvPr>
            <p:custDataLst>
              <p:tags r:id="rId200"/>
            </p:custDataLst>
          </p:nvPr>
        </p:nvSpPr>
        <p:spPr>
          <a:xfrm>
            <a:off x="63500" y="4551532"/>
            <a:ext cx="1625600" cy="186055"/>
          </a:xfrm>
          <a:prstGeom prst="rect">
            <a:avLst/>
          </a:prstGeom>
          <a:noFill/>
        </p:spPr>
        <p:txBody>
          <a:bodyPr vert="horz" wrap="square" lIns="0" tIns="0" rIns="0" bIns="0" rtlCol="0" anchor="ctr" anchorCtr="0">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srgbClr val="2F3699"/>
                </a:solidFill>
                <a:effectLst/>
                <a:uLnTx/>
                <a:uFillTx/>
                <a:latin typeface="Calibri" panose="020F0502020204030204" pitchFamily="34" charset="0"/>
                <a:ea typeface="+mn-ea"/>
                <a:cs typeface="+mn-cs"/>
              </a:rPr>
              <a:t>NDS</a:t>
            </a:r>
          </a:p>
        </p:txBody>
      </p:sp>
      <p:sp>
        <p:nvSpPr>
          <p:cNvPr id="255" name="OTLSHAPE_SL_158e67c648f648b195dbeb1ea067471e_Header">
            <a:extLst>
              <a:ext uri="{FF2B5EF4-FFF2-40B4-BE49-F238E27FC236}">
                <a16:creationId xmlns:a16="http://schemas.microsoft.com/office/drawing/2014/main" id="{A71AA7E1-8BA2-4E43-8AFD-7919F23DAB72}"/>
              </a:ext>
            </a:extLst>
          </p:cNvPr>
          <p:cNvSpPr txBox="1"/>
          <p:nvPr>
            <p:custDataLst>
              <p:tags r:id="rId201"/>
            </p:custDataLst>
          </p:nvPr>
        </p:nvSpPr>
        <p:spPr>
          <a:xfrm>
            <a:off x="63500" y="3739409"/>
            <a:ext cx="1625600" cy="186055"/>
          </a:xfrm>
          <a:prstGeom prst="rect">
            <a:avLst/>
          </a:prstGeom>
          <a:noFill/>
        </p:spPr>
        <p:txBody>
          <a:bodyPr vert="horz" wrap="square" lIns="0" tIns="0" rIns="0" bIns="0" rtlCol="0" anchor="ctr" anchorCtr="0">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2" normalizeH="0" baseline="0" noProof="0">
                <a:ln>
                  <a:noFill/>
                </a:ln>
                <a:solidFill>
                  <a:prstClr val="white"/>
                </a:solidFill>
                <a:effectLst/>
                <a:uLnTx/>
                <a:uFillTx/>
                <a:latin typeface="Calibri" panose="020F0502020204030204" pitchFamily="34" charset="0"/>
                <a:ea typeface="+mn-ea"/>
                <a:cs typeface="+mn-cs"/>
              </a:rPr>
              <a:t>Clinical </a:t>
            </a:r>
            <a:r>
              <a:rPr kumimoji="0" lang="de-DE" sz="1200" b="0" i="0" u="none" strike="noStrike" kern="1200" cap="none" spc="-2" normalizeH="0" baseline="0" noProof="0" err="1">
                <a:ln>
                  <a:noFill/>
                </a:ln>
                <a:solidFill>
                  <a:prstClr val="white"/>
                </a:solidFill>
                <a:effectLst/>
                <a:uLnTx/>
                <a:uFillTx/>
                <a:latin typeface="Calibri" panose="020F0502020204030204" pitchFamily="34" charset="0"/>
                <a:ea typeface="+mn-ea"/>
                <a:cs typeface="+mn-cs"/>
              </a:rPr>
              <a:t>supporting</a:t>
            </a:r>
            <a:r>
              <a:rPr kumimoji="0" lang="de-DE" sz="1200" b="0" i="0" u="none" strike="noStrike" kern="1200" cap="none" spc="-2" normalizeH="0" baseline="0" noProof="0">
                <a:ln>
                  <a:noFill/>
                </a:ln>
                <a:solidFill>
                  <a:prstClr val="white"/>
                </a:solidFill>
                <a:effectLst/>
                <a:uLnTx/>
                <a:uFillTx/>
                <a:latin typeface="Calibri" panose="020F0502020204030204" pitchFamily="34" charset="0"/>
                <a:ea typeface="+mn-ea"/>
                <a:cs typeface="+mn-cs"/>
              </a:rPr>
              <a:t> </a:t>
            </a:r>
            <a:r>
              <a:rPr kumimoji="0" lang="de-DE" sz="1200" b="0" i="0" u="none" strike="noStrike" kern="1200" cap="none" spc="-2" normalizeH="0" baseline="0" noProof="0" err="1">
                <a:ln>
                  <a:noFill/>
                </a:ln>
                <a:solidFill>
                  <a:prstClr val="white"/>
                </a:solidFill>
                <a:effectLst/>
                <a:uLnTx/>
                <a:uFillTx/>
                <a:latin typeface="Calibri" panose="020F0502020204030204" pitchFamily="34" charset="0"/>
                <a:ea typeface="+mn-ea"/>
                <a:cs typeface="+mn-cs"/>
              </a:rPr>
              <a:t>studies</a:t>
            </a:r>
            <a:endParaRPr kumimoji="0" lang="de-DE" sz="1200" b="0" i="0" u="none" strike="noStrike" kern="1200" cap="none" spc="-2" normalizeH="0" baseline="0" noProof="0">
              <a:ln>
                <a:noFill/>
              </a:ln>
              <a:solidFill>
                <a:prstClr val="white"/>
              </a:solidFill>
              <a:effectLst/>
              <a:uLnTx/>
              <a:uFillTx/>
              <a:latin typeface="Calibri" panose="020F0502020204030204" pitchFamily="34" charset="0"/>
              <a:ea typeface="+mn-ea"/>
              <a:cs typeface="+mn-cs"/>
            </a:endParaRPr>
          </a:p>
        </p:txBody>
      </p:sp>
      <p:sp>
        <p:nvSpPr>
          <p:cNvPr id="259" name="OTLSHAPE_SL2A_b0273026c7484f8fbfeae1622e7b8da6_Header">
            <a:extLst>
              <a:ext uri="{FF2B5EF4-FFF2-40B4-BE49-F238E27FC236}">
                <a16:creationId xmlns:a16="http://schemas.microsoft.com/office/drawing/2014/main" id="{041DB542-CF33-49F1-B89B-722A6444163E}"/>
              </a:ext>
            </a:extLst>
          </p:cNvPr>
          <p:cNvSpPr txBox="1"/>
          <p:nvPr>
            <p:custDataLst>
              <p:tags r:id="rId202"/>
            </p:custDataLst>
          </p:nvPr>
        </p:nvSpPr>
        <p:spPr>
          <a:xfrm>
            <a:off x="936583" y="2085636"/>
            <a:ext cx="685800" cy="341037"/>
          </a:xfrm>
          <a:prstGeom prst="rect">
            <a:avLst/>
          </a:prstGeom>
          <a:noFill/>
        </p:spPr>
        <p:txBody>
          <a:bodyPr vert="horz" wrap="square" lIns="0" tIns="0" rIns="0" bIns="0" rtlCol="0" anchor="ctr" anchorCtr="0">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MDD </a:t>
            </a:r>
          </a:p>
          <a:p>
            <a:pPr marL="0" marR="0" lvl="0" indent="0" algn="l" defTabSz="914377" rtl="0" eaLnBrk="1" fontAlgn="auto" latinLnBrk="0" hangingPunct="1">
              <a:lnSpc>
                <a:spcPct val="100000"/>
              </a:lnSpc>
              <a:spcBef>
                <a:spcPts val="0"/>
              </a:spcBef>
              <a:spcAft>
                <a:spcPts val="0"/>
              </a:spcAft>
              <a:buClrTx/>
              <a:buSzTx/>
              <a:buFontTx/>
              <a:buNone/>
              <a:tabLst/>
              <a:defRPr/>
            </a:pPr>
            <a:r>
              <a:rPr kumimoji="0" lang="de-DE"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mono + </a:t>
            </a:r>
            <a:r>
              <a:rPr kumimoji="0" lang="de-DE" sz="1100" b="0" i="0" u="none" strike="noStrike" kern="1200" cap="none" spc="0" normalizeH="0" baseline="0" noProof="0" err="1">
                <a:ln>
                  <a:noFill/>
                </a:ln>
                <a:solidFill>
                  <a:prstClr val="black"/>
                </a:solidFill>
                <a:effectLst/>
                <a:uLnTx/>
                <a:uFillTx/>
                <a:latin typeface="Calibri" panose="020F0502020204030204" pitchFamily="34" charset="0"/>
                <a:ea typeface="+mn-ea"/>
                <a:cs typeface="+mn-cs"/>
              </a:rPr>
              <a:t>adj</a:t>
            </a:r>
            <a:endParaRPr kumimoji="0" lang="de-DE" sz="1100" b="0"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559" name="OTLSHAPE_SL_4f57b7a229744aa5902522ab413280ce_Header">
            <a:extLst>
              <a:ext uri="{FF2B5EF4-FFF2-40B4-BE49-F238E27FC236}">
                <a16:creationId xmlns:a16="http://schemas.microsoft.com/office/drawing/2014/main" id="{E4042D0F-7834-4DAC-863C-43B052E2646C}"/>
              </a:ext>
            </a:extLst>
          </p:cNvPr>
          <p:cNvSpPr txBox="1"/>
          <p:nvPr>
            <p:custDataLst>
              <p:tags r:id="rId203"/>
            </p:custDataLst>
          </p:nvPr>
        </p:nvSpPr>
        <p:spPr>
          <a:xfrm>
            <a:off x="63500" y="5097209"/>
            <a:ext cx="1625600" cy="186055"/>
          </a:xfrm>
          <a:prstGeom prst="rect">
            <a:avLst/>
          </a:prstGeom>
          <a:noFill/>
        </p:spPr>
        <p:txBody>
          <a:bodyPr vert="horz" wrap="square" lIns="0" tIns="0" rIns="0" bIns="0" rtlCol="0" anchor="ctr" anchorCtr="0">
            <a:no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0" normalizeH="0" baseline="0" noProof="0">
                <a:ln>
                  <a:noFill/>
                </a:ln>
                <a:solidFill>
                  <a:prstClr val="white"/>
                </a:solidFill>
                <a:effectLst/>
                <a:uLnTx/>
                <a:uFillTx/>
                <a:latin typeface="Calibri" panose="020F0502020204030204" pitchFamily="34" charset="0"/>
                <a:ea typeface="+mn-ea"/>
                <a:cs typeface="+mn-cs"/>
              </a:rPr>
              <a:t>CMC</a:t>
            </a:r>
          </a:p>
        </p:txBody>
      </p:sp>
      <p:sp>
        <p:nvSpPr>
          <p:cNvPr id="32" name="OTLSHAPE_SL2A_f686c72eb07248558781594d64532e30_Header">
            <a:extLst>
              <a:ext uri="{FF2B5EF4-FFF2-40B4-BE49-F238E27FC236}">
                <a16:creationId xmlns:a16="http://schemas.microsoft.com/office/drawing/2014/main" id="{3A528074-C92E-26BF-31A5-74CC897AC6F8}"/>
              </a:ext>
            </a:extLst>
          </p:cNvPr>
          <p:cNvSpPr txBox="1"/>
          <p:nvPr>
            <p:custDataLst>
              <p:tags r:id="rId204"/>
            </p:custDataLst>
          </p:nvPr>
        </p:nvSpPr>
        <p:spPr bwMode="gray">
          <a:xfrm>
            <a:off x="936583" y="3080851"/>
            <a:ext cx="685800" cy="170519"/>
          </a:xfrm>
          <a:prstGeom prst="rect">
            <a:avLst/>
          </a:prstGeom>
          <a:noFill/>
        </p:spPr>
        <p:txBody>
          <a:bodyPr vert="horz" wrap="squar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BD </a:t>
            </a:r>
            <a:r>
              <a:rPr kumimoji="0" lang="de-DE" sz="1100" b="0" i="0" u="none" strike="noStrike" kern="1200" cap="none" spc="0" normalizeH="0" baseline="0" noProof="0" err="1">
                <a:ln>
                  <a:noFill/>
                </a:ln>
                <a:solidFill>
                  <a:prstClr val="black"/>
                </a:solidFill>
                <a:effectLst/>
                <a:uLnTx/>
                <a:uFillTx/>
                <a:latin typeface="Calibri" panose="020F0502020204030204" pitchFamily="34" charset="0"/>
                <a:ea typeface="+mn-ea"/>
                <a:cs typeface="+mn-cs"/>
              </a:rPr>
              <a:t>Depr</a:t>
            </a:r>
            <a:r>
              <a:rPr kumimoji="0" lang="de-DE" sz="1100" b="0" i="0" u="none" strike="noStrike" kern="1200" cap="none" spc="0" normalizeH="0" baseline="0" noProof="0">
                <a:ln>
                  <a:noFill/>
                </a:ln>
                <a:solidFill>
                  <a:prstClr val="black"/>
                </a:solidFill>
                <a:effectLst/>
                <a:uLnTx/>
                <a:uFillTx/>
                <a:latin typeface="Calibri" panose="020F0502020204030204" pitchFamily="34" charset="0"/>
                <a:ea typeface="+mn-ea"/>
                <a:cs typeface="+mn-cs"/>
              </a:rPr>
              <a:t>.</a:t>
            </a:r>
          </a:p>
        </p:txBody>
      </p:sp>
      <p:sp>
        <p:nvSpPr>
          <p:cNvPr id="304" name="OTLSHAPE_SLM_1f37055219f24bfdb4fd8ae4f4084ad3_Title">
            <a:extLst>
              <a:ext uri="{FF2B5EF4-FFF2-40B4-BE49-F238E27FC236}">
                <a16:creationId xmlns:a16="http://schemas.microsoft.com/office/drawing/2014/main" id="{5796B4A9-19D4-21B0-C5F5-5F8695179636}"/>
              </a:ext>
            </a:extLst>
          </p:cNvPr>
          <p:cNvSpPr txBox="1"/>
          <p:nvPr>
            <p:custDataLst>
              <p:tags r:id="rId205"/>
            </p:custDataLst>
          </p:nvPr>
        </p:nvSpPr>
        <p:spPr bwMode="gray">
          <a:xfrm>
            <a:off x="4162322" y="1674918"/>
            <a:ext cx="215900" cy="12403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PoCC</a:t>
            </a:r>
          </a:p>
        </p:txBody>
      </p:sp>
      <p:sp>
        <p:nvSpPr>
          <p:cNvPr id="8" name="OTLSHAPE_TB_00000000000000000000000000000000_TimescaleInterval1">
            <a:extLst>
              <a:ext uri="{FF2B5EF4-FFF2-40B4-BE49-F238E27FC236}">
                <a16:creationId xmlns:a16="http://schemas.microsoft.com/office/drawing/2014/main" id="{0586D70F-59F2-41DA-88C6-F02086746277}"/>
              </a:ext>
            </a:extLst>
          </p:cNvPr>
          <p:cNvSpPr txBox="1"/>
          <p:nvPr>
            <p:custDataLst>
              <p:tags r:id="rId206"/>
            </p:custDataLst>
          </p:nvPr>
        </p:nvSpPr>
        <p:spPr>
          <a:xfrm>
            <a:off x="1873165" y="1062673"/>
            <a:ext cx="314189" cy="186055"/>
          </a:xfrm>
          <a:prstGeom prst="rect">
            <a:avLst/>
          </a:prstGeom>
          <a:noFill/>
        </p:spPr>
        <p:txBody>
          <a:bodyPr vert="horz" wrap="none" lIns="0" tIns="0" rIns="0" bIns="0" rtlCol="0" anchor="ctr" anchorCtr="0">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2024</a:t>
            </a:r>
          </a:p>
        </p:txBody>
      </p:sp>
      <p:sp>
        <p:nvSpPr>
          <p:cNvPr id="9" name="OTLSHAPE_TB_00000000000000000000000000000000_TimescaleInterval2">
            <a:extLst>
              <a:ext uri="{FF2B5EF4-FFF2-40B4-BE49-F238E27FC236}">
                <a16:creationId xmlns:a16="http://schemas.microsoft.com/office/drawing/2014/main" id="{5FB32866-16C4-40D5-9C60-B9B899259015}"/>
              </a:ext>
            </a:extLst>
          </p:cNvPr>
          <p:cNvSpPr txBox="1"/>
          <p:nvPr>
            <p:custDataLst>
              <p:tags r:id="rId207"/>
            </p:custDataLst>
          </p:nvPr>
        </p:nvSpPr>
        <p:spPr>
          <a:xfrm>
            <a:off x="2934863" y="1062673"/>
            <a:ext cx="314189" cy="186055"/>
          </a:xfrm>
          <a:prstGeom prst="rect">
            <a:avLst/>
          </a:prstGeom>
          <a:noFill/>
        </p:spPr>
        <p:txBody>
          <a:bodyPr vert="horz" wrap="none" lIns="0" tIns="0" rIns="0" bIns="0" rtlCol="0" anchor="ctr" anchorCtr="0">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2025</a:t>
            </a:r>
          </a:p>
        </p:txBody>
      </p:sp>
      <p:sp>
        <p:nvSpPr>
          <p:cNvPr id="10" name="OTLSHAPE_TB_00000000000000000000000000000000_TimescaleInterval3">
            <a:extLst>
              <a:ext uri="{FF2B5EF4-FFF2-40B4-BE49-F238E27FC236}">
                <a16:creationId xmlns:a16="http://schemas.microsoft.com/office/drawing/2014/main" id="{1B89EB3F-E86E-41D5-A977-12A1D8603B9B}"/>
              </a:ext>
            </a:extLst>
          </p:cNvPr>
          <p:cNvSpPr txBox="1"/>
          <p:nvPr>
            <p:custDataLst>
              <p:tags r:id="rId208"/>
            </p:custDataLst>
          </p:nvPr>
        </p:nvSpPr>
        <p:spPr>
          <a:xfrm>
            <a:off x="3993659" y="1062673"/>
            <a:ext cx="314189" cy="186055"/>
          </a:xfrm>
          <a:prstGeom prst="rect">
            <a:avLst/>
          </a:prstGeom>
          <a:noFill/>
        </p:spPr>
        <p:txBody>
          <a:bodyPr vert="horz" wrap="none" lIns="0" tIns="0" rIns="0" bIns="0" rtlCol="0" anchor="ctr" anchorCtr="0">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2026</a:t>
            </a:r>
          </a:p>
        </p:txBody>
      </p:sp>
      <p:sp>
        <p:nvSpPr>
          <p:cNvPr id="11" name="OTLSHAPE_TB_00000000000000000000000000000000_TimescaleInterval4">
            <a:extLst>
              <a:ext uri="{FF2B5EF4-FFF2-40B4-BE49-F238E27FC236}">
                <a16:creationId xmlns:a16="http://schemas.microsoft.com/office/drawing/2014/main" id="{D6F67779-01C2-4DB0-9172-B30176A2DA0D}"/>
              </a:ext>
            </a:extLst>
          </p:cNvPr>
          <p:cNvSpPr txBox="1"/>
          <p:nvPr>
            <p:custDataLst>
              <p:tags r:id="rId209"/>
            </p:custDataLst>
          </p:nvPr>
        </p:nvSpPr>
        <p:spPr>
          <a:xfrm>
            <a:off x="5052455" y="1062673"/>
            <a:ext cx="314189" cy="186055"/>
          </a:xfrm>
          <a:prstGeom prst="rect">
            <a:avLst/>
          </a:prstGeom>
          <a:noFill/>
        </p:spPr>
        <p:txBody>
          <a:bodyPr vert="horz" wrap="none" lIns="0" tIns="0" rIns="0" bIns="0" rtlCol="0" anchor="ctr" anchorCtr="0">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2027</a:t>
            </a:r>
          </a:p>
        </p:txBody>
      </p:sp>
      <p:sp>
        <p:nvSpPr>
          <p:cNvPr id="12" name="OTLSHAPE_TB_00000000000000000000000000000000_TimescaleInterval5">
            <a:extLst>
              <a:ext uri="{FF2B5EF4-FFF2-40B4-BE49-F238E27FC236}">
                <a16:creationId xmlns:a16="http://schemas.microsoft.com/office/drawing/2014/main" id="{BD4A8E3E-ACE9-45A5-9D1B-56DEA8757532}"/>
              </a:ext>
            </a:extLst>
          </p:cNvPr>
          <p:cNvSpPr txBox="1"/>
          <p:nvPr>
            <p:custDataLst>
              <p:tags r:id="rId210"/>
            </p:custDataLst>
          </p:nvPr>
        </p:nvSpPr>
        <p:spPr>
          <a:xfrm>
            <a:off x="6111251" y="1062673"/>
            <a:ext cx="314189" cy="186055"/>
          </a:xfrm>
          <a:prstGeom prst="rect">
            <a:avLst/>
          </a:prstGeom>
          <a:noFill/>
        </p:spPr>
        <p:txBody>
          <a:bodyPr vert="horz" wrap="none" lIns="0" tIns="0" rIns="0" bIns="0" rtlCol="0" anchor="ctr" anchorCtr="0">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2028</a:t>
            </a:r>
          </a:p>
        </p:txBody>
      </p:sp>
      <p:sp>
        <p:nvSpPr>
          <p:cNvPr id="13" name="OTLSHAPE_TB_00000000000000000000000000000000_TimescaleInterval6">
            <a:extLst>
              <a:ext uri="{FF2B5EF4-FFF2-40B4-BE49-F238E27FC236}">
                <a16:creationId xmlns:a16="http://schemas.microsoft.com/office/drawing/2014/main" id="{6E243ACE-4976-4782-AEB6-BB2E7AB28182}"/>
              </a:ext>
            </a:extLst>
          </p:cNvPr>
          <p:cNvSpPr txBox="1"/>
          <p:nvPr>
            <p:custDataLst>
              <p:tags r:id="rId211"/>
            </p:custDataLst>
          </p:nvPr>
        </p:nvSpPr>
        <p:spPr>
          <a:xfrm>
            <a:off x="7172948" y="1062673"/>
            <a:ext cx="314189" cy="186055"/>
          </a:xfrm>
          <a:prstGeom prst="rect">
            <a:avLst/>
          </a:prstGeom>
          <a:noFill/>
        </p:spPr>
        <p:txBody>
          <a:bodyPr vert="horz" wrap="none" lIns="0" tIns="0" rIns="0" bIns="0" rtlCol="0" anchor="ctr" anchorCtr="0">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2029</a:t>
            </a:r>
          </a:p>
        </p:txBody>
      </p:sp>
      <p:sp>
        <p:nvSpPr>
          <p:cNvPr id="14" name="OTLSHAPE_TB_00000000000000000000000000000000_TimescaleInterval7">
            <a:extLst>
              <a:ext uri="{FF2B5EF4-FFF2-40B4-BE49-F238E27FC236}">
                <a16:creationId xmlns:a16="http://schemas.microsoft.com/office/drawing/2014/main" id="{435A170F-7728-407C-8B0E-2252FE56B2A7}"/>
              </a:ext>
            </a:extLst>
          </p:cNvPr>
          <p:cNvSpPr txBox="1"/>
          <p:nvPr>
            <p:custDataLst>
              <p:tags r:id="rId212"/>
            </p:custDataLst>
          </p:nvPr>
        </p:nvSpPr>
        <p:spPr>
          <a:xfrm>
            <a:off x="8231745" y="1062673"/>
            <a:ext cx="314189" cy="186055"/>
          </a:xfrm>
          <a:prstGeom prst="rect">
            <a:avLst/>
          </a:prstGeom>
          <a:noFill/>
        </p:spPr>
        <p:txBody>
          <a:bodyPr vert="horz" wrap="none" lIns="0" tIns="0" rIns="0" bIns="0" rtlCol="0" anchor="ctr" anchorCtr="0">
            <a:no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de-DE"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2030</a:t>
            </a:r>
          </a:p>
        </p:txBody>
      </p:sp>
      <p:sp>
        <p:nvSpPr>
          <p:cNvPr id="447" name="OTLSHAPE_SLM_5043f36bc9744765bfda64a96617bca9_Title">
            <a:extLst>
              <a:ext uri="{FF2B5EF4-FFF2-40B4-BE49-F238E27FC236}">
                <a16:creationId xmlns:a16="http://schemas.microsoft.com/office/drawing/2014/main" id="{4ED6185B-1BF7-4D2D-B098-1E4EAE91452B}"/>
              </a:ext>
            </a:extLst>
          </p:cNvPr>
          <p:cNvSpPr txBox="1"/>
          <p:nvPr>
            <p:custDataLst>
              <p:tags r:id="rId213"/>
            </p:custDataLst>
          </p:nvPr>
        </p:nvSpPr>
        <p:spPr>
          <a:xfrm>
            <a:off x="4733782" y="1674918"/>
            <a:ext cx="469900" cy="124037"/>
          </a:xfrm>
          <a:prstGeom prst="rect">
            <a:avLst/>
          </a:prstGeom>
          <a:noFill/>
        </p:spPr>
        <p:txBody>
          <a:bodyPr vert="horz" wrap="square" lIns="0" tIns="0" rIns="0" bIns="0" rtlCol="0" anchor="ctr" anchorCtr="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de-DE"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HPSC </a:t>
            </a:r>
            <a:r>
              <a:rPr kumimoji="0" lang="de-DE" sz="800" b="1" i="0" u="none" strike="noStrike" kern="1200" cap="none" spc="0" normalizeH="0" baseline="0" noProof="0" err="1">
                <a:ln>
                  <a:noFill/>
                </a:ln>
                <a:solidFill>
                  <a:prstClr val="black"/>
                </a:solidFill>
                <a:effectLst/>
                <a:uLnTx/>
                <a:uFillTx/>
                <a:latin typeface="Calibri" panose="020F0502020204030204" pitchFamily="34" charset="0"/>
                <a:ea typeface="+mn-ea"/>
                <a:cs typeface="+mn-cs"/>
              </a:rPr>
              <a:t>RoFD</a:t>
            </a:r>
            <a:endParaRPr kumimoji="0" lang="de-DE" sz="800" b="1"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616" name="OTLSHAPE_SLT_c0a89adbb7174021bd63e8d255f8ed18_Title">
            <a:extLst>
              <a:ext uri="{FF2B5EF4-FFF2-40B4-BE49-F238E27FC236}">
                <a16:creationId xmlns:a16="http://schemas.microsoft.com/office/drawing/2014/main" id="{A096C814-73E5-4DB6-AE41-5E3F71F9F777}"/>
              </a:ext>
            </a:extLst>
          </p:cNvPr>
          <p:cNvSpPr txBox="1"/>
          <p:nvPr>
            <p:custDataLst>
              <p:tags r:id="rId214"/>
            </p:custDataLst>
          </p:nvPr>
        </p:nvSpPr>
        <p:spPr>
          <a:xfrm>
            <a:off x="3252853" y="5031655"/>
            <a:ext cx="1270000" cy="139531"/>
          </a:xfrm>
          <a:prstGeom prst="rect">
            <a:avLst/>
          </a:prstGeom>
          <a:noFill/>
        </p:spPr>
        <p:txBody>
          <a:bodyPr vert="horz" wrap="square" lIns="0" tIns="0" rIns="0" bIns="0" rtlCol="0" anchor="ctr" anchorCtr="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Development iCF solid oral</a:t>
            </a:r>
            <a:endParaRPr kumimoji="0" lang="de-DE" sz="900" b="1" i="0" u="none" strike="noStrike" kern="1200" cap="none" spc="-4" normalizeH="0" baseline="0" noProof="0">
              <a:ln>
                <a:noFill/>
              </a:ln>
              <a:solidFill>
                <a:prstClr val="black"/>
              </a:solidFill>
              <a:effectLst/>
              <a:uLnTx/>
              <a:uFillTx/>
              <a:latin typeface="Calibri" panose="020F0502020204030204" pitchFamily="34" charset="0"/>
              <a:ea typeface="+mn-ea"/>
              <a:cs typeface="+mn-cs"/>
            </a:endParaRPr>
          </a:p>
        </p:txBody>
      </p:sp>
      <p:sp>
        <p:nvSpPr>
          <p:cNvPr id="647" name="OTLSHAPE_SLT_fc988bac49244c5fb03cedfcb5d874ed_Title">
            <a:extLst>
              <a:ext uri="{FF2B5EF4-FFF2-40B4-BE49-F238E27FC236}">
                <a16:creationId xmlns:a16="http://schemas.microsoft.com/office/drawing/2014/main" id="{259441BC-3081-4FFD-A744-C8CA6B603563}"/>
              </a:ext>
            </a:extLst>
          </p:cNvPr>
          <p:cNvSpPr txBox="1"/>
          <p:nvPr>
            <p:custDataLst>
              <p:tags r:id="rId215"/>
            </p:custDataLst>
          </p:nvPr>
        </p:nvSpPr>
        <p:spPr>
          <a:xfrm>
            <a:off x="4065080" y="3762671"/>
            <a:ext cx="2019300" cy="139531"/>
          </a:xfrm>
          <a:prstGeom prst="rect">
            <a:avLst/>
          </a:prstGeom>
          <a:noFill/>
        </p:spPr>
        <p:txBody>
          <a:bodyPr vert="horz" wrap="square" lIns="0" tIns="0" rIns="0" bIns="0" rtlCol="0" anchor="ctr" anchorCtr="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1447-0006: DDI victim of CYP2J2 inhibition</a:t>
            </a:r>
            <a:endParaRPr kumimoji="0" lang="de-DE" sz="900" b="1" i="0" u="none" strike="noStrike" kern="1200" cap="none" spc="0" normalizeH="0" baseline="0" noProof="0">
              <a:ln>
                <a:noFill/>
              </a:ln>
              <a:solidFill>
                <a:prstClr val="black"/>
              </a:solidFill>
              <a:effectLst/>
              <a:uLnTx/>
              <a:uFillTx/>
              <a:latin typeface="Calibri" panose="020F0502020204030204" pitchFamily="34" charset="0"/>
              <a:ea typeface="+mn-ea"/>
              <a:cs typeface="+mn-cs"/>
            </a:endParaRPr>
          </a:p>
        </p:txBody>
      </p:sp>
      <p:sp>
        <p:nvSpPr>
          <p:cNvPr id="668" name="OTLSHAPE_SLT_5e4b2d516b3444e290a2682dc4139782_Title">
            <a:extLst>
              <a:ext uri="{FF2B5EF4-FFF2-40B4-BE49-F238E27FC236}">
                <a16:creationId xmlns:a16="http://schemas.microsoft.com/office/drawing/2014/main" id="{FCD05F46-8754-422A-8BE6-1217F3D40B77}"/>
              </a:ext>
            </a:extLst>
          </p:cNvPr>
          <p:cNvSpPr txBox="1"/>
          <p:nvPr>
            <p:custDataLst>
              <p:tags r:id="rId216"/>
            </p:custDataLst>
          </p:nvPr>
        </p:nvSpPr>
        <p:spPr>
          <a:xfrm>
            <a:off x="2350963" y="1674918"/>
            <a:ext cx="1320800" cy="124037"/>
          </a:xfrm>
          <a:prstGeom prst="rect">
            <a:avLst/>
          </a:prstGeom>
          <a:noFill/>
        </p:spPr>
        <p:txBody>
          <a:bodyPr vert="horz" wrap="square" lIns="0" tIns="0" rIns="0" bIns="0" rtlCol="0" anchor="ctr" anchorCtr="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prstClr val="white"/>
                </a:solidFill>
                <a:effectLst/>
                <a:uLnTx/>
                <a:uFillTx/>
                <a:latin typeface="Calibri" panose="020F0502020204030204" pitchFamily="34" charset="0"/>
                <a:ea typeface="+mn-ea"/>
                <a:cs typeface="+mn-cs"/>
              </a:rPr>
              <a:t>1447-0005; Ph II DRF; MDD adj.</a:t>
            </a:r>
            <a:endParaRPr kumimoji="0" lang="de-DE" sz="800" b="1"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63" name="OTLSHAPE_SLT_374a5dd06fc24a2c80f1aea4c04b7e45_Title">
            <a:extLst>
              <a:ext uri="{FF2B5EF4-FFF2-40B4-BE49-F238E27FC236}">
                <a16:creationId xmlns:a16="http://schemas.microsoft.com/office/drawing/2014/main" id="{2EAF0672-43C4-DF42-0C97-7B446C92F275}"/>
              </a:ext>
            </a:extLst>
          </p:cNvPr>
          <p:cNvSpPr txBox="1"/>
          <p:nvPr>
            <p:custDataLst>
              <p:tags r:id="rId217"/>
            </p:custDataLst>
          </p:nvPr>
        </p:nvSpPr>
        <p:spPr>
          <a:xfrm>
            <a:off x="2756814" y="3407410"/>
            <a:ext cx="2679700" cy="139531"/>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1447-0007: DDI induction potential of CYP2B6 &amp; CYP3A4</a:t>
            </a:r>
            <a:endParaRPr kumimoji="0" lang="de-DE" sz="900" b="1" i="0" u="none" strike="noStrike" kern="1200" cap="none" spc="0" normalizeH="0" baseline="0" noProof="0" err="1">
              <a:ln>
                <a:noFill/>
              </a:ln>
              <a:solidFill>
                <a:prstClr val="black"/>
              </a:solidFill>
              <a:effectLst/>
              <a:uLnTx/>
              <a:uFillTx/>
              <a:latin typeface="Calibri" panose="020F0502020204030204" pitchFamily="34" charset="0"/>
              <a:ea typeface="+mn-ea"/>
              <a:cs typeface="+mn-cs"/>
            </a:endParaRPr>
          </a:p>
        </p:txBody>
      </p:sp>
      <p:sp>
        <p:nvSpPr>
          <p:cNvPr id="236" name="OTLSHAPE_SLT_c23db70962344e6fb1b46ed9414bd224_Title">
            <a:extLst>
              <a:ext uri="{FF2B5EF4-FFF2-40B4-BE49-F238E27FC236}">
                <a16:creationId xmlns:a16="http://schemas.microsoft.com/office/drawing/2014/main" id="{EFC410F7-995C-4C92-62DA-D9F3E4C28AC7}"/>
              </a:ext>
            </a:extLst>
          </p:cNvPr>
          <p:cNvSpPr txBox="1"/>
          <p:nvPr>
            <p:custDataLst>
              <p:tags r:id="rId218"/>
            </p:custDataLst>
          </p:nvPr>
        </p:nvSpPr>
        <p:spPr>
          <a:xfrm>
            <a:off x="4094088" y="4574794"/>
            <a:ext cx="1574800" cy="139531"/>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pl-PL" sz="9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Longterm tox (26w/39w) rat/dog</a:t>
            </a:r>
            <a:endParaRPr kumimoji="0" lang="de-DE" sz="900" b="1" i="0" u="none" strike="noStrike" kern="1200" cap="none" spc="-4" normalizeH="0" baseline="0" noProof="0" err="1">
              <a:ln>
                <a:noFill/>
              </a:ln>
              <a:solidFill>
                <a:prstClr val="black"/>
              </a:solidFill>
              <a:effectLst/>
              <a:uLnTx/>
              <a:uFillTx/>
              <a:latin typeface="Calibri" panose="020F0502020204030204" pitchFamily="34" charset="0"/>
              <a:ea typeface="+mn-ea"/>
              <a:cs typeface="+mn-cs"/>
            </a:endParaRPr>
          </a:p>
        </p:txBody>
      </p:sp>
      <p:sp>
        <p:nvSpPr>
          <p:cNvPr id="278" name="OTLSHAPE_SLT_14343043833a487c8d999a7cfea90e6c_Title">
            <a:extLst>
              <a:ext uri="{FF2B5EF4-FFF2-40B4-BE49-F238E27FC236}">
                <a16:creationId xmlns:a16="http://schemas.microsoft.com/office/drawing/2014/main" id="{28FE6763-C776-F18C-6B25-F7D972A3F5A8}"/>
              </a:ext>
            </a:extLst>
          </p:cNvPr>
          <p:cNvSpPr txBox="1"/>
          <p:nvPr>
            <p:custDataLst>
              <p:tags r:id="rId219"/>
            </p:custDataLst>
          </p:nvPr>
        </p:nvSpPr>
        <p:spPr>
          <a:xfrm>
            <a:off x="7160247" y="2138257"/>
            <a:ext cx="1346200" cy="139531"/>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Short term efficacy - adjunct</a:t>
            </a:r>
            <a:endParaRPr kumimoji="0" lang="de-DE" sz="900" b="1" i="0" u="none" strike="noStrike" kern="1200" cap="none" spc="-4" normalizeH="0" baseline="0" noProof="0">
              <a:ln>
                <a:noFill/>
              </a:ln>
              <a:solidFill>
                <a:prstClr val="black"/>
              </a:solidFill>
              <a:effectLst/>
              <a:uLnTx/>
              <a:uFillTx/>
              <a:latin typeface="Calibri" panose="020F0502020204030204" pitchFamily="34" charset="0"/>
              <a:ea typeface="+mn-ea"/>
              <a:cs typeface="+mn-cs"/>
            </a:endParaRPr>
          </a:p>
        </p:txBody>
      </p:sp>
      <p:sp>
        <p:nvSpPr>
          <p:cNvPr id="286" name="OTLSHAPE_SLT_9ebd929e38474cf299052071f7950ee9_Title">
            <a:extLst>
              <a:ext uri="{FF2B5EF4-FFF2-40B4-BE49-F238E27FC236}">
                <a16:creationId xmlns:a16="http://schemas.microsoft.com/office/drawing/2014/main" id="{F067DB6F-F357-63D9-DD1C-6671A9C9F61F}"/>
              </a:ext>
            </a:extLst>
          </p:cNvPr>
          <p:cNvSpPr txBox="1"/>
          <p:nvPr>
            <p:custDataLst>
              <p:tags r:id="rId220"/>
            </p:custDataLst>
          </p:nvPr>
        </p:nvSpPr>
        <p:spPr>
          <a:xfrm>
            <a:off x="7160247" y="2315887"/>
            <a:ext cx="1270000" cy="139531"/>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Short term efficacy - mono</a:t>
            </a:r>
            <a:endParaRPr kumimoji="0" lang="de-DE" sz="900" b="1" i="0" u="none" strike="noStrike" kern="1200" cap="none" spc="-4" normalizeH="0" baseline="0" noProof="0">
              <a:ln>
                <a:noFill/>
              </a:ln>
              <a:solidFill>
                <a:prstClr val="black"/>
              </a:solidFill>
              <a:effectLst/>
              <a:uLnTx/>
              <a:uFillTx/>
              <a:latin typeface="Calibri" panose="020F0502020204030204" pitchFamily="34" charset="0"/>
              <a:ea typeface="+mn-ea"/>
              <a:cs typeface="+mn-cs"/>
            </a:endParaRPr>
          </a:p>
        </p:txBody>
      </p:sp>
      <p:sp>
        <p:nvSpPr>
          <p:cNvPr id="294" name="OTLSHAPE_SLT_aca2c9f78aaa420f8f34553019f14e83_Title">
            <a:extLst>
              <a:ext uri="{FF2B5EF4-FFF2-40B4-BE49-F238E27FC236}">
                <a16:creationId xmlns:a16="http://schemas.microsoft.com/office/drawing/2014/main" id="{B99420FC-C4FE-52B7-7E53-C68522F32963}"/>
              </a:ext>
            </a:extLst>
          </p:cNvPr>
          <p:cNvSpPr txBox="1"/>
          <p:nvPr>
            <p:custDataLst>
              <p:tags r:id="rId221"/>
            </p:custDataLst>
          </p:nvPr>
        </p:nvSpPr>
        <p:spPr>
          <a:xfrm>
            <a:off x="3569041" y="3585040"/>
            <a:ext cx="1854200" cy="139531"/>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2" normalizeH="0" baseline="0" noProof="0">
                <a:ln>
                  <a:noFill/>
                </a:ln>
                <a:solidFill>
                  <a:prstClr val="black"/>
                </a:solidFill>
                <a:effectLst/>
                <a:uLnTx/>
                <a:uFillTx/>
                <a:latin typeface="Calibri" panose="020F0502020204030204" pitchFamily="34" charset="0"/>
                <a:ea typeface="+mn-ea"/>
                <a:cs typeface="+mn-cs"/>
              </a:rPr>
              <a:t>1447-0010; Human ADME/Absolute BA</a:t>
            </a:r>
            <a:endParaRPr kumimoji="0" lang="de-DE" sz="900" b="1" i="0" u="none" strike="noStrike" kern="1200" cap="none" spc="-2" normalizeH="0" baseline="0" noProof="0">
              <a:ln>
                <a:noFill/>
              </a:ln>
              <a:solidFill>
                <a:prstClr val="black"/>
              </a:solidFill>
              <a:effectLst/>
              <a:uLnTx/>
              <a:uFillTx/>
              <a:latin typeface="Calibri" panose="020F0502020204030204" pitchFamily="34" charset="0"/>
              <a:ea typeface="+mn-ea"/>
              <a:cs typeface="+mn-cs"/>
            </a:endParaRPr>
          </a:p>
        </p:txBody>
      </p:sp>
      <p:sp>
        <p:nvSpPr>
          <p:cNvPr id="315" name="OTLSHAPE_SLT_cb7b38b486134a92a7565b2d546db547_Title">
            <a:extLst>
              <a:ext uri="{FF2B5EF4-FFF2-40B4-BE49-F238E27FC236}">
                <a16:creationId xmlns:a16="http://schemas.microsoft.com/office/drawing/2014/main" id="{F56E9D21-1B05-D89F-DD39-2B10F6401D87}"/>
              </a:ext>
            </a:extLst>
          </p:cNvPr>
          <p:cNvSpPr txBox="1"/>
          <p:nvPr>
            <p:custDataLst>
              <p:tags r:id="rId222"/>
            </p:custDataLst>
          </p:nvPr>
        </p:nvSpPr>
        <p:spPr>
          <a:xfrm>
            <a:off x="5315330" y="3940302"/>
            <a:ext cx="952500" cy="139531"/>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Hepatic impairment</a:t>
            </a:r>
            <a:endParaRPr kumimoji="0" lang="de-DE" sz="900" b="1" i="0" u="none" strike="noStrike" kern="1200" cap="none" spc="-4" normalizeH="0" baseline="0" noProof="0" err="1">
              <a:ln>
                <a:noFill/>
              </a:ln>
              <a:solidFill>
                <a:prstClr val="black"/>
              </a:solidFill>
              <a:effectLst/>
              <a:uLnTx/>
              <a:uFillTx/>
              <a:latin typeface="Calibri" panose="020F0502020204030204" pitchFamily="34" charset="0"/>
              <a:ea typeface="+mn-ea"/>
              <a:cs typeface="+mn-cs"/>
            </a:endParaRPr>
          </a:p>
        </p:txBody>
      </p:sp>
      <p:sp>
        <p:nvSpPr>
          <p:cNvPr id="448" name="OTLSHAPE_SLT_cbb4656933184bc09b0444e2d2c92904_Title">
            <a:extLst>
              <a:ext uri="{FF2B5EF4-FFF2-40B4-BE49-F238E27FC236}">
                <a16:creationId xmlns:a16="http://schemas.microsoft.com/office/drawing/2014/main" id="{13919557-DA7E-5CBD-ACCE-5623A19F49F1}"/>
              </a:ext>
            </a:extLst>
          </p:cNvPr>
          <p:cNvSpPr txBox="1"/>
          <p:nvPr>
            <p:custDataLst>
              <p:tags r:id="rId223"/>
            </p:custDataLst>
          </p:nvPr>
        </p:nvSpPr>
        <p:spPr>
          <a:xfrm>
            <a:off x="5315330" y="4117933"/>
            <a:ext cx="876300" cy="139531"/>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Renal  impairment</a:t>
            </a:r>
            <a:endParaRPr kumimoji="0" lang="de-DE" sz="900" b="1" i="0" u="none" strike="noStrike" kern="1200" cap="none" spc="-4" normalizeH="0" baseline="0" noProof="0" err="1">
              <a:ln>
                <a:noFill/>
              </a:ln>
              <a:solidFill>
                <a:prstClr val="black"/>
              </a:solidFill>
              <a:effectLst/>
              <a:uLnTx/>
              <a:uFillTx/>
              <a:latin typeface="Calibri" panose="020F0502020204030204" pitchFamily="34" charset="0"/>
              <a:ea typeface="+mn-ea"/>
              <a:cs typeface="+mn-cs"/>
            </a:endParaRPr>
          </a:p>
        </p:txBody>
      </p:sp>
      <p:sp>
        <p:nvSpPr>
          <p:cNvPr id="476" name="OTLSHAPE_SLT_fc36b489970d487f966c8c021dca5d21_Title">
            <a:extLst>
              <a:ext uri="{FF2B5EF4-FFF2-40B4-BE49-F238E27FC236}">
                <a16:creationId xmlns:a16="http://schemas.microsoft.com/office/drawing/2014/main" id="{4D6FB194-6E9A-D2E0-08F4-757509C9CD8A}"/>
              </a:ext>
            </a:extLst>
          </p:cNvPr>
          <p:cNvSpPr txBox="1"/>
          <p:nvPr>
            <p:custDataLst>
              <p:tags r:id="rId224"/>
            </p:custDataLst>
          </p:nvPr>
        </p:nvSpPr>
        <p:spPr>
          <a:xfrm>
            <a:off x="3412398" y="4397163"/>
            <a:ext cx="1689100" cy="139531"/>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non-clinical abuse potential studies</a:t>
            </a:r>
          </a:p>
        </p:txBody>
      </p:sp>
      <p:sp>
        <p:nvSpPr>
          <p:cNvPr id="499" name="OTLSHAPE_SLT_bc221a652de342bcb009df84d7ab9857_Title">
            <a:extLst>
              <a:ext uri="{FF2B5EF4-FFF2-40B4-BE49-F238E27FC236}">
                <a16:creationId xmlns:a16="http://schemas.microsoft.com/office/drawing/2014/main" id="{0F1AEC07-A0EE-785D-EC2F-6FF20872637B}"/>
              </a:ext>
            </a:extLst>
          </p:cNvPr>
          <p:cNvSpPr txBox="1"/>
          <p:nvPr>
            <p:custDataLst>
              <p:tags r:id="rId225"/>
            </p:custDataLst>
          </p:nvPr>
        </p:nvSpPr>
        <p:spPr>
          <a:xfrm>
            <a:off x="4311649" y="5209286"/>
            <a:ext cx="1549400" cy="139531"/>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Process development &amp; scale-up</a:t>
            </a:r>
            <a:endParaRPr kumimoji="0" lang="de-DE" sz="900" b="1" i="0" u="none" strike="noStrike" kern="1200" cap="none" spc="-4" normalizeH="0" baseline="0" noProof="0" err="1">
              <a:ln>
                <a:noFill/>
              </a:ln>
              <a:solidFill>
                <a:prstClr val="black"/>
              </a:solidFill>
              <a:effectLst/>
              <a:uLnTx/>
              <a:uFillTx/>
              <a:latin typeface="Calibri" panose="020F0502020204030204" pitchFamily="34" charset="0"/>
              <a:ea typeface="+mn-ea"/>
              <a:cs typeface="+mn-cs"/>
            </a:endParaRPr>
          </a:p>
        </p:txBody>
      </p:sp>
      <p:sp>
        <p:nvSpPr>
          <p:cNvPr id="508" name="OTLSHAPE_SLT_ca9fa5ad72904264b3c85309bef6efe8_Title">
            <a:extLst>
              <a:ext uri="{FF2B5EF4-FFF2-40B4-BE49-F238E27FC236}">
                <a16:creationId xmlns:a16="http://schemas.microsoft.com/office/drawing/2014/main" id="{D9B4D6AB-E480-5D1B-C099-6E99F32CD9BE}"/>
              </a:ext>
            </a:extLst>
          </p:cNvPr>
          <p:cNvSpPr txBox="1"/>
          <p:nvPr>
            <p:custDataLst>
              <p:tags r:id="rId226"/>
            </p:custDataLst>
          </p:nvPr>
        </p:nvSpPr>
        <p:spPr>
          <a:xfrm>
            <a:off x="7151544" y="4752425"/>
            <a:ext cx="1104900" cy="139531"/>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Carcinogenicity Studies</a:t>
            </a:r>
            <a:endParaRPr kumimoji="0" lang="de-DE" sz="900" b="1" i="0" u="none" strike="noStrike" kern="1200" cap="none" spc="-4" normalizeH="0" baseline="0" noProof="0" err="1">
              <a:ln>
                <a:noFill/>
              </a:ln>
              <a:solidFill>
                <a:prstClr val="black"/>
              </a:solidFill>
              <a:effectLst/>
              <a:uLnTx/>
              <a:uFillTx/>
              <a:latin typeface="Calibri" panose="020F0502020204030204" pitchFamily="34" charset="0"/>
              <a:ea typeface="+mn-ea"/>
              <a:cs typeface="+mn-cs"/>
            </a:endParaRPr>
          </a:p>
        </p:txBody>
      </p:sp>
      <p:sp>
        <p:nvSpPr>
          <p:cNvPr id="550" name="OTLSHAPE_SLT_45268cbe919b440688ce6e2ab09006ae_Title">
            <a:extLst>
              <a:ext uri="{FF2B5EF4-FFF2-40B4-BE49-F238E27FC236}">
                <a16:creationId xmlns:a16="http://schemas.microsoft.com/office/drawing/2014/main" id="{53F426D0-43A6-3AC9-4E22-63FF0FA42EBF}"/>
              </a:ext>
            </a:extLst>
          </p:cNvPr>
          <p:cNvSpPr txBox="1"/>
          <p:nvPr>
            <p:custDataLst>
              <p:tags r:id="rId227"/>
            </p:custDataLst>
          </p:nvPr>
        </p:nvSpPr>
        <p:spPr>
          <a:xfrm>
            <a:off x="7714302" y="2671149"/>
            <a:ext cx="1511300" cy="139531"/>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Long-term open label extension</a:t>
            </a:r>
          </a:p>
        </p:txBody>
      </p:sp>
      <p:sp>
        <p:nvSpPr>
          <p:cNvPr id="622" name="OTLSHAPE_SLT_3c22a2ec78d444df860bba957df41772_Title">
            <a:extLst>
              <a:ext uri="{FF2B5EF4-FFF2-40B4-BE49-F238E27FC236}">
                <a16:creationId xmlns:a16="http://schemas.microsoft.com/office/drawing/2014/main" id="{253C7349-887E-DFC1-CD5D-1C95ED1A43F3}"/>
              </a:ext>
            </a:extLst>
          </p:cNvPr>
          <p:cNvSpPr txBox="1"/>
          <p:nvPr>
            <p:custDataLst>
              <p:tags r:id="rId228"/>
            </p:custDataLst>
          </p:nvPr>
        </p:nvSpPr>
        <p:spPr>
          <a:xfrm>
            <a:off x="8712181" y="2848779"/>
            <a:ext cx="1993900" cy="139531"/>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Randomized withdrawal study – 26 weeks</a:t>
            </a:r>
            <a:endParaRPr kumimoji="0" lang="de-DE" sz="900" b="1" i="0" u="none" strike="noStrike" kern="1200" cap="none" spc="-4" normalizeH="0" baseline="0" noProof="0">
              <a:ln>
                <a:noFill/>
              </a:ln>
              <a:solidFill>
                <a:prstClr val="black"/>
              </a:solidFill>
              <a:effectLst/>
              <a:uLnTx/>
              <a:uFillTx/>
              <a:latin typeface="Calibri" panose="020F0502020204030204" pitchFamily="34" charset="0"/>
              <a:ea typeface="+mn-ea"/>
              <a:cs typeface="+mn-cs"/>
            </a:endParaRPr>
          </a:p>
        </p:txBody>
      </p:sp>
      <p:sp>
        <p:nvSpPr>
          <p:cNvPr id="491" name="OTLSHAPE_SLT_bf24373cc1394547b055d9ad9f0f1b71_Title">
            <a:extLst>
              <a:ext uri="{FF2B5EF4-FFF2-40B4-BE49-F238E27FC236}">
                <a16:creationId xmlns:a16="http://schemas.microsoft.com/office/drawing/2014/main" id="{5428764F-A50A-D0B5-D419-5E6A8438DB88}"/>
              </a:ext>
            </a:extLst>
          </p:cNvPr>
          <p:cNvSpPr txBox="1"/>
          <p:nvPr>
            <p:custDataLst>
              <p:tags r:id="rId229"/>
            </p:custDataLst>
          </p:nvPr>
        </p:nvSpPr>
        <p:spPr bwMode="gray">
          <a:xfrm>
            <a:off x="7160247" y="2493518"/>
            <a:ext cx="4191000" cy="139531"/>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9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Short-term efficacy – vs vortioxetine (DBL to week 6 for US, JPN; OL to week 26 for G-BA)</a:t>
            </a:r>
            <a:endParaRPr kumimoji="0" lang="de-DE" sz="900" b="1" i="0" u="none" strike="noStrike" kern="1200" cap="none" spc="-4" normalizeH="0" baseline="0" noProof="0">
              <a:ln>
                <a:noFill/>
              </a:ln>
              <a:solidFill>
                <a:prstClr val="black"/>
              </a:solidFill>
              <a:effectLst/>
              <a:uLnTx/>
              <a:uFillTx/>
              <a:latin typeface="Calibri" panose="020F0502020204030204" pitchFamily="34" charset="0"/>
              <a:ea typeface="+mn-ea"/>
              <a:cs typeface="+mn-cs"/>
            </a:endParaRPr>
          </a:p>
        </p:txBody>
      </p:sp>
      <p:sp>
        <p:nvSpPr>
          <p:cNvPr id="303" name="OTLSHAPE_SLT_c2c979745ee54567b69533342e81d0ed_Title">
            <a:extLst>
              <a:ext uri="{FF2B5EF4-FFF2-40B4-BE49-F238E27FC236}">
                <a16:creationId xmlns:a16="http://schemas.microsoft.com/office/drawing/2014/main" id="{635E439A-C226-2F3C-19C2-96DDD2C569C9}"/>
              </a:ext>
            </a:extLst>
          </p:cNvPr>
          <p:cNvSpPr txBox="1"/>
          <p:nvPr>
            <p:custDataLst>
              <p:tags r:id="rId230"/>
            </p:custDataLst>
          </p:nvPr>
        </p:nvSpPr>
        <p:spPr bwMode="gray">
          <a:xfrm>
            <a:off x="4634899" y="3093932"/>
            <a:ext cx="901700" cy="124037"/>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800" b="1" i="0" u="none" strike="noStrike" kern="1200" cap="none" spc="0" normalizeH="0" baseline="0" noProof="0">
                <a:ln>
                  <a:noFill/>
                </a:ln>
                <a:solidFill>
                  <a:prstClr val="white"/>
                </a:solidFill>
                <a:effectLst/>
                <a:uLnTx/>
                <a:uFillTx/>
                <a:latin typeface="Calibri" panose="020F0502020204030204" pitchFamily="34" charset="0"/>
                <a:ea typeface="+mn-ea"/>
                <a:cs typeface="+mn-cs"/>
              </a:rPr>
              <a:t>1447-0014 - Ph II DRF</a:t>
            </a:r>
          </a:p>
        </p:txBody>
      </p:sp>
      <p:sp>
        <p:nvSpPr>
          <p:cNvPr id="5" name="OTLSHAPE_SLM_cfd3d7c0a3a94966b3d630d5f330295b_Title">
            <a:extLst>
              <a:ext uri="{FF2B5EF4-FFF2-40B4-BE49-F238E27FC236}">
                <a16:creationId xmlns:a16="http://schemas.microsoft.com/office/drawing/2014/main" id="{396E5DAE-C155-AEA1-5030-FFFE3A256376}"/>
              </a:ext>
            </a:extLst>
          </p:cNvPr>
          <p:cNvSpPr txBox="1"/>
          <p:nvPr>
            <p:custDataLst>
              <p:tags r:id="rId231"/>
            </p:custDataLst>
          </p:nvPr>
        </p:nvSpPr>
        <p:spPr bwMode="gray">
          <a:xfrm>
            <a:off x="7128043" y="1674918"/>
            <a:ext cx="190500" cy="124037"/>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800" b="1" i="0" u="none" strike="noStrike" kern="1200" cap="none" spc="-6" normalizeH="0" baseline="0" noProof="0">
                <a:ln>
                  <a:noFill/>
                </a:ln>
                <a:solidFill>
                  <a:prstClr val="black"/>
                </a:solidFill>
                <a:effectLst/>
                <a:uLnTx/>
                <a:uFillTx/>
                <a:latin typeface="Calibri" panose="020F0502020204030204" pitchFamily="34" charset="0"/>
                <a:ea typeface="+mn-ea"/>
                <a:cs typeface="+mn-cs"/>
              </a:rPr>
              <a:t>NDA</a:t>
            </a:r>
          </a:p>
        </p:txBody>
      </p:sp>
      <p:sp>
        <p:nvSpPr>
          <p:cNvPr id="22" name="OTLSHAPE_SLM_1df7afddd87443e4b5a22d7438fa763d_Title">
            <a:extLst>
              <a:ext uri="{FF2B5EF4-FFF2-40B4-BE49-F238E27FC236}">
                <a16:creationId xmlns:a16="http://schemas.microsoft.com/office/drawing/2014/main" id="{26ABAC71-9CF5-055C-A525-12DE240DB3CB}"/>
              </a:ext>
            </a:extLst>
          </p:cNvPr>
          <p:cNvSpPr txBox="1"/>
          <p:nvPr>
            <p:custDataLst>
              <p:tags r:id="rId232"/>
            </p:custDataLst>
          </p:nvPr>
        </p:nvSpPr>
        <p:spPr bwMode="gray">
          <a:xfrm>
            <a:off x="7573832" y="1921298"/>
            <a:ext cx="368300" cy="124037"/>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8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Appr. US</a:t>
            </a:r>
          </a:p>
        </p:txBody>
      </p:sp>
      <p:sp>
        <p:nvSpPr>
          <p:cNvPr id="588" name="OTLSHAPE_TB_00000000000000000000000000000000_TimescaleInterval8">
            <a:extLst>
              <a:ext uri="{FF2B5EF4-FFF2-40B4-BE49-F238E27FC236}">
                <a16:creationId xmlns:a16="http://schemas.microsoft.com/office/drawing/2014/main" id="{55ED3CEF-BD3D-B862-22AB-733F01878287}"/>
              </a:ext>
            </a:extLst>
          </p:cNvPr>
          <p:cNvSpPr txBox="1"/>
          <p:nvPr>
            <p:custDataLst>
              <p:tags r:id="rId233"/>
            </p:custDataLst>
          </p:nvPr>
        </p:nvSpPr>
        <p:spPr bwMode="gray">
          <a:xfrm>
            <a:off x="9290541" y="1062673"/>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2031</a:t>
            </a:r>
          </a:p>
        </p:txBody>
      </p:sp>
      <p:sp>
        <p:nvSpPr>
          <p:cNvPr id="602" name="OTLSHAPE_SLT_6e52a7bf29614e3e86ba31608917bb4a_Title">
            <a:extLst>
              <a:ext uri="{FF2B5EF4-FFF2-40B4-BE49-F238E27FC236}">
                <a16:creationId xmlns:a16="http://schemas.microsoft.com/office/drawing/2014/main" id="{F92C44A0-2927-2464-A532-1CB1F43C020D}"/>
              </a:ext>
            </a:extLst>
          </p:cNvPr>
          <p:cNvSpPr txBox="1"/>
          <p:nvPr>
            <p:custDataLst>
              <p:tags r:id="rId234"/>
            </p:custDataLst>
          </p:nvPr>
        </p:nvSpPr>
        <p:spPr bwMode="gray">
          <a:xfrm>
            <a:off x="7895551" y="3093932"/>
            <a:ext cx="596900" cy="124037"/>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800" b="1" i="0" u="none" strike="noStrike" kern="1200" cap="none" spc="0" normalizeH="0" baseline="0" noProof="0" err="1">
                <a:ln>
                  <a:noFill/>
                </a:ln>
                <a:solidFill>
                  <a:prstClr val="white"/>
                </a:solidFill>
                <a:effectLst/>
                <a:uLnTx/>
                <a:uFillTx/>
                <a:latin typeface="Calibri" panose="020F0502020204030204" pitchFamily="34" charset="0"/>
                <a:ea typeface="+mn-ea"/>
                <a:cs typeface="+mn-cs"/>
              </a:rPr>
              <a:t>Ph</a:t>
            </a:r>
            <a:r>
              <a:rPr kumimoji="0" lang="de-DE" sz="800" b="1" i="0" u="none" strike="noStrike" kern="1200" cap="none" spc="0" normalizeH="0" baseline="0" noProof="0">
                <a:ln>
                  <a:noFill/>
                </a:ln>
                <a:solidFill>
                  <a:prstClr val="white"/>
                </a:solidFill>
                <a:effectLst/>
                <a:uLnTx/>
                <a:uFillTx/>
                <a:latin typeface="Calibri" panose="020F0502020204030204" pitchFamily="34" charset="0"/>
                <a:ea typeface="+mn-ea"/>
                <a:cs typeface="+mn-cs"/>
              </a:rPr>
              <a:t> III </a:t>
            </a:r>
            <a:r>
              <a:rPr kumimoji="0" lang="de-DE" sz="800" b="1" i="0" u="none" strike="noStrike" kern="1200" cap="none" spc="0" normalizeH="0" baseline="0" noProof="0" err="1">
                <a:ln>
                  <a:noFill/>
                </a:ln>
                <a:solidFill>
                  <a:prstClr val="white"/>
                </a:solidFill>
                <a:effectLst/>
                <a:uLnTx/>
                <a:uFillTx/>
                <a:latin typeface="Calibri" panose="020F0502020204030204" pitchFamily="34" charset="0"/>
                <a:ea typeface="+mn-ea"/>
                <a:cs typeface="+mn-cs"/>
              </a:rPr>
              <a:t>program</a:t>
            </a:r>
            <a:endParaRPr kumimoji="0" lang="de-DE" sz="800" b="1" i="0" u="none" strike="noStrike" kern="1200" cap="none" spc="0" normalizeH="0" baseline="0" noProof="0">
              <a:ln>
                <a:noFill/>
              </a:ln>
              <a:solidFill>
                <a:prstClr val="white"/>
              </a:solidFill>
              <a:effectLst/>
              <a:uLnTx/>
              <a:uFillTx/>
              <a:latin typeface="Calibri" panose="020F0502020204030204" pitchFamily="34" charset="0"/>
              <a:ea typeface="+mn-ea"/>
              <a:cs typeface="+mn-cs"/>
            </a:endParaRPr>
          </a:p>
        </p:txBody>
      </p:sp>
      <p:sp>
        <p:nvSpPr>
          <p:cNvPr id="652" name="OTLSHAPE_SLM_3159bec1a1094ec687029f8478bc215d_Title">
            <a:extLst>
              <a:ext uri="{FF2B5EF4-FFF2-40B4-BE49-F238E27FC236}">
                <a16:creationId xmlns:a16="http://schemas.microsoft.com/office/drawing/2014/main" id="{18B5FE4D-F8E6-6F0C-9E4E-C56D6BC0AEF6}"/>
              </a:ext>
            </a:extLst>
          </p:cNvPr>
          <p:cNvSpPr txBox="1"/>
          <p:nvPr>
            <p:custDataLst>
              <p:tags r:id="rId235"/>
            </p:custDataLst>
          </p:nvPr>
        </p:nvSpPr>
        <p:spPr bwMode="gray">
          <a:xfrm>
            <a:off x="1850163" y="1524000"/>
            <a:ext cx="215900" cy="124037"/>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PoCP</a:t>
            </a:r>
          </a:p>
        </p:txBody>
      </p:sp>
      <p:sp>
        <p:nvSpPr>
          <p:cNvPr id="457" name="OTLSHAPE_SLM_d097a46a5a7d400d8f33622a83b2e5fb_Title">
            <a:extLst>
              <a:ext uri="{FF2B5EF4-FFF2-40B4-BE49-F238E27FC236}">
                <a16:creationId xmlns:a16="http://schemas.microsoft.com/office/drawing/2014/main" id="{FE6F14BE-294A-7EA5-5F4D-4B0919C7EECF}"/>
              </a:ext>
            </a:extLst>
          </p:cNvPr>
          <p:cNvSpPr txBox="1"/>
          <p:nvPr>
            <p:custDataLst>
              <p:tags r:id="rId236"/>
            </p:custDataLst>
          </p:nvPr>
        </p:nvSpPr>
        <p:spPr bwMode="gray">
          <a:xfrm>
            <a:off x="2059205" y="3093932"/>
            <a:ext cx="254000" cy="12403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niSoD</a:t>
            </a:r>
          </a:p>
        </p:txBody>
      </p:sp>
      <p:sp>
        <p:nvSpPr>
          <p:cNvPr id="556" name="OTLSHAPE_SLT_ea3957bbd7af4bbb8c771bdd12a0f2f3_Title">
            <a:extLst>
              <a:ext uri="{FF2B5EF4-FFF2-40B4-BE49-F238E27FC236}">
                <a16:creationId xmlns:a16="http://schemas.microsoft.com/office/drawing/2014/main" id="{DCE5F611-8C37-EB98-5C30-9A6443DE7512}"/>
              </a:ext>
            </a:extLst>
          </p:cNvPr>
          <p:cNvSpPr txBox="1"/>
          <p:nvPr>
            <p:custDataLst>
              <p:tags r:id="rId237"/>
            </p:custDataLst>
          </p:nvPr>
        </p:nvSpPr>
        <p:spPr bwMode="gray">
          <a:xfrm>
            <a:off x="2810355" y="1921298"/>
            <a:ext cx="914400" cy="124037"/>
          </a:xfrm>
          <a:prstGeom prst="rect">
            <a:avLst/>
          </a:prstGeom>
          <a:noFill/>
        </p:spPr>
        <p:txBody>
          <a:bodyPr vert="horz" wrap="square" lIns="0" tIns="0" rIns="0" bIns="0" rtlCol="0" anchor="ctr" anchorCtr="0">
            <a:noAutofit/>
          </a:bodyP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de-DE" sz="800" b="1" i="0" u="none" strike="noStrike" kern="1200" cap="none" spc="0" normalizeH="0" baseline="0" noProof="0" err="1">
                <a:ln>
                  <a:noFill/>
                </a:ln>
                <a:solidFill>
                  <a:prstClr val="white"/>
                </a:solidFill>
                <a:effectLst/>
                <a:uLnTx/>
                <a:uFillTx/>
                <a:latin typeface="Calibri" panose="020F0502020204030204" pitchFamily="34" charset="0"/>
                <a:ea typeface="+mn-ea"/>
                <a:cs typeface="+mn-cs"/>
              </a:rPr>
              <a:t>Ph</a:t>
            </a:r>
            <a:r>
              <a:rPr kumimoji="0" lang="de-DE" sz="800" b="1" i="0" u="none" strike="noStrike" kern="1200" cap="none" spc="0" normalizeH="0" baseline="0" noProof="0">
                <a:ln>
                  <a:noFill/>
                </a:ln>
                <a:solidFill>
                  <a:prstClr val="white"/>
                </a:solidFill>
                <a:effectLst/>
                <a:uLnTx/>
                <a:uFillTx/>
                <a:latin typeface="Calibri" panose="020F0502020204030204" pitchFamily="34" charset="0"/>
                <a:ea typeface="+mn-ea"/>
                <a:cs typeface="+mn-cs"/>
              </a:rPr>
              <a:t> II DRF; MDD mono</a:t>
            </a:r>
          </a:p>
        </p:txBody>
      </p:sp>
      <p:sp>
        <p:nvSpPr>
          <p:cNvPr id="275" name="OTLSHAPE_SLM_9a9b06e7a8df4900ae258f0e613e24e5_Title">
            <a:extLst>
              <a:ext uri="{FF2B5EF4-FFF2-40B4-BE49-F238E27FC236}">
                <a16:creationId xmlns:a16="http://schemas.microsoft.com/office/drawing/2014/main" id="{3E7F4471-BF1C-6B05-6742-4ABA53915F19}"/>
              </a:ext>
            </a:extLst>
          </p:cNvPr>
          <p:cNvSpPr txBox="1"/>
          <p:nvPr>
            <p:custDataLst>
              <p:tags r:id="rId238"/>
            </p:custDataLst>
          </p:nvPr>
        </p:nvSpPr>
        <p:spPr bwMode="gray">
          <a:xfrm>
            <a:off x="10810983" y="3093932"/>
            <a:ext cx="520700" cy="12403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Approval US</a:t>
            </a:r>
          </a:p>
        </p:txBody>
      </p:sp>
      <p:sp>
        <p:nvSpPr>
          <p:cNvPr id="568" name="OTLSHAPE_SLM_cde557f6458c43f98d99f1de6c3921c9_Title">
            <a:extLst>
              <a:ext uri="{FF2B5EF4-FFF2-40B4-BE49-F238E27FC236}">
                <a16:creationId xmlns:a16="http://schemas.microsoft.com/office/drawing/2014/main" id="{E36F1BD8-958F-3E32-2297-D49DA4A7584D}"/>
              </a:ext>
            </a:extLst>
          </p:cNvPr>
          <p:cNvSpPr txBox="1"/>
          <p:nvPr>
            <p:custDataLst>
              <p:tags r:id="rId239"/>
            </p:custDataLst>
          </p:nvPr>
        </p:nvSpPr>
        <p:spPr bwMode="gray">
          <a:xfrm>
            <a:off x="4162322" y="1921298"/>
            <a:ext cx="215900" cy="12403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PoCC</a:t>
            </a:r>
          </a:p>
        </p:txBody>
      </p:sp>
      <p:sp>
        <p:nvSpPr>
          <p:cNvPr id="460" name="OTLSHAPE_SLM_d9fc2150f44440c4a841fb5499d33c84_Title">
            <a:extLst>
              <a:ext uri="{FF2B5EF4-FFF2-40B4-BE49-F238E27FC236}">
                <a16:creationId xmlns:a16="http://schemas.microsoft.com/office/drawing/2014/main" id="{0FE07E37-0225-A84A-94D1-2A2ED72B9BF6}"/>
              </a:ext>
            </a:extLst>
          </p:cNvPr>
          <p:cNvSpPr txBox="1"/>
          <p:nvPr>
            <p:custDataLst>
              <p:tags r:id="rId240"/>
            </p:custDataLst>
          </p:nvPr>
        </p:nvSpPr>
        <p:spPr bwMode="gray">
          <a:xfrm>
            <a:off x="9839211" y="3093932"/>
            <a:ext cx="190500" cy="12403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800" b="1" i="0" u="none" strike="noStrike" kern="1200" cap="none" spc="-6" normalizeH="0" baseline="0" noProof="0">
                <a:ln>
                  <a:noFill/>
                </a:ln>
                <a:solidFill>
                  <a:prstClr val="black"/>
                </a:solidFill>
                <a:effectLst/>
                <a:uLnTx/>
                <a:uFillTx/>
                <a:latin typeface="Calibri" panose="020F0502020204030204" pitchFamily="34" charset="0"/>
                <a:ea typeface="+mn-ea"/>
                <a:cs typeface="+mn-cs"/>
              </a:rPr>
              <a:t>NDA</a:t>
            </a:r>
          </a:p>
        </p:txBody>
      </p:sp>
      <p:sp>
        <p:nvSpPr>
          <p:cNvPr id="461" name="OTLSHAPE_TB_00000000000000000000000000000000_TimescaleInterval9">
            <a:extLst>
              <a:ext uri="{FF2B5EF4-FFF2-40B4-BE49-F238E27FC236}">
                <a16:creationId xmlns:a16="http://schemas.microsoft.com/office/drawing/2014/main" id="{A65B3064-4A1B-F544-1405-647382C06AEA}"/>
              </a:ext>
            </a:extLst>
          </p:cNvPr>
          <p:cNvSpPr txBox="1"/>
          <p:nvPr>
            <p:custDataLst>
              <p:tags r:id="rId241"/>
            </p:custDataLst>
          </p:nvPr>
        </p:nvSpPr>
        <p:spPr bwMode="gray">
          <a:xfrm>
            <a:off x="10349337" y="1062673"/>
            <a:ext cx="314189" cy="186055"/>
          </a:xfrm>
          <a:prstGeom prst="rect">
            <a:avLst/>
          </a:prstGeom>
          <a:noFill/>
        </p:spPr>
        <p:txBody>
          <a:bodyPr vert="horz" wrap="none" lIns="0" tIns="0" rIns="0" bIns="0" rtlCol="0" anchor="ctr" anchorCtr="0">
            <a:no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1200" b="0" i="0" u="none" strike="noStrike" kern="1200" cap="none" spc="-20" normalizeH="0" baseline="0" noProof="0">
                <a:ln>
                  <a:noFill/>
                </a:ln>
                <a:solidFill>
                  <a:prstClr val="white"/>
                </a:solidFill>
                <a:effectLst/>
                <a:uLnTx/>
                <a:uFillTx/>
                <a:latin typeface="Calibri" panose="020F0502020204030204" pitchFamily="34" charset="0"/>
                <a:ea typeface="+mn-ea"/>
                <a:cs typeface="+mn-cs"/>
              </a:rPr>
              <a:t>2032</a:t>
            </a:r>
          </a:p>
        </p:txBody>
      </p:sp>
      <p:sp>
        <p:nvSpPr>
          <p:cNvPr id="449" name="OTLSHAPE_SLM_42f13611938c4532a4c9b9afc380f7ac_Title">
            <a:extLst>
              <a:ext uri="{FF2B5EF4-FFF2-40B4-BE49-F238E27FC236}">
                <a16:creationId xmlns:a16="http://schemas.microsoft.com/office/drawing/2014/main" id="{FEA75850-B393-6DB5-91B9-0EECB93640DB}"/>
              </a:ext>
            </a:extLst>
          </p:cNvPr>
          <p:cNvSpPr txBox="1"/>
          <p:nvPr>
            <p:custDataLst>
              <p:tags r:id="rId242"/>
            </p:custDataLst>
          </p:nvPr>
        </p:nvSpPr>
        <p:spPr bwMode="gray">
          <a:xfrm>
            <a:off x="6213196" y="3093932"/>
            <a:ext cx="215900" cy="12403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PoCC</a:t>
            </a:r>
          </a:p>
        </p:txBody>
      </p:sp>
      <p:sp>
        <p:nvSpPr>
          <p:cNvPr id="235" name="OTLSHAPE_SLM_25e0393d43bf41feb495687fbdadf8fd_Title">
            <a:extLst>
              <a:ext uri="{FF2B5EF4-FFF2-40B4-BE49-F238E27FC236}">
                <a16:creationId xmlns:a16="http://schemas.microsoft.com/office/drawing/2014/main" id="{F917F2ED-A99B-2DB9-BC5B-0538D6448843}"/>
              </a:ext>
            </a:extLst>
          </p:cNvPr>
          <p:cNvSpPr txBox="1"/>
          <p:nvPr>
            <p:custDataLst>
              <p:tags r:id="rId243"/>
            </p:custDataLst>
          </p:nvPr>
        </p:nvSpPr>
        <p:spPr bwMode="gray">
          <a:xfrm>
            <a:off x="9282255" y="1674918"/>
            <a:ext cx="215900" cy="12403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800" b="1" i="0" u="none" strike="noStrike" kern="1200" cap="none" spc="0" normalizeH="0" baseline="0" noProof="0">
                <a:ln>
                  <a:noFill/>
                </a:ln>
                <a:solidFill>
                  <a:prstClr val="black"/>
                </a:solidFill>
                <a:effectLst/>
                <a:uLnTx/>
                <a:uFillTx/>
                <a:latin typeface="Calibri" panose="020F0502020204030204" pitchFamily="34" charset="0"/>
                <a:ea typeface="+mn-ea"/>
                <a:cs typeface="+mn-cs"/>
              </a:rPr>
              <a:t>MAA</a:t>
            </a:r>
          </a:p>
        </p:txBody>
      </p:sp>
      <p:sp>
        <p:nvSpPr>
          <p:cNvPr id="239" name="OTLSHAPE_SLM_8b6b09572bbc408ab5e0744f8288a44d_Title">
            <a:extLst>
              <a:ext uri="{FF2B5EF4-FFF2-40B4-BE49-F238E27FC236}">
                <a16:creationId xmlns:a16="http://schemas.microsoft.com/office/drawing/2014/main" id="{FD319B45-6762-998F-DA5D-7D3BE754CCD7}"/>
              </a:ext>
            </a:extLst>
          </p:cNvPr>
          <p:cNvSpPr txBox="1"/>
          <p:nvPr>
            <p:custDataLst>
              <p:tags r:id="rId244"/>
            </p:custDataLst>
          </p:nvPr>
        </p:nvSpPr>
        <p:spPr bwMode="gray">
          <a:xfrm>
            <a:off x="10605025" y="1921298"/>
            <a:ext cx="368300" cy="12403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8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Appr. EU</a:t>
            </a:r>
          </a:p>
        </p:txBody>
      </p:sp>
      <p:sp>
        <p:nvSpPr>
          <p:cNvPr id="247" name="OTLSHAPE_SLM_20d1ba515a5c48a38cd315de55cc2fda_Title">
            <a:extLst>
              <a:ext uri="{FF2B5EF4-FFF2-40B4-BE49-F238E27FC236}">
                <a16:creationId xmlns:a16="http://schemas.microsoft.com/office/drawing/2014/main" id="{99EB6853-62EA-A163-D504-9445554D52ED}"/>
              </a:ext>
            </a:extLst>
          </p:cNvPr>
          <p:cNvSpPr txBox="1"/>
          <p:nvPr>
            <p:custDataLst>
              <p:tags r:id="rId245"/>
            </p:custDataLst>
          </p:nvPr>
        </p:nvSpPr>
        <p:spPr bwMode="gray">
          <a:xfrm>
            <a:off x="8296654" y="1921298"/>
            <a:ext cx="342900" cy="124037"/>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8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Appr. JP</a:t>
            </a:r>
          </a:p>
        </p:txBody>
      </p:sp>
      <p:sp>
        <p:nvSpPr>
          <p:cNvPr id="452" name="OTLSHAPE_SLM_d88464a6c30c4c9ca641b1e75d9bfbbf_Date" hidden="1">
            <a:extLst>
              <a:ext uri="{FF2B5EF4-FFF2-40B4-BE49-F238E27FC236}">
                <a16:creationId xmlns:a16="http://schemas.microsoft.com/office/drawing/2014/main" id="{2F1CBA8B-FDB6-9BDC-58DE-A1D7037AB637}"/>
              </a:ext>
            </a:extLst>
          </p:cNvPr>
          <p:cNvSpPr txBox="1"/>
          <p:nvPr>
            <p:custDataLst>
              <p:tags r:id="rId246"/>
            </p:custDataLst>
          </p:nvPr>
        </p:nvSpPr>
        <p:spPr bwMode="gray">
          <a:xfrm>
            <a:off x="12700" y="-357946"/>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Jul 28</a:t>
            </a:r>
          </a:p>
        </p:txBody>
      </p:sp>
      <p:sp>
        <p:nvSpPr>
          <p:cNvPr id="463" name="OTLSHAPE_SLM_d88464a6c30c4c9ca641b1e75d9bfbbf_Title">
            <a:extLst>
              <a:ext uri="{FF2B5EF4-FFF2-40B4-BE49-F238E27FC236}">
                <a16:creationId xmlns:a16="http://schemas.microsoft.com/office/drawing/2014/main" id="{BF8E9786-41D4-8578-3747-5EA51A2FAF5F}"/>
              </a:ext>
            </a:extLst>
          </p:cNvPr>
          <p:cNvSpPr txBox="1"/>
          <p:nvPr>
            <p:custDataLst>
              <p:tags r:id="rId247"/>
            </p:custDataLst>
          </p:nvPr>
        </p:nvSpPr>
        <p:spPr bwMode="gray">
          <a:xfrm>
            <a:off x="7857956" y="1674918"/>
            <a:ext cx="508000" cy="12403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800" b="1" i="0" u="none" strike="noStrike" kern="1200" cap="none" spc="-2" normalizeH="0" baseline="0" noProof="0">
                <a:ln>
                  <a:noFill/>
                </a:ln>
                <a:solidFill>
                  <a:prstClr val="black"/>
                </a:solidFill>
                <a:effectLst/>
                <a:uLnTx/>
                <a:uFillTx/>
                <a:latin typeface="Calibri" panose="020F0502020204030204" pitchFamily="34" charset="0"/>
                <a:ea typeface="+mn-ea"/>
                <a:cs typeface="+mn-cs"/>
              </a:rPr>
              <a:t>JNDA/SNDA</a:t>
            </a:r>
          </a:p>
        </p:txBody>
      </p:sp>
      <p:sp>
        <p:nvSpPr>
          <p:cNvPr id="466" name="OTLSHAPE_SLM_f8c9cb1f1b8d4818bf8aa23e4974455a_Date" hidden="1">
            <a:extLst>
              <a:ext uri="{FF2B5EF4-FFF2-40B4-BE49-F238E27FC236}">
                <a16:creationId xmlns:a16="http://schemas.microsoft.com/office/drawing/2014/main" id="{772EFB7C-08FB-D243-B17E-5B5475815332}"/>
              </a:ext>
            </a:extLst>
          </p:cNvPr>
          <p:cNvSpPr txBox="1"/>
          <p:nvPr>
            <p:custDataLst>
              <p:tags r:id="rId248"/>
            </p:custDataLst>
          </p:nvPr>
        </p:nvSpPr>
        <p:spPr bwMode="gray">
          <a:xfrm>
            <a:off x="12700" y="-357946"/>
            <a:ext cx="0" cy="0"/>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40000"/>
              </a:lnSpc>
              <a:spcBef>
                <a:spcPts val="0"/>
              </a:spcBef>
              <a:spcAft>
                <a:spcPts val="0"/>
              </a:spcAft>
              <a:buClrTx/>
              <a:buSzTx/>
              <a:buFontTx/>
              <a:buNone/>
              <a:tabLst/>
              <a:defRPr/>
            </a:pPr>
            <a:r>
              <a:rPr kumimoji="0" lang="de-DE" sz="1000" b="0" i="0" u="none" strike="noStrike" kern="1200" cap="none" spc="0" normalizeH="0" baseline="0" noProof="0">
                <a:ln>
                  <a:noFill/>
                </a:ln>
                <a:solidFill>
                  <a:srgbClr val="44546A"/>
                </a:solidFill>
                <a:effectLst/>
                <a:uLnTx/>
                <a:uFillTx/>
                <a:latin typeface="Calibri" panose="020F0502020204030204" pitchFamily="34" charset="0"/>
                <a:ea typeface="+mn-ea"/>
                <a:cs typeface="+mn-cs"/>
              </a:rPr>
              <a:t>Jan 23</a:t>
            </a:r>
          </a:p>
        </p:txBody>
      </p:sp>
      <p:sp>
        <p:nvSpPr>
          <p:cNvPr id="467" name="OTLSHAPE_SLM_f8c9cb1f1b8d4818bf8aa23e4974455a_Title">
            <a:extLst>
              <a:ext uri="{FF2B5EF4-FFF2-40B4-BE49-F238E27FC236}">
                <a16:creationId xmlns:a16="http://schemas.microsoft.com/office/drawing/2014/main" id="{FDB4382A-139D-D088-8CF9-82B47C2F339B}"/>
              </a:ext>
            </a:extLst>
          </p:cNvPr>
          <p:cNvSpPr txBox="1"/>
          <p:nvPr>
            <p:custDataLst>
              <p:tags r:id="rId249"/>
            </p:custDataLst>
          </p:nvPr>
        </p:nvSpPr>
        <p:spPr bwMode="gray">
          <a:xfrm>
            <a:off x="9435998" y="1921298"/>
            <a:ext cx="381000" cy="124037"/>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de-DE" sz="8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Appr. CN</a:t>
            </a:r>
          </a:p>
        </p:txBody>
      </p:sp>
      <p:sp>
        <p:nvSpPr>
          <p:cNvPr id="24" name="Titel 23">
            <a:extLst>
              <a:ext uri="{FF2B5EF4-FFF2-40B4-BE49-F238E27FC236}">
                <a16:creationId xmlns:a16="http://schemas.microsoft.com/office/drawing/2014/main" id="{2833EDD1-D2D6-70D1-0FB1-D784BA73CEBC}"/>
              </a:ext>
            </a:extLst>
          </p:cNvPr>
          <p:cNvSpPr>
            <a:spLocks noGrp="1"/>
          </p:cNvSpPr>
          <p:nvPr>
            <p:ph type="title"/>
          </p:nvPr>
        </p:nvSpPr>
        <p:spPr>
          <a:xfrm>
            <a:off x="274824" y="227258"/>
            <a:ext cx="7620727" cy="720000"/>
          </a:xfrm>
        </p:spPr>
        <p:txBody>
          <a:bodyPr/>
          <a:lstStyle/>
          <a:p>
            <a:r>
              <a:rPr lang="en-US"/>
              <a:t>NR2B NAM high level program timeline</a:t>
            </a:r>
            <a:endParaRPr lang="de-DE"/>
          </a:p>
        </p:txBody>
      </p:sp>
      <p:sp>
        <p:nvSpPr>
          <p:cNvPr id="492" name="Footer Placeholder 491">
            <a:extLst>
              <a:ext uri="{FF2B5EF4-FFF2-40B4-BE49-F238E27FC236}">
                <a16:creationId xmlns:a16="http://schemas.microsoft.com/office/drawing/2014/main" id="{460E7E78-2E54-1D09-F416-607FCE789BBB}"/>
              </a:ext>
            </a:extLst>
          </p:cNvPr>
          <p:cNvSpPr>
            <a:spLocks noGrp="1"/>
          </p:cNvSpPr>
          <p:nvPr>
            <p:ph type="ftr" sz="quarter" idx="16"/>
          </p:nvPr>
        </p:nvSpPr>
        <p:spPr/>
        <p:txBody>
          <a:bodyPr/>
          <a:lstStyle/>
          <a:p>
            <a:pPr marL="0" marR="0" lvl="0" indent="0" algn="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NR2B timeline overview and deliverable plan</a:t>
            </a:r>
          </a:p>
        </p:txBody>
      </p:sp>
      <p:sp>
        <p:nvSpPr>
          <p:cNvPr id="493" name="Slide Number Placeholder 492">
            <a:extLst>
              <a:ext uri="{FF2B5EF4-FFF2-40B4-BE49-F238E27FC236}">
                <a16:creationId xmlns:a16="http://schemas.microsoft.com/office/drawing/2014/main" id="{1B7AC5AD-33DB-F137-07DC-FC344F0154AD}"/>
              </a:ext>
            </a:extLst>
          </p:cNvPr>
          <p:cNvSpPr>
            <a:spLocks noGrp="1"/>
          </p:cNvSpPr>
          <p:nvPr>
            <p:ph type="sldNum" sz="quarter" idx="17"/>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9B0DE-3FEB-4AA0-B465-B80EF7C1333D}" type="slidenum">
              <a:rPr kumimoji="0" lang="en-US"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451" name="TextBox 450">
            <a:extLst>
              <a:ext uri="{FF2B5EF4-FFF2-40B4-BE49-F238E27FC236}">
                <a16:creationId xmlns:a16="http://schemas.microsoft.com/office/drawing/2014/main" id="{9E754F77-FB60-6BD1-2CB0-91EAA194BB7A}"/>
              </a:ext>
            </a:extLst>
          </p:cNvPr>
          <p:cNvSpPr txBox="1"/>
          <p:nvPr/>
        </p:nvSpPr>
        <p:spPr bwMode="gray">
          <a:xfrm>
            <a:off x="9206964" y="723976"/>
            <a:ext cx="490007" cy="2308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9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FSS</a:t>
            </a:r>
          </a:p>
        </p:txBody>
      </p:sp>
      <p:sp>
        <p:nvSpPr>
          <p:cNvPr id="454" name="TextBox 453">
            <a:extLst>
              <a:ext uri="{FF2B5EF4-FFF2-40B4-BE49-F238E27FC236}">
                <a16:creationId xmlns:a16="http://schemas.microsoft.com/office/drawing/2014/main" id="{0D66750F-AAE3-FDA1-A534-3A5CC25F4B1C}"/>
              </a:ext>
            </a:extLst>
          </p:cNvPr>
          <p:cNvSpPr txBox="1"/>
          <p:nvPr/>
        </p:nvSpPr>
        <p:spPr bwMode="gray">
          <a:xfrm>
            <a:off x="10551121" y="684403"/>
            <a:ext cx="1746941"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Key</a:t>
            </a:r>
            <a:r>
              <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mn-cs"/>
              </a:rPr>
              <a:t> </a:t>
            </a:r>
            <a:r>
              <a:rPr kumimoji="0" lang="en-US" sz="900" b="1" i="0" u="none" strike="noStrike" kern="1200" cap="none" spc="-4" normalizeH="0" baseline="0" noProof="0">
                <a:ln>
                  <a:noFill/>
                </a:ln>
                <a:solidFill>
                  <a:prstClr val="black"/>
                </a:solidFill>
                <a:effectLst/>
                <a:uLnTx/>
                <a:uFillTx/>
                <a:latin typeface="Calibri" panose="020F0502020204030204" pitchFamily="34" charset="0"/>
                <a:ea typeface="+mn-ea"/>
                <a:cs typeface="+mn-cs"/>
              </a:rPr>
              <a:t>Results</a:t>
            </a:r>
            <a:r>
              <a:rPr kumimoji="0" lang="en-US" sz="1050" b="0" i="0" u="none" strike="noStrike" kern="1200" cap="none" spc="0" normalizeH="0" baseline="0" noProof="0">
                <a:ln>
                  <a:noFill/>
                </a:ln>
                <a:solidFill>
                  <a:prstClr val="black"/>
                </a:solidFill>
                <a:effectLst/>
                <a:uLnTx/>
                <a:uFillTx/>
                <a:latin typeface="Segoe UI" panose="020B0502040204020203" pitchFamily="34" charset="0"/>
                <a:ea typeface="+mn-ea"/>
                <a:cs typeface="+mn-cs"/>
              </a:rPr>
              <a:t> </a:t>
            </a:r>
            <a:endParaRPr kumimoji="0" lang="en-US" sz="105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464" name="TextBox 463">
            <a:extLst>
              <a:ext uri="{FF2B5EF4-FFF2-40B4-BE49-F238E27FC236}">
                <a16:creationId xmlns:a16="http://schemas.microsoft.com/office/drawing/2014/main" id="{0BC882BB-091B-F234-1804-9224815E90FA}"/>
              </a:ext>
            </a:extLst>
          </p:cNvPr>
          <p:cNvSpPr txBox="1"/>
          <p:nvPr/>
        </p:nvSpPr>
        <p:spPr bwMode="gray">
          <a:xfrm>
            <a:off x="2223387" y="717820"/>
            <a:ext cx="270908" cy="157992"/>
          </a:xfrm>
          <a:prstGeom prst="rect">
            <a:avLst/>
          </a:prstGeom>
          <a:noFill/>
        </p:spPr>
        <p:txBody>
          <a:bodyPr wrap="non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lumMod val="50000"/>
                  </a:prstClr>
                </a:solidFill>
                <a:effectLst/>
                <a:uLnTx/>
                <a:uFillTx/>
                <a:latin typeface="Boehringer Forward Text"/>
                <a:ea typeface="+mn-ea"/>
                <a:cs typeface="+mn-cs"/>
              </a:rPr>
              <a:t>today</a:t>
            </a:r>
          </a:p>
        </p:txBody>
      </p:sp>
      <p:sp>
        <p:nvSpPr>
          <p:cNvPr id="248" name="Rectangle: Rounded Corners 247">
            <a:extLst>
              <a:ext uri="{FF2B5EF4-FFF2-40B4-BE49-F238E27FC236}">
                <a16:creationId xmlns:a16="http://schemas.microsoft.com/office/drawing/2014/main" id="{77E45BC0-E72D-5B9D-1566-935AFCE2B158}"/>
              </a:ext>
            </a:extLst>
          </p:cNvPr>
          <p:cNvSpPr/>
          <p:nvPr/>
        </p:nvSpPr>
        <p:spPr bwMode="gray">
          <a:xfrm>
            <a:off x="9524107" y="771980"/>
            <a:ext cx="1072071" cy="125074"/>
          </a:xfrm>
          <a:prstGeom prst="roundRect">
            <a:avLst>
              <a:gd name="adj" fmla="val 50000"/>
            </a:avLst>
          </a:prstGeom>
          <a:solidFill>
            <a:srgbClr val="EA161E"/>
          </a:solidFill>
          <a:ln w="38100" cap="flat">
            <a:noFill/>
            <a:prstDash val="solid"/>
            <a:miter/>
          </a:ln>
          <a:scene3d>
            <a:camera prst="orthographicFront"/>
            <a:lightRig rig="balanced" dir="t">
              <a:rot lat="0" lon="0" rev="8700000"/>
            </a:lightRig>
          </a:scene3d>
          <a:sp3d>
            <a:bevelT w="165100" h="12700"/>
          </a:sp3d>
          <a:extLst>
            <a:ext uri="{91240B29-F687-4F45-9708-019B960494DF}">
              <a14:hiddenLine xmlns:a14="http://schemas.microsoft.com/office/drawing/2010/main" w="38100" cap="flat">
                <a:solidFill>
                  <a:schemeClr val="accent1"/>
                </a:solidFill>
                <a:prstDash val="solid"/>
                <a:miter/>
              </a14:hiddenLine>
            </a:ext>
          </a:ex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00E47C"/>
              </a:solidFill>
              <a:effectLst/>
              <a:uLnTx/>
              <a:uFillTx/>
              <a:latin typeface="Boehringer Forward Text"/>
              <a:ea typeface="+mn-ea"/>
              <a:cs typeface="+mn-cs"/>
            </a:endParaRPr>
          </a:p>
        </p:txBody>
      </p:sp>
    </p:spTree>
    <p:custDataLst>
      <p:tags r:id="rId1"/>
    </p:custDataLst>
    <p:extLst>
      <p:ext uri="{BB962C8B-B14F-4D97-AF65-F5344CB8AC3E}">
        <p14:creationId xmlns:p14="http://schemas.microsoft.com/office/powerpoint/2010/main" val="22784904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629077D6-8866-2004-94CE-7287AF97A662}"/>
              </a:ext>
            </a:extLst>
          </p:cNvPr>
          <p:cNvSpPr>
            <a:spLocks noGrp="1"/>
          </p:cNvSpPr>
          <p:nvPr>
            <p:ph type="title"/>
          </p:nvPr>
        </p:nvSpPr>
        <p:spPr>
          <a:xfrm>
            <a:off x="490099" y="309457"/>
            <a:ext cx="11211801" cy="430887"/>
          </a:xfrm>
        </p:spPr>
        <p:txBody>
          <a:bodyPr/>
          <a:lstStyle/>
          <a:p>
            <a:r>
              <a:rPr lang="en-US" altLang="zh-CN" sz="2400" b="1"/>
              <a:t>Summary of Leading </a:t>
            </a:r>
            <a:r>
              <a:rPr lang="en-US" sz="2400" b="1"/>
              <a:t>PIs on</a:t>
            </a:r>
            <a:r>
              <a:rPr lang="zh-CN" altLang="en-US" sz="2400" b="1"/>
              <a:t> </a:t>
            </a:r>
            <a:r>
              <a:rPr lang="en-US" altLang="zh-CN" sz="2400" b="1"/>
              <a:t>PTSD</a:t>
            </a:r>
            <a:r>
              <a:rPr lang="zh-CN" altLang="en-US" sz="2400" b="1"/>
              <a:t> </a:t>
            </a:r>
            <a:r>
              <a:rPr lang="en-US" altLang="zh-CN" sz="2400" b="1"/>
              <a:t>&amp; MDD in China</a:t>
            </a:r>
            <a:endParaRPr lang="en-US" sz="2400" b="1"/>
          </a:p>
        </p:txBody>
      </p:sp>
      <p:sp>
        <p:nvSpPr>
          <p:cNvPr id="4" name="Date Placeholder 3">
            <a:extLst>
              <a:ext uri="{FF2B5EF4-FFF2-40B4-BE49-F238E27FC236}">
                <a16:creationId xmlns:a16="http://schemas.microsoft.com/office/drawing/2014/main" id="{F2B7F81F-C9A9-E93C-96D0-314FBDC4995A}"/>
              </a:ext>
            </a:extLst>
          </p:cNvPr>
          <p:cNvSpPr>
            <a:spLocks noGrp="1"/>
          </p:cNvSpPr>
          <p:nvPr>
            <p:ph type="dt" sz="half"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1000" b="0" i="0" u="none" strike="noStrike" kern="1200" cap="none" spc="0" normalizeH="0" baseline="0" noProof="0">
                <a:ln>
                  <a:noFill/>
                </a:ln>
                <a:solidFill>
                  <a:prstClr val="white">
                    <a:lumMod val="50000"/>
                  </a:prstClr>
                </a:solidFill>
                <a:effectLst/>
                <a:uLnTx/>
                <a:uFillTx/>
                <a:latin typeface="BISansCond" panose="02000006050000020004" pitchFamily="2" charset="0"/>
                <a:ea typeface="+mn-ea"/>
                <a:cs typeface="+mn-cs"/>
              </a:rPr>
              <a:t>10/12/2018</a:t>
            </a:r>
            <a:endParaRPr kumimoji="0" lang="en-GB" sz="1000" b="0" i="0" u="none" strike="noStrike" kern="1200" cap="none" spc="0" normalizeH="0" baseline="0" noProof="0">
              <a:ln>
                <a:noFill/>
              </a:ln>
              <a:solidFill>
                <a:prstClr val="white">
                  <a:lumMod val="50000"/>
                </a:prstClr>
              </a:solidFill>
              <a:effectLst/>
              <a:uLnTx/>
              <a:uFillTx/>
              <a:latin typeface="BISansCond" panose="02000006050000020004" pitchFamily="2" charset="0"/>
              <a:ea typeface="+mn-ea"/>
              <a:cs typeface="+mn-cs"/>
            </a:endParaRPr>
          </a:p>
        </p:txBody>
      </p:sp>
      <p:graphicFrame>
        <p:nvGraphicFramePr>
          <p:cNvPr id="2" name="表格 1">
            <a:extLst>
              <a:ext uri="{FF2B5EF4-FFF2-40B4-BE49-F238E27FC236}">
                <a16:creationId xmlns:a16="http://schemas.microsoft.com/office/drawing/2014/main" id="{B323A4FD-F38D-F29F-B8A1-0D484643B902}"/>
              </a:ext>
            </a:extLst>
          </p:cNvPr>
          <p:cNvGraphicFramePr>
            <a:graphicFrameLocks noGrp="1"/>
          </p:cNvGraphicFramePr>
          <p:nvPr>
            <p:extLst>
              <p:ext uri="{D42A27DB-BD31-4B8C-83A1-F6EECF244321}">
                <p14:modId xmlns:p14="http://schemas.microsoft.com/office/powerpoint/2010/main" val="2525178261"/>
              </p:ext>
            </p:extLst>
          </p:nvPr>
        </p:nvGraphicFramePr>
        <p:xfrm>
          <a:off x="5746038" y="1558952"/>
          <a:ext cx="6213102" cy="3497803"/>
        </p:xfrm>
        <a:graphic>
          <a:graphicData uri="http://schemas.openxmlformats.org/drawingml/2006/table">
            <a:tbl>
              <a:tblPr firstRow="1" bandRow="1">
                <a:tableStyleId>{F5AB1C69-6EDB-4FF4-983F-18BD219EF322}</a:tableStyleId>
              </a:tblPr>
              <a:tblGrid>
                <a:gridCol w="2113622">
                  <a:extLst>
                    <a:ext uri="{9D8B030D-6E8A-4147-A177-3AD203B41FA5}">
                      <a16:colId xmlns:a16="http://schemas.microsoft.com/office/drawing/2014/main" val="2960161109"/>
                    </a:ext>
                  </a:extLst>
                </a:gridCol>
                <a:gridCol w="2049740">
                  <a:extLst>
                    <a:ext uri="{9D8B030D-6E8A-4147-A177-3AD203B41FA5}">
                      <a16:colId xmlns:a16="http://schemas.microsoft.com/office/drawing/2014/main" val="631344676"/>
                    </a:ext>
                  </a:extLst>
                </a:gridCol>
                <a:gridCol w="2049740">
                  <a:extLst>
                    <a:ext uri="{9D8B030D-6E8A-4147-A177-3AD203B41FA5}">
                      <a16:colId xmlns:a16="http://schemas.microsoft.com/office/drawing/2014/main" val="3284330940"/>
                    </a:ext>
                  </a:extLst>
                </a:gridCol>
              </a:tblGrid>
              <a:tr h="393085">
                <a:tc>
                  <a:txBody>
                    <a:bodyPr/>
                    <a:lstStyle/>
                    <a:p>
                      <a:pPr algn="ctr"/>
                      <a:r>
                        <a:rPr lang="en-US" sz="1800">
                          <a:latin typeface="Calibri" panose="020F0502020204030204" pitchFamily="34" charset="0"/>
                          <a:cs typeface="Calibri" panose="020F0502020204030204" pitchFamily="34" charset="0"/>
                        </a:rPr>
                        <a:t>Study – planned </a:t>
                      </a:r>
                    </a:p>
                  </a:txBody>
                  <a:tcPr anchor="ctr">
                    <a:solidFill>
                      <a:srgbClr val="000000"/>
                    </a:solidFill>
                  </a:tcPr>
                </a:tc>
                <a:tc>
                  <a:txBody>
                    <a:bodyPr/>
                    <a:lstStyle/>
                    <a:p>
                      <a:pPr algn="ctr"/>
                      <a:r>
                        <a:rPr lang="en-US" sz="1800">
                          <a:latin typeface="Calibri" panose="020F0502020204030204" pitchFamily="34" charset="0"/>
                          <a:cs typeface="Calibri" panose="020F0502020204030204" pitchFamily="34" charset="0"/>
                        </a:rPr>
                        <a:t>PI proposal </a:t>
                      </a:r>
                      <a:endParaRPr lang="en-US" altLang="zh-CN" sz="1800">
                        <a:latin typeface="Calibri" panose="020F0502020204030204" pitchFamily="34" charset="0"/>
                        <a:cs typeface="Calibri" panose="020F0502020204030204" pitchFamily="34" charset="0"/>
                      </a:endParaRPr>
                    </a:p>
                  </a:txBody>
                  <a:tcPr anchor="ctr">
                    <a:solidFill>
                      <a:srgbClr val="000000"/>
                    </a:solidFill>
                  </a:tcPr>
                </a:tc>
                <a:tc>
                  <a:txBody>
                    <a:bodyPr/>
                    <a:lstStyle/>
                    <a:p>
                      <a:pPr algn="ctr"/>
                      <a:r>
                        <a:rPr lang="en-US" altLang="zh-CN" sz="1800">
                          <a:latin typeface="Calibri" panose="020F0502020204030204" pitchFamily="34" charset="0"/>
                          <a:cs typeface="Calibri" panose="020F0502020204030204" pitchFamily="34" charset="0"/>
                        </a:rPr>
                        <a:t>Site</a:t>
                      </a:r>
                    </a:p>
                  </a:txBody>
                  <a:tcPr anchor="ctr">
                    <a:solidFill>
                      <a:srgbClr val="000000"/>
                    </a:solidFill>
                  </a:tcPr>
                </a:tc>
                <a:extLst>
                  <a:ext uri="{0D108BD9-81ED-4DB2-BD59-A6C34878D82A}">
                    <a16:rowId xmlns:a16="http://schemas.microsoft.com/office/drawing/2014/main" val="642017622"/>
                  </a:ext>
                </a:extLst>
              </a:tr>
              <a:tr h="327572">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a:effectLst/>
                          <a:latin typeface="Calibri" panose="020F0502020204030204" pitchFamily="34" charset="0"/>
                          <a:ea typeface="SimSun" panose="02010600030101010101" pitchFamily="2" charset="-122"/>
                          <a:cs typeface="SimSun" panose="02010600030101010101" pitchFamily="2" charset="-122"/>
                        </a:rPr>
                        <a:t>TRPC 4/5 MDD Ph3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srgbClr val="0066CC"/>
                          </a:solidFill>
                          <a:effectLst/>
                          <a:uLnTx/>
                          <a:uFillTx/>
                          <a:latin typeface="Calibri" panose="020F0502020204030204" pitchFamily="34" charset="0"/>
                          <a:ea typeface="SimSun" panose="02010600030101010101" pitchFamily="2" charset="-122"/>
                          <a:cs typeface="Calibri" panose="020F0502020204030204" pitchFamily="34" charset="0"/>
                        </a:rPr>
                        <a:t>*3 studies (single dose* vs placebo) </a:t>
                      </a:r>
                      <a:endParaRPr kumimoji="0" lang="en-US" altLang="zh-CN" sz="14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endParaRPr>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200">
                          <a:solidFill>
                            <a:schemeClr val="accent1">
                              <a:lumMod val="75000"/>
                            </a:schemeClr>
                          </a:solidFill>
                          <a:latin typeface="BISans" panose="02000503040000020004" pitchFamily="2" charset="0"/>
                          <a:ea typeface="+mn-ea"/>
                          <a:cs typeface="+mn-cs"/>
                        </a:rPr>
                        <a:t>王刚</a:t>
                      </a:r>
                      <a:endParaRPr lang="en-US" altLang="zh-CN" sz="1400" kern="1200">
                        <a:solidFill>
                          <a:schemeClr val="accent1">
                            <a:lumMod val="75000"/>
                          </a:schemeClr>
                        </a:solidFill>
                        <a:latin typeface="BISans" panose="02000503040000020004" pitchFamily="2" charset="0"/>
                        <a:ea typeface="+mn-ea"/>
                        <a:cs typeface="+mn-cs"/>
                      </a:endParaRPr>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200">
                          <a:solidFill>
                            <a:schemeClr val="accent1">
                              <a:lumMod val="75000"/>
                            </a:schemeClr>
                          </a:solidFill>
                          <a:latin typeface="BISans" panose="02000503040000020004" pitchFamily="2" charset="0"/>
                          <a:ea typeface="+mn-ea"/>
                          <a:cs typeface="+mn-cs"/>
                        </a:rPr>
                        <a:t>北京大学第六医院</a:t>
                      </a:r>
                      <a:endParaRPr lang="en-US" altLang="zh-CN" sz="1400" kern="1200">
                        <a:solidFill>
                          <a:schemeClr val="accent1">
                            <a:lumMod val="75000"/>
                          </a:schemeClr>
                        </a:solidFill>
                        <a:latin typeface="BISans" panose="02000503040000020004" pitchFamily="2" charset="0"/>
                        <a:ea typeface="+mn-ea"/>
                        <a:cs typeface="+mn-cs"/>
                      </a:endParaRPr>
                    </a:p>
                  </a:txBody>
                  <a:tcPr anchor="ctr">
                    <a:solidFill>
                      <a:schemeClr val="accent3">
                        <a:lumMod val="20000"/>
                        <a:lumOff val="80000"/>
                      </a:schemeClr>
                    </a:solidFill>
                  </a:tcPr>
                </a:tc>
                <a:extLst>
                  <a:ext uri="{0D108BD9-81ED-4DB2-BD59-A6C34878D82A}">
                    <a16:rowId xmlns:a16="http://schemas.microsoft.com/office/drawing/2014/main" val="2503434759"/>
                  </a:ext>
                </a:extLst>
              </a:tr>
              <a:tr h="32757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endParaRPr>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zh-CN" sz="1400" kern="1200">
                          <a:solidFill>
                            <a:schemeClr val="accent1">
                              <a:lumMod val="75000"/>
                            </a:schemeClr>
                          </a:solidFill>
                          <a:latin typeface="BISans" panose="02000503040000020004" pitchFamily="2" charset="0"/>
                          <a:ea typeface="+mn-ea"/>
                          <a:cs typeface="+mn-cs"/>
                        </a:rPr>
                        <a:t>李华芳</a:t>
                      </a:r>
                      <a:endParaRPr lang="zh-CN" altLang="en-US" sz="1400" kern="1200">
                        <a:solidFill>
                          <a:schemeClr val="accent1">
                            <a:lumMod val="75000"/>
                          </a:schemeClr>
                        </a:solidFill>
                        <a:latin typeface="BISans" panose="02000503040000020004" pitchFamily="2" charset="0"/>
                        <a:ea typeface="+mn-ea"/>
                        <a:cs typeface="+mn-cs"/>
                      </a:endParaRPr>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200">
                          <a:solidFill>
                            <a:schemeClr val="accent1">
                              <a:lumMod val="75000"/>
                            </a:schemeClr>
                          </a:solidFill>
                          <a:latin typeface="BISans" panose="02000503040000020004" pitchFamily="2" charset="0"/>
                          <a:ea typeface="+mn-ea"/>
                          <a:cs typeface="+mn-cs"/>
                        </a:rPr>
                        <a:t>上海市精神卫生中心</a:t>
                      </a:r>
                      <a:endParaRPr lang="en-US" altLang="zh-CN" sz="1400" kern="1200">
                        <a:solidFill>
                          <a:schemeClr val="accent1">
                            <a:lumMod val="75000"/>
                          </a:schemeClr>
                        </a:solidFill>
                        <a:latin typeface="BISans" panose="02000503040000020004" pitchFamily="2" charset="0"/>
                        <a:ea typeface="+mn-ea"/>
                        <a:cs typeface="+mn-cs"/>
                      </a:endParaRPr>
                    </a:p>
                  </a:txBody>
                  <a:tcPr anchor="ctr">
                    <a:solidFill>
                      <a:schemeClr val="accent3">
                        <a:lumMod val="20000"/>
                        <a:lumOff val="80000"/>
                      </a:schemeClr>
                    </a:solidFill>
                  </a:tcPr>
                </a:tc>
                <a:extLst>
                  <a:ext uri="{0D108BD9-81ED-4DB2-BD59-A6C34878D82A}">
                    <a16:rowId xmlns:a16="http://schemas.microsoft.com/office/drawing/2014/main" val="1592966710"/>
                  </a:ext>
                </a:extLst>
              </a:tr>
              <a:tr h="32757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endParaRPr>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strike="sngStrike" kern="1200">
                          <a:solidFill>
                            <a:schemeClr val="bg1">
                              <a:lumMod val="65000"/>
                            </a:schemeClr>
                          </a:solidFill>
                          <a:latin typeface="BISans" panose="02000503040000020004" pitchFamily="2" charset="0"/>
                          <a:ea typeface="+mn-ea"/>
                          <a:cs typeface="+mn-cs"/>
                        </a:rPr>
                        <a:t>张鸿燕</a:t>
                      </a:r>
                      <a:endParaRPr lang="en-US" altLang="zh-CN" sz="1400" strike="sngStrike" kern="1200">
                        <a:solidFill>
                          <a:schemeClr val="bg1">
                            <a:lumMod val="65000"/>
                          </a:schemeClr>
                        </a:solidFill>
                        <a:latin typeface="BISans" panose="02000503040000020004" pitchFamily="2" charset="0"/>
                        <a:ea typeface="+mn-ea"/>
                        <a:cs typeface="+mn-cs"/>
                      </a:endParaRPr>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strike="sngStrike" kern="1200">
                          <a:solidFill>
                            <a:schemeClr val="bg1">
                              <a:lumMod val="65000"/>
                            </a:schemeClr>
                          </a:solidFill>
                          <a:latin typeface="BISans" panose="02000503040000020004" pitchFamily="2" charset="0"/>
                          <a:ea typeface="+mn-ea"/>
                          <a:cs typeface="+mn-cs"/>
                        </a:rPr>
                        <a:t>北京大学第六医院</a:t>
                      </a:r>
                      <a:endParaRPr lang="en-US" altLang="zh-CN" sz="1400" strike="sngStrike" kern="1200">
                        <a:solidFill>
                          <a:schemeClr val="bg1">
                            <a:lumMod val="65000"/>
                          </a:schemeClr>
                        </a:solidFill>
                        <a:latin typeface="BISans" panose="02000503040000020004" pitchFamily="2" charset="0"/>
                        <a:ea typeface="+mn-ea"/>
                        <a:cs typeface="+mn-cs"/>
                      </a:endParaRPr>
                    </a:p>
                  </a:txBody>
                  <a:tcPr anchor="ctr">
                    <a:solidFill>
                      <a:schemeClr val="accent3">
                        <a:lumMod val="20000"/>
                        <a:lumOff val="80000"/>
                      </a:schemeClr>
                    </a:solidFill>
                  </a:tcPr>
                </a:tc>
                <a:extLst>
                  <a:ext uri="{0D108BD9-81ED-4DB2-BD59-A6C34878D82A}">
                    <a16:rowId xmlns:a16="http://schemas.microsoft.com/office/drawing/2014/main" val="438687922"/>
                  </a:ext>
                </a:extLst>
              </a:tr>
              <a:tr h="327572">
                <a:tc rowSpan="4">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a:solidFill>
                            <a:schemeClr val="bg1">
                              <a:lumMod val="50000"/>
                            </a:schemeClr>
                          </a:solidFill>
                          <a:effectLst/>
                          <a:latin typeface="Calibri" panose="020F0502020204030204" pitchFamily="34" charset="0"/>
                          <a:ea typeface="SimSun" panose="02010600030101010101" pitchFamily="2" charset="-122"/>
                          <a:cs typeface="SimSun" panose="02010600030101010101" pitchFamily="2" charset="-122"/>
                        </a:rPr>
                        <a:t>TRPC 4/5 PTSD ph3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schemeClr val="bg1">
                              <a:lumMod val="50000"/>
                            </a:schemeClr>
                          </a:solidFill>
                          <a:effectLst/>
                          <a:uLnTx/>
                          <a:uFillTx/>
                          <a:latin typeface="Calibri" panose="020F0502020204030204" pitchFamily="34" charset="0"/>
                          <a:ea typeface="SimSun" panose="02010600030101010101" pitchFamily="2" charset="-122"/>
                          <a:cs typeface="Calibri" panose="020F0502020204030204" pitchFamily="34" charset="0"/>
                        </a:rPr>
                        <a:t>*2 studies (single dose vs placebo/ 2 doses vs placebo) </a:t>
                      </a:r>
                      <a:endParaRPr kumimoji="0" lang="en-US" altLang="zh-CN" sz="1400" b="1"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Calibri" panose="020F0502020204030204" pitchFamily="34" charset="0"/>
                      </a:endParaRPr>
                    </a:p>
                  </a:txBody>
                  <a:tcPr anchor="ctr">
                    <a:solidFill>
                      <a:schemeClr val="accent3">
                        <a:lumMod val="20000"/>
                        <a:lumOff val="80000"/>
                      </a:schemeClr>
                    </a:solidFill>
                  </a:tcPr>
                </a:tc>
                <a:tc>
                  <a:txBody>
                    <a:bodyPr/>
                    <a:lstStyle/>
                    <a:p>
                      <a:pPr marL="0" algn="ctr" defTabSz="914400" rtl="0" eaLnBrk="1" latinLnBrk="0" hangingPunct="1"/>
                      <a:r>
                        <a:rPr lang="zh-CN" altLang="en-US" sz="1400" kern="1200">
                          <a:solidFill>
                            <a:schemeClr val="bg1">
                              <a:lumMod val="50000"/>
                            </a:schemeClr>
                          </a:solidFill>
                          <a:latin typeface="BISans" panose="02000503040000020004" pitchFamily="2" charset="0"/>
                          <a:ea typeface="+mn-ea"/>
                          <a:cs typeface="+mn-cs"/>
                        </a:rPr>
                        <a:t>王刚</a:t>
                      </a:r>
                      <a:endParaRPr lang="en-US" altLang="zh-CN" sz="1400" kern="1200">
                        <a:solidFill>
                          <a:schemeClr val="bg1">
                            <a:lumMod val="50000"/>
                          </a:schemeClr>
                        </a:solidFill>
                        <a:latin typeface="BISans" panose="02000503040000020004" pitchFamily="2" charset="0"/>
                        <a:ea typeface="+mn-ea"/>
                        <a:cs typeface="+mn-cs"/>
                      </a:endParaRPr>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200">
                          <a:solidFill>
                            <a:schemeClr val="bg1">
                              <a:lumMod val="50000"/>
                            </a:schemeClr>
                          </a:solidFill>
                          <a:latin typeface="BISans" panose="02000503040000020004" pitchFamily="2" charset="0"/>
                          <a:ea typeface="+mn-ea"/>
                          <a:cs typeface="+mn-cs"/>
                        </a:rPr>
                        <a:t>北京大学第六医院</a:t>
                      </a:r>
                      <a:endParaRPr lang="en-US" altLang="zh-CN" sz="1400" kern="1200">
                        <a:solidFill>
                          <a:schemeClr val="bg1">
                            <a:lumMod val="50000"/>
                          </a:schemeClr>
                        </a:solidFill>
                        <a:latin typeface="BISans" panose="02000503040000020004" pitchFamily="2" charset="0"/>
                        <a:ea typeface="+mn-ea"/>
                        <a:cs typeface="+mn-cs"/>
                      </a:endParaRPr>
                    </a:p>
                  </a:txBody>
                  <a:tcPr anchor="ctr">
                    <a:solidFill>
                      <a:schemeClr val="accent3">
                        <a:lumMod val="20000"/>
                        <a:lumOff val="80000"/>
                      </a:schemeClr>
                    </a:solidFill>
                  </a:tcPr>
                </a:tc>
                <a:extLst>
                  <a:ext uri="{0D108BD9-81ED-4DB2-BD59-A6C34878D82A}">
                    <a16:rowId xmlns:a16="http://schemas.microsoft.com/office/drawing/2014/main" val="914431975"/>
                  </a:ext>
                </a:extLst>
              </a:tr>
              <a:tr h="32757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endParaRPr>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200">
                          <a:solidFill>
                            <a:schemeClr val="bg1">
                              <a:lumMod val="50000"/>
                            </a:schemeClr>
                          </a:solidFill>
                          <a:latin typeface="BISans" panose="02000503040000020004" pitchFamily="2" charset="0"/>
                          <a:ea typeface="+mn-ea"/>
                          <a:cs typeface="+mn-cs"/>
                        </a:rPr>
                        <a:t>王振</a:t>
                      </a:r>
                      <a:endParaRPr lang="en-US" altLang="zh-CN" sz="1400" kern="1200">
                        <a:solidFill>
                          <a:schemeClr val="bg1">
                            <a:lumMod val="50000"/>
                          </a:schemeClr>
                        </a:solidFill>
                        <a:latin typeface="BISans" panose="02000503040000020004" pitchFamily="2" charset="0"/>
                        <a:ea typeface="+mn-ea"/>
                        <a:cs typeface="+mn-cs"/>
                      </a:endParaRPr>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200">
                          <a:solidFill>
                            <a:schemeClr val="bg1">
                              <a:lumMod val="50000"/>
                            </a:schemeClr>
                          </a:solidFill>
                          <a:latin typeface="BISans" panose="02000503040000020004" pitchFamily="2" charset="0"/>
                          <a:ea typeface="+mn-ea"/>
                          <a:cs typeface="+mn-cs"/>
                        </a:rPr>
                        <a:t>上海市精神卫生中心</a:t>
                      </a:r>
                      <a:endParaRPr lang="en-US" altLang="zh-CN" sz="1400" kern="1200">
                        <a:solidFill>
                          <a:schemeClr val="bg1">
                            <a:lumMod val="50000"/>
                          </a:schemeClr>
                        </a:solidFill>
                        <a:latin typeface="BISans" panose="02000503040000020004" pitchFamily="2" charset="0"/>
                        <a:ea typeface="+mn-ea"/>
                        <a:cs typeface="+mn-cs"/>
                      </a:endParaRPr>
                    </a:p>
                  </a:txBody>
                  <a:tcPr anchor="ctr">
                    <a:solidFill>
                      <a:schemeClr val="accent3">
                        <a:lumMod val="20000"/>
                        <a:lumOff val="80000"/>
                      </a:schemeClr>
                    </a:solidFill>
                  </a:tcPr>
                </a:tc>
                <a:extLst>
                  <a:ext uri="{0D108BD9-81ED-4DB2-BD59-A6C34878D82A}">
                    <a16:rowId xmlns:a16="http://schemas.microsoft.com/office/drawing/2014/main" val="3436469536"/>
                  </a:ext>
                </a:extLst>
              </a:tr>
              <a:tr h="32757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endParaRPr>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strike="sngStrike" kern="1200">
                          <a:solidFill>
                            <a:schemeClr val="bg1">
                              <a:lumMod val="65000"/>
                            </a:schemeClr>
                          </a:solidFill>
                          <a:latin typeface="BISans" panose="02000503040000020004" pitchFamily="2" charset="0"/>
                          <a:ea typeface="+mn-ea"/>
                          <a:cs typeface="+mn-cs"/>
                        </a:rPr>
                        <a:t>于欣</a:t>
                      </a:r>
                      <a:endParaRPr lang="en-US" altLang="zh-CN" sz="1400" strike="sngStrike" kern="1200">
                        <a:solidFill>
                          <a:schemeClr val="bg1">
                            <a:lumMod val="65000"/>
                          </a:schemeClr>
                        </a:solidFill>
                        <a:latin typeface="BISans" panose="02000503040000020004" pitchFamily="2" charset="0"/>
                        <a:ea typeface="+mn-ea"/>
                        <a:cs typeface="+mn-cs"/>
                      </a:endParaRPr>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strike="sngStrike" kern="1200">
                          <a:solidFill>
                            <a:schemeClr val="bg1">
                              <a:lumMod val="65000"/>
                            </a:schemeClr>
                          </a:solidFill>
                          <a:latin typeface="BISans" panose="02000503040000020004" pitchFamily="2" charset="0"/>
                          <a:ea typeface="+mn-ea"/>
                          <a:cs typeface="+mn-cs"/>
                        </a:rPr>
                        <a:t>北京大学第六医院</a:t>
                      </a:r>
                      <a:endParaRPr lang="en-US" altLang="zh-CN" sz="1400" strike="sngStrike" kern="1200">
                        <a:solidFill>
                          <a:schemeClr val="bg1">
                            <a:lumMod val="65000"/>
                          </a:schemeClr>
                        </a:solidFill>
                        <a:latin typeface="BISans" panose="02000503040000020004" pitchFamily="2" charset="0"/>
                        <a:ea typeface="+mn-ea"/>
                        <a:cs typeface="+mn-cs"/>
                      </a:endParaRPr>
                    </a:p>
                  </a:txBody>
                  <a:tcPr anchor="ctr">
                    <a:solidFill>
                      <a:schemeClr val="accent3">
                        <a:lumMod val="20000"/>
                        <a:lumOff val="80000"/>
                      </a:schemeClr>
                    </a:solidFill>
                  </a:tcPr>
                </a:tc>
                <a:extLst>
                  <a:ext uri="{0D108BD9-81ED-4DB2-BD59-A6C34878D82A}">
                    <a16:rowId xmlns:a16="http://schemas.microsoft.com/office/drawing/2014/main" val="3073153631"/>
                  </a:ext>
                </a:extLst>
              </a:tr>
              <a:tr h="327572">
                <a:tc v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4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endParaRPr>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strike="sngStrike" kern="1200">
                          <a:solidFill>
                            <a:schemeClr val="bg1">
                              <a:lumMod val="65000"/>
                            </a:schemeClr>
                          </a:solidFill>
                          <a:latin typeface="BISans" panose="02000503040000020004" pitchFamily="2" charset="0"/>
                          <a:ea typeface="+mn-ea"/>
                          <a:cs typeface="+mn-cs"/>
                        </a:rPr>
                        <a:t>李凌江</a:t>
                      </a:r>
                      <a:endParaRPr lang="en-US" altLang="zh-CN" sz="1400" strike="sngStrike" kern="1200">
                        <a:solidFill>
                          <a:schemeClr val="bg1">
                            <a:lumMod val="65000"/>
                          </a:schemeClr>
                        </a:solidFill>
                        <a:latin typeface="BISans" panose="02000503040000020004" pitchFamily="2" charset="0"/>
                        <a:ea typeface="+mn-ea"/>
                        <a:cs typeface="+mn-cs"/>
                      </a:endParaRPr>
                    </a:p>
                  </a:txBody>
                  <a:tcPr anchor="ctr">
                    <a:solidFill>
                      <a:schemeClr val="accent3">
                        <a:lumMod val="20000"/>
                        <a:lumOff val="80000"/>
                      </a:schemeClr>
                    </a:solidFill>
                  </a:tcPr>
                </a:tc>
                <a:tc>
                  <a:txBody>
                    <a:bodyPr/>
                    <a:lstStyle/>
                    <a:p>
                      <a:pPr marL="0" algn="ctr" defTabSz="914400" rtl="0" eaLnBrk="1" latinLnBrk="0" hangingPunct="1"/>
                      <a:r>
                        <a:rPr lang="zh-CN" altLang="en-US" sz="1400" strike="sngStrike" kern="1200">
                          <a:solidFill>
                            <a:schemeClr val="bg1">
                              <a:lumMod val="65000"/>
                            </a:schemeClr>
                          </a:solidFill>
                          <a:latin typeface="BISans" panose="02000503040000020004" pitchFamily="2" charset="0"/>
                          <a:ea typeface="+mn-ea"/>
                          <a:cs typeface="+mn-cs"/>
                        </a:rPr>
                        <a:t>中南大学湘雅第二医院</a:t>
                      </a:r>
                      <a:endParaRPr lang="en-US" altLang="zh-CN" sz="1400" strike="sngStrike" kern="1200">
                        <a:solidFill>
                          <a:schemeClr val="bg1">
                            <a:lumMod val="65000"/>
                          </a:schemeClr>
                        </a:solidFill>
                        <a:latin typeface="BISans" panose="02000503040000020004" pitchFamily="2" charset="0"/>
                        <a:ea typeface="+mn-ea"/>
                        <a:cs typeface="+mn-cs"/>
                      </a:endParaRPr>
                    </a:p>
                  </a:txBody>
                  <a:tcPr anchor="ctr">
                    <a:solidFill>
                      <a:schemeClr val="accent3">
                        <a:lumMod val="20000"/>
                        <a:lumOff val="80000"/>
                      </a:schemeClr>
                    </a:solidFill>
                  </a:tcPr>
                </a:tc>
                <a:extLst>
                  <a:ext uri="{0D108BD9-81ED-4DB2-BD59-A6C34878D82A}">
                    <a16:rowId xmlns:a16="http://schemas.microsoft.com/office/drawing/2014/main" val="3433271242"/>
                  </a:ext>
                </a:extLst>
              </a:tr>
              <a:tr h="40676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a:solidFill>
                            <a:schemeClr val="bg1">
                              <a:lumMod val="50000"/>
                            </a:schemeClr>
                          </a:solidFill>
                          <a:effectLst/>
                          <a:latin typeface="Calibri" panose="020F0502020204030204" pitchFamily="34" charset="0"/>
                          <a:ea typeface="SimSun" panose="02010600030101010101" pitchFamily="2" charset="-122"/>
                          <a:cs typeface="SimSun" panose="02010600030101010101" pitchFamily="2" charset="-122"/>
                        </a:rPr>
                        <a:t>TRPC 4/5 PTSD ph1</a:t>
                      </a:r>
                      <a:endParaRPr kumimoji="0" lang="en-US" altLang="zh-CN" sz="1400" b="1"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Calibri" panose="020F0502020204030204" pitchFamily="34" charset="0"/>
                      </a:endParaRPr>
                    </a:p>
                  </a:txBody>
                  <a:tcPr anchor="ctr">
                    <a:solidFill>
                      <a:schemeClr val="accent3">
                        <a:lumMod val="20000"/>
                        <a:lumOff val="80000"/>
                      </a:schemeClr>
                    </a:solidFill>
                  </a:tcPr>
                </a:tc>
                <a:tc>
                  <a:txBody>
                    <a:bodyPr/>
                    <a:lstStyle/>
                    <a:p>
                      <a:pPr marL="0" algn="ctr" defTabSz="914400" rtl="0" eaLnBrk="1" latinLnBrk="0" hangingPunct="1"/>
                      <a:r>
                        <a:rPr lang="zh-CN" altLang="zh-CN" sz="1400" kern="1200">
                          <a:solidFill>
                            <a:schemeClr val="bg1">
                              <a:lumMod val="50000"/>
                            </a:schemeClr>
                          </a:solidFill>
                          <a:latin typeface="BISans" panose="02000503040000020004" pitchFamily="2" charset="0"/>
                          <a:ea typeface="+mn-ea"/>
                          <a:cs typeface="+mn-cs"/>
                        </a:rPr>
                        <a:t>李华芳</a:t>
                      </a:r>
                      <a:endParaRPr lang="en-US" altLang="zh-CN" sz="1400" kern="1200">
                        <a:solidFill>
                          <a:schemeClr val="bg1">
                            <a:lumMod val="50000"/>
                          </a:schemeClr>
                        </a:solidFill>
                        <a:latin typeface="BISans" panose="02000503040000020004" pitchFamily="2" charset="0"/>
                        <a:ea typeface="+mn-ea"/>
                        <a:cs typeface="+mn-cs"/>
                      </a:endParaRPr>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200">
                          <a:solidFill>
                            <a:schemeClr val="bg1">
                              <a:lumMod val="50000"/>
                            </a:schemeClr>
                          </a:solidFill>
                          <a:latin typeface="BISans" panose="02000503040000020004" pitchFamily="2" charset="0"/>
                          <a:ea typeface="+mn-ea"/>
                          <a:cs typeface="+mn-cs"/>
                        </a:rPr>
                        <a:t>上海市精神卫生中心</a:t>
                      </a:r>
                      <a:endParaRPr lang="en-US" altLang="zh-CN" sz="1400" kern="1200">
                        <a:solidFill>
                          <a:schemeClr val="bg1">
                            <a:lumMod val="50000"/>
                          </a:schemeClr>
                        </a:solidFill>
                        <a:latin typeface="BISans" panose="02000503040000020004" pitchFamily="2" charset="0"/>
                        <a:ea typeface="+mn-ea"/>
                        <a:cs typeface="+mn-cs"/>
                      </a:endParaRPr>
                    </a:p>
                  </a:txBody>
                  <a:tcPr anchor="ctr">
                    <a:solidFill>
                      <a:schemeClr val="accent3">
                        <a:lumMod val="20000"/>
                        <a:lumOff val="80000"/>
                      </a:schemeClr>
                    </a:solidFill>
                  </a:tcPr>
                </a:tc>
                <a:extLst>
                  <a:ext uri="{0D108BD9-81ED-4DB2-BD59-A6C34878D82A}">
                    <a16:rowId xmlns:a16="http://schemas.microsoft.com/office/drawing/2014/main" val="1446965115"/>
                  </a:ext>
                </a:extLst>
              </a:tr>
              <a:tr h="404952">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kern="1200" noProof="0">
                          <a:solidFill>
                            <a:schemeClr val="dk1"/>
                          </a:solidFill>
                          <a:effectLst/>
                          <a:latin typeface="Calibri" panose="020F0502020204030204" pitchFamily="34" charset="0"/>
                          <a:ea typeface="SimSun" panose="02010600030101010101" pitchFamily="2" charset="-122"/>
                          <a:cs typeface="Calibri" panose="020F0502020204030204" pitchFamily="34" charset="0"/>
                        </a:rPr>
                        <a:t>NR2B MDD Ph2</a:t>
                      </a:r>
                    </a:p>
                  </a:txBody>
                  <a:tcPr anchor="ctr">
                    <a:solidFill>
                      <a:schemeClr val="accent3">
                        <a:lumMod val="20000"/>
                        <a:lumOff val="80000"/>
                      </a:schemeClr>
                    </a:solidFill>
                  </a:tcPr>
                </a:tc>
                <a:tc>
                  <a:txBody>
                    <a:bodyPr/>
                    <a:lstStyle/>
                    <a:p>
                      <a:pPr marL="0" algn="ctr" defTabSz="914400" rtl="0" eaLnBrk="1" latinLnBrk="0" hangingPunct="1"/>
                      <a:r>
                        <a:rPr lang="zh-CN" altLang="zh-CN" sz="1400" kern="1200">
                          <a:solidFill>
                            <a:schemeClr val="accent1">
                              <a:lumMod val="75000"/>
                            </a:schemeClr>
                          </a:solidFill>
                          <a:latin typeface="BISans" panose="02000503040000020004" pitchFamily="2" charset="0"/>
                          <a:ea typeface="+mn-ea"/>
                          <a:cs typeface="+mn-cs"/>
                        </a:rPr>
                        <a:t>李华芳</a:t>
                      </a:r>
                      <a:endParaRPr lang="en-US" altLang="zh-CN" sz="1400" kern="1200">
                        <a:solidFill>
                          <a:schemeClr val="accent1">
                            <a:lumMod val="75000"/>
                          </a:schemeClr>
                        </a:solidFill>
                        <a:latin typeface="BISans" panose="02000503040000020004" pitchFamily="2" charset="0"/>
                        <a:ea typeface="+mn-ea"/>
                        <a:cs typeface="+mn-cs"/>
                      </a:endParaRPr>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200">
                          <a:solidFill>
                            <a:schemeClr val="accent1">
                              <a:lumMod val="75000"/>
                            </a:schemeClr>
                          </a:solidFill>
                          <a:latin typeface="BISans" panose="02000503040000020004" pitchFamily="2" charset="0"/>
                          <a:ea typeface="+mn-ea"/>
                          <a:cs typeface="+mn-cs"/>
                        </a:rPr>
                        <a:t>上海市精神卫生中心</a:t>
                      </a:r>
                      <a:endParaRPr lang="en-US" altLang="zh-CN" sz="1400" kern="1200">
                        <a:solidFill>
                          <a:schemeClr val="accent1">
                            <a:lumMod val="75000"/>
                          </a:schemeClr>
                        </a:solidFill>
                        <a:latin typeface="BISans" panose="02000503040000020004" pitchFamily="2" charset="0"/>
                        <a:ea typeface="+mn-ea"/>
                        <a:cs typeface="+mn-cs"/>
                      </a:endParaRPr>
                    </a:p>
                  </a:txBody>
                  <a:tcPr anchor="ctr">
                    <a:solidFill>
                      <a:schemeClr val="accent3">
                        <a:lumMod val="20000"/>
                        <a:lumOff val="80000"/>
                      </a:schemeClr>
                    </a:solidFill>
                  </a:tcPr>
                </a:tc>
                <a:extLst>
                  <a:ext uri="{0D108BD9-81ED-4DB2-BD59-A6C34878D82A}">
                    <a16:rowId xmlns:a16="http://schemas.microsoft.com/office/drawing/2014/main" val="3521351997"/>
                  </a:ext>
                </a:extLst>
              </a:tr>
            </a:tbl>
          </a:graphicData>
        </a:graphic>
      </p:graphicFrame>
      <p:graphicFrame>
        <p:nvGraphicFramePr>
          <p:cNvPr id="6" name="Table 196">
            <a:extLst>
              <a:ext uri="{FF2B5EF4-FFF2-40B4-BE49-F238E27FC236}">
                <a16:creationId xmlns:a16="http://schemas.microsoft.com/office/drawing/2014/main" id="{CFA4E5E2-9DA3-B81E-39C0-892627B82CEB}"/>
              </a:ext>
            </a:extLst>
          </p:cNvPr>
          <p:cNvGraphicFramePr>
            <a:graphicFrameLocks noGrp="1"/>
          </p:cNvGraphicFramePr>
          <p:nvPr/>
        </p:nvGraphicFramePr>
        <p:xfrm>
          <a:off x="505964" y="1558954"/>
          <a:ext cx="4560814" cy="3497802"/>
        </p:xfrm>
        <a:graphic>
          <a:graphicData uri="http://schemas.openxmlformats.org/drawingml/2006/table">
            <a:tbl>
              <a:tblPr firstRow="1" bandRow="1">
                <a:tableStyleId>{F5AB1C69-6EDB-4FF4-983F-18BD219EF322}</a:tableStyleId>
              </a:tblPr>
              <a:tblGrid>
                <a:gridCol w="1244574">
                  <a:extLst>
                    <a:ext uri="{9D8B030D-6E8A-4147-A177-3AD203B41FA5}">
                      <a16:colId xmlns:a16="http://schemas.microsoft.com/office/drawing/2014/main" val="3138309667"/>
                    </a:ext>
                  </a:extLst>
                </a:gridCol>
                <a:gridCol w="1285617">
                  <a:extLst>
                    <a:ext uri="{9D8B030D-6E8A-4147-A177-3AD203B41FA5}">
                      <a16:colId xmlns:a16="http://schemas.microsoft.com/office/drawing/2014/main" val="1386857194"/>
                    </a:ext>
                  </a:extLst>
                </a:gridCol>
                <a:gridCol w="2030623">
                  <a:extLst>
                    <a:ext uri="{9D8B030D-6E8A-4147-A177-3AD203B41FA5}">
                      <a16:colId xmlns:a16="http://schemas.microsoft.com/office/drawing/2014/main" val="4045980976"/>
                    </a:ext>
                  </a:extLst>
                </a:gridCol>
              </a:tblGrid>
              <a:tr h="746069">
                <a:tc>
                  <a:txBody>
                    <a:bodyPr/>
                    <a:lstStyle/>
                    <a:p>
                      <a:pPr algn="ctr"/>
                      <a:r>
                        <a:rPr lang="en-US" sz="1800">
                          <a:latin typeface="Calibri" panose="020F0502020204030204" pitchFamily="34" charset="0"/>
                          <a:cs typeface="Calibri" panose="020F0502020204030204" pitchFamily="34" charset="0"/>
                        </a:rPr>
                        <a:t>Study - ongoing </a:t>
                      </a:r>
                    </a:p>
                  </a:txBody>
                  <a:tcPr anchor="ctr">
                    <a:solidFill>
                      <a:srgbClr val="000000"/>
                    </a:solidFill>
                  </a:tcPr>
                </a:tc>
                <a:tc>
                  <a:txBody>
                    <a:bodyPr/>
                    <a:lstStyle/>
                    <a:p>
                      <a:pPr algn="ctr"/>
                      <a:r>
                        <a:rPr lang="en-US" sz="1800">
                          <a:latin typeface="Calibri" panose="020F0502020204030204" pitchFamily="34" charset="0"/>
                          <a:cs typeface="Calibri" panose="020F0502020204030204" pitchFamily="34" charset="0"/>
                        </a:rPr>
                        <a:t>PI </a:t>
                      </a:r>
                      <a:endParaRPr lang="en-US" altLang="zh-CN" sz="1800">
                        <a:latin typeface="Calibri" panose="020F0502020204030204" pitchFamily="34" charset="0"/>
                        <a:cs typeface="Calibri" panose="020F0502020204030204" pitchFamily="34" charset="0"/>
                      </a:endParaRPr>
                    </a:p>
                  </a:txBody>
                  <a:tcPr anchor="ctr">
                    <a:solidFill>
                      <a:srgbClr val="000000"/>
                    </a:solidFill>
                  </a:tcPr>
                </a:tc>
                <a:tc>
                  <a:txBody>
                    <a:bodyPr/>
                    <a:lstStyle/>
                    <a:p>
                      <a:pPr algn="ctr"/>
                      <a:r>
                        <a:rPr lang="en-US" altLang="zh-CN" sz="1800">
                          <a:latin typeface="Calibri" panose="020F0502020204030204" pitchFamily="34" charset="0"/>
                          <a:cs typeface="Calibri" panose="020F0502020204030204" pitchFamily="34" charset="0"/>
                        </a:rPr>
                        <a:t>Site</a:t>
                      </a:r>
                    </a:p>
                  </a:txBody>
                  <a:tcPr anchor="ctr">
                    <a:solidFill>
                      <a:srgbClr val="000000"/>
                    </a:solidFill>
                  </a:tcPr>
                </a:tc>
                <a:extLst>
                  <a:ext uri="{0D108BD9-81ED-4DB2-BD59-A6C34878D82A}">
                    <a16:rowId xmlns:a16="http://schemas.microsoft.com/office/drawing/2014/main" val="1553094974"/>
                  </a:ext>
                </a:extLst>
              </a:tr>
              <a:tr h="1030035">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CONNEX-1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1346.11</a:t>
                      </a:r>
                    </a:p>
                  </a:txBody>
                  <a:tcPr anchor="ctr">
                    <a:solidFill>
                      <a:schemeClr val="accent3">
                        <a:lumMod val="20000"/>
                        <a:lumOff val="80000"/>
                      </a:schemeClr>
                    </a:solidFill>
                  </a:tcPr>
                </a:tc>
                <a:tc>
                  <a:txBody>
                    <a:bodyPr/>
                    <a:lstStyle/>
                    <a:p>
                      <a:pPr marL="0" algn="ctr" defTabSz="914400" rtl="0" eaLnBrk="1" latinLnBrk="0" hangingPunct="1"/>
                      <a:r>
                        <a:rPr lang="zh-CN" altLang="en-US" sz="1400" kern="1200">
                          <a:solidFill>
                            <a:schemeClr val="accent1">
                              <a:lumMod val="75000"/>
                            </a:schemeClr>
                          </a:solidFill>
                          <a:latin typeface="BISans" panose="02000503040000020004" pitchFamily="2" charset="0"/>
                          <a:ea typeface="+mn-ea"/>
                          <a:cs typeface="+mn-cs"/>
                        </a:rPr>
                        <a:t>张鸿燕</a:t>
                      </a:r>
                      <a:endParaRPr lang="en-US" sz="1400" kern="1200">
                        <a:solidFill>
                          <a:schemeClr val="accent1">
                            <a:lumMod val="75000"/>
                          </a:schemeClr>
                        </a:solidFill>
                        <a:latin typeface="BISans" panose="02000503040000020004" pitchFamily="2" charset="0"/>
                        <a:ea typeface="+mn-ea"/>
                        <a:cs typeface="+mn-cs"/>
                      </a:endParaRPr>
                    </a:p>
                  </a:txBody>
                  <a:tcPr anchor="ctr">
                    <a:solidFill>
                      <a:schemeClr val="accent3">
                        <a:lumMod val="20000"/>
                        <a:lumOff val="80000"/>
                      </a:schemeClr>
                    </a:solidFill>
                  </a:tcPr>
                </a:tc>
                <a:tc>
                  <a:txBody>
                    <a:bodyPr/>
                    <a:lstStyle/>
                    <a:p>
                      <a:pPr marL="0" algn="ctr" defTabSz="914400" rtl="0" eaLnBrk="1" latinLnBrk="0" hangingPunct="1"/>
                      <a:r>
                        <a:rPr lang="zh-CN" altLang="en-US" sz="1400" kern="1200">
                          <a:solidFill>
                            <a:schemeClr val="accent1">
                              <a:lumMod val="75000"/>
                            </a:schemeClr>
                          </a:solidFill>
                          <a:latin typeface="BISans" panose="02000503040000020004" pitchFamily="2" charset="0"/>
                          <a:ea typeface="+mn-ea"/>
                          <a:cs typeface="+mn-cs"/>
                        </a:rPr>
                        <a:t>北京大学第六医院</a:t>
                      </a:r>
                      <a:endParaRPr lang="en-US" sz="1400" kern="1200">
                        <a:solidFill>
                          <a:schemeClr val="accent1">
                            <a:lumMod val="75000"/>
                          </a:schemeClr>
                        </a:solidFill>
                        <a:latin typeface="BISans" panose="02000503040000020004" pitchFamily="2" charset="0"/>
                        <a:ea typeface="+mn-ea"/>
                        <a:cs typeface="+mn-cs"/>
                      </a:endParaRPr>
                    </a:p>
                  </a:txBody>
                  <a:tcPr anchor="ctr">
                    <a:solidFill>
                      <a:schemeClr val="accent3">
                        <a:lumMod val="20000"/>
                        <a:lumOff val="80000"/>
                      </a:schemeClr>
                    </a:solidFill>
                  </a:tcPr>
                </a:tc>
                <a:extLst>
                  <a:ext uri="{0D108BD9-81ED-4DB2-BD59-A6C34878D82A}">
                    <a16:rowId xmlns:a16="http://schemas.microsoft.com/office/drawing/2014/main" val="1850378705"/>
                  </a:ext>
                </a:extLst>
              </a:tr>
              <a:tr h="8608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CONNEX-1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1346.13</a:t>
                      </a:r>
                    </a:p>
                  </a:txBody>
                  <a:tcPr anchor="ctr">
                    <a:solidFill>
                      <a:schemeClr val="accent3">
                        <a:lumMod val="20000"/>
                        <a:lumOff val="80000"/>
                      </a:schemeClr>
                    </a:solidFill>
                  </a:tcPr>
                </a:tc>
                <a:tc>
                  <a:txBody>
                    <a:bodyPr/>
                    <a:lstStyle/>
                    <a:p>
                      <a:pPr algn="ctr"/>
                      <a:r>
                        <a:rPr lang="zh-CN" altLang="en-US" sz="1400" kern="1200">
                          <a:solidFill>
                            <a:schemeClr val="accent1">
                              <a:lumMod val="75000"/>
                            </a:schemeClr>
                          </a:solidFill>
                          <a:latin typeface="BISans" panose="02000503040000020004" pitchFamily="2" charset="0"/>
                          <a:ea typeface="+mn-ea"/>
                          <a:cs typeface="+mn-cs"/>
                        </a:rPr>
                        <a:t>王刚</a:t>
                      </a:r>
                      <a:endParaRPr lang="en-US" altLang="zh-CN" sz="1400" kern="1200">
                        <a:solidFill>
                          <a:schemeClr val="accent1">
                            <a:lumMod val="75000"/>
                          </a:schemeClr>
                        </a:solidFill>
                        <a:latin typeface="BISans" panose="02000503040000020004" pitchFamily="2" charset="0"/>
                        <a:ea typeface="+mn-ea"/>
                        <a:cs typeface="+mn-cs"/>
                      </a:endParaRPr>
                    </a:p>
                  </a:txBody>
                  <a:tcPr anchor="ctr">
                    <a:solidFill>
                      <a:schemeClr val="accent3">
                        <a:lumMod val="20000"/>
                        <a:lumOff val="80000"/>
                      </a:schemeClr>
                    </a:solidFill>
                  </a:tcPr>
                </a:tc>
                <a:tc>
                  <a:txBody>
                    <a:bodyPr/>
                    <a:lstStyle/>
                    <a:p>
                      <a:pPr algn="ctr"/>
                      <a:r>
                        <a:rPr lang="zh-CN" altLang="en-US" sz="1400" kern="1200">
                          <a:solidFill>
                            <a:schemeClr val="accent1">
                              <a:lumMod val="75000"/>
                            </a:schemeClr>
                          </a:solidFill>
                          <a:latin typeface="BISans" panose="02000503040000020004" pitchFamily="2" charset="0"/>
                          <a:ea typeface="+mn-ea"/>
                          <a:cs typeface="+mn-cs"/>
                        </a:rPr>
                        <a:t>首都医科大学附属北京安定医院</a:t>
                      </a:r>
                      <a:endParaRPr lang="en-US" altLang="zh-CN" sz="1400" kern="1200">
                        <a:solidFill>
                          <a:schemeClr val="accent1">
                            <a:lumMod val="75000"/>
                          </a:schemeClr>
                        </a:solidFill>
                        <a:latin typeface="BISans" panose="02000503040000020004" pitchFamily="2" charset="0"/>
                        <a:ea typeface="+mn-ea"/>
                        <a:cs typeface="+mn-cs"/>
                      </a:endParaRPr>
                    </a:p>
                  </a:txBody>
                  <a:tcPr anchor="ctr">
                    <a:solidFill>
                      <a:schemeClr val="accent3">
                        <a:lumMod val="20000"/>
                        <a:lumOff val="80000"/>
                      </a:schemeClr>
                    </a:solidFill>
                  </a:tcPr>
                </a:tc>
                <a:extLst>
                  <a:ext uri="{0D108BD9-81ED-4DB2-BD59-A6C34878D82A}">
                    <a16:rowId xmlns:a16="http://schemas.microsoft.com/office/drawing/2014/main" val="2808601508"/>
                  </a:ext>
                </a:extLst>
              </a:tr>
              <a:tr h="86084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CONNEX-1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1346.14</a:t>
                      </a:r>
                    </a:p>
                  </a:txBody>
                  <a:tcPr anchor="ctr">
                    <a:solidFill>
                      <a:schemeClr val="accent3">
                        <a:lumMod val="20000"/>
                        <a:lumOff val="80000"/>
                      </a:schemeClr>
                    </a:solidFill>
                  </a:tcPr>
                </a:tc>
                <a:tc>
                  <a:txBody>
                    <a:bodyPr/>
                    <a:lstStyle/>
                    <a:p>
                      <a:pPr algn="ctr"/>
                      <a:r>
                        <a:rPr lang="zh-CN" altLang="en-US" sz="1400" kern="1200">
                          <a:solidFill>
                            <a:schemeClr val="accent1">
                              <a:lumMod val="75000"/>
                            </a:schemeClr>
                          </a:solidFill>
                          <a:latin typeface="BISans" panose="02000503040000020004" pitchFamily="2" charset="0"/>
                          <a:ea typeface="+mn-ea"/>
                          <a:cs typeface="+mn-cs"/>
                        </a:rPr>
                        <a:t>王刚</a:t>
                      </a:r>
                      <a:endParaRPr lang="en-US" altLang="zh-CN" sz="1400" kern="1200">
                        <a:solidFill>
                          <a:schemeClr val="accent1">
                            <a:lumMod val="75000"/>
                          </a:schemeClr>
                        </a:solidFill>
                        <a:latin typeface="BISans" panose="02000503040000020004" pitchFamily="2" charset="0"/>
                        <a:ea typeface="+mn-ea"/>
                        <a:cs typeface="+mn-cs"/>
                      </a:endParaRPr>
                    </a:p>
                  </a:txBody>
                  <a:tcPr anchor="ctr">
                    <a:solidFill>
                      <a:schemeClr val="accent3">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kern="1200">
                          <a:solidFill>
                            <a:schemeClr val="accent1">
                              <a:lumMod val="75000"/>
                            </a:schemeClr>
                          </a:solidFill>
                          <a:latin typeface="BISans" panose="02000503040000020004" pitchFamily="2" charset="0"/>
                          <a:ea typeface="+mn-ea"/>
                          <a:cs typeface="+mn-cs"/>
                        </a:rPr>
                        <a:t>首都医科大学附属北京安定医院</a:t>
                      </a:r>
                      <a:endParaRPr lang="en-US" altLang="zh-CN" sz="1400" kern="1200">
                        <a:solidFill>
                          <a:schemeClr val="accent1">
                            <a:lumMod val="75000"/>
                          </a:schemeClr>
                        </a:solidFill>
                        <a:latin typeface="BISans" panose="02000503040000020004" pitchFamily="2" charset="0"/>
                        <a:ea typeface="+mn-ea"/>
                        <a:cs typeface="+mn-cs"/>
                      </a:endParaRPr>
                    </a:p>
                  </a:txBody>
                  <a:tcPr anchor="ctr">
                    <a:solidFill>
                      <a:schemeClr val="accent3">
                        <a:lumMod val="20000"/>
                        <a:lumOff val="80000"/>
                      </a:schemeClr>
                    </a:solidFill>
                  </a:tcPr>
                </a:tc>
                <a:extLst>
                  <a:ext uri="{0D108BD9-81ED-4DB2-BD59-A6C34878D82A}">
                    <a16:rowId xmlns:a16="http://schemas.microsoft.com/office/drawing/2014/main" val="1313806399"/>
                  </a:ext>
                </a:extLst>
              </a:tr>
            </a:tbl>
          </a:graphicData>
        </a:graphic>
      </p:graphicFrame>
    </p:spTree>
    <p:extLst>
      <p:ext uri="{BB962C8B-B14F-4D97-AF65-F5344CB8AC3E}">
        <p14:creationId xmlns:p14="http://schemas.microsoft.com/office/powerpoint/2010/main" val="75548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a:xfrm>
            <a:off x="273138" y="196922"/>
            <a:ext cx="11211800" cy="627864"/>
          </a:xfrm>
        </p:spPr>
        <p:txBody>
          <a:bodyPr/>
          <a:lstStyle/>
          <a:p>
            <a:r>
              <a:rPr lang="en-US" altLang="zh-CN" sz="2000" u="sng">
                <a:latin typeface="+mj-lt"/>
                <a:cs typeface="+mj-cs"/>
              </a:rPr>
              <a:t>Under evaluation:</a:t>
            </a:r>
            <a:br>
              <a:rPr lang="en-US" altLang="zh-CN" sz="2000">
                <a:latin typeface="+mj-lt"/>
                <a:cs typeface="+mj-cs"/>
              </a:rPr>
            </a:br>
            <a:r>
              <a:rPr lang="en-US" altLang="zh-CN" sz="2000">
                <a:latin typeface="+mj-lt"/>
                <a:cs typeface="+mj-cs"/>
              </a:rPr>
              <a:t>CT-155 Digital Therapeutics </a:t>
            </a:r>
            <a:r>
              <a:rPr lang="en-US" altLang="zh-CN" sz="2000"/>
              <a:t>—</a:t>
            </a:r>
            <a:r>
              <a:rPr lang="en-US" altLang="zh-CN" sz="2000">
                <a:latin typeface="+mj-lt"/>
                <a:cs typeface="+mj-cs"/>
              </a:rPr>
              <a:t> N</a:t>
            </a:r>
            <a:r>
              <a:rPr lang="en-US" altLang="zh-CN" sz="2000"/>
              <a:t>egative Symptom of </a:t>
            </a:r>
            <a:r>
              <a:rPr lang="en-US" altLang="zh-CN" sz="2000">
                <a:latin typeface="+mj-lt"/>
                <a:cs typeface="+mj-cs"/>
              </a:rPr>
              <a:t>Schizophrenia </a:t>
            </a:r>
            <a:endParaRPr lang="zh-CN" altLang="en-US" sz="2000">
              <a:latin typeface="+mj-lt"/>
              <a:cs typeface="+mj-cs"/>
            </a:endParaRPr>
          </a:p>
        </p:txBody>
      </p:sp>
      <p:cxnSp>
        <p:nvCxnSpPr>
          <p:cNvPr id="9" name="Straight Connector 8">
            <a:extLst>
              <a:ext uri="{FF2B5EF4-FFF2-40B4-BE49-F238E27FC236}">
                <a16:creationId xmlns:a16="http://schemas.microsoft.com/office/drawing/2014/main" id="{9C165100-0114-4167-8FF0-BFF01B293D04}"/>
              </a:ext>
            </a:extLst>
          </p:cNvPr>
          <p:cNvCxnSpPr>
            <a:cxnSpLocks/>
          </p:cNvCxnSpPr>
          <p:nvPr/>
        </p:nvCxnSpPr>
        <p:spPr bwMode="auto">
          <a:xfrm flipH="1">
            <a:off x="0" y="3626288"/>
            <a:ext cx="12161499" cy="2153"/>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43" name="TextBox 42"/>
          <p:cNvSpPr txBox="1"/>
          <p:nvPr/>
        </p:nvSpPr>
        <p:spPr>
          <a:xfrm>
            <a:off x="280219" y="1968754"/>
            <a:ext cx="640080" cy="416461"/>
          </a:xfrm>
          <a:prstGeom prst="rect">
            <a:avLst/>
          </a:prstGeom>
          <a:noFill/>
          <a:ln>
            <a:solidFill>
              <a:schemeClr val="accent1"/>
            </a:solidFill>
          </a:ln>
        </p:spPr>
        <p:txBody>
          <a:bodyPr wrap="square" lIns="0" tIns="27432" rIns="27432" bIns="0" rtlCol="0" anchor="ctr">
            <a:spAutoFit/>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sz="9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Clinical learning stud</a:t>
            </a:r>
            <a:r>
              <a:rPr kumimoji="0" lang="en-US" altLang="zh-CN" sz="9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ies</a:t>
            </a:r>
            <a:endParaRPr kumimoji="0" lang="en-US" sz="9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endParaRPr>
          </a:p>
        </p:txBody>
      </p:sp>
      <p:sp>
        <p:nvSpPr>
          <p:cNvPr id="105" name="Isosceles Triangle 104"/>
          <p:cNvSpPr/>
          <p:nvPr/>
        </p:nvSpPr>
        <p:spPr>
          <a:xfrm rot="5400000">
            <a:off x="11579739" y="1217406"/>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oehringer Forward Text"/>
              <a:ea typeface="+mn-ea"/>
              <a:cs typeface="+mn-cs"/>
            </a:endParaRPr>
          </a:p>
        </p:txBody>
      </p:sp>
      <p:grpSp>
        <p:nvGrpSpPr>
          <p:cNvPr id="8" name="Group 7">
            <a:extLst>
              <a:ext uri="{FF2B5EF4-FFF2-40B4-BE49-F238E27FC236}">
                <a16:creationId xmlns:a16="http://schemas.microsoft.com/office/drawing/2014/main" id="{77B4B7D9-11C7-4004-8715-8979E4BCF14A}"/>
              </a:ext>
            </a:extLst>
          </p:cNvPr>
          <p:cNvGrpSpPr/>
          <p:nvPr/>
        </p:nvGrpSpPr>
        <p:grpSpPr>
          <a:xfrm>
            <a:off x="7401226" y="2395950"/>
            <a:ext cx="750276" cy="596828"/>
            <a:chOff x="8494478" y="3020918"/>
            <a:chExt cx="750276" cy="596828"/>
          </a:xfrm>
        </p:grpSpPr>
        <p:sp>
          <p:nvSpPr>
            <p:cNvPr id="63" name="Isosceles Triangle 62">
              <a:extLst>
                <a:ext uri="{FF2B5EF4-FFF2-40B4-BE49-F238E27FC236}">
                  <a16:creationId xmlns:a16="http://schemas.microsoft.com/office/drawing/2014/main" id="{95F1BAD8-5A4C-4099-A581-54DCA555AF53}"/>
                </a:ext>
              </a:extLst>
            </p:cNvPr>
            <p:cNvSpPr/>
            <p:nvPr/>
          </p:nvSpPr>
          <p:spPr>
            <a:xfrm>
              <a:off x="8767270" y="3020918"/>
              <a:ext cx="144000" cy="144000"/>
            </a:xfrm>
            <a:prstGeom prst="triangle">
              <a:avLst/>
            </a:prstGeom>
            <a:solidFill>
              <a:srgbClr val="00B05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err="1">
                <a:ln>
                  <a:noFill/>
                </a:ln>
                <a:solidFill>
                  <a:srgbClr val="000000"/>
                </a:solidFill>
                <a:effectLst/>
                <a:uLnTx/>
                <a:uFillTx/>
                <a:latin typeface="Boehringer Forward Text"/>
                <a:ea typeface="+mn-ea"/>
                <a:cs typeface="Calibri" panose="020F0502020204030204" pitchFamily="34" charset="0"/>
              </a:endParaRPr>
            </a:p>
          </p:txBody>
        </p:sp>
        <p:sp>
          <p:nvSpPr>
            <p:cNvPr id="64" name="TextBox 63">
              <a:extLst>
                <a:ext uri="{FF2B5EF4-FFF2-40B4-BE49-F238E27FC236}">
                  <a16:creationId xmlns:a16="http://schemas.microsoft.com/office/drawing/2014/main" id="{72D3B095-31A6-4A67-83AF-06389B553CEB}"/>
                </a:ext>
              </a:extLst>
            </p:cNvPr>
            <p:cNvSpPr txBox="1"/>
            <p:nvPr/>
          </p:nvSpPr>
          <p:spPr>
            <a:xfrm>
              <a:off x="8494478" y="3186859"/>
              <a:ext cx="75027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US Sub*</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1" u="none" strike="sngStrike" kern="1200" cap="none" spc="0" normalizeH="0" baseline="0" noProof="0">
                  <a:ln>
                    <a:noFill/>
                  </a:ln>
                  <a:solidFill>
                    <a:prstClr val="black"/>
                  </a:solidFill>
                  <a:effectLst/>
                  <a:uLnTx/>
                  <a:uFillTx/>
                  <a:latin typeface="Boehringer Forward Text"/>
                  <a:ea typeface="+mn-ea"/>
                  <a:cs typeface="Calibri" panose="020F0502020204030204" pitchFamily="34" charset="0"/>
                </a:rPr>
                <a:t>Oct’24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1" u="none" strike="noStrike" kern="1200" cap="none" spc="0" normalizeH="0" baseline="0" noProof="0">
                  <a:ln>
                    <a:noFill/>
                  </a:ln>
                  <a:solidFill>
                    <a:srgbClr val="FF0000"/>
                  </a:solidFill>
                  <a:effectLst/>
                  <a:uLnTx/>
                  <a:uFillTx/>
                  <a:latin typeface="Boehringer Forward Text"/>
                  <a:ea typeface="+mn-ea"/>
                  <a:cs typeface="Calibri" panose="020F0502020204030204" pitchFamily="34" charset="0"/>
                </a:rPr>
                <a:t>Aug’25</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700" b="0" i="1" u="none" strike="noStrike" kern="1200" cap="none" spc="0" normalizeH="0" baseline="0" noProof="0">
                <a:ln>
                  <a:noFill/>
                </a:ln>
                <a:solidFill>
                  <a:srgbClr val="FF0000"/>
                </a:solidFill>
                <a:effectLst/>
                <a:uLnTx/>
                <a:uFillTx/>
                <a:latin typeface="Boehringer Forward Text"/>
                <a:ea typeface="+mn-ea"/>
                <a:cs typeface="Calibri" panose="020F0502020204030204" pitchFamily="34" charset="0"/>
              </a:endParaRPr>
            </a:p>
          </p:txBody>
        </p:sp>
      </p:grpSp>
      <p:grpSp>
        <p:nvGrpSpPr>
          <p:cNvPr id="19" name="Group 18">
            <a:extLst>
              <a:ext uri="{FF2B5EF4-FFF2-40B4-BE49-F238E27FC236}">
                <a16:creationId xmlns:a16="http://schemas.microsoft.com/office/drawing/2014/main" id="{DC1A41FD-8992-4601-BB6C-23A08503FDBD}"/>
              </a:ext>
            </a:extLst>
          </p:cNvPr>
          <p:cNvGrpSpPr/>
          <p:nvPr/>
        </p:nvGrpSpPr>
        <p:grpSpPr>
          <a:xfrm>
            <a:off x="8196437" y="2396593"/>
            <a:ext cx="750276" cy="480518"/>
            <a:chOff x="7539961" y="3062499"/>
            <a:chExt cx="750276" cy="480518"/>
          </a:xfrm>
        </p:grpSpPr>
        <p:sp>
          <p:nvSpPr>
            <p:cNvPr id="77" name="TextBox 76">
              <a:extLst>
                <a:ext uri="{FF2B5EF4-FFF2-40B4-BE49-F238E27FC236}">
                  <a16:creationId xmlns:a16="http://schemas.microsoft.com/office/drawing/2014/main" id="{8775EB8E-9DC4-4D13-AC9A-7D8AEBD6CCC9}"/>
                </a:ext>
              </a:extLst>
            </p:cNvPr>
            <p:cNvSpPr txBox="1"/>
            <p:nvPr/>
          </p:nvSpPr>
          <p:spPr>
            <a:xfrm>
              <a:off x="7539961" y="3219852"/>
              <a:ext cx="750276" cy="323165"/>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US Appr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1" u="none" strike="sngStrike" kern="1200" cap="none" spc="0" normalizeH="0" baseline="0" noProof="0">
                  <a:ln>
                    <a:noFill/>
                  </a:ln>
                  <a:solidFill>
                    <a:prstClr val="black"/>
                  </a:solidFill>
                  <a:effectLst/>
                  <a:uLnTx/>
                  <a:uFillTx/>
                  <a:latin typeface="Boehringer Forward Text"/>
                  <a:ea typeface="+mn-ea"/>
                  <a:cs typeface="Calibri" panose="020F0502020204030204" pitchFamily="34" charset="0"/>
                </a:rPr>
                <a:t>Apr’25</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1" u="none" strike="noStrike" kern="1200" cap="none" spc="0" normalizeH="0" baseline="0" noProof="0">
                  <a:ln>
                    <a:noFill/>
                  </a:ln>
                  <a:solidFill>
                    <a:srgbClr val="FF0000"/>
                  </a:solidFill>
                  <a:effectLst/>
                  <a:uLnTx/>
                  <a:uFillTx/>
                  <a:latin typeface="Boehringer Forward Text"/>
                  <a:ea typeface="+mn-ea"/>
                  <a:cs typeface="Calibri" panose="020F0502020204030204" pitchFamily="34" charset="0"/>
                </a:rPr>
                <a:t>Jan’26</a:t>
              </a:r>
              <a:endParaRPr kumimoji="0" lang="en-GB"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46" name="Isosceles Triangle 45">
              <a:extLst>
                <a:ext uri="{FF2B5EF4-FFF2-40B4-BE49-F238E27FC236}">
                  <a16:creationId xmlns:a16="http://schemas.microsoft.com/office/drawing/2014/main" id="{B3AA7875-BF73-4486-9D50-86BD4F70B0EF}"/>
                </a:ext>
              </a:extLst>
            </p:cNvPr>
            <p:cNvSpPr/>
            <p:nvPr/>
          </p:nvSpPr>
          <p:spPr>
            <a:xfrm rot="10800000" flipH="1" flipV="1">
              <a:off x="7830467" y="3062499"/>
              <a:ext cx="144000" cy="144000"/>
            </a:xfrm>
            <a:prstGeom prst="triangle">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err="1">
                <a:ln>
                  <a:noFill/>
                </a:ln>
                <a:solidFill>
                  <a:srgbClr val="000000"/>
                </a:solidFill>
                <a:effectLst/>
                <a:uLnTx/>
                <a:uFillTx/>
                <a:latin typeface="Boehringer Forward Text"/>
                <a:ea typeface="+mn-ea"/>
                <a:cs typeface="Calibri" panose="020F0502020204030204" pitchFamily="34" charset="0"/>
              </a:endParaRPr>
            </a:p>
          </p:txBody>
        </p:sp>
      </p:grpSp>
      <p:sp>
        <p:nvSpPr>
          <p:cNvPr id="49" name="OTLSHAPE_T_5a934a26f311425e8ebaa0f45e6533ad_Shape">
            <a:extLst>
              <a:ext uri="{FF2B5EF4-FFF2-40B4-BE49-F238E27FC236}">
                <a16:creationId xmlns:a16="http://schemas.microsoft.com/office/drawing/2014/main" id="{83FC8BED-F581-4F20-AAF9-DE95A6CC7D5E}"/>
              </a:ext>
            </a:extLst>
          </p:cNvPr>
          <p:cNvSpPr/>
          <p:nvPr>
            <p:custDataLst>
              <p:tags r:id="rId1"/>
            </p:custDataLst>
          </p:nvPr>
        </p:nvSpPr>
        <p:spPr bwMode="auto">
          <a:xfrm>
            <a:off x="1527951" y="1957988"/>
            <a:ext cx="457200" cy="256032"/>
          </a:xfrm>
          <a:prstGeom prst="roundRect">
            <a:avLst/>
          </a:prstGeom>
          <a:solidFill>
            <a:schemeClr val="tx2">
              <a:lumMod val="40000"/>
              <a:lumOff val="60000"/>
              <a:alpha val="5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36000" tIns="45720" rIns="3600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rPr>
              <a:t>CLS 3</a:t>
            </a:r>
          </a:p>
        </p:txBody>
      </p:sp>
      <p:sp>
        <p:nvSpPr>
          <p:cNvPr id="65" name="TextBox 64">
            <a:extLst>
              <a:ext uri="{FF2B5EF4-FFF2-40B4-BE49-F238E27FC236}">
                <a16:creationId xmlns:a16="http://schemas.microsoft.com/office/drawing/2014/main" id="{FB477B51-ED78-4E69-9FF5-CFB3ABE32EE1}"/>
              </a:ext>
            </a:extLst>
          </p:cNvPr>
          <p:cNvSpPr txBox="1"/>
          <p:nvPr/>
        </p:nvSpPr>
        <p:spPr>
          <a:xfrm>
            <a:off x="248273" y="2537512"/>
            <a:ext cx="640080" cy="138499"/>
          </a:xfrm>
          <a:prstGeom prst="rect">
            <a:avLst/>
          </a:prstGeom>
          <a:noFill/>
          <a:ln>
            <a:solidFill>
              <a:schemeClr val="accent1"/>
            </a:solid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Pivotal trial</a:t>
            </a:r>
          </a:p>
        </p:txBody>
      </p:sp>
      <p:sp>
        <p:nvSpPr>
          <p:cNvPr id="48" name="OTLSHAPE_T_5a934a26f311425e8ebaa0f45e6533ad_Shape">
            <a:extLst>
              <a:ext uri="{FF2B5EF4-FFF2-40B4-BE49-F238E27FC236}">
                <a16:creationId xmlns:a16="http://schemas.microsoft.com/office/drawing/2014/main" id="{1E663B7F-234C-4F7D-A4EF-CA8B55F762C7}"/>
              </a:ext>
            </a:extLst>
          </p:cNvPr>
          <p:cNvSpPr/>
          <p:nvPr>
            <p:custDataLst>
              <p:tags r:id="rId2"/>
            </p:custDataLst>
          </p:nvPr>
        </p:nvSpPr>
        <p:spPr bwMode="auto">
          <a:xfrm>
            <a:off x="1049716" y="1944807"/>
            <a:ext cx="365760" cy="256032"/>
          </a:xfrm>
          <a:prstGeom prst="roundRect">
            <a:avLst/>
          </a:prstGeom>
          <a:solidFill>
            <a:schemeClr val="tx2">
              <a:lumMod val="40000"/>
              <a:lumOff val="60000"/>
              <a:alpha val="5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0" tIns="45720" rIns="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rPr>
              <a:t>CLS 1</a:t>
            </a:r>
          </a:p>
        </p:txBody>
      </p:sp>
      <p:sp>
        <p:nvSpPr>
          <p:cNvPr id="110" name="OTLSHAPE_T_5a934a26f311425e8ebaa0f45e6533ad_Shape">
            <a:extLst>
              <a:ext uri="{FF2B5EF4-FFF2-40B4-BE49-F238E27FC236}">
                <a16:creationId xmlns:a16="http://schemas.microsoft.com/office/drawing/2014/main" id="{894F0B92-F77C-4323-9456-34121CEFCEAB}"/>
              </a:ext>
            </a:extLst>
          </p:cNvPr>
          <p:cNvSpPr/>
          <p:nvPr>
            <p:custDataLst>
              <p:tags r:id="rId3"/>
            </p:custDataLst>
          </p:nvPr>
        </p:nvSpPr>
        <p:spPr bwMode="auto">
          <a:xfrm>
            <a:off x="2144107" y="1957988"/>
            <a:ext cx="365760" cy="256032"/>
          </a:xfrm>
          <a:prstGeom prst="roundRect">
            <a:avLst/>
          </a:prstGeom>
          <a:solidFill>
            <a:schemeClr val="tx2">
              <a:lumMod val="40000"/>
              <a:lumOff val="60000"/>
              <a:alpha val="5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0" tIns="45720" rIns="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7" normalizeH="0" baseline="0" noProof="0">
                <a:ln>
                  <a:noFill/>
                </a:ln>
                <a:solidFill>
                  <a:srgbClr val="000000"/>
                </a:solidFill>
                <a:effectLst/>
                <a:uLnTx/>
                <a:uFillTx/>
                <a:latin typeface="Boehringer Forward Text"/>
                <a:ea typeface="等线" panose="02010600030101010101" pitchFamily="2" charset="-122"/>
                <a:cs typeface="+mn-cs"/>
              </a:rPr>
              <a:t>CLS 2</a:t>
            </a:r>
          </a:p>
        </p:txBody>
      </p:sp>
      <p:grpSp>
        <p:nvGrpSpPr>
          <p:cNvPr id="123" name="Group 122">
            <a:extLst>
              <a:ext uri="{FF2B5EF4-FFF2-40B4-BE49-F238E27FC236}">
                <a16:creationId xmlns:a16="http://schemas.microsoft.com/office/drawing/2014/main" id="{DD0C8370-C346-4128-A815-8BB86059CBB4}"/>
              </a:ext>
            </a:extLst>
          </p:cNvPr>
          <p:cNvGrpSpPr/>
          <p:nvPr/>
        </p:nvGrpSpPr>
        <p:grpSpPr>
          <a:xfrm>
            <a:off x="6619568" y="2401929"/>
            <a:ext cx="548640" cy="457421"/>
            <a:chOff x="6967825" y="2206244"/>
            <a:chExt cx="548640" cy="457421"/>
          </a:xfrm>
        </p:grpSpPr>
        <p:sp>
          <p:nvSpPr>
            <p:cNvPr id="124" name="流程图: 决策 4">
              <a:extLst>
                <a:ext uri="{FF2B5EF4-FFF2-40B4-BE49-F238E27FC236}">
                  <a16:creationId xmlns:a16="http://schemas.microsoft.com/office/drawing/2014/main" id="{03C02ADC-9869-4C0A-BA56-3698201D4A1E}"/>
                </a:ext>
              </a:extLst>
            </p:cNvPr>
            <p:cNvSpPr/>
            <p:nvPr/>
          </p:nvSpPr>
          <p:spPr>
            <a:xfrm>
              <a:off x="7206168" y="2206244"/>
              <a:ext cx="108000" cy="144000"/>
            </a:xfrm>
            <a:prstGeom prst="flowChartDecision">
              <a:avLst/>
            </a:prstGeom>
            <a:solidFill>
              <a:srgbClr val="0000CC"/>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err="1">
                <a:ln>
                  <a:noFill/>
                </a:ln>
                <a:solidFill>
                  <a:srgbClr val="FFFFFF"/>
                </a:solidFill>
                <a:effectLst/>
                <a:uLnTx/>
                <a:uFillTx/>
                <a:latin typeface="Boehringer Forward Text"/>
                <a:ea typeface="+mn-ea"/>
                <a:cs typeface="Calibri" panose="020F0502020204030204" pitchFamily="34" charset="0"/>
              </a:endParaRPr>
            </a:p>
          </p:txBody>
        </p:sp>
        <p:sp>
          <p:nvSpPr>
            <p:cNvPr id="125" name="OTLSHAPE_T_e17f3958430f4cff8650518c93c7635e_StartDate">
              <a:extLst>
                <a:ext uri="{FF2B5EF4-FFF2-40B4-BE49-F238E27FC236}">
                  <a16:creationId xmlns:a16="http://schemas.microsoft.com/office/drawing/2014/main" id="{3F1F9226-EEC3-4F14-9AC6-31C45A243821}"/>
                </a:ext>
              </a:extLst>
            </p:cNvPr>
            <p:cNvSpPr txBox="1"/>
            <p:nvPr>
              <p:custDataLst>
                <p:tags r:id="rId19"/>
              </p:custDataLst>
            </p:nvPr>
          </p:nvSpPr>
          <p:spPr>
            <a:xfrm>
              <a:off x="6967825" y="2340500"/>
              <a:ext cx="548640" cy="323165"/>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003366"/>
                  </a:solidFill>
                  <a:effectLst/>
                  <a:uLnTx/>
                  <a:uFillTx/>
                  <a:latin typeface="Boehringer Forward Text"/>
                  <a:ea typeface="+mn-ea"/>
                  <a:cs typeface="Calibri" panose="020F0502020204030204" pitchFamily="34" charset="0"/>
                </a:rPr>
                <a:t>TLR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sngStrike" kern="1200" cap="none" spc="0" normalizeH="0" baseline="0" noProof="0">
                  <a:ln>
                    <a:noFill/>
                  </a:ln>
                  <a:solidFill>
                    <a:srgbClr val="003366"/>
                  </a:solidFill>
                  <a:effectLst/>
                  <a:uLnTx/>
                  <a:uFillTx/>
                  <a:latin typeface="Boehringer Forward Text"/>
                  <a:ea typeface="+mn-ea"/>
                  <a:cs typeface="Calibri" panose="020F0502020204030204" pitchFamily="34" charset="0"/>
                </a:rPr>
                <a:t>Jul’24</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FF0000"/>
                  </a:solidFill>
                  <a:effectLst/>
                  <a:uLnTx/>
                  <a:uFillTx/>
                  <a:latin typeface="Boehringer Forward Text"/>
                  <a:ea typeface="+mn-ea"/>
                  <a:cs typeface="Calibri" panose="020F0502020204030204" pitchFamily="34" charset="0"/>
                </a:rPr>
                <a:t>Mar’25</a:t>
              </a:r>
              <a:endParaRPr kumimoji="0" lang="zh-CN" altLang="en-US" sz="700" b="0" i="0" u="none" strike="noStrike" kern="1200" cap="none" spc="0" normalizeH="0" baseline="0" noProof="0">
                <a:ln>
                  <a:noFill/>
                </a:ln>
                <a:solidFill>
                  <a:srgbClr val="FF0000"/>
                </a:solidFill>
                <a:effectLst/>
                <a:uLnTx/>
                <a:uFillTx/>
                <a:latin typeface="Boehringer Forward Text"/>
                <a:ea typeface="+mn-ea"/>
                <a:cs typeface="Calibri" panose="020F0502020204030204" pitchFamily="34" charset="0"/>
              </a:endParaRPr>
            </a:p>
          </p:txBody>
        </p:sp>
      </p:grpSp>
      <p:grpSp>
        <p:nvGrpSpPr>
          <p:cNvPr id="27" name="Group 26">
            <a:extLst>
              <a:ext uri="{FF2B5EF4-FFF2-40B4-BE49-F238E27FC236}">
                <a16:creationId xmlns:a16="http://schemas.microsoft.com/office/drawing/2014/main" id="{FE7DF113-82D2-48D2-868F-DEA736B531D7}"/>
              </a:ext>
            </a:extLst>
          </p:cNvPr>
          <p:cNvGrpSpPr/>
          <p:nvPr/>
        </p:nvGrpSpPr>
        <p:grpSpPr>
          <a:xfrm>
            <a:off x="3250409" y="2216277"/>
            <a:ext cx="3218248" cy="614051"/>
            <a:chOff x="3250409" y="2216277"/>
            <a:chExt cx="3218248" cy="614051"/>
          </a:xfrm>
        </p:grpSpPr>
        <p:sp>
          <p:nvSpPr>
            <p:cNvPr id="66" name="OTLSHAPE_T_e17f3958430f4cff8650518c93c7635e_Shape">
              <a:extLst>
                <a:ext uri="{FF2B5EF4-FFF2-40B4-BE49-F238E27FC236}">
                  <a16:creationId xmlns:a16="http://schemas.microsoft.com/office/drawing/2014/main" id="{B4E8BEE0-0EB3-40D8-9AA2-B2BC6D502A8C}"/>
                </a:ext>
              </a:extLst>
            </p:cNvPr>
            <p:cNvSpPr/>
            <p:nvPr>
              <p:custDataLst>
                <p:tags r:id="rId17"/>
              </p:custDataLst>
            </p:nvPr>
          </p:nvSpPr>
          <p:spPr bwMode="auto">
            <a:xfrm>
              <a:off x="3419493" y="2395896"/>
              <a:ext cx="3049164" cy="27432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9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RCT in US </a:t>
              </a:r>
              <a:r>
                <a:rPr kumimoji="0" lang="en-US" altLang="zh-CN" sz="900" b="1"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(Convoke trial) </a:t>
              </a:r>
              <a:endParaRPr kumimoji="0" lang="zh-CN" altLang="en-US" sz="900" b="1"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endParaRPr>
            </a:p>
          </p:txBody>
        </p:sp>
        <p:sp>
          <p:nvSpPr>
            <p:cNvPr id="71" name="TextBox 70">
              <a:extLst>
                <a:ext uri="{FF2B5EF4-FFF2-40B4-BE49-F238E27FC236}">
                  <a16:creationId xmlns:a16="http://schemas.microsoft.com/office/drawing/2014/main" id="{E4C6A088-E739-4FCD-9687-E85C64FDA066}"/>
                </a:ext>
              </a:extLst>
            </p:cNvPr>
            <p:cNvSpPr txBox="1"/>
            <p:nvPr/>
          </p:nvSpPr>
          <p:spPr>
            <a:xfrm>
              <a:off x="3310681" y="2216277"/>
              <a:ext cx="606256" cy="20005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6697BF">
                      <a:lumMod val="50000"/>
                    </a:srgbClr>
                  </a:solidFill>
                  <a:effectLst/>
                  <a:uLnTx/>
                  <a:uFillTx/>
                  <a:latin typeface="Boehringer Forward Text"/>
                  <a:ea typeface="等线" panose="02010600030101010101" pitchFamily="2" charset="-122"/>
                  <a:cs typeface="Calibri" panose="020F0502020204030204" pitchFamily="34" charset="0"/>
                </a:rPr>
                <a:t>31Mar’23</a:t>
              </a:r>
              <a:endParaRPr kumimoji="0" lang="zh-CN" altLang="en-US" sz="700" b="1" i="0" u="none" strike="noStrike" kern="1200" cap="none" spc="0" normalizeH="0" baseline="0" noProof="0">
                <a:ln>
                  <a:noFill/>
                </a:ln>
                <a:solidFill>
                  <a:srgbClr val="6697BF">
                    <a:lumMod val="50000"/>
                  </a:srgbClr>
                </a:solidFill>
                <a:effectLst/>
                <a:uLnTx/>
                <a:uFillTx/>
                <a:latin typeface="Boehringer Forward Text"/>
                <a:ea typeface="等线" panose="02010600030101010101" pitchFamily="2" charset="-122"/>
                <a:cs typeface="Calibri" panose="020F0502020204030204" pitchFamily="34" charset="0"/>
              </a:endParaRPr>
            </a:p>
          </p:txBody>
        </p:sp>
        <p:sp>
          <p:nvSpPr>
            <p:cNvPr id="126" name="Star: 4 Points 143">
              <a:extLst>
                <a:ext uri="{FF2B5EF4-FFF2-40B4-BE49-F238E27FC236}">
                  <a16:creationId xmlns:a16="http://schemas.microsoft.com/office/drawing/2014/main" id="{5474C197-4B21-497C-B844-D793C5FC7F35}"/>
                </a:ext>
              </a:extLst>
            </p:cNvPr>
            <p:cNvSpPr/>
            <p:nvPr/>
          </p:nvSpPr>
          <p:spPr bwMode="auto">
            <a:xfrm>
              <a:off x="3339211" y="255134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27" name="OTLSHAPE_M_39ea6ebc19a94c9fab6ef5006c31df58_Title">
              <a:extLst>
                <a:ext uri="{FF2B5EF4-FFF2-40B4-BE49-F238E27FC236}">
                  <a16:creationId xmlns:a16="http://schemas.microsoft.com/office/drawing/2014/main" id="{84373454-7A4C-4DF0-8ED6-4BD0E7D88D26}"/>
                </a:ext>
              </a:extLst>
            </p:cNvPr>
            <p:cNvSpPr txBox="1"/>
            <p:nvPr>
              <p:custDataLst>
                <p:tags r:id="rId18"/>
              </p:custDataLst>
            </p:nvPr>
          </p:nvSpPr>
          <p:spPr>
            <a:xfrm>
              <a:off x="3250409" y="2722606"/>
              <a:ext cx="396000"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FPI</a:t>
              </a:r>
              <a:endParaRPr kumimoji="0" lang="zh-CN" altLang="en-US" sz="7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grpSp>
        <p:nvGrpSpPr>
          <p:cNvPr id="128" name="Group 127">
            <a:extLst>
              <a:ext uri="{FF2B5EF4-FFF2-40B4-BE49-F238E27FC236}">
                <a16:creationId xmlns:a16="http://schemas.microsoft.com/office/drawing/2014/main" id="{9F61B230-C638-4B70-8C6E-897CEFCE53CE}"/>
              </a:ext>
            </a:extLst>
          </p:cNvPr>
          <p:cNvGrpSpPr/>
          <p:nvPr/>
        </p:nvGrpSpPr>
        <p:grpSpPr>
          <a:xfrm>
            <a:off x="24659" y="1454401"/>
            <a:ext cx="959727" cy="447229"/>
            <a:chOff x="14295" y="1797983"/>
            <a:chExt cx="959727" cy="447229"/>
          </a:xfrm>
        </p:grpSpPr>
        <p:sp>
          <p:nvSpPr>
            <p:cNvPr id="129" name="Freeform: Shape 147">
              <a:extLst>
                <a:ext uri="{FF2B5EF4-FFF2-40B4-BE49-F238E27FC236}">
                  <a16:creationId xmlns:a16="http://schemas.microsoft.com/office/drawing/2014/main" id="{F98F3C05-CFC3-470A-A4AE-00166869D698}"/>
                </a:ext>
              </a:extLst>
            </p:cNvPr>
            <p:cNvSpPr/>
            <p:nvPr/>
          </p:nvSpPr>
          <p:spPr bwMode="auto">
            <a:xfrm>
              <a:off x="105342" y="1891290"/>
              <a:ext cx="868680" cy="274320"/>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384048" tIns="45720" rIns="54864"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0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rPr>
                <a:t>Global</a:t>
              </a:r>
              <a:endParaRPr kumimoji="0" lang="zh-CN" altLang="en-US" sz="10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endParaRPr>
            </a:p>
          </p:txBody>
        </p:sp>
        <p:sp>
          <p:nvSpPr>
            <p:cNvPr id="133" name="Oval 4">
              <a:extLst>
                <a:ext uri="{FF2B5EF4-FFF2-40B4-BE49-F238E27FC236}">
                  <a16:creationId xmlns:a16="http://schemas.microsoft.com/office/drawing/2014/main" id="{E9664BBD-D788-444D-8466-E2F6839E2375}"/>
                </a:ext>
              </a:extLst>
            </p:cNvPr>
            <p:cNvSpPr/>
            <p:nvPr/>
          </p:nvSpPr>
          <p:spPr>
            <a:xfrm>
              <a:off x="14295" y="1797983"/>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134" name="Rectangle: Rounded Corners 116">
              <a:extLst>
                <a:ext uri="{FF2B5EF4-FFF2-40B4-BE49-F238E27FC236}">
                  <a16:creationId xmlns:a16="http://schemas.microsoft.com/office/drawing/2014/main" id="{69E7B1D3-E42C-44DF-98D5-B2BA764BD9ED}"/>
                </a:ext>
              </a:extLst>
            </p:cNvPr>
            <p:cNvSpPr/>
            <p:nvPr/>
          </p:nvSpPr>
          <p:spPr bwMode="auto">
            <a:xfrm>
              <a:off x="922048" y="1849870"/>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endParaRPr>
            </a:p>
          </p:txBody>
        </p:sp>
        <p:pic>
          <p:nvPicPr>
            <p:cNvPr id="135" name="Picture 6" descr="Image result for world circle png">
              <a:extLst>
                <a:ext uri="{FF2B5EF4-FFF2-40B4-BE49-F238E27FC236}">
                  <a16:creationId xmlns:a16="http://schemas.microsoft.com/office/drawing/2014/main" id="{134592A6-AA13-482C-BF86-BD0D88ACBC75}"/>
                </a:ext>
              </a:extLst>
            </p:cNvPr>
            <p:cNvPicPr>
              <a:picLocks noChangeAspect="1" noChangeArrowheads="1"/>
            </p:cNvPicPr>
            <p:nvPr/>
          </p:nvPicPr>
          <p:blipFill rotWithShape="1">
            <a:blip r:embed="rId22" cstate="print">
              <a:extLst>
                <a:ext uri="{28A0092B-C50C-407E-A947-70E740481C1C}">
                  <a14:useLocalDpi xmlns:a14="http://schemas.microsoft.com/office/drawing/2010/main" val="0"/>
                </a:ext>
              </a:extLst>
            </a:blip>
            <a:srcRect l="4094" t="4010" r="4094" b="4010"/>
            <a:stretch/>
          </p:blipFill>
          <p:spPr bwMode="auto">
            <a:xfrm>
              <a:off x="51027" y="1834199"/>
              <a:ext cx="373767" cy="3747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36" name="Group 135">
            <a:extLst>
              <a:ext uri="{FF2B5EF4-FFF2-40B4-BE49-F238E27FC236}">
                <a16:creationId xmlns:a16="http://schemas.microsoft.com/office/drawing/2014/main" id="{57E23B2B-6C73-475E-A1D4-E1B3DE2A4467}"/>
              </a:ext>
            </a:extLst>
          </p:cNvPr>
          <p:cNvGrpSpPr/>
          <p:nvPr/>
        </p:nvGrpSpPr>
        <p:grpSpPr>
          <a:xfrm>
            <a:off x="29875" y="3739183"/>
            <a:ext cx="942154" cy="447229"/>
            <a:chOff x="87758" y="4551370"/>
            <a:chExt cx="942154" cy="447229"/>
          </a:xfrm>
        </p:grpSpPr>
        <p:grpSp>
          <p:nvGrpSpPr>
            <p:cNvPr id="137" name="Group 136">
              <a:extLst>
                <a:ext uri="{FF2B5EF4-FFF2-40B4-BE49-F238E27FC236}">
                  <a16:creationId xmlns:a16="http://schemas.microsoft.com/office/drawing/2014/main" id="{ABF2E54A-4FAA-4BF1-B969-24B5825C0792}"/>
                </a:ext>
              </a:extLst>
            </p:cNvPr>
            <p:cNvGrpSpPr/>
            <p:nvPr/>
          </p:nvGrpSpPr>
          <p:grpSpPr>
            <a:xfrm>
              <a:off x="87758" y="4551370"/>
              <a:ext cx="942154" cy="447229"/>
              <a:chOff x="87758" y="4551370"/>
              <a:chExt cx="942154" cy="447229"/>
            </a:xfrm>
          </p:grpSpPr>
          <p:sp>
            <p:nvSpPr>
              <p:cNvPr id="139" name="Freeform: Shape 152">
                <a:extLst>
                  <a:ext uri="{FF2B5EF4-FFF2-40B4-BE49-F238E27FC236}">
                    <a16:creationId xmlns:a16="http://schemas.microsoft.com/office/drawing/2014/main" id="{ABEC5017-FB5A-4B52-895A-41A26ABB7D30}"/>
                  </a:ext>
                </a:extLst>
              </p:cNvPr>
              <p:cNvSpPr/>
              <p:nvPr/>
            </p:nvSpPr>
            <p:spPr bwMode="auto">
              <a:xfrm>
                <a:off x="161232" y="4637822"/>
                <a:ext cx="868680" cy="274320"/>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11480" tIns="45720" rIns="54864" bIns="45720" numCol="1" rtlCol="0" anchor="ctr" anchorCtr="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zh-CN" sz="10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rPr>
                  <a:t>China</a:t>
                </a:r>
                <a:endParaRPr kumimoji="0" lang="zh-CN" altLang="en-US" sz="10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endParaRPr>
              </a:p>
            </p:txBody>
          </p:sp>
          <p:grpSp>
            <p:nvGrpSpPr>
              <p:cNvPr id="140" name="Group 139">
                <a:extLst>
                  <a:ext uri="{FF2B5EF4-FFF2-40B4-BE49-F238E27FC236}">
                    <a16:creationId xmlns:a16="http://schemas.microsoft.com/office/drawing/2014/main" id="{FD829B5C-6099-4F3C-B5EF-C216C8563ACB}"/>
                  </a:ext>
                </a:extLst>
              </p:cNvPr>
              <p:cNvGrpSpPr/>
              <p:nvPr/>
            </p:nvGrpSpPr>
            <p:grpSpPr>
              <a:xfrm>
                <a:off x="87758" y="4551370"/>
                <a:ext cx="447229" cy="447229"/>
                <a:chOff x="87758" y="4551370"/>
                <a:chExt cx="447229" cy="447229"/>
              </a:xfrm>
            </p:grpSpPr>
            <p:sp>
              <p:nvSpPr>
                <p:cNvPr id="141" name="Oval 134">
                  <a:extLst>
                    <a:ext uri="{FF2B5EF4-FFF2-40B4-BE49-F238E27FC236}">
                      <a16:creationId xmlns:a16="http://schemas.microsoft.com/office/drawing/2014/main" id="{077F79F8-BAA4-435D-8E1C-591B20D74CE5}"/>
                    </a:ext>
                  </a:extLst>
                </p:cNvPr>
                <p:cNvSpPr/>
                <p:nvPr/>
              </p:nvSpPr>
              <p:spPr>
                <a:xfrm>
                  <a:off x="87758" y="4551370"/>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err="1">
                    <a:ln>
                      <a:noFill/>
                    </a:ln>
                    <a:solidFill>
                      <a:srgbClr val="FFFFFF"/>
                    </a:solidFill>
                    <a:effectLst/>
                    <a:uLnTx/>
                    <a:uFillTx/>
                    <a:latin typeface="Boehringer Forward Text"/>
                    <a:ea typeface="+mn-ea"/>
                    <a:cs typeface="+mn-cs"/>
                  </a:endParaRPr>
                </a:p>
              </p:txBody>
            </p:sp>
            <p:pic>
              <p:nvPicPr>
                <p:cNvPr id="142" name="Picture 2" descr="Image result for China flag circle png">
                  <a:extLst>
                    <a:ext uri="{FF2B5EF4-FFF2-40B4-BE49-F238E27FC236}">
                      <a16:creationId xmlns:a16="http://schemas.microsoft.com/office/drawing/2014/main" id="{870FD24B-4075-427C-A7EB-E5BB53BE6B2D}"/>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123974" y="4587586"/>
                  <a:ext cx="374799" cy="37479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38" name="Rectangle: Rounded Corners 116">
              <a:extLst>
                <a:ext uri="{FF2B5EF4-FFF2-40B4-BE49-F238E27FC236}">
                  <a16:creationId xmlns:a16="http://schemas.microsoft.com/office/drawing/2014/main" id="{9D940AA8-3076-405C-82B0-E7D3B36CBE2D}"/>
                </a:ext>
              </a:extLst>
            </p:cNvPr>
            <p:cNvSpPr/>
            <p:nvPr/>
          </p:nvSpPr>
          <p:spPr bwMode="auto">
            <a:xfrm>
              <a:off x="981144" y="4601823"/>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endParaRPr>
            </a:p>
          </p:txBody>
        </p:sp>
      </p:grpSp>
      <p:graphicFrame>
        <p:nvGraphicFramePr>
          <p:cNvPr id="143" name="Table 142">
            <a:extLst>
              <a:ext uri="{FF2B5EF4-FFF2-40B4-BE49-F238E27FC236}">
                <a16:creationId xmlns:a16="http://schemas.microsoft.com/office/drawing/2014/main" id="{40A25277-9173-4D41-BEC2-69860FD5A6D2}"/>
              </a:ext>
            </a:extLst>
          </p:cNvPr>
          <p:cNvGraphicFramePr>
            <a:graphicFrameLocks noGrp="1"/>
          </p:cNvGraphicFramePr>
          <p:nvPr/>
        </p:nvGraphicFramePr>
        <p:xfrm>
          <a:off x="1137166" y="1016444"/>
          <a:ext cx="10648244" cy="634320"/>
        </p:xfrm>
        <a:graphic>
          <a:graphicData uri="http://schemas.openxmlformats.org/drawingml/2006/table">
            <a:tbl>
              <a:tblPr firstRow="1" bandRow="1"/>
              <a:tblGrid>
                <a:gridCol w="457200">
                  <a:extLst>
                    <a:ext uri="{9D8B030D-6E8A-4147-A177-3AD203B41FA5}">
                      <a16:colId xmlns:a16="http://schemas.microsoft.com/office/drawing/2014/main" val="3696607442"/>
                    </a:ext>
                  </a:extLst>
                </a:gridCol>
                <a:gridCol w="457200">
                  <a:extLst>
                    <a:ext uri="{9D8B030D-6E8A-4147-A177-3AD203B41FA5}">
                      <a16:colId xmlns:a16="http://schemas.microsoft.com/office/drawing/2014/main" val="223989776"/>
                    </a:ext>
                  </a:extLst>
                </a:gridCol>
                <a:gridCol w="457200">
                  <a:extLst>
                    <a:ext uri="{9D8B030D-6E8A-4147-A177-3AD203B41FA5}">
                      <a16:colId xmlns:a16="http://schemas.microsoft.com/office/drawing/2014/main" val="124731204"/>
                    </a:ext>
                  </a:extLst>
                </a:gridCol>
                <a:gridCol w="457200">
                  <a:extLst>
                    <a:ext uri="{9D8B030D-6E8A-4147-A177-3AD203B41FA5}">
                      <a16:colId xmlns:a16="http://schemas.microsoft.com/office/drawing/2014/main" val="3066978585"/>
                    </a:ext>
                  </a:extLst>
                </a:gridCol>
                <a:gridCol w="457200">
                  <a:extLst>
                    <a:ext uri="{9D8B030D-6E8A-4147-A177-3AD203B41FA5}">
                      <a16:colId xmlns:a16="http://schemas.microsoft.com/office/drawing/2014/main" val="1064917641"/>
                    </a:ext>
                  </a:extLst>
                </a:gridCol>
                <a:gridCol w="457200">
                  <a:extLst>
                    <a:ext uri="{9D8B030D-6E8A-4147-A177-3AD203B41FA5}">
                      <a16:colId xmlns:a16="http://schemas.microsoft.com/office/drawing/2014/main" val="4221117315"/>
                    </a:ext>
                  </a:extLst>
                </a:gridCol>
                <a:gridCol w="457200">
                  <a:extLst>
                    <a:ext uri="{9D8B030D-6E8A-4147-A177-3AD203B41FA5}">
                      <a16:colId xmlns:a16="http://schemas.microsoft.com/office/drawing/2014/main" val="3266065341"/>
                    </a:ext>
                  </a:extLst>
                </a:gridCol>
                <a:gridCol w="457200">
                  <a:extLst>
                    <a:ext uri="{9D8B030D-6E8A-4147-A177-3AD203B41FA5}">
                      <a16:colId xmlns:a16="http://schemas.microsoft.com/office/drawing/2014/main" val="2374051224"/>
                    </a:ext>
                  </a:extLst>
                </a:gridCol>
                <a:gridCol w="457200">
                  <a:extLst>
                    <a:ext uri="{9D8B030D-6E8A-4147-A177-3AD203B41FA5}">
                      <a16:colId xmlns:a16="http://schemas.microsoft.com/office/drawing/2014/main" val="1840388365"/>
                    </a:ext>
                  </a:extLst>
                </a:gridCol>
                <a:gridCol w="457200">
                  <a:extLst>
                    <a:ext uri="{9D8B030D-6E8A-4147-A177-3AD203B41FA5}">
                      <a16:colId xmlns:a16="http://schemas.microsoft.com/office/drawing/2014/main" val="267750830"/>
                    </a:ext>
                  </a:extLst>
                </a:gridCol>
                <a:gridCol w="457200">
                  <a:extLst>
                    <a:ext uri="{9D8B030D-6E8A-4147-A177-3AD203B41FA5}">
                      <a16:colId xmlns:a16="http://schemas.microsoft.com/office/drawing/2014/main" val="3966469970"/>
                    </a:ext>
                  </a:extLst>
                </a:gridCol>
                <a:gridCol w="367030">
                  <a:extLst>
                    <a:ext uri="{9D8B030D-6E8A-4147-A177-3AD203B41FA5}">
                      <a16:colId xmlns:a16="http://schemas.microsoft.com/office/drawing/2014/main" val="2522973146"/>
                    </a:ext>
                  </a:extLst>
                </a:gridCol>
                <a:gridCol w="457200">
                  <a:extLst>
                    <a:ext uri="{9D8B030D-6E8A-4147-A177-3AD203B41FA5}">
                      <a16:colId xmlns:a16="http://schemas.microsoft.com/office/drawing/2014/main" val="753966386"/>
                    </a:ext>
                  </a:extLst>
                </a:gridCol>
                <a:gridCol w="457200">
                  <a:extLst>
                    <a:ext uri="{9D8B030D-6E8A-4147-A177-3AD203B41FA5}">
                      <a16:colId xmlns:a16="http://schemas.microsoft.com/office/drawing/2014/main" val="1355418905"/>
                    </a:ext>
                  </a:extLst>
                </a:gridCol>
                <a:gridCol w="457200">
                  <a:extLst>
                    <a:ext uri="{9D8B030D-6E8A-4147-A177-3AD203B41FA5}">
                      <a16:colId xmlns:a16="http://schemas.microsoft.com/office/drawing/2014/main" val="1035493765"/>
                    </a:ext>
                  </a:extLst>
                </a:gridCol>
                <a:gridCol w="457200">
                  <a:extLst>
                    <a:ext uri="{9D8B030D-6E8A-4147-A177-3AD203B41FA5}">
                      <a16:colId xmlns:a16="http://schemas.microsoft.com/office/drawing/2014/main" val="3151529487"/>
                    </a:ext>
                  </a:extLst>
                </a:gridCol>
                <a:gridCol w="457200">
                  <a:extLst>
                    <a:ext uri="{9D8B030D-6E8A-4147-A177-3AD203B41FA5}">
                      <a16:colId xmlns:a16="http://schemas.microsoft.com/office/drawing/2014/main" val="1691252586"/>
                    </a:ext>
                  </a:extLst>
                </a:gridCol>
                <a:gridCol w="457200">
                  <a:extLst>
                    <a:ext uri="{9D8B030D-6E8A-4147-A177-3AD203B41FA5}">
                      <a16:colId xmlns:a16="http://schemas.microsoft.com/office/drawing/2014/main" val="466596144"/>
                    </a:ext>
                  </a:extLst>
                </a:gridCol>
                <a:gridCol w="457200">
                  <a:extLst>
                    <a:ext uri="{9D8B030D-6E8A-4147-A177-3AD203B41FA5}">
                      <a16:colId xmlns:a16="http://schemas.microsoft.com/office/drawing/2014/main" val="718428216"/>
                    </a:ext>
                  </a:extLst>
                </a:gridCol>
                <a:gridCol w="457200">
                  <a:extLst>
                    <a:ext uri="{9D8B030D-6E8A-4147-A177-3AD203B41FA5}">
                      <a16:colId xmlns:a16="http://schemas.microsoft.com/office/drawing/2014/main" val="302403075"/>
                    </a:ext>
                  </a:extLst>
                </a:gridCol>
                <a:gridCol w="457200">
                  <a:extLst>
                    <a:ext uri="{9D8B030D-6E8A-4147-A177-3AD203B41FA5}">
                      <a16:colId xmlns:a16="http://schemas.microsoft.com/office/drawing/2014/main" val="3483722068"/>
                    </a:ext>
                  </a:extLst>
                </a:gridCol>
                <a:gridCol w="457200">
                  <a:extLst>
                    <a:ext uri="{9D8B030D-6E8A-4147-A177-3AD203B41FA5}">
                      <a16:colId xmlns:a16="http://schemas.microsoft.com/office/drawing/2014/main" val="2849615511"/>
                    </a:ext>
                  </a:extLst>
                </a:gridCol>
                <a:gridCol w="340007">
                  <a:extLst>
                    <a:ext uri="{9D8B030D-6E8A-4147-A177-3AD203B41FA5}">
                      <a16:colId xmlns:a16="http://schemas.microsoft.com/office/drawing/2014/main" val="2475065538"/>
                    </a:ext>
                  </a:extLst>
                </a:gridCol>
                <a:gridCol w="340007">
                  <a:extLst>
                    <a:ext uri="{9D8B030D-6E8A-4147-A177-3AD203B41FA5}">
                      <a16:colId xmlns:a16="http://schemas.microsoft.com/office/drawing/2014/main" val="2869311315"/>
                    </a:ext>
                  </a:extLst>
                </a:gridCol>
              </a:tblGrid>
              <a:tr h="27432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mn-lt"/>
                          <a:ea typeface="+mn-ea"/>
                          <a:cs typeface="Arial" panose="020B0604020202020204" pitchFamily="34" charset="0"/>
                        </a:rPr>
                        <a:t>2022</a:t>
                      </a:r>
                      <a:endParaRPr lang="zh-CN" altLang="en-US" sz="1100" b="1" kern="1200">
                        <a:solidFill>
                          <a:schemeClr val="lt1"/>
                        </a:solidFill>
                        <a:latin typeface="+mn-lt"/>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marL="0" algn="ctr" defTabSz="914400" rtl="0" eaLnBrk="1" latinLnBrk="0" hangingPunct="1"/>
                      <a:r>
                        <a:rPr lang="en-US" altLang="zh-CN" sz="1100" b="1" kern="1200">
                          <a:solidFill>
                            <a:schemeClr val="lt1"/>
                          </a:solidFill>
                          <a:latin typeface="+mn-lt"/>
                          <a:ea typeface="+mn-ea"/>
                          <a:cs typeface="Arial" panose="020B0604020202020204" pitchFamily="34" charset="0"/>
                        </a:rPr>
                        <a:t>2023</a:t>
                      </a:r>
                      <a:endParaRPr lang="zh-CN" altLang="en-US" sz="1100" b="1" kern="1200">
                        <a:solidFill>
                          <a:schemeClr val="lt1"/>
                        </a:solidFill>
                        <a:latin typeface="+mn-lt"/>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mn-lt"/>
                          <a:ea typeface="+mn-ea"/>
                          <a:cs typeface="Arial" panose="020B0604020202020204" pitchFamily="34" charset="0"/>
                        </a:rPr>
                        <a:t>2024</a:t>
                      </a:r>
                      <a:endParaRPr lang="zh-CN" altLang="en-US" sz="1100" b="1" kern="1200">
                        <a:solidFill>
                          <a:schemeClr val="lt1"/>
                        </a:solidFill>
                        <a:latin typeface="+mn-lt"/>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mn-lt"/>
                          <a:ea typeface="+mn-ea"/>
                          <a:cs typeface="Arial" panose="020B0604020202020204" pitchFamily="34" charset="0"/>
                        </a:rPr>
                        <a:t>2025</a:t>
                      </a:r>
                      <a:endParaRPr lang="zh-CN" altLang="en-US" sz="1100" b="1" kern="1200">
                        <a:solidFill>
                          <a:schemeClr val="lt1"/>
                        </a:solidFill>
                        <a:latin typeface="+mn-lt"/>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mn-lt"/>
                          <a:ea typeface="+mn-ea"/>
                          <a:cs typeface="Arial" panose="020B0604020202020204" pitchFamily="34" charset="0"/>
                        </a:rPr>
                        <a:t>2026</a:t>
                      </a:r>
                      <a:endParaRPr lang="zh-CN" altLang="en-US" sz="1100" b="1" kern="1200">
                        <a:solidFill>
                          <a:schemeClr val="lt1"/>
                        </a:solidFill>
                        <a:latin typeface="+mn-lt"/>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mn-lt"/>
                          <a:ea typeface="+mn-ea"/>
                          <a:cs typeface="Arial" panose="020B0604020202020204" pitchFamily="34" charset="0"/>
                        </a:rPr>
                        <a:t>2027</a:t>
                      </a:r>
                      <a:endParaRPr lang="zh-CN" altLang="en-US" sz="1100" b="1" kern="1200">
                        <a:solidFill>
                          <a:schemeClr val="lt1"/>
                        </a:solidFill>
                        <a:latin typeface="+mn-lt"/>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mn-lt"/>
                          <a:ea typeface="+mn-ea"/>
                          <a:cs typeface="Arial" panose="020B0604020202020204" pitchFamily="34" charset="0"/>
                        </a:rPr>
                        <a:t>2028</a:t>
                      </a:r>
                      <a:endParaRPr lang="zh-CN" altLang="en-US" sz="1100" b="1" kern="1200">
                        <a:solidFill>
                          <a:schemeClr val="lt1"/>
                        </a:solidFill>
                        <a:latin typeface="+mn-lt"/>
                        <a:ea typeface="+mn-ea"/>
                        <a:cs typeface="Arial" panose="020B0604020202020204" pitchFamily="34" charset="0"/>
                      </a:endParaRP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00000"/>
                    </a:solidFill>
                  </a:tcPr>
                </a:tc>
                <a:tc rowSpan="2">
                  <a:txBody>
                    <a:bodyPr/>
                    <a:lstStyle/>
                    <a:p>
                      <a:pPr marL="0" algn="ctr" defTabSz="914400" rtl="0" eaLnBrk="1" latinLnBrk="0" hangingPunct="1"/>
                      <a:r>
                        <a:rPr lang="en-US" altLang="zh-CN" sz="1100" b="1" kern="1200">
                          <a:solidFill>
                            <a:schemeClr val="lt1"/>
                          </a:solidFill>
                          <a:latin typeface="+mn-lt"/>
                          <a:ea typeface="+mn-ea"/>
                          <a:cs typeface="Arial" panose="020B0604020202020204" pitchFamily="34" charset="0"/>
                        </a:rPr>
                        <a:t>2029</a:t>
                      </a:r>
                      <a:endParaRPr lang="zh-CN" altLang="en-US" sz="1100" b="1" kern="1200">
                        <a:solidFill>
                          <a:schemeClr val="lt1"/>
                        </a:solidFill>
                        <a:latin typeface="+mn-lt"/>
                        <a:ea typeface="+mn-ea"/>
                        <a:cs typeface="Arial" panose="020B0604020202020204" pitchFamily="34" charset="0"/>
                      </a:endParaRP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000000"/>
                    </a:solidFill>
                  </a:tcPr>
                </a:tc>
                <a:extLst>
                  <a:ext uri="{0D108BD9-81ED-4DB2-BD59-A6C34878D82A}">
                    <a16:rowId xmlns:a16="http://schemas.microsoft.com/office/drawing/2014/main" val="3603824039"/>
                  </a:ext>
                </a:extLst>
              </a:tr>
              <a:tr h="36000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900" b="1">
                          <a:solidFill>
                            <a:srgbClr val="000000"/>
                          </a:solidFill>
                          <a:latin typeface="+mn-lt"/>
                          <a:cs typeface="Arial" panose="020B0604020202020204" pitchFamily="34" charset="0"/>
                        </a:rPr>
                        <a:t>Q1</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1">
                          <a:solidFill>
                            <a:srgbClr val="000000"/>
                          </a:solidFill>
                          <a:latin typeface="+mn-lt"/>
                          <a:cs typeface="Arial" panose="020B0604020202020204" pitchFamily="34" charset="0"/>
                        </a:rPr>
                        <a:t>Q2</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900" b="1">
                          <a:solidFill>
                            <a:srgbClr val="000000"/>
                          </a:solidFill>
                          <a:latin typeface="+mn-lt"/>
                          <a:cs typeface="Arial" panose="020B0604020202020204" pitchFamily="34" charset="0"/>
                        </a:rPr>
                        <a:t>Q3</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900" b="1">
                          <a:solidFill>
                            <a:srgbClr val="000000"/>
                          </a:solidFill>
                          <a:latin typeface="+mn-lt"/>
                          <a:cs typeface="Arial" panose="020B0604020202020204" pitchFamily="34" charset="0"/>
                        </a:rPr>
                        <a:t>Q4</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900" b="1">
                          <a:solidFill>
                            <a:srgbClr val="000000"/>
                          </a:solidFill>
                          <a:latin typeface="+mn-lt"/>
                          <a:cs typeface="Arial" panose="020B0604020202020204" pitchFamily="34" charset="0"/>
                        </a:rPr>
                        <a:t>Q1</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1">
                          <a:solidFill>
                            <a:srgbClr val="000000"/>
                          </a:solidFill>
                          <a:latin typeface="+mn-lt"/>
                          <a:cs typeface="Arial" panose="020B0604020202020204" pitchFamily="34" charset="0"/>
                        </a:rPr>
                        <a:t>Q2</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900" b="1">
                          <a:solidFill>
                            <a:srgbClr val="000000"/>
                          </a:solidFill>
                          <a:latin typeface="+mn-lt"/>
                          <a:cs typeface="Arial" panose="020B0604020202020204" pitchFamily="34" charset="0"/>
                        </a:rPr>
                        <a:t>Q3</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900" b="1">
                          <a:solidFill>
                            <a:srgbClr val="000000"/>
                          </a:solidFill>
                          <a:latin typeface="+mn-lt"/>
                          <a:cs typeface="Arial" panose="020B0604020202020204" pitchFamily="34" charset="0"/>
                        </a:rPr>
                        <a:t>Q4</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900" b="1">
                          <a:solidFill>
                            <a:srgbClr val="000000"/>
                          </a:solidFill>
                          <a:latin typeface="+mn-lt"/>
                          <a:cs typeface="Arial" panose="020B0604020202020204" pitchFamily="34" charset="0"/>
                        </a:rPr>
                        <a:t>Q1</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1">
                          <a:solidFill>
                            <a:srgbClr val="000000"/>
                          </a:solidFill>
                          <a:latin typeface="+mn-lt"/>
                          <a:cs typeface="Arial" panose="020B0604020202020204" pitchFamily="34" charset="0"/>
                        </a:rPr>
                        <a:t>Q2</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900" b="1">
                          <a:solidFill>
                            <a:srgbClr val="000000"/>
                          </a:solidFill>
                          <a:latin typeface="+mn-lt"/>
                          <a:cs typeface="Arial" panose="020B0604020202020204" pitchFamily="34" charset="0"/>
                        </a:rPr>
                        <a:t>Q3</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900" b="1">
                          <a:solidFill>
                            <a:srgbClr val="000000"/>
                          </a:solidFill>
                          <a:latin typeface="+mn-lt"/>
                          <a:cs typeface="Arial" panose="020B0604020202020204" pitchFamily="34" charset="0"/>
                        </a:rPr>
                        <a:t>Q4</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900" b="1">
                          <a:solidFill>
                            <a:srgbClr val="000000"/>
                          </a:solidFill>
                          <a:latin typeface="+mn-lt"/>
                          <a:cs typeface="Arial" panose="020B0604020202020204" pitchFamily="34" charset="0"/>
                        </a:rPr>
                        <a:t>Q1</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1">
                          <a:solidFill>
                            <a:srgbClr val="000000"/>
                          </a:solidFill>
                          <a:latin typeface="+mn-lt"/>
                          <a:cs typeface="Arial" panose="020B0604020202020204" pitchFamily="34" charset="0"/>
                        </a:rPr>
                        <a:t>Q2</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900" b="1">
                          <a:solidFill>
                            <a:srgbClr val="000000"/>
                          </a:solidFill>
                          <a:latin typeface="+mn-lt"/>
                          <a:cs typeface="Arial" panose="020B0604020202020204" pitchFamily="34" charset="0"/>
                        </a:rPr>
                        <a:t>Q3</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900" b="1">
                          <a:solidFill>
                            <a:srgbClr val="000000"/>
                          </a:solidFill>
                          <a:latin typeface="+mn-lt"/>
                          <a:cs typeface="Arial" panose="020B0604020202020204" pitchFamily="34" charset="0"/>
                        </a:rPr>
                        <a:t>Q4</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900" b="1">
                          <a:solidFill>
                            <a:srgbClr val="000000"/>
                          </a:solidFill>
                          <a:latin typeface="+mn-lt"/>
                          <a:cs typeface="Arial" panose="020B0604020202020204" pitchFamily="34" charset="0"/>
                        </a:rPr>
                        <a:t>Q1</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900" b="1">
                          <a:solidFill>
                            <a:srgbClr val="000000"/>
                          </a:solidFill>
                          <a:latin typeface="+mn-lt"/>
                          <a:cs typeface="Arial" panose="020B0604020202020204" pitchFamily="34" charset="0"/>
                        </a:rPr>
                        <a:t>Q2</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900" b="1">
                          <a:solidFill>
                            <a:srgbClr val="000000"/>
                          </a:solidFill>
                          <a:latin typeface="+mn-lt"/>
                          <a:cs typeface="Arial" panose="020B0604020202020204" pitchFamily="34" charset="0"/>
                        </a:rPr>
                        <a:t>Q3</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900" b="1">
                          <a:solidFill>
                            <a:srgbClr val="000000"/>
                          </a:solidFill>
                          <a:latin typeface="+mn-lt"/>
                          <a:cs typeface="Arial" panose="020B0604020202020204" pitchFamily="34" charset="0"/>
                        </a:rPr>
                        <a:t>Q4</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900" b="1">
                          <a:solidFill>
                            <a:srgbClr val="000000"/>
                          </a:solidFill>
                          <a:latin typeface="+mn-lt"/>
                          <a:cs typeface="Arial" panose="020B0604020202020204" pitchFamily="34" charset="0"/>
                        </a:rPr>
                        <a:t>H1</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900" b="1">
                          <a:solidFill>
                            <a:srgbClr val="000000"/>
                          </a:solidFill>
                          <a:latin typeface="+mn-lt"/>
                          <a:cs typeface="Arial" panose="020B0604020202020204" pitchFamily="34" charset="0"/>
                        </a:rPr>
                        <a:t>H2</a:t>
                      </a:r>
                      <a:endParaRPr lang="zh-CN" altLang="en-US" sz="900" b="1">
                        <a:solidFill>
                          <a:srgbClr val="000000"/>
                        </a:solidFill>
                        <a:latin typeface="+mn-lt"/>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9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endParaRPr lang="en-US"/>
                    </a:p>
                  </a:txBody>
                  <a:tcPr/>
                </a:tc>
                <a:extLst>
                  <a:ext uri="{0D108BD9-81ED-4DB2-BD59-A6C34878D82A}">
                    <a16:rowId xmlns:a16="http://schemas.microsoft.com/office/drawing/2014/main" val="2722476245"/>
                  </a:ext>
                </a:extLst>
              </a:tr>
            </a:tbl>
          </a:graphicData>
        </a:graphic>
      </p:graphicFrame>
      <p:grpSp>
        <p:nvGrpSpPr>
          <p:cNvPr id="2" name="Group 1">
            <a:extLst>
              <a:ext uri="{FF2B5EF4-FFF2-40B4-BE49-F238E27FC236}">
                <a16:creationId xmlns:a16="http://schemas.microsoft.com/office/drawing/2014/main" id="{171A61D8-3776-4949-A777-5038766F9927}"/>
              </a:ext>
            </a:extLst>
          </p:cNvPr>
          <p:cNvGrpSpPr/>
          <p:nvPr/>
        </p:nvGrpSpPr>
        <p:grpSpPr>
          <a:xfrm>
            <a:off x="4941026" y="1016444"/>
            <a:ext cx="422873" cy="5850351"/>
            <a:chOff x="3776793" y="1004855"/>
            <a:chExt cx="422873" cy="5850351"/>
          </a:xfrm>
        </p:grpSpPr>
        <p:cxnSp>
          <p:nvCxnSpPr>
            <p:cNvPr id="85" name="Straight Connector 84">
              <a:extLst>
                <a:ext uri="{FF2B5EF4-FFF2-40B4-BE49-F238E27FC236}">
                  <a16:creationId xmlns:a16="http://schemas.microsoft.com/office/drawing/2014/main" id="{03CA9183-8D58-4C11-BC59-78A3ED46C9BD}"/>
                </a:ext>
              </a:extLst>
            </p:cNvPr>
            <p:cNvCxnSpPr>
              <a:cxnSpLocks/>
            </p:cNvCxnSpPr>
            <p:nvPr/>
          </p:nvCxnSpPr>
          <p:spPr>
            <a:xfrm>
              <a:off x="3989168" y="1095206"/>
              <a:ext cx="0" cy="5760000"/>
            </a:xfrm>
            <a:prstGeom prst="line">
              <a:avLst/>
            </a:prstGeom>
            <a:ln w="12700">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88" name="TextBox 87">
              <a:extLst>
                <a:ext uri="{FF2B5EF4-FFF2-40B4-BE49-F238E27FC236}">
                  <a16:creationId xmlns:a16="http://schemas.microsoft.com/office/drawing/2014/main" id="{5EC0516F-4825-4D67-9629-2645A2386837}"/>
                </a:ext>
              </a:extLst>
            </p:cNvPr>
            <p:cNvSpPr txBox="1"/>
            <p:nvPr/>
          </p:nvSpPr>
          <p:spPr>
            <a:xfrm>
              <a:off x="3776793" y="1004855"/>
              <a:ext cx="422873" cy="2051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333" b="1" i="0" u="none" strike="noStrike" kern="1200" cap="none" spc="0" normalizeH="0" baseline="0" noProof="0">
                  <a:ln>
                    <a:noFill/>
                  </a:ln>
                  <a:solidFill>
                    <a:srgbClr val="FFFFFF"/>
                  </a:solidFill>
                  <a:effectLst/>
                  <a:highlight>
                    <a:srgbClr val="FF0000"/>
                  </a:highlight>
                  <a:uLnTx/>
                  <a:uFillTx/>
                  <a:latin typeface="BISansOpti"/>
                  <a:ea typeface="+mn-ea"/>
                  <a:cs typeface="+mn-cs"/>
                </a:rPr>
                <a:t>today</a:t>
              </a:r>
              <a:endParaRPr kumimoji="0" lang="zh-CN" altLang="en-US" sz="1333" b="1" i="0" u="none" strike="noStrike" kern="1200" cap="none" spc="0" normalizeH="0" baseline="0" noProof="0">
                <a:ln>
                  <a:noFill/>
                </a:ln>
                <a:solidFill>
                  <a:srgbClr val="FFFFFF"/>
                </a:solidFill>
                <a:effectLst/>
                <a:highlight>
                  <a:srgbClr val="FF0000"/>
                </a:highlight>
                <a:uLnTx/>
                <a:uFillTx/>
                <a:latin typeface="BISansOpti"/>
                <a:ea typeface="+mn-ea"/>
                <a:cs typeface="+mn-cs"/>
              </a:endParaRPr>
            </a:p>
          </p:txBody>
        </p:sp>
      </p:grpSp>
      <p:sp>
        <p:nvSpPr>
          <p:cNvPr id="36" name="OTLSHAPE_T_e17f3958430f4cff8650518c93c7635e_Shape">
            <a:extLst>
              <a:ext uri="{FF2B5EF4-FFF2-40B4-BE49-F238E27FC236}">
                <a16:creationId xmlns:a16="http://schemas.microsoft.com/office/drawing/2014/main" id="{E6A33C0E-64A8-488C-86BB-FEC0D6B50A12}"/>
              </a:ext>
            </a:extLst>
          </p:cNvPr>
          <p:cNvSpPr/>
          <p:nvPr>
            <p:custDataLst>
              <p:tags r:id="rId4"/>
            </p:custDataLst>
          </p:nvPr>
        </p:nvSpPr>
        <p:spPr bwMode="auto">
          <a:xfrm>
            <a:off x="7932739" y="4230697"/>
            <a:ext cx="457200" cy="274320"/>
          </a:xfrm>
          <a:prstGeom prst="roundRect">
            <a:avLst/>
          </a:prstGeom>
          <a:solidFill>
            <a:schemeClr val="bg1">
              <a:lumMod val="65000"/>
              <a:alpha val="2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0" tIns="45720" rIns="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5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Device testing (3m)</a:t>
            </a:r>
          </a:p>
        </p:txBody>
      </p:sp>
      <p:grpSp>
        <p:nvGrpSpPr>
          <p:cNvPr id="147" name="Group 146">
            <a:extLst>
              <a:ext uri="{FF2B5EF4-FFF2-40B4-BE49-F238E27FC236}">
                <a16:creationId xmlns:a16="http://schemas.microsoft.com/office/drawing/2014/main" id="{FE7F2F5F-92E9-4CE7-B307-087A6C34BF7C}"/>
              </a:ext>
            </a:extLst>
          </p:cNvPr>
          <p:cNvGrpSpPr/>
          <p:nvPr/>
        </p:nvGrpSpPr>
        <p:grpSpPr>
          <a:xfrm>
            <a:off x="8589701" y="4703593"/>
            <a:ext cx="432000" cy="447494"/>
            <a:chOff x="9452558" y="6065125"/>
            <a:chExt cx="432000" cy="447494"/>
          </a:xfrm>
        </p:grpSpPr>
        <p:sp>
          <p:nvSpPr>
            <p:cNvPr id="148" name="Isosceles Triangle 147">
              <a:extLst>
                <a:ext uri="{FF2B5EF4-FFF2-40B4-BE49-F238E27FC236}">
                  <a16:creationId xmlns:a16="http://schemas.microsoft.com/office/drawing/2014/main" id="{F214DE95-6935-4F7F-90A8-52B86ADCFADD}"/>
                </a:ext>
              </a:extLst>
            </p:cNvPr>
            <p:cNvSpPr/>
            <p:nvPr/>
          </p:nvSpPr>
          <p:spPr>
            <a:xfrm>
              <a:off x="9590387" y="6065125"/>
              <a:ext cx="144000" cy="144000"/>
            </a:xfrm>
            <a:prstGeom prst="triangle">
              <a:avLst/>
            </a:prstGeom>
            <a:solidFill>
              <a:srgbClr val="00B05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err="1">
                <a:ln>
                  <a:noFill/>
                </a:ln>
                <a:solidFill>
                  <a:srgbClr val="000000"/>
                </a:solidFill>
                <a:effectLst/>
                <a:uLnTx/>
                <a:uFillTx/>
                <a:latin typeface="Boehringer Forward Text"/>
                <a:ea typeface="+mn-ea"/>
                <a:cs typeface="Calibri" panose="020F0502020204030204" pitchFamily="34" charset="0"/>
              </a:endParaRPr>
            </a:p>
          </p:txBody>
        </p:sp>
        <p:sp>
          <p:nvSpPr>
            <p:cNvPr id="150" name="TextBox 149">
              <a:extLst>
                <a:ext uri="{FF2B5EF4-FFF2-40B4-BE49-F238E27FC236}">
                  <a16:creationId xmlns:a16="http://schemas.microsoft.com/office/drawing/2014/main" id="{B50111C8-4178-4A3A-8EF8-CA024938509E}"/>
                </a:ext>
              </a:extLst>
            </p:cNvPr>
            <p:cNvSpPr txBox="1"/>
            <p:nvPr/>
          </p:nvSpPr>
          <p:spPr>
            <a:xfrm>
              <a:off x="9452558" y="6230490"/>
              <a:ext cx="432000" cy="282129"/>
            </a:xfrm>
            <a:prstGeom prst="rect">
              <a:avLst/>
            </a:prstGeom>
            <a:noFill/>
          </p:spPr>
          <p:txBody>
            <a:bodyPr wrap="square" lIns="0" tIns="0" rIns="0" bIns="0" rtlCol="0">
              <a:spAutoFit/>
            </a:bodyPr>
            <a:lstStyle/>
            <a:p>
              <a:pPr marL="0" marR="0" lvl="0" indent="0" algn="ctr" defTabSz="914400" rtl="0" eaLnBrk="1" fontAlgn="auto" latinLnBrk="0" hangingPunct="1">
                <a:lnSpc>
                  <a:spcPts val="11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NDA-s</a:t>
              </a:r>
            </a:p>
            <a:p>
              <a:pPr marL="0" marR="0" lvl="0" indent="0" algn="ctr" defTabSz="914400" rtl="0" eaLnBrk="1" fontAlgn="auto" latinLnBrk="0" hangingPunct="1">
                <a:lnSpc>
                  <a:spcPts val="11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Mar’26</a:t>
              </a:r>
            </a:p>
          </p:txBody>
        </p:sp>
      </p:grpSp>
      <p:cxnSp>
        <p:nvCxnSpPr>
          <p:cNvPr id="154" name="Straight Connector 153">
            <a:extLst>
              <a:ext uri="{FF2B5EF4-FFF2-40B4-BE49-F238E27FC236}">
                <a16:creationId xmlns:a16="http://schemas.microsoft.com/office/drawing/2014/main" id="{382C7867-889C-44F8-A19D-D8BB89A55D86}"/>
              </a:ext>
            </a:extLst>
          </p:cNvPr>
          <p:cNvCxnSpPr>
            <a:cxnSpLocks/>
          </p:cNvCxnSpPr>
          <p:nvPr/>
        </p:nvCxnSpPr>
        <p:spPr bwMode="auto">
          <a:xfrm flipH="1">
            <a:off x="990705" y="5165533"/>
            <a:ext cx="11155680" cy="0"/>
          </a:xfrm>
          <a:prstGeom prst="line">
            <a:avLst/>
          </a:prstGeom>
          <a:solidFill>
            <a:schemeClr val="accent1"/>
          </a:solidFill>
          <a:ln w="9525" cap="flat" cmpd="sng" algn="ctr">
            <a:solidFill>
              <a:schemeClr val="accent5"/>
            </a:solidFill>
            <a:prstDash val="sysDash"/>
            <a:round/>
            <a:headEnd type="none" w="med" len="med"/>
            <a:tailEnd type="none" w="med" len="med"/>
          </a:ln>
          <a:effectLst/>
        </p:spPr>
      </p:cxnSp>
      <p:sp>
        <p:nvSpPr>
          <p:cNvPr id="161" name="TextBox 160">
            <a:extLst>
              <a:ext uri="{FF2B5EF4-FFF2-40B4-BE49-F238E27FC236}">
                <a16:creationId xmlns:a16="http://schemas.microsoft.com/office/drawing/2014/main" id="{F44DDE5B-05EF-4388-9025-2D1724D702AE}"/>
              </a:ext>
            </a:extLst>
          </p:cNvPr>
          <p:cNvSpPr txBox="1"/>
          <p:nvPr/>
        </p:nvSpPr>
        <p:spPr>
          <a:xfrm>
            <a:off x="10994444" y="5888164"/>
            <a:ext cx="629021"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NDA-a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H1’28</a:t>
            </a:r>
          </a:p>
        </p:txBody>
      </p:sp>
      <p:grpSp>
        <p:nvGrpSpPr>
          <p:cNvPr id="163" name="Group 162">
            <a:extLst>
              <a:ext uri="{FF2B5EF4-FFF2-40B4-BE49-F238E27FC236}">
                <a16:creationId xmlns:a16="http://schemas.microsoft.com/office/drawing/2014/main" id="{3446A396-EE10-4754-B2E8-E9EF8980025C}"/>
              </a:ext>
            </a:extLst>
          </p:cNvPr>
          <p:cNvGrpSpPr/>
          <p:nvPr/>
        </p:nvGrpSpPr>
        <p:grpSpPr>
          <a:xfrm>
            <a:off x="10510309" y="5721612"/>
            <a:ext cx="432000" cy="380809"/>
            <a:chOff x="9452558" y="6065125"/>
            <a:chExt cx="432000" cy="380809"/>
          </a:xfrm>
        </p:grpSpPr>
        <p:sp>
          <p:nvSpPr>
            <p:cNvPr id="164" name="Isosceles Triangle 163">
              <a:extLst>
                <a:ext uri="{FF2B5EF4-FFF2-40B4-BE49-F238E27FC236}">
                  <a16:creationId xmlns:a16="http://schemas.microsoft.com/office/drawing/2014/main" id="{05389026-4363-4D22-BDB7-F3C79CEBABE9}"/>
                </a:ext>
              </a:extLst>
            </p:cNvPr>
            <p:cNvSpPr/>
            <p:nvPr/>
          </p:nvSpPr>
          <p:spPr>
            <a:xfrm>
              <a:off x="9590387" y="6065125"/>
              <a:ext cx="144000" cy="144000"/>
            </a:xfrm>
            <a:prstGeom prst="triangle">
              <a:avLst/>
            </a:prstGeom>
            <a:solidFill>
              <a:srgbClr val="00B05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1200" cap="none" spc="0" normalizeH="0" baseline="0" noProof="0" err="1">
                <a:ln>
                  <a:noFill/>
                </a:ln>
                <a:solidFill>
                  <a:srgbClr val="000000"/>
                </a:solidFill>
                <a:effectLst/>
                <a:uLnTx/>
                <a:uFillTx/>
                <a:latin typeface="Boehringer Forward Text"/>
                <a:ea typeface="+mn-ea"/>
                <a:cs typeface="Calibri" panose="020F0502020204030204" pitchFamily="34" charset="0"/>
              </a:endParaRPr>
            </a:p>
          </p:txBody>
        </p:sp>
        <p:sp>
          <p:nvSpPr>
            <p:cNvPr id="165" name="TextBox 164">
              <a:extLst>
                <a:ext uri="{FF2B5EF4-FFF2-40B4-BE49-F238E27FC236}">
                  <a16:creationId xmlns:a16="http://schemas.microsoft.com/office/drawing/2014/main" id="{847F2F38-B96E-448E-B2E8-BBA9E3252030}"/>
                </a:ext>
              </a:extLst>
            </p:cNvPr>
            <p:cNvSpPr txBox="1"/>
            <p:nvPr/>
          </p:nvSpPr>
          <p:spPr>
            <a:xfrm>
              <a:off x="9452558" y="6230490"/>
              <a:ext cx="432000"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NDA-s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H1</a:t>
              </a:r>
              <a:r>
                <a:rPr kumimoji="0" lang="en-US"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’27</a:t>
              </a:r>
            </a:p>
          </p:txBody>
        </p:sp>
      </p:grpSp>
      <p:sp>
        <p:nvSpPr>
          <p:cNvPr id="104" name="Isosceles Triangle 103"/>
          <p:cNvSpPr/>
          <p:nvPr/>
        </p:nvSpPr>
        <p:spPr>
          <a:xfrm rot="16200000" flipH="1">
            <a:off x="702257" y="1216239"/>
            <a:ext cx="648393"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000000"/>
              </a:solidFill>
              <a:effectLst/>
              <a:uLnTx/>
              <a:uFillTx/>
              <a:latin typeface="Boehringer Forward Text"/>
              <a:ea typeface="+mn-ea"/>
              <a:cs typeface="+mn-cs"/>
            </a:endParaRPr>
          </a:p>
        </p:txBody>
      </p:sp>
      <p:sp>
        <p:nvSpPr>
          <p:cNvPr id="113" name="TextBox 112">
            <a:extLst>
              <a:ext uri="{FF2B5EF4-FFF2-40B4-BE49-F238E27FC236}">
                <a16:creationId xmlns:a16="http://schemas.microsoft.com/office/drawing/2014/main" id="{357174D0-69B0-4336-870C-227F8AB21955}"/>
              </a:ext>
            </a:extLst>
          </p:cNvPr>
          <p:cNvSpPr txBox="1"/>
          <p:nvPr/>
        </p:nvSpPr>
        <p:spPr>
          <a:xfrm>
            <a:off x="10156422" y="4895890"/>
            <a:ext cx="548640" cy="277320"/>
          </a:xfrm>
          <a:prstGeom prst="rect">
            <a:avLst/>
          </a:prstGeom>
          <a:noFill/>
        </p:spPr>
        <p:txBody>
          <a:bodyPr wrap="square" lIns="0" tIns="0" rIns="0" bIns="0" rtlCol="0">
            <a:spAutoFit/>
          </a:bodyPr>
          <a:lstStyle/>
          <a:p>
            <a:pPr marL="0" marR="0" lvl="0" indent="0" algn="ctr" defTabSz="914400" rtl="0" eaLnBrk="1" fontAlgn="auto" latinLnBrk="0" hangingPunct="1">
              <a:lnSpc>
                <a:spcPts val="11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NDA-a </a:t>
            </a:r>
          </a:p>
          <a:p>
            <a:pPr marL="0" marR="0" lvl="0" indent="0" algn="ctr" defTabSz="914400" rtl="0" eaLnBrk="1" fontAlgn="auto" latinLnBrk="0" hangingPunct="1">
              <a:lnSpc>
                <a:spcPts val="11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Mar’27</a:t>
            </a:r>
            <a:endParaRPr kumimoji="0" lang="en-US"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55" name="OTLSHAPE_T_e17f3958430f4cff8650518c93c7635e_Shape">
            <a:extLst>
              <a:ext uri="{FF2B5EF4-FFF2-40B4-BE49-F238E27FC236}">
                <a16:creationId xmlns:a16="http://schemas.microsoft.com/office/drawing/2014/main" id="{5872581E-CAC2-4848-826A-8EB3D5EADCEA}"/>
              </a:ext>
            </a:extLst>
          </p:cNvPr>
          <p:cNvSpPr/>
          <p:nvPr>
            <p:custDataLst>
              <p:tags r:id="rId5"/>
            </p:custDataLst>
          </p:nvPr>
        </p:nvSpPr>
        <p:spPr bwMode="auto">
          <a:xfrm>
            <a:off x="7015196" y="4227258"/>
            <a:ext cx="914400" cy="274320"/>
          </a:xfrm>
          <a:prstGeom prst="roundRect">
            <a:avLst/>
          </a:prstGeom>
          <a:solidFill>
            <a:srgbClr val="6699CC">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Localization </a:t>
            </a:r>
            <a:r>
              <a:rPr kumimoji="0" lang="en-US" altLang="zh-CN" sz="700" b="0" i="1"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(6m,</a:t>
            </a:r>
            <a:r>
              <a:rPr kumimoji="0" lang="zh-CN" altLang="en-US" sz="700" b="0" i="1"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 </a:t>
            </a:r>
            <a:r>
              <a:rPr kumimoji="0" lang="en-US" altLang="zh-CN" sz="700" b="0" i="1"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tbc)</a:t>
            </a:r>
            <a:endParaRPr kumimoji="0" lang="zh-CN" altLang="en-US" sz="700" b="0" i="1"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endParaRPr>
          </a:p>
        </p:txBody>
      </p:sp>
      <p:grpSp>
        <p:nvGrpSpPr>
          <p:cNvPr id="23" name="Group 22">
            <a:extLst>
              <a:ext uri="{FF2B5EF4-FFF2-40B4-BE49-F238E27FC236}">
                <a16:creationId xmlns:a16="http://schemas.microsoft.com/office/drawing/2014/main" id="{83452E96-2F4B-4159-9F1B-F40B15644E70}"/>
              </a:ext>
            </a:extLst>
          </p:cNvPr>
          <p:cNvGrpSpPr/>
          <p:nvPr/>
        </p:nvGrpSpPr>
        <p:grpSpPr>
          <a:xfrm>
            <a:off x="7763289" y="5581464"/>
            <a:ext cx="2324349" cy="581191"/>
            <a:chOff x="5102287" y="6145775"/>
            <a:chExt cx="2324349" cy="581191"/>
          </a:xfrm>
        </p:grpSpPr>
        <p:sp>
          <p:nvSpPr>
            <p:cNvPr id="117" name="OTLSHAPE_T_e17f3958430f4cff8650518c93c7635e_Shape">
              <a:extLst>
                <a:ext uri="{FF2B5EF4-FFF2-40B4-BE49-F238E27FC236}">
                  <a16:creationId xmlns:a16="http://schemas.microsoft.com/office/drawing/2014/main" id="{A463B3D1-E1D5-4CF3-883A-CC3BD4CBBC95}"/>
                </a:ext>
              </a:extLst>
            </p:cNvPr>
            <p:cNvSpPr/>
            <p:nvPr>
              <p:custDataLst>
                <p:tags r:id="rId11"/>
              </p:custDataLst>
            </p:nvPr>
          </p:nvSpPr>
          <p:spPr bwMode="auto">
            <a:xfrm>
              <a:off x="5279213" y="6264884"/>
              <a:ext cx="777240" cy="274320"/>
            </a:xfrm>
            <a:prstGeom prst="roundRect">
              <a:avLst/>
            </a:prstGeom>
            <a:solidFill>
              <a:schemeClr val="accent4">
                <a:lumMod val="20000"/>
                <a:lumOff val="8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0" tIns="45720" rIns="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6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CTA+EC+HGRAC+1</a:t>
              </a:r>
              <a:r>
                <a:rPr kumimoji="0" lang="en-US" altLang="zh-CN" sz="600" b="0" i="0" u="none" strike="noStrike" kern="1200" cap="none" spc="0" normalizeH="0" baseline="30000" noProof="0">
                  <a:ln>
                    <a:noFill/>
                  </a:ln>
                  <a:solidFill>
                    <a:srgbClr val="000000"/>
                  </a:solidFill>
                  <a:effectLst/>
                  <a:uLnTx/>
                  <a:uFillTx/>
                  <a:latin typeface="Boehringer Forward Text"/>
                  <a:ea typeface="+mn-ea"/>
                  <a:cs typeface="Calibri" panose="020F0502020204030204" pitchFamily="34" charset="0"/>
                </a:rPr>
                <a:t>st</a:t>
              </a:r>
              <a:r>
                <a:rPr kumimoji="0" lang="en-US" altLang="zh-CN" sz="6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 SIV (</a:t>
              </a:r>
              <a:r>
                <a:rPr kumimoji="0" lang="en-US" altLang="zh-CN" sz="6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6M</a:t>
              </a:r>
              <a:r>
                <a:rPr kumimoji="0" lang="en-US" altLang="zh-CN" sz="6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a:t>
              </a:r>
              <a:endParaRPr kumimoji="0" lang="zh-CN" altLang="en-US" sz="6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18" name="OTLSHAPE_M_39ea6ebc19a94c9fab6ef5006c31df58_Title">
              <a:extLst>
                <a:ext uri="{FF2B5EF4-FFF2-40B4-BE49-F238E27FC236}">
                  <a16:creationId xmlns:a16="http://schemas.microsoft.com/office/drawing/2014/main" id="{B5F6399C-6C46-400E-88C0-21800CFC5FF8}"/>
                </a:ext>
              </a:extLst>
            </p:cNvPr>
            <p:cNvSpPr txBox="1"/>
            <p:nvPr>
              <p:custDataLst>
                <p:tags r:id="rId12"/>
              </p:custDataLst>
            </p:nvPr>
          </p:nvSpPr>
          <p:spPr>
            <a:xfrm>
              <a:off x="5102287" y="6634633"/>
              <a:ext cx="365760" cy="92333"/>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CTA-s</a:t>
              </a:r>
              <a:endParaRPr kumimoji="0" lang="zh-CN" altLang="en-US" sz="6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21" name="Star: 4 Points 143">
              <a:extLst>
                <a:ext uri="{FF2B5EF4-FFF2-40B4-BE49-F238E27FC236}">
                  <a16:creationId xmlns:a16="http://schemas.microsoft.com/office/drawing/2014/main" id="{6C99E996-C66A-4478-BD30-FE2F2B94CCF2}"/>
                </a:ext>
              </a:extLst>
            </p:cNvPr>
            <p:cNvSpPr/>
            <p:nvPr/>
          </p:nvSpPr>
          <p:spPr bwMode="auto">
            <a:xfrm>
              <a:off x="5194261" y="644066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44" name="OTLSHAPE_T_e17f3958430f4cff8650518c93c7635e_StartDate">
              <a:extLst>
                <a:ext uri="{FF2B5EF4-FFF2-40B4-BE49-F238E27FC236}">
                  <a16:creationId xmlns:a16="http://schemas.microsoft.com/office/drawing/2014/main" id="{2B7ACACC-B24B-4212-BEDC-53C3D224256F}"/>
                </a:ext>
              </a:extLst>
            </p:cNvPr>
            <p:cNvSpPr txBox="1"/>
            <p:nvPr>
              <p:custDataLst>
                <p:tags r:id="rId13"/>
              </p:custDataLst>
            </p:nvPr>
          </p:nvSpPr>
          <p:spPr>
            <a:xfrm>
              <a:off x="5185330" y="6153337"/>
              <a:ext cx="457200" cy="92333"/>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Q3’25</a:t>
              </a:r>
              <a:endParaRPr kumimoji="0" lang="zh-CN" altLang="en-US" sz="6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45" name="OTLSHAPE_M_39ea6ebc19a94c9fab6ef5006c31df58_Title">
              <a:extLst>
                <a:ext uri="{FF2B5EF4-FFF2-40B4-BE49-F238E27FC236}">
                  <a16:creationId xmlns:a16="http://schemas.microsoft.com/office/drawing/2014/main" id="{AE5A74D1-37FE-43A7-BD03-1A0543383A92}"/>
                </a:ext>
              </a:extLst>
            </p:cNvPr>
            <p:cNvSpPr txBox="1"/>
            <p:nvPr>
              <p:custDataLst>
                <p:tags r:id="rId14"/>
              </p:custDataLst>
            </p:nvPr>
          </p:nvSpPr>
          <p:spPr>
            <a:xfrm>
              <a:off x="5922927" y="6625339"/>
              <a:ext cx="274320" cy="92333"/>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FPI</a:t>
              </a:r>
              <a:endParaRPr kumimoji="0" lang="zh-CN" altLang="en-US" sz="6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46" name="OTLSHAPE_T_e17f3958430f4cff8650518c93c7635e_StartDate">
              <a:extLst>
                <a:ext uri="{FF2B5EF4-FFF2-40B4-BE49-F238E27FC236}">
                  <a16:creationId xmlns:a16="http://schemas.microsoft.com/office/drawing/2014/main" id="{9809C3B7-217E-42E1-A70F-775E320A76F1}"/>
                </a:ext>
              </a:extLst>
            </p:cNvPr>
            <p:cNvSpPr txBox="1"/>
            <p:nvPr>
              <p:custDataLst>
                <p:tags r:id="rId15"/>
              </p:custDataLst>
            </p:nvPr>
          </p:nvSpPr>
          <p:spPr>
            <a:xfrm>
              <a:off x="5862026" y="6145775"/>
              <a:ext cx="365760" cy="92333"/>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Q2‘26</a:t>
              </a:r>
              <a:endParaRPr kumimoji="0" lang="zh-CN" altLang="en-US" sz="6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67" name="OTLSHAPE_T_e17f3958430f4cff8650518c93c7635e_Shape">
              <a:extLst>
                <a:ext uri="{FF2B5EF4-FFF2-40B4-BE49-F238E27FC236}">
                  <a16:creationId xmlns:a16="http://schemas.microsoft.com/office/drawing/2014/main" id="{49E8E1D6-85A5-4336-B7FD-7AF39E4B3BF6}"/>
                </a:ext>
              </a:extLst>
            </p:cNvPr>
            <p:cNvSpPr/>
            <p:nvPr>
              <p:custDataLst>
                <p:tags r:id="rId16"/>
              </p:custDataLst>
            </p:nvPr>
          </p:nvSpPr>
          <p:spPr bwMode="auto">
            <a:xfrm>
              <a:off x="6055036" y="6267001"/>
              <a:ext cx="1371600" cy="274320"/>
            </a:xfrm>
            <a:prstGeom prst="roundRect">
              <a:avLst/>
            </a:prstGeom>
            <a:solidFill>
              <a:srgbClr val="CFF0DD"/>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RCT in China</a:t>
              </a:r>
              <a:endParaRPr kumimoji="0" lang="zh-CN" altLang="en-US"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22" name="Star: 4 Points 143">
              <a:extLst>
                <a:ext uri="{FF2B5EF4-FFF2-40B4-BE49-F238E27FC236}">
                  <a16:creationId xmlns:a16="http://schemas.microsoft.com/office/drawing/2014/main" id="{DD66D715-4E6C-4875-917E-1D3855FFA126}"/>
                </a:ext>
              </a:extLst>
            </p:cNvPr>
            <p:cNvSpPr/>
            <p:nvPr/>
          </p:nvSpPr>
          <p:spPr bwMode="auto">
            <a:xfrm>
              <a:off x="5965295" y="644066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grpSp>
      <p:grpSp>
        <p:nvGrpSpPr>
          <p:cNvPr id="173" name="Group 172">
            <a:extLst>
              <a:ext uri="{FF2B5EF4-FFF2-40B4-BE49-F238E27FC236}">
                <a16:creationId xmlns:a16="http://schemas.microsoft.com/office/drawing/2014/main" id="{7BF233C4-B212-44E6-ABF1-2BE077E71DAA}"/>
              </a:ext>
            </a:extLst>
          </p:cNvPr>
          <p:cNvGrpSpPr/>
          <p:nvPr/>
        </p:nvGrpSpPr>
        <p:grpSpPr>
          <a:xfrm>
            <a:off x="1251461" y="5378039"/>
            <a:ext cx="1167236" cy="511233"/>
            <a:chOff x="71317" y="4638766"/>
            <a:chExt cx="1257702" cy="511233"/>
          </a:xfrm>
        </p:grpSpPr>
        <p:sp>
          <p:nvSpPr>
            <p:cNvPr id="174" name="TextBox 173">
              <a:extLst>
                <a:ext uri="{FF2B5EF4-FFF2-40B4-BE49-F238E27FC236}">
                  <a16:creationId xmlns:a16="http://schemas.microsoft.com/office/drawing/2014/main" id="{0D493F90-C735-4761-A412-0EB7F86D0669}"/>
                </a:ext>
              </a:extLst>
            </p:cNvPr>
            <p:cNvSpPr txBox="1"/>
            <p:nvPr/>
          </p:nvSpPr>
          <p:spPr>
            <a:xfrm>
              <a:off x="117137" y="4749889"/>
              <a:ext cx="1211882" cy="400110"/>
            </a:xfrm>
            <a:prstGeom prst="rect">
              <a:avLst/>
            </a:prstGeom>
            <a:noFill/>
            <a:ln>
              <a:solidFill>
                <a:schemeClr val="accent1"/>
              </a:solidFill>
            </a:ln>
          </p:spPr>
          <p:txBody>
            <a:bodyPr wrap="square" lIns="18288" tIns="45720" rIns="18288" bIns="45720" rtlCol="0" anchor="ctr">
              <a:spAutoFit/>
            </a:bodyPr>
            <a:lstStyle/>
            <a:p>
              <a:pPr marL="9144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RCT in China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 Not preferred</a:t>
              </a:r>
            </a:p>
          </p:txBody>
        </p:sp>
        <p:sp>
          <p:nvSpPr>
            <p:cNvPr id="175" name="Oval 174">
              <a:extLst>
                <a:ext uri="{FF2B5EF4-FFF2-40B4-BE49-F238E27FC236}">
                  <a16:creationId xmlns:a16="http://schemas.microsoft.com/office/drawing/2014/main" id="{371D8A9E-EAB6-4037-9384-C0DB8B1ED1C1}"/>
                </a:ext>
              </a:extLst>
            </p:cNvPr>
            <p:cNvSpPr/>
            <p:nvPr/>
          </p:nvSpPr>
          <p:spPr>
            <a:xfrm>
              <a:off x="71317" y="4638766"/>
              <a:ext cx="197054" cy="182880"/>
            </a:xfrm>
            <a:prstGeom prst="ellipse">
              <a:avLst/>
            </a:prstGeom>
            <a:solidFill>
              <a:srgbClr val="CC3333"/>
            </a:solidFill>
            <a:ln w="12700">
              <a:solidFill>
                <a:srgbClr val="CC3333"/>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Boehringer Forward Text"/>
                  <a:ea typeface="+mn-ea"/>
                  <a:cs typeface="+mn-cs"/>
                </a:rPr>
                <a:t>2</a:t>
              </a:r>
              <a:endParaRPr kumimoji="0" lang="en-GB" sz="900" b="0" i="0" u="none" strike="noStrike" kern="1200" cap="none" spc="0" normalizeH="0" baseline="0" noProof="0">
                <a:ln>
                  <a:noFill/>
                </a:ln>
                <a:solidFill>
                  <a:srgbClr val="FFFFFF"/>
                </a:solidFill>
                <a:effectLst/>
                <a:uLnTx/>
                <a:uFillTx/>
                <a:latin typeface="Boehringer Forward Text"/>
                <a:ea typeface="+mn-ea"/>
                <a:cs typeface="+mn-cs"/>
              </a:endParaRPr>
            </a:p>
          </p:txBody>
        </p:sp>
      </p:grpSp>
      <p:sp>
        <p:nvSpPr>
          <p:cNvPr id="179" name="OTLSHAPE_T_e17f3958430f4cff8650518c93c7635e_Shape">
            <a:extLst>
              <a:ext uri="{FF2B5EF4-FFF2-40B4-BE49-F238E27FC236}">
                <a16:creationId xmlns:a16="http://schemas.microsoft.com/office/drawing/2014/main" id="{1E8A8478-3E1C-48C8-9668-CA95CD0311E9}"/>
              </a:ext>
            </a:extLst>
          </p:cNvPr>
          <p:cNvSpPr/>
          <p:nvPr>
            <p:custDataLst>
              <p:tags r:id="rId6"/>
            </p:custDataLst>
          </p:nvPr>
        </p:nvSpPr>
        <p:spPr bwMode="auto">
          <a:xfrm>
            <a:off x="10091329" y="5700729"/>
            <a:ext cx="457200" cy="274320"/>
          </a:xfrm>
          <a:prstGeom prst="roundRect">
            <a:avLst/>
          </a:prstGeom>
          <a:solidFill>
            <a:schemeClr val="bg1">
              <a:lumMod val="65000"/>
              <a:alpha val="2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0" tIns="45720" rIns="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6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Device testing</a:t>
            </a:r>
          </a:p>
        </p:txBody>
      </p:sp>
      <p:sp>
        <p:nvSpPr>
          <p:cNvPr id="184" name="Rectangle: Rounded Corners 183">
            <a:extLst>
              <a:ext uri="{FF2B5EF4-FFF2-40B4-BE49-F238E27FC236}">
                <a16:creationId xmlns:a16="http://schemas.microsoft.com/office/drawing/2014/main" id="{D991DF7F-B940-48D6-B0C6-D2595AFB1E85}"/>
              </a:ext>
            </a:extLst>
          </p:cNvPr>
          <p:cNvSpPr/>
          <p:nvPr/>
        </p:nvSpPr>
        <p:spPr>
          <a:xfrm>
            <a:off x="184976" y="4977319"/>
            <a:ext cx="822960" cy="365760"/>
          </a:xfrm>
          <a:prstGeom prst="roundRect">
            <a:avLst/>
          </a:prstGeom>
          <a:solidFill>
            <a:schemeClr val="accent6">
              <a:lumMod val="40000"/>
              <a:lumOff val="60000"/>
            </a:schemeClr>
          </a:solidFill>
          <a:ln w="19050">
            <a:solidFill>
              <a:schemeClr val="accent6">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45720" tIns="96000" rIns="45720" bIns="9600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Boehringer Forward Text"/>
                <a:ea typeface="+mn-ea"/>
                <a:cs typeface="+mn-cs"/>
              </a:rPr>
              <a:t>Scenarios</a:t>
            </a:r>
            <a:endParaRPr kumimoji="0" lang="en-GB" sz="800" b="1" i="0" u="none" strike="noStrike" kern="1200" cap="none" spc="0" normalizeH="0" baseline="0" noProof="0">
              <a:ln>
                <a:noFill/>
              </a:ln>
              <a:solidFill>
                <a:srgbClr val="000000"/>
              </a:solidFill>
              <a:effectLst/>
              <a:uLnTx/>
              <a:uFillTx/>
              <a:latin typeface="Boehringer Forward Text"/>
              <a:ea typeface="+mn-ea"/>
              <a:cs typeface="+mn-cs"/>
            </a:endParaRPr>
          </a:p>
        </p:txBody>
      </p:sp>
      <p:grpSp>
        <p:nvGrpSpPr>
          <p:cNvPr id="112" name="Group 111">
            <a:extLst>
              <a:ext uri="{FF2B5EF4-FFF2-40B4-BE49-F238E27FC236}">
                <a16:creationId xmlns:a16="http://schemas.microsoft.com/office/drawing/2014/main" id="{11B47AB9-3CC5-4A58-B020-1AE2F76B5E5A}"/>
              </a:ext>
            </a:extLst>
          </p:cNvPr>
          <p:cNvGrpSpPr/>
          <p:nvPr/>
        </p:nvGrpSpPr>
        <p:grpSpPr>
          <a:xfrm>
            <a:off x="3741840" y="3708635"/>
            <a:ext cx="870651" cy="409662"/>
            <a:chOff x="3569355" y="3824549"/>
            <a:chExt cx="1097280" cy="409662"/>
          </a:xfrm>
        </p:grpSpPr>
        <p:sp>
          <p:nvSpPr>
            <p:cNvPr id="149" name="流程图: 决策 4">
              <a:extLst>
                <a:ext uri="{FF2B5EF4-FFF2-40B4-BE49-F238E27FC236}">
                  <a16:creationId xmlns:a16="http://schemas.microsoft.com/office/drawing/2014/main" id="{B3E45074-0C78-4E12-B5E7-2A442A7E90F3}"/>
                </a:ext>
              </a:extLst>
            </p:cNvPr>
            <p:cNvSpPr/>
            <p:nvPr/>
          </p:nvSpPr>
          <p:spPr>
            <a:xfrm>
              <a:off x="4051745" y="3824549"/>
              <a:ext cx="108000" cy="144000"/>
            </a:xfrm>
            <a:prstGeom prst="flowChartDecision">
              <a:avLst/>
            </a:prstGeom>
            <a:solidFill>
              <a:srgbClr val="FF99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0" i="0" u="none" strike="noStrike" kern="1200" cap="none" spc="0" normalizeH="0" baseline="0" noProof="0" err="1">
                <a:ln>
                  <a:noFill/>
                </a:ln>
                <a:solidFill>
                  <a:srgbClr val="FFFFFF"/>
                </a:solidFill>
                <a:effectLst/>
                <a:uLnTx/>
                <a:uFillTx/>
                <a:latin typeface="Boehringer Forward Text"/>
                <a:ea typeface="+mn-ea"/>
                <a:cs typeface="Calibri" panose="020F0502020204030204" pitchFamily="34" charset="0"/>
              </a:endParaRPr>
            </a:p>
          </p:txBody>
        </p:sp>
        <p:sp>
          <p:nvSpPr>
            <p:cNvPr id="151" name="OTLSHAPE_T_e17f3958430f4cff8650518c93c7635e_StartDate">
              <a:extLst>
                <a:ext uri="{FF2B5EF4-FFF2-40B4-BE49-F238E27FC236}">
                  <a16:creationId xmlns:a16="http://schemas.microsoft.com/office/drawing/2014/main" id="{C2B54741-8FC3-41FA-BD63-B263938B5FBE}"/>
                </a:ext>
              </a:extLst>
            </p:cNvPr>
            <p:cNvSpPr txBox="1"/>
            <p:nvPr>
              <p:custDataLst>
                <p:tags r:id="rId10"/>
              </p:custDataLst>
            </p:nvPr>
          </p:nvSpPr>
          <p:spPr>
            <a:xfrm>
              <a:off x="3569355" y="4001775"/>
              <a:ext cx="1097280" cy="23243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NMPA </a:t>
              </a:r>
            </a:p>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consultation</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sp>
        <p:nvSpPr>
          <p:cNvPr id="170" name="TextBox 169">
            <a:extLst>
              <a:ext uri="{FF2B5EF4-FFF2-40B4-BE49-F238E27FC236}">
                <a16:creationId xmlns:a16="http://schemas.microsoft.com/office/drawing/2014/main" id="{34E19A75-DF96-4C54-AE9C-E1DDDD4D2916}"/>
              </a:ext>
            </a:extLst>
          </p:cNvPr>
          <p:cNvSpPr txBox="1"/>
          <p:nvPr/>
        </p:nvSpPr>
        <p:spPr>
          <a:xfrm>
            <a:off x="9497505" y="2310240"/>
            <a:ext cx="2414275" cy="461665"/>
          </a:xfrm>
          <a:prstGeom prst="rect">
            <a:avLst/>
          </a:prstGeom>
          <a:solidFill>
            <a:srgbClr val="B1F2E7"/>
          </a:solidFill>
          <a:ln w="12700">
            <a:solidFill>
              <a:schemeClr val="tx1"/>
            </a:solidFill>
            <a:prstDash val="sysDot"/>
          </a:ln>
        </p:spPr>
        <p:txBody>
          <a:bodyPr wrap="square" anchor="ctr">
            <a:spAutoFit/>
          </a:bodyPr>
          <a:lstStyle/>
          <a:p>
            <a:pPr marL="171450" marR="0" lvl="0" indent="-171450" algn="l" defTabSz="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zh-CN" sz="800" b="0" i="0" u="none" strike="noStrike" kern="1200" cap="none" spc="0" normalizeH="0" baseline="0" noProof="0">
                <a:ln>
                  <a:noFill/>
                </a:ln>
                <a:effectLst/>
                <a:uLnTx/>
                <a:uFillTx/>
                <a:latin typeface="Boehringer Forward Text"/>
                <a:ea typeface="+mn-ea"/>
                <a:cs typeface="Calibri" panose="020F0502020204030204" pitchFamily="34" charset="0"/>
              </a:rPr>
              <a:t>Due to the RCT recruitment challenges, the project timeline was re-based in Feb’s HPSC. </a:t>
            </a:r>
          </a:p>
        </p:txBody>
      </p:sp>
      <p:grpSp>
        <p:nvGrpSpPr>
          <p:cNvPr id="20" name="Group 19">
            <a:extLst>
              <a:ext uri="{FF2B5EF4-FFF2-40B4-BE49-F238E27FC236}">
                <a16:creationId xmlns:a16="http://schemas.microsoft.com/office/drawing/2014/main" id="{ACBFBB22-93EA-4CBE-B2DE-5E48CAA2390E}"/>
              </a:ext>
            </a:extLst>
          </p:cNvPr>
          <p:cNvGrpSpPr/>
          <p:nvPr/>
        </p:nvGrpSpPr>
        <p:grpSpPr>
          <a:xfrm>
            <a:off x="1186798" y="4198492"/>
            <a:ext cx="1125921" cy="587252"/>
            <a:chOff x="1186799" y="4053712"/>
            <a:chExt cx="947660" cy="587252"/>
          </a:xfrm>
        </p:grpSpPr>
        <p:sp>
          <p:nvSpPr>
            <p:cNvPr id="171" name="TextBox 170">
              <a:extLst>
                <a:ext uri="{FF2B5EF4-FFF2-40B4-BE49-F238E27FC236}">
                  <a16:creationId xmlns:a16="http://schemas.microsoft.com/office/drawing/2014/main" id="{D6329331-BAD0-47F4-BE78-A11FE7747354}"/>
                </a:ext>
              </a:extLst>
            </p:cNvPr>
            <p:cNvSpPr txBox="1"/>
            <p:nvPr/>
          </p:nvSpPr>
          <p:spPr>
            <a:xfrm>
              <a:off x="1287868" y="4086966"/>
              <a:ext cx="846591" cy="553998"/>
            </a:xfrm>
            <a:prstGeom prst="rect">
              <a:avLst/>
            </a:prstGeom>
            <a:noFill/>
            <a:ln>
              <a:solidFill>
                <a:schemeClr val="accent1"/>
              </a:solidFill>
            </a:ln>
          </p:spPr>
          <p:txBody>
            <a:bodyPr wrap="square" lIns="0" tIns="45720" rIns="0" bIns="45720" rtlCol="0" anchor="ctr">
              <a:spAutoFit/>
            </a:bodyPr>
            <a:lstStyle/>
            <a:p>
              <a:pPr marL="9144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w/o China RCT*</a:t>
              </a:r>
            </a:p>
            <a:p>
              <a:pPr marL="9144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 </a:t>
              </a:r>
              <a:r>
                <a:rPr kumimoji="0" lang="en-US" altLang="zh-CN" sz="1000" b="0" i="1"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P</a:t>
              </a:r>
              <a:r>
                <a:rPr kumimoji="0" lang="en-US" sz="1000" b="0" i="1"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referred</a:t>
              </a:r>
            </a:p>
          </p:txBody>
        </p:sp>
        <p:sp>
          <p:nvSpPr>
            <p:cNvPr id="156" name="Oval 155">
              <a:extLst>
                <a:ext uri="{FF2B5EF4-FFF2-40B4-BE49-F238E27FC236}">
                  <a16:creationId xmlns:a16="http://schemas.microsoft.com/office/drawing/2014/main" id="{C36CDF68-37A8-4CA7-8434-2B36AD126619}"/>
                </a:ext>
              </a:extLst>
            </p:cNvPr>
            <p:cNvSpPr/>
            <p:nvPr/>
          </p:nvSpPr>
          <p:spPr>
            <a:xfrm>
              <a:off x="1186799" y="4053712"/>
              <a:ext cx="182880" cy="182880"/>
            </a:xfrm>
            <a:prstGeom prst="ellipse">
              <a:avLst/>
            </a:prstGeom>
            <a:solidFill>
              <a:srgbClr val="009933"/>
            </a:solidFill>
            <a:ln w="12700">
              <a:solidFill>
                <a:srgbClr val="009933"/>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Boehringer Forward Text"/>
                  <a:ea typeface="+mn-ea"/>
                  <a:cs typeface="+mn-cs"/>
                </a:rPr>
                <a:t>1</a:t>
              </a:r>
              <a:endParaRPr kumimoji="0" lang="en-GB" sz="900" b="0" i="0" u="none" strike="noStrike" kern="1200" cap="none" spc="0" normalizeH="0" baseline="0" noProof="0">
                <a:ln>
                  <a:noFill/>
                </a:ln>
                <a:solidFill>
                  <a:srgbClr val="FFFFFF"/>
                </a:solidFill>
                <a:effectLst/>
                <a:uLnTx/>
                <a:uFillTx/>
                <a:latin typeface="Boehringer Forward Text"/>
                <a:ea typeface="+mn-ea"/>
                <a:cs typeface="+mn-cs"/>
              </a:endParaRPr>
            </a:p>
          </p:txBody>
        </p:sp>
      </p:grpSp>
      <p:sp>
        <p:nvSpPr>
          <p:cNvPr id="16" name="TextBox 15">
            <a:extLst>
              <a:ext uri="{FF2B5EF4-FFF2-40B4-BE49-F238E27FC236}">
                <a16:creationId xmlns:a16="http://schemas.microsoft.com/office/drawing/2014/main" id="{1EA198A6-C5D1-4E06-A9A4-9B594D9F677F}"/>
              </a:ext>
            </a:extLst>
          </p:cNvPr>
          <p:cNvSpPr txBox="1"/>
          <p:nvPr/>
        </p:nvSpPr>
        <p:spPr>
          <a:xfrm flipH="1">
            <a:off x="1234401" y="4797140"/>
            <a:ext cx="1463040" cy="21544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 Overseas data + ethnic difference analysis + RWE</a:t>
            </a:r>
            <a:endParaRPr kumimoji="0" lang="en-US" sz="700" b="0" i="1"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grpSp>
        <p:nvGrpSpPr>
          <p:cNvPr id="108" name="Group 107">
            <a:extLst>
              <a:ext uri="{FF2B5EF4-FFF2-40B4-BE49-F238E27FC236}">
                <a16:creationId xmlns:a16="http://schemas.microsoft.com/office/drawing/2014/main" id="{8204DF95-CE24-499E-9B30-049758B97F8B}"/>
              </a:ext>
            </a:extLst>
          </p:cNvPr>
          <p:cNvGrpSpPr/>
          <p:nvPr/>
        </p:nvGrpSpPr>
        <p:grpSpPr>
          <a:xfrm>
            <a:off x="2867943" y="1827310"/>
            <a:ext cx="540000" cy="417451"/>
            <a:chOff x="4879625" y="2636894"/>
            <a:chExt cx="540000" cy="417451"/>
          </a:xfrm>
        </p:grpSpPr>
        <p:sp>
          <p:nvSpPr>
            <p:cNvPr id="109" name="流程图: 决策 4">
              <a:extLst>
                <a:ext uri="{FF2B5EF4-FFF2-40B4-BE49-F238E27FC236}">
                  <a16:creationId xmlns:a16="http://schemas.microsoft.com/office/drawing/2014/main" id="{D4F53F73-7499-41C0-9B3F-0CC6F85F06FA}"/>
                </a:ext>
              </a:extLst>
            </p:cNvPr>
            <p:cNvSpPr/>
            <p:nvPr/>
          </p:nvSpPr>
          <p:spPr>
            <a:xfrm>
              <a:off x="5088329" y="2636894"/>
              <a:ext cx="91440" cy="144000"/>
            </a:xfrm>
            <a:prstGeom prst="flowChartDecision">
              <a:avLst/>
            </a:prstGeom>
            <a:solidFill>
              <a:srgbClr val="0000CC"/>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116" name="OTLSHAPE_T_e17f3958430f4cff8650518c93c7635e_StartDate">
              <a:extLst>
                <a:ext uri="{FF2B5EF4-FFF2-40B4-BE49-F238E27FC236}">
                  <a16:creationId xmlns:a16="http://schemas.microsoft.com/office/drawing/2014/main" id="{33775039-0B7B-45ED-98A6-096788C05934}"/>
                </a:ext>
              </a:extLst>
            </p:cNvPr>
            <p:cNvSpPr txBox="1"/>
            <p:nvPr>
              <p:custDataLst>
                <p:tags r:id="rId9"/>
              </p:custDataLst>
            </p:nvPr>
          </p:nvSpPr>
          <p:spPr>
            <a:xfrm>
              <a:off x="4879625" y="2796069"/>
              <a:ext cx="540000" cy="25827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CN" sz="700" b="0" i="0" u="none" strike="noStrike" kern="1200" cap="none" spc="0" normalizeH="0" baseline="0" noProof="0" err="1">
                  <a:ln>
                    <a:noFill/>
                  </a:ln>
                  <a:solidFill>
                    <a:srgbClr val="336699"/>
                  </a:solidFill>
                  <a:effectLst/>
                  <a:uLnTx/>
                  <a:uFillTx/>
                  <a:latin typeface="Boehringer Forward Text"/>
                  <a:ea typeface="+mn-ea"/>
                  <a:cs typeface="Calibri" panose="020F0502020204030204" pitchFamily="34" charset="0"/>
                </a:rPr>
                <a:t>RoFD</a:t>
              </a:r>
              <a:endParaRPr kumimoji="0" lang="en-US" altLang="zh-CN" sz="700" b="0" i="0" u="none" strike="noStrike" kern="1200" cap="none" spc="0" normalizeH="0" baseline="0" noProof="0">
                <a:ln>
                  <a:noFill/>
                </a:ln>
                <a:solidFill>
                  <a:srgbClr val="336699"/>
                </a:solidFill>
                <a:effectLst/>
                <a:uLnTx/>
                <a:uFillTx/>
                <a:latin typeface="Boehringer Forward Text"/>
                <a:ea typeface="+mn-ea"/>
                <a:cs typeface="Calibri" panose="020F0502020204030204" pitchFamily="34" charset="0"/>
              </a:endParaRP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336699"/>
                  </a:solidFill>
                  <a:effectLst/>
                  <a:uLnTx/>
                  <a:uFillTx/>
                  <a:latin typeface="Boehringer Forward Text"/>
                  <a:ea typeface="+mn-ea"/>
                  <a:cs typeface="Calibri" panose="020F0502020204030204" pitchFamily="34" charset="0"/>
                </a:rPr>
                <a:t>27Jan’23</a:t>
              </a:r>
            </a:p>
          </p:txBody>
        </p:sp>
      </p:grpSp>
      <p:sp>
        <p:nvSpPr>
          <p:cNvPr id="182" name="OTLSHAPE_T_e17f3958430f4cff8650518c93c7635e_Shape">
            <a:extLst>
              <a:ext uri="{FF2B5EF4-FFF2-40B4-BE49-F238E27FC236}">
                <a16:creationId xmlns:a16="http://schemas.microsoft.com/office/drawing/2014/main" id="{984D4912-EC2F-4D1A-81D5-9A16CE1DD56E}"/>
              </a:ext>
            </a:extLst>
          </p:cNvPr>
          <p:cNvSpPr/>
          <p:nvPr>
            <p:custDataLst>
              <p:tags r:id="rId7"/>
            </p:custDataLst>
          </p:nvPr>
        </p:nvSpPr>
        <p:spPr bwMode="auto">
          <a:xfrm>
            <a:off x="7014615" y="5306937"/>
            <a:ext cx="914400" cy="274320"/>
          </a:xfrm>
          <a:prstGeom prst="roundRect">
            <a:avLst/>
          </a:prstGeom>
          <a:solidFill>
            <a:srgbClr val="6699CC">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7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Localization </a:t>
            </a:r>
            <a:r>
              <a:rPr kumimoji="0" lang="en-US" altLang="zh-CN" sz="700" b="0" i="1"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(6m, tbc)</a:t>
            </a:r>
            <a:endParaRPr kumimoji="0" lang="zh-CN" altLang="en-US" sz="700" b="0" i="1"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endParaRPr>
          </a:p>
        </p:txBody>
      </p:sp>
      <p:grpSp>
        <p:nvGrpSpPr>
          <p:cNvPr id="185" name="Group 184">
            <a:extLst>
              <a:ext uri="{FF2B5EF4-FFF2-40B4-BE49-F238E27FC236}">
                <a16:creationId xmlns:a16="http://schemas.microsoft.com/office/drawing/2014/main" id="{41EA78A1-843D-4AF8-8E2A-2D03F696BBD7}"/>
              </a:ext>
            </a:extLst>
          </p:cNvPr>
          <p:cNvGrpSpPr/>
          <p:nvPr/>
        </p:nvGrpSpPr>
        <p:grpSpPr>
          <a:xfrm>
            <a:off x="7146733" y="5641415"/>
            <a:ext cx="870655" cy="264925"/>
            <a:chOff x="3588627" y="3824549"/>
            <a:chExt cx="1097280" cy="264925"/>
          </a:xfrm>
        </p:grpSpPr>
        <p:sp>
          <p:nvSpPr>
            <p:cNvPr id="186" name="流程图: 决策 4">
              <a:extLst>
                <a:ext uri="{FF2B5EF4-FFF2-40B4-BE49-F238E27FC236}">
                  <a16:creationId xmlns:a16="http://schemas.microsoft.com/office/drawing/2014/main" id="{ADDE49F6-E5E0-4CDA-B884-42352CBBE0BE}"/>
                </a:ext>
              </a:extLst>
            </p:cNvPr>
            <p:cNvSpPr/>
            <p:nvPr/>
          </p:nvSpPr>
          <p:spPr>
            <a:xfrm>
              <a:off x="4051745" y="3824549"/>
              <a:ext cx="108000" cy="144000"/>
            </a:xfrm>
            <a:prstGeom prst="flowChartDecision">
              <a:avLst/>
            </a:prstGeom>
            <a:solidFill>
              <a:srgbClr val="FF99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700" b="0" i="0" u="none" strike="noStrike" kern="1200" cap="none" spc="0" normalizeH="0" baseline="0" noProof="0" err="1">
                <a:ln>
                  <a:noFill/>
                </a:ln>
                <a:solidFill>
                  <a:srgbClr val="FFFFFF"/>
                </a:solidFill>
                <a:effectLst/>
                <a:uLnTx/>
                <a:uFillTx/>
                <a:latin typeface="Boehringer Forward Text"/>
                <a:ea typeface="+mn-ea"/>
                <a:cs typeface="Calibri" panose="020F0502020204030204" pitchFamily="34" charset="0"/>
              </a:endParaRPr>
            </a:p>
          </p:txBody>
        </p:sp>
        <p:sp>
          <p:nvSpPr>
            <p:cNvPr id="187" name="OTLSHAPE_T_e17f3958430f4cff8650518c93c7635e_StartDate">
              <a:extLst>
                <a:ext uri="{FF2B5EF4-FFF2-40B4-BE49-F238E27FC236}">
                  <a16:creationId xmlns:a16="http://schemas.microsoft.com/office/drawing/2014/main" id="{7200C155-44C2-4EA9-84DF-CDEE674B3C04}"/>
                </a:ext>
              </a:extLst>
            </p:cNvPr>
            <p:cNvSpPr txBox="1"/>
            <p:nvPr>
              <p:custDataLst>
                <p:tags r:id="rId8"/>
              </p:custDataLst>
            </p:nvPr>
          </p:nvSpPr>
          <p:spPr>
            <a:xfrm>
              <a:off x="3588627" y="3977777"/>
              <a:ext cx="1097280" cy="111697"/>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Pre-IND</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sp>
        <p:nvSpPr>
          <p:cNvPr id="11" name="TextBox 10">
            <a:extLst>
              <a:ext uri="{FF2B5EF4-FFF2-40B4-BE49-F238E27FC236}">
                <a16:creationId xmlns:a16="http://schemas.microsoft.com/office/drawing/2014/main" id="{CA9DCA20-43E3-FB12-DB42-0B42656DC17D}"/>
              </a:ext>
            </a:extLst>
          </p:cNvPr>
          <p:cNvSpPr txBox="1"/>
          <p:nvPr/>
        </p:nvSpPr>
        <p:spPr>
          <a:xfrm>
            <a:off x="9497504" y="3831529"/>
            <a:ext cx="2414275" cy="338554"/>
          </a:xfrm>
          <a:prstGeom prst="rect">
            <a:avLst/>
          </a:prstGeom>
          <a:solidFill>
            <a:srgbClr val="B1F2E7"/>
          </a:solidFill>
          <a:ln w="12700">
            <a:solidFill>
              <a:schemeClr val="tx1"/>
            </a:solidFill>
            <a:prstDash val="sysDot"/>
          </a:ln>
        </p:spPr>
        <p:txBody>
          <a:bodyPr wrap="square" anchor="ctr">
            <a:spAutoFit/>
          </a:bodyPr>
          <a:lstStyle/>
          <a:p>
            <a:pPr marL="171450" marR="0" lvl="0" indent="-171450" algn="l" defTabSz="0" rtl="0" eaLnBrk="1" fontAlgn="auto" latinLnBrk="0" hangingPunct="1">
              <a:lnSpc>
                <a:spcPct val="100000"/>
              </a:lnSpc>
              <a:spcBef>
                <a:spcPts val="0"/>
              </a:spcBef>
              <a:spcAft>
                <a:spcPts val="300"/>
              </a:spcAft>
              <a:buClrTx/>
              <a:buSzTx/>
              <a:buFont typeface="Arial" panose="020B0604020202020204" pitchFamily="34" charset="0"/>
              <a:buChar char="•"/>
              <a:tabLst/>
              <a:defRPr/>
            </a:pPr>
            <a:r>
              <a:rPr kumimoji="0" lang="en-US" altLang="zh-CN" sz="800" b="0" i="0" u="none" strike="noStrike" kern="1200" cap="none" spc="0" normalizeH="0" baseline="0" noProof="0">
                <a:ln>
                  <a:noFill/>
                </a:ln>
                <a:effectLst/>
                <a:uLnTx/>
                <a:uFillTx/>
                <a:latin typeface="Boehringer Forward Text"/>
                <a:ea typeface="+mn-ea"/>
                <a:cs typeface="Calibri" panose="020F0502020204030204" pitchFamily="34" charset="0"/>
              </a:rPr>
              <a:t>All regions have NO any centric activities planned before TLR released by Mar 2025. </a:t>
            </a:r>
          </a:p>
        </p:txBody>
      </p:sp>
      <p:pic>
        <p:nvPicPr>
          <p:cNvPr id="22" name="Picture 21">
            <a:extLst>
              <a:ext uri="{FF2B5EF4-FFF2-40B4-BE49-F238E27FC236}">
                <a16:creationId xmlns:a16="http://schemas.microsoft.com/office/drawing/2014/main" id="{47B8B92A-8D42-76B9-AEA8-6DD062CF6360}"/>
              </a:ext>
            </a:extLst>
          </p:cNvPr>
          <p:cNvPicPr>
            <a:picLocks noChangeAspect="1"/>
          </p:cNvPicPr>
          <p:nvPr/>
        </p:nvPicPr>
        <p:blipFill>
          <a:blip r:embed="rId24"/>
          <a:stretch>
            <a:fillRect/>
          </a:stretch>
        </p:blipFill>
        <p:spPr>
          <a:xfrm>
            <a:off x="10695703" y="292810"/>
            <a:ext cx="1208232" cy="491197"/>
          </a:xfrm>
          <a:prstGeom prst="rect">
            <a:avLst/>
          </a:prstGeom>
        </p:spPr>
      </p:pic>
      <p:sp>
        <p:nvSpPr>
          <p:cNvPr id="7" name="五角星 55">
            <a:extLst>
              <a:ext uri="{FF2B5EF4-FFF2-40B4-BE49-F238E27FC236}">
                <a16:creationId xmlns:a16="http://schemas.microsoft.com/office/drawing/2014/main" id="{6EA80343-825B-D6A9-9BFA-AAF5B9E56FD7}"/>
              </a:ext>
            </a:extLst>
          </p:cNvPr>
          <p:cNvSpPr>
            <a:spLocks noChangeAspect="1"/>
          </p:cNvSpPr>
          <p:nvPr/>
        </p:nvSpPr>
        <p:spPr bwMode="auto">
          <a:xfrm>
            <a:off x="10355654" y="4727438"/>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Boehringer Forward Text"/>
              <a:ea typeface="+mn-ea"/>
              <a:cs typeface="+mn-cs"/>
            </a:endParaRPr>
          </a:p>
        </p:txBody>
      </p:sp>
      <p:sp>
        <p:nvSpPr>
          <p:cNvPr id="14" name="五角星 55">
            <a:extLst>
              <a:ext uri="{FF2B5EF4-FFF2-40B4-BE49-F238E27FC236}">
                <a16:creationId xmlns:a16="http://schemas.microsoft.com/office/drawing/2014/main" id="{AFE455CB-9F1C-9518-2266-329020B5C40E}"/>
              </a:ext>
            </a:extLst>
          </p:cNvPr>
          <p:cNvSpPr>
            <a:spLocks noChangeAspect="1"/>
          </p:cNvSpPr>
          <p:nvPr/>
        </p:nvSpPr>
        <p:spPr bwMode="auto">
          <a:xfrm>
            <a:off x="11249172" y="5707696"/>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0000"/>
              </a:solidFill>
              <a:effectLst/>
              <a:uLnTx/>
              <a:uFillTx/>
              <a:latin typeface="Boehringer Forward Text"/>
              <a:ea typeface="+mn-ea"/>
              <a:cs typeface="+mn-cs"/>
            </a:endParaRPr>
          </a:p>
        </p:txBody>
      </p:sp>
    </p:spTree>
    <p:extLst>
      <p:ext uri="{BB962C8B-B14F-4D97-AF65-F5344CB8AC3E}">
        <p14:creationId xmlns:p14="http://schemas.microsoft.com/office/powerpoint/2010/main" val="14870949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19458" name="Rectangle 2" hidden="1"/>
          <p:cNvGraphicFramePr>
            <a:graphicFrameLocks/>
          </p:cNvGraphicFramePr>
          <p:nvPr>
            <p:custDataLst>
              <p:tags r:id="rId1"/>
            </p:custDataLst>
          </p:nvPr>
        </p:nvGraphicFramePr>
        <p:xfrm>
          <a:off x="1524000" y="0"/>
          <a:ext cx="158750" cy="158750"/>
        </p:xfrm>
        <a:graphic>
          <a:graphicData uri="http://schemas.openxmlformats.org/presentationml/2006/ole">
            <mc:AlternateContent xmlns:mc="http://schemas.openxmlformats.org/markup-compatibility/2006">
              <mc:Choice xmlns:v="urn:schemas-microsoft-com:vml" Requires="v">
                <p:oleObj name="think-cell Folie" r:id="rId5" imgW="0" imgH="0" progId="TCLayout.ActiveDocument.1">
                  <p:embed/>
                </p:oleObj>
              </mc:Choice>
              <mc:Fallback>
                <p:oleObj name="think-cell Folie" r:id="rId5" imgW="0" imgH="0" progId="TCLayout.ActiveDocument.1">
                  <p:embed/>
                  <p:pic>
                    <p:nvPicPr>
                      <p:cNvPr id="19458" name="Rectangle 2" hidden="1"/>
                      <p:cNvPicPr>
                        <a:picLocks noChangeArrowheads="1"/>
                      </p:cNvPicPr>
                      <p:nvPr/>
                    </p:nvPicPr>
                    <p:blipFill>
                      <a:blip>
                        <a:extLst>
                          <a:ext uri="{28A0092B-C50C-407E-A947-70E740481C1C}">
                            <a14:useLocalDpi xmlns:a14="http://schemas.microsoft.com/office/drawing/2010/main" val="0"/>
                          </a:ext>
                        </a:extLst>
                      </a:blip>
                      <a:srcRect/>
                      <a:stretch>
                        <a:fillRect/>
                      </a:stretch>
                    </p:blipFill>
                    <p:spPr bwMode="auto">
                      <a:xfrm>
                        <a:off x="1524000" y="0"/>
                        <a:ext cx="158750"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462" name="Rectangle 17" hidden="1"/>
          <p:cNvSpPr>
            <a:spLocks noChangeArrowheads="1"/>
          </p:cNvSpPr>
          <p:nvPr>
            <p:custDataLst>
              <p:tags r:id="rId2"/>
            </p:custDataLst>
          </p:nvPr>
        </p:nvSpPr>
        <p:spPr bwMode="gray">
          <a:xfrm>
            <a:off x="1524000" y="0"/>
            <a:ext cx="158750" cy="158750"/>
          </a:xfrm>
          <a:prstGeom prst="rect">
            <a:avLst/>
          </a:prstGeom>
          <a:solidFill>
            <a:schemeClr val="bg2"/>
          </a:solidFill>
          <a:ln w="12700" algn="ctr">
            <a:solidFill>
              <a:schemeClr val="tx1"/>
            </a:solidFill>
            <a:miter lim="800000"/>
            <a:headEnd/>
            <a:tailEnd/>
          </a:ln>
        </p:spPr>
        <p:txBody>
          <a:bodyPr wrap="none" lIns="0" tIns="0" rIns="0" bIns="0" anchor="ctr"/>
          <a:lstStyle/>
          <a:p>
            <a:pPr algn="ctr">
              <a:lnSpc>
                <a:spcPct val="100000"/>
              </a:lnSpc>
              <a:buClrTx/>
              <a:buSzTx/>
              <a:buFontTx/>
              <a:buNone/>
            </a:pPr>
            <a:r>
              <a:rPr lang="en-US" sz="2200">
                <a:latin typeface="Arial" pitchFamily="34" charset="0"/>
              </a:rPr>
              <a:t> </a:t>
            </a:r>
          </a:p>
        </p:txBody>
      </p:sp>
      <p:sp>
        <p:nvSpPr>
          <p:cNvPr id="10" name="Titel 9">
            <a:extLst>
              <a:ext uri="{FF2B5EF4-FFF2-40B4-BE49-F238E27FC236}">
                <a16:creationId xmlns:a16="http://schemas.microsoft.com/office/drawing/2014/main" id="{15C1856A-879E-64FA-6FFF-369CD3759927}"/>
              </a:ext>
            </a:extLst>
          </p:cNvPr>
          <p:cNvSpPr>
            <a:spLocks noGrp="1"/>
          </p:cNvSpPr>
          <p:nvPr>
            <p:ph type="title"/>
          </p:nvPr>
        </p:nvSpPr>
        <p:spPr bwMode="gray">
          <a:xfrm>
            <a:off x="304341" y="326464"/>
            <a:ext cx="11233151" cy="720000"/>
          </a:xfrm>
        </p:spPr>
        <p:txBody>
          <a:bodyPr vert="horz"/>
          <a:lstStyle/>
          <a:p>
            <a:pPr marL="0" marR="0" lvl="0" indent="0" algn="l" rtl="0">
              <a:spcBef>
                <a:spcPts val="0"/>
              </a:spcBef>
              <a:spcAft>
                <a:spcPts val="0"/>
              </a:spcAft>
              <a:buNone/>
            </a:pPr>
            <a:r>
              <a:rPr lang="en-US" sz="2400"/>
              <a:t>CT-156 Study planning: focusing on </a:t>
            </a:r>
            <a:r>
              <a:rPr lang="en-US" sz="2400">
                <a:solidFill>
                  <a:schemeClr val="tx2"/>
                </a:solidFill>
              </a:rPr>
              <a:t>functional impairment </a:t>
            </a:r>
            <a:r>
              <a:rPr lang="en-US" sz="2400">
                <a:solidFill>
                  <a:schemeClr val="tx1"/>
                </a:solidFill>
              </a:rPr>
              <a:t>- including medication adherence – in people living with </a:t>
            </a:r>
            <a:r>
              <a:rPr lang="en-US" altLang="zh-CN" sz="2400" strike="noStrike" kern="1200">
                <a:solidFill>
                  <a:schemeClr val="tx1"/>
                </a:solidFill>
                <a:latin typeface="Boehringer Forward Text (Body)"/>
                <a:ea typeface="+mn-ea"/>
                <a:cs typeface="+mn-cs"/>
              </a:rPr>
              <a:t>Schizophrenia</a:t>
            </a:r>
            <a:endParaRPr lang="en-US">
              <a:solidFill>
                <a:schemeClr val="tx1"/>
              </a:solidFill>
            </a:endParaRPr>
          </a:p>
        </p:txBody>
      </p:sp>
      <p:pic>
        <p:nvPicPr>
          <p:cNvPr id="8" name="Picture 30">
            <a:extLst>
              <a:ext uri="{FF2B5EF4-FFF2-40B4-BE49-F238E27FC236}">
                <a16:creationId xmlns:a16="http://schemas.microsoft.com/office/drawing/2014/main" id="{EFE955E0-0285-1029-A872-4200AF6344F4}"/>
              </a:ext>
            </a:extLst>
          </p:cNvPr>
          <p:cNvPicPr>
            <a:picLocks noChangeAspect="1"/>
          </p:cNvPicPr>
          <p:nvPr/>
        </p:nvPicPr>
        <p:blipFill rotWithShape="1">
          <a:blip r:embed="rId6"/>
          <a:srcRect r="19990"/>
          <a:stretch/>
        </p:blipFill>
        <p:spPr>
          <a:xfrm>
            <a:off x="1123220" y="1279264"/>
            <a:ext cx="9940937" cy="457200"/>
          </a:xfrm>
          <a:prstGeom prst="rect">
            <a:avLst/>
          </a:prstGeom>
        </p:spPr>
      </p:pic>
      <p:sp>
        <p:nvSpPr>
          <p:cNvPr id="11" name="Rectangle 23">
            <a:extLst>
              <a:ext uri="{FF2B5EF4-FFF2-40B4-BE49-F238E27FC236}">
                <a16:creationId xmlns:a16="http://schemas.microsoft.com/office/drawing/2014/main" id="{15596524-CE13-7A96-D6A0-7F1488F838FA}"/>
              </a:ext>
            </a:extLst>
          </p:cNvPr>
          <p:cNvSpPr/>
          <p:nvPr/>
        </p:nvSpPr>
        <p:spPr bwMode="gray">
          <a:xfrm>
            <a:off x="3714022" y="2135836"/>
            <a:ext cx="3653322" cy="291605"/>
          </a:xfrm>
          <a:prstGeom prst="rect">
            <a:avLst/>
          </a:prstGeom>
          <a:solidFill>
            <a:schemeClr val="accent4">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200">
                <a:solidFill>
                  <a:schemeClr val="tx1"/>
                </a:solidFill>
              </a:rPr>
              <a:t>CLS2 FPI May 6, LPO Dec 9</a:t>
            </a:r>
          </a:p>
        </p:txBody>
      </p:sp>
      <p:cxnSp>
        <p:nvCxnSpPr>
          <p:cNvPr id="12" name="Straight Arrow Connector 24">
            <a:extLst>
              <a:ext uri="{FF2B5EF4-FFF2-40B4-BE49-F238E27FC236}">
                <a16:creationId xmlns:a16="http://schemas.microsoft.com/office/drawing/2014/main" id="{93B081B6-E8F2-BA20-6885-A20CDB9FC034}"/>
              </a:ext>
            </a:extLst>
          </p:cNvPr>
          <p:cNvCxnSpPr>
            <a:cxnSpLocks/>
          </p:cNvCxnSpPr>
          <p:nvPr/>
        </p:nvCxnSpPr>
        <p:spPr bwMode="gray">
          <a:xfrm>
            <a:off x="8084408" y="1736464"/>
            <a:ext cx="0" cy="395525"/>
          </a:xfrm>
          <a:prstGeom prst="straightConnector1">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25">
            <a:extLst>
              <a:ext uri="{FF2B5EF4-FFF2-40B4-BE49-F238E27FC236}">
                <a16:creationId xmlns:a16="http://schemas.microsoft.com/office/drawing/2014/main" id="{B1A156AF-0134-94CC-77BA-E589123F3765}"/>
              </a:ext>
            </a:extLst>
          </p:cNvPr>
          <p:cNvSpPr txBox="1"/>
          <p:nvPr/>
        </p:nvSpPr>
        <p:spPr bwMode="gray">
          <a:xfrm>
            <a:off x="7900062" y="2095205"/>
            <a:ext cx="368691" cy="315920"/>
          </a:xfrm>
          <a:prstGeom prst="rect">
            <a:avLst/>
          </a:prstGeom>
          <a:noFill/>
        </p:spPr>
        <p:txBody>
          <a:bodyPr wrap="none" lIns="0" tIns="0" rIns="0" bIns="0" rtlCol="0">
            <a:spAutoFit/>
          </a:bodyPr>
          <a:lstStyle/>
          <a:p>
            <a:pPr algn="l">
              <a:lnSpc>
                <a:spcPct val="140000"/>
              </a:lnSpc>
            </a:pPr>
            <a:r>
              <a:rPr lang="en-US" sz="1600"/>
              <a:t>TLR</a:t>
            </a:r>
          </a:p>
        </p:txBody>
      </p:sp>
      <p:sp>
        <p:nvSpPr>
          <p:cNvPr id="2" name="Rectangle 23">
            <a:extLst>
              <a:ext uri="{FF2B5EF4-FFF2-40B4-BE49-F238E27FC236}">
                <a16:creationId xmlns:a16="http://schemas.microsoft.com/office/drawing/2014/main" id="{4B8B9780-A365-9EF9-A5B1-C44A7E67370B}"/>
              </a:ext>
            </a:extLst>
          </p:cNvPr>
          <p:cNvSpPr/>
          <p:nvPr/>
        </p:nvSpPr>
        <p:spPr bwMode="gray">
          <a:xfrm>
            <a:off x="219075" y="2136320"/>
            <a:ext cx="1923761" cy="291605"/>
          </a:xfrm>
          <a:prstGeom prst="rect">
            <a:avLst/>
          </a:prstGeom>
          <a:solidFill>
            <a:schemeClr val="accent4">
              <a:lumMod val="20000"/>
              <a:lumOff val="80000"/>
            </a:schemeClr>
          </a:solidFill>
          <a:ln w="635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200">
                <a:solidFill>
                  <a:schemeClr val="tx1"/>
                </a:solidFill>
              </a:rPr>
              <a:t>CLS1 completed</a:t>
            </a:r>
          </a:p>
        </p:txBody>
      </p:sp>
      <p:sp>
        <p:nvSpPr>
          <p:cNvPr id="3" name="Rectangle 23">
            <a:extLst>
              <a:ext uri="{FF2B5EF4-FFF2-40B4-BE49-F238E27FC236}">
                <a16:creationId xmlns:a16="http://schemas.microsoft.com/office/drawing/2014/main" id="{EBD5B20B-0B39-9CF0-4061-CF50AC7E9D9B}"/>
              </a:ext>
            </a:extLst>
          </p:cNvPr>
          <p:cNvSpPr/>
          <p:nvPr/>
        </p:nvSpPr>
        <p:spPr bwMode="gray">
          <a:xfrm>
            <a:off x="9339350" y="2131989"/>
            <a:ext cx="2373226" cy="291605"/>
          </a:xfrm>
          <a:prstGeom prst="rect">
            <a:avLst/>
          </a:prstGeom>
          <a:solidFill>
            <a:schemeClr val="accent4">
              <a:lumMod val="20000"/>
              <a:lumOff val="8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r>
              <a:rPr lang="en-US" sz="1200">
                <a:solidFill>
                  <a:schemeClr val="tx1"/>
                </a:solidFill>
              </a:rPr>
              <a:t>RCT FPI Apr 2025</a:t>
            </a:r>
          </a:p>
        </p:txBody>
      </p:sp>
      <p:grpSp>
        <p:nvGrpSpPr>
          <p:cNvPr id="7" name="Group 6">
            <a:extLst>
              <a:ext uri="{FF2B5EF4-FFF2-40B4-BE49-F238E27FC236}">
                <a16:creationId xmlns:a16="http://schemas.microsoft.com/office/drawing/2014/main" id="{231D9FB3-92F6-64B1-513F-8524D555DA5C}"/>
              </a:ext>
            </a:extLst>
          </p:cNvPr>
          <p:cNvGrpSpPr/>
          <p:nvPr/>
        </p:nvGrpSpPr>
        <p:grpSpPr>
          <a:xfrm>
            <a:off x="11534318" y="2819119"/>
            <a:ext cx="750276" cy="372797"/>
            <a:chOff x="7539961" y="3062499"/>
            <a:chExt cx="750276" cy="372797"/>
          </a:xfrm>
        </p:grpSpPr>
        <p:sp>
          <p:nvSpPr>
            <p:cNvPr id="20" name="TextBox 19">
              <a:extLst>
                <a:ext uri="{FF2B5EF4-FFF2-40B4-BE49-F238E27FC236}">
                  <a16:creationId xmlns:a16="http://schemas.microsoft.com/office/drawing/2014/main" id="{9542B020-3F11-6052-51D8-CB2F207F00DD}"/>
                </a:ext>
              </a:extLst>
            </p:cNvPr>
            <p:cNvSpPr txBox="1"/>
            <p:nvPr/>
          </p:nvSpPr>
          <p:spPr>
            <a:xfrm>
              <a:off x="7539961" y="3219852"/>
              <a:ext cx="750276" cy="215444"/>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700" b="0" i="0" u="none" kern="1200" cap="none" spc="0" normalizeH="0" baseline="0" noProof="0">
                  <a:ln>
                    <a:noFill/>
                  </a:ln>
                  <a:solidFill>
                    <a:srgbClr val="000000"/>
                  </a:solidFill>
                  <a:effectLst/>
                  <a:uLnTx/>
                  <a:uFillTx/>
                  <a:latin typeface="Boehringer Forward Text"/>
                  <a:ea typeface="+mn-ea"/>
                  <a:cs typeface="Calibri" panose="020F0502020204030204" pitchFamily="34" charset="0"/>
                </a:rPr>
                <a:t>US Appr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1" u="none" kern="1200" cap="none" spc="0" normalizeH="0" baseline="0" noProof="0">
                  <a:ln>
                    <a:noFill/>
                  </a:ln>
                  <a:solidFill>
                    <a:prstClr val="black"/>
                  </a:solidFill>
                  <a:effectLst/>
                  <a:uLnTx/>
                  <a:uFillTx/>
                  <a:latin typeface="Boehringer Forward Text"/>
                  <a:ea typeface="+mn-ea"/>
                  <a:cs typeface="Calibri" panose="020F0502020204030204" pitchFamily="34" charset="0"/>
                </a:rPr>
                <a:t>Aug 2028</a:t>
              </a:r>
              <a:endParaRPr kumimoji="0" lang="en-GB" sz="700" b="0" i="0" u="non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1" name="Isosceles Triangle 20">
              <a:extLst>
                <a:ext uri="{FF2B5EF4-FFF2-40B4-BE49-F238E27FC236}">
                  <a16:creationId xmlns:a16="http://schemas.microsoft.com/office/drawing/2014/main" id="{17DE0065-1ABC-A11D-2947-4FA02424BAFF}"/>
                </a:ext>
              </a:extLst>
            </p:cNvPr>
            <p:cNvSpPr/>
            <p:nvPr/>
          </p:nvSpPr>
          <p:spPr>
            <a:xfrm rot="10800000" flipH="1" flipV="1">
              <a:off x="7830467" y="3062499"/>
              <a:ext cx="144000" cy="144000"/>
            </a:xfrm>
            <a:prstGeom prst="triangle">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err="1">
                <a:ln>
                  <a:noFill/>
                </a:ln>
                <a:solidFill>
                  <a:srgbClr val="000000"/>
                </a:solidFill>
                <a:effectLst/>
                <a:uLnTx/>
                <a:uFillTx/>
                <a:latin typeface="Boehringer Forward Text"/>
                <a:ea typeface="+mn-ea"/>
                <a:cs typeface="Calibri" panose="020F0502020204030204" pitchFamily="34" charset="0"/>
              </a:endParaRPr>
            </a:p>
          </p:txBody>
        </p:sp>
      </p:grpSp>
      <p:sp>
        <p:nvSpPr>
          <p:cNvPr id="22" name="Rectangle: Rounded Corners 21">
            <a:extLst>
              <a:ext uri="{FF2B5EF4-FFF2-40B4-BE49-F238E27FC236}">
                <a16:creationId xmlns:a16="http://schemas.microsoft.com/office/drawing/2014/main" id="{D324E271-33C5-C3EC-CC97-1E79C1FF1092}"/>
              </a:ext>
            </a:extLst>
          </p:cNvPr>
          <p:cNvSpPr/>
          <p:nvPr/>
        </p:nvSpPr>
        <p:spPr>
          <a:xfrm>
            <a:off x="479424" y="3931370"/>
            <a:ext cx="5873751" cy="983530"/>
          </a:xfrm>
          <a:prstGeom prst="roundRect">
            <a:avLst/>
          </a:prstGeom>
          <a:solidFill>
            <a:srgbClr val="B1F2E7"/>
          </a:solidFill>
          <a:ln w="12700">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900" b="0" i="0" u="none" strike="noStrike" kern="1200" cap="none" spc="0" normalizeH="0" baseline="0" noProof="0">
                <a:ln>
                  <a:noFill/>
                </a:ln>
                <a:solidFill>
                  <a:prstClr val="black"/>
                </a:solidFill>
                <a:effectLst/>
                <a:uLnTx/>
                <a:uFillTx/>
                <a:latin typeface="Boehringer Forward Text"/>
                <a:ea typeface="DengXian" panose="02010600030101010101" pitchFamily="2" charset="-122"/>
                <a:cs typeface="Times New Roman" panose="02020603050405020304" pitchFamily="18" charset="0"/>
              </a:rPr>
              <a:t>CLS1 (Clinical Learning Study) TLR: enhances confidence that the CT-156 approach effectively engages participants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900" b="0" i="0" u="none" strike="noStrike" kern="1200" cap="none" spc="0" normalizeH="0" baseline="0" noProof="0">
                <a:ln>
                  <a:noFill/>
                </a:ln>
                <a:solidFill>
                  <a:prstClr val="black"/>
                </a:solidFill>
                <a:effectLst/>
                <a:uLnTx/>
                <a:uFillTx/>
                <a:latin typeface="Boehringer Forward Text"/>
                <a:ea typeface="DengXian" panose="02010600030101010101" pitchFamily="2" charset="-122"/>
                <a:cs typeface="Times New Roman" panose="02020603050405020304" pitchFamily="18" charset="0"/>
              </a:rPr>
              <a:t>CLS2: Under preparation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900" b="0" i="0" u="none" strike="noStrike" kern="1200" cap="none" spc="0" normalizeH="0" baseline="0" noProof="0">
                <a:ln>
                  <a:noFill/>
                </a:ln>
                <a:solidFill>
                  <a:prstClr val="black"/>
                </a:solidFill>
                <a:effectLst/>
                <a:uLnTx/>
                <a:uFillTx/>
                <a:latin typeface="Boehringer Forward Text"/>
                <a:ea typeface="DengXian" panose="02010600030101010101" pitchFamily="2" charset="-122"/>
                <a:cs typeface="Times New Roman" panose="02020603050405020304" pitchFamily="18" charset="0"/>
              </a:rPr>
              <a:t>RCT FPI projected for Apr 2025</a:t>
            </a:r>
          </a:p>
        </p:txBody>
      </p:sp>
    </p:spTree>
    <p:extLst>
      <p:ext uri="{BB962C8B-B14F-4D97-AF65-F5344CB8AC3E}">
        <p14:creationId xmlns:p14="http://schemas.microsoft.com/office/powerpoint/2010/main" val="10864694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95496" y="310121"/>
            <a:ext cx="10515600" cy="567563"/>
          </a:xfrm>
        </p:spPr>
        <p:txBody>
          <a:bodyPr>
            <a:normAutofit/>
          </a:bodyPr>
          <a:lstStyle/>
          <a:p>
            <a:r>
              <a:rPr lang="en-US" sz="2800" b="1">
                <a:solidFill>
                  <a:srgbClr val="000000"/>
                </a:solidFill>
                <a:cs typeface="Calibri" panose="020F0502020204030204" pitchFamily="34" charset="0"/>
              </a:rPr>
              <a:t>One Page Summary </a:t>
            </a:r>
            <a:r>
              <a:rPr lang="en-US" sz="2800" b="1">
                <a:solidFill>
                  <a:srgbClr val="000000"/>
                </a:solidFill>
                <a:latin typeface="DengXian" panose="02010600030101010101" pitchFamily="2" charset="-122"/>
                <a:ea typeface="DengXian" panose="02010600030101010101" pitchFamily="2" charset="-122"/>
                <a:cs typeface="Calibri" panose="020F0502020204030204" pitchFamily="34" charset="0"/>
              </a:rPr>
              <a:t>━ </a:t>
            </a:r>
            <a:r>
              <a:rPr lang="en-US" sz="2800" b="1">
                <a:solidFill>
                  <a:srgbClr val="000000"/>
                </a:solidFill>
                <a:cs typeface="Calibri" panose="020F0502020204030204" pitchFamily="34" charset="0"/>
              </a:rPr>
              <a:t>C</a:t>
            </a:r>
            <a:r>
              <a:rPr lang="en-US" altLang="zh-CN" sz="2800" b="1">
                <a:solidFill>
                  <a:srgbClr val="000000"/>
                </a:solidFill>
                <a:cs typeface="Calibri" panose="020F0502020204030204" pitchFamily="34" charset="0"/>
              </a:rPr>
              <a:t>REA (Retinal Health)</a:t>
            </a:r>
            <a:r>
              <a:rPr lang="en-US" sz="2800" b="1">
                <a:solidFill>
                  <a:srgbClr val="000000"/>
                </a:solidFill>
                <a:cs typeface="Calibri" panose="020F0502020204030204" pitchFamily="34" charset="0"/>
              </a:rPr>
              <a:t> </a:t>
            </a:r>
          </a:p>
        </p:txBody>
      </p:sp>
      <p:sp>
        <p:nvSpPr>
          <p:cNvPr id="7" name="页脚占位符 6"/>
          <p:cNvSpPr>
            <a:spLocks noGrp="1"/>
          </p:cNvSpPr>
          <p:nvPr>
            <p:ph type="ftr" sz="quarter" idx="11"/>
          </p:nvPr>
        </p:nvSpPr>
        <p:spPr>
          <a:xfrm>
            <a:off x="1411909" y="6601414"/>
            <a:ext cx="1097280" cy="153888"/>
          </a:xfrm>
        </p:spPr>
        <p:txBody>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800" b="0" i="0" u="none" strike="noStrike" kern="1200" cap="none" spc="0" normalizeH="0" baseline="0" noProof="0">
                <a:ln>
                  <a:noFill/>
                </a:ln>
                <a:solidFill>
                  <a:srgbClr val="08312A"/>
                </a:solidFill>
                <a:effectLst/>
                <a:uLnTx/>
                <a:uFillTx/>
                <a:latin typeface="Boehringer Forward Text"/>
                <a:ea typeface="+mn-ea"/>
                <a:cs typeface="+mn-cs"/>
              </a:rPr>
              <a:t>Confidential</a:t>
            </a:r>
            <a:endParaRPr kumimoji="0" lang="en-GB"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8" name="灯片编号占位符 7"/>
          <p:cNvSpPr>
            <a:spLocks noGrp="1"/>
          </p:cNvSpPr>
          <p:nvPr>
            <p:ph type="sldNum" sz="quarter" idx="12"/>
          </p:nvPr>
        </p:nvSpPr>
        <p:spPr>
          <a:xfrm>
            <a:off x="11928498" y="6540011"/>
            <a:ext cx="147476" cy="153888"/>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14" name="Rounded Rectangle 9">
            <a:extLst>
              <a:ext uri="{FF2B5EF4-FFF2-40B4-BE49-F238E27FC236}">
                <a16:creationId xmlns:a16="http://schemas.microsoft.com/office/drawing/2014/main" id="{3CAE9DEF-2A40-49DE-BFCC-70502EE189F6}"/>
              </a:ext>
            </a:extLst>
          </p:cNvPr>
          <p:cNvSpPr/>
          <p:nvPr/>
        </p:nvSpPr>
        <p:spPr>
          <a:xfrm>
            <a:off x="386182" y="5462212"/>
            <a:ext cx="252000" cy="252000"/>
          </a:xfrm>
          <a:prstGeom prst="roundRect">
            <a:avLst/>
          </a:prstGeom>
          <a:solidFill>
            <a:srgbClr val="92D05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a:ln>
                <a:noFill/>
              </a:ln>
              <a:solidFill>
                <a:srgbClr val="FFFFFF"/>
              </a:solidFill>
              <a:effectLst/>
              <a:uLnTx/>
              <a:uFillTx/>
              <a:latin typeface="Calibri"/>
              <a:ea typeface="+mn-ea"/>
              <a:cs typeface="+mn-cs"/>
            </a:endParaRPr>
          </a:p>
        </p:txBody>
      </p:sp>
      <p:sp>
        <p:nvSpPr>
          <p:cNvPr id="15" name="TextBox 14">
            <a:extLst>
              <a:ext uri="{FF2B5EF4-FFF2-40B4-BE49-F238E27FC236}">
                <a16:creationId xmlns:a16="http://schemas.microsoft.com/office/drawing/2014/main" id="{66CFB415-AD06-485B-939E-4928CBB99D86}"/>
              </a:ext>
            </a:extLst>
          </p:cNvPr>
          <p:cNvSpPr txBox="1"/>
          <p:nvPr/>
        </p:nvSpPr>
        <p:spPr>
          <a:xfrm>
            <a:off x="676220" y="5460010"/>
            <a:ext cx="1316075" cy="252000"/>
          </a:xfrm>
          <a:prstGeom prst="rect">
            <a:avLst/>
          </a:prstGeom>
          <a:noFill/>
          <a:ln>
            <a:solidFill>
              <a:schemeClr val="bg1">
                <a:lumMod val="75000"/>
              </a:schemeClr>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594" marR="0" lvl="0" indent="-228594" algn="l" defTabSz="1219170" rtl="0" eaLnBrk="1" fontAlgn="auto" latinLnBrk="0" hangingPunct="1">
              <a:lnSpc>
                <a:spcPct val="100000"/>
              </a:lnSpc>
              <a:spcBef>
                <a:spcPts val="800"/>
              </a:spcBef>
              <a:spcAft>
                <a:spcPts val="0"/>
              </a:spcAft>
              <a:buClrTx/>
              <a:buSzTx/>
              <a:buFont typeface="Arial" panose="020B0604020202020204" pitchFamily="34" charset="0"/>
              <a:buChar char="•"/>
              <a:tabLst/>
              <a:defRPr/>
            </a:pPr>
            <a:r>
              <a:rPr kumimoji="0" lang="en-US" sz="1000" b="0" i="0" u="none" strike="noStrike" kern="1200" cap="none" spc="0" normalizeH="0" baseline="0" noProof="0">
                <a:ln>
                  <a:noFill/>
                </a:ln>
                <a:solidFill>
                  <a:prstClr val="black">
                    <a:lumMod val="50000"/>
                    <a:lumOff val="50000"/>
                  </a:prstClr>
                </a:solidFill>
                <a:effectLst/>
                <a:uLnTx/>
                <a:uFillTx/>
                <a:latin typeface="Calibri"/>
                <a:ea typeface="+mn-ea"/>
                <a:cs typeface="+mn-cs"/>
              </a:rPr>
              <a:t>On track</a:t>
            </a:r>
          </a:p>
        </p:txBody>
      </p:sp>
      <p:sp>
        <p:nvSpPr>
          <p:cNvPr id="16" name="Rounded Rectangle 8">
            <a:extLst>
              <a:ext uri="{FF2B5EF4-FFF2-40B4-BE49-F238E27FC236}">
                <a16:creationId xmlns:a16="http://schemas.microsoft.com/office/drawing/2014/main" id="{E8283E90-B95D-4F57-9388-20B3922C4E5E}"/>
              </a:ext>
            </a:extLst>
          </p:cNvPr>
          <p:cNvSpPr/>
          <p:nvPr/>
        </p:nvSpPr>
        <p:spPr>
          <a:xfrm>
            <a:off x="7421024" y="5475557"/>
            <a:ext cx="252000" cy="252000"/>
          </a:xfrm>
          <a:prstGeom prst="roundRect">
            <a:avLst/>
          </a:prstGeom>
          <a:solidFill>
            <a:srgbClr val="FF00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a:ln>
                <a:noFill/>
              </a:ln>
              <a:solidFill>
                <a:srgbClr val="FFFFFF"/>
              </a:solidFill>
              <a:effectLst/>
              <a:uLnTx/>
              <a:uFillTx/>
              <a:latin typeface="Calibri"/>
              <a:ea typeface="+mn-ea"/>
              <a:cs typeface="+mn-cs"/>
            </a:endParaRPr>
          </a:p>
        </p:txBody>
      </p:sp>
      <p:sp>
        <p:nvSpPr>
          <p:cNvPr id="17" name="Rounded Rectangle 9">
            <a:extLst>
              <a:ext uri="{FF2B5EF4-FFF2-40B4-BE49-F238E27FC236}">
                <a16:creationId xmlns:a16="http://schemas.microsoft.com/office/drawing/2014/main" id="{3553F913-D7D2-4BD6-A809-A33AE0E68EC3}"/>
              </a:ext>
            </a:extLst>
          </p:cNvPr>
          <p:cNvSpPr>
            <a:spLocks/>
          </p:cNvSpPr>
          <p:nvPr/>
        </p:nvSpPr>
        <p:spPr>
          <a:xfrm>
            <a:off x="2542748" y="5460010"/>
            <a:ext cx="252000" cy="252000"/>
          </a:xfrm>
          <a:prstGeom prst="roundRect">
            <a:avLst/>
          </a:prstGeom>
          <a:solidFill>
            <a:srgbClr val="FFFF00"/>
          </a:solidFill>
          <a:ln>
            <a:noFill/>
          </a:ln>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121917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a:ln>
                <a:noFill/>
              </a:ln>
              <a:solidFill>
                <a:srgbClr val="FFFFFF"/>
              </a:solidFill>
              <a:effectLst/>
              <a:uLnTx/>
              <a:uFillTx/>
              <a:latin typeface="Calibri"/>
              <a:ea typeface="+mn-ea"/>
              <a:cs typeface="+mn-cs"/>
            </a:endParaRPr>
          </a:p>
        </p:txBody>
      </p:sp>
      <p:sp>
        <p:nvSpPr>
          <p:cNvPr id="18" name="TextBox 9">
            <a:extLst>
              <a:ext uri="{FF2B5EF4-FFF2-40B4-BE49-F238E27FC236}">
                <a16:creationId xmlns:a16="http://schemas.microsoft.com/office/drawing/2014/main" id="{61B5A1A0-2AD7-4F89-B53F-6A32DD4F5B1D}"/>
              </a:ext>
            </a:extLst>
          </p:cNvPr>
          <p:cNvSpPr txBox="1"/>
          <p:nvPr/>
        </p:nvSpPr>
        <p:spPr>
          <a:xfrm>
            <a:off x="7727777" y="5453785"/>
            <a:ext cx="4107126" cy="1333698"/>
          </a:xfrm>
          <a:prstGeom prst="rect">
            <a:avLst/>
          </a:prstGeom>
          <a:noFill/>
          <a:ln>
            <a:solidFill>
              <a:schemeClr val="bg1">
                <a:lumMod val="75000"/>
              </a:schemeClr>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594" marR="0" lvl="0" indent="-228594" algn="l" defTabSz="121917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sz="800" b="1" i="0" u="none" strike="noStrike" kern="1200" cap="none" spc="0" normalizeH="0" baseline="0" noProof="0">
                <a:ln>
                  <a:noFill/>
                </a:ln>
                <a:solidFill>
                  <a:prstClr val="black">
                    <a:lumMod val="50000"/>
                    <a:lumOff val="50000"/>
                  </a:prstClr>
                </a:solidFill>
                <a:effectLst/>
                <a:uLnTx/>
                <a:uFillTx/>
                <a:latin typeface="Calibri"/>
                <a:ea typeface="+mn-ea"/>
                <a:cs typeface="+mn-cs"/>
              </a:rPr>
              <a:t>Timeline: </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&gt; 3 months delay </a:t>
            </a:r>
          </a:p>
          <a:p>
            <a:pPr marL="228594" marR="0" lvl="0" indent="-228594" algn="l" defTabSz="121917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sz="800" b="1" i="0" u="none" strike="noStrike" kern="1200" cap="none" spc="0" normalizeH="0" baseline="0" noProof="0">
                <a:ln>
                  <a:noFill/>
                </a:ln>
                <a:solidFill>
                  <a:prstClr val="black">
                    <a:lumMod val="50000"/>
                    <a:lumOff val="50000"/>
                  </a:prstClr>
                </a:solidFill>
                <a:effectLst/>
                <a:uLnTx/>
                <a:uFillTx/>
                <a:latin typeface="Calibri"/>
                <a:ea typeface="+mn-ea"/>
                <a:cs typeface="+mn-cs"/>
              </a:rPr>
              <a:t>Strategic issue: </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p</a:t>
            </a:r>
            <a:r>
              <a:rPr kumimoji="0" lang="en-US" sz="800" b="0" i="0" u="none" strike="noStrike" kern="1200" cap="none" spc="0" normalizeH="0" baseline="0" noProof="0" err="1">
                <a:ln>
                  <a:noFill/>
                </a:ln>
                <a:solidFill>
                  <a:prstClr val="black">
                    <a:lumMod val="50000"/>
                    <a:lumOff val="50000"/>
                  </a:prstClr>
                </a:solidFill>
                <a:effectLst/>
                <a:uLnTx/>
                <a:uFillTx/>
                <a:latin typeface="Calibri"/>
                <a:ea typeface="+mn-ea"/>
                <a:cs typeface="+mn-cs"/>
              </a:rPr>
              <a:t>roject</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 to be terminated, China integration/development undermined;</a:t>
            </a:r>
          </a:p>
          <a:p>
            <a:pPr marL="228594" marR="0" lvl="0" indent="-228594" algn="l" defTabSz="121917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sz="800" b="1" i="0" u="none" strike="noStrike" kern="1200" cap="none" spc="0" normalizeH="0" baseline="0" noProof="0">
                <a:ln>
                  <a:noFill/>
                </a:ln>
                <a:solidFill>
                  <a:prstClr val="black">
                    <a:lumMod val="50000"/>
                    <a:lumOff val="50000"/>
                  </a:prstClr>
                </a:solidFill>
                <a:effectLst/>
                <a:uLnTx/>
                <a:uFillTx/>
                <a:latin typeface="Calibri"/>
                <a:ea typeface="+mn-ea"/>
                <a:cs typeface="+mn-cs"/>
              </a:rPr>
              <a:t>Operational issue: </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m</a:t>
            </a:r>
            <a:r>
              <a:rPr kumimoji="0" lang="en-US" sz="800" b="0" i="0" u="none" strike="noStrike" kern="1200" cap="none" spc="0" normalizeH="0" baseline="0" noProof="0" err="1">
                <a:ln>
                  <a:noFill/>
                </a:ln>
                <a:solidFill>
                  <a:prstClr val="black">
                    <a:lumMod val="50000"/>
                    <a:lumOff val="50000"/>
                  </a:prstClr>
                </a:solidFill>
                <a:effectLst/>
                <a:uLnTx/>
                <a:uFillTx/>
                <a:latin typeface="Calibri"/>
                <a:ea typeface="+mn-ea"/>
                <a:cs typeface="+mn-cs"/>
              </a:rPr>
              <a:t>ajor</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 enrollment delay, significant poor compliance;</a:t>
            </a:r>
          </a:p>
          <a:p>
            <a:pPr marL="228594" marR="0" lvl="0" indent="-228594" algn="l" defTabSz="121917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sz="800" b="1" i="0" u="none" strike="noStrike" kern="1200" cap="none" spc="0" normalizeH="0" baseline="0" noProof="0">
                <a:ln>
                  <a:noFill/>
                </a:ln>
                <a:solidFill>
                  <a:prstClr val="black">
                    <a:lumMod val="50000"/>
                    <a:lumOff val="50000"/>
                  </a:prstClr>
                </a:solidFill>
                <a:effectLst/>
                <a:uLnTx/>
                <a:uFillTx/>
                <a:latin typeface="Calibri"/>
                <a:ea typeface="+mn-ea"/>
                <a:cs typeface="+mn-cs"/>
              </a:rPr>
              <a:t>Regulatory issue: </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n</a:t>
            </a:r>
            <a:r>
              <a:rPr kumimoji="0" lang="en-US" sz="800" b="0" i="0" u="none" strike="noStrike" kern="1200" cap="none" spc="0" normalizeH="0" baseline="0" noProof="0" err="1">
                <a:ln>
                  <a:noFill/>
                </a:ln>
                <a:solidFill>
                  <a:prstClr val="black">
                    <a:lumMod val="50000"/>
                    <a:lumOff val="50000"/>
                  </a:prstClr>
                </a:solidFill>
                <a:effectLst/>
                <a:uLnTx/>
                <a:uFillTx/>
                <a:latin typeface="Calibri"/>
                <a:ea typeface="+mn-ea"/>
                <a:cs typeface="+mn-cs"/>
              </a:rPr>
              <a:t>egative</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 comment from authority, m</a:t>
            </a:r>
            <a:r>
              <a:rPr kumimoji="0" lang="en-US" sz="800" b="0" i="0" u="none" strike="noStrike" kern="1200" cap="none" spc="0" normalizeH="0" baseline="0" noProof="0" err="1">
                <a:ln>
                  <a:noFill/>
                </a:ln>
                <a:solidFill>
                  <a:prstClr val="black">
                    <a:lumMod val="50000"/>
                    <a:lumOff val="50000"/>
                  </a:prstClr>
                </a:solidFill>
                <a:effectLst/>
                <a:uLnTx/>
                <a:uFillTx/>
                <a:latin typeface="Calibri"/>
                <a:ea typeface="+mn-ea"/>
                <a:cs typeface="+mn-cs"/>
              </a:rPr>
              <a:t>ajor</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 concerns due to regulation change;</a:t>
            </a:r>
          </a:p>
          <a:p>
            <a:pPr marL="228594" marR="0" lvl="0" indent="-228594" algn="l" defTabSz="121917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altLang="zh-CN" sz="800" b="1" i="0" u="none" strike="noStrike" kern="1200" cap="none" spc="0" normalizeH="0" baseline="0" noProof="0">
                <a:ln>
                  <a:noFill/>
                </a:ln>
                <a:solidFill>
                  <a:prstClr val="black">
                    <a:lumMod val="50000"/>
                    <a:lumOff val="50000"/>
                  </a:prstClr>
                </a:solidFill>
                <a:effectLst/>
                <a:uLnTx/>
                <a:uFillTx/>
                <a:latin typeface="Calibri"/>
                <a:ea typeface="宋体" panose="02010600030101010101" pitchFamily="2" charset="-122"/>
                <a:cs typeface="+mn-cs"/>
              </a:rPr>
              <a:t>Not meeting primary end point;</a:t>
            </a:r>
          </a:p>
          <a:p>
            <a:pPr marL="228594" marR="0" lvl="0" indent="-228594" algn="l" defTabSz="121917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altLang="zh-CN" sz="800" b="1" i="0" u="none" strike="noStrike" kern="1200" cap="none" spc="0" normalizeH="0" baseline="0" noProof="0">
                <a:ln>
                  <a:noFill/>
                </a:ln>
                <a:solidFill>
                  <a:prstClr val="black">
                    <a:lumMod val="50000"/>
                    <a:lumOff val="50000"/>
                  </a:prstClr>
                </a:solidFill>
                <a:effectLst/>
                <a:uLnTx/>
                <a:uFillTx/>
                <a:latin typeface="Calibri"/>
                <a:ea typeface="宋体" panose="02010600030101010101" pitchFamily="2" charset="-122"/>
                <a:cs typeface="+mn-cs"/>
              </a:rPr>
              <a:t>Quality: </a:t>
            </a:r>
            <a:r>
              <a:rPr kumimoji="0" lang="en-US" altLang="zh-CN" sz="800" b="0" i="0" u="none" strike="noStrike" kern="1200" cap="none" spc="0" normalizeH="0" baseline="0" noProof="0">
                <a:ln>
                  <a:noFill/>
                </a:ln>
                <a:solidFill>
                  <a:prstClr val="black">
                    <a:lumMod val="50000"/>
                    <a:lumOff val="50000"/>
                  </a:prstClr>
                </a:solidFill>
                <a:effectLst/>
                <a:uLnTx/>
                <a:uFillTx/>
                <a:latin typeface="Calibri"/>
                <a:ea typeface="等线" panose="02010600030101010101" pitchFamily="2" charset="-122"/>
                <a:cs typeface="+mn-cs"/>
              </a:rPr>
              <a:t>≥ 1 critical and/or ≥ 4 major site audit observations; inspection readiness with critical issues; critical NC report </a:t>
            </a:r>
          </a:p>
        </p:txBody>
      </p:sp>
      <p:sp>
        <p:nvSpPr>
          <p:cNvPr id="19" name="TextBox 12">
            <a:extLst>
              <a:ext uri="{FF2B5EF4-FFF2-40B4-BE49-F238E27FC236}">
                <a16:creationId xmlns:a16="http://schemas.microsoft.com/office/drawing/2014/main" id="{67C0F0EF-D4DF-4D9C-96A8-1E7B00EADA6B}"/>
              </a:ext>
            </a:extLst>
          </p:cNvPr>
          <p:cNvSpPr txBox="1"/>
          <p:nvPr/>
        </p:nvSpPr>
        <p:spPr>
          <a:xfrm>
            <a:off x="2871508" y="5468023"/>
            <a:ext cx="3798938" cy="1282402"/>
          </a:xfrm>
          <a:prstGeom prst="rect">
            <a:avLst/>
          </a:prstGeom>
          <a:noFill/>
          <a:ln>
            <a:solidFill>
              <a:schemeClr val="bg1">
                <a:lumMod val="75000"/>
              </a:schemeClr>
            </a:solidFill>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228594" marR="0" lvl="0" indent="-228594" algn="l" defTabSz="121917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sz="800" b="1" i="0" u="none" strike="noStrike" kern="1200" cap="none" spc="0" normalizeH="0" baseline="0" noProof="0">
                <a:ln>
                  <a:noFill/>
                </a:ln>
                <a:solidFill>
                  <a:prstClr val="black">
                    <a:lumMod val="50000"/>
                    <a:lumOff val="50000"/>
                  </a:prstClr>
                </a:solidFill>
                <a:effectLst/>
                <a:uLnTx/>
                <a:uFillTx/>
                <a:latin typeface="Calibri"/>
                <a:ea typeface="+mn-ea"/>
                <a:cs typeface="+mn-cs"/>
              </a:rPr>
              <a:t>Timeline: </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1-3 months delay or potential delay;</a:t>
            </a:r>
            <a:endParaRPr kumimoji="0" lang="en-US" sz="800" b="0" i="0" u="none" strike="sngStrike" kern="1200" cap="none" spc="0" normalizeH="0" baseline="0" noProof="0">
              <a:ln>
                <a:noFill/>
              </a:ln>
              <a:solidFill>
                <a:prstClr val="black">
                  <a:lumMod val="50000"/>
                  <a:lumOff val="50000"/>
                </a:prstClr>
              </a:solidFill>
              <a:effectLst/>
              <a:uLnTx/>
              <a:uFillTx/>
              <a:latin typeface="Calibri"/>
              <a:ea typeface="+mn-ea"/>
              <a:cs typeface="+mn-cs"/>
            </a:endParaRPr>
          </a:p>
          <a:p>
            <a:pPr marL="228594" marR="0" lvl="0" indent="-228594" algn="l" defTabSz="121917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sz="800" b="1" i="0" u="none" strike="noStrike" kern="1200" cap="none" spc="0" normalizeH="0" baseline="0" noProof="0">
                <a:ln>
                  <a:noFill/>
                </a:ln>
                <a:solidFill>
                  <a:prstClr val="black">
                    <a:lumMod val="50000"/>
                    <a:lumOff val="50000"/>
                  </a:prstClr>
                </a:solidFill>
                <a:effectLst/>
                <a:uLnTx/>
                <a:uFillTx/>
                <a:latin typeface="Calibri"/>
                <a:ea typeface="+mn-ea"/>
                <a:cs typeface="+mn-cs"/>
              </a:rPr>
              <a:t>Strategic issue: </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global strategy uncertain; </a:t>
            </a:r>
            <a:r>
              <a:rPr kumimoji="0" lang="en-US" altLang="zh-CN" sz="800" b="0" i="0" u="none" strike="noStrike" kern="1200" cap="none" spc="0" normalizeH="0" baseline="0" noProof="0">
                <a:ln>
                  <a:noFill/>
                </a:ln>
                <a:solidFill>
                  <a:prstClr val="black">
                    <a:lumMod val="50000"/>
                    <a:lumOff val="50000"/>
                  </a:prstClr>
                </a:solidFill>
                <a:effectLst/>
                <a:uLnTx/>
                <a:uFillTx/>
                <a:latin typeface="Boehringer Forward Text"/>
                <a:ea typeface="+mn-ea"/>
                <a:cs typeface="+mn-cs"/>
              </a:rPr>
              <a:t>China integration/development at risk, insufficient China sample size</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 </a:t>
            </a:r>
            <a:r>
              <a:rPr kumimoji="0" lang="en-US" sz="800" b="0" i="0" u="none" strike="sngStrike" kern="1200" cap="none" spc="0" normalizeH="0" baseline="0" noProof="0">
                <a:ln>
                  <a:noFill/>
                </a:ln>
                <a:solidFill>
                  <a:prstClr val="black">
                    <a:lumMod val="50000"/>
                    <a:lumOff val="50000"/>
                  </a:prstClr>
                </a:solidFill>
                <a:effectLst/>
                <a:uLnTx/>
                <a:uFillTx/>
                <a:latin typeface="Calibri"/>
                <a:ea typeface="+mn-ea"/>
                <a:cs typeface="+mn-cs"/>
              </a:rPr>
              <a:t> </a:t>
            </a:r>
          </a:p>
          <a:p>
            <a:pPr marL="228594" marR="0" lvl="0" indent="-228594" algn="l" defTabSz="121917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sz="800" b="1" i="0" u="none" strike="noStrike" kern="1200" cap="none" spc="0" normalizeH="0" baseline="0" noProof="0">
                <a:ln>
                  <a:noFill/>
                </a:ln>
                <a:solidFill>
                  <a:prstClr val="black">
                    <a:lumMod val="50000"/>
                    <a:lumOff val="50000"/>
                  </a:prstClr>
                </a:solidFill>
                <a:effectLst/>
                <a:uLnTx/>
                <a:uFillTx/>
                <a:latin typeface="Calibri"/>
                <a:ea typeface="+mn-ea"/>
                <a:cs typeface="+mn-cs"/>
              </a:rPr>
              <a:t>Operational issue: </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slow enrollment, compliance rate lower than plan;</a:t>
            </a:r>
            <a:endParaRPr kumimoji="0" lang="en-US" sz="800" b="0" i="0" u="none" strike="sngStrike" kern="1200" cap="none" spc="0" normalizeH="0" baseline="0" noProof="0">
              <a:ln>
                <a:noFill/>
              </a:ln>
              <a:solidFill>
                <a:prstClr val="black">
                  <a:lumMod val="50000"/>
                  <a:lumOff val="50000"/>
                </a:prstClr>
              </a:solidFill>
              <a:effectLst/>
              <a:uLnTx/>
              <a:uFillTx/>
              <a:latin typeface="Calibri"/>
              <a:ea typeface="+mn-ea"/>
              <a:cs typeface="+mn-cs"/>
            </a:endParaRPr>
          </a:p>
          <a:p>
            <a:pPr marL="228594" marR="0" lvl="0" indent="-228594" algn="l" defTabSz="121917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sz="800" b="1" i="0" u="none" strike="noStrike" kern="1200" cap="none" spc="0" normalizeH="0" baseline="0" noProof="0">
                <a:ln>
                  <a:noFill/>
                </a:ln>
                <a:solidFill>
                  <a:prstClr val="black">
                    <a:lumMod val="50000"/>
                    <a:lumOff val="50000"/>
                  </a:prstClr>
                </a:solidFill>
                <a:effectLst/>
                <a:uLnTx/>
                <a:uFillTx/>
                <a:latin typeface="Calibri"/>
                <a:ea typeface="+mn-ea"/>
                <a:cs typeface="+mn-cs"/>
              </a:rPr>
              <a:t>Regulatory issue: </a:t>
            </a:r>
            <a:r>
              <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rPr>
              <a:t>technical and/or dossier issues and/or deficiency letter with potential impact to approval and/or approval timeline;</a:t>
            </a:r>
          </a:p>
          <a:p>
            <a:pPr marL="228594" marR="0" lvl="0" indent="-228594" algn="l" defTabSz="1219170" rtl="0" eaLnBrk="1" fontAlgn="auto" latinLnBrk="0" hangingPunct="1">
              <a:lnSpc>
                <a:spcPct val="100000"/>
              </a:lnSpc>
              <a:spcBef>
                <a:spcPts val="400"/>
              </a:spcBef>
              <a:spcAft>
                <a:spcPts val="0"/>
              </a:spcAft>
              <a:buClrTx/>
              <a:buSzTx/>
              <a:buFont typeface="Arial" panose="020B0604020202020204" pitchFamily="34" charset="0"/>
              <a:buChar char="•"/>
              <a:tabLst/>
              <a:defRPr/>
            </a:pPr>
            <a:r>
              <a:rPr kumimoji="0" lang="en-US" sz="800" b="1" i="0" u="none" strike="noStrike" kern="1200" cap="none" spc="0" normalizeH="0" baseline="0" noProof="0">
                <a:ln>
                  <a:noFill/>
                </a:ln>
                <a:solidFill>
                  <a:prstClr val="black">
                    <a:lumMod val="50000"/>
                    <a:lumOff val="50000"/>
                  </a:prstClr>
                </a:solidFill>
                <a:effectLst/>
                <a:uLnTx/>
                <a:uFillTx/>
                <a:latin typeface="Calibri"/>
                <a:ea typeface="+mn-ea"/>
                <a:cs typeface="+mn-cs"/>
              </a:rPr>
              <a:t>Quality:</a:t>
            </a:r>
            <a:r>
              <a:rPr kumimoji="0" lang="zh-CN" altLang="en-US" sz="800" b="1" i="0" u="none" strike="noStrike" kern="1200" cap="none" spc="0" normalizeH="0" baseline="0" noProof="0">
                <a:ln>
                  <a:noFill/>
                </a:ln>
                <a:solidFill>
                  <a:prstClr val="black">
                    <a:lumMod val="50000"/>
                    <a:lumOff val="50000"/>
                  </a:prstClr>
                </a:solidFill>
                <a:effectLst/>
                <a:uLnTx/>
                <a:uFillTx/>
                <a:latin typeface="Calibri"/>
                <a:ea typeface="等线" panose="02010600030101010101" pitchFamily="2" charset="-122"/>
                <a:cs typeface="+mn-cs"/>
              </a:rPr>
              <a:t> </a:t>
            </a:r>
            <a:r>
              <a:rPr kumimoji="0" lang="en-US" altLang="zh-CN" sz="800" b="0" i="0" u="none" strike="noStrike" kern="1200" cap="none" spc="0" normalizeH="0" baseline="0" noProof="0">
                <a:ln>
                  <a:noFill/>
                </a:ln>
                <a:solidFill>
                  <a:prstClr val="black">
                    <a:lumMod val="50000"/>
                    <a:lumOff val="50000"/>
                  </a:prstClr>
                </a:solidFill>
                <a:effectLst/>
                <a:uLnTx/>
                <a:uFillTx/>
                <a:latin typeface="Calibri"/>
                <a:ea typeface="等线" panose="02010600030101010101" pitchFamily="2" charset="-122"/>
                <a:cs typeface="+mn-cs"/>
              </a:rPr>
              <a:t>3 major site audit observations,  inspection readiness with significant issues; major NC report</a:t>
            </a:r>
            <a:endParaRPr kumimoji="0" lang="en-US" sz="800" b="0" i="0" u="none" strike="noStrike" kern="1200" cap="none" spc="0" normalizeH="0" baseline="0" noProof="0">
              <a:ln>
                <a:noFill/>
              </a:ln>
              <a:solidFill>
                <a:prstClr val="black">
                  <a:lumMod val="50000"/>
                  <a:lumOff val="50000"/>
                </a:prstClr>
              </a:solidFill>
              <a:effectLst/>
              <a:uLnTx/>
              <a:uFillTx/>
              <a:latin typeface="Calibri"/>
              <a:ea typeface="+mn-ea"/>
              <a:cs typeface="+mn-cs"/>
            </a:endParaRPr>
          </a:p>
        </p:txBody>
      </p:sp>
      <p:graphicFrame>
        <p:nvGraphicFramePr>
          <p:cNvPr id="2" name="Table 1"/>
          <p:cNvGraphicFramePr>
            <a:graphicFrameLocks noGrp="1"/>
          </p:cNvGraphicFramePr>
          <p:nvPr>
            <p:extLst>
              <p:ext uri="{D42A27DB-BD31-4B8C-83A1-F6EECF244321}">
                <p14:modId xmlns:p14="http://schemas.microsoft.com/office/powerpoint/2010/main" val="326845174"/>
              </p:ext>
            </p:extLst>
          </p:nvPr>
        </p:nvGraphicFramePr>
        <p:xfrm>
          <a:off x="295496" y="1038604"/>
          <a:ext cx="11782759" cy="4286945"/>
        </p:xfrm>
        <a:graphic>
          <a:graphicData uri="http://schemas.openxmlformats.org/drawingml/2006/table">
            <a:tbl>
              <a:tblPr firstRow="1" bandRow="1">
                <a:tableStyleId>{5C22544A-7EE6-4342-B048-85BDC9FD1C3A}</a:tableStyleId>
              </a:tblPr>
              <a:tblGrid>
                <a:gridCol w="637239">
                  <a:extLst>
                    <a:ext uri="{9D8B030D-6E8A-4147-A177-3AD203B41FA5}">
                      <a16:colId xmlns:a16="http://schemas.microsoft.com/office/drawing/2014/main" val="581867500"/>
                    </a:ext>
                  </a:extLst>
                </a:gridCol>
                <a:gridCol w="2147922">
                  <a:extLst>
                    <a:ext uri="{9D8B030D-6E8A-4147-A177-3AD203B41FA5}">
                      <a16:colId xmlns:a16="http://schemas.microsoft.com/office/drawing/2014/main" val="3392754391"/>
                    </a:ext>
                  </a:extLst>
                </a:gridCol>
                <a:gridCol w="261257">
                  <a:extLst>
                    <a:ext uri="{9D8B030D-6E8A-4147-A177-3AD203B41FA5}">
                      <a16:colId xmlns:a16="http://schemas.microsoft.com/office/drawing/2014/main" val="3204713827"/>
                    </a:ext>
                  </a:extLst>
                </a:gridCol>
                <a:gridCol w="3377863">
                  <a:extLst>
                    <a:ext uri="{9D8B030D-6E8A-4147-A177-3AD203B41FA5}">
                      <a16:colId xmlns:a16="http://schemas.microsoft.com/office/drawing/2014/main" val="3736041554"/>
                    </a:ext>
                  </a:extLst>
                </a:gridCol>
                <a:gridCol w="2615278">
                  <a:extLst>
                    <a:ext uri="{9D8B030D-6E8A-4147-A177-3AD203B41FA5}">
                      <a16:colId xmlns:a16="http://schemas.microsoft.com/office/drawing/2014/main" val="924445967"/>
                    </a:ext>
                  </a:extLst>
                </a:gridCol>
                <a:gridCol w="2743200">
                  <a:extLst>
                    <a:ext uri="{9D8B030D-6E8A-4147-A177-3AD203B41FA5}">
                      <a16:colId xmlns:a16="http://schemas.microsoft.com/office/drawing/2014/main" val="3642301764"/>
                    </a:ext>
                  </a:extLst>
                </a:gridCol>
              </a:tblGrid>
              <a:tr h="3815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a:latin typeface="Boehringer Forward Text (Body)"/>
                        </a:rPr>
                        <a:t>TA </a:t>
                      </a:r>
                    </a:p>
                  </a:txBody>
                  <a:tcPr marL="121920" marR="121920" marT="60960" marB="60960"/>
                </a:tc>
                <a:tc gridSpan="2">
                  <a:txBody>
                    <a:bodyPr/>
                    <a:lstStyle/>
                    <a:p>
                      <a:pPr algn="ctr"/>
                      <a:r>
                        <a:rPr lang="en-US" altLang="zh-CN" sz="1050" baseline="0">
                          <a:latin typeface="Boehringer Forward Text (Body)"/>
                        </a:rPr>
                        <a:t>Ongoing</a:t>
                      </a:r>
                      <a:endParaRPr lang="en-US" sz="1050">
                        <a:latin typeface="Boehringer Forward Text (Body)"/>
                      </a:endParaRPr>
                    </a:p>
                  </a:txBody>
                  <a:tcPr marL="121920" marR="121920" marT="60960" marB="60960" anchor="ctr"/>
                </a:tc>
                <a:tc hMerge="1">
                  <a:txBody>
                    <a:bodyPr/>
                    <a:lstStyle/>
                    <a:p>
                      <a:pPr algn="ctr"/>
                      <a:endParaRPr lang="en-US" sz="2000">
                        <a:latin typeface="+mn-lt"/>
                      </a:endParaRPr>
                    </a:p>
                  </a:txBody>
                  <a:tcPr marL="121920" marR="121920" marT="60960" marB="6096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050" baseline="0">
                          <a:latin typeface="Boehringer Forward Text (Body)"/>
                        </a:rPr>
                        <a:t>Endorsed</a:t>
                      </a:r>
                      <a:endParaRPr lang="en-US" altLang="zh-CN" sz="1050">
                        <a:latin typeface="Boehringer Forward Text (Body)"/>
                      </a:endParaRPr>
                    </a:p>
                  </a:txBody>
                  <a:tcPr marL="121920" marR="121920" marT="60960" marB="6096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a:latin typeface="Boehringer Forward Text (Body)"/>
                        </a:rPr>
                        <a:t>Under evaluation</a:t>
                      </a:r>
                    </a:p>
                  </a:txBody>
                  <a:tcPr marL="121920" marR="121920" marT="60960" marB="60960" anchor="ct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050">
                          <a:latin typeface="Boehringer Forward Text (Body)"/>
                        </a:rPr>
                        <a:t>Next wave</a:t>
                      </a:r>
                    </a:p>
                  </a:txBody>
                  <a:tcPr marL="121920" marR="121920" marT="60960" marB="60960" anchor="ctr"/>
                </a:tc>
                <a:extLst>
                  <a:ext uri="{0D108BD9-81ED-4DB2-BD59-A6C34878D82A}">
                    <a16:rowId xmlns:a16="http://schemas.microsoft.com/office/drawing/2014/main" val="2380322096"/>
                  </a:ext>
                </a:extLst>
              </a:tr>
              <a:tr h="615258">
                <a:tc rowSpan="6">
                  <a:txBody>
                    <a:bodyPr/>
                    <a:lstStyle/>
                    <a:p>
                      <a:pPr marL="0" algn="ctr" defTabSz="914400" rtl="0" eaLnBrk="1" latinLnBrk="0" hangingPunct="1"/>
                      <a:r>
                        <a:rPr lang="en-US" altLang="zh-CN" sz="900" strike="noStrike" kern="1200">
                          <a:solidFill>
                            <a:schemeClr val="tx1"/>
                          </a:solidFill>
                          <a:latin typeface="Boehringer Forward Text (Body)"/>
                          <a:ea typeface="+mn-ea"/>
                          <a:cs typeface="+mn-cs"/>
                        </a:rPr>
                        <a:t>CREA</a:t>
                      </a:r>
                      <a:endParaRPr lang="zh-CN" altLang="en-US" sz="900" strike="noStrike" kern="1200">
                        <a:solidFill>
                          <a:schemeClr val="tx1"/>
                        </a:solidFill>
                        <a:latin typeface="Boehringer Forward Text (Body)"/>
                        <a:ea typeface="+mn-ea"/>
                        <a:cs typeface="+mn-cs"/>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noProof="0">
                          <a:solidFill>
                            <a:schemeClr val="bg1">
                              <a:lumMod val="65000"/>
                            </a:schemeClr>
                          </a:solidFill>
                          <a:latin typeface="Boehringer Forward Text (Body)"/>
                          <a:ea typeface="+mn-ea"/>
                          <a:cs typeface="+mn-cs"/>
                        </a:rPr>
                        <a:t>Iclepertin </a:t>
                      </a:r>
                      <a:r>
                        <a:rPr lang="en-US" altLang="zh-CN" sz="900" strike="noStrike" kern="1200">
                          <a:solidFill>
                            <a:schemeClr val="bg1">
                              <a:lumMod val="65000"/>
                            </a:schemeClr>
                          </a:solidFill>
                          <a:latin typeface="Boehringer Forward Text (Body)"/>
                          <a:ea typeface="+mn-ea"/>
                          <a:cs typeface="+mn-cs"/>
                        </a:rPr>
                        <a:t>(GlyT1)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a:solidFill>
                            <a:schemeClr val="bg1">
                              <a:lumMod val="65000"/>
                            </a:schemeClr>
                          </a:solidFill>
                          <a:latin typeface="Boehringer Forward Text (Body)"/>
                          <a:ea typeface="+mn-ea"/>
                          <a:cs typeface="+mn-cs"/>
                        </a:rPr>
                        <a:t>CIAS – Ph3 </a:t>
                      </a:r>
                    </a:p>
                  </a:txBody>
                  <a:tcPr marL="121920" marR="121920" marT="60960" marB="60960" anchor="ctr">
                    <a:solidFill>
                      <a:srgbClr val="CCCDC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900" strike="noStrike" kern="1200">
                        <a:solidFill>
                          <a:schemeClr val="tx1"/>
                        </a:solidFill>
                        <a:latin typeface="Boehringer Forward Text (Body)"/>
                        <a:ea typeface="+mn-ea"/>
                        <a:cs typeface="+mn-cs"/>
                      </a:endParaRPr>
                    </a:p>
                  </a:txBody>
                  <a:tcPr marL="0" marR="0" marT="0" marB="0" anchor="ctr">
                    <a:solidFill>
                      <a:srgbClr val="00B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900">
                          <a:solidFill>
                            <a:schemeClr val="bg1">
                              <a:lumMod val="65000"/>
                            </a:schemeClr>
                          </a:solidFill>
                          <a:latin typeface="Boehringer Forward Text (Body)"/>
                        </a:rPr>
                        <a:t>BI 1358894 (TRPC4/5) </a:t>
                      </a:r>
                    </a:p>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900">
                          <a:solidFill>
                            <a:schemeClr val="bg1">
                              <a:lumMod val="65000"/>
                            </a:schemeClr>
                          </a:solidFill>
                          <a:latin typeface="Boehringer Forward Text (Body)"/>
                        </a:rPr>
                        <a:t>PTSD – Ph3</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bg1">
                              <a:lumMod val="65000"/>
                            </a:schemeClr>
                          </a:solidFill>
                          <a:latin typeface="Boehringer Forward Text (Body)"/>
                          <a:ea typeface="+mn-ea"/>
                          <a:cs typeface="Calibri" panose="020F0502020204030204" pitchFamily="34" charset="0"/>
                        </a:rPr>
                        <a:t>CT-155 (DTx)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bg1">
                              <a:lumMod val="65000"/>
                            </a:schemeClr>
                          </a:solidFill>
                          <a:latin typeface="Boehringer Forward Text (Body)"/>
                          <a:ea typeface="+mn-ea"/>
                          <a:cs typeface="Calibri" panose="020F0502020204030204" pitchFamily="34" charset="0"/>
                        </a:rPr>
                        <a:t>Negative symptom of Schizophrenia</a:t>
                      </a:r>
                    </a:p>
                  </a:txBody>
                  <a:tcPr anchor="ctr">
                    <a:solidFill>
                      <a:srgbClr val="CCCDC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altLang="zh-CN" sz="900" kern="1200">
                          <a:solidFill>
                            <a:schemeClr val="tx1"/>
                          </a:solidFill>
                          <a:latin typeface="Boehringer Forward Text (Body)"/>
                          <a:ea typeface="+mn-ea"/>
                          <a:cs typeface="+mn-cs"/>
                        </a:rPr>
                        <a:t>BIBF 1120 (Nintedanib IVT </a:t>
                      </a:r>
                      <a:r>
                        <a:rPr lang="en-US" altLang="zh-CN" sz="900" kern="1200">
                          <a:solidFill>
                            <a:schemeClr val="tx1"/>
                          </a:solidFill>
                          <a:latin typeface="Boehringer Forward Text (Body)"/>
                          <a:ea typeface="+mn-ea"/>
                          <a:cs typeface="+mn-cs"/>
                        </a:rPr>
                        <a:t>(TKi) / wAMD</a:t>
                      </a:r>
                    </a:p>
                  </a:txBody>
                  <a:tcPr anchor="ctr"/>
                </a:tc>
                <a:extLst>
                  <a:ext uri="{0D108BD9-81ED-4DB2-BD59-A6C34878D82A}">
                    <a16:rowId xmlns:a16="http://schemas.microsoft.com/office/drawing/2014/main" val="2979161444"/>
                  </a:ext>
                </a:extLst>
              </a:tr>
              <a:tr h="895181">
                <a:tc vMerge="1">
                  <a:txBody>
                    <a:bodyPr/>
                    <a:lstStyle/>
                    <a:p>
                      <a:pPr marL="0" algn="ctr" defTabSz="914400" rtl="0" eaLnBrk="1" latinLnBrk="0" hangingPunct="1"/>
                      <a:endParaRPr lang="zh-CN" altLang="en-US" sz="1200" strike="noStrike" kern="1200">
                        <a:solidFill>
                          <a:schemeClr val="tx1"/>
                        </a:solidFill>
                        <a:latin typeface="+mn-lt"/>
                        <a:ea typeface="+mn-ea"/>
                        <a:cs typeface="+mn-cs"/>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a:solidFill>
                            <a:schemeClr val="bg1">
                              <a:lumMod val="65000"/>
                            </a:schemeClr>
                          </a:solidFill>
                          <a:latin typeface="Boehringer Forward Text (Body)"/>
                          <a:ea typeface="+mn-ea"/>
                          <a:cs typeface="+mn-cs"/>
                        </a:rPr>
                        <a:t>Metalyse (TNK)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a:solidFill>
                            <a:schemeClr val="bg1">
                              <a:lumMod val="65000"/>
                            </a:schemeClr>
                          </a:solidFill>
                          <a:latin typeface="Boehringer Forward Text (Body)"/>
                          <a:ea typeface="+mn-ea"/>
                          <a:cs typeface="+mn-cs"/>
                        </a:rPr>
                        <a:t>AIS – Ph3</a:t>
                      </a:r>
                    </a:p>
                  </a:txBody>
                  <a:tcPr marL="121920" marR="121920" marT="60960" marB="60960" anchor="ctr">
                    <a:solidFill>
                      <a:srgbClr val="E7E8E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900" strike="noStrike" kern="1200">
                        <a:solidFill>
                          <a:schemeClr val="tx1"/>
                        </a:solidFill>
                        <a:latin typeface="Boehringer Forward Text (Body)"/>
                        <a:ea typeface="+mn-ea"/>
                        <a:cs typeface="+mn-cs"/>
                      </a:endParaRPr>
                    </a:p>
                  </a:txBody>
                  <a:tcPr marL="0" marR="0" marT="0" marB="0" anchor="ctr">
                    <a:solidFill>
                      <a:srgbClr val="00B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bg1">
                              <a:lumMod val="65000"/>
                            </a:schemeClr>
                          </a:solidFill>
                          <a:latin typeface="Boehringer Forward Text (Body)"/>
                          <a:ea typeface="+mn-ea"/>
                          <a:cs typeface="+mn-cs"/>
                        </a:rPr>
                        <a:t>BI 1358894 (TRPC4/5)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bg1">
                              <a:lumMod val="65000"/>
                            </a:schemeClr>
                          </a:solidFill>
                          <a:latin typeface="Boehringer Forward Text (Body)"/>
                          <a:ea typeface="+mn-ea"/>
                          <a:cs typeface="+mn-cs"/>
                        </a:rPr>
                        <a:t>MDD </a:t>
                      </a:r>
                      <a:r>
                        <a:rPr lang="en-US" altLang="zh-CN" sz="900" strike="noStrike" kern="1200">
                          <a:solidFill>
                            <a:schemeClr val="bg1">
                              <a:lumMod val="65000"/>
                            </a:schemeClr>
                          </a:solidFill>
                          <a:latin typeface="Boehringer Forward Text (Body)"/>
                          <a:ea typeface="+mn-ea"/>
                          <a:cs typeface="+mn-cs"/>
                        </a:rPr>
                        <a:t>–</a:t>
                      </a:r>
                      <a:r>
                        <a:rPr lang="en-US" altLang="zh-CN" sz="900" kern="1200">
                          <a:solidFill>
                            <a:schemeClr val="bg1">
                              <a:lumMod val="65000"/>
                            </a:schemeClr>
                          </a:solidFill>
                          <a:latin typeface="Boehringer Forward Text (Body)"/>
                          <a:ea typeface="+mn-ea"/>
                          <a:cs typeface="+mn-cs"/>
                        </a:rPr>
                        <a:t> Ph3</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900" kern="1200">
                          <a:solidFill>
                            <a:schemeClr val="bg1">
                              <a:lumMod val="65000"/>
                            </a:schemeClr>
                          </a:solidFill>
                          <a:latin typeface="Boehringer Forward Text (Body)"/>
                          <a:ea typeface="+mn-ea"/>
                          <a:cs typeface="+mn-cs"/>
                        </a:rPr>
                        <a:t>Ph2 TLR: Efficacy - failed to separate from placebo on MADRS change from baseline at Week 6</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US" altLang="zh-CN" sz="900" kern="1200">
                          <a:solidFill>
                            <a:schemeClr val="bg1">
                              <a:lumMod val="65000"/>
                            </a:schemeClr>
                          </a:solidFill>
                          <a:latin typeface="Boehringer Forward Text (Body)"/>
                          <a:ea typeface="+mn-ea"/>
                          <a:cs typeface="+mn-cs"/>
                        </a:rPr>
                        <a:t>AT to propose Asset Termination in Apr’s HPSC</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tx1"/>
                          </a:solidFill>
                          <a:latin typeface="Boehringer Forward Text (Body)"/>
                          <a:ea typeface="+mn-ea"/>
                          <a:cs typeface="+mn-cs"/>
                        </a:rPr>
                        <a:t>BI 1815368 (PKKi)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tx1"/>
                          </a:solidFill>
                          <a:latin typeface="Boehringer Forward Text (Body)"/>
                          <a:ea typeface="+mn-ea"/>
                          <a:cs typeface="+mn-cs"/>
                        </a:rPr>
                        <a:t>wAMD prevention  - CN: Ph2</a:t>
                      </a:r>
                    </a:p>
                  </a:txBody>
                  <a:tcPr anchor="ctr">
                    <a:solidFill>
                      <a:srgbClr val="E7E8E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bg1">
                              <a:lumMod val="65000"/>
                            </a:schemeClr>
                          </a:solidFill>
                          <a:latin typeface="Boehringer Forward Text (Body)"/>
                          <a:ea typeface="+mn-ea"/>
                          <a:cs typeface="+mn-cs"/>
                        </a:rPr>
                        <a:t>BI 3031185 (mGluR4 NAM)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bg1">
                              <a:lumMod val="65000"/>
                            </a:schemeClr>
                          </a:solidFill>
                          <a:latin typeface="Boehringer Forward Text (Body)"/>
                          <a:ea typeface="+mn-ea"/>
                          <a:cs typeface="+mn-cs"/>
                        </a:rPr>
                        <a:t>Impulsivity</a:t>
                      </a:r>
                    </a:p>
                  </a:txBody>
                  <a:tcPr anchor="ctr"/>
                </a:tc>
                <a:extLst>
                  <a:ext uri="{0D108BD9-81ED-4DB2-BD59-A6C34878D82A}">
                    <a16:rowId xmlns:a16="http://schemas.microsoft.com/office/drawing/2014/main" val="3296372683"/>
                  </a:ext>
                </a:extLst>
              </a:tr>
              <a:tr h="788990">
                <a:tc vMerge="1">
                  <a:txBody>
                    <a:bodyPr/>
                    <a:lstStyle/>
                    <a:p>
                      <a:pPr marL="0" algn="ctr" defTabSz="914400" rtl="0" eaLnBrk="1" latinLnBrk="0" hangingPunct="1"/>
                      <a:endParaRPr lang="zh-CN" altLang="en-US" sz="1200" strike="noStrike" kern="1200">
                        <a:solidFill>
                          <a:schemeClr val="tx1"/>
                        </a:solidFill>
                        <a:latin typeface="+mn-lt"/>
                        <a:ea typeface="+mn-ea"/>
                        <a:cs typeface="+mn-cs"/>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bg1">
                              <a:lumMod val="65000"/>
                            </a:schemeClr>
                          </a:solidFill>
                          <a:latin typeface="Boehringer Forward Text (Body)"/>
                          <a:ea typeface="+mn-ea"/>
                          <a:cs typeface="+mn-cs"/>
                        </a:rPr>
                        <a:t>BI 1569912 (NR2B NAM)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bg1">
                              <a:lumMod val="65000"/>
                            </a:schemeClr>
                          </a:solidFill>
                          <a:latin typeface="Boehringer Forward Text (Body)"/>
                          <a:ea typeface="+mn-ea"/>
                          <a:cs typeface="+mn-cs"/>
                        </a:rPr>
                        <a:t>MDD adjunct– Ph2 (FOT)</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900" i="0" kern="1200">
                        <a:solidFill>
                          <a:schemeClr val="tx1"/>
                        </a:solidFill>
                        <a:latin typeface="Boehringer Forward Text (Body)"/>
                        <a:ea typeface="+mn-ea"/>
                        <a:cs typeface="+mn-cs"/>
                      </a:endParaRPr>
                    </a:p>
                  </a:txBody>
                  <a:tcPr marL="0" marR="0" marT="0" marB="0" anchor="ctr">
                    <a:solidFill>
                      <a:srgbClr val="00B050"/>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tx1"/>
                          </a:solidFill>
                          <a:latin typeface="Boehringer Forward Text (Body)"/>
                          <a:ea typeface="+mn-ea"/>
                          <a:cs typeface="+mn-cs"/>
                        </a:rPr>
                        <a:t>BI 764524 (anti-SEMA 3A)</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chemeClr val="tx1"/>
                          </a:solidFill>
                          <a:latin typeface="Boehringer Forward Text (Body)"/>
                          <a:ea typeface="+mn-ea"/>
                          <a:cs typeface="+mn-cs"/>
                        </a:rPr>
                        <a:t>DR – CN: Ph3</a:t>
                      </a: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rgbClr val="0000CC"/>
                          </a:solidFill>
                          <a:latin typeface="Boehringer Forward Text (Body)"/>
                          <a:ea typeface="+mn-ea"/>
                          <a:cs typeface="+mn-cs"/>
                        </a:rPr>
                        <a:t>BI 1584862 (PAFR antagonist)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kern="1200">
                          <a:solidFill>
                            <a:srgbClr val="0000CC"/>
                          </a:solidFill>
                          <a:latin typeface="Boehringer Forward Text (Body)"/>
                          <a:ea typeface="+mn-ea"/>
                          <a:cs typeface="+mn-cs"/>
                        </a:rPr>
                        <a:t>GA – CN: Ph2.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900" kern="1200">
                          <a:solidFill>
                            <a:srgbClr val="0000CC"/>
                          </a:solidFill>
                          <a:latin typeface="Boehringer Forward Text (Body)"/>
                          <a:ea typeface="+mn-ea"/>
                          <a:cs typeface="+mn-cs"/>
                        </a:rPr>
                        <a:t>TALC endorsed that the Ph2 </a:t>
                      </a:r>
                      <a:r>
                        <a:rPr lang="en-US" altLang="zh-CN" sz="900" kern="1200" err="1">
                          <a:solidFill>
                            <a:srgbClr val="0000CC"/>
                          </a:solidFill>
                          <a:latin typeface="Boehringer Forward Text (Body)"/>
                          <a:ea typeface="+mn-ea"/>
                          <a:cs typeface="+mn-cs"/>
                        </a:rPr>
                        <a:t>PoCP</a:t>
                      </a:r>
                      <a:r>
                        <a:rPr lang="en-US" altLang="zh-CN" sz="900" kern="1200">
                          <a:solidFill>
                            <a:srgbClr val="0000CC"/>
                          </a:solidFill>
                          <a:latin typeface="Boehringer Forward Text (Body)"/>
                          <a:ea typeface="+mn-ea"/>
                          <a:cs typeface="+mn-cs"/>
                        </a:rPr>
                        <a:t>/</a:t>
                      </a:r>
                      <a:r>
                        <a:rPr lang="en-US" altLang="zh-CN" sz="900" kern="1200" err="1">
                          <a:solidFill>
                            <a:srgbClr val="0000CC"/>
                          </a:solidFill>
                          <a:latin typeface="Boehringer Forward Text (Body)"/>
                          <a:ea typeface="+mn-ea"/>
                          <a:cs typeface="+mn-cs"/>
                        </a:rPr>
                        <a:t>PoCC</a:t>
                      </a:r>
                      <a:r>
                        <a:rPr lang="en-US" altLang="zh-CN" sz="900" kern="1200">
                          <a:solidFill>
                            <a:srgbClr val="0000CC"/>
                          </a:solidFill>
                          <a:latin typeface="Boehringer Forward Text (Body)"/>
                          <a:ea typeface="+mn-ea"/>
                          <a:cs typeface="+mn-cs"/>
                        </a:rPr>
                        <a:t> study will be only run in US for the budget saving focus. </a:t>
                      </a:r>
                    </a:p>
                  </a:txBody>
                  <a:tcPr anchor="ctr">
                    <a:solidFill>
                      <a:srgbClr val="CCCDC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noProof="0">
                          <a:solidFill>
                            <a:schemeClr val="bg1">
                              <a:lumMod val="65000"/>
                            </a:schemeClr>
                          </a:solidFill>
                          <a:latin typeface="Boehringer Forward Text (Body)"/>
                          <a:ea typeface="+mn-ea"/>
                          <a:cs typeface="+mn-cs"/>
                        </a:rPr>
                        <a:t>Iclepertin </a:t>
                      </a:r>
                      <a:r>
                        <a:rPr lang="en-US" altLang="zh-CN" sz="900" strike="noStrike" kern="1200">
                          <a:solidFill>
                            <a:schemeClr val="bg1">
                              <a:lumMod val="65000"/>
                            </a:schemeClr>
                          </a:solidFill>
                          <a:latin typeface="Boehringer Forward Text (Body)"/>
                          <a:ea typeface="+mn-ea"/>
                          <a:cs typeface="+mn-cs"/>
                        </a:rPr>
                        <a:t>(GlyT1) / LAI for CIAS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a:solidFill>
                            <a:schemeClr val="bg1">
                              <a:lumMod val="65000"/>
                            </a:schemeClr>
                          </a:solidFill>
                          <a:latin typeface="Boehringer Forward Text (Body)"/>
                          <a:ea typeface="+mn-ea"/>
                          <a:cs typeface="+mn-cs"/>
                        </a:rPr>
                        <a:t>PMO </a:t>
                      </a:r>
                    </a:p>
                  </a:txBody>
                  <a:tcPr anchor="ctr">
                    <a:solidFill>
                      <a:srgbClr val="CCCDCD"/>
                    </a:solidFill>
                  </a:tcPr>
                </a:tc>
                <a:extLst>
                  <a:ext uri="{0D108BD9-81ED-4DB2-BD59-A6C34878D82A}">
                    <a16:rowId xmlns:a16="http://schemas.microsoft.com/office/drawing/2014/main" val="1047965623"/>
                  </a:ext>
                </a:extLst>
              </a:tr>
              <a:tr h="614664">
                <a:tc vMerge="1">
                  <a:txBody>
                    <a:bodyPr/>
                    <a:lstStyle/>
                    <a:p>
                      <a:pPr marL="0" algn="ctr" defTabSz="914400" rtl="0" eaLnBrk="1" latinLnBrk="0" hangingPunct="1"/>
                      <a:endParaRPr lang="zh-CN" altLang="en-US" sz="1200" strike="noStrike" kern="1200">
                        <a:solidFill>
                          <a:schemeClr val="tx1"/>
                        </a:solidFill>
                        <a:latin typeface="+mn-lt"/>
                        <a:ea typeface="+mn-ea"/>
                        <a:cs typeface="+mn-cs"/>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900" kern="1200">
                        <a:solidFill>
                          <a:schemeClr val="tx1"/>
                        </a:solidFill>
                        <a:latin typeface="Boehringer Forward Text (Body)"/>
                        <a:ea typeface="+mn-ea"/>
                        <a:cs typeface="+mn-cs"/>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900" kern="1200">
                        <a:solidFill>
                          <a:srgbClr val="E7E8E8"/>
                        </a:solidFill>
                        <a:latin typeface="Boehringer Forward Text (Body)"/>
                        <a:ea typeface="+mn-ea"/>
                        <a:cs typeface="+mn-cs"/>
                      </a:endParaRPr>
                    </a:p>
                  </a:txBody>
                  <a:tcPr marL="0" marR="0" marT="0" marB="0" anchor="ctr">
                    <a:solidFill>
                      <a:srgbClr val="E7E8E8"/>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900" kern="1200">
                        <a:solidFill>
                          <a:schemeClr val="tx1"/>
                        </a:solidFill>
                        <a:latin typeface="Boehringer Forward Text (Body)"/>
                        <a:ea typeface="+mn-ea"/>
                        <a:cs typeface="+mn-cs"/>
                      </a:endParaRPr>
                    </a:p>
                  </a:txBody>
                  <a:tcPr marL="121920" marR="121920" marT="60960" marB="6096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a:solidFill>
                            <a:srgbClr val="0000CC"/>
                          </a:solidFill>
                          <a:latin typeface="Boehringer Forward Text (Body)"/>
                          <a:ea typeface="+mn-ea"/>
                          <a:cs typeface="+mn-cs"/>
                        </a:rPr>
                        <a:t>BI 771716 (anti-C3)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a:solidFill>
                            <a:srgbClr val="0000CC"/>
                          </a:solidFill>
                          <a:latin typeface="Boehringer Forward Text (Body)"/>
                          <a:ea typeface="+mn-ea"/>
                          <a:cs typeface="+mn-cs"/>
                        </a:rPr>
                        <a:t>GA</a:t>
                      </a:r>
                      <a:r>
                        <a:rPr lang="en-US" altLang="zh-CN" sz="900" kern="1200">
                          <a:solidFill>
                            <a:srgbClr val="0000CC"/>
                          </a:solidFill>
                          <a:latin typeface="Boehringer Forward Text (Body)"/>
                          <a:ea typeface="+mn-ea"/>
                          <a:cs typeface="+mn-cs"/>
                        </a:rPr>
                        <a:t>– CN: Ph2/Ph3</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altLang="zh-CN" sz="900" kern="1200">
                          <a:solidFill>
                            <a:srgbClr val="0000CC"/>
                          </a:solidFill>
                          <a:latin typeface="Boehringer Forward Text (Body)"/>
                          <a:ea typeface="+mn-ea"/>
                          <a:cs typeface="+mn-cs"/>
                        </a:rPr>
                        <a:t>The Asian strategy is under discussion, but Ph2 will be only run in US as same as PAFR.</a:t>
                      </a:r>
                    </a:p>
                  </a:txBody>
                  <a:tcPr anchor="ctr">
                    <a:lnB w="12700" cap="flat" cmpd="sng" algn="ctr">
                      <a:solidFill>
                        <a:schemeClr val="bg1"/>
                      </a:solidFill>
                      <a:prstDash val="solid"/>
                      <a:round/>
                      <a:headEnd type="none" w="med" len="med"/>
                      <a:tailEnd type="none" w="med" len="med"/>
                    </a:lnB>
                    <a:solidFill>
                      <a:srgbClr val="E7E8E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a:solidFill>
                            <a:schemeClr val="bg1">
                              <a:lumMod val="65000"/>
                            </a:schemeClr>
                          </a:solidFill>
                          <a:latin typeface="Boehringer Forward Text (Body)"/>
                          <a:ea typeface="+mn-ea"/>
                          <a:cs typeface="+mn-cs"/>
                        </a:rPr>
                        <a:t>BI 3776528 (SSTR4 ago.) / CI PSD (Cognitive Impairment in </a:t>
                      </a:r>
                      <a:r>
                        <a:rPr lang="en-US" sz="900">
                          <a:solidFill>
                            <a:schemeClr val="bg1">
                              <a:lumMod val="65000"/>
                            </a:schemeClr>
                          </a:solidFill>
                          <a:latin typeface="Boehringer Forward Text (Body)"/>
                        </a:rPr>
                        <a:t>Psychosis Spectrum Disorders</a:t>
                      </a:r>
                      <a:r>
                        <a:rPr lang="en-US" altLang="zh-CN" sz="900" strike="noStrike" kern="1200">
                          <a:solidFill>
                            <a:schemeClr val="bg1">
                              <a:lumMod val="65000"/>
                            </a:schemeClr>
                          </a:solidFill>
                          <a:latin typeface="Boehringer Forward Text (Body)"/>
                          <a:ea typeface="+mn-ea"/>
                          <a:cs typeface="+mn-cs"/>
                        </a:rPr>
                        <a:t>)</a:t>
                      </a:r>
                    </a:p>
                  </a:txBody>
                  <a:tcPr anchor="ctr">
                    <a:solidFill>
                      <a:srgbClr val="E7E8EA"/>
                    </a:solidFill>
                  </a:tcPr>
                </a:tc>
                <a:extLst>
                  <a:ext uri="{0D108BD9-81ED-4DB2-BD59-A6C34878D82A}">
                    <a16:rowId xmlns:a16="http://schemas.microsoft.com/office/drawing/2014/main" val="1564524611"/>
                  </a:ext>
                </a:extLst>
              </a:tr>
              <a:tr h="615258">
                <a:tc vMerge="1">
                  <a:txBody>
                    <a:bodyPr/>
                    <a:lstStyle/>
                    <a:p>
                      <a:pPr marL="0" algn="ctr" defTabSz="914400" rtl="0" eaLnBrk="1" latinLnBrk="0" hangingPunct="1"/>
                      <a:endParaRPr lang="zh-CN" altLang="en-US" sz="1200" strike="noStrike" kern="1200">
                        <a:solidFill>
                          <a:schemeClr val="tx1"/>
                        </a:solidFill>
                        <a:latin typeface="+mn-lt"/>
                        <a:ea typeface="+mn-ea"/>
                        <a:cs typeface="+mn-cs"/>
                      </a:endParaRPr>
                    </a:p>
                  </a:txBody>
                  <a:tcPr marL="121920" marR="121920" marT="60960" marB="60960" anchor="ctr"/>
                </a:tc>
                <a:tc>
                  <a:txBody>
                    <a:bodyPr/>
                    <a:lstStyle/>
                    <a:p>
                      <a:endParaRPr lang="zh-CN" altLang="en-US" sz="900">
                        <a:latin typeface="Boehringer Forward Text (Body)"/>
                      </a:endParaRPr>
                    </a:p>
                  </a:txBody>
                  <a:tcPr marL="121920" marR="121920" marT="60960" marB="60960" anchor="ctr">
                    <a:solidFill>
                      <a:srgbClr val="CCCDCD"/>
                    </a:solidFill>
                  </a:tcPr>
                </a:tc>
                <a:tc>
                  <a:txBody>
                    <a:bodyPr/>
                    <a:lstStyle/>
                    <a:p>
                      <a:endParaRPr lang="zh-CN" altLang="en-US" sz="900">
                        <a:latin typeface="Boehringer Forward Text (Body)"/>
                      </a:endParaRPr>
                    </a:p>
                  </a:txBody>
                  <a:tcPr marL="0" marR="0" marT="0" marB="0" anchor="ctr">
                    <a:solidFill>
                      <a:srgbClr val="CCCDCD"/>
                    </a:solidFill>
                  </a:tcPr>
                </a:tc>
                <a:tc>
                  <a:txBody>
                    <a:bodyPr/>
                    <a:lstStyle/>
                    <a:p>
                      <a:endParaRPr lang="zh-CN" altLang="en-US" sz="900">
                        <a:solidFill>
                          <a:schemeClr val="tx1"/>
                        </a:solidFill>
                        <a:latin typeface="Boehringer Forward Text (Body)"/>
                      </a:endParaRPr>
                    </a:p>
                  </a:txBody>
                  <a:tcPr marL="121920" marR="121920" marT="60960" marB="60960" anchor="ctr">
                    <a:lnR w="12700" cap="flat" cmpd="sng" algn="ctr">
                      <a:solidFill>
                        <a:schemeClr val="bg1"/>
                      </a:solidFill>
                      <a:prstDash val="solid"/>
                      <a:round/>
                      <a:headEnd type="none" w="med" len="med"/>
                      <a:tailEnd type="none" w="med" len="med"/>
                    </a:lnR>
                    <a:solidFill>
                      <a:srgbClr val="CCCDC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a:solidFill>
                            <a:schemeClr val="bg1">
                              <a:lumMod val="65000"/>
                            </a:schemeClr>
                          </a:solidFill>
                          <a:latin typeface="Boehringer Forward Text (Body)"/>
                          <a:ea typeface="+mn-ea"/>
                          <a:cs typeface="+mn-cs"/>
                        </a:rPr>
                        <a:t>BI 1356225 (GOATi)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a:solidFill>
                            <a:schemeClr val="bg1">
                              <a:lumMod val="65000"/>
                            </a:schemeClr>
                          </a:solidFill>
                          <a:latin typeface="Boehringer Forward Text (Body)"/>
                          <a:ea typeface="+mn-ea"/>
                          <a:cs typeface="+mn-cs"/>
                        </a:rPr>
                        <a:t>Impulsivity in Substance Use Disorder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900" strike="noStrike" kern="1200">
                        <a:solidFill>
                          <a:schemeClr val="bg1">
                            <a:lumMod val="65000"/>
                          </a:schemeClr>
                        </a:solidFill>
                        <a:latin typeface="Boehringer Forward Text (Body)"/>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CCCDCD"/>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strike="noStrike" kern="1200">
                          <a:solidFill>
                            <a:schemeClr val="bg1">
                              <a:lumMod val="65000"/>
                            </a:schemeClr>
                          </a:solidFill>
                          <a:latin typeface="Boehringer Forward Text (Body)"/>
                          <a:ea typeface="+mn-ea"/>
                          <a:cs typeface="+mn-cs"/>
                        </a:rPr>
                        <a:t>CT-156 (DTx) / Schizophrenia (functioning)</a:t>
                      </a:r>
                    </a:p>
                  </a:txBody>
                  <a:tcPr anchor="ctr">
                    <a:lnL w="12700" cap="flat" cmpd="sng" algn="ctr">
                      <a:solidFill>
                        <a:schemeClr val="bg1"/>
                      </a:solidFill>
                      <a:prstDash val="solid"/>
                      <a:round/>
                      <a:headEnd type="none" w="med" len="med"/>
                      <a:tailEnd type="none" w="med" len="med"/>
                    </a:lnL>
                    <a:solidFill>
                      <a:srgbClr val="CCCDCD"/>
                    </a:solidFill>
                  </a:tcPr>
                </a:tc>
                <a:extLst>
                  <a:ext uri="{0D108BD9-81ED-4DB2-BD59-A6C34878D82A}">
                    <a16:rowId xmlns:a16="http://schemas.microsoft.com/office/drawing/2014/main" val="4267194734"/>
                  </a:ext>
                </a:extLst>
              </a:tr>
              <a:tr h="350620">
                <a:tc vMerge="1">
                  <a:txBody>
                    <a:bodyPr/>
                    <a:lstStyle/>
                    <a:p>
                      <a:pPr marL="0" algn="ctr" defTabSz="914400" rtl="0" eaLnBrk="1" latinLnBrk="0" hangingPunct="1"/>
                      <a:endParaRPr lang="zh-CN" altLang="en-US" sz="1200" strike="noStrike" kern="1200">
                        <a:solidFill>
                          <a:schemeClr val="tx1"/>
                        </a:solidFill>
                        <a:latin typeface="+mn-lt"/>
                        <a:ea typeface="+mn-ea"/>
                        <a:cs typeface="+mn-cs"/>
                      </a:endParaRPr>
                    </a:p>
                  </a:txBody>
                  <a:tcPr marL="121920" marR="121920" marT="60960" marB="60960" anchor="ctr"/>
                </a:tc>
                <a:tc>
                  <a:txBody>
                    <a:bodyPr/>
                    <a:lstStyle/>
                    <a:p>
                      <a:endParaRPr lang="zh-CN" altLang="en-US" sz="900">
                        <a:latin typeface="Boehringer Forward Text (Body)"/>
                      </a:endParaRPr>
                    </a:p>
                  </a:txBody>
                  <a:tcPr marL="121920" marR="121920" marT="60960" marB="60960" anchor="ctr"/>
                </a:tc>
                <a:tc>
                  <a:txBody>
                    <a:bodyPr/>
                    <a:lstStyle/>
                    <a:p>
                      <a:endParaRPr lang="zh-CN" altLang="en-US" sz="900">
                        <a:latin typeface="Boehringer Forward Text (Body)"/>
                      </a:endParaRPr>
                    </a:p>
                  </a:txBody>
                  <a:tcPr marL="0" marR="0" marT="0" marB="0" anchor="ctr"/>
                </a:tc>
                <a:tc>
                  <a:txBody>
                    <a:bodyPr/>
                    <a:lstStyle/>
                    <a:p>
                      <a:endParaRPr lang="zh-CN" altLang="en-US" sz="900">
                        <a:solidFill>
                          <a:schemeClr val="tx1"/>
                        </a:solidFill>
                        <a:latin typeface="Boehringer Forward Text (Body)"/>
                      </a:endParaRPr>
                    </a:p>
                  </a:txBody>
                  <a:tcPr marL="121920" marR="121920" marT="60960" marB="60960" anchor="ctr">
                    <a:lnR w="12700" cap="flat" cmpd="sng" algn="ctr">
                      <a:solidFill>
                        <a:schemeClr val="bg1"/>
                      </a:solidFill>
                      <a:prstDash val="solid"/>
                      <a:round/>
                      <a:headEnd type="none" w="med" len="med"/>
                      <a:tailEnd type="none" w="med" len="med"/>
                    </a:ln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900" kern="1200">
                        <a:solidFill>
                          <a:schemeClr val="tx1"/>
                        </a:solidFill>
                        <a:latin typeface="Boehringer Forward Text (Body)"/>
                        <a:ea typeface="+mn-ea"/>
                        <a:cs typeface="+mn-cs"/>
                      </a:endParaRP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E7E8EA"/>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900" b="0" i="0">
                          <a:solidFill>
                            <a:schemeClr val="bg1">
                              <a:lumMod val="65000"/>
                            </a:schemeClr>
                          </a:solidFill>
                        </a:rPr>
                        <a:t>BI 3793898 (mGluR3 PAM) / CIAS</a:t>
                      </a:r>
                    </a:p>
                  </a:txBody>
                  <a:tcPr anchor="ctr">
                    <a:lnL w="12700" cap="flat" cmpd="sng" algn="ctr">
                      <a:solidFill>
                        <a:schemeClr val="bg1"/>
                      </a:solidFill>
                      <a:prstDash val="solid"/>
                      <a:round/>
                      <a:headEnd type="none" w="med" len="med"/>
                      <a:tailEnd type="none" w="med" len="med"/>
                    </a:lnL>
                  </a:tcPr>
                </a:tc>
                <a:extLst>
                  <a:ext uri="{0D108BD9-81ED-4DB2-BD59-A6C34878D82A}">
                    <a16:rowId xmlns:a16="http://schemas.microsoft.com/office/drawing/2014/main" val="3270054626"/>
                  </a:ext>
                </a:extLst>
              </a:tr>
            </a:tbl>
          </a:graphicData>
        </a:graphic>
      </p:graphicFrame>
    </p:spTree>
    <p:extLst>
      <p:ext uri="{BB962C8B-B14F-4D97-AF65-F5344CB8AC3E}">
        <p14:creationId xmlns:p14="http://schemas.microsoft.com/office/powerpoint/2010/main" val="2905283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61ABA482-BF97-485C-A4C6-7CA3DEAA42B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800" b="0" i="0" u="none" strike="noStrike" kern="1200" cap="none" spc="0" normalizeH="0" baseline="0" noProof="0" smtClean="0">
                <a:ln>
                  <a:noFill/>
                </a:ln>
                <a:solidFill>
                  <a:srgbClr val="08312A"/>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800" b="0" i="0" u="none" strike="noStrike" kern="1200" cap="none" spc="0" normalizeH="0" baseline="0" noProof="0">
              <a:ln>
                <a:noFill/>
              </a:ln>
              <a:solidFill>
                <a:srgbClr val="08312A"/>
              </a:solidFill>
              <a:effectLst/>
              <a:uLnTx/>
              <a:uFillTx/>
              <a:latin typeface="Boehringer Forward Text"/>
              <a:ea typeface="+mn-ea"/>
              <a:cs typeface="+mn-cs"/>
            </a:endParaRPr>
          </a:p>
        </p:txBody>
      </p:sp>
      <p:sp>
        <p:nvSpPr>
          <p:cNvPr id="4" name="标题 1">
            <a:extLst>
              <a:ext uri="{FF2B5EF4-FFF2-40B4-BE49-F238E27FC236}">
                <a16:creationId xmlns:a16="http://schemas.microsoft.com/office/drawing/2014/main" id="{8C30FEB7-B741-2DBB-AB0D-7BD4E2B0B606}"/>
              </a:ext>
            </a:extLst>
          </p:cNvPr>
          <p:cNvSpPr txBox="1">
            <a:spLocks/>
          </p:cNvSpPr>
          <p:nvPr/>
        </p:nvSpPr>
        <p:spPr>
          <a:xfrm>
            <a:off x="196013" y="142966"/>
            <a:ext cx="11233151" cy="720000"/>
          </a:xfrm>
          <a:prstGeom prst="rect">
            <a:avLst/>
          </a:prstGeom>
        </p:spPr>
        <p:txBody>
          <a:bodyPr/>
          <a:lstStyle>
            <a:lvl1pPr algn="l" defTabSz="914377" rtl="0" eaLnBrk="1" latinLnBrk="0" hangingPunct="1">
              <a:lnSpc>
                <a:spcPct val="100000"/>
              </a:lnSpc>
              <a:spcBef>
                <a:spcPct val="0"/>
              </a:spcBef>
              <a:buNone/>
              <a:defRPr sz="2500" b="1" kern="1200">
                <a:solidFill>
                  <a:schemeClr val="bg2"/>
                </a:solidFill>
                <a:latin typeface="+mj-lt"/>
                <a:ea typeface="+mj-ea"/>
                <a:cs typeface="+mj-cs"/>
              </a:defRPr>
            </a:lvl1pPr>
          </a:lstStyle>
          <a:p>
            <a:pPr marL="0" marR="0" lvl="0" indent="0" algn="l" defTabSz="914377" rtl="0" eaLnBrk="1" fontAlgn="auto" latinLnBrk="0" hangingPunct="1">
              <a:lnSpc>
                <a:spcPct val="100000"/>
              </a:lnSpc>
              <a:spcBef>
                <a:spcPct val="0"/>
              </a:spcBef>
              <a:spcAft>
                <a:spcPts val="0"/>
              </a:spcAft>
              <a:buClrTx/>
              <a:buSzTx/>
              <a:buFontTx/>
              <a:buNone/>
              <a:tabLst/>
              <a:defRPr/>
            </a:pPr>
            <a:r>
              <a:rPr kumimoji="0" lang="en-US" altLang="zh-CN" sz="3200" b="1" i="0" u="none" strike="noStrike" kern="1200" cap="none" spc="0" normalizeH="0" baseline="0" noProof="0">
                <a:ln>
                  <a:noFill/>
                </a:ln>
                <a:solidFill>
                  <a:prstClr val="black"/>
                </a:solidFill>
                <a:effectLst/>
                <a:uLnTx/>
                <a:uFillTx/>
                <a:latin typeface="Calibri" panose="020F0502020204030204" pitchFamily="34" charset="0"/>
                <a:ea typeface="+mj-ea"/>
                <a:cs typeface="Calibri" panose="020F0502020204030204" pitchFamily="34" charset="0"/>
              </a:rPr>
              <a:t>China GA ECR</a:t>
            </a:r>
            <a:endParaRPr kumimoji="0" lang="zh-CN" altLang="en-US" sz="3200" b="1" i="0" u="none" strike="noStrike" kern="1200" cap="none" spc="0" normalizeH="0" baseline="0" noProof="0">
              <a:ln>
                <a:noFill/>
              </a:ln>
              <a:solidFill>
                <a:prstClr val="black"/>
              </a:solidFill>
              <a:effectLst/>
              <a:uLnTx/>
              <a:uFillTx/>
              <a:latin typeface="Calibri" panose="020F0502020204030204" pitchFamily="34" charset="0"/>
              <a:ea typeface="+mj-ea"/>
              <a:cs typeface="Calibri" panose="020F0502020204030204" pitchFamily="34" charset="0"/>
            </a:endParaRPr>
          </a:p>
        </p:txBody>
      </p:sp>
      <p:sp>
        <p:nvSpPr>
          <p:cNvPr id="5" name="文本框 4">
            <a:extLst>
              <a:ext uri="{FF2B5EF4-FFF2-40B4-BE49-F238E27FC236}">
                <a16:creationId xmlns:a16="http://schemas.microsoft.com/office/drawing/2014/main" id="{CE39D192-BA27-974E-5573-1847731C1E54}"/>
              </a:ext>
            </a:extLst>
          </p:cNvPr>
          <p:cNvSpPr txBox="1"/>
          <p:nvPr/>
        </p:nvSpPr>
        <p:spPr bwMode="gray">
          <a:xfrm>
            <a:off x="2165084" y="4014278"/>
            <a:ext cx="3027117" cy="1735860"/>
          </a:xfrm>
          <a:prstGeom prst="rect">
            <a:avLst/>
          </a:prstGeom>
          <a:solidFill>
            <a:schemeClr val="accent2">
              <a:lumMod val="20000"/>
              <a:lumOff val="80000"/>
            </a:schemeClr>
          </a:solidFill>
        </p:spPr>
        <p:txBody>
          <a:bodyPr wrap="square" lIns="0" tIns="0" rIns="0" bIns="0" rtlCol="0">
            <a:spAutoFit/>
          </a:bodyPr>
          <a:lstStyle/>
          <a:p>
            <a:pPr marL="0" marR="0" lvl="0" indent="0" defTabSz="914400" rtl="0" eaLnBrk="1" fontAlgn="auto" latinLnBrk="0" hangingPunct="1">
              <a:lnSpc>
                <a:spcPct val="140000"/>
              </a:lnSpc>
              <a:spcBef>
                <a:spcPts val="0"/>
              </a:spcBef>
              <a:spcAft>
                <a:spcPts val="0"/>
              </a:spcAft>
              <a:buClrTx/>
              <a:buSzTx/>
              <a:buFontTx/>
              <a:buNone/>
              <a:tabLst/>
              <a:defRPr/>
            </a:pPr>
            <a:r>
              <a:rPr kumimoji="0" lang="en-US" altLang="zh-CN" sz="1200" b="1" i="0" u="none" strike="noStrike" kern="0" cap="none" spc="0" normalizeH="0" baseline="0" noProof="0">
                <a:ln>
                  <a:noFill/>
                </a:ln>
                <a:solidFill>
                  <a:schemeClr val="accent1">
                    <a:lumMod val="90000"/>
                    <a:lumOff val="10000"/>
                  </a:schemeClr>
                </a:solidFill>
                <a:effectLst/>
                <a:uLnTx/>
                <a:uFillTx/>
                <a:latin typeface="Arial" panose="020B0604020202020204" pitchFamily="34" charset="0"/>
                <a:ea typeface="SimSun" panose="02010600030101010101" pitchFamily="2" charset="-122"/>
                <a:cs typeface="Arial" panose="020B0604020202020204" pitchFamily="34" charset="0"/>
              </a:rPr>
              <a:t>PART A</a:t>
            </a:r>
            <a:r>
              <a:rPr kumimoji="0" lang="zh-CN" altLang="en-US" sz="1200" b="1" i="0" u="none" strike="noStrike" kern="0" cap="none" spc="0" normalizeH="0" baseline="0" noProof="0">
                <a:ln>
                  <a:noFill/>
                </a:ln>
                <a:solidFill>
                  <a:schemeClr val="accent1">
                    <a:lumMod val="90000"/>
                    <a:lumOff val="10000"/>
                  </a:schemeClr>
                </a:solidFill>
                <a:effectLst/>
                <a:uLnTx/>
                <a:uFillTx/>
                <a:latin typeface="Arial" panose="020B0604020202020204" pitchFamily="34" charset="0"/>
                <a:ea typeface="SimSun" panose="02010600030101010101" pitchFamily="2" charset="-122"/>
                <a:cs typeface="Arial" panose="020B0604020202020204" pitchFamily="34" charset="0"/>
              </a:rPr>
              <a:t>：</a:t>
            </a:r>
            <a:r>
              <a:rPr lang="en-US" altLang="zh-CN" sz="1200" b="1" kern="0">
                <a:solidFill>
                  <a:schemeClr val="accent1">
                    <a:lumMod val="90000"/>
                    <a:lumOff val="10000"/>
                  </a:schemeClr>
                </a:solidFill>
                <a:latin typeface="Arial" panose="020B0604020202020204" pitchFamily="34" charset="0"/>
                <a:ea typeface="SimSun" panose="02010600030101010101" pitchFamily="2" charset="-122"/>
                <a:cs typeface="Arial" panose="020B0604020202020204" pitchFamily="34" charset="0"/>
              </a:rPr>
              <a:t>Cross-sectional</a:t>
            </a:r>
          </a:p>
          <a:p>
            <a:pPr marR="0" lvl="0" algn="l" defTabSz="914400" rtl="0" eaLnBrk="1" fontAlgn="auto" latinLnBrk="0" hangingPunct="1">
              <a:lnSpc>
                <a:spcPct val="100000"/>
              </a:lnSpc>
              <a:spcBef>
                <a:spcPts val="0"/>
              </a:spcBef>
              <a:spcAft>
                <a:spcPts val="0"/>
              </a:spcAft>
              <a:buClrTx/>
              <a:buSzTx/>
              <a:tabLst/>
              <a:defRPr/>
            </a:pPr>
            <a:r>
              <a:rPr kumimoji="0" lang="en-US" altLang="zh-CN" sz="1200" b="0" i="0" u="none" strike="noStrike" kern="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Arial" panose="020B0604020202020204" pitchFamily="34" charset="0"/>
              </a:rPr>
              <a:t>N=100~150</a:t>
            </a:r>
          </a:p>
          <a:p>
            <a:pPr marR="0" lvl="0" algn="l" defTabSz="914400" rtl="0" eaLnBrk="1" fontAlgn="auto" latinLnBrk="0" hangingPunct="1">
              <a:lnSpc>
                <a:spcPct val="100000"/>
              </a:lnSpc>
              <a:spcBef>
                <a:spcPts val="0"/>
              </a:spcBef>
              <a:spcAft>
                <a:spcPts val="0"/>
              </a:spcAft>
              <a:buClrTx/>
              <a:buSzTx/>
              <a:tabLst/>
              <a:defRPr/>
            </a:pPr>
            <a:r>
              <a:rPr kumimoji="0" lang="en-US" altLang="zh-CN" sz="1200" b="0" i="0" u="none" strike="noStrike" kern="0" cap="none" spc="0" normalizeH="0" baseline="0" noProof="0">
                <a:ln>
                  <a:noFill/>
                </a:ln>
                <a:solidFill>
                  <a:srgbClr val="000000"/>
                </a:solidFill>
                <a:effectLst/>
                <a:uLnTx/>
                <a:uFillTx/>
                <a:latin typeface="Arial" panose="020B0604020202020204" pitchFamily="34" charset="0"/>
                <a:ea typeface="SimSun" panose="02010600030101010101" pitchFamily="2" charset="-122"/>
                <a:cs typeface="Arial" panose="020B0604020202020204" pitchFamily="34" charset="0"/>
              </a:rPr>
              <a:t>Data of the first visit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kern="0">
              <a:solidFill>
                <a:srgbClr val="000000"/>
              </a:solidFill>
              <a:latin typeface="Arial" panose="020B0604020202020204" pitchFamily="34" charset="0"/>
              <a:ea typeface="SimSun" panose="02010600030101010101" pitchFamily="2" charset="-122"/>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kern="0">
                <a:solidFill>
                  <a:srgbClr val="000000"/>
                </a:solidFill>
                <a:latin typeface="Arial" panose="020B0604020202020204" pitchFamily="34" charset="0"/>
                <a:ea typeface="SimSun" panose="02010600030101010101" pitchFamily="2" charset="-122"/>
                <a:cs typeface="Arial" panose="020B0604020202020204" pitchFamily="34" charset="0"/>
              </a:rPr>
              <a:t>Objective:</a:t>
            </a:r>
            <a:endParaRPr kumimoji="0" lang="en-US" altLang="zh-CN" sz="1200" b="1" i="0" u="none" strike="noStrike" kern="100" cap="none" spc="0" normalizeH="0" baseline="0" noProof="0">
              <a:ln>
                <a:noFill/>
              </a:ln>
              <a:solidFill>
                <a:prstClr val="black"/>
              </a:solidFill>
              <a:effectLst/>
              <a:uLnTx/>
              <a:uFillTx/>
              <a:latin typeface="DengXian" panose="02010600030101010101" pitchFamily="2" charset="-122"/>
              <a:ea typeface="DengXian" panose="02010600030101010101" pitchFamily="2" charset="-122"/>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srgbClr val="000000"/>
                </a:solidFill>
                <a:effectLst/>
                <a:uLnTx/>
                <a:uFillTx/>
                <a:latin typeface="AdvOT3c2d9f11"/>
                <a:ea typeface="+mn-ea"/>
                <a:cs typeface="+mn-cs"/>
              </a:rPr>
              <a:t>Description of BCVA and </a:t>
            </a:r>
            <a:r>
              <a:rPr kumimoji="0" lang="en-US" altLang="zh-CN" sz="1200" b="1" i="0" u="none" strike="noStrike" kern="1200" cap="none" spc="0" normalizeH="0" baseline="0" noProof="0">
                <a:ln>
                  <a:noFill/>
                </a:ln>
                <a:solidFill>
                  <a:srgbClr val="000000"/>
                </a:solidFill>
                <a:effectLst/>
                <a:uLnTx/>
                <a:uFillTx/>
                <a:latin typeface="AdvOT3c2d9f11"/>
                <a:ea typeface="+mn-ea"/>
                <a:cs typeface="+mn-cs"/>
              </a:rPr>
              <a:t>GA lesion involvement of fovea </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0" i="0" u="none" strike="noStrike" kern="1200" cap="none" spc="0" normalizeH="0" baseline="0" noProof="0">
                <a:ln>
                  <a:noFill/>
                </a:ln>
                <a:solidFill>
                  <a:srgbClr val="000000"/>
                </a:solidFill>
                <a:effectLst/>
                <a:uLnTx/>
                <a:uFillTx/>
                <a:latin typeface="AdvOT3c2d9f11"/>
                <a:ea typeface="+mn-ea"/>
                <a:cs typeface="+mn-cs"/>
              </a:rPr>
              <a:t>Multimodal imaging features and </a:t>
            </a:r>
            <a:r>
              <a:rPr kumimoji="0" lang="en-US" altLang="zh-CN" sz="1200" b="1" i="0" u="none" strike="noStrike" kern="1200" cap="none" spc="0" normalizeH="0" baseline="0" noProof="0">
                <a:ln>
                  <a:noFill/>
                </a:ln>
                <a:solidFill>
                  <a:srgbClr val="000000"/>
                </a:solidFill>
                <a:effectLst/>
                <a:uLnTx/>
                <a:uFillTx/>
                <a:latin typeface="AdvOT3c2d9f11"/>
                <a:ea typeface="+mn-ea"/>
                <a:cs typeface="+mn-cs"/>
              </a:rPr>
              <a:t>phenotypes </a:t>
            </a:r>
            <a:endParaRPr kumimoji="0" lang="en-US" altLang="zh-CN" sz="12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6" name="文本框 5">
            <a:extLst>
              <a:ext uri="{FF2B5EF4-FFF2-40B4-BE49-F238E27FC236}">
                <a16:creationId xmlns:a16="http://schemas.microsoft.com/office/drawing/2014/main" id="{A3A75F1B-BB76-3335-C655-0B1ECEF9280B}"/>
              </a:ext>
            </a:extLst>
          </p:cNvPr>
          <p:cNvSpPr txBox="1"/>
          <p:nvPr/>
        </p:nvSpPr>
        <p:spPr bwMode="gray">
          <a:xfrm>
            <a:off x="6096000" y="4014278"/>
            <a:ext cx="4304306" cy="1735860"/>
          </a:xfrm>
          <a:prstGeom prst="rect">
            <a:avLst/>
          </a:prstGeom>
          <a:solidFill>
            <a:schemeClr val="accent2">
              <a:lumMod val="20000"/>
              <a:lumOff val="80000"/>
            </a:schemeClr>
          </a:solidFill>
        </p:spPr>
        <p:txBody>
          <a:bodyPr wrap="square" lIns="0" tIns="0" rIns="0" bIns="0" rtlCol="0">
            <a:spAutoFit/>
          </a:bodyPr>
          <a:lstStyle/>
          <a:p>
            <a:pPr marL="0" indent="0" algn="l">
              <a:lnSpc>
                <a:spcPct val="140000"/>
              </a:lnSpc>
              <a:buFontTx/>
              <a:buNone/>
              <a:defRPr/>
            </a:pPr>
            <a:r>
              <a:rPr lang="en-US" altLang="zh-CN" sz="1200" b="1" kern="0">
                <a:solidFill>
                  <a:schemeClr val="accent1">
                    <a:lumMod val="90000"/>
                    <a:lumOff val="10000"/>
                  </a:schemeClr>
                </a:solidFill>
                <a:latin typeface="Arial" panose="020B0604020202020204" pitchFamily="34" charset="0"/>
                <a:ea typeface="SimSun" panose="02010600030101010101" pitchFamily="2" charset="-122"/>
                <a:cs typeface="Arial" panose="020B0604020202020204" pitchFamily="34" charset="0"/>
              </a:rPr>
              <a:t>PART B</a:t>
            </a:r>
            <a:r>
              <a:rPr lang="zh-CN" altLang="en-US" sz="1200" b="1" kern="0">
                <a:solidFill>
                  <a:schemeClr val="accent1">
                    <a:lumMod val="90000"/>
                    <a:lumOff val="10000"/>
                  </a:schemeClr>
                </a:solidFill>
                <a:latin typeface="Arial" panose="020B0604020202020204" pitchFamily="34" charset="0"/>
                <a:ea typeface="SimSun" panose="02010600030101010101" pitchFamily="2" charset="-122"/>
                <a:cs typeface="Arial" panose="020B0604020202020204" pitchFamily="34" charset="0"/>
              </a:rPr>
              <a:t>：</a:t>
            </a:r>
            <a:r>
              <a:rPr lang="en-US" altLang="zh-CN" sz="1200" b="1" kern="0">
                <a:solidFill>
                  <a:schemeClr val="accent1">
                    <a:lumMod val="90000"/>
                    <a:lumOff val="10000"/>
                  </a:schemeClr>
                </a:solidFill>
                <a:latin typeface="Arial" panose="020B0604020202020204" pitchFamily="34" charset="0"/>
                <a:ea typeface="SimSun" panose="02010600030101010101" pitchFamily="2" charset="-122"/>
                <a:cs typeface="Arial" panose="020B0604020202020204" pitchFamily="34" charset="0"/>
              </a:rPr>
              <a:t>Prospective cohort</a:t>
            </a:r>
          </a:p>
          <a:p>
            <a:pPr>
              <a:defRPr/>
            </a:pPr>
            <a:r>
              <a:rPr lang="en-US" altLang="zh-CN" sz="1200" kern="0">
                <a:solidFill>
                  <a:srgbClr val="000000"/>
                </a:solidFill>
                <a:latin typeface="Arial" panose="020B0604020202020204" pitchFamily="34" charset="0"/>
                <a:ea typeface="SimSun" panose="02010600030101010101" pitchFamily="2" charset="-122"/>
                <a:cs typeface="Arial" panose="020B0604020202020204" pitchFamily="34" charset="0"/>
              </a:rPr>
              <a:t>N=50</a:t>
            </a:r>
          </a:p>
          <a:p>
            <a:pPr>
              <a:defRPr/>
            </a:pPr>
            <a:r>
              <a:rPr lang="en-US" altLang="zh-CN" sz="1200" kern="0">
                <a:solidFill>
                  <a:srgbClr val="000000"/>
                </a:solidFill>
                <a:latin typeface="Arial" panose="020B0604020202020204" pitchFamily="34" charset="0"/>
                <a:ea typeface="SimSun" panose="02010600030101010101" pitchFamily="2" charset="-122"/>
                <a:cs typeface="Arial" panose="020B0604020202020204" pitchFamily="34" charset="0"/>
              </a:rPr>
              <a:t>Observation period: 2 years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200" b="1" kern="0">
              <a:solidFill>
                <a:srgbClr val="000000"/>
              </a:solidFill>
              <a:latin typeface="Arial" panose="020B0604020202020204" pitchFamily="34" charset="0"/>
              <a:ea typeface="SimSun" panose="02010600030101010101" pitchFamily="2" charset="-122"/>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200" b="1" kern="0">
                <a:solidFill>
                  <a:srgbClr val="000000"/>
                </a:solidFill>
                <a:latin typeface="Arial" panose="020B0604020202020204" pitchFamily="34" charset="0"/>
                <a:ea typeface="SimSun" panose="02010600030101010101" pitchFamily="2" charset="-122"/>
                <a:cs typeface="Arial" panose="020B0604020202020204" pitchFamily="34" charset="0"/>
              </a:rPr>
              <a:t>Objective</a:t>
            </a:r>
            <a:r>
              <a:rPr lang="zh-CN" altLang="zh-CN" sz="1200" b="1" kern="0">
                <a:solidFill>
                  <a:srgbClr val="000000"/>
                </a:solidFill>
                <a:latin typeface="Arial" panose="020B0604020202020204" pitchFamily="34" charset="0"/>
                <a:ea typeface="SimSun" panose="02010600030101010101" pitchFamily="2" charset="-122"/>
                <a:cs typeface="Arial" panose="020B0604020202020204" pitchFamily="34" charset="0"/>
              </a:rPr>
              <a:t>：</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1" i="0" u="none" strike="noStrike" kern="1200" cap="none" spc="0" normalizeH="0" baseline="0" noProof="0">
                <a:ln>
                  <a:noFill/>
                </a:ln>
                <a:solidFill>
                  <a:srgbClr val="000000"/>
                </a:solidFill>
                <a:effectLst/>
                <a:uLnTx/>
                <a:uFillTx/>
                <a:latin typeface="AdvOT3c2d9f11"/>
                <a:ea typeface="+mn-ea"/>
                <a:cs typeface="+mn-cs"/>
              </a:rPr>
              <a:t>The change of GA lesion size and progression rate </a:t>
            </a:r>
            <a:r>
              <a:rPr kumimoji="0" lang="en-US" altLang="zh-CN" sz="1200" b="0" i="0" u="none" strike="noStrike" kern="1200" cap="none" spc="0" normalizeH="0" baseline="0" noProof="0">
                <a:ln>
                  <a:noFill/>
                </a:ln>
                <a:solidFill>
                  <a:srgbClr val="000000"/>
                </a:solidFill>
                <a:effectLst/>
                <a:uLnTx/>
                <a:uFillTx/>
                <a:latin typeface="AdvOT3c2d9f11"/>
                <a:ea typeface="+mn-ea"/>
                <a:cs typeface="+mn-cs"/>
              </a:rPr>
              <a:t>of lesion after 2 years</a:t>
            </a:r>
          </a:p>
          <a:p>
            <a:pPr marL="285750" indent="-285750">
              <a:buFont typeface="Arial" panose="020B0604020202020204" pitchFamily="34" charset="0"/>
              <a:buChar char="•"/>
              <a:defRPr/>
            </a:pPr>
            <a:r>
              <a:rPr kumimoji="0" lang="en-US" altLang="zh-CN" sz="1200" b="0" i="0" u="none" strike="noStrike" kern="1200" cap="none" spc="0" normalizeH="0" baseline="0" noProof="0">
                <a:ln>
                  <a:noFill/>
                </a:ln>
                <a:solidFill>
                  <a:srgbClr val="000000"/>
                </a:solidFill>
                <a:effectLst/>
                <a:uLnTx/>
                <a:uFillTx/>
                <a:latin typeface="AdvOT3c2d9f11"/>
                <a:ea typeface="+mn-ea"/>
                <a:cs typeface="+mn-cs"/>
              </a:rPr>
              <a:t>The change of BCVA and GA lesion involvement of fovea after 2 years</a:t>
            </a:r>
          </a:p>
        </p:txBody>
      </p:sp>
      <p:pic>
        <p:nvPicPr>
          <p:cNvPr id="30" name="图片 29">
            <a:extLst>
              <a:ext uri="{FF2B5EF4-FFF2-40B4-BE49-F238E27FC236}">
                <a16:creationId xmlns:a16="http://schemas.microsoft.com/office/drawing/2014/main" id="{FB01C44A-6A29-8F20-8E4D-28E5DD75498F}"/>
              </a:ext>
            </a:extLst>
          </p:cNvPr>
          <p:cNvPicPr>
            <a:picLocks noChangeAspect="1"/>
          </p:cNvPicPr>
          <p:nvPr/>
        </p:nvPicPr>
        <p:blipFill>
          <a:blip r:embed="rId3"/>
          <a:stretch>
            <a:fillRect/>
          </a:stretch>
        </p:blipFill>
        <p:spPr>
          <a:xfrm>
            <a:off x="2047513" y="1802607"/>
            <a:ext cx="7784591" cy="2145283"/>
          </a:xfrm>
          <a:prstGeom prst="rect">
            <a:avLst/>
          </a:prstGeom>
        </p:spPr>
      </p:pic>
      <p:sp>
        <p:nvSpPr>
          <p:cNvPr id="2" name="文本框 1">
            <a:extLst>
              <a:ext uri="{FF2B5EF4-FFF2-40B4-BE49-F238E27FC236}">
                <a16:creationId xmlns:a16="http://schemas.microsoft.com/office/drawing/2014/main" id="{073623F0-367F-2D92-F382-DF8A04865E91}"/>
              </a:ext>
            </a:extLst>
          </p:cNvPr>
          <p:cNvSpPr txBox="1"/>
          <p:nvPr/>
        </p:nvSpPr>
        <p:spPr bwMode="gray">
          <a:xfrm>
            <a:off x="558921" y="6105920"/>
            <a:ext cx="5433154" cy="315920"/>
          </a:xfrm>
          <a:prstGeom prst="rect">
            <a:avLst/>
          </a:prstGeom>
          <a:noFill/>
        </p:spPr>
        <p:txBody>
          <a:bodyPr wrap="none" lIns="0" tIns="0" rIns="0" bIns="0" rtlCol="0">
            <a:spAutoFit/>
          </a:bodyPr>
          <a:lstStyle/>
          <a:p>
            <a:pPr algn="l">
              <a:lnSpc>
                <a:spcPct val="140000"/>
              </a:lnSpc>
            </a:pPr>
            <a:r>
              <a:rPr lang="en-US" altLang="zh-CN" sz="1600"/>
              <a:t>* </a:t>
            </a:r>
            <a:r>
              <a:rPr lang="en-US" altLang="zh-CN" sz="1200"/>
              <a:t>Partner with Prof Chen </a:t>
            </a:r>
            <a:r>
              <a:rPr lang="en-US" altLang="zh-CN" sz="1200" err="1"/>
              <a:t>Youxin</a:t>
            </a:r>
            <a:r>
              <a:rPr lang="en-US" altLang="zh-CN" sz="1200"/>
              <a:t> from Peking Union hospital leading 6 centers</a:t>
            </a:r>
            <a:endParaRPr lang="zh-CN" altLang="en-US" sz="1200"/>
          </a:p>
        </p:txBody>
      </p:sp>
      <p:sp>
        <p:nvSpPr>
          <p:cNvPr id="8" name="文本框 7">
            <a:extLst>
              <a:ext uri="{FF2B5EF4-FFF2-40B4-BE49-F238E27FC236}">
                <a16:creationId xmlns:a16="http://schemas.microsoft.com/office/drawing/2014/main" id="{3645A7E8-7138-E848-ECE5-5D60A1B4E8D8}"/>
              </a:ext>
            </a:extLst>
          </p:cNvPr>
          <p:cNvSpPr txBox="1"/>
          <p:nvPr/>
        </p:nvSpPr>
        <p:spPr bwMode="gray">
          <a:xfrm>
            <a:off x="275526" y="1137748"/>
            <a:ext cx="10558007" cy="752963"/>
          </a:xfrm>
          <a:prstGeom prst="rect">
            <a:avLst/>
          </a:prstGeom>
          <a:noFill/>
        </p:spPr>
        <p:txBody>
          <a:bodyPr wrap="square">
            <a:spAutoFit/>
          </a:bodyPr>
          <a:lstStyle/>
          <a:p>
            <a:pPr marL="180000" indent="-180000" algn="l">
              <a:lnSpc>
                <a:spcPct val="140000"/>
              </a:lnSpc>
              <a:buFont typeface="Arial" panose="020B0604020202020204" pitchFamily="34" charset="0"/>
              <a:buChar char="•"/>
            </a:pPr>
            <a:r>
              <a:rPr lang="en-US" altLang="zh-CN" sz="1600"/>
              <a:t>Fill the</a:t>
            </a:r>
            <a:r>
              <a:rPr lang="zh-CN" altLang="en-US" sz="1600"/>
              <a:t> </a:t>
            </a:r>
            <a:r>
              <a:rPr lang="en-US" altLang="zh-CN" sz="1600"/>
              <a:t>data gap of disease phenotypes, progression rate  and potential </a:t>
            </a:r>
            <a:r>
              <a:rPr lang="en-US" altLang="zh-CN" sz="1600">
                <a:latin typeface="BISansOpti" panose="02000503040000020004" pitchFamily="2" charset="0"/>
              </a:rPr>
              <a:t>predictor biomarkers in China,</a:t>
            </a:r>
            <a:r>
              <a:rPr lang="en-US" altLang="zh-CN" sz="1600"/>
              <a:t>  thus enlighten the GA development strategy in China and Asia</a:t>
            </a:r>
          </a:p>
        </p:txBody>
      </p:sp>
    </p:spTree>
    <p:extLst>
      <p:ext uri="{BB962C8B-B14F-4D97-AF65-F5344CB8AC3E}">
        <p14:creationId xmlns:p14="http://schemas.microsoft.com/office/powerpoint/2010/main" val="1598032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2879ABC-EC8E-90F9-58CB-B11FE380DE37}"/>
              </a:ext>
            </a:extLst>
          </p:cNvPr>
          <p:cNvSpPr>
            <a:spLocks noGrp="1"/>
          </p:cNvSpPr>
          <p:nvPr>
            <p:ph type="title" idx="4294967295"/>
          </p:nvPr>
        </p:nvSpPr>
        <p:spPr>
          <a:xfrm>
            <a:off x="301658" y="305273"/>
            <a:ext cx="11233150" cy="720725"/>
          </a:xfrm>
        </p:spPr>
        <p:txBody>
          <a:bodyPr/>
          <a:lstStyle/>
          <a:p>
            <a:r>
              <a:rPr lang="en-US" altLang="zh-CN" sz="3200">
                <a:solidFill>
                  <a:srgbClr val="000000"/>
                </a:solidFill>
                <a:latin typeface="Calibri" panose="020F0502020204030204" pitchFamily="34" charset="0"/>
                <a:ea typeface="+mn-ea"/>
                <a:cs typeface="Calibri" panose="020F0502020204030204" pitchFamily="34" charset="0"/>
              </a:rPr>
              <a:t>China Evidence Generation Strategy for GA Disease Area </a:t>
            </a:r>
            <a:endParaRPr lang="zh-CN" altLang="en-US" sz="3200">
              <a:solidFill>
                <a:srgbClr val="000000"/>
              </a:solidFill>
              <a:latin typeface="Calibri" panose="020F0502020204030204" pitchFamily="34" charset="0"/>
              <a:ea typeface="+mn-ea"/>
              <a:cs typeface="Calibri" panose="020F0502020204030204" pitchFamily="34" charset="0"/>
            </a:endParaRPr>
          </a:p>
        </p:txBody>
      </p:sp>
      <p:sp>
        <p:nvSpPr>
          <p:cNvPr id="6" name="矩形: 圆角 5">
            <a:extLst>
              <a:ext uri="{FF2B5EF4-FFF2-40B4-BE49-F238E27FC236}">
                <a16:creationId xmlns:a16="http://schemas.microsoft.com/office/drawing/2014/main" id="{EF9E051B-F09F-28F1-C55F-F3E31C561336}"/>
              </a:ext>
            </a:extLst>
          </p:cNvPr>
          <p:cNvSpPr/>
          <p:nvPr/>
        </p:nvSpPr>
        <p:spPr bwMode="gray">
          <a:xfrm>
            <a:off x="2354580" y="2878109"/>
            <a:ext cx="3233418" cy="312264"/>
          </a:xfrm>
          <a:prstGeom prst="roundRect">
            <a:avLst/>
          </a:prstGeom>
          <a:solidFill>
            <a:schemeClr val="accent3">
              <a:lumMod val="75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white"/>
                </a:solidFill>
                <a:effectLst/>
                <a:uLnTx/>
                <a:uFillTx/>
                <a:latin typeface="Boehringer Forward Text"/>
                <a:ea typeface="+mn-ea"/>
                <a:cs typeface="+mn-cs"/>
              </a:rPr>
              <a:t>Anti-C3 Ph II  </a:t>
            </a:r>
            <a:r>
              <a:rPr lang="en-US" altLang="zh-CN" sz="1200">
                <a:solidFill>
                  <a:prstClr val="white"/>
                </a:solidFill>
                <a:latin typeface="Boehringer Forward Text"/>
              </a:rPr>
              <a:t>in US </a:t>
            </a:r>
            <a:r>
              <a:rPr kumimoji="0" lang="en-US" altLang="zh-CN" sz="1200" b="0" i="0" u="none" strike="noStrike" kern="1200" cap="none" spc="0" normalizeH="0" baseline="0" noProof="0">
                <a:ln>
                  <a:noFill/>
                </a:ln>
                <a:solidFill>
                  <a:prstClr val="white"/>
                </a:solidFill>
                <a:effectLst/>
                <a:uLnTx/>
                <a:uFillTx/>
                <a:latin typeface="Boehringer Forward Text"/>
                <a:ea typeface="+mn-ea"/>
                <a:cs typeface="+mn-cs"/>
              </a:rPr>
              <a:t> </a:t>
            </a:r>
            <a:r>
              <a:rPr lang="en-US" altLang="zh-CN" sz="800">
                <a:solidFill>
                  <a:prstClr val="white"/>
                </a:solidFill>
                <a:latin typeface="Boehringer Forward Text"/>
              </a:rPr>
              <a:t>Feb</a:t>
            </a:r>
            <a:r>
              <a:rPr kumimoji="0" lang="en-US" altLang="zh-CN" sz="800" b="0" i="0" u="none" strike="noStrike" kern="1200" cap="none" spc="0" normalizeH="0" baseline="0" noProof="0">
                <a:ln>
                  <a:noFill/>
                </a:ln>
                <a:solidFill>
                  <a:prstClr val="white"/>
                </a:solidFill>
                <a:effectLst/>
                <a:uLnTx/>
                <a:uFillTx/>
                <a:latin typeface="Boehringer Forward Text"/>
                <a:ea typeface="+mn-ea"/>
                <a:cs typeface="+mn-cs"/>
              </a:rPr>
              <a:t> 2025-Jan  2027</a:t>
            </a:r>
            <a:endParaRPr kumimoji="0" lang="zh-CN" altLang="en-US" sz="8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8" name="矩形: 圆角 7">
            <a:extLst>
              <a:ext uri="{FF2B5EF4-FFF2-40B4-BE49-F238E27FC236}">
                <a16:creationId xmlns:a16="http://schemas.microsoft.com/office/drawing/2014/main" id="{2537C1CC-2141-757C-A8A4-9D2994439B03}"/>
              </a:ext>
            </a:extLst>
          </p:cNvPr>
          <p:cNvSpPr/>
          <p:nvPr/>
        </p:nvSpPr>
        <p:spPr bwMode="gray">
          <a:xfrm>
            <a:off x="5918232" y="2878109"/>
            <a:ext cx="4810725" cy="312265"/>
          </a:xfrm>
          <a:prstGeom prst="roundRect">
            <a:avLst/>
          </a:prstGeom>
          <a:gradFill>
            <a:gsLst>
              <a:gs pos="31000">
                <a:schemeClr val="accent3">
                  <a:lumMod val="50000"/>
                </a:schemeClr>
              </a:gs>
              <a:gs pos="74000">
                <a:schemeClr val="accent3">
                  <a:lumMod val="75000"/>
                </a:schemeClr>
              </a:gs>
              <a:gs pos="96000">
                <a:schemeClr val="accent3">
                  <a:lumMod val="90000"/>
                </a:schemeClr>
              </a:gs>
              <a:gs pos="100000">
                <a:schemeClr val="accent1">
                  <a:lumMod val="30000"/>
                  <a:lumOff val="70000"/>
                </a:schemeClr>
              </a:gs>
            </a:gsLst>
            <a:lin ang="5400000" scaled="1"/>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white"/>
                </a:solidFill>
                <a:effectLst/>
                <a:uLnTx/>
                <a:uFillTx/>
                <a:latin typeface="Boehringer Forward Text"/>
                <a:ea typeface="+mn-ea"/>
                <a:cs typeface="+mn-cs"/>
              </a:rPr>
              <a:t>Anti-C3 Ph III   </a:t>
            </a:r>
            <a:r>
              <a:rPr lang="en-US" altLang="zh-CN" sz="800">
                <a:solidFill>
                  <a:prstClr val="white"/>
                </a:solidFill>
                <a:latin typeface="Boehringer Forward Text"/>
              </a:rPr>
              <a:t>Apr 2027- Apr 2030</a:t>
            </a:r>
            <a:endParaRPr lang="zh-CN" altLang="en-US" sz="800">
              <a:solidFill>
                <a:prstClr val="white"/>
              </a:solidFill>
              <a:latin typeface="Boehringer Forward Text"/>
            </a:endParaRPr>
          </a:p>
        </p:txBody>
      </p:sp>
      <p:graphicFrame>
        <p:nvGraphicFramePr>
          <p:cNvPr id="14" name="表格 14">
            <a:extLst>
              <a:ext uri="{FF2B5EF4-FFF2-40B4-BE49-F238E27FC236}">
                <a16:creationId xmlns:a16="http://schemas.microsoft.com/office/drawing/2014/main" id="{A54ABC8C-A423-FA18-31CA-E49B08AF5A1A}"/>
              </a:ext>
            </a:extLst>
          </p:cNvPr>
          <p:cNvGraphicFramePr>
            <a:graphicFrameLocks noGrp="1"/>
          </p:cNvGraphicFramePr>
          <p:nvPr>
            <p:extLst>
              <p:ext uri="{D42A27DB-BD31-4B8C-83A1-F6EECF244321}">
                <p14:modId xmlns:p14="http://schemas.microsoft.com/office/powerpoint/2010/main" val="4177380551"/>
              </p:ext>
            </p:extLst>
          </p:nvPr>
        </p:nvGraphicFramePr>
        <p:xfrm>
          <a:off x="650236" y="1344888"/>
          <a:ext cx="11233152" cy="304800"/>
        </p:xfrm>
        <a:graphic>
          <a:graphicData uri="http://schemas.openxmlformats.org/drawingml/2006/table">
            <a:tbl>
              <a:tblPr firstRow="1" bandRow="1">
                <a:tableStyleId>{5C22544A-7EE6-4342-B048-85BDC9FD1C3A}</a:tableStyleId>
              </a:tblPr>
              <a:tblGrid>
                <a:gridCol w="1604736">
                  <a:extLst>
                    <a:ext uri="{9D8B030D-6E8A-4147-A177-3AD203B41FA5}">
                      <a16:colId xmlns:a16="http://schemas.microsoft.com/office/drawing/2014/main" val="3689343358"/>
                    </a:ext>
                  </a:extLst>
                </a:gridCol>
                <a:gridCol w="1604736">
                  <a:extLst>
                    <a:ext uri="{9D8B030D-6E8A-4147-A177-3AD203B41FA5}">
                      <a16:colId xmlns:a16="http://schemas.microsoft.com/office/drawing/2014/main" val="3425007614"/>
                    </a:ext>
                  </a:extLst>
                </a:gridCol>
                <a:gridCol w="1604736">
                  <a:extLst>
                    <a:ext uri="{9D8B030D-6E8A-4147-A177-3AD203B41FA5}">
                      <a16:colId xmlns:a16="http://schemas.microsoft.com/office/drawing/2014/main" val="1916850029"/>
                    </a:ext>
                  </a:extLst>
                </a:gridCol>
                <a:gridCol w="1604736">
                  <a:extLst>
                    <a:ext uri="{9D8B030D-6E8A-4147-A177-3AD203B41FA5}">
                      <a16:colId xmlns:a16="http://schemas.microsoft.com/office/drawing/2014/main" val="2812783660"/>
                    </a:ext>
                  </a:extLst>
                </a:gridCol>
                <a:gridCol w="1604736">
                  <a:extLst>
                    <a:ext uri="{9D8B030D-6E8A-4147-A177-3AD203B41FA5}">
                      <a16:colId xmlns:a16="http://schemas.microsoft.com/office/drawing/2014/main" val="4108336029"/>
                    </a:ext>
                  </a:extLst>
                </a:gridCol>
                <a:gridCol w="1604736">
                  <a:extLst>
                    <a:ext uri="{9D8B030D-6E8A-4147-A177-3AD203B41FA5}">
                      <a16:colId xmlns:a16="http://schemas.microsoft.com/office/drawing/2014/main" val="2143620026"/>
                    </a:ext>
                  </a:extLst>
                </a:gridCol>
                <a:gridCol w="1604736">
                  <a:extLst>
                    <a:ext uri="{9D8B030D-6E8A-4147-A177-3AD203B41FA5}">
                      <a16:colId xmlns:a16="http://schemas.microsoft.com/office/drawing/2014/main" val="2519315871"/>
                    </a:ext>
                  </a:extLst>
                </a:gridCol>
              </a:tblGrid>
              <a:tr h="0">
                <a:tc>
                  <a:txBody>
                    <a:bodyPr/>
                    <a:lstStyle/>
                    <a:p>
                      <a:pPr algn="ctr"/>
                      <a:r>
                        <a:rPr lang="en-US" altLang="zh-CN" sz="1400" b="1"/>
                        <a:t>2024</a:t>
                      </a:r>
                      <a:endParaRPr lang="zh-CN" altLang="en-US" sz="1400" b="1"/>
                    </a:p>
                  </a:txBody>
                  <a:tcPr>
                    <a:solidFill>
                      <a:schemeClr val="tx2"/>
                    </a:solidFill>
                  </a:tcPr>
                </a:tc>
                <a:tc>
                  <a:txBody>
                    <a:bodyPr/>
                    <a:lstStyle/>
                    <a:p>
                      <a:pPr algn="ctr"/>
                      <a:r>
                        <a:rPr lang="en-US" altLang="zh-CN" sz="1400" b="1"/>
                        <a:t>2025</a:t>
                      </a:r>
                      <a:endParaRPr lang="zh-CN" altLang="en-US" sz="1400" b="1"/>
                    </a:p>
                  </a:txBody>
                  <a:tcPr>
                    <a:solidFill>
                      <a:schemeClr val="tx2"/>
                    </a:solidFill>
                  </a:tcPr>
                </a:tc>
                <a:tc>
                  <a:txBody>
                    <a:bodyPr/>
                    <a:lstStyle/>
                    <a:p>
                      <a:pPr algn="ctr"/>
                      <a:r>
                        <a:rPr lang="en-US" altLang="zh-CN" sz="1400" b="1"/>
                        <a:t>2026</a:t>
                      </a:r>
                      <a:endParaRPr lang="zh-CN" altLang="en-US" sz="1400" b="1"/>
                    </a:p>
                  </a:txBody>
                  <a:tcPr>
                    <a:solidFill>
                      <a:schemeClr val="tx2"/>
                    </a:solidFill>
                  </a:tcPr>
                </a:tc>
                <a:tc>
                  <a:txBody>
                    <a:bodyPr/>
                    <a:lstStyle/>
                    <a:p>
                      <a:pPr algn="ctr"/>
                      <a:r>
                        <a:rPr lang="en-US" altLang="zh-CN" sz="1400" b="1"/>
                        <a:t>2027</a:t>
                      </a:r>
                      <a:endParaRPr lang="zh-CN" altLang="en-US" sz="1400" b="1"/>
                    </a:p>
                  </a:txBody>
                  <a:tcPr>
                    <a:solidFill>
                      <a:schemeClr val="tx2"/>
                    </a:solidFill>
                  </a:tcPr>
                </a:tc>
                <a:tc>
                  <a:txBody>
                    <a:bodyPr/>
                    <a:lstStyle/>
                    <a:p>
                      <a:pPr algn="ctr"/>
                      <a:r>
                        <a:rPr lang="en-US" altLang="zh-CN" sz="1400" b="1"/>
                        <a:t>2028</a:t>
                      </a:r>
                      <a:endParaRPr lang="zh-CN" altLang="en-US" sz="1400" b="1"/>
                    </a:p>
                  </a:txBody>
                  <a:tcPr>
                    <a:solidFill>
                      <a:schemeClr val="tx2"/>
                    </a:solidFill>
                  </a:tcPr>
                </a:tc>
                <a:tc>
                  <a:txBody>
                    <a:bodyPr/>
                    <a:lstStyle/>
                    <a:p>
                      <a:pPr algn="ctr"/>
                      <a:r>
                        <a:rPr lang="en-US" altLang="zh-CN" sz="1400" b="1"/>
                        <a:t>2029</a:t>
                      </a:r>
                      <a:endParaRPr lang="zh-CN" altLang="en-US" sz="1400" b="1"/>
                    </a:p>
                  </a:txBody>
                  <a:tcPr>
                    <a:solidFill>
                      <a:schemeClr val="tx2"/>
                    </a:solidFill>
                  </a:tcPr>
                </a:tc>
                <a:tc>
                  <a:txBody>
                    <a:bodyPr/>
                    <a:lstStyle/>
                    <a:p>
                      <a:pPr algn="ctr"/>
                      <a:r>
                        <a:rPr lang="en-US" altLang="zh-CN" sz="1400" b="1"/>
                        <a:t>2030</a:t>
                      </a:r>
                      <a:endParaRPr lang="zh-CN" altLang="en-US" sz="1400" b="1"/>
                    </a:p>
                  </a:txBody>
                  <a:tcPr>
                    <a:solidFill>
                      <a:schemeClr val="tx2"/>
                    </a:solidFill>
                  </a:tcPr>
                </a:tc>
                <a:extLst>
                  <a:ext uri="{0D108BD9-81ED-4DB2-BD59-A6C34878D82A}">
                    <a16:rowId xmlns:a16="http://schemas.microsoft.com/office/drawing/2014/main" val="1404130563"/>
                  </a:ext>
                </a:extLst>
              </a:tr>
            </a:tbl>
          </a:graphicData>
        </a:graphic>
      </p:graphicFrame>
      <p:sp>
        <p:nvSpPr>
          <p:cNvPr id="15" name="矩形: 圆角 14">
            <a:extLst>
              <a:ext uri="{FF2B5EF4-FFF2-40B4-BE49-F238E27FC236}">
                <a16:creationId xmlns:a16="http://schemas.microsoft.com/office/drawing/2014/main" id="{30417A2E-CBD7-2286-E3BE-B0095CAD22CC}"/>
              </a:ext>
            </a:extLst>
          </p:cNvPr>
          <p:cNvSpPr/>
          <p:nvPr/>
        </p:nvSpPr>
        <p:spPr bwMode="gray">
          <a:xfrm>
            <a:off x="2336799" y="1938339"/>
            <a:ext cx="3357945" cy="315994"/>
          </a:xfrm>
          <a:prstGeom prst="roundRect">
            <a:avLst/>
          </a:prstGeom>
          <a:solidFill>
            <a:schemeClr val="accent5"/>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white"/>
                </a:solidFill>
                <a:effectLst/>
                <a:uLnTx/>
                <a:uFillTx/>
                <a:latin typeface="Boehringer Forward Text"/>
                <a:ea typeface="+mn-ea"/>
                <a:cs typeface="+mn-cs"/>
              </a:rPr>
              <a:t>      PAFR </a:t>
            </a:r>
            <a:r>
              <a:rPr kumimoji="0" lang="en-US" altLang="zh-CN" sz="1400" b="0" i="0" u="none" strike="noStrike" kern="1200" cap="none" spc="0" normalizeH="0" baseline="0" noProof="0" err="1">
                <a:ln>
                  <a:noFill/>
                </a:ln>
                <a:solidFill>
                  <a:prstClr val="white"/>
                </a:solidFill>
                <a:effectLst/>
                <a:uLnTx/>
                <a:uFillTx/>
                <a:latin typeface="Boehringer Forward Text"/>
                <a:ea typeface="+mn-ea"/>
                <a:cs typeface="+mn-cs"/>
              </a:rPr>
              <a:t>PhII</a:t>
            </a:r>
            <a:r>
              <a:rPr kumimoji="0" lang="en-US" altLang="zh-CN" sz="1400" b="0" i="0" u="none" strike="noStrike" kern="1200" cap="none" spc="0" normalizeH="0" baseline="0" noProof="0">
                <a:ln>
                  <a:noFill/>
                </a:ln>
                <a:solidFill>
                  <a:prstClr val="white"/>
                </a:solidFill>
                <a:effectLst/>
                <a:uLnTx/>
                <a:uFillTx/>
                <a:latin typeface="Boehringer Forward Text"/>
                <a:ea typeface="+mn-ea"/>
                <a:cs typeface="+mn-cs"/>
              </a:rPr>
              <a:t> </a:t>
            </a:r>
            <a:r>
              <a:rPr lang="en-US" altLang="zh-CN" sz="1400">
                <a:solidFill>
                  <a:prstClr val="white"/>
                </a:solidFill>
                <a:latin typeface="Boehringer Forward Text"/>
              </a:rPr>
              <a:t> in US</a:t>
            </a:r>
            <a:r>
              <a:rPr kumimoji="0" lang="en-US" altLang="zh-CN" sz="1400" b="0" i="0" u="none" strike="noStrike" kern="1200" cap="none" spc="0" normalizeH="0" baseline="0" noProof="0">
                <a:ln>
                  <a:noFill/>
                </a:ln>
                <a:solidFill>
                  <a:prstClr val="white"/>
                </a:solidFill>
                <a:effectLst/>
                <a:uLnTx/>
                <a:uFillTx/>
                <a:latin typeface="Boehringer Forward Text"/>
                <a:ea typeface="+mn-ea"/>
                <a:cs typeface="+mn-cs"/>
              </a:rPr>
              <a:t>               </a:t>
            </a:r>
            <a:r>
              <a:rPr kumimoji="0" lang="en-US" altLang="zh-CN" sz="900" b="0" i="0" u="none" strike="noStrike" kern="1200" cap="none" spc="0" normalizeH="0" baseline="0" noProof="0">
                <a:ln>
                  <a:noFill/>
                </a:ln>
                <a:solidFill>
                  <a:prstClr val="white"/>
                </a:solidFill>
                <a:effectLst/>
                <a:uLnTx/>
                <a:uFillTx/>
                <a:latin typeface="Boehringer Forward Text"/>
                <a:ea typeface="+mn-ea"/>
                <a:cs typeface="+mn-cs"/>
              </a:rPr>
              <a:t>Q1 2025-Q1 2027</a:t>
            </a:r>
            <a:endParaRPr kumimoji="0" lang="zh-CN" altLang="en-US" sz="9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16" name="菱形 15">
            <a:extLst>
              <a:ext uri="{FF2B5EF4-FFF2-40B4-BE49-F238E27FC236}">
                <a16:creationId xmlns:a16="http://schemas.microsoft.com/office/drawing/2014/main" id="{610E3FFB-7F36-BAD4-F95B-E79E4F34B26B}"/>
              </a:ext>
            </a:extLst>
          </p:cNvPr>
          <p:cNvSpPr/>
          <p:nvPr/>
        </p:nvSpPr>
        <p:spPr bwMode="gray">
          <a:xfrm>
            <a:off x="4413506" y="2290755"/>
            <a:ext cx="152400" cy="315920"/>
          </a:xfrm>
          <a:prstGeom prst="diamond">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7" name="文本框 16">
            <a:extLst>
              <a:ext uri="{FF2B5EF4-FFF2-40B4-BE49-F238E27FC236}">
                <a16:creationId xmlns:a16="http://schemas.microsoft.com/office/drawing/2014/main" id="{3C931923-5180-63AF-5143-8D81B49CD12E}"/>
              </a:ext>
            </a:extLst>
          </p:cNvPr>
          <p:cNvSpPr txBox="1"/>
          <p:nvPr/>
        </p:nvSpPr>
        <p:spPr bwMode="gray">
          <a:xfrm>
            <a:off x="4582593" y="2494432"/>
            <a:ext cx="833120" cy="217175"/>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0" normalizeH="0" baseline="0" noProof="0">
                <a:ln>
                  <a:noFill/>
                </a:ln>
                <a:solidFill>
                  <a:prstClr val="black"/>
                </a:solidFill>
                <a:effectLst/>
                <a:uLnTx/>
                <a:uFillTx/>
                <a:latin typeface="Boehringer Forward Text"/>
                <a:ea typeface="+mn-ea"/>
                <a:cs typeface="+mn-cs"/>
              </a:rPr>
              <a:t>POCP</a:t>
            </a: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18" name="矩形: 圆角 17">
            <a:extLst>
              <a:ext uri="{FF2B5EF4-FFF2-40B4-BE49-F238E27FC236}">
                <a16:creationId xmlns:a16="http://schemas.microsoft.com/office/drawing/2014/main" id="{8444EAF1-D6B2-09E3-9AFB-4F62DFE9EA63}"/>
              </a:ext>
            </a:extLst>
          </p:cNvPr>
          <p:cNvSpPr/>
          <p:nvPr/>
        </p:nvSpPr>
        <p:spPr bwMode="gray">
          <a:xfrm>
            <a:off x="7187018" y="1925865"/>
            <a:ext cx="5004971" cy="335142"/>
          </a:xfrm>
          <a:prstGeom prst="roundRect">
            <a:avLst/>
          </a:prstGeom>
          <a:gradFill>
            <a:gsLst>
              <a:gs pos="31000">
                <a:srgbClr val="FF8413"/>
              </a:gs>
              <a:gs pos="74000">
                <a:srgbClr val="FFC000"/>
              </a:gs>
              <a:gs pos="96000">
                <a:srgbClr val="FFC000"/>
              </a:gs>
              <a:gs pos="100000">
                <a:schemeClr val="accent1">
                  <a:lumMod val="30000"/>
                  <a:lumOff val="70000"/>
                </a:schemeClr>
              </a:gs>
            </a:gsLst>
            <a:lin ang="5400000" scaled="1"/>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white"/>
                </a:solidFill>
                <a:effectLst/>
                <a:uLnTx/>
                <a:uFillTx/>
                <a:latin typeface="Boehringer Forward Text"/>
                <a:ea typeface="+mn-ea"/>
                <a:cs typeface="+mn-cs"/>
              </a:rPr>
              <a:t>PAFR </a:t>
            </a:r>
            <a:r>
              <a:rPr kumimoji="0" lang="en-US" altLang="zh-CN" sz="1400" b="0" i="0" u="none" strike="noStrike" kern="1200" cap="none" spc="0" normalizeH="0" baseline="0" noProof="0" err="1">
                <a:ln>
                  <a:noFill/>
                </a:ln>
                <a:solidFill>
                  <a:prstClr val="white"/>
                </a:solidFill>
                <a:effectLst/>
                <a:uLnTx/>
                <a:uFillTx/>
                <a:latin typeface="Boehringer Forward Text"/>
                <a:ea typeface="+mn-ea"/>
                <a:cs typeface="+mn-cs"/>
              </a:rPr>
              <a:t>PhIII</a:t>
            </a:r>
            <a:r>
              <a:rPr kumimoji="0" lang="en-US" altLang="zh-CN" sz="1600" b="0" i="0" u="none" strike="noStrike" kern="1200" cap="none" spc="0" normalizeH="0" baseline="0" noProof="0">
                <a:ln>
                  <a:noFill/>
                </a:ln>
                <a:solidFill>
                  <a:prstClr val="white"/>
                </a:solidFill>
                <a:effectLst/>
                <a:uLnTx/>
                <a:uFillTx/>
                <a:latin typeface="Boehringer Forward Text"/>
                <a:ea typeface="+mn-ea"/>
                <a:cs typeface="+mn-cs"/>
              </a:rPr>
              <a:t>                </a:t>
            </a:r>
            <a:r>
              <a:rPr kumimoji="0" lang="en-US" altLang="zh-CN" sz="900" b="0" i="0" u="none" strike="noStrike" kern="1200" cap="none" spc="0" normalizeH="0" baseline="0" noProof="0">
                <a:ln>
                  <a:noFill/>
                </a:ln>
                <a:solidFill>
                  <a:prstClr val="white"/>
                </a:solidFill>
                <a:effectLst/>
                <a:uLnTx/>
                <a:uFillTx/>
                <a:latin typeface="Boehringer Forward Text"/>
                <a:ea typeface="+mn-ea"/>
                <a:cs typeface="+mn-cs"/>
              </a:rPr>
              <a:t>Q1 2028- 2031</a:t>
            </a:r>
            <a:endParaRPr kumimoji="0" lang="zh-CN" altLang="en-US" sz="9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5" name="菱形 24">
            <a:extLst>
              <a:ext uri="{FF2B5EF4-FFF2-40B4-BE49-F238E27FC236}">
                <a16:creationId xmlns:a16="http://schemas.microsoft.com/office/drawing/2014/main" id="{AB21C872-FDDB-3061-3F04-9C4FC88E13A7}"/>
              </a:ext>
            </a:extLst>
          </p:cNvPr>
          <p:cNvSpPr/>
          <p:nvPr/>
        </p:nvSpPr>
        <p:spPr bwMode="gray">
          <a:xfrm>
            <a:off x="4414520" y="3222568"/>
            <a:ext cx="152400" cy="315920"/>
          </a:xfrm>
          <a:prstGeom prst="diamond">
            <a:avLst/>
          </a:prstGeom>
          <a:solidFill>
            <a:srgbClr val="FF000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6" name="文本框 25">
            <a:extLst>
              <a:ext uri="{FF2B5EF4-FFF2-40B4-BE49-F238E27FC236}">
                <a16:creationId xmlns:a16="http://schemas.microsoft.com/office/drawing/2014/main" id="{7B0B8BBC-F44F-E5CB-714B-4D1B005BF4B0}"/>
              </a:ext>
            </a:extLst>
          </p:cNvPr>
          <p:cNvSpPr txBox="1"/>
          <p:nvPr/>
        </p:nvSpPr>
        <p:spPr bwMode="gray">
          <a:xfrm>
            <a:off x="4632414" y="3333199"/>
            <a:ext cx="833120" cy="217175"/>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100" b="1" i="0" u="none" strike="noStrike" kern="1200" cap="none" spc="0" normalizeH="0" baseline="0" noProof="0">
                <a:ln>
                  <a:noFill/>
                </a:ln>
                <a:solidFill>
                  <a:prstClr val="black"/>
                </a:solidFill>
                <a:effectLst/>
                <a:uLnTx/>
                <a:uFillTx/>
                <a:latin typeface="Boehringer Forward Text"/>
                <a:ea typeface="+mn-ea"/>
                <a:cs typeface="+mn-cs"/>
              </a:rPr>
              <a:t>POCP</a:t>
            </a:r>
            <a:endParaRPr kumimoji="0" lang="zh-CN" altLang="en-US" sz="11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7" name="矩形: 圆角 6">
            <a:extLst>
              <a:ext uri="{FF2B5EF4-FFF2-40B4-BE49-F238E27FC236}">
                <a16:creationId xmlns:a16="http://schemas.microsoft.com/office/drawing/2014/main" id="{26D8FD42-7D61-25BE-7308-8C1F179CCB17}"/>
              </a:ext>
            </a:extLst>
          </p:cNvPr>
          <p:cNvSpPr/>
          <p:nvPr/>
        </p:nvSpPr>
        <p:spPr bwMode="gray">
          <a:xfrm>
            <a:off x="224891" y="4497475"/>
            <a:ext cx="1471294" cy="609488"/>
          </a:xfrm>
          <a:prstGeom prst="roundRect">
            <a:avLst/>
          </a:prstGeom>
          <a:solidFill>
            <a:schemeClr val="accent6">
              <a:lumMod val="50000"/>
            </a:schemeClr>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altLang="zh-CN" sz="1000" b="1" i="0" u="none" strike="noStrike" kern="1200" cap="none" spc="0" normalizeH="0" baseline="0" noProof="0">
                <a:ln>
                  <a:noFill/>
                </a:ln>
                <a:solidFill>
                  <a:prstClr val="white"/>
                </a:solidFill>
                <a:effectLst/>
                <a:uLnTx/>
                <a:uFillTx/>
                <a:latin typeface="Boehringer Forward Text"/>
                <a:ea typeface="+mn-ea"/>
                <a:cs typeface="+mn-cs"/>
              </a:rPr>
              <a:t>ECR protocol finalization + IRB approval    </a:t>
            </a:r>
            <a:r>
              <a:rPr kumimoji="0" lang="en-US" altLang="zh-CN" sz="900" b="0" i="0" u="none" strike="noStrike" kern="1200" cap="none" spc="0" normalizeH="0" baseline="0" noProof="0">
                <a:ln>
                  <a:noFill/>
                </a:ln>
                <a:solidFill>
                  <a:prstClr val="white"/>
                </a:solidFill>
                <a:effectLst/>
                <a:uLnTx/>
                <a:uFillTx/>
                <a:latin typeface="Boehringer Forward Text"/>
                <a:ea typeface="+mn-ea"/>
                <a:cs typeface="+mn-cs"/>
              </a:rPr>
              <a:t>July 2024</a:t>
            </a:r>
            <a:endParaRPr kumimoji="0" lang="zh-CN" altLang="en-US" sz="9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19" name="矩形: 圆角 18">
            <a:extLst>
              <a:ext uri="{FF2B5EF4-FFF2-40B4-BE49-F238E27FC236}">
                <a16:creationId xmlns:a16="http://schemas.microsoft.com/office/drawing/2014/main" id="{B379B432-4C8E-01B7-1830-4C8C072E8560}"/>
              </a:ext>
            </a:extLst>
          </p:cNvPr>
          <p:cNvSpPr/>
          <p:nvPr/>
        </p:nvSpPr>
        <p:spPr bwMode="gray">
          <a:xfrm>
            <a:off x="1689720" y="4986139"/>
            <a:ext cx="3460955" cy="618104"/>
          </a:xfrm>
          <a:prstGeom prst="roundRect">
            <a:avLst/>
          </a:prstGeom>
          <a:gradFill flip="none" rotWithShape="1">
            <a:gsLst>
              <a:gs pos="0">
                <a:schemeClr val="accent6">
                  <a:lumMod val="89000"/>
                </a:schemeClr>
              </a:gs>
              <a:gs pos="23000">
                <a:schemeClr val="accent6">
                  <a:lumMod val="89000"/>
                </a:schemeClr>
              </a:gs>
              <a:gs pos="69000">
                <a:schemeClr val="accent6">
                  <a:lumMod val="75000"/>
                </a:schemeClr>
              </a:gs>
              <a:gs pos="97000">
                <a:schemeClr val="accent6">
                  <a:lumMod val="70000"/>
                </a:schemeClr>
              </a:gs>
            </a:gsLst>
            <a:path path="circle">
              <a:fillToRect l="50000" t="50000" r="50000" b="50000"/>
            </a:path>
            <a:tileRect/>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nSpc>
                <a:spcPts val="1200"/>
              </a:lnSpc>
              <a:defRPr/>
            </a:pPr>
            <a:r>
              <a:rPr lang="en-US" altLang="zh-CN" sz="1200">
                <a:solidFill>
                  <a:prstClr val="white"/>
                </a:solidFill>
                <a:latin typeface="Boehringer Forward Text"/>
              </a:rPr>
              <a:t> </a:t>
            </a:r>
            <a:r>
              <a:rPr kumimoji="0" lang="en-US" altLang="zh-CN" sz="1200" b="1" i="0" u="none" strike="noStrike" kern="1200" cap="none" spc="0" normalizeH="0" baseline="0" noProof="0">
                <a:ln>
                  <a:noFill/>
                </a:ln>
                <a:solidFill>
                  <a:prstClr val="white"/>
                </a:solidFill>
                <a:effectLst/>
                <a:uLnTx/>
                <a:uFillTx/>
                <a:latin typeface="Boehringer Forward Text"/>
                <a:ea typeface="+mn-ea"/>
                <a:cs typeface="+mn-cs"/>
              </a:rPr>
              <a:t>Data collection and analysis</a:t>
            </a:r>
            <a:endParaRPr lang="en-US" altLang="zh-CN" sz="900" b="0" i="0" u="none" strike="noStrike" kern="1200" cap="none" spc="0" normalizeH="0" baseline="0" noProof="0">
              <a:ln>
                <a:noFill/>
              </a:ln>
              <a:solidFill>
                <a:prstClr val="white"/>
              </a:solidFill>
              <a:effectLst/>
              <a:uLnTx/>
              <a:uFillTx/>
              <a:latin typeface="Boehringer Forward Text"/>
            </a:endParaRPr>
          </a:p>
          <a:p>
            <a:pPr>
              <a:lnSpc>
                <a:spcPts val="1200"/>
              </a:lnSpc>
              <a:defRPr/>
            </a:pPr>
            <a:r>
              <a:rPr lang="en-US" altLang="zh-CN" sz="900">
                <a:solidFill>
                  <a:prstClr val="white"/>
                </a:solidFill>
                <a:latin typeface="Boehringer Forward Text"/>
              </a:rPr>
              <a:t>                       Dec </a:t>
            </a:r>
            <a:r>
              <a:rPr kumimoji="0" lang="en-US" altLang="zh-CN" sz="900" b="0" i="0" u="none" strike="noStrike" kern="1200" cap="none" spc="0" normalizeH="0" baseline="0" noProof="0">
                <a:ln>
                  <a:noFill/>
                </a:ln>
                <a:solidFill>
                  <a:prstClr val="white"/>
                </a:solidFill>
                <a:effectLst/>
                <a:uLnTx/>
                <a:uFillTx/>
                <a:latin typeface="Boehringer Forward Text"/>
                <a:ea typeface="+mn-ea"/>
                <a:cs typeface="+mn-cs"/>
              </a:rPr>
              <a:t>2026</a:t>
            </a:r>
            <a:r>
              <a:rPr lang="en-US" altLang="zh-CN" sz="900">
                <a:solidFill>
                  <a:prstClr val="white"/>
                </a:solidFill>
                <a:latin typeface="Boehringer Forward Text"/>
              </a:rPr>
              <a:t>              </a:t>
            </a:r>
            <a:endParaRPr kumimoji="0" lang="zh-CN" altLang="en-US" sz="9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21" name="矩形: 圆角 20">
            <a:extLst>
              <a:ext uri="{FF2B5EF4-FFF2-40B4-BE49-F238E27FC236}">
                <a16:creationId xmlns:a16="http://schemas.microsoft.com/office/drawing/2014/main" id="{56F33726-B9D9-AD0D-CA93-668AF779161E}"/>
              </a:ext>
            </a:extLst>
          </p:cNvPr>
          <p:cNvSpPr/>
          <p:nvPr/>
        </p:nvSpPr>
        <p:spPr bwMode="gray">
          <a:xfrm>
            <a:off x="5140779" y="5596791"/>
            <a:ext cx="787079" cy="420184"/>
          </a:xfrm>
          <a:prstGeom prst="roundRect">
            <a:avLst/>
          </a:prstGeom>
          <a:gradFill flip="none" rotWithShape="1">
            <a:gsLst>
              <a:gs pos="0">
                <a:schemeClr val="accent6"/>
              </a:gs>
              <a:gs pos="23000">
                <a:schemeClr val="accent6"/>
              </a:gs>
              <a:gs pos="88516">
                <a:srgbClr val="5CD1E1"/>
              </a:gs>
              <a:gs pos="69000">
                <a:schemeClr val="accent6"/>
              </a:gs>
              <a:gs pos="97000">
                <a:schemeClr val="accent6"/>
              </a:gs>
            </a:gsLst>
            <a:path path="circle">
              <a:fillToRect l="50000" t="50000" r="50000" b="50000"/>
            </a:path>
            <a:tileRect/>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ts val="500"/>
              </a:lnSpc>
              <a:spcBef>
                <a:spcPts val="0"/>
              </a:spcBef>
              <a:spcAft>
                <a:spcPts val="0"/>
              </a:spcAft>
              <a:buClrTx/>
              <a:buSzTx/>
              <a:buFontTx/>
              <a:buNone/>
              <a:tabLst/>
              <a:defRPr/>
            </a:pPr>
            <a:r>
              <a:rPr kumimoji="0" lang="en-US" altLang="zh-CN" sz="1200" b="0" i="0" u="none" strike="noStrike" kern="1200" cap="none" spc="0" normalizeH="0" baseline="0" noProof="0">
                <a:ln>
                  <a:noFill/>
                </a:ln>
                <a:solidFill>
                  <a:prstClr val="white"/>
                </a:solidFill>
                <a:effectLst/>
                <a:uLnTx/>
                <a:uFillTx/>
                <a:latin typeface="Boehringer Forward Text"/>
                <a:ea typeface="+mn-ea"/>
                <a:cs typeface="+mn-cs"/>
              </a:rPr>
              <a:t> </a:t>
            </a:r>
            <a:r>
              <a:rPr kumimoji="0" lang="en-US" altLang="zh-CN" sz="1000" b="1" i="0" u="none" strike="noStrike" kern="1200" cap="none" spc="0" normalizeH="0" baseline="0" noProof="0">
                <a:ln>
                  <a:noFill/>
                </a:ln>
                <a:solidFill>
                  <a:prstClr val="white"/>
                </a:solidFill>
                <a:effectLst/>
                <a:uLnTx/>
                <a:uFillTx/>
                <a:latin typeface="Boehringer Forward Text"/>
                <a:ea typeface="+mn-ea"/>
                <a:cs typeface="+mn-cs"/>
              </a:rPr>
              <a:t>CTR </a:t>
            </a:r>
          </a:p>
          <a:p>
            <a:pPr marL="0" marR="0" lvl="0" indent="0" algn="ctr" defTabSz="914400" rtl="0" eaLnBrk="1" fontAlgn="auto" latinLnBrk="0" hangingPunct="1">
              <a:lnSpc>
                <a:spcPts val="5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white"/>
                </a:solidFill>
                <a:effectLst/>
                <a:uLnTx/>
                <a:uFillTx/>
                <a:latin typeface="Boehringer Forward Text"/>
                <a:ea typeface="+mn-ea"/>
                <a:cs typeface="+mn-cs"/>
              </a:rPr>
              <a:t>                               </a:t>
            </a:r>
          </a:p>
          <a:p>
            <a:pPr marL="0" marR="0" lvl="0" indent="0" algn="ctr" defTabSz="914400" rtl="0" eaLnBrk="1" fontAlgn="auto" latinLnBrk="0" hangingPunct="1">
              <a:lnSpc>
                <a:spcPts val="500"/>
              </a:lnSpc>
              <a:spcBef>
                <a:spcPts val="0"/>
              </a:spcBef>
              <a:spcAft>
                <a:spcPts val="0"/>
              </a:spcAft>
              <a:buClrTx/>
              <a:buSzTx/>
              <a:buFontTx/>
              <a:buNone/>
              <a:tabLst/>
              <a:defRPr/>
            </a:pPr>
            <a:endParaRPr lang="en-US" altLang="zh-CN" sz="900" b="1">
              <a:solidFill>
                <a:prstClr val="white"/>
              </a:solidFill>
              <a:latin typeface="Boehringer Forward Text"/>
            </a:endParaRPr>
          </a:p>
          <a:p>
            <a:pPr marL="0" marR="0" lvl="0" indent="0" algn="ctr" defTabSz="914400" rtl="0" eaLnBrk="1" fontAlgn="auto" latinLnBrk="0" hangingPunct="1">
              <a:lnSpc>
                <a:spcPts val="500"/>
              </a:lnSpc>
              <a:spcBef>
                <a:spcPts val="0"/>
              </a:spcBef>
              <a:spcAft>
                <a:spcPts val="0"/>
              </a:spcAft>
              <a:buClrTx/>
              <a:buSzTx/>
              <a:buFontTx/>
              <a:buNone/>
              <a:tabLst/>
              <a:defRPr/>
            </a:pPr>
            <a:r>
              <a:rPr kumimoji="0" lang="en-US" altLang="zh-CN" sz="900" b="1" i="0" u="none" strike="noStrike" kern="1200" cap="none" spc="0" normalizeH="0" baseline="0" noProof="0">
                <a:ln>
                  <a:noFill/>
                </a:ln>
                <a:solidFill>
                  <a:prstClr val="white"/>
                </a:solidFill>
                <a:effectLst/>
                <a:uLnTx/>
                <a:uFillTx/>
                <a:latin typeface="Boehringer Forward Text"/>
                <a:ea typeface="+mn-ea"/>
                <a:cs typeface="+mn-cs"/>
              </a:rPr>
              <a:t> </a:t>
            </a:r>
            <a:r>
              <a:rPr lang="en-US" altLang="zh-CN" sz="900" b="1">
                <a:solidFill>
                  <a:prstClr val="white"/>
                </a:solidFill>
                <a:latin typeface="Boehringer Forward Text"/>
              </a:rPr>
              <a:t>Feb</a:t>
            </a:r>
            <a:r>
              <a:rPr lang="en-US" altLang="zh-CN" sz="900">
                <a:solidFill>
                  <a:prstClr val="white"/>
                </a:solidFill>
                <a:latin typeface="Boehringer Forward Text"/>
              </a:rPr>
              <a:t> 2027</a:t>
            </a:r>
            <a:r>
              <a:rPr lang="en-US" altLang="zh-CN" sz="900">
                <a:solidFill>
                  <a:prstClr val="white"/>
                </a:solidFill>
              </a:rPr>
              <a:t>                                                                                                                                                                         </a:t>
            </a:r>
            <a:endParaRPr kumimoji="0" lang="zh-CN" altLang="en-US" sz="900" b="0" i="0" u="none" strike="noStrike" kern="1200" cap="none" spc="0" normalizeH="0" baseline="0" noProof="0">
              <a:ln>
                <a:noFill/>
              </a:ln>
              <a:solidFill>
                <a:prstClr val="white"/>
              </a:solidFill>
              <a:effectLst/>
              <a:uLnTx/>
              <a:uFillTx/>
              <a:latin typeface="Boehringer Forward Text"/>
              <a:ea typeface="+mn-ea"/>
              <a:cs typeface="+mn-cs"/>
            </a:endParaRPr>
          </a:p>
        </p:txBody>
      </p:sp>
      <p:sp>
        <p:nvSpPr>
          <p:cNvPr id="22" name="文本框 21">
            <a:extLst>
              <a:ext uri="{FF2B5EF4-FFF2-40B4-BE49-F238E27FC236}">
                <a16:creationId xmlns:a16="http://schemas.microsoft.com/office/drawing/2014/main" id="{6EE5A5AF-B2C2-4E77-2099-D75C7CB0B8E2}"/>
              </a:ext>
            </a:extLst>
          </p:cNvPr>
          <p:cNvSpPr txBox="1"/>
          <p:nvPr/>
        </p:nvSpPr>
        <p:spPr bwMode="gray">
          <a:xfrm>
            <a:off x="659865" y="5062565"/>
            <a:ext cx="969734" cy="660630"/>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333333"/>
                </a:solidFill>
                <a:effectLst/>
                <a:uLnTx/>
                <a:uFillTx/>
                <a:latin typeface="Arial" panose="020B0604020202020204" pitchFamily="34" charset="0"/>
                <a:ea typeface="+mn-ea"/>
                <a:cs typeface="+mn-cs"/>
              </a:rPr>
              <a:t>20-25%</a:t>
            </a:r>
            <a:r>
              <a:rPr kumimoji="0" lang="zh-CN" altLang="en-US" sz="1600" b="0" i="0" u="none" strike="noStrike" kern="1200" cap="none" spc="0" normalizeH="0" baseline="0" noProof="0">
                <a:ln>
                  <a:noFill/>
                </a:ln>
                <a:solidFill>
                  <a:srgbClr val="333333"/>
                </a:solidFill>
                <a:effectLst/>
                <a:uLnTx/>
                <a:uFillTx/>
                <a:latin typeface="Arial" panose="020B0604020202020204" pitchFamily="34" charset="0"/>
                <a:ea typeface="+mn-ea"/>
                <a:cs typeface="+mn-cs"/>
              </a:rPr>
              <a:t>€</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a:p>
            <a:pPr marL="0" marR="0" lvl="0" indent="0" algn="l" defTabSz="914400" rtl="0" eaLnBrk="1" fontAlgn="auto" latinLnBrk="0" hangingPunct="1">
              <a:lnSpc>
                <a:spcPct val="140000"/>
              </a:lnSpc>
              <a:spcBef>
                <a:spcPts val="0"/>
              </a:spcBef>
              <a:spcAft>
                <a:spcPts val="0"/>
              </a:spcAft>
              <a:buClrTx/>
              <a:buSzTx/>
              <a:buFontTx/>
              <a:buNone/>
              <a:tabLst/>
              <a:defRPr/>
            </a:pP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3" name="文本框 22">
            <a:extLst>
              <a:ext uri="{FF2B5EF4-FFF2-40B4-BE49-F238E27FC236}">
                <a16:creationId xmlns:a16="http://schemas.microsoft.com/office/drawing/2014/main" id="{FD8FE10C-B08A-4661-1EA9-54A63E6CD286}"/>
              </a:ext>
            </a:extLst>
          </p:cNvPr>
          <p:cNvSpPr txBox="1"/>
          <p:nvPr/>
        </p:nvSpPr>
        <p:spPr bwMode="gray">
          <a:xfrm>
            <a:off x="4237046" y="5540549"/>
            <a:ext cx="1010183" cy="313547"/>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333333"/>
                </a:solidFill>
                <a:effectLst/>
                <a:uLnTx/>
                <a:uFillTx/>
                <a:latin typeface="Arial" panose="020B0604020202020204" pitchFamily="34" charset="0"/>
                <a:ea typeface="+mn-ea"/>
                <a:cs typeface="+mn-cs"/>
              </a:rPr>
              <a:t>70-80%</a:t>
            </a:r>
            <a:r>
              <a:rPr kumimoji="0" lang="zh-CN" altLang="en-US" sz="1600" b="0" i="0" u="none" strike="noStrike" kern="1200" cap="none" spc="0" normalizeH="0" baseline="0" noProof="0">
                <a:ln>
                  <a:noFill/>
                </a:ln>
                <a:solidFill>
                  <a:srgbClr val="333333"/>
                </a:solidFill>
                <a:effectLst/>
                <a:uLnTx/>
                <a:uFillTx/>
                <a:latin typeface="Arial" panose="020B0604020202020204" pitchFamily="34" charset="0"/>
                <a:ea typeface="+mn-ea"/>
                <a:cs typeface="+mn-cs"/>
              </a:rPr>
              <a:t>€</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24" name="文本框 23">
            <a:extLst>
              <a:ext uri="{FF2B5EF4-FFF2-40B4-BE49-F238E27FC236}">
                <a16:creationId xmlns:a16="http://schemas.microsoft.com/office/drawing/2014/main" id="{4DB92B5B-0B80-3B46-3D49-1306B0945215}"/>
              </a:ext>
            </a:extLst>
          </p:cNvPr>
          <p:cNvSpPr txBox="1"/>
          <p:nvPr/>
        </p:nvSpPr>
        <p:spPr bwMode="gray">
          <a:xfrm>
            <a:off x="5059662" y="6046322"/>
            <a:ext cx="787079" cy="313547"/>
          </a:xfrm>
          <a:prstGeom prst="rect">
            <a:avLst/>
          </a:prstGeom>
          <a:noFill/>
        </p:spPr>
        <p:txBody>
          <a:bodyPr wrap="square" lIns="0" tIns="0" rIns="0" bIns="0" rtlCol="0">
            <a:spAutoFit/>
          </a:bodyPr>
          <a:lstStyle/>
          <a:p>
            <a:pPr marL="0" marR="0" lvl="0" indent="0" algn="l" defTabSz="914400" rtl="0" eaLnBrk="1" fontAlgn="auto" latinLnBrk="0" hangingPunct="1">
              <a:lnSpc>
                <a:spcPct val="140000"/>
              </a:lnSpc>
              <a:spcBef>
                <a:spcPts val="0"/>
              </a:spcBef>
              <a:spcAft>
                <a:spcPts val="0"/>
              </a:spcAft>
              <a:buClrTx/>
              <a:buSzTx/>
              <a:buFontTx/>
              <a:buNone/>
              <a:tabLst/>
              <a:defRPr/>
            </a:pPr>
            <a:r>
              <a:rPr kumimoji="0" lang="en-US" altLang="zh-CN" sz="1600" b="0" i="0" u="none" strike="noStrike" kern="1200" cap="none" spc="0" normalizeH="0" baseline="0" noProof="0">
                <a:ln>
                  <a:noFill/>
                </a:ln>
                <a:solidFill>
                  <a:srgbClr val="333333"/>
                </a:solidFill>
                <a:effectLst/>
                <a:uLnTx/>
                <a:uFillTx/>
                <a:latin typeface="Arial" panose="020B0604020202020204" pitchFamily="34" charset="0"/>
                <a:ea typeface="+mn-ea"/>
                <a:cs typeface="+mn-cs"/>
              </a:rPr>
              <a:t>100%</a:t>
            </a:r>
            <a:r>
              <a:rPr kumimoji="0" lang="zh-CN" altLang="en-US" sz="1600" b="0" i="0" u="none" strike="noStrike" kern="1200" cap="none" spc="0" normalizeH="0" baseline="0" noProof="0">
                <a:ln>
                  <a:noFill/>
                </a:ln>
                <a:solidFill>
                  <a:srgbClr val="333333"/>
                </a:solidFill>
                <a:effectLst/>
                <a:uLnTx/>
                <a:uFillTx/>
                <a:latin typeface="Arial" panose="020B0604020202020204" pitchFamily="34" charset="0"/>
                <a:ea typeface="+mn-ea"/>
                <a:cs typeface="+mn-cs"/>
              </a:rPr>
              <a:t>€</a:t>
            </a:r>
            <a:endParaRPr kumimoji="0" lang="zh-CN" altLang="en-US" sz="1600" b="0"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9" name="菱形 8">
            <a:extLst>
              <a:ext uri="{FF2B5EF4-FFF2-40B4-BE49-F238E27FC236}">
                <a16:creationId xmlns:a16="http://schemas.microsoft.com/office/drawing/2014/main" id="{5BCF62EA-2149-213E-D54D-3421A7490166}"/>
              </a:ext>
            </a:extLst>
          </p:cNvPr>
          <p:cNvSpPr/>
          <p:nvPr/>
        </p:nvSpPr>
        <p:spPr bwMode="gray">
          <a:xfrm>
            <a:off x="3795213" y="5596791"/>
            <a:ext cx="235630" cy="313548"/>
          </a:xfrm>
          <a:prstGeom prst="diamond">
            <a:avLst/>
          </a:prstGeom>
          <a:solidFill>
            <a:srgbClr val="63E6CF"/>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40000"/>
              </a:lnSpc>
            </a:pPr>
            <a:endParaRPr lang="zh-CN" altLang="en-US" sz="1600">
              <a:solidFill>
                <a:schemeClr val="tx1"/>
              </a:solidFill>
            </a:endParaRPr>
          </a:p>
        </p:txBody>
      </p:sp>
      <p:sp>
        <p:nvSpPr>
          <p:cNvPr id="10" name="文本框 9">
            <a:extLst>
              <a:ext uri="{FF2B5EF4-FFF2-40B4-BE49-F238E27FC236}">
                <a16:creationId xmlns:a16="http://schemas.microsoft.com/office/drawing/2014/main" id="{6B42BC5D-B342-499A-C891-91F5E631598E}"/>
              </a:ext>
            </a:extLst>
          </p:cNvPr>
          <p:cNvSpPr txBox="1"/>
          <p:nvPr/>
        </p:nvSpPr>
        <p:spPr bwMode="gray">
          <a:xfrm>
            <a:off x="3402373" y="5905706"/>
            <a:ext cx="1176683" cy="691151"/>
          </a:xfrm>
          <a:prstGeom prst="rect">
            <a:avLst/>
          </a:prstGeom>
          <a:noFill/>
        </p:spPr>
        <p:txBody>
          <a:bodyPr wrap="square" lIns="0" tIns="0" rIns="0" bIns="0" rtlCol="0">
            <a:spAutoFit/>
          </a:bodyPr>
          <a:lstStyle/>
          <a:p>
            <a:pPr algn="l">
              <a:lnSpc>
                <a:spcPct val="140000"/>
              </a:lnSpc>
            </a:pPr>
            <a:r>
              <a:rPr lang="en-US" altLang="zh-CN" sz="1100"/>
              <a:t>Interim analysis</a:t>
            </a:r>
          </a:p>
          <a:p>
            <a:pPr algn="l">
              <a:lnSpc>
                <a:spcPct val="140000"/>
              </a:lnSpc>
            </a:pPr>
            <a:r>
              <a:rPr lang="en-US" altLang="zh-CN" sz="1000"/>
              <a:t>Jan 2026</a:t>
            </a:r>
          </a:p>
          <a:p>
            <a:pPr algn="l">
              <a:lnSpc>
                <a:spcPct val="140000"/>
              </a:lnSpc>
            </a:pPr>
            <a:r>
              <a:rPr lang="en-US" altLang="zh-CN" sz="1100"/>
              <a:t> </a:t>
            </a:r>
            <a:endParaRPr lang="zh-CN" altLang="en-US" sz="1100"/>
          </a:p>
        </p:txBody>
      </p:sp>
      <p:sp>
        <p:nvSpPr>
          <p:cNvPr id="57" name="文本框 56">
            <a:extLst>
              <a:ext uri="{FF2B5EF4-FFF2-40B4-BE49-F238E27FC236}">
                <a16:creationId xmlns:a16="http://schemas.microsoft.com/office/drawing/2014/main" id="{0B1F13B2-F496-38EC-1511-33CB781B10B4}"/>
              </a:ext>
            </a:extLst>
          </p:cNvPr>
          <p:cNvSpPr txBox="1"/>
          <p:nvPr/>
        </p:nvSpPr>
        <p:spPr bwMode="gray">
          <a:xfrm>
            <a:off x="5614663" y="4612622"/>
            <a:ext cx="1979832" cy="691151"/>
          </a:xfrm>
          <a:prstGeom prst="rect">
            <a:avLst/>
          </a:prstGeom>
          <a:noFill/>
        </p:spPr>
        <p:txBody>
          <a:bodyPr wrap="square" lIns="0" tIns="0" rIns="0" bIns="0" rtlCol="0">
            <a:spAutoFit/>
          </a:bodyPr>
          <a:lstStyle/>
          <a:p>
            <a:pPr algn="l">
              <a:lnSpc>
                <a:spcPct val="140000"/>
              </a:lnSpc>
            </a:pPr>
            <a:r>
              <a:rPr lang="en-US" altLang="zh-CN" sz="1100" b="1">
                <a:solidFill>
                  <a:sysClr val="windowText" lastClr="000000"/>
                </a:solidFill>
                <a:latin typeface="Boehringer Forward Text"/>
              </a:rPr>
              <a:t> Provide progression rate and phenotype data to support China Ph3 </a:t>
            </a:r>
            <a:endParaRPr lang="zh-CN" altLang="en-US" sz="1100" b="1">
              <a:solidFill>
                <a:sysClr val="windowText" lastClr="000000"/>
              </a:solidFill>
              <a:latin typeface="Boehringer Forward Text"/>
            </a:endParaRPr>
          </a:p>
        </p:txBody>
      </p:sp>
      <p:sp>
        <p:nvSpPr>
          <p:cNvPr id="5" name="矩形: 圆角 5">
            <a:extLst>
              <a:ext uri="{FF2B5EF4-FFF2-40B4-BE49-F238E27FC236}">
                <a16:creationId xmlns:a16="http://schemas.microsoft.com/office/drawing/2014/main" id="{8F375438-5748-DE20-9794-D1E130AB3803}"/>
              </a:ext>
            </a:extLst>
          </p:cNvPr>
          <p:cNvSpPr/>
          <p:nvPr/>
        </p:nvSpPr>
        <p:spPr bwMode="gray">
          <a:xfrm>
            <a:off x="3027347" y="3737889"/>
            <a:ext cx="1717881" cy="527024"/>
          </a:xfrm>
          <a:prstGeom prst="roundRect">
            <a:avLst/>
          </a:prstGeom>
          <a:solidFill>
            <a:srgbClr val="00B050"/>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40000"/>
              </a:lnSpc>
              <a:spcBef>
                <a:spcPts val="0"/>
              </a:spcBef>
              <a:spcAft>
                <a:spcPts val="0"/>
              </a:spcAft>
              <a:buClrTx/>
              <a:buSzTx/>
              <a:buFontTx/>
              <a:buNone/>
              <a:tabLst/>
              <a:defRPr/>
            </a:pPr>
            <a:r>
              <a:rPr kumimoji="0" lang="en-US" altLang="zh-CN" sz="1100" b="0" i="0" u="none" strike="noStrike" kern="1200" cap="none" spc="0" normalizeH="0" baseline="0" noProof="0">
                <a:ln>
                  <a:noFill/>
                </a:ln>
                <a:solidFill>
                  <a:prstClr val="white"/>
                </a:solidFill>
                <a:effectLst/>
                <a:uLnTx/>
                <a:uFillTx/>
                <a:latin typeface="Boehringer Forward Text"/>
                <a:ea typeface="+mn-ea"/>
                <a:cs typeface="+mn-cs"/>
              </a:rPr>
              <a:t>Anti-C3 pan-Asian Ph1 (TBD)</a:t>
            </a:r>
            <a:endParaRPr kumimoji="0" lang="zh-CN" altLang="en-US" sz="700" b="0" i="0" u="none" strike="noStrike" kern="1200" cap="none" spc="0" normalizeH="0" baseline="0" noProof="0">
              <a:ln>
                <a:noFill/>
              </a:ln>
              <a:solidFill>
                <a:prstClr val="white"/>
              </a:solidFill>
              <a:effectLst/>
              <a:uLnTx/>
              <a:uFillTx/>
              <a:latin typeface="Boehringer Forward Text"/>
              <a:ea typeface="+mn-ea"/>
              <a:cs typeface="+mn-cs"/>
            </a:endParaRPr>
          </a:p>
        </p:txBody>
      </p:sp>
      <p:cxnSp>
        <p:nvCxnSpPr>
          <p:cNvPr id="11" name="Straight Connector 10">
            <a:extLst>
              <a:ext uri="{FF2B5EF4-FFF2-40B4-BE49-F238E27FC236}">
                <a16:creationId xmlns:a16="http://schemas.microsoft.com/office/drawing/2014/main" id="{8FB15151-1EB4-38D8-5E9F-6E2C525A4F40}"/>
              </a:ext>
            </a:extLst>
          </p:cNvPr>
          <p:cNvCxnSpPr>
            <a:cxnSpLocks/>
          </p:cNvCxnSpPr>
          <p:nvPr/>
        </p:nvCxnSpPr>
        <p:spPr bwMode="auto">
          <a:xfrm flipH="1">
            <a:off x="0" y="4367733"/>
            <a:ext cx="12161499" cy="2153"/>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13" name="文本框 21">
            <a:extLst>
              <a:ext uri="{FF2B5EF4-FFF2-40B4-BE49-F238E27FC236}">
                <a16:creationId xmlns:a16="http://schemas.microsoft.com/office/drawing/2014/main" id="{8C580555-6039-E29B-B439-106DBDC9E2D8}"/>
              </a:ext>
            </a:extLst>
          </p:cNvPr>
          <p:cNvSpPr txBox="1"/>
          <p:nvPr/>
        </p:nvSpPr>
        <p:spPr bwMode="gray">
          <a:xfrm>
            <a:off x="10913654" y="2889744"/>
            <a:ext cx="969734" cy="307777"/>
          </a:xfrm>
          <a:prstGeom prst="rect">
            <a:avLst/>
          </a:prstGeom>
          <a:noFill/>
        </p:spPr>
        <p:txBody>
          <a:bodyPr wrap="square" lIns="0" tIns="0" rIns="0" bIns="0" rtlCol="0">
            <a:spAutoFit/>
          </a:bodyPr>
          <a:lstStyle/>
          <a:p>
            <a:pPr marL="0" marR="0" lvl="0" indent="0" algn="ctr" defTabSz="914400" rtl="0" eaLnBrk="1" fontAlgn="auto" latinLnBrk="0" hangingPunct="1">
              <a:spcBef>
                <a:spcPts val="0"/>
              </a:spcBef>
              <a:spcAft>
                <a:spcPts val="0"/>
              </a:spcAft>
              <a:buClrTx/>
              <a:buSzTx/>
              <a:buFontTx/>
              <a:buNone/>
              <a:tabLst/>
              <a:defRPr/>
            </a:pPr>
            <a:r>
              <a:rPr kumimoji="0" lang="en-US" altLang="zh-CN" sz="1000" b="0" i="1" u="none" strike="noStrike" kern="1200" cap="none" spc="0" normalizeH="0" baseline="0" noProof="0">
                <a:ln>
                  <a:noFill/>
                </a:ln>
                <a:effectLst/>
                <a:uLnTx/>
                <a:uFillTx/>
                <a:latin typeface="Arial" panose="020B0604020202020204" pitchFamily="34" charset="0"/>
                <a:ea typeface="+mn-ea"/>
                <a:cs typeface="+mn-cs"/>
              </a:rPr>
              <a:t>(Acceleration Scenario)</a:t>
            </a:r>
            <a:endParaRPr kumimoji="0" lang="zh-CN" altLang="en-US" sz="1000" b="0" i="1" u="none" strike="noStrike" kern="1200" cap="none" spc="0" normalizeH="0" baseline="0" noProof="0">
              <a:ln>
                <a:noFill/>
              </a:ln>
              <a:effectLst/>
              <a:uLnTx/>
              <a:uFillTx/>
              <a:latin typeface="Boehringer Forward Text"/>
              <a:ea typeface="+mn-ea"/>
              <a:cs typeface="+mn-cs"/>
            </a:endParaRPr>
          </a:p>
        </p:txBody>
      </p:sp>
      <p:cxnSp>
        <p:nvCxnSpPr>
          <p:cNvPr id="29" name="Connector: Elbow 28">
            <a:extLst>
              <a:ext uri="{FF2B5EF4-FFF2-40B4-BE49-F238E27FC236}">
                <a16:creationId xmlns:a16="http://schemas.microsoft.com/office/drawing/2014/main" id="{08E4A655-2C5B-B9F1-A9CD-1C997AC606B0}"/>
              </a:ext>
            </a:extLst>
          </p:cNvPr>
          <p:cNvCxnSpPr>
            <a:stCxn id="21" idx="3"/>
            <a:endCxn id="18" idx="1"/>
          </p:cNvCxnSpPr>
          <p:nvPr/>
        </p:nvCxnSpPr>
        <p:spPr bwMode="gray">
          <a:xfrm flipV="1">
            <a:off x="5927858" y="2093436"/>
            <a:ext cx="1259160" cy="3713447"/>
          </a:xfrm>
          <a:prstGeom prst="bentConnector3">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Lightning Bolt 34">
            <a:extLst>
              <a:ext uri="{FF2B5EF4-FFF2-40B4-BE49-F238E27FC236}">
                <a16:creationId xmlns:a16="http://schemas.microsoft.com/office/drawing/2014/main" id="{88AA04AD-79D2-188A-46E5-72E51406D67A}"/>
              </a:ext>
            </a:extLst>
          </p:cNvPr>
          <p:cNvSpPr>
            <a:spLocks noChangeAspect="1"/>
          </p:cNvSpPr>
          <p:nvPr/>
        </p:nvSpPr>
        <p:spPr bwMode="gray">
          <a:xfrm>
            <a:off x="5299473" y="4622814"/>
            <a:ext cx="315190" cy="315190"/>
          </a:xfrm>
          <a:prstGeom prst="lightningBolt">
            <a:avLst/>
          </a:prstGeom>
          <a:solidFill>
            <a:srgbClr val="00B050"/>
          </a:solidFill>
          <a:ln/>
        </p:spPr>
        <p:style>
          <a:lnRef idx="0">
            <a:schemeClr val="accent4"/>
          </a:lnRef>
          <a:fillRef idx="3">
            <a:schemeClr val="accent4"/>
          </a:fillRef>
          <a:effectRef idx="3">
            <a:schemeClr val="accent4"/>
          </a:effectRef>
          <a:fontRef idx="minor">
            <a:schemeClr val="lt1"/>
          </a:fontRef>
        </p:style>
        <p:txBody>
          <a:bodyPr rtlCol="0" anchor="ctr"/>
          <a:lstStyle/>
          <a:p>
            <a:pPr algn="ctr">
              <a:lnSpc>
                <a:spcPct val="140000"/>
              </a:lnSpc>
            </a:pPr>
            <a:endParaRPr lang="en-US" sz="1600">
              <a:solidFill>
                <a:schemeClr val="tx1"/>
              </a:solidFill>
            </a:endParaRPr>
          </a:p>
        </p:txBody>
      </p:sp>
      <p:cxnSp>
        <p:nvCxnSpPr>
          <p:cNvPr id="36" name="Connector: Elbow 35">
            <a:extLst>
              <a:ext uri="{FF2B5EF4-FFF2-40B4-BE49-F238E27FC236}">
                <a16:creationId xmlns:a16="http://schemas.microsoft.com/office/drawing/2014/main" id="{C6B79D8D-AEC0-CCBB-3CCE-6082C74AA9CC}"/>
              </a:ext>
            </a:extLst>
          </p:cNvPr>
          <p:cNvCxnSpPr>
            <a:cxnSpLocks/>
          </p:cNvCxnSpPr>
          <p:nvPr/>
        </p:nvCxnSpPr>
        <p:spPr bwMode="gray">
          <a:xfrm flipV="1">
            <a:off x="4030843" y="3042911"/>
            <a:ext cx="1887389" cy="2719323"/>
          </a:xfrm>
          <a:prstGeom prst="bentConnector3">
            <a:avLst>
              <a:gd name="adj1" fmla="val 56729"/>
            </a:avLst>
          </a:prstGeom>
          <a:ln w="635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34365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00"/>
                                        <p:tgtEl>
                                          <p:spTgt spid="25"/>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6"/>
                                        </p:tgtEl>
                                        <p:attrNameLst>
                                          <p:attrName>style.visibility</p:attrName>
                                        </p:attrNameLst>
                                      </p:cBhvr>
                                      <p:to>
                                        <p:strVal val="visible"/>
                                      </p:to>
                                    </p:set>
                                    <p:animEffect transition="in" filter="fade">
                                      <p:cBhvr>
                                        <p:cTn id="31" dur="500"/>
                                        <p:tgtEl>
                                          <p:spTgt spid="26"/>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5"/>
                                        </p:tgtEl>
                                        <p:attrNameLst>
                                          <p:attrName>style.visibility</p:attrName>
                                        </p:attrNameLst>
                                      </p:cBhvr>
                                      <p:to>
                                        <p:strVal val="visible"/>
                                      </p:to>
                                    </p:set>
                                    <p:animEffect transition="in" filter="fade">
                                      <p:cBhvr>
                                        <p:cTn id="36" dur="500"/>
                                        <p:tgtEl>
                                          <p:spTgt spid="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nodeType="click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7"/>
                                        </p:tgtEl>
                                        <p:attrNameLst>
                                          <p:attrName>style.visibility</p:attrName>
                                        </p:attrNameLst>
                                      </p:cBhvr>
                                      <p:to>
                                        <p:strVal val="visible"/>
                                      </p:to>
                                    </p:set>
                                    <p:animEffect transition="in" filter="fade">
                                      <p:cBhvr>
                                        <p:cTn id="44" dur="500"/>
                                        <p:tgtEl>
                                          <p:spTgt spid="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fade">
                                      <p:cBhvr>
                                        <p:cTn id="47" dur="500"/>
                                        <p:tgtEl>
                                          <p:spTgt spid="19"/>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21"/>
                                        </p:tgtEl>
                                        <p:attrNameLst>
                                          <p:attrName>style.visibility</p:attrName>
                                        </p:attrNameLst>
                                      </p:cBhvr>
                                      <p:to>
                                        <p:strVal val="visible"/>
                                      </p:to>
                                    </p:set>
                                    <p:animEffect transition="in" filter="fade">
                                      <p:cBhvr>
                                        <p:cTn id="50" dur="500"/>
                                        <p:tgtEl>
                                          <p:spTgt spid="21"/>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500"/>
                                        <p:tgtEl>
                                          <p:spTgt spid="22"/>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3"/>
                                        </p:tgtEl>
                                        <p:attrNameLst>
                                          <p:attrName>style.visibility</p:attrName>
                                        </p:attrNameLst>
                                      </p:cBhvr>
                                      <p:to>
                                        <p:strVal val="visible"/>
                                      </p:to>
                                    </p:set>
                                    <p:animEffect transition="in" filter="fade">
                                      <p:cBhvr>
                                        <p:cTn id="56" dur="500"/>
                                        <p:tgtEl>
                                          <p:spTgt spid="23"/>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fade">
                                      <p:cBhvr>
                                        <p:cTn id="59" dur="500"/>
                                        <p:tgtEl>
                                          <p:spTgt spid="24"/>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9"/>
                                        </p:tgtEl>
                                        <p:attrNameLst>
                                          <p:attrName>style.visibility</p:attrName>
                                        </p:attrNameLst>
                                      </p:cBhvr>
                                      <p:to>
                                        <p:strVal val="visible"/>
                                      </p:to>
                                    </p:set>
                                    <p:animEffect transition="in" filter="fade">
                                      <p:cBhvr>
                                        <p:cTn id="62" dur="500"/>
                                        <p:tgtEl>
                                          <p:spTgt spid="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10"/>
                                        </p:tgtEl>
                                        <p:attrNameLst>
                                          <p:attrName>style.visibility</p:attrName>
                                        </p:attrNameLst>
                                      </p:cBhvr>
                                      <p:to>
                                        <p:strVal val="visible"/>
                                      </p:to>
                                    </p:set>
                                    <p:animEffect transition="in" filter="fade">
                                      <p:cBhvr>
                                        <p:cTn id="65" dur="500"/>
                                        <p:tgtEl>
                                          <p:spTgt spid="1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57"/>
                                        </p:tgtEl>
                                        <p:attrNameLst>
                                          <p:attrName>style.visibility</p:attrName>
                                        </p:attrNameLst>
                                      </p:cBhvr>
                                      <p:to>
                                        <p:strVal val="visible"/>
                                      </p:to>
                                    </p:set>
                                    <p:animEffect transition="in" filter="fade">
                                      <p:cBhvr>
                                        <p:cTn id="68" dur="500"/>
                                        <p:tgtEl>
                                          <p:spTgt spid="57"/>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3"/>
                                        </p:tgtEl>
                                        <p:attrNameLst>
                                          <p:attrName>style.visibility</p:attrName>
                                        </p:attrNameLst>
                                      </p:cBhvr>
                                      <p:to>
                                        <p:strVal val="visible"/>
                                      </p:to>
                                    </p:set>
                                    <p:animEffect transition="in" filter="fade">
                                      <p:cBhvr>
                                        <p:cTn id="71" dur="500"/>
                                        <p:tgtEl>
                                          <p:spTgt spid="13"/>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5"/>
                                        </p:tgtEl>
                                        <p:attrNameLst>
                                          <p:attrName>style.visibility</p:attrName>
                                        </p:attrNameLst>
                                      </p:cBhvr>
                                      <p:to>
                                        <p:strVal val="visible"/>
                                      </p:to>
                                    </p:set>
                                    <p:animEffect transition="in" filter="fade">
                                      <p:cBhvr>
                                        <p:cTn id="74" dur="500"/>
                                        <p:tgtEl>
                                          <p:spTgt spid="35"/>
                                        </p:tgtEl>
                                      </p:cBhvr>
                                    </p:animEffect>
                                  </p:childTnLst>
                                </p:cTn>
                              </p:par>
                              <p:par>
                                <p:cTn id="75" presetID="10" presetClass="entr" presetSubtype="0" fill="hold" nodeType="withEffect">
                                  <p:stCondLst>
                                    <p:cond delay="0"/>
                                  </p:stCondLst>
                                  <p:childTnLst>
                                    <p:set>
                                      <p:cBhvr>
                                        <p:cTn id="76" dur="1" fill="hold">
                                          <p:stCondLst>
                                            <p:cond delay="0"/>
                                          </p:stCondLst>
                                        </p:cTn>
                                        <p:tgtEl>
                                          <p:spTgt spid="29"/>
                                        </p:tgtEl>
                                        <p:attrNameLst>
                                          <p:attrName>style.visibility</p:attrName>
                                        </p:attrNameLst>
                                      </p:cBhvr>
                                      <p:to>
                                        <p:strVal val="visible"/>
                                      </p:to>
                                    </p:set>
                                    <p:animEffect transition="in" filter="fade">
                                      <p:cBhvr>
                                        <p:cTn id="77" dur="500"/>
                                        <p:tgtEl>
                                          <p:spTgt spid="29"/>
                                        </p:tgtEl>
                                      </p:cBhvr>
                                    </p:animEffect>
                                  </p:childTnLst>
                                </p:cTn>
                              </p:par>
                              <p:par>
                                <p:cTn id="78" presetID="10" presetClass="entr" presetSubtype="0" fill="hold" nodeType="withEffect">
                                  <p:stCondLst>
                                    <p:cond delay="0"/>
                                  </p:stCondLst>
                                  <p:childTnLst>
                                    <p:set>
                                      <p:cBhvr>
                                        <p:cTn id="79" dur="1" fill="hold">
                                          <p:stCondLst>
                                            <p:cond delay="0"/>
                                          </p:stCondLst>
                                        </p:cTn>
                                        <p:tgtEl>
                                          <p:spTgt spid="36"/>
                                        </p:tgtEl>
                                        <p:attrNameLst>
                                          <p:attrName>style.visibility</p:attrName>
                                        </p:attrNameLst>
                                      </p:cBhvr>
                                      <p:to>
                                        <p:strVal val="visible"/>
                                      </p:to>
                                    </p:set>
                                    <p:animEffect transition="in" filter="fade">
                                      <p:cBhvr>
                                        <p:cTn id="80"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15" grpId="0" animBg="1"/>
      <p:bldP spid="16" grpId="0" animBg="1"/>
      <p:bldP spid="17" grpId="0"/>
      <p:bldP spid="18" grpId="0" animBg="1"/>
      <p:bldP spid="25" grpId="0" animBg="1"/>
      <p:bldP spid="26" grpId="0"/>
      <p:bldP spid="7" grpId="0" animBg="1"/>
      <p:bldP spid="19" grpId="0" animBg="1"/>
      <p:bldP spid="21" grpId="0" animBg="1"/>
      <p:bldP spid="22" grpId="0"/>
      <p:bldP spid="23" grpId="0"/>
      <p:bldP spid="24" grpId="0"/>
      <p:bldP spid="9" grpId="0" animBg="1"/>
      <p:bldP spid="10" grpId="0"/>
      <p:bldP spid="57" grpId="0"/>
      <p:bldP spid="5" grpId="0" animBg="1"/>
      <p:bldP spid="13" grpId="0"/>
      <p:bldP spid="35" grpId="0" animBg="1"/>
    </p:bldLst>
  </p:timing>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6" name="Table 3">
            <a:extLst>
              <a:ext uri="{FF2B5EF4-FFF2-40B4-BE49-F238E27FC236}">
                <a16:creationId xmlns:a16="http://schemas.microsoft.com/office/drawing/2014/main" id="{EB1832F7-86BE-4DEE-91F1-447638E4A957}"/>
              </a:ext>
            </a:extLst>
          </p:cNvPr>
          <p:cNvGraphicFramePr>
            <a:graphicFrameLocks noGrp="1"/>
          </p:cNvGraphicFramePr>
          <p:nvPr/>
        </p:nvGraphicFramePr>
        <p:xfrm>
          <a:off x="1500109" y="997032"/>
          <a:ext cx="10515600" cy="624840"/>
        </p:xfrm>
        <a:graphic>
          <a:graphicData uri="http://schemas.openxmlformats.org/drawingml/2006/table">
            <a:tbl>
              <a:tblPr firstRow="1" bandRow="1"/>
              <a:tblGrid>
                <a:gridCol w="457200">
                  <a:extLst>
                    <a:ext uri="{9D8B030D-6E8A-4147-A177-3AD203B41FA5}">
                      <a16:colId xmlns:a16="http://schemas.microsoft.com/office/drawing/2014/main" val="3696607442"/>
                    </a:ext>
                  </a:extLst>
                </a:gridCol>
                <a:gridCol w="457200">
                  <a:extLst>
                    <a:ext uri="{9D8B030D-6E8A-4147-A177-3AD203B41FA5}">
                      <a16:colId xmlns:a16="http://schemas.microsoft.com/office/drawing/2014/main" val="223989776"/>
                    </a:ext>
                  </a:extLst>
                </a:gridCol>
                <a:gridCol w="457200">
                  <a:extLst>
                    <a:ext uri="{9D8B030D-6E8A-4147-A177-3AD203B41FA5}">
                      <a16:colId xmlns:a16="http://schemas.microsoft.com/office/drawing/2014/main" val="1064917641"/>
                    </a:ext>
                  </a:extLst>
                </a:gridCol>
                <a:gridCol w="457200">
                  <a:extLst>
                    <a:ext uri="{9D8B030D-6E8A-4147-A177-3AD203B41FA5}">
                      <a16:colId xmlns:a16="http://schemas.microsoft.com/office/drawing/2014/main" val="4221117315"/>
                    </a:ext>
                  </a:extLst>
                </a:gridCol>
                <a:gridCol w="457200">
                  <a:extLst>
                    <a:ext uri="{9D8B030D-6E8A-4147-A177-3AD203B41FA5}">
                      <a16:colId xmlns:a16="http://schemas.microsoft.com/office/drawing/2014/main" val="3266065341"/>
                    </a:ext>
                  </a:extLst>
                </a:gridCol>
                <a:gridCol w="457200">
                  <a:extLst>
                    <a:ext uri="{9D8B030D-6E8A-4147-A177-3AD203B41FA5}">
                      <a16:colId xmlns:a16="http://schemas.microsoft.com/office/drawing/2014/main" val="2374051224"/>
                    </a:ext>
                  </a:extLst>
                </a:gridCol>
                <a:gridCol w="457200">
                  <a:extLst>
                    <a:ext uri="{9D8B030D-6E8A-4147-A177-3AD203B41FA5}">
                      <a16:colId xmlns:a16="http://schemas.microsoft.com/office/drawing/2014/main" val="1840388365"/>
                    </a:ext>
                  </a:extLst>
                </a:gridCol>
                <a:gridCol w="457200">
                  <a:extLst>
                    <a:ext uri="{9D8B030D-6E8A-4147-A177-3AD203B41FA5}">
                      <a16:colId xmlns:a16="http://schemas.microsoft.com/office/drawing/2014/main" val="267750830"/>
                    </a:ext>
                  </a:extLst>
                </a:gridCol>
                <a:gridCol w="457200">
                  <a:extLst>
                    <a:ext uri="{9D8B030D-6E8A-4147-A177-3AD203B41FA5}">
                      <a16:colId xmlns:a16="http://schemas.microsoft.com/office/drawing/2014/main" val="3966469970"/>
                    </a:ext>
                  </a:extLst>
                </a:gridCol>
                <a:gridCol w="457200">
                  <a:extLst>
                    <a:ext uri="{9D8B030D-6E8A-4147-A177-3AD203B41FA5}">
                      <a16:colId xmlns:a16="http://schemas.microsoft.com/office/drawing/2014/main" val="2522973146"/>
                    </a:ext>
                  </a:extLst>
                </a:gridCol>
                <a:gridCol w="457200">
                  <a:extLst>
                    <a:ext uri="{9D8B030D-6E8A-4147-A177-3AD203B41FA5}">
                      <a16:colId xmlns:a16="http://schemas.microsoft.com/office/drawing/2014/main" val="1018320570"/>
                    </a:ext>
                  </a:extLst>
                </a:gridCol>
                <a:gridCol w="457200">
                  <a:extLst>
                    <a:ext uri="{9D8B030D-6E8A-4147-A177-3AD203B41FA5}">
                      <a16:colId xmlns:a16="http://schemas.microsoft.com/office/drawing/2014/main" val="49232048"/>
                    </a:ext>
                  </a:extLst>
                </a:gridCol>
                <a:gridCol w="457200">
                  <a:extLst>
                    <a:ext uri="{9D8B030D-6E8A-4147-A177-3AD203B41FA5}">
                      <a16:colId xmlns:a16="http://schemas.microsoft.com/office/drawing/2014/main" val="1036567486"/>
                    </a:ext>
                  </a:extLst>
                </a:gridCol>
                <a:gridCol w="457200">
                  <a:extLst>
                    <a:ext uri="{9D8B030D-6E8A-4147-A177-3AD203B41FA5}">
                      <a16:colId xmlns:a16="http://schemas.microsoft.com/office/drawing/2014/main" val="1354559805"/>
                    </a:ext>
                  </a:extLst>
                </a:gridCol>
                <a:gridCol w="457200">
                  <a:extLst>
                    <a:ext uri="{9D8B030D-6E8A-4147-A177-3AD203B41FA5}">
                      <a16:colId xmlns:a16="http://schemas.microsoft.com/office/drawing/2014/main" val="779899580"/>
                    </a:ext>
                  </a:extLst>
                </a:gridCol>
                <a:gridCol w="457200">
                  <a:extLst>
                    <a:ext uri="{9D8B030D-6E8A-4147-A177-3AD203B41FA5}">
                      <a16:colId xmlns:a16="http://schemas.microsoft.com/office/drawing/2014/main" val="169526316"/>
                    </a:ext>
                  </a:extLst>
                </a:gridCol>
                <a:gridCol w="457200">
                  <a:extLst>
                    <a:ext uri="{9D8B030D-6E8A-4147-A177-3AD203B41FA5}">
                      <a16:colId xmlns:a16="http://schemas.microsoft.com/office/drawing/2014/main" val="1171946263"/>
                    </a:ext>
                  </a:extLst>
                </a:gridCol>
                <a:gridCol w="457200">
                  <a:extLst>
                    <a:ext uri="{9D8B030D-6E8A-4147-A177-3AD203B41FA5}">
                      <a16:colId xmlns:a16="http://schemas.microsoft.com/office/drawing/2014/main" val="1708122225"/>
                    </a:ext>
                  </a:extLst>
                </a:gridCol>
                <a:gridCol w="457200">
                  <a:extLst>
                    <a:ext uri="{9D8B030D-6E8A-4147-A177-3AD203B41FA5}">
                      <a16:colId xmlns:a16="http://schemas.microsoft.com/office/drawing/2014/main" val="1634300954"/>
                    </a:ext>
                  </a:extLst>
                </a:gridCol>
                <a:gridCol w="457200">
                  <a:extLst>
                    <a:ext uri="{9D8B030D-6E8A-4147-A177-3AD203B41FA5}">
                      <a16:colId xmlns:a16="http://schemas.microsoft.com/office/drawing/2014/main" val="2730442802"/>
                    </a:ext>
                  </a:extLst>
                </a:gridCol>
                <a:gridCol w="457200">
                  <a:extLst>
                    <a:ext uri="{9D8B030D-6E8A-4147-A177-3AD203B41FA5}">
                      <a16:colId xmlns:a16="http://schemas.microsoft.com/office/drawing/2014/main" val="2442622740"/>
                    </a:ext>
                  </a:extLst>
                </a:gridCol>
                <a:gridCol w="457200">
                  <a:extLst>
                    <a:ext uri="{9D8B030D-6E8A-4147-A177-3AD203B41FA5}">
                      <a16:colId xmlns:a16="http://schemas.microsoft.com/office/drawing/2014/main" val="3808695582"/>
                    </a:ext>
                  </a:extLst>
                </a:gridCol>
                <a:gridCol w="457200">
                  <a:extLst>
                    <a:ext uri="{9D8B030D-6E8A-4147-A177-3AD203B41FA5}">
                      <a16:colId xmlns:a16="http://schemas.microsoft.com/office/drawing/2014/main" val="4279363193"/>
                    </a:ext>
                  </a:extLst>
                </a:gridCol>
              </a:tblGrid>
              <a:tr h="259080">
                <a:tc gridSpan="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2022</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2023</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2024</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2031</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6576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endParaRPr lang="en-US"/>
                    </a:p>
                  </a:txBody>
                  <a:tcPr/>
                </a:tc>
                <a:extLst>
                  <a:ext uri="{0D108BD9-81ED-4DB2-BD59-A6C34878D82A}">
                    <a16:rowId xmlns:a16="http://schemas.microsoft.com/office/drawing/2014/main" val="2722476245"/>
                  </a:ext>
                </a:extLst>
              </a:tr>
            </a:tbl>
          </a:graphicData>
        </a:graphic>
      </p:graphicFrame>
      <p:sp>
        <p:nvSpPr>
          <p:cNvPr id="101" name="Title 2">
            <a:extLst>
              <a:ext uri="{FF2B5EF4-FFF2-40B4-BE49-F238E27FC236}">
                <a16:creationId xmlns:a16="http://schemas.microsoft.com/office/drawing/2014/main" id="{6B72960C-27CE-4310-ACBE-AB137C2ED027}"/>
              </a:ext>
            </a:extLst>
          </p:cNvPr>
          <p:cNvSpPr txBox="1">
            <a:spLocks/>
          </p:cNvSpPr>
          <p:nvPr/>
        </p:nvSpPr>
        <p:spPr>
          <a:xfrm>
            <a:off x="233615" y="200181"/>
            <a:ext cx="11564944" cy="705899"/>
          </a:xfrm>
          <a:prstGeom prst="rect">
            <a:avLst/>
          </a:prstGeom>
        </p:spPr>
        <p:txBody>
          <a:bodyPr vert="horz" wrap="square" lIns="0" tIns="0" rIns="0" bIns="0" rtlCol="0" anchor="ctr" anchorCtr="0">
            <a:normAutofit fontScale="97500"/>
          </a:bodyPr>
          <a:lstStyle>
            <a:lvl1pPr algn="l" defTabSz="1219140" rtl="0" eaLnBrk="1" latinLnBrk="0" hangingPunct="1">
              <a:spcBef>
                <a:spcPct val="0"/>
              </a:spcBef>
              <a:buNone/>
              <a:defRPr sz="3200" b="0" i="0" kern="1200">
                <a:solidFill>
                  <a:srgbClr val="003366"/>
                </a:solidFill>
                <a:latin typeface="BISansOptiCond"/>
                <a:ea typeface="+mj-ea"/>
                <a:cs typeface="BISansOptiCond"/>
              </a:defRPr>
            </a:lvl1pPr>
          </a:lstStyle>
          <a:p>
            <a:pPr defTabSz="1219110">
              <a:defRPr/>
            </a:pPr>
            <a:r>
              <a:rPr lang="en-US" sz="2100" b="1" u="sng">
                <a:solidFill>
                  <a:schemeClr val="bg2"/>
                </a:solidFill>
                <a:latin typeface="+mj-lt"/>
                <a:cs typeface="+mj-cs"/>
              </a:rPr>
              <a:t>Endorsed:</a:t>
            </a:r>
            <a:endParaRPr lang="en-US" altLang="zh-CN" sz="2100" b="1" u="sng">
              <a:solidFill>
                <a:schemeClr val="bg2"/>
              </a:solidFill>
              <a:latin typeface="+mj-lt"/>
              <a:cs typeface="+mj-cs"/>
            </a:endParaRPr>
          </a:p>
          <a:p>
            <a:pPr defTabSz="1219110">
              <a:defRPr/>
            </a:pPr>
            <a:r>
              <a:rPr lang="en-US" altLang="zh-CN" sz="2100" b="1">
                <a:solidFill>
                  <a:schemeClr val="bg2"/>
                </a:solidFill>
                <a:latin typeface="+mj-lt"/>
                <a:cs typeface="+mj-cs"/>
              </a:rPr>
              <a:t>BI 764524 (</a:t>
            </a:r>
            <a:r>
              <a:rPr lang="en-US" sz="2100" b="1">
                <a:solidFill>
                  <a:schemeClr val="bg2"/>
                </a:solidFill>
                <a:latin typeface="+mj-lt"/>
                <a:cs typeface="+mj-cs"/>
              </a:rPr>
              <a:t>aSema3A)– Non-Perfusion Diabetic Retinopathy (NPDR)</a:t>
            </a:r>
            <a:endParaRPr lang="zh-CN" altLang="en-US" sz="2100" b="1">
              <a:solidFill>
                <a:schemeClr val="bg2"/>
              </a:solidFill>
              <a:latin typeface="+mj-lt"/>
              <a:cs typeface="+mj-cs"/>
            </a:endParaRPr>
          </a:p>
        </p:txBody>
      </p:sp>
      <p:grpSp>
        <p:nvGrpSpPr>
          <p:cNvPr id="2" name="Group 1">
            <a:extLst>
              <a:ext uri="{FF2B5EF4-FFF2-40B4-BE49-F238E27FC236}">
                <a16:creationId xmlns:a16="http://schemas.microsoft.com/office/drawing/2014/main" id="{474734C1-9E4B-4FD1-BA34-E0301379D6D1}"/>
              </a:ext>
            </a:extLst>
          </p:cNvPr>
          <p:cNvGrpSpPr/>
          <p:nvPr/>
        </p:nvGrpSpPr>
        <p:grpSpPr>
          <a:xfrm>
            <a:off x="126923" y="4490161"/>
            <a:ext cx="1078255" cy="447229"/>
            <a:chOff x="73534" y="3747789"/>
            <a:chExt cx="1078255" cy="447229"/>
          </a:xfrm>
        </p:grpSpPr>
        <p:sp>
          <p:nvSpPr>
            <p:cNvPr id="153" name="Freeform: Shape 152">
              <a:extLst>
                <a:ext uri="{FF2B5EF4-FFF2-40B4-BE49-F238E27FC236}">
                  <a16:creationId xmlns:a16="http://schemas.microsoft.com/office/drawing/2014/main" id="{A5F7AD2B-57A1-4D45-AFC7-5A45EED37F91}"/>
                </a:ext>
              </a:extLst>
            </p:cNvPr>
            <p:cNvSpPr/>
            <p:nvPr/>
          </p:nvSpPr>
          <p:spPr bwMode="auto">
            <a:xfrm>
              <a:off x="89357" y="3844132"/>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914377" rtl="0" eaLnBrk="0" fontAlgn="base" latinLnBrk="0" hangingPunct="0">
                <a:lnSpc>
                  <a:spcPct val="100000"/>
                </a:lnSpc>
                <a:spcBef>
                  <a:spcPct val="0"/>
                </a:spcBef>
                <a:spcAft>
                  <a:spcPct val="0"/>
                </a:spcAft>
                <a:buClrTx/>
                <a:buSzTx/>
                <a:buFontTx/>
                <a:buNone/>
                <a:tabLst/>
                <a:defRPr/>
              </a:pPr>
              <a:r>
                <a:rPr kumimoji="0" lang="en-US" altLang="zh-CN" sz="1100" b="1" i="0" u="none" strike="noStrike" kern="0" cap="none" spc="0" normalizeH="0" baseline="0" noProof="0">
                  <a:ln>
                    <a:noFill/>
                  </a:ln>
                  <a:solidFill>
                    <a:srgbClr val="FFFFFF"/>
                  </a:solidFill>
                  <a:effectLst/>
                  <a:uLnTx/>
                  <a:uFillTx/>
                  <a:latin typeface="BISans" panose="02000503040000020004"/>
                  <a:ea typeface="等线" panose="02010600030101010101" pitchFamily="2" charset="-122"/>
                  <a:cs typeface="Calibri" panose="020F0502020204030204" pitchFamily="34" charset="0"/>
                </a:rPr>
                <a:t>China</a:t>
              </a:r>
              <a:endParaRPr kumimoji="0" lang="zh-CN" altLang="en-US" sz="1100" b="1" i="0" u="none" strike="noStrike" kern="0" cap="none" spc="0" normalizeH="0" baseline="0" noProof="0">
                <a:ln>
                  <a:noFill/>
                </a:ln>
                <a:solidFill>
                  <a:srgbClr val="FFFFFF"/>
                </a:solidFill>
                <a:effectLst/>
                <a:uLnTx/>
                <a:uFillTx/>
                <a:latin typeface="BISans" panose="02000503040000020004"/>
                <a:ea typeface="等线" panose="02010600030101010101" pitchFamily="2" charset="-122"/>
                <a:cs typeface="Calibri" panose="020F0502020204030204" pitchFamily="34" charset="0"/>
              </a:endParaRPr>
            </a:p>
          </p:txBody>
        </p:sp>
        <p:sp>
          <p:nvSpPr>
            <p:cNvPr id="154" name="Oval 134">
              <a:extLst>
                <a:ext uri="{FF2B5EF4-FFF2-40B4-BE49-F238E27FC236}">
                  <a16:creationId xmlns:a16="http://schemas.microsoft.com/office/drawing/2014/main" id="{F583DBF7-A4E0-49B4-9E26-2CB04C74E5D7}"/>
                </a:ext>
              </a:extLst>
            </p:cNvPr>
            <p:cNvSpPr/>
            <p:nvPr/>
          </p:nvSpPr>
          <p:spPr>
            <a:xfrm>
              <a:off x="73534" y="3747789"/>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FFFFFF"/>
                </a:solidFill>
                <a:effectLst/>
                <a:uLnTx/>
                <a:uFillTx/>
                <a:latin typeface="BISans" panose="02000503040000020004"/>
                <a:ea typeface="+mn-ea"/>
                <a:cs typeface="+mn-cs"/>
              </a:endParaRPr>
            </a:p>
          </p:txBody>
        </p:sp>
        <p:sp>
          <p:nvSpPr>
            <p:cNvPr id="155" name="Rectangle: Rounded Corners 116">
              <a:extLst>
                <a:ext uri="{FF2B5EF4-FFF2-40B4-BE49-F238E27FC236}">
                  <a16:creationId xmlns:a16="http://schemas.microsoft.com/office/drawing/2014/main" id="{AA929B1A-9377-45D4-9387-4CE97F9D7EFB}"/>
                </a:ext>
              </a:extLst>
            </p:cNvPr>
            <p:cNvSpPr/>
            <p:nvPr/>
          </p:nvSpPr>
          <p:spPr bwMode="auto">
            <a:xfrm>
              <a:off x="1103021" y="3798244"/>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zh-CN" altLang="en-US" sz="1100" b="1" i="0" u="none" strike="noStrike" kern="0" cap="none" spc="0" normalizeH="0" baseline="0" noProof="0">
                <a:ln>
                  <a:noFill/>
                </a:ln>
                <a:solidFill>
                  <a:srgbClr val="FFFFFF"/>
                </a:solidFill>
                <a:effectLst/>
                <a:uLnTx/>
                <a:uFillTx/>
                <a:latin typeface="BISans" panose="02000503040000020004"/>
                <a:ea typeface="等线" panose="02010600030101010101" pitchFamily="2" charset="-122"/>
                <a:cs typeface="Calibri" panose="020F0502020204030204" pitchFamily="34" charset="0"/>
              </a:endParaRPr>
            </a:p>
          </p:txBody>
        </p:sp>
        <p:pic>
          <p:nvPicPr>
            <p:cNvPr id="156" name="Picture 2" descr="Image result for China flag circle png">
              <a:extLst>
                <a:ext uri="{FF2B5EF4-FFF2-40B4-BE49-F238E27FC236}">
                  <a16:creationId xmlns:a16="http://schemas.microsoft.com/office/drawing/2014/main" id="{09C40916-988B-46B3-A8BE-07C4C5001BA4}"/>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09751" y="3784005"/>
              <a:ext cx="374799" cy="3747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1" name="Group 10">
            <a:extLst>
              <a:ext uri="{FF2B5EF4-FFF2-40B4-BE49-F238E27FC236}">
                <a16:creationId xmlns:a16="http://schemas.microsoft.com/office/drawing/2014/main" id="{189986E9-F8DB-4684-A2ED-E82ED4AF57C8}"/>
              </a:ext>
            </a:extLst>
          </p:cNvPr>
          <p:cNvGrpSpPr/>
          <p:nvPr/>
        </p:nvGrpSpPr>
        <p:grpSpPr>
          <a:xfrm>
            <a:off x="4490055" y="2892769"/>
            <a:ext cx="4732807" cy="682564"/>
            <a:chOff x="5784400" y="2281937"/>
            <a:chExt cx="4732807" cy="682564"/>
          </a:xfrm>
        </p:grpSpPr>
        <p:sp>
          <p:nvSpPr>
            <p:cNvPr id="95" name="OTLSHAPE_T_5a934a26f311425e8ebaa0f45e6533ad_Shape">
              <a:extLst>
                <a:ext uri="{FF2B5EF4-FFF2-40B4-BE49-F238E27FC236}">
                  <a16:creationId xmlns:a16="http://schemas.microsoft.com/office/drawing/2014/main" id="{58816429-6A29-4825-9300-DC4EA2C23012}"/>
                </a:ext>
              </a:extLst>
            </p:cNvPr>
            <p:cNvSpPr/>
            <p:nvPr>
              <p:custDataLst>
                <p:tags r:id="rId11"/>
              </p:custDataLst>
            </p:nvPr>
          </p:nvSpPr>
          <p:spPr bwMode="auto">
            <a:xfrm>
              <a:off x="5916591" y="2437668"/>
              <a:ext cx="4434840" cy="290867"/>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Ph2b (N=120~150),</a:t>
              </a:r>
              <a:r>
                <a:rPr kumimoji="0" lang="zh-CN" altLang="en-US" sz="9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 </a:t>
              </a:r>
              <a:r>
                <a:rPr kumimoji="0" lang="en-US" altLang="zh-CN" sz="900" b="0"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recruitment window (</a:t>
              </a:r>
              <a:r>
                <a:rPr kumimoji="0" lang="en-US" altLang="zh-CN" sz="9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12 m</a:t>
              </a:r>
              <a:r>
                <a:rPr kumimoji="0" lang="en-US" altLang="zh-CN" sz="900" b="0"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 </a:t>
              </a:r>
              <a:r>
                <a:rPr kumimoji="0" lang="en-US" altLang="zh-CN" sz="900" b="0" i="0" u="none" strike="noStrike" kern="1200" cap="none" spc="-7" normalizeH="0" baseline="0" noProof="0" err="1">
                  <a:ln>
                    <a:noFill/>
                  </a:ln>
                  <a:solidFill>
                    <a:srgbClr val="000000"/>
                  </a:solidFill>
                  <a:effectLst/>
                  <a:uLnTx/>
                  <a:uFillTx/>
                  <a:latin typeface="Calibri" panose="020F0502020204030204" pitchFamily="34" charset="0"/>
                  <a:ea typeface="等线" panose="02010600030101010101" pitchFamily="2" charset="-122"/>
                  <a:cs typeface="+mn-cs"/>
                </a:rPr>
                <a:t>trt</a:t>
              </a:r>
              <a:r>
                <a:rPr kumimoji="0" lang="en-US" altLang="zh-CN" sz="900" b="0"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 (52</a:t>
              </a:r>
              <a:r>
                <a:rPr kumimoji="0" lang="zh-CN" altLang="en-US" sz="900" b="0"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 </a:t>
              </a:r>
              <a:r>
                <a:rPr kumimoji="0" lang="en-US" altLang="zh-CN" sz="900" b="0" i="0" u="none" strike="noStrike" kern="1200" cap="none" spc="-7" normalizeH="0" baseline="0" noProof="0" err="1">
                  <a:ln>
                    <a:noFill/>
                  </a:ln>
                  <a:solidFill>
                    <a:srgbClr val="000000"/>
                  </a:solidFill>
                  <a:effectLst/>
                  <a:uLnTx/>
                  <a:uFillTx/>
                  <a:latin typeface="Calibri" panose="020F0502020204030204" pitchFamily="34" charset="0"/>
                  <a:ea typeface="等线" panose="02010600030101010101" pitchFamily="2" charset="-122"/>
                  <a:cs typeface="+mn-cs"/>
                </a:rPr>
                <a:t>wk</a:t>
              </a:r>
              <a:r>
                <a:rPr kumimoji="0" lang="en-US" altLang="zh-CN" sz="900" b="0"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 off-</a:t>
              </a:r>
              <a:r>
                <a:rPr kumimoji="0" lang="en-US" altLang="zh-CN" sz="900" b="0" i="0" u="none" strike="noStrike" kern="1200" cap="none" spc="-7" normalizeH="0" baseline="0" noProof="0" err="1">
                  <a:ln>
                    <a:noFill/>
                  </a:ln>
                  <a:solidFill>
                    <a:srgbClr val="000000"/>
                  </a:solidFill>
                  <a:effectLst/>
                  <a:uLnTx/>
                  <a:uFillTx/>
                  <a:latin typeface="Calibri" panose="020F0502020204030204" pitchFamily="34" charset="0"/>
                  <a:ea typeface="等线" panose="02010600030101010101" pitchFamily="2" charset="-122"/>
                  <a:cs typeface="+mn-cs"/>
                </a:rPr>
                <a:t>trt</a:t>
              </a:r>
              <a:r>
                <a:rPr kumimoji="0" lang="en-US" altLang="zh-CN" sz="900" b="0"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 (26 </a:t>
              </a:r>
              <a:r>
                <a:rPr kumimoji="0" lang="en-US" altLang="zh-CN" sz="900" b="0" i="0" u="none" strike="noStrike" kern="1200" cap="none" spc="-7" normalizeH="0" baseline="0" noProof="0" err="1">
                  <a:ln>
                    <a:noFill/>
                  </a:ln>
                  <a:solidFill>
                    <a:srgbClr val="000000"/>
                  </a:solidFill>
                  <a:effectLst/>
                  <a:uLnTx/>
                  <a:uFillTx/>
                  <a:latin typeface="Calibri" panose="020F0502020204030204" pitchFamily="34" charset="0"/>
                  <a:ea typeface="等线" panose="02010600030101010101" pitchFamily="2" charset="-122"/>
                  <a:cs typeface="+mn-cs"/>
                </a:rPr>
                <a:t>wk</a:t>
              </a:r>
              <a:r>
                <a:rPr kumimoji="0" lang="en-US" altLang="zh-CN" sz="900" b="0"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a:t>
              </a:r>
              <a:endParaRPr kumimoji="0" lang="en-US" altLang="zh-CN" sz="900" b="0" i="0" u="none" strike="noStrike" kern="1200" cap="none" spc="-7"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
          <p:nvSpPr>
            <p:cNvPr id="97" name="TextBox 96">
              <a:extLst>
                <a:ext uri="{FF2B5EF4-FFF2-40B4-BE49-F238E27FC236}">
                  <a16:creationId xmlns:a16="http://schemas.microsoft.com/office/drawing/2014/main" id="{878A5023-7C43-405A-8692-D7E0A4ADB26D}"/>
                </a:ext>
              </a:extLst>
            </p:cNvPr>
            <p:cNvSpPr txBox="1"/>
            <p:nvPr/>
          </p:nvSpPr>
          <p:spPr>
            <a:xfrm>
              <a:off x="5808178" y="2281937"/>
              <a:ext cx="490840"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rPr>
                <a:t>Mar’24</a:t>
              </a:r>
              <a:endParaRPr kumimoji="0" lang="zh-CN" altLang="en-US"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98" name="TextBox 97">
              <a:extLst>
                <a:ext uri="{FF2B5EF4-FFF2-40B4-BE49-F238E27FC236}">
                  <a16:creationId xmlns:a16="http://schemas.microsoft.com/office/drawing/2014/main" id="{077B19DC-FB5C-4BDF-A996-BB11E3195AD0}"/>
                </a:ext>
              </a:extLst>
            </p:cNvPr>
            <p:cNvSpPr txBox="1"/>
            <p:nvPr/>
          </p:nvSpPr>
          <p:spPr>
            <a:xfrm>
              <a:off x="5784400" y="2749057"/>
              <a:ext cx="312906" cy="21544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rPr>
                <a:t>FPI</a:t>
              </a:r>
            </a:p>
          </p:txBody>
        </p:sp>
        <p:sp>
          <p:nvSpPr>
            <p:cNvPr id="99" name="Star: 4 Points 98">
              <a:extLst>
                <a:ext uri="{FF2B5EF4-FFF2-40B4-BE49-F238E27FC236}">
                  <a16:creationId xmlns:a16="http://schemas.microsoft.com/office/drawing/2014/main" id="{8DD485CB-6E15-4136-B8B1-86A1D156DF68}"/>
                </a:ext>
              </a:extLst>
            </p:cNvPr>
            <p:cNvSpPr/>
            <p:nvPr/>
          </p:nvSpPr>
          <p:spPr bwMode="auto">
            <a:xfrm>
              <a:off x="5834155" y="262534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00" name="TextBox 99">
              <a:extLst>
                <a:ext uri="{FF2B5EF4-FFF2-40B4-BE49-F238E27FC236}">
                  <a16:creationId xmlns:a16="http://schemas.microsoft.com/office/drawing/2014/main" id="{3A0FED3C-AA20-4676-8D0F-E29FE7861C1F}"/>
                </a:ext>
              </a:extLst>
            </p:cNvPr>
            <p:cNvSpPr txBox="1"/>
            <p:nvPr/>
          </p:nvSpPr>
          <p:spPr>
            <a:xfrm>
              <a:off x="10032686" y="2307248"/>
              <a:ext cx="429926"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rPr>
                <a:t>Jul’26</a:t>
              </a:r>
              <a:endParaRPr kumimoji="0" lang="zh-CN" altLang="en-US"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02" name="TextBox 101">
              <a:extLst>
                <a:ext uri="{FF2B5EF4-FFF2-40B4-BE49-F238E27FC236}">
                  <a16:creationId xmlns:a16="http://schemas.microsoft.com/office/drawing/2014/main" id="{ED8BBA16-CEAC-4E4F-89D8-4B1AF97A2455}"/>
                </a:ext>
              </a:extLst>
            </p:cNvPr>
            <p:cNvSpPr txBox="1"/>
            <p:nvPr/>
          </p:nvSpPr>
          <p:spPr>
            <a:xfrm>
              <a:off x="10165829" y="2732183"/>
              <a:ext cx="351378"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rPr>
                <a:t>LPO</a:t>
              </a:r>
              <a:endParaRPr kumimoji="0" lang="zh-CN" altLang="en-US"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03" name="Star: 4 Points 102">
              <a:extLst>
                <a:ext uri="{FF2B5EF4-FFF2-40B4-BE49-F238E27FC236}">
                  <a16:creationId xmlns:a16="http://schemas.microsoft.com/office/drawing/2014/main" id="{D5648CDA-8E91-40F9-BC46-7478038C8DC3}"/>
                </a:ext>
              </a:extLst>
            </p:cNvPr>
            <p:cNvSpPr/>
            <p:nvPr/>
          </p:nvSpPr>
          <p:spPr bwMode="auto">
            <a:xfrm>
              <a:off x="10261555" y="262188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grpSp>
      <p:grpSp>
        <p:nvGrpSpPr>
          <p:cNvPr id="31" name="Group 30">
            <a:extLst>
              <a:ext uri="{FF2B5EF4-FFF2-40B4-BE49-F238E27FC236}">
                <a16:creationId xmlns:a16="http://schemas.microsoft.com/office/drawing/2014/main" id="{74A5E9AC-64BE-4774-8051-D06680E1753D}"/>
              </a:ext>
            </a:extLst>
          </p:cNvPr>
          <p:cNvGrpSpPr/>
          <p:nvPr/>
        </p:nvGrpSpPr>
        <p:grpSpPr>
          <a:xfrm>
            <a:off x="115232" y="1051999"/>
            <a:ext cx="1188000" cy="581361"/>
            <a:chOff x="73032" y="2196139"/>
            <a:chExt cx="1188000" cy="581361"/>
          </a:xfrm>
        </p:grpSpPr>
        <p:pic>
          <p:nvPicPr>
            <p:cNvPr id="48" name="Picture 47">
              <a:extLst>
                <a:ext uri="{FF2B5EF4-FFF2-40B4-BE49-F238E27FC236}">
                  <a16:creationId xmlns:a16="http://schemas.microsoft.com/office/drawing/2014/main" id="{166DEB9A-38CD-4246-ADF4-CF54ACE35DF3}"/>
                </a:ext>
              </a:extLst>
            </p:cNvPr>
            <p:cNvPicPr>
              <a:picLocks noChangeAspect="1"/>
            </p:cNvPicPr>
            <p:nvPr/>
          </p:nvPicPr>
          <p:blipFill>
            <a:blip r:embed="rId15"/>
            <a:stretch>
              <a:fillRect/>
            </a:stretch>
          </p:blipFill>
          <p:spPr>
            <a:xfrm>
              <a:off x="73032" y="2196139"/>
              <a:ext cx="1188000" cy="581361"/>
            </a:xfrm>
            <a:prstGeom prst="rect">
              <a:avLst/>
            </a:prstGeom>
          </p:spPr>
        </p:pic>
        <p:sp>
          <p:nvSpPr>
            <p:cNvPr id="186" name="TextBox 185">
              <a:extLst>
                <a:ext uri="{FF2B5EF4-FFF2-40B4-BE49-F238E27FC236}">
                  <a16:creationId xmlns:a16="http://schemas.microsoft.com/office/drawing/2014/main" id="{3413AEA5-322C-4D04-8EFB-39B74BF760CC}"/>
                </a:ext>
              </a:extLst>
            </p:cNvPr>
            <p:cNvSpPr txBox="1"/>
            <p:nvPr/>
          </p:nvSpPr>
          <p:spPr>
            <a:xfrm>
              <a:off x="613025" y="2358547"/>
              <a:ext cx="548640" cy="256545"/>
            </a:xfrm>
            <a:prstGeom prst="rect">
              <a:avLst/>
            </a:prstGeom>
            <a:solidFill>
              <a:srgbClr val="00467E"/>
            </a:solidFill>
            <a:ln>
              <a:noFill/>
            </a:ln>
          </p:spPr>
          <p:txBody>
            <a:bodyPr wrap="square" lIns="0" tIns="45720" rIns="0" bIns="45720" rtlCol="0" anchor="ctr">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rPr>
                <a:t>Global</a:t>
              </a:r>
            </a:p>
          </p:txBody>
        </p:sp>
      </p:grpSp>
      <p:cxnSp>
        <p:nvCxnSpPr>
          <p:cNvPr id="54" name="Straight Connector 53">
            <a:extLst>
              <a:ext uri="{FF2B5EF4-FFF2-40B4-BE49-F238E27FC236}">
                <a16:creationId xmlns:a16="http://schemas.microsoft.com/office/drawing/2014/main" id="{977AA078-B7EA-4538-8B79-3607E8F21ADD}"/>
              </a:ext>
            </a:extLst>
          </p:cNvPr>
          <p:cNvCxnSpPr>
            <a:cxnSpLocks/>
          </p:cNvCxnSpPr>
          <p:nvPr/>
        </p:nvCxnSpPr>
        <p:spPr bwMode="auto">
          <a:xfrm flipH="1">
            <a:off x="33345" y="4404049"/>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grpSp>
        <p:nvGrpSpPr>
          <p:cNvPr id="63" name="Group 62">
            <a:extLst>
              <a:ext uri="{FF2B5EF4-FFF2-40B4-BE49-F238E27FC236}">
                <a16:creationId xmlns:a16="http://schemas.microsoft.com/office/drawing/2014/main" id="{C5BC0E78-B917-4F31-A5AD-5D8E3923E598}"/>
              </a:ext>
            </a:extLst>
          </p:cNvPr>
          <p:cNvGrpSpPr/>
          <p:nvPr/>
        </p:nvGrpSpPr>
        <p:grpSpPr>
          <a:xfrm>
            <a:off x="11080151" y="3047702"/>
            <a:ext cx="844100" cy="508557"/>
            <a:chOff x="11493788" y="3038032"/>
            <a:chExt cx="844100" cy="508557"/>
          </a:xfrm>
        </p:grpSpPr>
        <p:sp>
          <p:nvSpPr>
            <p:cNvPr id="64" name="五角星 55">
              <a:extLst>
                <a:ext uri="{FF2B5EF4-FFF2-40B4-BE49-F238E27FC236}">
                  <a16:creationId xmlns:a16="http://schemas.microsoft.com/office/drawing/2014/main" id="{7BA89F17-3941-4595-9637-248C1E2925F7}"/>
                </a:ext>
              </a:extLst>
            </p:cNvPr>
            <p:cNvSpPr>
              <a:spLocks noChangeAspect="1"/>
            </p:cNvSpPr>
            <p:nvPr/>
          </p:nvSpPr>
          <p:spPr bwMode="auto">
            <a:xfrm>
              <a:off x="11823726" y="3038032"/>
              <a:ext cx="146125" cy="128492"/>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l" defTabSz="914400"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等线" panose="02010600030101010101" pitchFamily="2" charset="-122"/>
                <a:cs typeface="+mn-cs"/>
              </a:endParaRPr>
            </a:p>
          </p:txBody>
        </p:sp>
        <p:sp>
          <p:nvSpPr>
            <p:cNvPr id="65" name="Rectangle 37">
              <a:extLst>
                <a:ext uri="{FF2B5EF4-FFF2-40B4-BE49-F238E27FC236}">
                  <a16:creationId xmlns:a16="http://schemas.microsoft.com/office/drawing/2014/main" id="{9C2527AA-1F24-4F76-B22D-31722C4E2627}"/>
                </a:ext>
              </a:extLst>
            </p:cNvPr>
            <p:cNvSpPr/>
            <p:nvPr/>
          </p:nvSpPr>
          <p:spPr>
            <a:xfrm>
              <a:off x="11493788" y="3146479"/>
              <a:ext cx="844100"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6697BF">
                      <a:lumMod val="50000"/>
                    </a:srgbClr>
                  </a:solidFill>
                  <a:effectLst/>
                  <a:uLnTx/>
                  <a:uFillTx/>
                  <a:latin typeface="Calibri" panose="020F0502020204030204" pitchFamily="34" charset="0"/>
                  <a:ea typeface="等线" panose="02010600030101010101" pitchFamily="2" charset="-122"/>
                  <a:cs typeface="Calibri" panose="020F0502020204030204" pitchFamily="34" charset="0"/>
                </a:rPr>
                <a:t>Launch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6697BF">
                      <a:lumMod val="50000"/>
                    </a:srgbClr>
                  </a:solidFill>
                  <a:effectLst/>
                  <a:uLnTx/>
                  <a:uFillTx/>
                  <a:latin typeface="Calibri" panose="020F0502020204030204" pitchFamily="34" charset="0"/>
                  <a:ea typeface="等线" panose="02010600030101010101" pitchFamily="2" charset="-122"/>
                  <a:cs typeface="Calibri" panose="020F0502020204030204" pitchFamily="34" charset="0"/>
                </a:rPr>
                <a:t>2030</a:t>
              </a:r>
              <a:endParaRPr kumimoji="0" lang="zh-CN" altLang="en-US" sz="1000" b="1" i="0" u="none" strike="noStrike" kern="1200" cap="none" spc="0" normalizeH="0" baseline="0" noProof="0">
                <a:ln>
                  <a:noFill/>
                </a:ln>
                <a:solidFill>
                  <a:srgbClr val="6697BF">
                    <a:lumMod val="50000"/>
                  </a:srgbClr>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grpSp>
      <p:sp>
        <p:nvSpPr>
          <p:cNvPr id="77" name="TextBox 76">
            <a:extLst>
              <a:ext uri="{FF2B5EF4-FFF2-40B4-BE49-F238E27FC236}">
                <a16:creationId xmlns:a16="http://schemas.microsoft.com/office/drawing/2014/main" id="{0840374F-2804-4669-A4B1-D553C387F558}"/>
              </a:ext>
            </a:extLst>
          </p:cNvPr>
          <p:cNvSpPr txBox="1"/>
          <p:nvPr/>
        </p:nvSpPr>
        <p:spPr>
          <a:xfrm>
            <a:off x="189917" y="5580644"/>
            <a:ext cx="1022400" cy="256545"/>
          </a:xfrm>
          <a:prstGeom prst="rect">
            <a:avLst/>
          </a:prstGeom>
          <a:noFill/>
          <a:ln>
            <a:solidFill>
              <a:schemeClr val="accent1"/>
            </a:solidFill>
          </a:ln>
        </p:spPr>
        <p:txBody>
          <a:bodyPr wrap="square" lIns="0" tIns="45720" rIns="0" bIns="45720" rtlCol="0" anchor="ctr">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Post-</a:t>
            </a:r>
            <a:r>
              <a:rPr kumimoji="0" lang="en-US" sz="1067" b="1" i="0" u="none" strike="noStrike" kern="1200" cap="none" spc="0" normalizeH="0" baseline="0" noProof="0" err="1">
                <a:ln>
                  <a:noFill/>
                </a:ln>
                <a:solidFill>
                  <a:srgbClr val="0066CC"/>
                </a:solidFill>
                <a:effectLst/>
                <a:uLnTx/>
                <a:uFillTx/>
                <a:latin typeface="Calibri" panose="020F0502020204030204" pitchFamily="34" charset="0"/>
                <a:ea typeface="+mn-ea"/>
                <a:cs typeface="Calibri" panose="020F0502020204030204" pitchFamily="34" charset="0"/>
              </a:rPr>
              <a:t>PoCP</a:t>
            </a: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 trials</a:t>
            </a:r>
          </a:p>
        </p:txBody>
      </p:sp>
      <p:grpSp>
        <p:nvGrpSpPr>
          <p:cNvPr id="78" name="Group 77">
            <a:extLst>
              <a:ext uri="{FF2B5EF4-FFF2-40B4-BE49-F238E27FC236}">
                <a16:creationId xmlns:a16="http://schemas.microsoft.com/office/drawing/2014/main" id="{09F54666-230E-4021-83EC-1ED12BB5C080}"/>
              </a:ext>
            </a:extLst>
          </p:cNvPr>
          <p:cNvGrpSpPr/>
          <p:nvPr/>
        </p:nvGrpSpPr>
        <p:grpSpPr>
          <a:xfrm>
            <a:off x="4345463" y="906080"/>
            <a:ext cx="422873" cy="5912610"/>
            <a:chOff x="3779964" y="890626"/>
            <a:chExt cx="422873" cy="5912610"/>
          </a:xfrm>
        </p:grpSpPr>
        <p:cxnSp>
          <p:nvCxnSpPr>
            <p:cNvPr id="80" name="Straight Connector 79">
              <a:extLst>
                <a:ext uri="{FF2B5EF4-FFF2-40B4-BE49-F238E27FC236}">
                  <a16:creationId xmlns:a16="http://schemas.microsoft.com/office/drawing/2014/main" id="{2421DEBD-2821-4B27-BE73-C715F36162A7}"/>
                </a:ext>
              </a:extLst>
            </p:cNvPr>
            <p:cNvCxnSpPr/>
            <p:nvPr/>
          </p:nvCxnSpPr>
          <p:spPr>
            <a:xfrm>
              <a:off x="3991400" y="1043236"/>
              <a:ext cx="0" cy="5760000"/>
            </a:xfrm>
            <a:prstGeom prst="line">
              <a:avLst/>
            </a:prstGeom>
            <a:ln w="12700">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81" name="TextBox 80">
              <a:extLst>
                <a:ext uri="{FF2B5EF4-FFF2-40B4-BE49-F238E27FC236}">
                  <a16:creationId xmlns:a16="http://schemas.microsoft.com/office/drawing/2014/main" id="{43B99108-8072-4EA7-92FD-CE056A8FFD7F}"/>
                </a:ext>
              </a:extLst>
            </p:cNvPr>
            <p:cNvSpPr txBox="1"/>
            <p:nvPr/>
          </p:nvSpPr>
          <p:spPr>
            <a:xfrm>
              <a:off x="3779964" y="890626"/>
              <a:ext cx="422873" cy="205121"/>
            </a:xfrm>
            <a:prstGeom prst="rect">
              <a:avLst/>
            </a:prstGeom>
            <a:noFill/>
          </p:spPr>
          <p:txBody>
            <a:bodyPr wrap="none" lIns="0" tIns="0" rIns="0" bIns="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333" b="1" i="0" u="none" strike="noStrike" kern="1200" cap="none" spc="0" normalizeH="0" baseline="0" noProof="0">
                  <a:ln>
                    <a:noFill/>
                  </a:ln>
                  <a:solidFill>
                    <a:srgbClr val="FFFFFF"/>
                  </a:solidFill>
                  <a:effectLst/>
                  <a:highlight>
                    <a:srgbClr val="FF0000"/>
                  </a:highlight>
                  <a:uLnTx/>
                  <a:uFillTx/>
                  <a:latin typeface="BISansOpti"/>
                  <a:ea typeface="等线" panose="02010600030101010101" pitchFamily="2" charset="-122"/>
                  <a:cs typeface="+mn-cs"/>
                </a:rPr>
                <a:t>today</a:t>
              </a:r>
              <a:endParaRPr kumimoji="0" lang="zh-CN" altLang="en-US" sz="1333" b="1" i="0" u="none" strike="noStrike" kern="1200" cap="none" spc="0" normalizeH="0" baseline="0" noProof="0">
                <a:ln>
                  <a:noFill/>
                </a:ln>
                <a:solidFill>
                  <a:srgbClr val="FFFFFF"/>
                </a:solidFill>
                <a:effectLst/>
                <a:highlight>
                  <a:srgbClr val="FF0000"/>
                </a:highlight>
                <a:uLnTx/>
                <a:uFillTx/>
                <a:latin typeface="BISansOpti"/>
                <a:ea typeface="等线" panose="02010600030101010101" pitchFamily="2" charset="-122"/>
                <a:cs typeface="+mn-cs"/>
              </a:endParaRPr>
            </a:p>
          </p:txBody>
        </p:sp>
      </p:grpSp>
      <p:sp>
        <p:nvSpPr>
          <p:cNvPr id="87" name="TextBox 86">
            <a:extLst>
              <a:ext uri="{FF2B5EF4-FFF2-40B4-BE49-F238E27FC236}">
                <a16:creationId xmlns:a16="http://schemas.microsoft.com/office/drawing/2014/main" id="{306C2C63-8555-4A1B-AC7A-4D269289F828}"/>
              </a:ext>
            </a:extLst>
          </p:cNvPr>
          <p:cNvSpPr txBox="1"/>
          <p:nvPr/>
        </p:nvSpPr>
        <p:spPr>
          <a:xfrm>
            <a:off x="220727" y="2426872"/>
            <a:ext cx="1022400" cy="256545"/>
          </a:xfrm>
          <a:prstGeom prst="rect">
            <a:avLst/>
          </a:prstGeom>
          <a:noFill/>
          <a:ln>
            <a:solidFill>
              <a:schemeClr val="accent1"/>
            </a:solidFill>
          </a:ln>
        </p:spPr>
        <p:txBody>
          <a:bodyPr wrap="square" lIns="0" tIns="45720" rIns="0" bIns="45720" rtlCol="0" anchor="ctr">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a</a:t>
            </a:r>
            <a:r>
              <a:rPr kumimoji="0" lang="en-US" altLang="zh-CN" sz="1067" b="1" i="0" u="none" strike="noStrike" kern="1200" cap="none" spc="0" normalizeH="0" baseline="0" noProof="0">
                <a:ln>
                  <a:noFill/>
                </a:ln>
                <a:solidFill>
                  <a:srgbClr val="0066CC"/>
                </a:solidFill>
                <a:effectLst/>
                <a:uLnTx/>
                <a:uFillTx/>
                <a:latin typeface="Calibri" panose="020F0502020204030204" pitchFamily="34" charset="0"/>
                <a:ea typeface="等线" panose="02010600030101010101" pitchFamily="2" charset="-122"/>
                <a:cs typeface="Calibri" panose="020F0502020204030204" pitchFamily="34" charset="0"/>
              </a:rPr>
              <a:t>Sema3A</a:t>
            </a:r>
            <a:endPar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endParaRPr>
          </a:p>
        </p:txBody>
      </p:sp>
      <p:sp>
        <p:nvSpPr>
          <p:cNvPr id="88" name="TextBox 87">
            <a:extLst>
              <a:ext uri="{FF2B5EF4-FFF2-40B4-BE49-F238E27FC236}">
                <a16:creationId xmlns:a16="http://schemas.microsoft.com/office/drawing/2014/main" id="{94CF4460-C58D-462E-B2B9-19F580FE13DA}"/>
              </a:ext>
            </a:extLst>
          </p:cNvPr>
          <p:cNvSpPr txBox="1"/>
          <p:nvPr/>
        </p:nvSpPr>
        <p:spPr>
          <a:xfrm>
            <a:off x="233615" y="3160240"/>
            <a:ext cx="1022400" cy="256545"/>
          </a:xfrm>
          <a:prstGeom prst="rect">
            <a:avLst/>
          </a:prstGeom>
          <a:noFill/>
          <a:ln>
            <a:solidFill>
              <a:schemeClr val="accent1"/>
            </a:solidFill>
          </a:ln>
        </p:spPr>
        <p:txBody>
          <a:bodyPr wrap="square" lIns="0" tIns="45720" rIns="0" bIns="45720" rtlCol="0" anchor="ctr">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Post-</a:t>
            </a:r>
            <a:r>
              <a:rPr kumimoji="0" lang="en-US" sz="1067" b="1" i="0" u="none" strike="noStrike" kern="1200" cap="none" spc="0" normalizeH="0" baseline="0" noProof="0" err="1">
                <a:ln>
                  <a:noFill/>
                </a:ln>
                <a:solidFill>
                  <a:srgbClr val="0066CC"/>
                </a:solidFill>
                <a:effectLst/>
                <a:uLnTx/>
                <a:uFillTx/>
                <a:latin typeface="Calibri" panose="020F0502020204030204" pitchFamily="34" charset="0"/>
                <a:ea typeface="+mn-ea"/>
                <a:cs typeface="Calibri" panose="020F0502020204030204" pitchFamily="34" charset="0"/>
              </a:rPr>
              <a:t>PoCP</a:t>
            </a: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 trials</a:t>
            </a:r>
          </a:p>
        </p:txBody>
      </p:sp>
      <p:grpSp>
        <p:nvGrpSpPr>
          <p:cNvPr id="90" name="Group 89">
            <a:extLst>
              <a:ext uri="{FF2B5EF4-FFF2-40B4-BE49-F238E27FC236}">
                <a16:creationId xmlns:a16="http://schemas.microsoft.com/office/drawing/2014/main" id="{D3224EE8-7679-4D4E-B0F3-7FF14EB301EF}"/>
              </a:ext>
            </a:extLst>
          </p:cNvPr>
          <p:cNvGrpSpPr/>
          <p:nvPr/>
        </p:nvGrpSpPr>
        <p:grpSpPr>
          <a:xfrm>
            <a:off x="219392" y="1644833"/>
            <a:ext cx="1848814" cy="631208"/>
            <a:chOff x="159128" y="2863966"/>
            <a:chExt cx="1848814" cy="631208"/>
          </a:xfrm>
        </p:grpSpPr>
        <p:sp>
          <p:nvSpPr>
            <p:cNvPr id="91" name="OTLSHAPE_T_5a934a26f311425e8ebaa0f45e6533ad_Shape">
              <a:extLst>
                <a:ext uri="{FF2B5EF4-FFF2-40B4-BE49-F238E27FC236}">
                  <a16:creationId xmlns:a16="http://schemas.microsoft.com/office/drawing/2014/main" id="{29D9A908-951F-4B31-AC1F-20D86ADE42CC}"/>
                </a:ext>
              </a:extLst>
            </p:cNvPr>
            <p:cNvSpPr/>
            <p:nvPr>
              <p:custDataLst>
                <p:tags r:id="rId9"/>
              </p:custDataLst>
            </p:nvPr>
          </p:nvSpPr>
          <p:spPr bwMode="auto">
            <a:xfrm>
              <a:off x="1277884" y="2987222"/>
              <a:ext cx="594360" cy="274320"/>
            </a:xfrm>
            <a:prstGeom prst="roundRect">
              <a:avLst/>
            </a:prstGeom>
            <a:solidFill>
              <a:srgbClr val="FFC000">
                <a:alpha val="5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0" tIns="45720" rIns="0" bIns="45720" numCol="1" rtlCol="0" anchor="ctr"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Eye-EMI, </a:t>
              </a:r>
              <a:r>
                <a:rPr kumimoji="0" lang="en-US" altLang="zh-CN" sz="800" b="1" i="1" u="none" strike="noStrike" kern="1200" cap="none" spc="-7" normalizeH="0" baseline="0" noProof="0">
                  <a:ln>
                    <a:noFill/>
                  </a:ln>
                  <a:solidFill>
                    <a:prstClr val="white">
                      <a:lumMod val="50000"/>
                    </a:prstClr>
                  </a:solidFill>
                  <a:effectLst/>
                  <a:uLnTx/>
                  <a:uFillTx/>
                  <a:latin typeface="Calibri" panose="020F0502020204030204" pitchFamily="34" charset="0"/>
                  <a:ea typeface="等线" panose="02010600030101010101" pitchFamily="2" charset="-122"/>
                  <a:cs typeface="+mn-cs"/>
                </a:rPr>
                <a:t>N=650</a:t>
              </a:r>
            </a:p>
          </p:txBody>
        </p:sp>
        <p:sp>
          <p:nvSpPr>
            <p:cNvPr id="92" name="TextBox 91">
              <a:extLst>
                <a:ext uri="{FF2B5EF4-FFF2-40B4-BE49-F238E27FC236}">
                  <a16:creationId xmlns:a16="http://schemas.microsoft.com/office/drawing/2014/main" id="{EA76E930-647E-4A30-8DB9-A577906CAC31}"/>
                </a:ext>
              </a:extLst>
            </p:cNvPr>
            <p:cNvSpPr txBox="1"/>
            <p:nvPr/>
          </p:nvSpPr>
          <p:spPr>
            <a:xfrm>
              <a:off x="159128" y="2963680"/>
              <a:ext cx="1022400" cy="333489"/>
            </a:xfrm>
            <a:prstGeom prst="rect">
              <a:avLst/>
            </a:prstGeom>
            <a:noFill/>
            <a:ln>
              <a:solidFill>
                <a:schemeClr val="accent1"/>
              </a:solidFill>
            </a:ln>
          </p:spPr>
          <p:txBody>
            <a:bodyPr wrap="square" lIns="0" tIns="0" rIns="0" bIns="0" rtlCol="0" anchor="ctr">
              <a:spAutoFit/>
            </a:bodyPr>
            <a:lstStyle/>
            <a:p>
              <a:pPr marL="0" marR="0" lvl="0" indent="0" algn="ctr" defTabSz="914377" rtl="0" eaLnBrk="1" fontAlgn="auto" latinLnBrk="0" hangingPunct="1">
                <a:lnSpc>
                  <a:spcPct val="100000"/>
                </a:lnSpc>
                <a:spcBef>
                  <a:spcPts val="600"/>
                </a:spcBef>
                <a:spcAft>
                  <a:spcPts val="600"/>
                </a:spcAft>
                <a:buClrTx/>
                <a:buSzTx/>
                <a:buFontTx/>
                <a:buNone/>
                <a:tabLst/>
                <a:defRPr/>
              </a:pPr>
              <a:r>
                <a:rPr kumimoji="0" lang="en-US" altLang="zh-CN" sz="1067" b="1" i="0" u="none" strike="noStrike" kern="1200" cap="none" spc="0" normalizeH="0" baseline="0" noProof="0">
                  <a:ln>
                    <a:noFill/>
                  </a:ln>
                  <a:solidFill>
                    <a:srgbClr val="0066CC"/>
                  </a:solidFill>
                  <a:effectLst/>
                  <a:uLnTx/>
                  <a:uFillTx/>
                  <a:latin typeface="Calibri" panose="020F0502020204030204" pitchFamily="34" charset="0"/>
                  <a:ea typeface="等线" panose="02010600030101010101" pitchFamily="2" charset="-122"/>
                  <a:cs typeface="Calibri" panose="020F0502020204030204" pitchFamily="34" charset="0"/>
                </a:rPr>
                <a:t>1436.2: n</a:t>
              </a: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on-interventional</a:t>
              </a:r>
            </a:p>
          </p:txBody>
        </p:sp>
        <p:sp>
          <p:nvSpPr>
            <p:cNvPr id="93" name="OTLSHAPE_T_e17f3958430f4cff8650518c93c7635e_StartDate">
              <a:extLst>
                <a:ext uri="{FF2B5EF4-FFF2-40B4-BE49-F238E27FC236}">
                  <a16:creationId xmlns:a16="http://schemas.microsoft.com/office/drawing/2014/main" id="{516DD640-D26F-4B80-8954-85B7BC3B9122}"/>
                </a:ext>
              </a:extLst>
            </p:cNvPr>
            <p:cNvSpPr txBox="1"/>
            <p:nvPr>
              <p:custDataLst>
                <p:tags r:id="rId10"/>
              </p:custDataLst>
            </p:nvPr>
          </p:nvSpPr>
          <p:spPr>
            <a:xfrm>
              <a:off x="1569393" y="2863966"/>
              <a:ext cx="365760" cy="123111"/>
            </a:xfrm>
            <a:prstGeom prst="rect">
              <a:avLst/>
            </a:prstGeom>
            <a:noFill/>
          </p:spPr>
          <p:txBody>
            <a:bodyPr vert="horz" wrap="square" lIns="0" tIns="0" rIns="0" bIns="0" rtlCol="0" anchor="ctr" anchorCtr="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rPr>
                <a:t>Jun’22</a:t>
              </a:r>
              <a:endParaRPr kumimoji="0" lang="zh-CN" altLang="en-US"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grpSp>
          <p:nvGrpSpPr>
            <p:cNvPr id="94" name="Group 93">
              <a:extLst>
                <a:ext uri="{FF2B5EF4-FFF2-40B4-BE49-F238E27FC236}">
                  <a16:creationId xmlns:a16="http://schemas.microsoft.com/office/drawing/2014/main" id="{DFA7AB8A-7A47-4FCA-8536-805592A8E2DF}"/>
                </a:ext>
              </a:extLst>
            </p:cNvPr>
            <p:cNvGrpSpPr/>
            <p:nvPr/>
          </p:nvGrpSpPr>
          <p:grpSpPr>
            <a:xfrm>
              <a:off x="1701448" y="3162669"/>
              <a:ext cx="306494" cy="332505"/>
              <a:chOff x="1245324" y="2692118"/>
              <a:chExt cx="306494" cy="332505"/>
            </a:xfrm>
          </p:grpSpPr>
          <p:sp>
            <p:nvSpPr>
              <p:cNvPr id="104" name="Star: 4 Points 103">
                <a:extLst>
                  <a:ext uri="{FF2B5EF4-FFF2-40B4-BE49-F238E27FC236}">
                    <a16:creationId xmlns:a16="http://schemas.microsoft.com/office/drawing/2014/main" id="{790DDF48-DFB2-4E6F-82BC-3402901D29F9}"/>
                  </a:ext>
                </a:extLst>
              </p:cNvPr>
              <p:cNvSpPr/>
              <p:nvPr/>
            </p:nvSpPr>
            <p:spPr bwMode="auto">
              <a:xfrm>
                <a:off x="1309094" y="2692118"/>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05" name="TextBox 104">
                <a:extLst>
                  <a:ext uri="{FF2B5EF4-FFF2-40B4-BE49-F238E27FC236}">
                    <a16:creationId xmlns:a16="http://schemas.microsoft.com/office/drawing/2014/main" id="{4E918017-FD2B-4D76-AA6D-E217DD7B0BF7}"/>
                  </a:ext>
                </a:extLst>
              </p:cNvPr>
              <p:cNvSpPr txBox="1"/>
              <p:nvPr/>
            </p:nvSpPr>
            <p:spPr>
              <a:xfrm>
                <a:off x="1245324" y="2809179"/>
                <a:ext cx="306494"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rPr>
                  <a:t>LPI</a:t>
                </a:r>
                <a:endParaRPr kumimoji="0" lang="zh-CN" altLang="en-US"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grpSp>
      </p:grpSp>
      <p:grpSp>
        <p:nvGrpSpPr>
          <p:cNvPr id="112" name="Group 111">
            <a:extLst>
              <a:ext uri="{FF2B5EF4-FFF2-40B4-BE49-F238E27FC236}">
                <a16:creationId xmlns:a16="http://schemas.microsoft.com/office/drawing/2014/main" id="{6731BCFA-97FF-4D47-801E-968BBCC0CCF1}"/>
              </a:ext>
            </a:extLst>
          </p:cNvPr>
          <p:cNvGrpSpPr/>
          <p:nvPr/>
        </p:nvGrpSpPr>
        <p:grpSpPr>
          <a:xfrm>
            <a:off x="3226433" y="2354181"/>
            <a:ext cx="540000" cy="422060"/>
            <a:chOff x="5379087" y="2394265"/>
            <a:chExt cx="540000" cy="422060"/>
          </a:xfrm>
        </p:grpSpPr>
        <p:sp>
          <p:nvSpPr>
            <p:cNvPr id="113" name="OTLSHAPE_M_39ea6ebc19a94c9fab6ef5006c31df58_Title">
              <a:extLst>
                <a:ext uri="{FF2B5EF4-FFF2-40B4-BE49-F238E27FC236}">
                  <a16:creationId xmlns:a16="http://schemas.microsoft.com/office/drawing/2014/main" id="{1DB8651F-E10E-4644-BB61-529442FA37F1}"/>
                </a:ext>
              </a:extLst>
            </p:cNvPr>
            <p:cNvSpPr txBox="1"/>
            <p:nvPr/>
          </p:nvSpPr>
          <p:spPr>
            <a:xfrm>
              <a:off x="5379087" y="2558049"/>
              <a:ext cx="540000" cy="258276"/>
            </a:xfrm>
            <a:prstGeom prst="rect">
              <a:avLst/>
            </a:prstGeom>
            <a:noFill/>
          </p:spPr>
          <p:txBody>
            <a:bodyPr vert="horz" wrap="squar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77" rtl="0" eaLnBrk="1" fontAlgn="auto" latinLnBrk="0" hangingPunct="1">
                <a:lnSpc>
                  <a:spcPts val="1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0000CC"/>
                  </a:solidFill>
                  <a:effectLst/>
                  <a:uLnTx/>
                  <a:uFillTx/>
                  <a:latin typeface="BISansCond" panose="02000006050000020004" pitchFamily="2" charset="0"/>
                  <a:ea typeface="等线" panose="02010600030101010101" pitchFamily="2" charset="-122"/>
                  <a:cs typeface="Calibri" panose="020F0502020204030204" pitchFamily="34" charset="0"/>
                </a:rPr>
                <a:t>PoCP</a:t>
              </a:r>
            </a:p>
            <a:p>
              <a:pPr marL="0" marR="0" lvl="0" indent="0" algn="ctr" defTabSz="914377" rtl="0" eaLnBrk="1" fontAlgn="auto" latinLnBrk="0" hangingPunct="1">
                <a:lnSpc>
                  <a:spcPts val="1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0000CC"/>
                  </a:solidFill>
                  <a:effectLst/>
                  <a:uLnTx/>
                  <a:uFillTx/>
                  <a:latin typeface="BISansCond" panose="02000006050000020004" pitchFamily="2" charset="0"/>
                  <a:ea typeface="等线" panose="02010600030101010101" pitchFamily="2" charset="-122"/>
                  <a:cs typeface="Calibri" panose="020F0502020204030204" pitchFamily="34" charset="0"/>
                </a:rPr>
                <a:t>mid-Jul’23</a:t>
              </a:r>
            </a:p>
          </p:txBody>
        </p:sp>
        <p:sp>
          <p:nvSpPr>
            <p:cNvPr id="114" name="流程图: 决策 145">
              <a:extLst>
                <a:ext uri="{FF2B5EF4-FFF2-40B4-BE49-F238E27FC236}">
                  <a16:creationId xmlns:a16="http://schemas.microsoft.com/office/drawing/2014/main" id="{CB5A9B6C-3284-45C5-8F87-F1FC648718C5}"/>
                </a:ext>
              </a:extLst>
            </p:cNvPr>
            <p:cNvSpPr/>
            <p:nvPr/>
          </p:nvSpPr>
          <p:spPr>
            <a:xfrm>
              <a:off x="5591121" y="2394265"/>
              <a:ext cx="108000" cy="144000"/>
            </a:xfrm>
            <a:prstGeom prst="flowChartDecision">
              <a:avLst/>
            </a:prstGeom>
            <a:solidFill>
              <a:srgbClr val="FFC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FF0000"/>
                </a:solidFill>
                <a:effectLst/>
                <a:uLnTx/>
                <a:uFillTx/>
                <a:latin typeface="BISansOpti"/>
                <a:ea typeface="+mn-ea"/>
                <a:cs typeface="+mn-cs"/>
              </a:endParaRPr>
            </a:p>
          </p:txBody>
        </p:sp>
      </p:grpSp>
      <p:sp>
        <p:nvSpPr>
          <p:cNvPr id="124" name="Star: 4 Points 123">
            <a:extLst>
              <a:ext uri="{FF2B5EF4-FFF2-40B4-BE49-F238E27FC236}">
                <a16:creationId xmlns:a16="http://schemas.microsoft.com/office/drawing/2014/main" id="{FD24D5CA-937D-4802-9B76-5B14F4AAE3F2}"/>
              </a:ext>
            </a:extLst>
          </p:cNvPr>
          <p:cNvSpPr/>
          <p:nvPr/>
        </p:nvSpPr>
        <p:spPr bwMode="auto">
          <a:xfrm>
            <a:off x="6396940" y="325095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25" name="TextBox 124">
            <a:extLst>
              <a:ext uri="{FF2B5EF4-FFF2-40B4-BE49-F238E27FC236}">
                <a16:creationId xmlns:a16="http://schemas.microsoft.com/office/drawing/2014/main" id="{0C22C8C9-2A46-40D2-BC11-6B2BAFA97713}"/>
              </a:ext>
            </a:extLst>
          </p:cNvPr>
          <p:cNvSpPr txBox="1"/>
          <p:nvPr/>
        </p:nvSpPr>
        <p:spPr>
          <a:xfrm>
            <a:off x="6346209" y="3359145"/>
            <a:ext cx="309700" cy="215444"/>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rPr>
              <a:t>LPI</a:t>
            </a:r>
            <a:endParaRPr kumimoji="0" lang="zh-CN" altLang="en-US"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28" name="TextBox 127">
            <a:extLst>
              <a:ext uri="{FF2B5EF4-FFF2-40B4-BE49-F238E27FC236}">
                <a16:creationId xmlns:a16="http://schemas.microsoft.com/office/drawing/2014/main" id="{72797038-7F93-4C69-A3C2-E629DA2FC304}"/>
              </a:ext>
            </a:extLst>
          </p:cNvPr>
          <p:cNvSpPr txBox="1"/>
          <p:nvPr/>
        </p:nvSpPr>
        <p:spPr>
          <a:xfrm>
            <a:off x="6233219" y="2910017"/>
            <a:ext cx="490840"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rPr>
              <a:t>Mar’25</a:t>
            </a:r>
            <a:endParaRPr kumimoji="0" lang="zh-CN" altLang="en-US"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grpSp>
        <p:nvGrpSpPr>
          <p:cNvPr id="13" name="Group 12">
            <a:extLst>
              <a:ext uri="{FF2B5EF4-FFF2-40B4-BE49-F238E27FC236}">
                <a16:creationId xmlns:a16="http://schemas.microsoft.com/office/drawing/2014/main" id="{AEC1EEEE-C0B2-4932-BA50-961B59EB3F4B}"/>
              </a:ext>
            </a:extLst>
          </p:cNvPr>
          <p:cNvGrpSpPr/>
          <p:nvPr/>
        </p:nvGrpSpPr>
        <p:grpSpPr>
          <a:xfrm>
            <a:off x="1249983" y="2266525"/>
            <a:ext cx="2018423" cy="668653"/>
            <a:chOff x="1249983" y="2266525"/>
            <a:chExt cx="2018423" cy="668653"/>
          </a:xfrm>
        </p:grpSpPr>
        <p:sp>
          <p:nvSpPr>
            <p:cNvPr id="51" name="OTLSHAPE_T_5a934a26f311425e8ebaa0f45e6533ad_Shape">
              <a:extLst>
                <a:ext uri="{FF2B5EF4-FFF2-40B4-BE49-F238E27FC236}">
                  <a16:creationId xmlns:a16="http://schemas.microsoft.com/office/drawing/2014/main" id="{9D60E765-5DCA-450E-BFE0-6400DC532D21}"/>
                </a:ext>
              </a:extLst>
            </p:cNvPr>
            <p:cNvSpPr/>
            <p:nvPr>
              <p:custDataLst>
                <p:tags r:id="rId7"/>
              </p:custDataLst>
            </p:nvPr>
          </p:nvSpPr>
          <p:spPr bwMode="auto">
            <a:xfrm>
              <a:off x="1388086" y="2438270"/>
              <a:ext cx="960120" cy="27432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0" tIns="45720" rIns="0" bIns="45720" numCol="1" rtlCol="0" anchor="ctr"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1436.1  Ph1/</a:t>
              </a:r>
              <a:r>
                <a:rPr kumimoji="0" lang="en-US" altLang="zh-CN" sz="900" b="1" i="0" u="none" strike="noStrike" kern="1200" cap="none" spc="-7" normalizeH="0" baseline="0" noProof="0">
                  <a:ln>
                    <a:noFill/>
                  </a:ln>
                  <a:solidFill>
                    <a:prstClr val="black"/>
                  </a:solidFill>
                  <a:effectLst/>
                  <a:uLnTx/>
                  <a:uFillTx/>
                  <a:latin typeface="Calibri" panose="020F0502020204030204" pitchFamily="34" charset="0"/>
                  <a:ea typeface="等线" panose="02010600030101010101" pitchFamily="2" charset="-122"/>
                  <a:cs typeface="Calibri" panose="020F0502020204030204" pitchFamily="34" charset="0"/>
                </a:rPr>
                <a:t>Ph2a</a:t>
              </a:r>
            </a:p>
          </p:txBody>
        </p:sp>
        <p:sp>
          <p:nvSpPr>
            <p:cNvPr id="116" name="TextBox 115">
              <a:extLst>
                <a:ext uri="{FF2B5EF4-FFF2-40B4-BE49-F238E27FC236}">
                  <a16:creationId xmlns:a16="http://schemas.microsoft.com/office/drawing/2014/main" id="{28B320F3-D356-4B23-BCBD-8EE1CC5EC963}"/>
                </a:ext>
              </a:extLst>
            </p:cNvPr>
            <p:cNvSpPr txBox="1"/>
            <p:nvPr/>
          </p:nvSpPr>
          <p:spPr>
            <a:xfrm>
              <a:off x="2697416" y="2269477"/>
              <a:ext cx="570990"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rPr>
                <a:t>26Apr’23</a:t>
              </a:r>
              <a:endParaRPr kumimoji="0" lang="zh-CN" altLang="en-US"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17" name="TextBox 116">
              <a:extLst>
                <a:ext uri="{FF2B5EF4-FFF2-40B4-BE49-F238E27FC236}">
                  <a16:creationId xmlns:a16="http://schemas.microsoft.com/office/drawing/2014/main" id="{4275E217-FC2C-42D3-91D8-42AA5851B42E}"/>
                </a:ext>
              </a:extLst>
            </p:cNvPr>
            <p:cNvSpPr txBox="1"/>
            <p:nvPr/>
          </p:nvSpPr>
          <p:spPr>
            <a:xfrm>
              <a:off x="2817297" y="2719734"/>
              <a:ext cx="351378"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rPr>
                <a:t>LPO</a:t>
              </a:r>
              <a:endParaRPr kumimoji="0" lang="zh-CN" altLang="en-US"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96" name="TextBox 95">
              <a:extLst>
                <a:ext uri="{FF2B5EF4-FFF2-40B4-BE49-F238E27FC236}">
                  <a16:creationId xmlns:a16="http://schemas.microsoft.com/office/drawing/2014/main" id="{EFFB024F-81E0-45CD-8214-3D36C47C9720}"/>
                </a:ext>
              </a:extLst>
            </p:cNvPr>
            <p:cNvSpPr txBox="1"/>
            <p:nvPr/>
          </p:nvSpPr>
          <p:spPr>
            <a:xfrm>
              <a:off x="2058483" y="2279925"/>
              <a:ext cx="587020"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rPr>
                <a:t>25Nov’22</a:t>
              </a:r>
              <a:endParaRPr kumimoji="0" lang="zh-CN" altLang="en-US"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07" name="TextBox 106">
              <a:extLst>
                <a:ext uri="{FF2B5EF4-FFF2-40B4-BE49-F238E27FC236}">
                  <a16:creationId xmlns:a16="http://schemas.microsoft.com/office/drawing/2014/main" id="{0D372C6F-3217-4E1D-9249-8B5BFCA5BA61}"/>
                </a:ext>
              </a:extLst>
            </p:cNvPr>
            <p:cNvSpPr txBox="1"/>
            <p:nvPr/>
          </p:nvSpPr>
          <p:spPr>
            <a:xfrm>
              <a:off x="2219390" y="2718598"/>
              <a:ext cx="309700"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rPr>
                <a:t>LPI</a:t>
              </a:r>
              <a:endParaRPr kumimoji="0" lang="zh-CN" altLang="en-US"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10" name="OTLSHAPE_T_5a934a26f311425e8ebaa0f45e6533ad_Shape">
              <a:extLst>
                <a:ext uri="{FF2B5EF4-FFF2-40B4-BE49-F238E27FC236}">
                  <a16:creationId xmlns:a16="http://schemas.microsoft.com/office/drawing/2014/main" id="{EB1C34EE-5C3E-4C54-86CF-93C31DF646D0}"/>
                </a:ext>
              </a:extLst>
            </p:cNvPr>
            <p:cNvSpPr/>
            <p:nvPr>
              <p:custDataLst>
                <p:tags r:id="rId8"/>
              </p:custDataLst>
            </p:nvPr>
          </p:nvSpPr>
          <p:spPr bwMode="auto">
            <a:xfrm>
              <a:off x="2350439" y="2438085"/>
              <a:ext cx="685800" cy="27432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1219050" rtl="0" eaLnBrk="1" fontAlgn="auto" latinLnBrk="0" hangingPunct="1">
                <a:lnSpc>
                  <a:spcPct val="100000"/>
                </a:lnSpc>
                <a:spcBef>
                  <a:spcPts val="0"/>
                </a:spcBef>
                <a:spcAft>
                  <a:spcPts val="0"/>
                </a:spcAft>
                <a:buClrTx/>
                <a:buSzTx/>
                <a:buFontTx/>
                <a:buNone/>
                <a:tabLst/>
                <a:defRPr/>
              </a:pPr>
              <a:endParaRPr kumimoji="0" lang="en-US" altLang="zh-CN" sz="1100" b="0"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11" name="Star: 4 Points 110">
              <a:extLst>
                <a:ext uri="{FF2B5EF4-FFF2-40B4-BE49-F238E27FC236}">
                  <a16:creationId xmlns:a16="http://schemas.microsoft.com/office/drawing/2014/main" id="{AD06EB34-EA2C-4949-AC9D-45053630F070}"/>
                </a:ext>
              </a:extLst>
            </p:cNvPr>
            <p:cNvSpPr/>
            <p:nvPr/>
          </p:nvSpPr>
          <p:spPr bwMode="auto">
            <a:xfrm>
              <a:off x="2266798" y="2611089"/>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18" name="Star: 4 Points 117">
              <a:extLst>
                <a:ext uri="{FF2B5EF4-FFF2-40B4-BE49-F238E27FC236}">
                  <a16:creationId xmlns:a16="http://schemas.microsoft.com/office/drawing/2014/main" id="{EA7089B1-D9AA-4853-A75D-3D97F804DA72}"/>
                </a:ext>
              </a:extLst>
            </p:cNvPr>
            <p:cNvSpPr/>
            <p:nvPr/>
          </p:nvSpPr>
          <p:spPr bwMode="auto">
            <a:xfrm>
              <a:off x="2937982" y="2608162"/>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20" name="TextBox 119">
              <a:extLst>
                <a:ext uri="{FF2B5EF4-FFF2-40B4-BE49-F238E27FC236}">
                  <a16:creationId xmlns:a16="http://schemas.microsoft.com/office/drawing/2014/main" id="{6F659363-6776-4A23-AF72-B467E2F88CAA}"/>
                </a:ext>
              </a:extLst>
            </p:cNvPr>
            <p:cNvSpPr txBox="1"/>
            <p:nvPr/>
          </p:nvSpPr>
          <p:spPr>
            <a:xfrm>
              <a:off x="1249983" y="2266525"/>
              <a:ext cx="570990"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rPr>
                <a:t>29Sep’20</a:t>
              </a:r>
              <a:endParaRPr kumimoji="0" lang="zh-CN" altLang="en-US"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22" name="TextBox 121">
              <a:extLst>
                <a:ext uri="{FF2B5EF4-FFF2-40B4-BE49-F238E27FC236}">
                  <a16:creationId xmlns:a16="http://schemas.microsoft.com/office/drawing/2014/main" id="{19748773-B340-451A-B108-F3D7EB1BA860}"/>
                </a:ext>
              </a:extLst>
            </p:cNvPr>
            <p:cNvSpPr txBox="1"/>
            <p:nvPr/>
          </p:nvSpPr>
          <p:spPr>
            <a:xfrm>
              <a:off x="1250020" y="2706559"/>
              <a:ext cx="312906"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rPr>
                <a:t>FPI</a:t>
              </a:r>
              <a:endParaRPr kumimoji="0" lang="zh-CN" altLang="en-US"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23" name="Star: 4 Points 122">
              <a:extLst>
                <a:ext uri="{FF2B5EF4-FFF2-40B4-BE49-F238E27FC236}">
                  <a16:creationId xmlns:a16="http://schemas.microsoft.com/office/drawing/2014/main" id="{B26FFB34-4773-4FAB-9DE8-EF3F02D838E3}"/>
                </a:ext>
              </a:extLst>
            </p:cNvPr>
            <p:cNvSpPr/>
            <p:nvPr/>
          </p:nvSpPr>
          <p:spPr bwMode="auto">
            <a:xfrm>
              <a:off x="1297428" y="259905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grpSp>
      <p:sp>
        <p:nvSpPr>
          <p:cNvPr id="138" name="TextBox 137">
            <a:extLst>
              <a:ext uri="{FF2B5EF4-FFF2-40B4-BE49-F238E27FC236}">
                <a16:creationId xmlns:a16="http://schemas.microsoft.com/office/drawing/2014/main" id="{070FD9F9-4CE0-4772-B3F4-A2BDE780ABC8}"/>
              </a:ext>
            </a:extLst>
          </p:cNvPr>
          <p:cNvSpPr txBox="1"/>
          <p:nvPr/>
        </p:nvSpPr>
        <p:spPr>
          <a:xfrm>
            <a:off x="189917" y="5019467"/>
            <a:ext cx="1022400" cy="333489"/>
          </a:xfrm>
          <a:prstGeom prst="rect">
            <a:avLst/>
          </a:prstGeom>
          <a:noFill/>
          <a:ln>
            <a:solidFill>
              <a:schemeClr val="accent1"/>
            </a:solidFill>
          </a:ln>
        </p:spPr>
        <p:txBody>
          <a:bodyPr wrap="square" lIns="0" tIns="0" rIns="0" bIns="0" rtlCol="0" anchor="ctr">
            <a:spAutoFit/>
          </a:bodyPr>
          <a:lstStyle/>
          <a:p>
            <a:pPr marL="0" marR="0" lvl="0" indent="0" algn="ctr" defTabSz="914377" rtl="0" eaLnBrk="1" fontAlgn="auto" latinLnBrk="0" hangingPunct="1">
              <a:lnSpc>
                <a:spcPct val="100000"/>
              </a:lnSpc>
              <a:spcBef>
                <a:spcPts val="600"/>
              </a:spcBef>
              <a:spcAft>
                <a:spcPts val="600"/>
              </a:spcAft>
              <a:buClrTx/>
              <a:buSzTx/>
              <a:buFontTx/>
              <a:buNone/>
              <a:tabLst/>
              <a:defRPr/>
            </a:pPr>
            <a:r>
              <a:rPr kumimoji="0" lang="en-US" altLang="zh-CN" sz="1067" b="1" i="0" u="none" strike="noStrike" kern="1200" cap="none" spc="0" normalizeH="0" baseline="0" noProof="0">
                <a:ln>
                  <a:noFill/>
                </a:ln>
                <a:solidFill>
                  <a:srgbClr val="0066CC"/>
                </a:solidFill>
                <a:effectLst/>
                <a:uLnTx/>
                <a:uFillTx/>
                <a:latin typeface="Calibri" panose="020F0502020204030204" pitchFamily="34" charset="0"/>
                <a:ea typeface="等线" panose="02010600030101010101" pitchFamily="2" charset="-122"/>
                <a:cs typeface="Calibri" panose="020F0502020204030204" pitchFamily="34" charset="0"/>
              </a:rPr>
              <a:t>1436.2: n</a:t>
            </a: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on-interventional</a:t>
            </a:r>
          </a:p>
        </p:txBody>
      </p:sp>
      <p:grpSp>
        <p:nvGrpSpPr>
          <p:cNvPr id="4" name="Group 3">
            <a:extLst>
              <a:ext uri="{FF2B5EF4-FFF2-40B4-BE49-F238E27FC236}">
                <a16:creationId xmlns:a16="http://schemas.microsoft.com/office/drawing/2014/main" id="{643A2EC1-57B6-4A71-BFB9-E8342AACE071}"/>
              </a:ext>
            </a:extLst>
          </p:cNvPr>
          <p:cNvGrpSpPr/>
          <p:nvPr/>
        </p:nvGrpSpPr>
        <p:grpSpPr>
          <a:xfrm>
            <a:off x="1317026" y="4879848"/>
            <a:ext cx="1359857" cy="546493"/>
            <a:chOff x="1317026" y="5561415"/>
            <a:chExt cx="1359857" cy="546493"/>
          </a:xfrm>
        </p:grpSpPr>
        <p:sp>
          <p:nvSpPr>
            <p:cNvPr id="74" name="OTLSHAPE_T_5a934a26f311425e8ebaa0f45e6533ad_Shape">
              <a:extLst>
                <a:ext uri="{FF2B5EF4-FFF2-40B4-BE49-F238E27FC236}">
                  <a16:creationId xmlns:a16="http://schemas.microsoft.com/office/drawing/2014/main" id="{B2907A51-26A7-452E-A3B4-A1D8063F2274}"/>
                </a:ext>
              </a:extLst>
            </p:cNvPr>
            <p:cNvSpPr/>
            <p:nvPr>
              <p:custDataLst>
                <p:tags r:id="rId3"/>
              </p:custDataLst>
            </p:nvPr>
          </p:nvSpPr>
          <p:spPr bwMode="auto">
            <a:xfrm>
              <a:off x="1910974" y="5688454"/>
              <a:ext cx="182880" cy="228600"/>
            </a:xfrm>
            <a:prstGeom prst="roundRect">
              <a:avLst/>
            </a:prstGeom>
            <a:pattFill prst="pct25">
              <a:fgClr>
                <a:srgbClr val="FFC000"/>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endParaRPr kumimoji="0" lang="en-US" altLang="zh-CN" sz="1000" b="0" i="1" u="none" strike="noStrike" kern="1200" cap="none" spc="-7" normalizeH="0" baseline="0" noProof="0">
                <a:ln>
                  <a:noFill/>
                </a:ln>
                <a:solidFill>
                  <a:prstClr val="white">
                    <a:lumMod val="50000"/>
                  </a:prstClr>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73" name="TextBox 72">
              <a:extLst>
                <a:ext uri="{FF2B5EF4-FFF2-40B4-BE49-F238E27FC236}">
                  <a16:creationId xmlns:a16="http://schemas.microsoft.com/office/drawing/2014/main" id="{E37640FE-98C5-404F-8F0D-EA37A9D3F45F}"/>
                </a:ext>
              </a:extLst>
            </p:cNvPr>
            <p:cNvSpPr txBox="1"/>
            <p:nvPr/>
          </p:nvSpPr>
          <p:spPr>
            <a:xfrm>
              <a:off x="1952005" y="5911508"/>
              <a:ext cx="724878" cy="196400"/>
            </a:xfrm>
            <a:prstGeom prst="rect">
              <a:avLst/>
            </a:prstGeom>
            <a:noFill/>
          </p:spPr>
          <p:txBody>
            <a:bodyPr wrap="none" rtlCol="0">
              <a:spAutoFit/>
            </a:bodyPr>
            <a:lstStyle/>
            <a:p>
              <a:pPr marL="0" marR="0" lvl="0" indent="0" algn="l" defTabSz="914400" rtl="0" eaLnBrk="1" fontAlgn="auto" latinLnBrk="0" hangingPunct="1">
                <a:lnSpc>
                  <a:spcPts val="8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rPr>
                <a:t>LPI extended</a:t>
              </a:r>
              <a:endParaRPr kumimoji="0" lang="zh-CN" altLang="en-US"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75" name="Star: 4 Points 74">
              <a:extLst>
                <a:ext uri="{FF2B5EF4-FFF2-40B4-BE49-F238E27FC236}">
                  <a16:creationId xmlns:a16="http://schemas.microsoft.com/office/drawing/2014/main" id="{30B607D3-D53E-4055-8E0D-EC4AABF62609}"/>
                </a:ext>
              </a:extLst>
            </p:cNvPr>
            <p:cNvSpPr/>
            <p:nvPr/>
          </p:nvSpPr>
          <p:spPr bwMode="auto">
            <a:xfrm>
              <a:off x="2040330" y="5867905"/>
              <a:ext cx="91440" cy="9144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76" name="OTLSHAPE_T_e17f3958430f4cff8650518c93c7635e_StartDate">
              <a:extLst>
                <a:ext uri="{FF2B5EF4-FFF2-40B4-BE49-F238E27FC236}">
                  <a16:creationId xmlns:a16="http://schemas.microsoft.com/office/drawing/2014/main" id="{696977C5-1466-485A-97A7-10C9C60D4989}"/>
                </a:ext>
              </a:extLst>
            </p:cNvPr>
            <p:cNvSpPr txBox="1"/>
            <p:nvPr>
              <p:custDataLst>
                <p:tags r:id="rId4"/>
              </p:custDataLst>
            </p:nvPr>
          </p:nvSpPr>
          <p:spPr>
            <a:xfrm>
              <a:off x="1883045" y="5565845"/>
              <a:ext cx="540000" cy="123111"/>
            </a:xfrm>
            <a:prstGeom prst="rect">
              <a:avLst/>
            </a:prstGeom>
            <a:noFill/>
          </p:spPr>
          <p:txBody>
            <a:bodyPr vert="horz" wrap="square" lIns="0" tIns="0" rIns="0" bIns="0" rtlCol="0" anchor="ctr" anchorCtr="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rPr>
                <a:t>15Jul’22</a:t>
              </a:r>
              <a:endParaRPr kumimoji="0" lang="zh-CN" altLang="en-US"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27" name="OTLSHAPE_T_5a934a26f311425e8ebaa0f45e6533ad_Shape">
              <a:extLst>
                <a:ext uri="{FF2B5EF4-FFF2-40B4-BE49-F238E27FC236}">
                  <a16:creationId xmlns:a16="http://schemas.microsoft.com/office/drawing/2014/main" id="{7571D974-2C15-4622-A6CF-99F3742D05D5}"/>
                </a:ext>
              </a:extLst>
            </p:cNvPr>
            <p:cNvSpPr/>
            <p:nvPr>
              <p:custDataLst>
                <p:tags r:id="rId5"/>
              </p:custDataLst>
            </p:nvPr>
          </p:nvSpPr>
          <p:spPr bwMode="auto">
            <a:xfrm>
              <a:off x="1317026" y="5690982"/>
              <a:ext cx="594360" cy="228600"/>
            </a:xfrm>
            <a:prstGeom prst="roundRect">
              <a:avLst/>
            </a:prstGeom>
            <a:solidFill>
              <a:srgbClr val="FFC000">
                <a:alpha val="5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0" tIns="45720" rIns="0" bIns="45720" numCol="1" rtlCol="0" anchor="ctr"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Eye-EMI, </a:t>
              </a:r>
              <a:r>
                <a:rPr kumimoji="0" lang="en-US" altLang="zh-CN" sz="800" b="1" i="1" u="none" strike="noStrike" kern="1200" cap="none" spc="-7" normalizeH="0" baseline="0" noProof="0">
                  <a:ln>
                    <a:noFill/>
                  </a:ln>
                  <a:solidFill>
                    <a:prstClr val="white">
                      <a:lumMod val="50000"/>
                    </a:prstClr>
                  </a:solidFill>
                  <a:effectLst/>
                  <a:uLnTx/>
                  <a:uFillTx/>
                  <a:latin typeface="Calibri" panose="020F0502020204030204" pitchFamily="34" charset="0"/>
                  <a:ea typeface="等线" panose="02010600030101010101" pitchFamily="2" charset="-122"/>
                  <a:cs typeface="+mn-cs"/>
                </a:rPr>
                <a:t>N=650</a:t>
              </a:r>
            </a:p>
          </p:txBody>
        </p:sp>
        <p:sp>
          <p:nvSpPr>
            <p:cNvPr id="140" name="OTLSHAPE_T_e17f3958430f4cff8650518c93c7635e_StartDate">
              <a:extLst>
                <a:ext uri="{FF2B5EF4-FFF2-40B4-BE49-F238E27FC236}">
                  <a16:creationId xmlns:a16="http://schemas.microsoft.com/office/drawing/2014/main" id="{AC295F40-1836-4918-AA32-77191BC084B8}"/>
                </a:ext>
              </a:extLst>
            </p:cNvPr>
            <p:cNvSpPr txBox="1"/>
            <p:nvPr>
              <p:custDataLst>
                <p:tags r:id="rId6"/>
              </p:custDataLst>
            </p:nvPr>
          </p:nvSpPr>
          <p:spPr>
            <a:xfrm>
              <a:off x="1677982" y="5561415"/>
              <a:ext cx="365760" cy="123111"/>
            </a:xfrm>
            <a:prstGeom prst="rect">
              <a:avLst/>
            </a:prstGeom>
            <a:noFill/>
          </p:spPr>
          <p:txBody>
            <a:bodyPr vert="horz" wrap="square" lIns="0" tIns="0" rIns="0" bIns="0" rtlCol="0" anchor="ctr" anchorCtr="0">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rPr>
                <a:t>Jun</a:t>
              </a:r>
              <a:endParaRPr kumimoji="0" lang="zh-CN" altLang="en-US"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grpSp>
          <p:nvGrpSpPr>
            <p:cNvPr id="142" name="Group 141">
              <a:extLst>
                <a:ext uri="{FF2B5EF4-FFF2-40B4-BE49-F238E27FC236}">
                  <a16:creationId xmlns:a16="http://schemas.microsoft.com/office/drawing/2014/main" id="{C6CCC50D-68DA-48A0-B8ED-252057382F62}"/>
                </a:ext>
              </a:extLst>
            </p:cNvPr>
            <p:cNvGrpSpPr/>
            <p:nvPr/>
          </p:nvGrpSpPr>
          <p:grpSpPr>
            <a:xfrm>
              <a:off x="1721767" y="5870023"/>
              <a:ext cx="306494" cy="237717"/>
              <a:chOff x="1218041" y="2768319"/>
              <a:chExt cx="306494" cy="237717"/>
            </a:xfrm>
          </p:grpSpPr>
          <p:sp>
            <p:nvSpPr>
              <p:cNvPr id="143" name="Star: 4 Points 142">
                <a:extLst>
                  <a:ext uri="{FF2B5EF4-FFF2-40B4-BE49-F238E27FC236}">
                    <a16:creationId xmlns:a16="http://schemas.microsoft.com/office/drawing/2014/main" id="{5EC70289-3E65-44D6-93CE-5C9F7AF2E202}"/>
                  </a:ext>
                </a:extLst>
              </p:cNvPr>
              <p:cNvSpPr>
                <a:spLocks noChangeAspect="1"/>
              </p:cNvSpPr>
              <p:nvPr/>
            </p:nvSpPr>
            <p:spPr bwMode="auto">
              <a:xfrm>
                <a:off x="1357778" y="2768319"/>
                <a:ext cx="91440" cy="93213"/>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44" name="TextBox 143">
                <a:extLst>
                  <a:ext uri="{FF2B5EF4-FFF2-40B4-BE49-F238E27FC236}">
                    <a16:creationId xmlns:a16="http://schemas.microsoft.com/office/drawing/2014/main" id="{98DED08A-4BB1-44B3-9BF1-72915676AD81}"/>
                  </a:ext>
                </a:extLst>
              </p:cNvPr>
              <p:cNvSpPr txBox="1"/>
              <p:nvPr/>
            </p:nvSpPr>
            <p:spPr>
              <a:xfrm>
                <a:off x="1218041" y="2790592"/>
                <a:ext cx="306494"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rPr>
                  <a:t>LPI</a:t>
                </a:r>
                <a:endParaRPr kumimoji="0" lang="zh-CN" altLang="en-US" sz="800" b="0" i="0" u="none" strike="noStrike" kern="1200" cap="none" spc="0" normalizeH="0" baseline="0" noProof="0">
                  <a:ln>
                    <a:noFill/>
                  </a:ln>
                  <a:solidFill>
                    <a:srgbClr val="4472C4">
                      <a:lumMod val="75000"/>
                    </a:srgbClr>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grpSp>
      </p:grpSp>
      <p:sp>
        <p:nvSpPr>
          <p:cNvPr id="147" name="OTLSHAPE_T_5a934a26f311425e8ebaa0f45e6533ad_Shape">
            <a:extLst>
              <a:ext uri="{FF2B5EF4-FFF2-40B4-BE49-F238E27FC236}">
                <a16:creationId xmlns:a16="http://schemas.microsoft.com/office/drawing/2014/main" id="{B0119392-C500-47B3-AAE3-34A416CF719F}"/>
              </a:ext>
            </a:extLst>
          </p:cNvPr>
          <p:cNvSpPr/>
          <p:nvPr>
            <p:custDataLst>
              <p:tags r:id="rId1"/>
            </p:custDataLst>
          </p:nvPr>
        </p:nvSpPr>
        <p:spPr bwMode="auto">
          <a:xfrm>
            <a:off x="9961314" y="3031028"/>
            <a:ext cx="1280160" cy="27432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0" tIns="45720" rIns="0" bIns="45720" numCol="1" rtlCol="0" anchor="ctr"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Phase 3</a:t>
            </a:r>
            <a:endParaRPr kumimoji="0" lang="en-US" altLang="zh-CN" sz="900" b="1" i="0" u="none" strike="noStrike" kern="1200" cap="none" spc="-7" normalizeH="0" baseline="0" noProof="0">
              <a:ln>
                <a:noFill/>
              </a:ln>
              <a:solidFill>
                <a:prstClr val="black"/>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grpSp>
        <p:nvGrpSpPr>
          <p:cNvPr id="23" name="Group 22">
            <a:extLst>
              <a:ext uri="{FF2B5EF4-FFF2-40B4-BE49-F238E27FC236}">
                <a16:creationId xmlns:a16="http://schemas.microsoft.com/office/drawing/2014/main" id="{CD13ED37-8DC7-463C-938B-B0A51878C3D5}"/>
              </a:ext>
            </a:extLst>
          </p:cNvPr>
          <p:cNvGrpSpPr/>
          <p:nvPr/>
        </p:nvGrpSpPr>
        <p:grpSpPr>
          <a:xfrm>
            <a:off x="10834707" y="3276108"/>
            <a:ext cx="182880" cy="219322"/>
            <a:chOff x="5567238" y="2182085"/>
            <a:chExt cx="182880" cy="219322"/>
          </a:xfrm>
        </p:grpSpPr>
        <p:sp>
          <p:nvSpPr>
            <p:cNvPr id="148" name="TextBox 147">
              <a:extLst>
                <a:ext uri="{FF2B5EF4-FFF2-40B4-BE49-F238E27FC236}">
                  <a16:creationId xmlns:a16="http://schemas.microsoft.com/office/drawing/2014/main" id="{25903D2D-B679-4EC9-BCDA-63F44332FABF}"/>
                </a:ext>
              </a:extLst>
            </p:cNvPr>
            <p:cNvSpPr txBox="1"/>
            <p:nvPr/>
          </p:nvSpPr>
          <p:spPr>
            <a:xfrm>
              <a:off x="5567238" y="2278296"/>
              <a:ext cx="182880"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6697BF">
                      <a:lumMod val="50000"/>
                    </a:srgbClr>
                  </a:solidFill>
                  <a:effectLst/>
                  <a:uLnTx/>
                  <a:uFillTx/>
                  <a:latin typeface="Calibri" panose="020F0502020204030204" pitchFamily="34" charset="0"/>
                  <a:ea typeface="+mn-ea"/>
                  <a:cs typeface="Calibri" panose="020F0502020204030204" pitchFamily="34" charset="0"/>
                </a:rPr>
                <a:t>IA</a:t>
              </a:r>
            </a:p>
          </p:txBody>
        </p:sp>
        <p:sp>
          <p:nvSpPr>
            <p:cNvPr id="149" name="Isosceles Triangle 148">
              <a:extLst>
                <a:ext uri="{FF2B5EF4-FFF2-40B4-BE49-F238E27FC236}">
                  <a16:creationId xmlns:a16="http://schemas.microsoft.com/office/drawing/2014/main" id="{E6AFF34F-B311-4700-AF9C-6AB48035C1C5}"/>
                </a:ext>
              </a:extLst>
            </p:cNvPr>
            <p:cNvSpPr>
              <a:spLocks noChangeAspect="1"/>
            </p:cNvSpPr>
            <p:nvPr/>
          </p:nvSpPr>
          <p:spPr>
            <a:xfrm rot="10800000" flipH="1" flipV="1">
              <a:off x="5610752" y="2182085"/>
              <a:ext cx="97200" cy="97200"/>
            </a:xfrm>
            <a:prstGeom prst="triangle">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67" b="0" i="0" u="none" strike="noStrike" kern="1200" cap="none" spc="0" normalizeH="0" baseline="0" noProof="0" err="1">
                <a:ln>
                  <a:noFill/>
                </a:ln>
                <a:solidFill>
                  <a:srgbClr val="000000"/>
                </a:solidFill>
                <a:effectLst/>
                <a:uLnTx/>
                <a:uFillTx/>
                <a:latin typeface="BISansOpti"/>
                <a:ea typeface="+mn-ea"/>
                <a:cs typeface="+mn-cs"/>
              </a:endParaRPr>
            </a:p>
          </p:txBody>
        </p:sp>
      </p:grpSp>
      <p:sp>
        <p:nvSpPr>
          <p:cNvPr id="24" name="Right Bracket 23">
            <a:extLst>
              <a:ext uri="{FF2B5EF4-FFF2-40B4-BE49-F238E27FC236}">
                <a16:creationId xmlns:a16="http://schemas.microsoft.com/office/drawing/2014/main" id="{F396DBEC-BAB2-4F5F-8A1B-24F68859E3E1}"/>
              </a:ext>
            </a:extLst>
          </p:cNvPr>
          <p:cNvSpPr/>
          <p:nvPr/>
        </p:nvSpPr>
        <p:spPr>
          <a:xfrm rot="5400000">
            <a:off x="11186715" y="3240735"/>
            <a:ext cx="73063" cy="594360"/>
          </a:xfrm>
          <a:prstGeom prst="rightBracket">
            <a:avLst/>
          </a:prstGeom>
          <a:ln>
            <a:solidFill>
              <a:srgbClr val="0000CC"/>
            </a:solidFill>
            <a:prstDash val="sysDot"/>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等线" panose="020F0502020204030204"/>
              <a:ea typeface="+mn-ea"/>
              <a:cs typeface="+mn-cs"/>
            </a:endParaRPr>
          </a:p>
        </p:txBody>
      </p:sp>
      <p:pic>
        <p:nvPicPr>
          <p:cNvPr id="150" name="Picture 149">
            <a:extLst>
              <a:ext uri="{FF2B5EF4-FFF2-40B4-BE49-F238E27FC236}">
                <a16:creationId xmlns:a16="http://schemas.microsoft.com/office/drawing/2014/main" id="{C890CC8E-8735-406F-8002-9698B8C83D72}"/>
              </a:ext>
            </a:extLst>
          </p:cNvPr>
          <p:cNvPicPr>
            <a:picLocks noChangeAspect="1"/>
          </p:cNvPicPr>
          <p:nvPr/>
        </p:nvPicPr>
        <p:blipFill>
          <a:blip r:embed="rId16"/>
          <a:stretch>
            <a:fillRect/>
          </a:stretch>
        </p:blipFill>
        <p:spPr>
          <a:xfrm>
            <a:off x="10838100" y="360000"/>
            <a:ext cx="1208232" cy="491197"/>
          </a:xfrm>
          <a:prstGeom prst="rect">
            <a:avLst/>
          </a:prstGeom>
        </p:spPr>
      </p:pic>
      <p:sp>
        <p:nvSpPr>
          <p:cNvPr id="119" name="Oval 118">
            <a:extLst>
              <a:ext uri="{FF2B5EF4-FFF2-40B4-BE49-F238E27FC236}">
                <a16:creationId xmlns:a16="http://schemas.microsoft.com/office/drawing/2014/main" id="{5C9AAD6B-E08B-4AE8-850E-135619B28CAC}"/>
              </a:ext>
            </a:extLst>
          </p:cNvPr>
          <p:cNvSpPr/>
          <p:nvPr/>
        </p:nvSpPr>
        <p:spPr>
          <a:xfrm>
            <a:off x="7156140" y="3481847"/>
            <a:ext cx="998542" cy="45684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rPr>
              <a:t>FOT: </a:t>
            </a:r>
            <a:r>
              <a:rPr kumimoji="0" lang="en-US" altLang="zh-CN" sz="1200" b="1" i="1" u="none" strike="noStrike" kern="1200" cap="none" spc="0" normalizeH="0" baseline="0" noProof="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rPr>
              <a:t>ORA</a:t>
            </a:r>
            <a:endParaRPr kumimoji="0" lang="en-US" sz="1200" b="1" i="1"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45" name="TextBox 144">
            <a:extLst>
              <a:ext uri="{FF2B5EF4-FFF2-40B4-BE49-F238E27FC236}">
                <a16:creationId xmlns:a16="http://schemas.microsoft.com/office/drawing/2014/main" id="{1D7E187C-EAE9-4507-9664-ED01B3CCBA23}"/>
              </a:ext>
            </a:extLst>
          </p:cNvPr>
          <p:cNvSpPr txBox="1"/>
          <p:nvPr/>
        </p:nvSpPr>
        <p:spPr>
          <a:xfrm>
            <a:off x="1425594" y="5513074"/>
            <a:ext cx="8220823" cy="461665"/>
          </a:xfrm>
          <a:prstGeom prst="rect">
            <a:avLst/>
          </a:prstGeom>
          <a:solidFill>
            <a:schemeClr val="accent1">
              <a:lumMod val="20000"/>
              <a:lumOff val="80000"/>
            </a:schemeClr>
          </a:solidFill>
          <a:ln>
            <a:solidFill>
              <a:srgbClr val="0000CC"/>
            </a:solidFill>
            <a:prstDash val="sysDot"/>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lumMod val="50000"/>
                    <a:lumOff val="50000"/>
                  </a:prstClr>
                </a:solidFill>
                <a:effectLst/>
                <a:uLnTx/>
                <a:uFillTx/>
                <a:latin typeface="Calibri" panose="020F0502020204030204" pitchFamily="34" charset="0"/>
                <a:ea typeface="DengXian" panose="02010600030101010101" pitchFamily="2" charset="-122"/>
                <a:cs typeface="Cordia New" panose="020B0304020202020204" pitchFamily="34" charset="-34"/>
              </a:rPr>
              <a:t>China integration into </a:t>
            </a:r>
            <a:r>
              <a:rPr kumimoji="0" lang="en-US" altLang="zh-CN" sz="1200" b="0" i="0" u="none" strike="noStrike" kern="1200" cap="none" spc="0" normalizeH="0" baseline="0" noProof="0">
                <a:ln>
                  <a:noFill/>
                </a:ln>
                <a:solidFill>
                  <a:prstClr val="black">
                    <a:lumMod val="50000"/>
                    <a:lumOff val="50000"/>
                  </a:prstClr>
                </a:solidFill>
                <a:effectLst/>
                <a:uLnTx/>
                <a:uFillTx/>
                <a:latin typeface="Calibri" panose="020F0502020204030204" pitchFamily="34" charset="0"/>
                <a:ea typeface="DengXian" panose="02010600030101010101" pitchFamily="2" charset="-122"/>
                <a:cs typeface="Cordia New" panose="020B0304020202020204" pitchFamily="34" charset="-34"/>
              </a:rPr>
              <a:t>Ph2b was NOT supported by the Asset Team. To </a:t>
            </a:r>
            <a:r>
              <a:rPr kumimoji="0" lang="en-US" altLang="zh-CN" sz="1200" b="1" i="0" u="none" strike="noStrike" kern="1200" cap="none" spc="0" normalizeH="0" baseline="0" noProof="0">
                <a:ln>
                  <a:noFill/>
                </a:ln>
                <a:solidFill>
                  <a:prstClr val="black">
                    <a:lumMod val="50000"/>
                    <a:lumOff val="50000"/>
                  </a:prstClr>
                </a:solidFill>
                <a:effectLst/>
                <a:uLnTx/>
                <a:uFillTx/>
                <a:latin typeface="Calibri" panose="020F0502020204030204" pitchFamily="34" charset="0"/>
                <a:ea typeface="DengXian" panose="02010600030101010101" pitchFamily="2" charset="-122"/>
                <a:cs typeface="Cordia New" panose="020B0304020202020204" pitchFamily="34" charset="-34"/>
              </a:rPr>
              <a:t>keep the variability and complexity (and cost) low</a:t>
            </a:r>
            <a:r>
              <a:rPr kumimoji="0" lang="en-US" altLang="zh-CN" sz="1200" b="0" i="0" u="none" strike="noStrike" kern="1200" cap="none" spc="0" normalizeH="0" baseline="0" noProof="0">
                <a:ln>
                  <a:noFill/>
                </a:ln>
                <a:solidFill>
                  <a:prstClr val="black">
                    <a:lumMod val="50000"/>
                    <a:lumOff val="50000"/>
                  </a:prstClr>
                </a:solidFill>
                <a:effectLst/>
                <a:uLnTx/>
                <a:uFillTx/>
                <a:latin typeface="Calibri" panose="020F0502020204030204" pitchFamily="34" charset="0"/>
                <a:ea typeface="DengXian" panose="02010600030101010101" pitchFamily="2" charset="-122"/>
                <a:cs typeface="Cordia New" panose="020B0304020202020204" pitchFamily="34" charset="-34"/>
              </a:rPr>
              <a:t>, Ph2b will focus on limited countries.  </a:t>
            </a:r>
            <a:r>
              <a:rPr kumimoji="0" lang="en-US" sz="1200" b="0" i="0" u="none" strike="noStrike" kern="1200" cap="none" spc="0" normalizeH="0" baseline="0" noProof="0">
                <a:ln>
                  <a:noFill/>
                </a:ln>
                <a:solidFill>
                  <a:prstClr val="black">
                    <a:lumMod val="50000"/>
                    <a:lumOff val="50000"/>
                  </a:prstClr>
                </a:solidFill>
                <a:effectLst/>
                <a:uLnTx/>
                <a:uFillTx/>
                <a:latin typeface="Calibri" panose="020F0502020204030204" pitchFamily="34" charset="0"/>
                <a:ea typeface="DengXian" panose="02010600030101010101" pitchFamily="2" charset="-122"/>
                <a:cs typeface="Cordia New" panose="020B0304020202020204" pitchFamily="34" charset="-34"/>
              </a:rPr>
              <a:t>It was suggested by the Asset Team to look into ECR opportunities and pave the way for Ph3.</a:t>
            </a:r>
          </a:p>
        </p:txBody>
      </p:sp>
      <p:grpSp>
        <p:nvGrpSpPr>
          <p:cNvPr id="146" name="Group 145">
            <a:extLst>
              <a:ext uri="{FF2B5EF4-FFF2-40B4-BE49-F238E27FC236}">
                <a16:creationId xmlns:a16="http://schemas.microsoft.com/office/drawing/2014/main" id="{AF251BEC-4262-4BC5-A6DA-2EDA9ED0622A}"/>
              </a:ext>
            </a:extLst>
          </p:cNvPr>
          <p:cNvGrpSpPr/>
          <p:nvPr/>
        </p:nvGrpSpPr>
        <p:grpSpPr>
          <a:xfrm>
            <a:off x="3200343" y="3715494"/>
            <a:ext cx="540000" cy="421162"/>
            <a:chOff x="5379087" y="2394265"/>
            <a:chExt cx="540000" cy="421162"/>
          </a:xfrm>
        </p:grpSpPr>
        <p:sp>
          <p:nvSpPr>
            <p:cNvPr id="151" name="OTLSHAPE_M_39ea6ebc19a94c9fab6ef5006c31df58_Title">
              <a:extLst>
                <a:ext uri="{FF2B5EF4-FFF2-40B4-BE49-F238E27FC236}">
                  <a16:creationId xmlns:a16="http://schemas.microsoft.com/office/drawing/2014/main" id="{38A3D420-B1FA-46FF-8B26-C3454CD9F441}"/>
                </a:ext>
              </a:extLst>
            </p:cNvPr>
            <p:cNvSpPr txBox="1"/>
            <p:nvPr/>
          </p:nvSpPr>
          <p:spPr>
            <a:xfrm>
              <a:off x="5379087" y="2558947"/>
              <a:ext cx="540000" cy="256480"/>
            </a:xfrm>
            <a:prstGeom prst="rect">
              <a:avLst/>
            </a:prstGeom>
            <a:noFill/>
          </p:spPr>
          <p:txBody>
            <a:bodyPr vert="horz" wrap="squar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77" rtl="0" eaLnBrk="1" fontAlgn="auto" latinLnBrk="0" hangingPunct="1">
                <a:lnSpc>
                  <a:spcPts val="1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0000CC"/>
                  </a:solidFill>
                  <a:effectLst/>
                  <a:uLnTx/>
                  <a:uFillTx/>
                  <a:latin typeface="BISansCond" panose="02000006050000020004" pitchFamily="2" charset="0"/>
                  <a:ea typeface="等线" panose="02010600030101010101" pitchFamily="2" charset="-122"/>
                  <a:cs typeface="Calibri" panose="020F0502020204030204" pitchFamily="34" charset="0"/>
                </a:rPr>
                <a:t>PMDA mtg</a:t>
              </a:r>
            </a:p>
            <a:p>
              <a:pPr marL="0" marR="0" lvl="0" indent="0" algn="ctr" defTabSz="914377" rtl="0" eaLnBrk="1" fontAlgn="auto" latinLnBrk="0" hangingPunct="1">
                <a:lnSpc>
                  <a:spcPts val="1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0000CC"/>
                  </a:solidFill>
                  <a:effectLst/>
                  <a:uLnTx/>
                  <a:uFillTx/>
                  <a:latin typeface="BISansCond" panose="02000006050000020004" pitchFamily="2" charset="0"/>
                  <a:ea typeface="等线" panose="02010600030101010101" pitchFamily="2" charset="-122"/>
                  <a:cs typeface="Calibri" panose="020F0502020204030204" pitchFamily="34" charset="0"/>
                </a:rPr>
                <a:t>Jul’23</a:t>
              </a:r>
            </a:p>
          </p:txBody>
        </p:sp>
        <p:sp>
          <p:nvSpPr>
            <p:cNvPr id="152" name="流程图: 决策 145">
              <a:extLst>
                <a:ext uri="{FF2B5EF4-FFF2-40B4-BE49-F238E27FC236}">
                  <a16:creationId xmlns:a16="http://schemas.microsoft.com/office/drawing/2014/main" id="{0C1EF3D3-7139-48B9-8032-6CECE75EA8F5}"/>
                </a:ext>
              </a:extLst>
            </p:cNvPr>
            <p:cNvSpPr/>
            <p:nvPr/>
          </p:nvSpPr>
          <p:spPr>
            <a:xfrm>
              <a:off x="5591121" y="2394265"/>
              <a:ext cx="108000" cy="144000"/>
            </a:xfrm>
            <a:prstGeom prst="flowChartDecision">
              <a:avLst/>
            </a:prstGeom>
            <a:solidFill>
              <a:srgbClr val="FFC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FF0000"/>
                </a:solidFill>
                <a:effectLst/>
                <a:uLnTx/>
                <a:uFillTx/>
                <a:latin typeface="BISansOpti"/>
                <a:ea typeface="+mn-ea"/>
                <a:cs typeface="+mn-cs"/>
              </a:endParaRPr>
            </a:p>
          </p:txBody>
        </p:sp>
      </p:grpSp>
      <p:sp>
        <p:nvSpPr>
          <p:cNvPr id="158" name="TextBox 157">
            <a:extLst>
              <a:ext uri="{FF2B5EF4-FFF2-40B4-BE49-F238E27FC236}">
                <a16:creationId xmlns:a16="http://schemas.microsoft.com/office/drawing/2014/main" id="{4DBCB856-74B2-4224-A605-421FC18B54EF}"/>
              </a:ext>
            </a:extLst>
          </p:cNvPr>
          <p:cNvSpPr txBox="1"/>
          <p:nvPr/>
        </p:nvSpPr>
        <p:spPr>
          <a:xfrm>
            <a:off x="227277" y="3778304"/>
            <a:ext cx="1022400" cy="256545"/>
          </a:xfrm>
          <a:prstGeom prst="rect">
            <a:avLst/>
          </a:prstGeom>
          <a:noFill/>
          <a:ln>
            <a:solidFill>
              <a:schemeClr val="accent1"/>
            </a:solidFill>
          </a:ln>
        </p:spPr>
        <p:txBody>
          <a:bodyPr wrap="square" lIns="0" tIns="45720" rIns="0" bIns="45720" rtlCol="0" anchor="ctr">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Japan </a:t>
            </a:r>
          </a:p>
        </p:txBody>
      </p:sp>
      <p:sp>
        <p:nvSpPr>
          <p:cNvPr id="159" name="OTLSHAPE_T_5a934a26f311425e8ebaa0f45e6533ad_Shape">
            <a:extLst>
              <a:ext uri="{FF2B5EF4-FFF2-40B4-BE49-F238E27FC236}">
                <a16:creationId xmlns:a16="http://schemas.microsoft.com/office/drawing/2014/main" id="{95B4917C-2F87-454E-B516-405DA0550B4A}"/>
              </a:ext>
            </a:extLst>
          </p:cNvPr>
          <p:cNvSpPr/>
          <p:nvPr>
            <p:custDataLst>
              <p:tags r:id="rId2"/>
            </p:custDataLst>
          </p:nvPr>
        </p:nvSpPr>
        <p:spPr bwMode="auto">
          <a:xfrm>
            <a:off x="9961314" y="5571277"/>
            <a:ext cx="1280160" cy="274320"/>
          </a:xfrm>
          <a:prstGeom prst="roundRect">
            <a:avLst/>
          </a:prstGeom>
          <a:solidFill>
            <a:schemeClr val="tx1">
              <a:lumMod val="50000"/>
              <a:lumOff val="50000"/>
              <a:alpha val="20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0" tIns="45720" rIns="0" bIns="45720" numCol="1" rtlCol="0" anchor="ctr"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9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Phase 3</a:t>
            </a:r>
            <a:endParaRPr kumimoji="0" lang="en-US" altLang="zh-CN" sz="900" b="1" i="0" u="none" strike="noStrike" kern="1200" cap="none" spc="-7" normalizeH="0" baseline="0" noProof="0">
              <a:ln>
                <a:noFill/>
              </a:ln>
              <a:solidFill>
                <a:prstClr val="black"/>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3" name="TextBox 2">
            <a:extLst>
              <a:ext uri="{FF2B5EF4-FFF2-40B4-BE49-F238E27FC236}">
                <a16:creationId xmlns:a16="http://schemas.microsoft.com/office/drawing/2014/main" id="{63119D9D-80E1-D86B-BBDC-FF7ED13A9C95}"/>
              </a:ext>
            </a:extLst>
          </p:cNvPr>
          <p:cNvSpPr txBox="1"/>
          <p:nvPr/>
        </p:nvSpPr>
        <p:spPr>
          <a:xfrm>
            <a:off x="5579414" y="1862866"/>
            <a:ext cx="5903737" cy="1015663"/>
          </a:xfrm>
          <a:prstGeom prst="rect">
            <a:avLst/>
          </a:prstGeom>
          <a:solidFill>
            <a:schemeClr val="accent1">
              <a:lumMod val="20000"/>
              <a:lumOff val="80000"/>
            </a:schemeClr>
          </a:solidFill>
          <a:ln>
            <a:solidFill>
              <a:srgbClr val="0000CC"/>
            </a:solidFill>
            <a:prstDash val="sysDot"/>
          </a:ln>
        </p:spPr>
        <p:txBody>
          <a:bodyPr wrap="square" rtlCol="0">
            <a:spAutoFit/>
          </a:bodyPr>
          <a:lstStyle/>
          <a:p>
            <a:pPr marL="171450" marR="0" lvl="0" indent="-171450">
              <a:spcBef>
                <a:spcPts val="0"/>
              </a:spcBef>
              <a:spcAft>
                <a:spcPts val="0"/>
              </a:spcAft>
              <a:buFont typeface="Arial" panose="020B0604020202020204" pitchFamily="34" charset="0"/>
              <a:buChar char="•"/>
            </a:pPr>
            <a:r>
              <a:rPr lang="en-US" sz="1200">
                <a:solidFill>
                  <a:srgbClr val="000000"/>
                </a:solidFill>
                <a:latin typeface="Calibri" panose="020F0502020204030204" pitchFamily="34" charset="0"/>
                <a:ea typeface="DengXian" panose="02010600030101010101" pitchFamily="2" charset="-122"/>
                <a:cs typeface="Cordia New" panose="020B0304020202020204" pitchFamily="34" charset="-34"/>
              </a:rPr>
              <a:t>Ph1/2a </a:t>
            </a:r>
            <a:r>
              <a:rPr lang="en-US" altLang="zh-CN" sz="1200">
                <a:solidFill>
                  <a:srgbClr val="000000"/>
                </a:solidFill>
                <a:latin typeface="Calibri" panose="020F0502020204030204" pitchFamily="34" charset="0"/>
                <a:ea typeface="DengXian" panose="02010600030101010101" pitchFamily="2" charset="-122"/>
                <a:cs typeface="Cordia New" panose="020B0304020202020204" pitchFamily="34" charset="-34"/>
              </a:rPr>
              <a:t>completed for both </a:t>
            </a:r>
            <a:r>
              <a:rPr lang="en-US" sz="1200">
                <a:solidFill>
                  <a:srgbClr val="000000"/>
                </a:solidFill>
                <a:latin typeface="Calibri" panose="020F0502020204030204" pitchFamily="34" charset="0"/>
                <a:ea typeface="DengXian" panose="02010600030101010101" pitchFamily="2" charset="-122"/>
                <a:cs typeface="Cordia New" panose="020B0304020202020204" pitchFamily="34" charset="-34"/>
              </a:rPr>
              <a:t>aSema3A &amp; aNRP1</a:t>
            </a:r>
          </a:p>
          <a:p>
            <a:pPr marL="171450" marR="0" lvl="0" indent="-171450">
              <a:spcBef>
                <a:spcPts val="0"/>
              </a:spcBef>
              <a:spcAft>
                <a:spcPts val="0"/>
              </a:spcAft>
              <a:buFont typeface="Arial" panose="020B0604020202020204" pitchFamily="34" charset="0"/>
              <a:buChar char="•"/>
            </a:pPr>
            <a:r>
              <a:rPr lang="en-US" sz="1200">
                <a:solidFill>
                  <a:srgbClr val="000000"/>
                </a:solidFill>
                <a:latin typeface="Calibri" panose="020F0502020204030204" pitchFamily="34" charset="0"/>
                <a:ea typeface="DengXian" panose="02010600030101010101" pitchFamily="2" charset="-122"/>
                <a:cs typeface="Cordia New" panose="020B0304020202020204" pitchFamily="34" charset="-34"/>
              </a:rPr>
              <a:t>Data analysis ongoing, TLR of anti-SEMA 3A available at end of Jun’23</a:t>
            </a:r>
          </a:p>
          <a:p>
            <a:pPr marL="171450" marR="0" lvl="0" indent="-171450">
              <a:spcBef>
                <a:spcPts val="0"/>
              </a:spcBef>
              <a:spcAft>
                <a:spcPts val="0"/>
              </a:spcAft>
              <a:buFont typeface="Arial" panose="020B0604020202020204" pitchFamily="34" charset="0"/>
              <a:buChar char="•"/>
            </a:pPr>
            <a:r>
              <a:rPr lang="en-US" sz="1200">
                <a:solidFill>
                  <a:srgbClr val="000000"/>
                </a:solidFill>
                <a:latin typeface="Calibri" panose="020F0502020204030204" pitchFamily="34" charset="0"/>
                <a:ea typeface="DengXian" panose="02010600030101010101" pitchFamily="2" charset="-122"/>
                <a:cs typeface="Cordia New" panose="020B0304020202020204" pitchFamily="34" charset="-34"/>
              </a:rPr>
              <a:t>TDO for Phase IIb close to finalization </a:t>
            </a:r>
          </a:p>
          <a:p>
            <a:pPr marL="171450" marR="0" lvl="0" indent="-171450">
              <a:spcBef>
                <a:spcPts val="0"/>
              </a:spcBef>
              <a:spcAft>
                <a:spcPts val="0"/>
              </a:spcAft>
              <a:buFont typeface="Arial" panose="020B0604020202020204" pitchFamily="34" charset="0"/>
              <a:buChar char="•"/>
            </a:pPr>
            <a:r>
              <a:rPr lang="en-US" sz="1200">
                <a:solidFill>
                  <a:srgbClr val="000000"/>
                </a:solidFill>
                <a:latin typeface="Calibri" panose="020F0502020204030204" pitchFamily="34" charset="0"/>
                <a:ea typeface="DengXian" panose="02010600030101010101" pitchFamily="2" charset="-122"/>
                <a:cs typeface="Cordia New" panose="020B0304020202020204" pitchFamily="34" charset="-34"/>
              </a:rPr>
              <a:t>PMDA agreed the SRI strategy before Ph2b. FDA disagreed to use Sham in Ph3 and not recommend for Ph2. </a:t>
            </a:r>
          </a:p>
        </p:txBody>
      </p:sp>
    </p:spTree>
    <p:extLst>
      <p:ext uri="{BB962C8B-B14F-4D97-AF65-F5344CB8AC3E}">
        <p14:creationId xmlns:p14="http://schemas.microsoft.com/office/powerpoint/2010/main" val="1014255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3" name="TextBox 222">
            <a:extLst>
              <a:ext uri="{FF2B5EF4-FFF2-40B4-BE49-F238E27FC236}">
                <a16:creationId xmlns:a16="http://schemas.microsoft.com/office/drawing/2014/main" id="{C167302F-8FF6-4296-8802-87ED45C38548}"/>
              </a:ext>
            </a:extLst>
          </p:cNvPr>
          <p:cNvSpPr txBox="1"/>
          <p:nvPr/>
        </p:nvSpPr>
        <p:spPr>
          <a:xfrm>
            <a:off x="318665" y="5351165"/>
            <a:ext cx="864000" cy="253074"/>
          </a:xfrm>
          <a:prstGeom prst="rect">
            <a:avLst/>
          </a:prstGeom>
          <a:noFill/>
          <a:ln>
            <a:solidFill>
              <a:schemeClr val="accent1"/>
            </a:solidFill>
          </a:ln>
        </p:spPr>
        <p:txBody>
          <a:bodyPr wrap="square" lIns="36000" tIns="36000" rIns="36000" bIns="36000" rtlCol="0" anchor="ctr">
            <a:spAutoFit/>
          </a:bodyPr>
          <a:lstStyle/>
          <a:p>
            <a:pPr marL="0" marR="0" lvl="0" indent="0" algn="ctr" defTabSz="914377" rtl="0" eaLnBrk="1" fontAlgn="auto" latinLnBrk="0" hangingPunct="1">
              <a:lnSpc>
                <a:spcPts val="15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0066CC"/>
                </a:solidFill>
                <a:effectLst/>
                <a:uLnTx/>
                <a:uFillTx/>
                <a:latin typeface="Calibri" panose="020F0502020204030204" pitchFamily="34" charset="0"/>
                <a:ea typeface="等线" panose="02010600030101010101" pitchFamily="2" charset="-122"/>
                <a:cs typeface="Calibri" panose="020F0502020204030204" pitchFamily="34" charset="0"/>
              </a:rPr>
              <a:t>Ph2: 1485.6</a:t>
            </a:r>
          </a:p>
        </p:txBody>
      </p:sp>
      <p:sp>
        <p:nvSpPr>
          <p:cNvPr id="4" name="灯片编号占位符 3"/>
          <p:cNvSpPr>
            <a:spLocks noGrp="1"/>
          </p:cNvSpPr>
          <p:nvPr>
            <p:ph type="sldNum" sz="quarter" idx="12"/>
          </p:nvPr>
        </p:nvSpPr>
        <p:spPr>
          <a:xfrm>
            <a:off x="11616406" y="6526279"/>
            <a:ext cx="468000" cy="205184"/>
          </a:xfrm>
        </p:spPr>
        <p:txBody>
          <a:bodyPr/>
          <a:lstStyle/>
          <a:p>
            <a:pPr marL="0" marR="0" lvl="0" indent="0" algn="r" defTabSz="914377" rtl="0" eaLnBrk="1" fontAlgn="auto" latinLnBrk="0" hangingPunct="1">
              <a:lnSpc>
                <a:spcPct val="100000"/>
              </a:lnSpc>
              <a:spcBef>
                <a:spcPts val="0"/>
              </a:spcBef>
              <a:spcAft>
                <a:spcPts val="0"/>
              </a:spcAft>
              <a:buClrTx/>
              <a:buSzTx/>
              <a:buFontTx/>
              <a:buNone/>
              <a:tabLst/>
              <a:defRPr/>
            </a:pPr>
            <a:fld id="{143B55C4-4F5A-416B-997D-6CE47EB0A945}" type="slidenum">
              <a:rPr kumimoji="0" lang="en-GB" sz="1200" b="0" i="0" u="none" strike="noStrike" kern="1200" cap="none" spc="0" normalizeH="0" baseline="0" noProof="0">
                <a:ln>
                  <a:noFill/>
                </a:ln>
                <a:solidFill>
                  <a:srgbClr val="FFFFFF">
                    <a:lumMod val="50000"/>
                  </a:srgbClr>
                </a:solidFill>
                <a:effectLst/>
                <a:uLnTx/>
                <a:uFillTx/>
                <a:latin typeface="等线" panose="020F0502020204030204"/>
                <a:ea typeface="+mn-ea"/>
                <a:cs typeface="+mn-cs"/>
              </a:rPr>
              <a:pPr marL="0" marR="0" lvl="0" indent="0" algn="r" defTabSz="914377"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srgbClr val="FFFFFF">
                  <a:lumMod val="50000"/>
                </a:srgbClr>
              </a:solidFill>
              <a:effectLst/>
              <a:uLnTx/>
              <a:uFillTx/>
              <a:latin typeface="等线" panose="020F0502020204030204"/>
              <a:ea typeface="+mn-ea"/>
              <a:cs typeface="+mn-cs"/>
            </a:endParaRPr>
          </a:p>
        </p:txBody>
      </p:sp>
      <p:graphicFrame>
        <p:nvGraphicFramePr>
          <p:cNvPr id="6" name="Table 3">
            <a:extLst>
              <a:ext uri="{FF2B5EF4-FFF2-40B4-BE49-F238E27FC236}">
                <a16:creationId xmlns:a16="http://schemas.microsoft.com/office/drawing/2014/main" id="{EB1832F7-86BE-4DEE-91F1-447638E4A957}"/>
              </a:ext>
            </a:extLst>
          </p:cNvPr>
          <p:cNvGraphicFramePr>
            <a:graphicFrameLocks noGrp="1"/>
          </p:cNvGraphicFramePr>
          <p:nvPr/>
        </p:nvGraphicFramePr>
        <p:xfrm>
          <a:off x="1160426" y="1013965"/>
          <a:ext cx="10958400" cy="619080"/>
        </p:xfrm>
        <a:graphic>
          <a:graphicData uri="http://schemas.openxmlformats.org/drawingml/2006/table">
            <a:tbl>
              <a:tblPr firstRow="1" bandRow="1"/>
              <a:tblGrid>
                <a:gridCol w="381600">
                  <a:extLst>
                    <a:ext uri="{9D8B030D-6E8A-4147-A177-3AD203B41FA5}">
                      <a16:colId xmlns:a16="http://schemas.microsoft.com/office/drawing/2014/main" val="3411862845"/>
                    </a:ext>
                  </a:extLst>
                </a:gridCol>
                <a:gridCol w="381600">
                  <a:extLst>
                    <a:ext uri="{9D8B030D-6E8A-4147-A177-3AD203B41FA5}">
                      <a16:colId xmlns:a16="http://schemas.microsoft.com/office/drawing/2014/main" val="2851474774"/>
                    </a:ext>
                  </a:extLst>
                </a:gridCol>
                <a:gridCol w="381600">
                  <a:extLst>
                    <a:ext uri="{9D8B030D-6E8A-4147-A177-3AD203B41FA5}">
                      <a16:colId xmlns:a16="http://schemas.microsoft.com/office/drawing/2014/main" val="107595344"/>
                    </a:ext>
                  </a:extLst>
                </a:gridCol>
                <a:gridCol w="381600">
                  <a:extLst>
                    <a:ext uri="{9D8B030D-6E8A-4147-A177-3AD203B41FA5}">
                      <a16:colId xmlns:a16="http://schemas.microsoft.com/office/drawing/2014/main" val="1666999431"/>
                    </a:ext>
                  </a:extLst>
                </a:gridCol>
                <a:gridCol w="381600">
                  <a:extLst>
                    <a:ext uri="{9D8B030D-6E8A-4147-A177-3AD203B41FA5}">
                      <a16:colId xmlns:a16="http://schemas.microsoft.com/office/drawing/2014/main" val="3696607442"/>
                    </a:ext>
                  </a:extLst>
                </a:gridCol>
                <a:gridCol w="381600">
                  <a:extLst>
                    <a:ext uri="{9D8B030D-6E8A-4147-A177-3AD203B41FA5}">
                      <a16:colId xmlns:a16="http://schemas.microsoft.com/office/drawing/2014/main" val="223989776"/>
                    </a:ext>
                  </a:extLst>
                </a:gridCol>
                <a:gridCol w="381600">
                  <a:extLst>
                    <a:ext uri="{9D8B030D-6E8A-4147-A177-3AD203B41FA5}">
                      <a16:colId xmlns:a16="http://schemas.microsoft.com/office/drawing/2014/main" val="124731204"/>
                    </a:ext>
                  </a:extLst>
                </a:gridCol>
                <a:gridCol w="381600">
                  <a:extLst>
                    <a:ext uri="{9D8B030D-6E8A-4147-A177-3AD203B41FA5}">
                      <a16:colId xmlns:a16="http://schemas.microsoft.com/office/drawing/2014/main" val="3066978585"/>
                    </a:ext>
                  </a:extLst>
                </a:gridCol>
                <a:gridCol w="381600">
                  <a:extLst>
                    <a:ext uri="{9D8B030D-6E8A-4147-A177-3AD203B41FA5}">
                      <a16:colId xmlns:a16="http://schemas.microsoft.com/office/drawing/2014/main" val="1064917641"/>
                    </a:ext>
                  </a:extLst>
                </a:gridCol>
                <a:gridCol w="381600">
                  <a:extLst>
                    <a:ext uri="{9D8B030D-6E8A-4147-A177-3AD203B41FA5}">
                      <a16:colId xmlns:a16="http://schemas.microsoft.com/office/drawing/2014/main" val="4221117315"/>
                    </a:ext>
                  </a:extLst>
                </a:gridCol>
                <a:gridCol w="381600">
                  <a:extLst>
                    <a:ext uri="{9D8B030D-6E8A-4147-A177-3AD203B41FA5}">
                      <a16:colId xmlns:a16="http://schemas.microsoft.com/office/drawing/2014/main" val="3266065341"/>
                    </a:ext>
                  </a:extLst>
                </a:gridCol>
                <a:gridCol w="381600">
                  <a:extLst>
                    <a:ext uri="{9D8B030D-6E8A-4147-A177-3AD203B41FA5}">
                      <a16:colId xmlns:a16="http://schemas.microsoft.com/office/drawing/2014/main" val="2374051224"/>
                    </a:ext>
                  </a:extLst>
                </a:gridCol>
                <a:gridCol w="381600">
                  <a:extLst>
                    <a:ext uri="{9D8B030D-6E8A-4147-A177-3AD203B41FA5}">
                      <a16:colId xmlns:a16="http://schemas.microsoft.com/office/drawing/2014/main" val="1840388365"/>
                    </a:ext>
                  </a:extLst>
                </a:gridCol>
                <a:gridCol w="381600">
                  <a:extLst>
                    <a:ext uri="{9D8B030D-6E8A-4147-A177-3AD203B41FA5}">
                      <a16:colId xmlns:a16="http://schemas.microsoft.com/office/drawing/2014/main" val="267750830"/>
                    </a:ext>
                  </a:extLst>
                </a:gridCol>
                <a:gridCol w="381600">
                  <a:extLst>
                    <a:ext uri="{9D8B030D-6E8A-4147-A177-3AD203B41FA5}">
                      <a16:colId xmlns:a16="http://schemas.microsoft.com/office/drawing/2014/main" val="3966469970"/>
                    </a:ext>
                  </a:extLst>
                </a:gridCol>
                <a:gridCol w="381600">
                  <a:extLst>
                    <a:ext uri="{9D8B030D-6E8A-4147-A177-3AD203B41FA5}">
                      <a16:colId xmlns:a16="http://schemas.microsoft.com/office/drawing/2014/main" val="2522973146"/>
                    </a:ext>
                  </a:extLst>
                </a:gridCol>
                <a:gridCol w="381600">
                  <a:extLst>
                    <a:ext uri="{9D8B030D-6E8A-4147-A177-3AD203B41FA5}">
                      <a16:colId xmlns:a16="http://schemas.microsoft.com/office/drawing/2014/main" val="3693171466"/>
                    </a:ext>
                  </a:extLst>
                </a:gridCol>
                <a:gridCol w="381600">
                  <a:extLst>
                    <a:ext uri="{9D8B030D-6E8A-4147-A177-3AD203B41FA5}">
                      <a16:colId xmlns:a16="http://schemas.microsoft.com/office/drawing/2014/main" val="3211326045"/>
                    </a:ext>
                  </a:extLst>
                </a:gridCol>
                <a:gridCol w="381600">
                  <a:extLst>
                    <a:ext uri="{9D8B030D-6E8A-4147-A177-3AD203B41FA5}">
                      <a16:colId xmlns:a16="http://schemas.microsoft.com/office/drawing/2014/main" val="2124134441"/>
                    </a:ext>
                  </a:extLst>
                </a:gridCol>
                <a:gridCol w="381600">
                  <a:extLst>
                    <a:ext uri="{9D8B030D-6E8A-4147-A177-3AD203B41FA5}">
                      <a16:colId xmlns:a16="http://schemas.microsoft.com/office/drawing/2014/main" val="2270418739"/>
                    </a:ext>
                  </a:extLst>
                </a:gridCol>
                <a:gridCol w="381600">
                  <a:extLst>
                    <a:ext uri="{9D8B030D-6E8A-4147-A177-3AD203B41FA5}">
                      <a16:colId xmlns:a16="http://schemas.microsoft.com/office/drawing/2014/main" val="246377757"/>
                    </a:ext>
                  </a:extLst>
                </a:gridCol>
                <a:gridCol w="381600">
                  <a:extLst>
                    <a:ext uri="{9D8B030D-6E8A-4147-A177-3AD203B41FA5}">
                      <a16:colId xmlns:a16="http://schemas.microsoft.com/office/drawing/2014/main" val="3502705819"/>
                    </a:ext>
                  </a:extLst>
                </a:gridCol>
                <a:gridCol w="381600">
                  <a:extLst>
                    <a:ext uri="{9D8B030D-6E8A-4147-A177-3AD203B41FA5}">
                      <a16:colId xmlns:a16="http://schemas.microsoft.com/office/drawing/2014/main" val="1854502148"/>
                    </a:ext>
                  </a:extLst>
                </a:gridCol>
                <a:gridCol w="381600">
                  <a:extLst>
                    <a:ext uri="{9D8B030D-6E8A-4147-A177-3AD203B41FA5}">
                      <a16:colId xmlns:a16="http://schemas.microsoft.com/office/drawing/2014/main" val="2585931230"/>
                    </a:ext>
                  </a:extLst>
                </a:gridCol>
                <a:gridCol w="360000">
                  <a:extLst>
                    <a:ext uri="{9D8B030D-6E8A-4147-A177-3AD203B41FA5}">
                      <a16:colId xmlns:a16="http://schemas.microsoft.com/office/drawing/2014/main" val="9602053"/>
                    </a:ext>
                  </a:extLst>
                </a:gridCol>
                <a:gridCol w="360000">
                  <a:extLst>
                    <a:ext uri="{9D8B030D-6E8A-4147-A177-3AD203B41FA5}">
                      <a16:colId xmlns:a16="http://schemas.microsoft.com/office/drawing/2014/main" val="3694558096"/>
                    </a:ext>
                  </a:extLst>
                </a:gridCol>
                <a:gridCol w="360000">
                  <a:extLst>
                    <a:ext uri="{9D8B030D-6E8A-4147-A177-3AD203B41FA5}">
                      <a16:colId xmlns:a16="http://schemas.microsoft.com/office/drawing/2014/main" val="1400688818"/>
                    </a:ext>
                  </a:extLst>
                </a:gridCol>
                <a:gridCol w="360000">
                  <a:extLst>
                    <a:ext uri="{9D8B030D-6E8A-4147-A177-3AD203B41FA5}">
                      <a16:colId xmlns:a16="http://schemas.microsoft.com/office/drawing/2014/main" val="3085416107"/>
                    </a:ext>
                  </a:extLst>
                </a:gridCol>
                <a:gridCol w="360000">
                  <a:extLst>
                    <a:ext uri="{9D8B030D-6E8A-4147-A177-3AD203B41FA5}">
                      <a16:colId xmlns:a16="http://schemas.microsoft.com/office/drawing/2014/main" val="4073823529"/>
                    </a:ext>
                  </a:extLst>
                </a:gridCol>
              </a:tblGrid>
              <a:tr h="259080">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solidFill>
                            <a:schemeClr val="bg1"/>
                          </a:solidFill>
                          <a:latin typeface="Arial" panose="020B0604020202020204" pitchFamily="34" charset="0"/>
                          <a:cs typeface="Arial" panose="020B0604020202020204" pitchFamily="34" charset="0"/>
                        </a:rPr>
                        <a:t>2022</a:t>
                      </a:r>
                      <a:endParaRPr lang="zh-CN" altLang="en-US" sz="1100" b="1">
                        <a:solidFill>
                          <a:schemeClr val="bg1"/>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2023</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2024</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2031</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2032</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60000">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Q1</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Q2</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endParaRPr lang="zh-CN" altLang="en-US"/>
                    </a:p>
                  </a:txBody>
                  <a:tcPr/>
                </a:tc>
                <a:extLst>
                  <a:ext uri="{0D108BD9-81ED-4DB2-BD59-A6C34878D82A}">
                    <a16:rowId xmlns:a16="http://schemas.microsoft.com/office/drawing/2014/main" val="2722476245"/>
                  </a:ext>
                </a:extLst>
              </a:tr>
            </a:tbl>
          </a:graphicData>
        </a:graphic>
      </p:graphicFrame>
      <p:grpSp>
        <p:nvGrpSpPr>
          <p:cNvPr id="26" name="Group 25">
            <a:extLst>
              <a:ext uri="{FF2B5EF4-FFF2-40B4-BE49-F238E27FC236}">
                <a16:creationId xmlns:a16="http://schemas.microsoft.com/office/drawing/2014/main" id="{506EDABA-7A34-401F-AA2A-61BA2569212B}"/>
              </a:ext>
            </a:extLst>
          </p:cNvPr>
          <p:cNvGrpSpPr/>
          <p:nvPr/>
        </p:nvGrpSpPr>
        <p:grpSpPr>
          <a:xfrm>
            <a:off x="11470112" y="3359760"/>
            <a:ext cx="441959" cy="519246"/>
            <a:chOff x="11719560" y="2304172"/>
            <a:chExt cx="441959" cy="519246"/>
          </a:xfrm>
        </p:grpSpPr>
        <p:sp>
          <p:nvSpPr>
            <p:cNvPr id="49" name="OTLSHAPE_M_39ea6ebc19a94c9fab6ef5006c31df58_Title">
              <a:extLst>
                <a:ext uri="{FF2B5EF4-FFF2-40B4-BE49-F238E27FC236}">
                  <a16:creationId xmlns:a16="http://schemas.microsoft.com/office/drawing/2014/main" id="{90B8C819-3C78-4A88-A866-5DA965418DB0}"/>
                </a:ext>
              </a:extLst>
            </p:cNvPr>
            <p:cNvSpPr txBox="1"/>
            <p:nvPr>
              <p:custDataLst>
                <p:tags r:id="rId10"/>
              </p:custDataLst>
            </p:nvPr>
          </p:nvSpPr>
          <p:spPr>
            <a:xfrm>
              <a:off x="11719560" y="2492118"/>
              <a:ext cx="441959" cy="331300"/>
            </a:xfrm>
            <a:prstGeom prst="rect">
              <a:avLst/>
            </a:prstGeom>
            <a:noFill/>
          </p:spPr>
          <p:txBody>
            <a:bodyPr vert="horz" wrap="square" lIns="36000" tIns="36000" rIns="36000" bIns="36000" rtlCol="0" anchor="ctr" anchorCtr="0">
              <a:spAutoFit/>
            </a:bodyPr>
            <a:lstStyle/>
            <a:p>
              <a:pPr marL="0" marR="0" lvl="0" indent="0" algn="ctr" defTabSz="914377" rtl="0" eaLnBrk="1" fontAlgn="auto" latinLnBrk="0" hangingPunct="1">
                <a:lnSpc>
                  <a:spcPts val="1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NDA-a</a:t>
              </a:r>
            </a:p>
            <a:p>
              <a:pPr marL="0" marR="0" lvl="0" indent="0" algn="ctr" defTabSz="914377" rtl="0" eaLnBrk="1" fontAlgn="auto" latinLnBrk="0" hangingPunct="1">
                <a:lnSpc>
                  <a:spcPts val="1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Oct</a:t>
              </a:r>
              <a:r>
                <a:rPr kumimoji="0" lang="zh-CN" altLang="en-US" sz="10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a:t>
              </a:r>
              <a:r>
                <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31</a:t>
              </a:r>
            </a:p>
          </p:txBody>
        </p:sp>
        <p:sp>
          <p:nvSpPr>
            <p:cNvPr id="50" name="五角星 55"/>
            <p:cNvSpPr/>
            <p:nvPr/>
          </p:nvSpPr>
          <p:spPr bwMode="auto">
            <a:xfrm>
              <a:off x="11861375" y="2304172"/>
              <a:ext cx="203981" cy="179684"/>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r" defTabSz="914377"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等线" panose="02010600030101010101" pitchFamily="2" charset="-122"/>
                <a:cs typeface="+mn-cs"/>
              </a:endParaRPr>
            </a:p>
          </p:txBody>
        </p:sp>
      </p:grpSp>
      <p:grpSp>
        <p:nvGrpSpPr>
          <p:cNvPr id="13" name="Group 12">
            <a:extLst>
              <a:ext uri="{FF2B5EF4-FFF2-40B4-BE49-F238E27FC236}">
                <a16:creationId xmlns:a16="http://schemas.microsoft.com/office/drawing/2014/main" id="{043AA9A8-BFF4-4FED-9CA9-DD3D5400AAF4}"/>
              </a:ext>
            </a:extLst>
          </p:cNvPr>
          <p:cNvGrpSpPr/>
          <p:nvPr/>
        </p:nvGrpSpPr>
        <p:grpSpPr>
          <a:xfrm>
            <a:off x="4077791" y="813337"/>
            <a:ext cx="422873" cy="5918126"/>
            <a:chOff x="3779964" y="890626"/>
            <a:chExt cx="422873" cy="5918126"/>
          </a:xfrm>
        </p:grpSpPr>
        <p:cxnSp>
          <p:nvCxnSpPr>
            <p:cNvPr id="11" name="Straight Connector 10">
              <a:extLst>
                <a:ext uri="{FF2B5EF4-FFF2-40B4-BE49-F238E27FC236}">
                  <a16:creationId xmlns:a16="http://schemas.microsoft.com/office/drawing/2014/main" id="{185B2E1C-F822-4D73-A9AB-A7348DE09DE0}"/>
                </a:ext>
              </a:extLst>
            </p:cNvPr>
            <p:cNvCxnSpPr/>
            <p:nvPr/>
          </p:nvCxnSpPr>
          <p:spPr>
            <a:xfrm>
              <a:off x="4003645" y="1048752"/>
              <a:ext cx="0" cy="5760000"/>
            </a:xfrm>
            <a:prstGeom prst="line">
              <a:avLst/>
            </a:prstGeom>
            <a:ln w="12700">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D39A5955-EC7C-4508-BE10-7ED9BC445A3E}"/>
                </a:ext>
              </a:extLst>
            </p:cNvPr>
            <p:cNvSpPr txBox="1"/>
            <p:nvPr/>
          </p:nvSpPr>
          <p:spPr>
            <a:xfrm>
              <a:off x="3779964" y="890626"/>
              <a:ext cx="422873" cy="205121"/>
            </a:xfrm>
            <a:prstGeom prst="rect">
              <a:avLst/>
            </a:prstGeom>
            <a:noFill/>
          </p:spPr>
          <p:txBody>
            <a:bodyPr wrap="none" lIns="0" tIns="0" rIns="0" bIns="0" rtlCol="0">
              <a:spAutoFit/>
            </a:bodyPr>
            <a:lstStyle/>
            <a:p>
              <a:pPr marL="0" marR="0" lvl="0" indent="0" algn="l" defTabSz="914377" rtl="0" eaLnBrk="1" fontAlgn="auto" latinLnBrk="0" hangingPunct="1">
                <a:lnSpc>
                  <a:spcPct val="100000"/>
                </a:lnSpc>
                <a:spcBef>
                  <a:spcPts val="0"/>
                </a:spcBef>
                <a:spcAft>
                  <a:spcPts val="0"/>
                </a:spcAft>
                <a:buClrTx/>
                <a:buSzTx/>
                <a:buFontTx/>
                <a:buNone/>
                <a:tabLst/>
                <a:defRPr/>
              </a:pPr>
              <a:r>
                <a:rPr kumimoji="0" lang="en-US" altLang="zh-CN" sz="1333" b="1" i="0" u="none" strike="noStrike" kern="1200" cap="none" spc="0" normalizeH="0" baseline="0" noProof="0">
                  <a:ln>
                    <a:noFill/>
                  </a:ln>
                  <a:solidFill>
                    <a:srgbClr val="FFFFFF"/>
                  </a:solidFill>
                  <a:effectLst/>
                  <a:highlight>
                    <a:srgbClr val="FF0000"/>
                  </a:highlight>
                  <a:uLnTx/>
                  <a:uFillTx/>
                  <a:latin typeface="BISansOpti"/>
                  <a:ea typeface="等线" panose="02010600030101010101" pitchFamily="2" charset="-122"/>
                  <a:cs typeface="+mn-cs"/>
                </a:rPr>
                <a:t>today</a:t>
              </a:r>
              <a:endParaRPr kumimoji="0" lang="zh-CN" altLang="en-US" sz="1333" b="1" i="0" u="none" strike="noStrike" kern="1200" cap="none" spc="0" normalizeH="0" baseline="0" noProof="0">
                <a:ln>
                  <a:noFill/>
                </a:ln>
                <a:solidFill>
                  <a:srgbClr val="FFFFFF"/>
                </a:solidFill>
                <a:effectLst/>
                <a:highlight>
                  <a:srgbClr val="FF0000"/>
                </a:highlight>
                <a:uLnTx/>
                <a:uFillTx/>
                <a:latin typeface="BISansOpti"/>
                <a:ea typeface="等线" panose="02010600030101010101" pitchFamily="2" charset="-122"/>
                <a:cs typeface="+mn-cs"/>
              </a:endParaRPr>
            </a:p>
          </p:txBody>
        </p:sp>
      </p:grpSp>
      <p:pic>
        <p:nvPicPr>
          <p:cNvPr id="48" name="Picture 47">
            <a:extLst>
              <a:ext uri="{FF2B5EF4-FFF2-40B4-BE49-F238E27FC236}">
                <a16:creationId xmlns:a16="http://schemas.microsoft.com/office/drawing/2014/main" id="{166DEB9A-38CD-4246-ADF4-CF54ACE35DF3}"/>
              </a:ext>
            </a:extLst>
          </p:cNvPr>
          <p:cNvPicPr>
            <a:picLocks noChangeAspect="1"/>
          </p:cNvPicPr>
          <p:nvPr/>
        </p:nvPicPr>
        <p:blipFill>
          <a:blip r:embed="rId13"/>
          <a:stretch>
            <a:fillRect/>
          </a:stretch>
        </p:blipFill>
        <p:spPr>
          <a:xfrm>
            <a:off x="-29659" y="1431088"/>
            <a:ext cx="1188000" cy="581361"/>
          </a:xfrm>
          <a:prstGeom prst="rect">
            <a:avLst/>
          </a:prstGeom>
        </p:spPr>
      </p:pic>
      <p:grpSp>
        <p:nvGrpSpPr>
          <p:cNvPr id="28" name="Group 27">
            <a:extLst>
              <a:ext uri="{FF2B5EF4-FFF2-40B4-BE49-F238E27FC236}">
                <a16:creationId xmlns:a16="http://schemas.microsoft.com/office/drawing/2014/main" id="{66E9238F-25D4-4725-B7E4-737CFB04D40A}"/>
              </a:ext>
            </a:extLst>
          </p:cNvPr>
          <p:cNvGrpSpPr/>
          <p:nvPr/>
        </p:nvGrpSpPr>
        <p:grpSpPr>
          <a:xfrm>
            <a:off x="73534" y="4838865"/>
            <a:ext cx="1078255" cy="447229"/>
            <a:chOff x="73534" y="3222886"/>
            <a:chExt cx="1078255" cy="447229"/>
          </a:xfrm>
        </p:grpSpPr>
        <p:sp>
          <p:nvSpPr>
            <p:cNvPr id="55" name="Freeform: Shape 152">
              <a:extLst>
                <a:ext uri="{FF2B5EF4-FFF2-40B4-BE49-F238E27FC236}">
                  <a16:creationId xmlns:a16="http://schemas.microsoft.com/office/drawing/2014/main" id="{E4D9D908-1ABF-4B93-96EE-210A5E4C2E8E}"/>
                </a:ext>
              </a:extLst>
            </p:cNvPr>
            <p:cNvSpPr/>
            <p:nvPr/>
          </p:nvSpPr>
          <p:spPr bwMode="auto">
            <a:xfrm>
              <a:off x="89357" y="3319229"/>
              <a:ext cx="103030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487680" tIns="45720" rIns="91440" bIns="45720" numCol="1" rtlCol="0" anchor="ctr" anchorCtr="0" compatLnSpc="1">
              <a:prstTxWarp prst="textNoShape">
                <a:avLst/>
              </a:prstTxWarp>
              <a:noAutofit/>
            </a:bodyPr>
            <a:lstStyle/>
            <a:p>
              <a:pPr marL="0" marR="0" lvl="0" indent="0" algn="l" defTabSz="914377" rtl="0" eaLnBrk="0" fontAlgn="base" latinLnBrk="0" hangingPunct="0">
                <a:lnSpc>
                  <a:spcPct val="100000"/>
                </a:lnSpc>
                <a:spcBef>
                  <a:spcPct val="0"/>
                </a:spcBef>
                <a:spcAft>
                  <a:spcPct val="0"/>
                </a:spcAft>
                <a:buClrTx/>
                <a:buSzTx/>
                <a:buFontTx/>
                <a:buNone/>
                <a:tabLst/>
                <a:defRPr/>
              </a:pPr>
              <a:r>
                <a:rPr kumimoji="0" lang="en-US" altLang="zh-CN" sz="1100" b="1" i="0" u="none" strike="noStrike" kern="0" cap="none" spc="0" normalizeH="0" baseline="0" noProof="0">
                  <a:ln>
                    <a:noFill/>
                  </a:ln>
                  <a:solidFill>
                    <a:srgbClr val="FFFFFF"/>
                  </a:solidFill>
                  <a:effectLst/>
                  <a:uLnTx/>
                  <a:uFillTx/>
                  <a:latin typeface="BISans" panose="02000503040000020004"/>
                  <a:ea typeface="等线" panose="02010600030101010101" pitchFamily="2" charset="-122"/>
                  <a:cs typeface="Calibri" panose="020F0502020204030204" pitchFamily="34" charset="0"/>
                </a:rPr>
                <a:t>China</a:t>
              </a:r>
              <a:endParaRPr kumimoji="0" lang="zh-CN" altLang="en-US" sz="1100" b="1" i="0" u="none" strike="noStrike" kern="0" cap="none" spc="0" normalizeH="0" baseline="0" noProof="0">
                <a:ln>
                  <a:noFill/>
                </a:ln>
                <a:solidFill>
                  <a:srgbClr val="FFFFFF"/>
                </a:solidFill>
                <a:effectLst/>
                <a:uLnTx/>
                <a:uFillTx/>
                <a:latin typeface="BISans" panose="02000503040000020004"/>
                <a:ea typeface="等线" panose="02010600030101010101" pitchFamily="2" charset="-122"/>
                <a:cs typeface="Calibri" panose="020F0502020204030204" pitchFamily="34" charset="0"/>
              </a:endParaRPr>
            </a:p>
          </p:txBody>
        </p:sp>
        <p:sp>
          <p:nvSpPr>
            <p:cNvPr id="68" name="Oval 134">
              <a:extLst>
                <a:ext uri="{FF2B5EF4-FFF2-40B4-BE49-F238E27FC236}">
                  <a16:creationId xmlns:a16="http://schemas.microsoft.com/office/drawing/2014/main" id="{1EED7793-3BCA-48EB-A6E5-8DC4C9048428}"/>
                </a:ext>
              </a:extLst>
            </p:cNvPr>
            <p:cNvSpPr/>
            <p:nvPr/>
          </p:nvSpPr>
          <p:spPr>
            <a:xfrm>
              <a:off x="73534" y="3222886"/>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914377"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err="1">
                <a:ln>
                  <a:noFill/>
                </a:ln>
                <a:solidFill>
                  <a:srgbClr val="FFFFFF"/>
                </a:solidFill>
                <a:effectLst/>
                <a:uLnTx/>
                <a:uFillTx/>
                <a:latin typeface="BISans" panose="02000503040000020004"/>
                <a:ea typeface="+mn-ea"/>
                <a:cs typeface="+mn-cs"/>
              </a:endParaRPr>
            </a:p>
          </p:txBody>
        </p:sp>
        <p:sp>
          <p:nvSpPr>
            <p:cNvPr id="72" name="Rectangle: Rounded Corners 116">
              <a:extLst>
                <a:ext uri="{FF2B5EF4-FFF2-40B4-BE49-F238E27FC236}">
                  <a16:creationId xmlns:a16="http://schemas.microsoft.com/office/drawing/2014/main" id="{54F99D03-A15A-4AB7-B5F0-0B575FF5A587}"/>
                </a:ext>
              </a:extLst>
            </p:cNvPr>
            <p:cNvSpPr/>
            <p:nvPr/>
          </p:nvSpPr>
          <p:spPr bwMode="auto">
            <a:xfrm>
              <a:off x="1103021" y="3273341"/>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377" rtl="0" eaLnBrk="0" fontAlgn="base" latinLnBrk="0" hangingPunct="0">
                <a:lnSpc>
                  <a:spcPct val="100000"/>
                </a:lnSpc>
                <a:spcBef>
                  <a:spcPct val="0"/>
                </a:spcBef>
                <a:spcAft>
                  <a:spcPct val="0"/>
                </a:spcAft>
                <a:buClrTx/>
                <a:buSzTx/>
                <a:buFontTx/>
                <a:buNone/>
                <a:tabLst/>
                <a:defRPr/>
              </a:pPr>
              <a:endParaRPr kumimoji="0" lang="zh-CN" altLang="en-US" sz="1100" b="1" i="0" u="none" strike="noStrike" kern="0" cap="none" spc="0" normalizeH="0" baseline="0" noProof="0">
                <a:ln>
                  <a:noFill/>
                </a:ln>
                <a:solidFill>
                  <a:srgbClr val="FFFFFF"/>
                </a:solidFill>
                <a:effectLst/>
                <a:uLnTx/>
                <a:uFillTx/>
                <a:latin typeface="BISans" panose="02000503040000020004"/>
                <a:ea typeface="等线" panose="02010600030101010101" pitchFamily="2" charset="-122"/>
                <a:cs typeface="Calibri" panose="020F0502020204030204" pitchFamily="34" charset="0"/>
              </a:endParaRPr>
            </a:p>
          </p:txBody>
        </p:sp>
        <p:pic>
          <p:nvPicPr>
            <p:cNvPr id="74" name="Picture 2" descr="Image result for China flag circle png">
              <a:extLst>
                <a:ext uri="{FF2B5EF4-FFF2-40B4-BE49-F238E27FC236}">
                  <a16:creationId xmlns:a16="http://schemas.microsoft.com/office/drawing/2014/main" id="{DA9D8228-BF3D-4FCD-94CD-AB3AFAB08F5E}"/>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rcRect/>
            <a:stretch>
              <a:fillRect/>
            </a:stretch>
          </p:blipFill>
          <p:spPr bwMode="auto">
            <a:xfrm>
              <a:off x="109751" y="3259102"/>
              <a:ext cx="374799" cy="374797"/>
            </a:xfrm>
            <a:prstGeom prst="rect">
              <a:avLst/>
            </a:prstGeom>
            <a:noFill/>
            <a:extLst>
              <a:ext uri="{909E8E84-426E-40DD-AFC4-6F175D3DCCD1}">
                <a14:hiddenFill xmlns:a14="http://schemas.microsoft.com/office/drawing/2010/main">
                  <a:solidFill>
                    <a:srgbClr val="FFFFFF"/>
                  </a:solidFill>
                </a14:hiddenFill>
              </a:ext>
            </a:extLst>
          </p:spPr>
        </p:pic>
      </p:grpSp>
      <p:cxnSp>
        <p:nvCxnSpPr>
          <p:cNvPr id="75" name="Straight Connector 74">
            <a:extLst>
              <a:ext uri="{FF2B5EF4-FFF2-40B4-BE49-F238E27FC236}">
                <a16:creationId xmlns:a16="http://schemas.microsoft.com/office/drawing/2014/main" id="{ECCC3365-CFDE-41EF-BA89-D0E18A2A2F6B}"/>
              </a:ext>
            </a:extLst>
          </p:cNvPr>
          <p:cNvCxnSpPr>
            <a:cxnSpLocks/>
          </p:cNvCxnSpPr>
          <p:nvPr/>
        </p:nvCxnSpPr>
        <p:spPr bwMode="auto">
          <a:xfrm flipH="1">
            <a:off x="30480" y="4684918"/>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sp>
        <p:nvSpPr>
          <p:cNvPr id="80" name="TextBox 79">
            <a:extLst>
              <a:ext uri="{FF2B5EF4-FFF2-40B4-BE49-F238E27FC236}">
                <a16:creationId xmlns:a16="http://schemas.microsoft.com/office/drawing/2014/main" id="{8E4AD897-58D6-4DF2-835E-C022E55E0403}"/>
              </a:ext>
            </a:extLst>
          </p:cNvPr>
          <p:cNvSpPr txBox="1"/>
          <p:nvPr/>
        </p:nvSpPr>
        <p:spPr>
          <a:xfrm>
            <a:off x="290370" y="1985933"/>
            <a:ext cx="998542" cy="445434"/>
          </a:xfrm>
          <a:prstGeom prst="rect">
            <a:avLst/>
          </a:prstGeom>
          <a:noFill/>
          <a:ln>
            <a:solidFill>
              <a:schemeClr val="accent1"/>
            </a:solidFill>
          </a:ln>
        </p:spPr>
        <p:txBody>
          <a:bodyPr wrap="square" lIns="36000" tIns="36000" rIns="36000" bIns="36000" rtlCol="0" anchor="ctr">
            <a:spAutoFit/>
          </a:bodyPr>
          <a:lstStyle/>
          <a:p>
            <a:pPr marL="0" marR="0" lvl="0" indent="0" algn="ctr" defTabSz="914377" rtl="0" eaLnBrk="1" fontAlgn="auto" latinLnBrk="0" hangingPunct="1">
              <a:lnSpc>
                <a:spcPts val="15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Ph1: 1485.1 &amp; 2</a:t>
            </a:r>
          </a:p>
          <a:p>
            <a:pPr marL="0" marR="0" lvl="0" indent="0" algn="ctr" defTabSz="914377" rtl="0" eaLnBrk="1" fontAlgn="auto" latinLnBrk="0" hangingPunct="1">
              <a:lnSpc>
                <a:spcPts val="15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0066CC"/>
                </a:solidFill>
                <a:effectLst/>
                <a:uLnTx/>
                <a:uFillTx/>
                <a:latin typeface="Calibri" panose="020F0502020204030204" pitchFamily="34" charset="0"/>
                <a:ea typeface="等线" panose="02010600030101010101" pitchFamily="2" charset="-122"/>
                <a:cs typeface="Calibri" panose="020F0502020204030204" pitchFamily="34" charset="0"/>
              </a:rPr>
              <a:t> SRD &amp; MRD </a:t>
            </a:r>
            <a:endPar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endParaRPr>
          </a:p>
        </p:txBody>
      </p:sp>
      <p:sp>
        <p:nvSpPr>
          <p:cNvPr id="101" name="Title 2">
            <a:extLst>
              <a:ext uri="{FF2B5EF4-FFF2-40B4-BE49-F238E27FC236}">
                <a16:creationId xmlns:a16="http://schemas.microsoft.com/office/drawing/2014/main" id="{6B72960C-27CE-4310-ACBE-AB137C2ED027}"/>
              </a:ext>
            </a:extLst>
          </p:cNvPr>
          <p:cNvSpPr txBox="1">
            <a:spLocks/>
          </p:cNvSpPr>
          <p:nvPr/>
        </p:nvSpPr>
        <p:spPr>
          <a:xfrm>
            <a:off x="233615" y="200181"/>
            <a:ext cx="10515600" cy="705899"/>
          </a:xfrm>
          <a:prstGeom prst="rect">
            <a:avLst/>
          </a:prstGeom>
        </p:spPr>
        <p:txBody>
          <a:bodyPr vert="horz" wrap="square" lIns="0" tIns="0" rIns="0" bIns="0" rtlCol="0" anchor="t" anchorCtr="0">
            <a:normAutofit fontScale="97500"/>
          </a:bodyPr>
          <a:lstStyle>
            <a:lvl1pPr algn="l" defTabSz="1219140" rtl="0" eaLnBrk="1" latinLnBrk="0" hangingPunct="1">
              <a:spcBef>
                <a:spcPct val="0"/>
              </a:spcBef>
              <a:buNone/>
              <a:defRPr sz="3200" b="0" i="0" kern="1200">
                <a:solidFill>
                  <a:srgbClr val="003366"/>
                </a:solidFill>
                <a:latin typeface="BISansOptiCond"/>
                <a:ea typeface="+mj-ea"/>
                <a:cs typeface="BISansOptiCond"/>
              </a:defRPr>
            </a:lvl1pPr>
          </a:lstStyle>
          <a:p>
            <a:pPr defTabSz="1219110">
              <a:lnSpc>
                <a:spcPct val="110000"/>
              </a:lnSpc>
              <a:defRPr/>
            </a:pPr>
            <a:r>
              <a:rPr lang="en-US" sz="2100" b="1" u="sng">
                <a:solidFill>
                  <a:schemeClr val="bg2"/>
                </a:solidFill>
                <a:latin typeface="+mj-lt"/>
                <a:cs typeface="+mj-cs"/>
              </a:rPr>
              <a:t>Under evaluation:</a:t>
            </a:r>
          </a:p>
          <a:p>
            <a:pPr defTabSz="1219110">
              <a:lnSpc>
                <a:spcPct val="110000"/>
              </a:lnSpc>
              <a:defRPr/>
            </a:pPr>
            <a:r>
              <a:rPr lang="en-US" altLang="zh-CN" sz="2200" b="1">
                <a:solidFill>
                  <a:schemeClr val="bg2"/>
                </a:solidFill>
                <a:latin typeface="+mj-lt"/>
                <a:cs typeface="+mj-cs"/>
              </a:rPr>
              <a:t>BI 1815368 FR (</a:t>
            </a:r>
            <a:r>
              <a:rPr lang="en-US" altLang="zh-CN" sz="2200" b="1" err="1">
                <a:solidFill>
                  <a:schemeClr val="bg2"/>
                </a:solidFill>
                <a:latin typeface="+mj-lt"/>
                <a:cs typeface="+mj-cs"/>
              </a:rPr>
              <a:t>PKKi</a:t>
            </a:r>
            <a:r>
              <a:rPr lang="en-US" altLang="zh-CN" sz="2200" b="1">
                <a:solidFill>
                  <a:schemeClr val="bg2"/>
                </a:solidFill>
                <a:latin typeface="+mj-lt"/>
                <a:cs typeface="+mj-cs"/>
              </a:rPr>
              <a:t>) — </a:t>
            </a:r>
            <a:r>
              <a:rPr lang="en-US" altLang="zh-CN" sz="2200" b="1" err="1">
                <a:solidFill>
                  <a:schemeClr val="bg2"/>
                </a:solidFill>
                <a:latin typeface="+mj-lt"/>
                <a:cs typeface="+mj-cs"/>
              </a:rPr>
              <a:t>wAMD</a:t>
            </a:r>
            <a:r>
              <a:rPr lang="en-US" altLang="zh-CN" sz="2200" b="1">
                <a:solidFill>
                  <a:schemeClr val="bg2"/>
                </a:solidFill>
                <a:latin typeface="+mj-lt"/>
                <a:cs typeface="+mj-cs"/>
              </a:rPr>
              <a:t> prevention</a:t>
            </a:r>
          </a:p>
          <a:p>
            <a:pPr marL="0" marR="0" lvl="0" indent="0" algn="l" defTabSz="1219110" rtl="0" eaLnBrk="1" fontAlgn="auto" latinLnBrk="0" hangingPunct="1">
              <a:lnSpc>
                <a:spcPct val="100000"/>
              </a:lnSpc>
              <a:spcBef>
                <a:spcPct val="0"/>
              </a:spcBef>
              <a:spcAft>
                <a:spcPts val="0"/>
              </a:spcAft>
              <a:buClrTx/>
              <a:buSzTx/>
              <a:buFontTx/>
              <a:buNone/>
              <a:tabLst/>
              <a:defRPr/>
            </a:pPr>
            <a:endParaRPr kumimoji="0" lang="en-US" sz="2667" b="0" i="0" u="none" strike="noStrike" kern="1200" cap="none" spc="0" normalizeH="0" baseline="0" noProof="0">
              <a:ln>
                <a:noFill/>
              </a:ln>
              <a:solidFill>
                <a:srgbClr val="1F497D">
                  <a:lumMod val="75000"/>
                </a:srgbClr>
              </a:solidFill>
              <a:effectLst/>
              <a:uLnTx/>
              <a:uFillTx/>
              <a:latin typeface="BISansOptiCond"/>
              <a:ea typeface="+mj-ea"/>
              <a:cs typeface="Calibri" panose="020F0502020204030204" pitchFamily="34" charset="0"/>
            </a:endParaRPr>
          </a:p>
        </p:txBody>
      </p:sp>
      <p:grpSp>
        <p:nvGrpSpPr>
          <p:cNvPr id="24" name="Group 23">
            <a:extLst>
              <a:ext uri="{FF2B5EF4-FFF2-40B4-BE49-F238E27FC236}">
                <a16:creationId xmlns:a16="http://schemas.microsoft.com/office/drawing/2014/main" id="{BA8FA4D2-1387-4E1F-998A-BE7351CB36D9}"/>
              </a:ext>
            </a:extLst>
          </p:cNvPr>
          <p:cNvGrpSpPr/>
          <p:nvPr/>
        </p:nvGrpSpPr>
        <p:grpSpPr>
          <a:xfrm>
            <a:off x="5631114" y="2235285"/>
            <a:ext cx="3539636" cy="728883"/>
            <a:chOff x="2494231" y="1728915"/>
            <a:chExt cx="3539636" cy="728883"/>
          </a:xfrm>
        </p:grpSpPr>
        <p:sp>
          <p:nvSpPr>
            <p:cNvPr id="51" name="OTLSHAPE_T_5a934a26f311425e8ebaa0f45e6533ad_Shape">
              <a:extLst>
                <a:ext uri="{FF2B5EF4-FFF2-40B4-BE49-F238E27FC236}">
                  <a16:creationId xmlns:a16="http://schemas.microsoft.com/office/drawing/2014/main" id="{9D60E765-5DCA-450E-BFE0-6400DC532D21}"/>
                </a:ext>
              </a:extLst>
            </p:cNvPr>
            <p:cNvSpPr/>
            <p:nvPr>
              <p:custDataLst>
                <p:tags r:id="rId9"/>
              </p:custDataLst>
            </p:nvPr>
          </p:nvSpPr>
          <p:spPr bwMode="auto">
            <a:xfrm>
              <a:off x="2675435" y="1899319"/>
              <a:ext cx="3204000" cy="290867"/>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1133"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Phase </a:t>
              </a:r>
              <a:r>
                <a:rPr kumimoji="0" lang="en-US" altLang="zh-CN" sz="1133" b="1" i="0" u="none" strike="noStrike" kern="1200" cap="none" spc="-7" normalizeH="0" baseline="0" noProof="0" err="1">
                  <a:ln>
                    <a:noFill/>
                  </a:ln>
                  <a:solidFill>
                    <a:srgbClr val="000000"/>
                  </a:solidFill>
                  <a:effectLst/>
                  <a:uLnTx/>
                  <a:uFillTx/>
                  <a:latin typeface="Calibri" panose="020F0502020204030204" pitchFamily="34" charset="0"/>
                  <a:ea typeface="等线" panose="02010600030101010101" pitchFamily="2" charset="-122"/>
                  <a:cs typeface="+mn-cs"/>
                </a:rPr>
                <a:t>IIa</a:t>
              </a:r>
              <a:r>
                <a:rPr kumimoji="0" lang="en-US" altLang="zh-CN" sz="1133"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 &amp; IIb </a:t>
              </a:r>
              <a:r>
                <a:rPr kumimoji="0" lang="en-US" altLang="zh-CN" sz="1133" b="1" i="0" u="none" strike="noStrike" kern="1200" cap="none" spc="-7" normalizeH="0" baseline="0" noProof="0">
                  <a:ln>
                    <a:noFill/>
                  </a:ln>
                  <a:solidFill>
                    <a:srgbClr val="C00000"/>
                  </a:solidFill>
                  <a:effectLst/>
                  <a:uLnTx/>
                  <a:uFillTx/>
                  <a:latin typeface="Calibri" panose="020F0502020204030204" pitchFamily="34" charset="0"/>
                  <a:ea typeface="等线" panose="02010600030101010101" pitchFamily="2" charset="-122"/>
                  <a:cs typeface="+mn-cs"/>
                </a:rPr>
                <a:t>(to be updated)</a:t>
              </a:r>
            </a:p>
          </p:txBody>
        </p:sp>
        <p:sp>
          <p:nvSpPr>
            <p:cNvPr id="116" name="TextBox 115">
              <a:extLst>
                <a:ext uri="{FF2B5EF4-FFF2-40B4-BE49-F238E27FC236}">
                  <a16:creationId xmlns:a16="http://schemas.microsoft.com/office/drawing/2014/main" id="{28B320F3-D356-4B23-BCBD-8EE1CC5EC963}"/>
                </a:ext>
              </a:extLst>
            </p:cNvPr>
            <p:cNvSpPr txBox="1"/>
            <p:nvPr/>
          </p:nvSpPr>
          <p:spPr>
            <a:xfrm>
              <a:off x="5588848" y="1728915"/>
              <a:ext cx="415498" cy="215444"/>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2027</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grpSp>
          <p:nvGrpSpPr>
            <p:cNvPr id="19" name="Group 18">
              <a:extLst>
                <a:ext uri="{FF2B5EF4-FFF2-40B4-BE49-F238E27FC236}">
                  <a16:creationId xmlns:a16="http://schemas.microsoft.com/office/drawing/2014/main" id="{A615E0AE-A0D1-466A-B20B-2B83BB1AA923}"/>
                </a:ext>
              </a:extLst>
            </p:cNvPr>
            <p:cNvGrpSpPr/>
            <p:nvPr/>
          </p:nvGrpSpPr>
          <p:grpSpPr>
            <a:xfrm>
              <a:off x="5679283" y="2103902"/>
              <a:ext cx="354584" cy="353896"/>
              <a:chOff x="5645946" y="2239633"/>
              <a:chExt cx="354584" cy="353896"/>
            </a:xfrm>
          </p:grpSpPr>
          <p:sp>
            <p:nvSpPr>
              <p:cNvPr id="117" name="TextBox 116">
                <a:extLst>
                  <a:ext uri="{FF2B5EF4-FFF2-40B4-BE49-F238E27FC236}">
                    <a16:creationId xmlns:a16="http://schemas.microsoft.com/office/drawing/2014/main" id="{4275E217-FC2C-42D3-91D8-42AA5851B42E}"/>
                  </a:ext>
                </a:extLst>
              </p:cNvPr>
              <p:cNvSpPr txBox="1"/>
              <p:nvPr/>
            </p:nvSpPr>
            <p:spPr>
              <a:xfrm>
                <a:off x="5645946" y="2378085"/>
                <a:ext cx="354584" cy="215444"/>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LSC</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sp>
            <p:nvSpPr>
              <p:cNvPr id="118" name="Star: 4 Points 117">
                <a:extLst>
                  <a:ext uri="{FF2B5EF4-FFF2-40B4-BE49-F238E27FC236}">
                    <a16:creationId xmlns:a16="http://schemas.microsoft.com/office/drawing/2014/main" id="{EA7089B1-D9AA-4853-A75D-3D97F804DA72}"/>
                  </a:ext>
                </a:extLst>
              </p:cNvPr>
              <p:cNvSpPr/>
              <p:nvPr/>
            </p:nvSpPr>
            <p:spPr bwMode="auto">
              <a:xfrm>
                <a:off x="5763260" y="223963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grpSp>
        <p:sp>
          <p:nvSpPr>
            <p:cNvPr id="166" name="TextBox 165">
              <a:extLst>
                <a:ext uri="{FF2B5EF4-FFF2-40B4-BE49-F238E27FC236}">
                  <a16:creationId xmlns:a16="http://schemas.microsoft.com/office/drawing/2014/main" id="{FD42D58E-56DB-492F-A9B7-33E9B8465B6C}"/>
                </a:ext>
              </a:extLst>
            </p:cNvPr>
            <p:cNvSpPr txBox="1"/>
            <p:nvPr/>
          </p:nvSpPr>
          <p:spPr>
            <a:xfrm>
              <a:off x="2494231" y="1742862"/>
              <a:ext cx="478016"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Jan’25</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grpSp>
          <p:nvGrpSpPr>
            <p:cNvPr id="169" name="Group 168">
              <a:extLst>
                <a:ext uri="{FF2B5EF4-FFF2-40B4-BE49-F238E27FC236}">
                  <a16:creationId xmlns:a16="http://schemas.microsoft.com/office/drawing/2014/main" id="{28BF4D24-5EC4-4D76-96F5-89CF465714D2}"/>
                </a:ext>
              </a:extLst>
            </p:cNvPr>
            <p:cNvGrpSpPr/>
            <p:nvPr/>
          </p:nvGrpSpPr>
          <p:grpSpPr>
            <a:xfrm>
              <a:off x="2505124" y="2093373"/>
              <a:ext cx="348172" cy="340776"/>
              <a:chOff x="6033156" y="2228643"/>
              <a:chExt cx="348172" cy="340776"/>
            </a:xfrm>
          </p:grpSpPr>
          <p:sp>
            <p:nvSpPr>
              <p:cNvPr id="170" name="TextBox 169">
                <a:extLst>
                  <a:ext uri="{FF2B5EF4-FFF2-40B4-BE49-F238E27FC236}">
                    <a16:creationId xmlns:a16="http://schemas.microsoft.com/office/drawing/2014/main" id="{9F497875-73A0-46C6-B8A7-FFFDAF9271FA}"/>
                  </a:ext>
                </a:extLst>
              </p:cNvPr>
              <p:cNvSpPr txBox="1"/>
              <p:nvPr/>
            </p:nvSpPr>
            <p:spPr>
              <a:xfrm>
                <a:off x="6033156" y="2353975"/>
                <a:ext cx="348172" cy="215444"/>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FSS</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sp>
            <p:nvSpPr>
              <p:cNvPr id="171" name="Star: 4 Points 170">
                <a:extLst>
                  <a:ext uri="{FF2B5EF4-FFF2-40B4-BE49-F238E27FC236}">
                    <a16:creationId xmlns:a16="http://schemas.microsoft.com/office/drawing/2014/main" id="{848B7A5C-20D4-4808-AA3A-7F0940184796}"/>
                  </a:ext>
                </a:extLst>
              </p:cNvPr>
              <p:cNvSpPr/>
              <p:nvPr/>
            </p:nvSpPr>
            <p:spPr bwMode="auto">
              <a:xfrm>
                <a:off x="6111704" y="2228643"/>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grpSp>
      </p:grpSp>
      <p:grpSp>
        <p:nvGrpSpPr>
          <p:cNvPr id="25" name="Group 24">
            <a:extLst>
              <a:ext uri="{FF2B5EF4-FFF2-40B4-BE49-F238E27FC236}">
                <a16:creationId xmlns:a16="http://schemas.microsoft.com/office/drawing/2014/main" id="{A85C1913-C124-4E32-B4AD-76E1CCAF6905}"/>
              </a:ext>
            </a:extLst>
          </p:cNvPr>
          <p:cNvGrpSpPr/>
          <p:nvPr/>
        </p:nvGrpSpPr>
        <p:grpSpPr>
          <a:xfrm>
            <a:off x="9359995" y="2937014"/>
            <a:ext cx="2162302" cy="718013"/>
            <a:chOff x="10493951" y="1728645"/>
            <a:chExt cx="2162302" cy="718013"/>
          </a:xfrm>
        </p:grpSpPr>
        <p:sp>
          <p:nvSpPr>
            <p:cNvPr id="189" name="OTLSHAPE_T_5a934a26f311425e8ebaa0f45e6533ad_Shape">
              <a:extLst>
                <a:ext uri="{FF2B5EF4-FFF2-40B4-BE49-F238E27FC236}">
                  <a16:creationId xmlns:a16="http://schemas.microsoft.com/office/drawing/2014/main" id="{123A4E8A-7C78-4442-A2E2-0EC6AB7D4026}"/>
                </a:ext>
              </a:extLst>
            </p:cNvPr>
            <p:cNvSpPr/>
            <p:nvPr>
              <p:custDataLst>
                <p:tags r:id="rId8"/>
              </p:custDataLst>
            </p:nvPr>
          </p:nvSpPr>
          <p:spPr bwMode="auto">
            <a:xfrm>
              <a:off x="10678961" y="1904714"/>
              <a:ext cx="1800000" cy="290867"/>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1133"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Phase III * 2</a:t>
              </a:r>
              <a:endParaRPr kumimoji="0" lang="en-US" altLang="zh-CN" sz="1133" b="1" i="0" u="none" strike="noStrike" kern="1200" cap="none" spc="-7"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
          <p:nvSpPr>
            <p:cNvPr id="190" name="TextBox 189">
              <a:extLst>
                <a:ext uri="{FF2B5EF4-FFF2-40B4-BE49-F238E27FC236}">
                  <a16:creationId xmlns:a16="http://schemas.microsoft.com/office/drawing/2014/main" id="{72765BD4-C636-425D-920C-B1D08979462D}"/>
                </a:ext>
              </a:extLst>
            </p:cNvPr>
            <p:cNvSpPr txBox="1"/>
            <p:nvPr/>
          </p:nvSpPr>
          <p:spPr>
            <a:xfrm>
              <a:off x="12148215" y="1728645"/>
              <a:ext cx="415498" cy="215444"/>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2030</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grpSp>
          <p:nvGrpSpPr>
            <p:cNvPr id="191" name="Group 190">
              <a:extLst>
                <a:ext uri="{FF2B5EF4-FFF2-40B4-BE49-F238E27FC236}">
                  <a16:creationId xmlns:a16="http://schemas.microsoft.com/office/drawing/2014/main" id="{4F078026-1353-485D-9A06-42C7319F91A1}"/>
                </a:ext>
              </a:extLst>
            </p:cNvPr>
            <p:cNvGrpSpPr/>
            <p:nvPr/>
          </p:nvGrpSpPr>
          <p:grpSpPr>
            <a:xfrm>
              <a:off x="12301669" y="2096050"/>
              <a:ext cx="354584" cy="340025"/>
              <a:chOff x="6965612" y="2230600"/>
              <a:chExt cx="354584" cy="340025"/>
            </a:xfrm>
          </p:grpSpPr>
          <p:sp>
            <p:nvSpPr>
              <p:cNvPr id="214" name="TextBox 213">
                <a:extLst>
                  <a:ext uri="{FF2B5EF4-FFF2-40B4-BE49-F238E27FC236}">
                    <a16:creationId xmlns:a16="http://schemas.microsoft.com/office/drawing/2014/main" id="{9DB4D8A5-9C8D-4BB1-A2AA-CF99F45FF772}"/>
                  </a:ext>
                </a:extLst>
              </p:cNvPr>
              <p:cNvSpPr txBox="1"/>
              <p:nvPr/>
            </p:nvSpPr>
            <p:spPr>
              <a:xfrm>
                <a:off x="6965612" y="2355181"/>
                <a:ext cx="354584" cy="215444"/>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LSC</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sp>
            <p:nvSpPr>
              <p:cNvPr id="215" name="Star: 4 Points 214">
                <a:extLst>
                  <a:ext uri="{FF2B5EF4-FFF2-40B4-BE49-F238E27FC236}">
                    <a16:creationId xmlns:a16="http://schemas.microsoft.com/office/drawing/2014/main" id="{548D1555-8945-4F62-9287-C5D2F773BAD3}"/>
                  </a:ext>
                </a:extLst>
              </p:cNvPr>
              <p:cNvSpPr/>
              <p:nvPr/>
            </p:nvSpPr>
            <p:spPr bwMode="auto">
              <a:xfrm>
                <a:off x="7050783" y="223060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grpSp>
        <p:sp>
          <p:nvSpPr>
            <p:cNvPr id="192" name="TextBox 191">
              <a:extLst>
                <a:ext uri="{FF2B5EF4-FFF2-40B4-BE49-F238E27FC236}">
                  <a16:creationId xmlns:a16="http://schemas.microsoft.com/office/drawing/2014/main" id="{ADB8FA57-1E74-44E9-8CC8-86D4F7372555}"/>
                </a:ext>
              </a:extLst>
            </p:cNvPr>
            <p:cNvSpPr txBox="1"/>
            <p:nvPr/>
          </p:nvSpPr>
          <p:spPr>
            <a:xfrm>
              <a:off x="10525279" y="1736027"/>
              <a:ext cx="460382"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Q3’27</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grpSp>
          <p:nvGrpSpPr>
            <p:cNvPr id="193" name="Group 192">
              <a:extLst>
                <a:ext uri="{FF2B5EF4-FFF2-40B4-BE49-F238E27FC236}">
                  <a16:creationId xmlns:a16="http://schemas.microsoft.com/office/drawing/2014/main" id="{369CDCCF-E42A-473E-BF29-FAFD90B69693}"/>
                </a:ext>
              </a:extLst>
            </p:cNvPr>
            <p:cNvGrpSpPr/>
            <p:nvPr/>
          </p:nvGrpSpPr>
          <p:grpSpPr>
            <a:xfrm>
              <a:off x="10493951" y="2099850"/>
              <a:ext cx="348172" cy="346808"/>
              <a:chOff x="6099424" y="2229725"/>
              <a:chExt cx="348172" cy="346808"/>
            </a:xfrm>
          </p:grpSpPr>
          <p:sp>
            <p:nvSpPr>
              <p:cNvPr id="194" name="TextBox 193">
                <a:extLst>
                  <a:ext uri="{FF2B5EF4-FFF2-40B4-BE49-F238E27FC236}">
                    <a16:creationId xmlns:a16="http://schemas.microsoft.com/office/drawing/2014/main" id="{59616D74-C072-4D23-B43E-D0A0BAEFB04A}"/>
                  </a:ext>
                </a:extLst>
              </p:cNvPr>
              <p:cNvSpPr txBox="1"/>
              <p:nvPr/>
            </p:nvSpPr>
            <p:spPr>
              <a:xfrm>
                <a:off x="6099424" y="2361089"/>
                <a:ext cx="348172" cy="215444"/>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FSS</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sp>
            <p:nvSpPr>
              <p:cNvPr id="195" name="Star: 4 Points 194">
                <a:extLst>
                  <a:ext uri="{FF2B5EF4-FFF2-40B4-BE49-F238E27FC236}">
                    <a16:creationId xmlns:a16="http://schemas.microsoft.com/office/drawing/2014/main" id="{6712C55D-3FEE-4824-B095-498A43D09BAB}"/>
                  </a:ext>
                </a:extLst>
              </p:cNvPr>
              <p:cNvSpPr/>
              <p:nvPr/>
            </p:nvSpPr>
            <p:spPr bwMode="auto">
              <a:xfrm>
                <a:off x="6196006" y="222972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grpSp>
      </p:grpSp>
      <p:sp>
        <p:nvSpPr>
          <p:cNvPr id="222" name="TextBox 221">
            <a:extLst>
              <a:ext uri="{FF2B5EF4-FFF2-40B4-BE49-F238E27FC236}">
                <a16:creationId xmlns:a16="http://schemas.microsoft.com/office/drawing/2014/main" id="{8CCDAC1B-CA4B-4A7F-A4E2-D5050B047AD6}"/>
              </a:ext>
            </a:extLst>
          </p:cNvPr>
          <p:cNvSpPr txBox="1"/>
          <p:nvPr/>
        </p:nvSpPr>
        <p:spPr>
          <a:xfrm>
            <a:off x="303425" y="2600891"/>
            <a:ext cx="972000" cy="253074"/>
          </a:xfrm>
          <a:prstGeom prst="rect">
            <a:avLst/>
          </a:prstGeom>
          <a:noFill/>
          <a:ln>
            <a:solidFill>
              <a:schemeClr val="accent1"/>
            </a:solidFill>
          </a:ln>
        </p:spPr>
        <p:txBody>
          <a:bodyPr wrap="square" lIns="36000" tIns="36000" rIns="36000" bIns="36000" rtlCol="0" anchor="ctr">
            <a:spAutoFit/>
          </a:bodyPr>
          <a:lstStyle/>
          <a:p>
            <a:pPr marL="0" marR="0" lvl="0" indent="0" algn="ctr" defTabSz="914377" rtl="0" eaLnBrk="1" fontAlgn="auto" latinLnBrk="0" hangingPunct="1">
              <a:lnSpc>
                <a:spcPts val="15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Ph2: 1485.4</a:t>
            </a:r>
          </a:p>
        </p:txBody>
      </p:sp>
      <p:grpSp>
        <p:nvGrpSpPr>
          <p:cNvPr id="8" name="Group 7">
            <a:extLst>
              <a:ext uri="{FF2B5EF4-FFF2-40B4-BE49-F238E27FC236}">
                <a16:creationId xmlns:a16="http://schemas.microsoft.com/office/drawing/2014/main" id="{E1F4C847-521B-4B95-9D72-CECD4A9B37D8}"/>
              </a:ext>
            </a:extLst>
          </p:cNvPr>
          <p:cNvGrpSpPr/>
          <p:nvPr/>
        </p:nvGrpSpPr>
        <p:grpSpPr>
          <a:xfrm>
            <a:off x="1700593" y="1809461"/>
            <a:ext cx="983947" cy="462878"/>
            <a:chOff x="1700593" y="1809461"/>
            <a:chExt cx="983947" cy="462878"/>
          </a:xfrm>
        </p:grpSpPr>
        <p:sp>
          <p:nvSpPr>
            <p:cNvPr id="85" name="OTLSHAPE_T_5a934a26f311425e8ebaa0f45e6533ad_Shape">
              <a:extLst>
                <a:ext uri="{FF2B5EF4-FFF2-40B4-BE49-F238E27FC236}">
                  <a16:creationId xmlns:a16="http://schemas.microsoft.com/office/drawing/2014/main" id="{F947FF9B-E3D1-404D-AEA1-6EFAA139D006}"/>
                </a:ext>
              </a:extLst>
            </p:cNvPr>
            <p:cNvSpPr/>
            <p:nvPr>
              <p:custDataLst>
                <p:tags r:id="rId7"/>
              </p:custDataLst>
            </p:nvPr>
          </p:nvSpPr>
          <p:spPr bwMode="auto">
            <a:xfrm>
              <a:off x="1861643" y="1981472"/>
              <a:ext cx="648000" cy="290867"/>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1133"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SRD</a:t>
              </a:r>
              <a:endParaRPr kumimoji="0" lang="en-US" altLang="zh-CN" sz="1133" b="1" i="0" u="none" strike="noStrike" kern="1200" cap="none" spc="-7"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
          <p:nvSpPr>
            <p:cNvPr id="88" name="TextBox 87">
              <a:extLst>
                <a:ext uri="{FF2B5EF4-FFF2-40B4-BE49-F238E27FC236}">
                  <a16:creationId xmlns:a16="http://schemas.microsoft.com/office/drawing/2014/main" id="{7413A92B-3098-4CB8-B80E-50B52E5BCB78}"/>
                </a:ext>
              </a:extLst>
            </p:cNvPr>
            <p:cNvSpPr txBox="1"/>
            <p:nvPr/>
          </p:nvSpPr>
          <p:spPr>
            <a:xfrm>
              <a:off x="1700593" y="1820407"/>
              <a:ext cx="346817" cy="195814"/>
            </a:xfrm>
            <a:prstGeom prst="rect">
              <a:avLst/>
            </a:prstGeom>
            <a:noFill/>
          </p:spPr>
          <p:txBody>
            <a:bodyPr wrap="non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3366"/>
                  </a:solidFill>
                  <a:effectLst/>
                  <a:uLnTx/>
                  <a:uFillTx/>
                  <a:latin typeface="等线" panose="020F0502020204030204"/>
                  <a:ea typeface="等线" panose="02010600030101010101" pitchFamily="2" charset="-122"/>
                  <a:cs typeface="+mn-cs"/>
                </a:rPr>
                <a:t>17Jun</a:t>
              </a:r>
              <a:endParaRPr kumimoji="0" lang="zh-CN" altLang="en-US" sz="800" b="1" i="0" u="none" strike="sngStrike" kern="1200" cap="none" spc="0" normalizeH="0" baseline="0" noProof="0">
                <a:ln>
                  <a:noFill/>
                </a:ln>
                <a:solidFill>
                  <a:srgbClr val="003366"/>
                </a:solidFill>
                <a:effectLst/>
                <a:uLnTx/>
                <a:uFillTx/>
                <a:latin typeface="等线" panose="020F0502020204030204"/>
                <a:ea typeface="等线" panose="02010600030101010101" pitchFamily="2" charset="-122"/>
                <a:cs typeface="+mn-cs"/>
              </a:endParaRPr>
            </a:p>
          </p:txBody>
        </p:sp>
        <p:sp>
          <p:nvSpPr>
            <p:cNvPr id="89" name="TextBox 88">
              <a:extLst>
                <a:ext uri="{FF2B5EF4-FFF2-40B4-BE49-F238E27FC236}">
                  <a16:creationId xmlns:a16="http://schemas.microsoft.com/office/drawing/2014/main" id="{7FB07E0C-71A2-402A-B967-55CDD264F0E3}"/>
                </a:ext>
              </a:extLst>
            </p:cNvPr>
            <p:cNvSpPr txBox="1"/>
            <p:nvPr/>
          </p:nvSpPr>
          <p:spPr>
            <a:xfrm>
              <a:off x="2222307" y="1809461"/>
              <a:ext cx="462233" cy="195814"/>
            </a:xfrm>
            <a:prstGeom prst="rect">
              <a:avLst/>
            </a:prstGeom>
            <a:noFill/>
          </p:spPr>
          <p:txBody>
            <a:bodyPr wrap="non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4Nov’22</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grpSp>
      <p:sp>
        <p:nvSpPr>
          <p:cNvPr id="97" name="TextBox 96">
            <a:extLst>
              <a:ext uri="{FF2B5EF4-FFF2-40B4-BE49-F238E27FC236}">
                <a16:creationId xmlns:a16="http://schemas.microsoft.com/office/drawing/2014/main" id="{82BED8C4-594A-43DE-B727-2CFA363A74B9}"/>
              </a:ext>
            </a:extLst>
          </p:cNvPr>
          <p:cNvSpPr txBox="1"/>
          <p:nvPr/>
        </p:nvSpPr>
        <p:spPr>
          <a:xfrm>
            <a:off x="297148" y="2992551"/>
            <a:ext cx="972000" cy="324000"/>
          </a:xfrm>
          <a:prstGeom prst="rect">
            <a:avLst/>
          </a:prstGeom>
          <a:noFill/>
          <a:ln>
            <a:solidFill>
              <a:schemeClr val="accent1"/>
            </a:solidFill>
          </a:ln>
        </p:spPr>
        <p:txBody>
          <a:bodyPr wrap="square" lIns="36000" tIns="36000" rIns="36000" bIns="36000" rtlCol="0" anchor="ctr">
            <a:spAutoFit/>
          </a:bodyPr>
          <a:lstStyle/>
          <a:p>
            <a:pPr marL="0" marR="0" lvl="0" indent="0" algn="ctr" defTabSz="914377" rtl="0" eaLnBrk="1" fontAlgn="auto" latinLnBrk="0" hangingPunct="1">
              <a:lnSpc>
                <a:spcPts val="15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 1485.7 &amp; 8</a:t>
            </a:r>
          </a:p>
        </p:txBody>
      </p:sp>
      <p:grpSp>
        <p:nvGrpSpPr>
          <p:cNvPr id="115" name="Group 114">
            <a:extLst>
              <a:ext uri="{FF2B5EF4-FFF2-40B4-BE49-F238E27FC236}">
                <a16:creationId xmlns:a16="http://schemas.microsoft.com/office/drawing/2014/main" id="{9D9B7916-A86E-438C-A592-474765A394C9}"/>
              </a:ext>
            </a:extLst>
          </p:cNvPr>
          <p:cNvGrpSpPr/>
          <p:nvPr/>
        </p:nvGrpSpPr>
        <p:grpSpPr>
          <a:xfrm>
            <a:off x="9438948" y="5793646"/>
            <a:ext cx="2121447" cy="718013"/>
            <a:chOff x="10493951" y="1728645"/>
            <a:chExt cx="2121447" cy="718013"/>
          </a:xfrm>
        </p:grpSpPr>
        <p:sp>
          <p:nvSpPr>
            <p:cNvPr id="119" name="OTLSHAPE_T_5a934a26f311425e8ebaa0f45e6533ad_Shape">
              <a:extLst>
                <a:ext uri="{FF2B5EF4-FFF2-40B4-BE49-F238E27FC236}">
                  <a16:creationId xmlns:a16="http://schemas.microsoft.com/office/drawing/2014/main" id="{D6BB36A4-DBCA-4A91-9347-5E8A181918EC}"/>
                </a:ext>
              </a:extLst>
            </p:cNvPr>
            <p:cNvSpPr/>
            <p:nvPr>
              <p:custDataLst>
                <p:tags r:id="rId6"/>
              </p:custDataLst>
            </p:nvPr>
          </p:nvSpPr>
          <p:spPr bwMode="auto">
            <a:xfrm>
              <a:off x="10678961" y="1904714"/>
              <a:ext cx="1800000" cy="290867"/>
            </a:xfrm>
            <a:prstGeom prst="roundRect">
              <a:avLst/>
            </a:prstGeom>
            <a:solidFill>
              <a:schemeClr val="bg1">
                <a:lumMod val="85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1133"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Phase III </a:t>
              </a:r>
              <a:endParaRPr kumimoji="0" lang="en-US" altLang="zh-CN" sz="1133" b="1" i="0" u="none" strike="noStrike" kern="1200" cap="none" spc="-7"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
          <p:nvSpPr>
            <p:cNvPr id="120" name="TextBox 119">
              <a:extLst>
                <a:ext uri="{FF2B5EF4-FFF2-40B4-BE49-F238E27FC236}">
                  <a16:creationId xmlns:a16="http://schemas.microsoft.com/office/drawing/2014/main" id="{318603EA-A6D2-4710-B18D-72BAA3D35261}"/>
                </a:ext>
              </a:extLst>
            </p:cNvPr>
            <p:cNvSpPr txBox="1"/>
            <p:nvPr/>
          </p:nvSpPr>
          <p:spPr>
            <a:xfrm>
              <a:off x="12148215" y="1728645"/>
              <a:ext cx="415498" cy="215444"/>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2030</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grpSp>
          <p:nvGrpSpPr>
            <p:cNvPr id="121" name="Group 120">
              <a:extLst>
                <a:ext uri="{FF2B5EF4-FFF2-40B4-BE49-F238E27FC236}">
                  <a16:creationId xmlns:a16="http://schemas.microsoft.com/office/drawing/2014/main" id="{F296B800-999C-4FD4-95A0-3FEB708C1FE9}"/>
                </a:ext>
              </a:extLst>
            </p:cNvPr>
            <p:cNvGrpSpPr/>
            <p:nvPr/>
          </p:nvGrpSpPr>
          <p:grpSpPr>
            <a:xfrm>
              <a:off x="12260814" y="2099850"/>
              <a:ext cx="354584" cy="341071"/>
              <a:chOff x="6924757" y="2234400"/>
              <a:chExt cx="354584" cy="341071"/>
            </a:xfrm>
          </p:grpSpPr>
          <p:sp>
            <p:nvSpPr>
              <p:cNvPr id="126" name="TextBox 125">
                <a:extLst>
                  <a:ext uri="{FF2B5EF4-FFF2-40B4-BE49-F238E27FC236}">
                    <a16:creationId xmlns:a16="http://schemas.microsoft.com/office/drawing/2014/main" id="{2DA48E8B-F7AA-45C9-95CB-8B18C5C8015A}"/>
                  </a:ext>
                </a:extLst>
              </p:cNvPr>
              <p:cNvSpPr txBox="1"/>
              <p:nvPr/>
            </p:nvSpPr>
            <p:spPr>
              <a:xfrm>
                <a:off x="6924757" y="2360027"/>
                <a:ext cx="354584" cy="215444"/>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LSC</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sp>
            <p:nvSpPr>
              <p:cNvPr id="127" name="Star: 4 Points 126">
                <a:extLst>
                  <a:ext uri="{FF2B5EF4-FFF2-40B4-BE49-F238E27FC236}">
                    <a16:creationId xmlns:a16="http://schemas.microsoft.com/office/drawing/2014/main" id="{CC258D23-7107-45DF-BB1F-FF2476961F96}"/>
                  </a:ext>
                </a:extLst>
              </p:cNvPr>
              <p:cNvSpPr/>
              <p:nvPr/>
            </p:nvSpPr>
            <p:spPr bwMode="auto">
              <a:xfrm>
                <a:off x="7026917" y="223440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grpSp>
        <p:sp>
          <p:nvSpPr>
            <p:cNvPr id="122" name="TextBox 121">
              <a:extLst>
                <a:ext uri="{FF2B5EF4-FFF2-40B4-BE49-F238E27FC236}">
                  <a16:creationId xmlns:a16="http://schemas.microsoft.com/office/drawing/2014/main" id="{3B15764B-1B8B-41BF-AB9D-CC749F3D19F7}"/>
                </a:ext>
              </a:extLst>
            </p:cNvPr>
            <p:cNvSpPr txBox="1"/>
            <p:nvPr/>
          </p:nvSpPr>
          <p:spPr>
            <a:xfrm>
              <a:off x="10525279" y="1736027"/>
              <a:ext cx="460382"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Q3</a:t>
              </a:r>
              <a:r>
                <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a:t>
              </a: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27</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grpSp>
          <p:nvGrpSpPr>
            <p:cNvPr id="123" name="Group 122">
              <a:extLst>
                <a:ext uri="{FF2B5EF4-FFF2-40B4-BE49-F238E27FC236}">
                  <a16:creationId xmlns:a16="http://schemas.microsoft.com/office/drawing/2014/main" id="{713357CF-DFAF-4C43-81FA-B8FA55EDDE80}"/>
                </a:ext>
              </a:extLst>
            </p:cNvPr>
            <p:cNvGrpSpPr/>
            <p:nvPr/>
          </p:nvGrpSpPr>
          <p:grpSpPr>
            <a:xfrm>
              <a:off x="10493951" y="2099850"/>
              <a:ext cx="348172" cy="346808"/>
              <a:chOff x="6099424" y="2229725"/>
              <a:chExt cx="348172" cy="346808"/>
            </a:xfrm>
          </p:grpSpPr>
          <p:sp>
            <p:nvSpPr>
              <p:cNvPr id="124" name="TextBox 123">
                <a:extLst>
                  <a:ext uri="{FF2B5EF4-FFF2-40B4-BE49-F238E27FC236}">
                    <a16:creationId xmlns:a16="http://schemas.microsoft.com/office/drawing/2014/main" id="{C5A8C83F-EF97-4180-932A-6715315445ED}"/>
                  </a:ext>
                </a:extLst>
              </p:cNvPr>
              <p:cNvSpPr txBox="1"/>
              <p:nvPr/>
            </p:nvSpPr>
            <p:spPr>
              <a:xfrm>
                <a:off x="6099424" y="2361089"/>
                <a:ext cx="348172" cy="215444"/>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FSS</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sp>
            <p:nvSpPr>
              <p:cNvPr id="125" name="Star: 4 Points 124">
                <a:extLst>
                  <a:ext uri="{FF2B5EF4-FFF2-40B4-BE49-F238E27FC236}">
                    <a16:creationId xmlns:a16="http://schemas.microsoft.com/office/drawing/2014/main" id="{80D1B94F-3F3F-4135-9F3C-EC54B244AEB0}"/>
                  </a:ext>
                </a:extLst>
              </p:cNvPr>
              <p:cNvSpPr/>
              <p:nvPr/>
            </p:nvSpPr>
            <p:spPr bwMode="auto">
              <a:xfrm>
                <a:off x="6196006" y="2229725"/>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grpSp>
      </p:grpSp>
      <p:grpSp>
        <p:nvGrpSpPr>
          <p:cNvPr id="128" name="Group 127">
            <a:extLst>
              <a:ext uri="{FF2B5EF4-FFF2-40B4-BE49-F238E27FC236}">
                <a16:creationId xmlns:a16="http://schemas.microsoft.com/office/drawing/2014/main" id="{EA93338F-8AEE-4C85-811E-2B4CD4F37DC7}"/>
              </a:ext>
            </a:extLst>
          </p:cNvPr>
          <p:cNvGrpSpPr/>
          <p:nvPr/>
        </p:nvGrpSpPr>
        <p:grpSpPr>
          <a:xfrm>
            <a:off x="11537727" y="5931880"/>
            <a:ext cx="508605" cy="509300"/>
            <a:chOff x="11726192" y="2304172"/>
            <a:chExt cx="508605" cy="509300"/>
          </a:xfrm>
        </p:grpSpPr>
        <p:sp>
          <p:nvSpPr>
            <p:cNvPr id="129" name="OTLSHAPE_M_39ea6ebc19a94c9fab6ef5006c31df58_Title">
              <a:extLst>
                <a:ext uri="{FF2B5EF4-FFF2-40B4-BE49-F238E27FC236}">
                  <a16:creationId xmlns:a16="http://schemas.microsoft.com/office/drawing/2014/main" id="{09C67C21-4505-4713-87B3-5E1F483220E2}"/>
                </a:ext>
              </a:extLst>
            </p:cNvPr>
            <p:cNvSpPr txBox="1"/>
            <p:nvPr>
              <p:custDataLst>
                <p:tags r:id="rId5"/>
              </p:custDataLst>
            </p:nvPr>
          </p:nvSpPr>
          <p:spPr>
            <a:xfrm>
              <a:off x="11726192" y="2482172"/>
              <a:ext cx="508605" cy="331300"/>
            </a:xfrm>
            <a:prstGeom prst="rect">
              <a:avLst/>
            </a:prstGeom>
            <a:noFill/>
          </p:spPr>
          <p:txBody>
            <a:bodyPr vert="horz" wrap="square" lIns="36000" tIns="36000" rIns="36000" bIns="36000" rtlCol="0" anchor="ctr" anchorCtr="0">
              <a:spAutoFit/>
            </a:bodyPr>
            <a:lstStyle/>
            <a:p>
              <a:pPr marL="0" marR="0" lvl="0" indent="0" algn="ctr" defTabSz="914377" rtl="0" eaLnBrk="1" fontAlgn="auto" latinLnBrk="0" hangingPunct="1">
                <a:lnSpc>
                  <a:spcPts val="1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NDA-a</a:t>
              </a:r>
            </a:p>
            <a:p>
              <a:pPr marL="0" marR="0" lvl="0" indent="0" algn="ctr" defTabSz="914377" rtl="0" eaLnBrk="1" fontAlgn="auto" latinLnBrk="0" hangingPunct="1">
                <a:lnSpc>
                  <a:spcPts val="1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Nov</a:t>
              </a:r>
              <a:r>
                <a:rPr kumimoji="0" lang="zh-CN" altLang="en-US" sz="10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a:t>
              </a:r>
              <a:r>
                <a:rPr kumimoji="0" lang="en-US" altLang="zh-CN" sz="10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31</a:t>
              </a:r>
            </a:p>
          </p:txBody>
        </p:sp>
        <p:sp>
          <p:nvSpPr>
            <p:cNvPr id="130" name="五角星 55">
              <a:extLst>
                <a:ext uri="{FF2B5EF4-FFF2-40B4-BE49-F238E27FC236}">
                  <a16:creationId xmlns:a16="http://schemas.microsoft.com/office/drawing/2014/main" id="{8339E046-4225-4792-9406-173A1F1A05DD}"/>
                </a:ext>
              </a:extLst>
            </p:cNvPr>
            <p:cNvSpPr/>
            <p:nvPr/>
          </p:nvSpPr>
          <p:spPr bwMode="auto">
            <a:xfrm>
              <a:off x="11861375" y="2304172"/>
              <a:ext cx="203981" cy="179684"/>
            </a:xfrm>
            <a:prstGeom prst="star5">
              <a:avLst/>
            </a:prstGeom>
            <a:solidFill>
              <a:srgbClr val="C00000"/>
            </a:solidFill>
            <a:ln w="9525" cap="flat" cmpd="sng" algn="ctr">
              <a:solidFill>
                <a:srgbClr val="C00000"/>
              </a:solidFill>
              <a:prstDash val="solid"/>
              <a:round/>
              <a:headEnd type="none" w="med" len="med"/>
              <a:tailEnd type="none" w="med" len="med"/>
            </a:ln>
            <a:effectLst/>
          </p:spPr>
          <p:txBody>
            <a:bodyPr lIns="0" tIns="0" rIns="0" bIns="0" anchor="ctr"/>
            <a:lstStyle/>
            <a:p>
              <a:pPr marL="0" marR="0" lvl="0" indent="0" algn="r" defTabSz="914377" rtl="0" eaLnBrk="0" fontAlgn="auto" latinLnBrk="0" hangingPunct="0">
                <a:lnSpc>
                  <a:spcPct val="100000"/>
                </a:lnSpc>
                <a:spcBef>
                  <a:spcPts val="0"/>
                </a:spcBef>
                <a:spcAft>
                  <a:spcPts val="0"/>
                </a:spcAft>
                <a:buClrTx/>
                <a:buSzTx/>
                <a:buFontTx/>
                <a:buNone/>
                <a:tabLst/>
                <a:defRPr/>
              </a:pPr>
              <a:endParaRPr kumimoji="0" lang="zh-CN" altLang="en-US" sz="2400" b="0" i="0" u="none" strike="noStrike" kern="1200" cap="none" spc="0" normalizeH="0" baseline="0" noProof="0">
                <a:ln>
                  <a:noFill/>
                </a:ln>
                <a:solidFill>
                  <a:srgbClr val="FF0000"/>
                </a:solidFill>
                <a:effectLst/>
                <a:uLnTx/>
                <a:uFillTx/>
                <a:latin typeface="BISansOpti"/>
                <a:ea typeface="等线" panose="02010600030101010101" pitchFamily="2" charset="-122"/>
                <a:cs typeface="+mn-cs"/>
              </a:endParaRPr>
            </a:p>
          </p:txBody>
        </p:sp>
      </p:grpSp>
      <p:sp>
        <p:nvSpPr>
          <p:cNvPr id="131" name="TextBox 130">
            <a:extLst>
              <a:ext uri="{FF2B5EF4-FFF2-40B4-BE49-F238E27FC236}">
                <a16:creationId xmlns:a16="http://schemas.microsoft.com/office/drawing/2014/main" id="{9443556A-AC59-46EA-9C4F-3E7ACAAF1DED}"/>
              </a:ext>
            </a:extLst>
          </p:cNvPr>
          <p:cNvSpPr txBox="1"/>
          <p:nvPr/>
        </p:nvSpPr>
        <p:spPr>
          <a:xfrm>
            <a:off x="326801" y="5913408"/>
            <a:ext cx="864000" cy="253074"/>
          </a:xfrm>
          <a:prstGeom prst="rect">
            <a:avLst/>
          </a:prstGeom>
          <a:noFill/>
          <a:ln>
            <a:solidFill>
              <a:schemeClr val="accent1"/>
            </a:solidFill>
          </a:ln>
        </p:spPr>
        <p:txBody>
          <a:bodyPr wrap="square" lIns="36000" tIns="36000" rIns="36000" bIns="36000" rtlCol="0" anchor="ctr">
            <a:spAutoFit/>
          </a:bodyPr>
          <a:lstStyle/>
          <a:p>
            <a:pPr marL="0" marR="0" lvl="0" indent="0" algn="ctr" defTabSz="914377" rtl="0" eaLnBrk="1" fontAlgn="auto" latinLnBrk="0" hangingPunct="1">
              <a:lnSpc>
                <a:spcPts val="1500"/>
              </a:lnSpc>
              <a:spcBef>
                <a:spcPts val="0"/>
              </a:spcBef>
              <a:spcAft>
                <a:spcPts val="0"/>
              </a:spcAft>
              <a:buClrTx/>
              <a:buSzTx/>
              <a:buFontTx/>
              <a:buNone/>
              <a:tabLst/>
              <a:defRPr/>
            </a:pPr>
            <a:r>
              <a:rPr kumimoji="0" lang="en-US" sz="1067" b="1" i="0" u="none" strike="noStrike" kern="1200" cap="none" spc="0" normalizeH="0" baseline="0" noProof="0">
                <a:ln>
                  <a:noFill/>
                </a:ln>
                <a:solidFill>
                  <a:srgbClr val="0066CC"/>
                </a:solidFill>
                <a:effectLst/>
                <a:uLnTx/>
                <a:uFillTx/>
                <a:latin typeface="Calibri" panose="020F0502020204030204" pitchFamily="34" charset="0"/>
                <a:ea typeface="+mn-ea"/>
                <a:cs typeface="Calibri" panose="020F0502020204030204" pitchFamily="34" charset="0"/>
              </a:rPr>
              <a:t>Ph3: 1485.7/8</a:t>
            </a:r>
          </a:p>
        </p:txBody>
      </p:sp>
      <p:sp>
        <p:nvSpPr>
          <p:cNvPr id="137" name="TextBox 136">
            <a:extLst>
              <a:ext uri="{FF2B5EF4-FFF2-40B4-BE49-F238E27FC236}">
                <a16:creationId xmlns:a16="http://schemas.microsoft.com/office/drawing/2014/main" id="{1DA76BDF-C469-440E-ABB1-5D3BB654096D}"/>
              </a:ext>
            </a:extLst>
          </p:cNvPr>
          <p:cNvSpPr txBox="1"/>
          <p:nvPr/>
        </p:nvSpPr>
        <p:spPr>
          <a:xfrm>
            <a:off x="290370" y="3449471"/>
            <a:ext cx="972000" cy="381643"/>
          </a:xfrm>
          <a:prstGeom prst="rect">
            <a:avLst/>
          </a:prstGeom>
          <a:noFill/>
          <a:ln>
            <a:solidFill>
              <a:schemeClr val="accent1"/>
            </a:solidFill>
          </a:ln>
        </p:spPr>
        <p:txBody>
          <a:bodyPr wrap="square" lIns="0" tIns="36576" rIns="0" bIns="36576" rtlCol="0" anchor="ctr">
            <a:spAutoFit/>
          </a:bodyPr>
          <a:lstStyle/>
          <a:p>
            <a:pPr marL="0" marR="0" lvl="0" indent="0" algn="ctr" defTabSz="914377" rtl="0" eaLnBrk="1" fontAlgn="auto" latinLnBrk="0" hangingPunct="1">
              <a:lnSpc>
                <a:spcPts val="1200"/>
              </a:lnSpc>
              <a:spcBef>
                <a:spcPts val="0"/>
              </a:spcBef>
              <a:spcAft>
                <a:spcPts val="0"/>
              </a:spcAft>
              <a:buClrTx/>
              <a:buSzTx/>
              <a:buFontTx/>
              <a:buNone/>
              <a:tabLst/>
              <a:defRPr/>
            </a:pPr>
            <a:r>
              <a:rPr kumimoji="0" lang="en-US" altLang="zh-CN" sz="1067" b="1" i="0" u="none" strike="noStrike" kern="1200" cap="none" spc="0" normalizeH="0" baseline="0" noProof="0">
                <a:ln>
                  <a:noFill/>
                </a:ln>
                <a:solidFill>
                  <a:srgbClr val="0066CC"/>
                </a:solidFill>
                <a:effectLst/>
                <a:uLnTx/>
                <a:uFillTx/>
                <a:latin typeface="Calibri" panose="020F0502020204030204" pitchFamily="34" charset="0"/>
                <a:ea typeface="等线" panose="02010600030101010101" pitchFamily="2" charset="-122"/>
                <a:cs typeface="Calibri" panose="020F0502020204030204" pitchFamily="34" charset="0"/>
              </a:rPr>
              <a:t>Japan Ph1: 1485.5 </a:t>
            </a:r>
          </a:p>
        </p:txBody>
      </p:sp>
      <p:sp>
        <p:nvSpPr>
          <p:cNvPr id="138" name="TextBox 137">
            <a:extLst>
              <a:ext uri="{FF2B5EF4-FFF2-40B4-BE49-F238E27FC236}">
                <a16:creationId xmlns:a16="http://schemas.microsoft.com/office/drawing/2014/main" id="{8FD9062D-D164-4D8E-A746-6D02BA3D397A}"/>
              </a:ext>
            </a:extLst>
          </p:cNvPr>
          <p:cNvSpPr txBox="1"/>
          <p:nvPr/>
        </p:nvSpPr>
        <p:spPr>
          <a:xfrm rot="19980243">
            <a:off x="5239357" y="3252216"/>
            <a:ext cx="348420" cy="195814"/>
          </a:xfrm>
          <a:prstGeom prst="rect">
            <a:avLst/>
          </a:prstGeom>
          <a:noFill/>
        </p:spPr>
        <p:txBody>
          <a:bodyPr wrap="non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BISansCond" panose="02000006050000020004" pitchFamily="2" charset="0"/>
                <a:ea typeface="等线" panose="02010600030101010101" pitchFamily="2" charset="-122"/>
                <a:cs typeface="+mn-cs"/>
              </a:rPr>
              <a:t>Sep’24</a:t>
            </a:r>
            <a:endParaRPr kumimoji="0" lang="zh-CN" altLang="en-US" sz="800" b="0" i="0" u="none" strike="noStrike" kern="1200" cap="none" spc="0" normalizeH="0" baseline="0" noProof="0">
              <a:ln>
                <a:noFill/>
              </a:ln>
              <a:solidFill>
                <a:srgbClr val="4472C4">
                  <a:lumMod val="75000"/>
                </a:srgbClr>
              </a:solidFill>
              <a:effectLst/>
              <a:uLnTx/>
              <a:uFillTx/>
              <a:latin typeface="BISansCond" panose="02000006050000020004" pitchFamily="2" charset="0"/>
              <a:ea typeface="等线" panose="02010600030101010101" pitchFamily="2" charset="-122"/>
              <a:cs typeface="+mn-cs"/>
            </a:endParaRPr>
          </a:p>
        </p:txBody>
      </p:sp>
      <p:sp>
        <p:nvSpPr>
          <p:cNvPr id="139" name="TextBox 138">
            <a:extLst>
              <a:ext uri="{FF2B5EF4-FFF2-40B4-BE49-F238E27FC236}">
                <a16:creationId xmlns:a16="http://schemas.microsoft.com/office/drawing/2014/main" id="{CCFF5BF2-30E6-427C-BD65-02753902FAB0}"/>
              </a:ext>
            </a:extLst>
          </p:cNvPr>
          <p:cNvSpPr txBox="1"/>
          <p:nvPr/>
        </p:nvSpPr>
        <p:spPr>
          <a:xfrm rot="19840447">
            <a:off x="5586819" y="3225749"/>
            <a:ext cx="350023" cy="195814"/>
          </a:xfrm>
          <a:prstGeom prst="rect">
            <a:avLst/>
          </a:prstGeom>
          <a:noFill/>
        </p:spPr>
        <p:txBody>
          <a:bodyPr wrap="non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800">
                <a:solidFill>
                  <a:srgbClr val="4472C4">
                    <a:lumMod val="75000"/>
                  </a:srgbClr>
                </a:solidFill>
                <a:latin typeface="BISansCond" panose="02000006050000020004" pitchFamily="2" charset="0"/>
                <a:ea typeface="等线" panose="02010600030101010101" pitchFamily="2" charset="-122"/>
              </a:rPr>
              <a:t>Dec</a:t>
            </a:r>
            <a:r>
              <a:rPr kumimoji="0" lang="en-US" altLang="zh-CN" sz="800" b="0" i="0" u="none" strike="noStrike" kern="1200" cap="none" spc="0" normalizeH="0" baseline="0" noProof="0">
                <a:ln>
                  <a:noFill/>
                </a:ln>
                <a:solidFill>
                  <a:srgbClr val="4472C4">
                    <a:lumMod val="75000"/>
                  </a:srgbClr>
                </a:solidFill>
                <a:effectLst/>
                <a:uLnTx/>
                <a:uFillTx/>
                <a:latin typeface="BISansCond" panose="02000006050000020004" pitchFamily="2" charset="0"/>
                <a:ea typeface="等线" panose="02010600030101010101" pitchFamily="2" charset="-122"/>
                <a:cs typeface="+mn-cs"/>
              </a:rPr>
              <a:t>’24</a:t>
            </a:r>
            <a:endParaRPr kumimoji="0" lang="zh-CN" altLang="en-US" sz="800" b="0" i="0" u="none" strike="noStrike" kern="1200" cap="none" spc="0" normalizeH="0" baseline="0" noProof="0">
              <a:ln>
                <a:noFill/>
              </a:ln>
              <a:solidFill>
                <a:srgbClr val="4472C4">
                  <a:lumMod val="75000"/>
                </a:srgbClr>
              </a:solidFill>
              <a:effectLst/>
              <a:uLnTx/>
              <a:uFillTx/>
              <a:latin typeface="BISansCond" panose="02000006050000020004" pitchFamily="2" charset="0"/>
              <a:ea typeface="等线" panose="02010600030101010101" pitchFamily="2" charset="-122"/>
              <a:cs typeface="+mn-cs"/>
            </a:endParaRPr>
          </a:p>
        </p:txBody>
      </p:sp>
      <p:grpSp>
        <p:nvGrpSpPr>
          <p:cNvPr id="3" name="Group 2">
            <a:extLst>
              <a:ext uri="{FF2B5EF4-FFF2-40B4-BE49-F238E27FC236}">
                <a16:creationId xmlns:a16="http://schemas.microsoft.com/office/drawing/2014/main" id="{0C638600-F803-4254-9637-50D7F504820F}"/>
              </a:ext>
            </a:extLst>
          </p:cNvPr>
          <p:cNvGrpSpPr/>
          <p:nvPr/>
        </p:nvGrpSpPr>
        <p:grpSpPr>
          <a:xfrm>
            <a:off x="3451405" y="1830916"/>
            <a:ext cx="922276" cy="436203"/>
            <a:chOff x="3009290" y="1825111"/>
            <a:chExt cx="922276" cy="436203"/>
          </a:xfrm>
        </p:grpSpPr>
        <p:grpSp>
          <p:nvGrpSpPr>
            <p:cNvPr id="5" name="Group 4">
              <a:extLst>
                <a:ext uri="{FF2B5EF4-FFF2-40B4-BE49-F238E27FC236}">
                  <a16:creationId xmlns:a16="http://schemas.microsoft.com/office/drawing/2014/main" id="{F3318FDA-FBF8-4370-8D1C-69C72BE5983D}"/>
                </a:ext>
              </a:extLst>
            </p:cNvPr>
            <p:cNvGrpSpPr/>
            <p:nvPr/>
          </p:nvGrpSpPr>
          <p:grpSpPr>
            <a:xfrm>
              <a:off x="3080741" y="1829910"/>
              <a:ext cx="850825" cy="431404"/>
              <a:chOff x="3080741" y="1829910"/>
              <a:chExt cx="850825" cy="431404"/>
            </a:xfrm>
          </p:grpSpPr>
          <p:sp>
            <p:nvSpPr>
              <p:cNvPr id="90" name="OTLSHAPE_T_5a934a26f311425e8ebaa0f45e6533ad_Shape">
                <a:extLst>
                  <a:ext uri="{FF2B5EF4-FFF2-40B4-BE49-F238E27FC236}">
                    <a16:creationId xmlns:a16="http://schemas.microsoft.com/office/drawing/2014/main" id="{C628C58A-2567-4C17-B25F-235926A3080C}"/>
                  </a:ext>
                </a:extLst>
              </p:cNvPr>
              <p:cNvSpPr/>
              <p:nvPr>
                <p:custDataLst>
                  <p:tags r:id="rId4"/>
                </p:custDataLst>
              </p:nvPr>
            </p:nvSpPr>
            <p:spPr bwMode="auto">
              <a:xfrm>
                <a:off x="3080741" y="1986994"/>
                <a:ext cx="731520" cy="27432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1133"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MRD</a:t>
                </a:r>
                <a:endParaRPr kumimoji="0" lang="en-US" altLang="zh-CN" sz="1133" b="1" i="0" u="none" strike="noStrike" kern="1200" cap="none" spc="-7"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
            <p:nvSpPr>
              <p:cNvPr id="93" name="TextBox 92">
                <a:extLst>
                  <a:ext uri="{FF2B5EF4-FFF2-40B4-BE49-F238E27FC236}">
                    <a16:creationId xmlns:a16="http://schemas.microsoft.com/office/drawing/2014/main" id="{66186A1D-3F6A-40D6-9B27-4166FAF08031}"/>
                  </a:ext>
                </a:extLst>
              </p:cNvPr>
              <p:cNvSpPr txBox="1"/>
              <p:nvPr/>
            </p:nvSpPr>
            <p:spPr>
              <a:xfrm>
                <a:off x="3450097" y="1829910"/>
                <a:ext cx="481469" cy="195814"/>
              </a:xfrm>
              <a:prstGeom prst="rect">
                <a:avLst/>
              </a:prstGeom>
              <a:noFill/>
            </p:spPr>
            <p:txBody>
              <a:bodyPr wrap="non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05Jan’24</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grpSp>
        <p:sp>
          <p:nvSpPr>
            <p:cNvPr id="94" name="TextBox 93">
              <a:extLst>
                <a:ext uri="{FF2B5EF4-FFF2-40B4-BE49-F238E27FC236}">
                  <a16:creationId xmlns:a16="http://schemas.microsoft.com/office/drawing/2014/main" id="{4A8D35A8-6561-41D1-BF61-AE7DFD9AE84F}"/>
                </a:ext>
              </a:extLst>
            </p:cNvPr>
            <p:cNvSpPr txBox="1"/>
            <p:nvPr/>
          </p:nvSpPr>
          <p:spPr>
            <a:xfrm>
              <a:off x="3009290" y="1825111"/>
              <a:ext cx="346817" cy="195814"/>
            </a:xfrm>
            <a:prstGeom prst="rect">
              <a:avLst/>
            </a:prstGeom>
            <a:noFill/>
          </p:spPr>
          <p:txBody>
            <a:bodyPr wrap="none" lIns="36000" tIns="36000" rIns="36000" bIns="3600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19Jun</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grpSp>
      <p:grpSp>
        <p:nvGrpSpPr>
          <p:cNvPr id="95" name="Group 94">
            <a:extLst>
              <a:ext uri="{FF2B5EF4-FFF2-40B4-BE49-F238E27FC236}">
                <a16:creationId xmlns:a16="http://schemas.microsoft.com/office/drawing/2014/main" id="{CE1F9035-D375-45FD-8F7D-CC0DE4F14A25}"/>
              </a:ext>
            </a:extLst>
          </p:cNvPr>
          <p:cNvGrpSpPr/>
          <p:nvPr/>
        </p:nvGrpSpPr>
        <p:grpSpPr>
          <a:xfrm>
            <a:off x="4867394" y="2503405"/>
            <a:ext cx="574531" cy="380490"/>
            <a:chOff x="5357172" y="2430572"/>
            <a:chExt cx="574531" cy="380490"/>
          </a:xfrm>
        </p:grpSpPr>
        <p:sp>
          <p:nvSpPr>
            <p:cNvPr id="96" name="OTLSHAPE_M_39ea6ebc19a94c9fab6ef5006c31df58_Title">
              <a:extLst>
                <a:ext uri="{FF2B5EF4-FFF2-40B4-BE49-F238E27FC236}">
                  <a16:creationId xmlns:a16="http://schemas.microsoft.com/office/drawing/2014/main" id="{D00514E5-5010-4D26-A8E3-0445B35A0C99}"/>
                </a:ext>
              </a:extLst>
            </p:cNvPr>
            <p:cNvSpPr txBox="1"/>
            <p:nvPr/>
          </p:nvSpPr>
          <p:spPr>
            <a:xfrm>
              <a:off x="5357172" y="2554582"/>
              <a:ext cx="574531" cy="256480"/>
            </a:xfrm>
            <a:prstGeom prst="rect">
              <a:avLst/>
            </a:prstGeom>
            <a:noFill/>
          </p:spPr>
          <p:txBody>
            <a:bodyPr vert="horz" wrap="squar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77" rtl="0" eaLnBrk="1" fontAlgn="auto" latinLnBrk="0" hangingPunct="1">
                <a:lnSpc>
                  <a:spcPts val="1000"/>
                </a:lnSpc>
                <a:spcBef>
                  <a:spcPts val="0"/>
                </a:spcBef>
                <a:spcAft>
                  <a:spcPts val="0"/>
                </a:spcAft>
                <a:buClrTx/>
                <a:buSzTx/>
                <a:buFontTx/>
                <a:buNone/>
                <a:tabLst/>
                <a:defRPr/>
              </a:pPr>
              <a:r>
                <a:rPr kumimoji="0" lang="en-US" altLang="zh-CN" sz="900" b="0" i="0" u="none" strike="noStrike" kern="1200" cap="none" spc="0" normalizeH="0" baseline="0" noProof="0" err="1">
                  <a:ln>
                    <a:noFill/>
                  </a:ln>
                  <a:solidFill>
                    <a:srgbClr val="0000CC"/>
                  </a:solidFill>
                  <a:effectLst/>
                  <a:uLnTx/>
                  <a:uFillTx/>
                  <a:latin typeface="BISansCond" panose="02000006050000020004" pitchFamily="2" charset="0"/>
                  <a:ea typeface="等线" panose="02010600030101010101" pitchFamily="2" charset="-122"/>
                  <a:cs typeface="Calibri" panose="020F0502020204030204" pitchFamily="34" charset="0"/>
                </a:rPr>
                <a:t>PoCP</a:t>
              </a:r>
              <a:endParaRPr kumimoji="0" lang="en-US" altLang="zh-CN" sz="900" b="0" i="0" u="none" strike="noStrike" kern="1200" cap="none" spc="0" normalizeH="0" baseline="0" noProof="0">
                <a:ln>
                  <a:noFill/>
                </a:ln>
                <a:solidFill>
                  <a:srgbClr val="0000CC"/>
                </a:solidFill>
                <a:effectLst/>
                <a:uLnTx/>
                <a:uFillTx/>
                <a:latin typeface="BISansCond" panose="02000006050000020004" pitchFamily="2" charset="0"/>
                <a:ea typeface="等线" panose="02010600030101010101" pitchFamily="2" charset="-122"/>
                <a:cs typeface="Calibri" panose="020F0502020204030204" pitchFamily="34" charset="0"/>
              </a:endParaRPr>
            </a:p>
            <a:p>
              <a:pPr marL="0" marR="0" lvl="0" indent="0" algn="ctr" defTabSz="914377" rtl="0" eaLnBrk="1" fontAlgn="auto" latinLnBrk="0" hangingPunct="1">
                <a:lnSpc>
                  <a:spcPts val="1000"/>
                </a:lnSpc>
                <a:spcBef>
                  <a:spcPts val="0"/>
                </a:spcBef>
                <a:spcAft>
                  <a:spcPts val="0"/>
                </a:spcAft>
                <a:buClrTx/>
                <a:buSzTx/>
                <a:buFontTx/>
                <a:buNone/>
                <a:tabLst/>
                <a:defRPr/>
              </a:pPr>
              <a:r>
                <a:rPr kumimoji="0" lang="en-US" altLang="zh-CN" sz="900" b="0" i="0" u="none" strike="noStrike" kern="1200" cap="none" spc="0" normalizeH="0" baseline="0" noProof="0">
                  <a:ln>
                    <a:noFill/>
                  </a:ln>
                  <a:solidFill>
                    <a:srgbClr val="0000CC"/>
                  </a:solidFill>
                  <a:effectLst/>
                  <a:uLnTx/>
                  <a:uFillTx/>
                  <a:latin typeface="BISansCond" panose="02000006050000020004" pitchFamily="2" charset="0"/>
                  <a:ea typeface="等线" panose="02010600030101010101" pitchFamily="2" charset="-122"/>
                  <a:cs typeface="Calibri" panose="020F0502020204030204" pitchFamily="34" charset="0"/>
                </a:rPr>
                <a:t>Q3 2024</a:t>
              </a:r>
            </a:p>
          </p:txBody>
        </p:sp>
        <p:sp>
          <p:nvSpPr>
            <p:cNvPr id="110" name="流程图: 决策 145">
              <a:extLst>
                <a:ext uri="{FF2B5EF4-FFF2-40B4-BE49-F238E27FC236}">
                  <a16:creationId xmlns:a16="http://schemas.microsoft.com/office/drawing/2014/main" id="{5B394C48-1C81-4463-802B-2C0E620BE7AE}"/>
                </a:ext>
              </a:extLst>
            </p:cNvPr>
            <p:cNvSpPr>
              <a:spLocks noChangeAspect="1"/>
            </p:cNvSpPr>
            <p:nvPr/>
          </p:nvSpPr>
          <p:spPr>
            <a:xfrm>
              <a:off x="5606821" y="2430572"/>
              <a:ext cx="91440" cy="121920"/>
            </a:xfrm>
            <a:prstGeom prst="flowChartDecision">
              <a:avLst/>
            </a:prstGeom>
            <a:solidFill>
              <a:srgbClr val="FFC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a:ln>
                  <a:noFill/>
                </a:ln>
                <a:solidFill>
                  <a:srgbClr val="FF0000"/>
                </a:solidFill>
                <a:effectLst/>
                <a:uLnTx/>
                <a:uFillTx/>
                <a:latin typeface="BISansOpti"/>
                <a:ea typeface="+mn-ea"/>
                <a:cs typeface="+mn-cs"/>
              </a:endParaRPr>
            </a:p>
          </p:txBody>
        </p:sp>
      </p:grpSp>
      <p:sp>
        <p:nvSpPr>
          <p:cNvPr id="111" name="OTLSHAPE_T_5a934a26f311425e8ebaa0f45e6533ad_Shape">
            <a:extLst>
              <a:ext uri="{FF2B5EF4-FFF2-40B4-BE49-F238E27FC236}">
                <a16:creationId xmlns:a16="http://schemas.microsoft.com/office/drawing/2014/main" id="{BF137567-36E4-4294-BB7B-419FF04BA2EF}"/>
              </a:ext>
            </a:extLst>
          </p:cNvPr>
          <p:cNvSpPr/>
          <p:nvPr>
            <p:custDataLst>
              <p:tags r:id="rId1"/>
            </p:custDataLst>
          </p:nvPr>
        </p:nvSpPr>
        <p:spPr bwMode="auto">
          <a:xfrm>
            <a:off x="5330443" y="3439297"/>
            <a:ext cx="274320" cy="290867"/>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0" tIns="45720" rIns="0" bIns="45720" numCol="1" rtlCol="0" anchor="ctr" anchorCtr="0" compatLnSpc="1">
            <a:prstTxWarp prst="textNoShape">
              <a:avLst/>
            </a:prstTxWarp>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J-Ph1</a:t>
            </a:r>
            <a:endParaRPr kumimoji="0" lang="en-US" altLang="zh-CN" sz="800" b="1" i="0" u="none" strike="noStrike" kern="1200" cap="none" spc="-7"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
        <p:nvSpPr>
          <p:cNvPr id="112" name="TextBox 111">
            <a:extLst>
              <a:ext uri="{FF2B5EF4-FFF2-40B4-BE49-F238E27FC236}">
                <a16:creationId xmlns:a16="http://schemas.microsoft.com/office/drawing/2014/main" id="{8982B079-963E-4DD4-923C-F3B5E100ACBB}"/>
              </a:ext>
            </a:extLst>
          </p:cNvPr>
          <p:cNvSpPr txBox="1"/>
          <p:nvPr/>
        </p:nvSpPr>
        <p:spPr>
          <a:xfrm>
            <a:off x="5162026" y="3733061"/>
            <a:ext cx="322524" cy="215444"/>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BISansCond" panose="02000006050000020004" pitchFamily="2" charset="0"/>
                <a:ea typeface="等线" panose="02010600030101010101" pitchFamily="2" charset="-122"/>
                <a:cs typeface="+mn-cs"/>
              </a:rPr>
              <a:t>FSI</a:t>
            </a:r>
            <a:endParaRPr kumimoji="0" lang="zh-CN" altLang="en-US" sz="800" b="1" i="0" u="none" strike="noStrike" kern="1200" cap="none" spc="0" normalizeH="0" baseline="0" noProof="0">
              <a:ln>
                <a:noFill/>
              </a:ln>
              <a:solidFill>
                <a:srgbClr val="4472C4">
                  <a:lumMod val="75000"/>
                </a:srgbClr>
              </a:solidFill>
              <a:effectLst/>
              <a:uLnTx/>
              <a:uFillTx/>
              <a:latin typeface="BISansCond" panose="02000006050000020004" pitchFamily="2" charset="0"/>
              <a:ea typeface="等线" panose="02010600030101010101" pitchFamily="2" charset="-122"/>
              <a:cs typeface="+mn-cs"/>
            </a:endParaRPr>
          </a:p>
        </p:txBody>
      </p:sp>
      <p:sp>
        <p:nvSpPr>
          <p:cNvPr id="114" name="Star: 4 Points 113">
            <a:extLst>
              <a:ext uri="{FF2B5EF4-FFF2-40B4-BE49-F238E27FC236}">
                <a16:creationId xmlns:a16="http://schemas.microsoft.com/office/drawing/2014/main" id="{25BE0866-FFD8-43AD-967B-0B0BD0952A7D}"/>
              </a:ext>
            </a:extLst>
          </p:cNvPr>
          <p:cNvSpPr/>
          <p:nvPr/>
        </p:nvSpPr>
        <p:spPr bwMode="auto">
          <a:xfrm>
            <a:off x="5235141" y="361954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32" name="TextBox 131">
            <a:extLst>
              <a:ext uri="{FF2B5EF4-FFF2-40B4-BE49-F238E27FC236}">
                <a16:creationId xmlns:a16="http://schemas.microsoft.com/office/drawing/2014/main" id="{02E1DA42-B0F4-4B61-9129-F62182F62D6A}"/>
              </a:ext>
            </a:extLst>
          </p:cNvPr>
          <p:cNvSpPr txBox="1"/>
          <p:nvPr/>
        </p:nvSpPr>
        <p:spPr>
          <a:xfrm>
            <a:off x="5421446" y="3737626"/>
            <a:ext cx="340158" cy="215444"/>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BISansCond" panose="02000006050000020004" pitchFamily="2" charset="0"/>
                <a:ea typeface="等线" panose="02010600030101010101" pitchFamily="2" charset="-122"/>
                <a:cs typeface="+mn-cs"/>
              </a:rPr>
              <a:t>LSC</a:t>
            </a:r>
            <a:endParaRPr kumimoji="0" lang="zh-CN" altLang="en-US" sz="800" b="1" i="0" u="none" strike="noStrike" kern="1200" cap="none" spc="0" normalizeH="0" baseline="0" noProof="0">
              <a:ln>
                <a:noFill/>
              </a:ln>
              <a:solidFill>
                <a:srgbClr val="4472C4">
                  <a:lumMod val="75000"/>
                </a:srgbClr>
              </a:solidFill>
              <a:effectLst/>
              <a:uLnTx/>
              <a:uFillTx/>
              <a:latin typeface="BISansCond" panose="02000006050000020004" pitchFamily="2" charset="0"/>
              <a:ea typeface="等线" panose="02010600030101010101" pitchFamily="2" charset="-122"/>
              <a:cs typeface="+mn-cs"/>
            </a:endParaRPr>
          </a:p>
        </p:txBody>
      </p:sp>
      <p:sp>
        <p:nvSpPr>
          <p:cNvPr id="135" name="Star: 4 Points 134">
            <a:extLst>
              <a:ext uri="{FF2B5EF4-FFF2-40B4-BE49-F238E27FC236}">
                <a16:creationId xmlns:a16="http://schemas.microsoft.com/office/drawing/2014/main" id="{00A058A5-6111-4F70-9A89-18B6BA111A7E}"/>
              </a:ext>
            </a:extLst>
          </p:cNvPr>
          <p:cNvSpPr/>
          <p:nvPr/>
        </p:nvSpPr>
        <p:spPr bwMode="auto">
          <a:xfrm>
            <a:off x="5518661" y="362411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grpSp>
        <p:nvGrpSpPr>
          <p:cNvPr id="136" name="Group 135">
            <a:extLst>
              <a:ext uri="{FF2B5EF4-FFF2-40B4-BE49-F238E27FC236}">
                <a16:creationId xmlns:a16="http://schemas.microsoft.com/office/drawing/2014/main" id="{BCF8DD0F-4731-43D0-B572-0B7956374F10}"/>
              </a:ext>
            </a:extLst>
          </p:cNvPr>
          <p:cNvGrpSpPr/>
          <p:nvPr/>
        </p:nvGrpSpPr>
        <p:grpSpPr>
          <a:xfrm>
            <a:off x="5738484" y="3543408"/>
            <a:ext cx="540000" cy="372119"/>
            <a:chOff x="5591121" y="2315066"/>
            <a:chExt cx="540000" cy="372119"/>
          </a:xfrm>
        </p:grpSpPr>
        <p:sp>
          <p:nvSpPr>
            <p:cNvPr id="140" name="OTLSHAPE_M_39ea6ebc19a94c9fab6ef5006c31df58_Title">
              <a:extLst>
                <a:ext uri="{FF2B5EF4-FFF2-40B4-BE49-F238E27FC236}">
                  <a16:creationId xmlns:a16="http://schemas.microsoft.com/office/drawing/2014/main" id="{6C8B731A-6CCD-4CDF-B142-BB485EDD2281}"/>
                </a:ext>
              </a:extLst>
            </p:cNvPr>
            <p:cNvSpPr txBox="1"/>
            <p:nvPr/>
          </p:nvSpPr>
          <p:spPr>
            <a:xfrm>
              <a:off x="5591121" y="2480141"/>
              <a:ext cx="540000" cy="207044"/>
            </a:xfrm>
            <a:prstGeom prst="rect">
              <a:avLst/>
            </a:prstGeom>
            <a:noFill/>
          </p:spPr>
          <p:txBody>
            <a:bodyPr vert="horz" wrap="squar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77" rtl="0" eaLnBrk="1" fontAlgn="auto" latinLnBrk="0" hangingPunct="1">
                <a:lnSpc>
                  <a:spcPts val="8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BISansCond" panose="02000006050000020004" pitchFamily="2" charset="0"/>
                  <a:ea typeface="等线" panose="02010600030101010101" pitchFamily="2" charset="-122"/>
                  <a:cs typeface="Calibri" panose="020F0502020204030204" pitchFamily="34" charset="0"/>
                </a:rPr>
                <a:t>DBL</a:t>
              </a:r>
            </a:p>
            <a:p>
              <a:pPr marL="0" marR="0" lvl="0" indent="0" algn="l" defTabSz="914377" rtl="0" eaLnBrk="1" fontAlgn="auto" latinLnBrk="0" hangingPunct="1">
                <a:lnSpc>
                  <a:spcPts val="8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BISansCond" panose="02000006050000020004" pitchFamily="2" charset="0"/>
                  <a:ea typeface="等线" panose="02010600030101010101" pitchFamily="2" charset="-122"/>
                  <a:cs typeface="Calibri" panose="020F0502020204030204" pitchFamily="34" charset="0"/>
                </a:rPr>
                <a:t>Dec’24</a:t>
              </a:r>
            </a:p>
          </p:txBody>
        </p:sp>
        <p:sp>
          <p:nvSpPr>
            <p:cNvPr id="141" name="流程图: 决策 145">
              <a:extLst>
                <a:ext uri="{FF2B5EF4-FFF2-40B4-BE49-F238E27FC236}">
                  <a16:creationId xmlns:a16="http://schemas.microsoft.com/office/drawing/2014/main" id="{463142EF-DBEE-4594-9ADF-38D5DA1CE9DE}"/>
                </a:ext>
              </a:extLst>
            </p:cNvPr>
            <p:cNvSpPr>
              <a:spLocks noChangeAspect="1"/>
            </p:cNvSpPr>
            <p:nvPr/>
          </p:nvSpPr>
          <p:spPr>
            <a:xfrm>
              <a:off x="5591121" y="2315066"/>
              <a:ext cx="91440" cy="121920"/>
            </a:xfrm>
            <a:prstGeom prst="flowChartDecision">
              <a:avLst/>
            </a:prstGeom>
            <a:solidFill>
              <a:srgbClr val="FFC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FF0000"/>
                </a:solidFill>
                <a:effectLst/>
                <a:uLnTx/>
                <a:uFillTx/>
                <a:latin typeface="BISansOpti"/>
                <a:ea typeface="+mn-ea"/>
                <a:cs typeface="+mn-cs"/>
              </a:endParaRPr>
            </a:p>
          </p:txBody>
        </p:sp>
      </p:grpSp>
      <p:sp>
        <p:nvSpPr>
          <p:cNvPr id="133" name="TextBox 132">
            <a:extLst>
              <a:ext uri="{FF2B5EF4-FFF2-40B4-BE49-F238E27FC236}">
                <a16:creationId xmlns:a16="http://schemas.microsoft.com/office/drawing/2014/main" id="{1C839785-A0A6-40C6-B1FF-D1F4ACD488A9}"/>
              </a:ext>
            </a:extLst>
          </p:cNvPr>
          <p:cNvSpPr txBox="1"/>
          <p:nvPr/>
        </p:nvSpPr>
        <p:spPr>
          <a:xfrm>
            <a:off x="1748332" y="5310980"/>
            <a:ext cx="1492614" cy="276999"/>
          </a:xfrm>
          <a:prstGeom prst="rect">
            <a:avLst/>
          </a:prstGeom>
          <a:noFill/>
          <a:ln w="19050">
            <a:solidFill>
              <a:srgbClr val="F6BB00"/>
            </a:solidFill>
          </a:ln>
        </p:spPr>
        <p:txBody>
          <a:bodyPr wrap="square"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200" b="0" i="0" u="none" strike="noStrike" kern="1200" cap="none" spc="0" normalizeH="0" baseline="0" noProof="0">
                <a:ln>
                  <a:noFill/>
                </a:ln>
                <a:solidFill>
                  <a:srgbClr val="003366"/>
                </a:solidFill>
                <a:effectLst/>
                <a:uLnTx/>
                <a:uFillTx/>
                <a:latin typeface="Calibri" panose="020F0502020204030204" pitchFamily="34" charset="0"/>
                <a:ea typeface="DengXian" panose="02010600030101010101" pitchFamily="2" charset="-122"/>
                <a:cs typeface="Cordia New" panose="020B0304020202020204" pitchFamily="34" charset="-34"/>
              </a:rPr>
              <a:t>wo/pre-IND scenario:</a:t>
            </a:r>
            <a:endParaRPr kumimoji="0" lang="en-US" sz="1200" b="0" i="0" u="none" strike="noStrike" kern="1200" cap="none" spc="0" normalizeH="0" baseline="0" noProof="0">
              <a:ln>
                <a:noFill/>
              </a:ln>
              <a:solidFill>
                <a:srgbClr val="003366"/>
              </a:solidFill>
              <a:effectLst/>
              <a:uLnTx/>
              <a:uFillTx/>
              <a:latin typeface="Calibri" panose="020F0502020204030204" pitchFamily="34" charset="0"/>
              <a:ea typeface="DengXian" panose="02010600030101010101" pitchFamily="2" charset="-122"/>
              <a:cs typeface="Cordia New" panose="020B0304020202020204" pitchFamily="34" charset="-34"/>
            </a:endParaRPr>
          </a:p>
        </p:txBody>
      </p:sp>
      <p:pic>
        <p:nvPicPr>
          <p:cNvPr id="147" name="Picture 146">
            <a:extLst>
              <a:ext uri="{FF2B5EF4-FFF2-40B4-BE49-F238E27FC236}">
                <a16:creationId xmlns:a16="http://schemas.microsoft.com/office/drawing/2014/main" id="{4568C789-FE19-4174-83C2-53C218C5929B}"/>
              </a:ext>
            </a:extLst>
          </p:cNvPr>
          <p:cNvPicPr>
            <a:picLocks noChangeAspect="1"/>
          </p:cNvPicPr>
          <p:nvPr/>
        </p:nvPicPr>
        <p:blipFill>
          <a:blip r:embed="rId15"/>
          <a:stretch>
            <a:fillRect/>
          </a:stretch>
        </p:blipFill>
        <p:spPr>
          <a:xfrm>
            <a:off x="10833011" y="271276"/>
            <a:ext cx="1208232" cy="491197"/>
          </a:xfrm>
          <a:prstGeom prst="rect">
            <a:avLst/>
          </a:prstGeom>
        </p:spPr>
      </p:pic>
      <p:grpSp>
        <p:nvGrpSpPr>
          <p:cNvPr id="14" name="Group 13">
            <a:extLst>
              <a:ext uri="{FF2B5EF4-FFF2-40B4-BE49-F238E27FC236}">
                <a16:creationId xmlns:a16="http://schemas.microsoft.com/office/drawing/2014/main" id="{92C5CB90-0730-458F-9D40-4F1CBC212CC2}"/>
              </a:ext>
            </a:extLst>
          </p:cNvPr>
          <p:cNvGrpSpPr/>
          <p:nvPr/>
        </p:nvGrpSpPr>
        <p:grpSpPr>
          <a:xfrm>
            <a:off x="5481130" y="5077222"/>
            <a:ext cx="3814257" cy="712931"/>
            <a:chOff x="5481130" y="4332600"/>
            <a:chExt cx="3814257" cy="712931"/>
          </a:xfrm>
        </p:grpSpPr>
        <p:sp>
          <p:nvSpPr>
            <p:cNvPr id="99" name="OTLSHAPE_T_5a934a26f311425e8ebaa0f45e6533ad_Shape">
              <a:extLst>
                <a:ext uri="{FF2B5EF4-FFF2-40B4-BE49-F238E27FC236}">
                  <a16:creationId xmlns:a16="http://schemas.microsoft.com/office/drawing/2014/main" id="{6FA39440-6830-407C-BD47-6D76AEA5DED6}"/>
                </a:ext>
              </a:extLst>
            </p:cNvPr>
            <p:cNvSpPr/>
            <p:nvPr/>
          </p:nvSpPr>
          <p:spPr bwMode="auto">
            <a:xfrm>
              <a:off x="6472887" y="4512670"/>
              <a:ext cx="2560320" cy="288000"/>
            </a:xfrm>
            <a:prstGeom prst="roundRect">
              <a:avLst/>
            </a:prstGeom>
            <a:solidFill>
              <a:schemeClr val="bg1">
                <a:lumMod val="85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11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Phase </a:t>
              </a:r>
              <a:r>
                <a:rPr kumimoji="0" lang="en-US" altLang="zh-CN" sz="1100" b="1" i="0" u="none" strike="noStrike" kern="1200" cap="none" spc="-7" normalizeH="0" baseline="0" noProof="0" err="1">
                  <a:ln>
                    <a:noFill/>
                  </a:ln>
                  <a:solidFill>
                    <a:srgbClr val="000000"/>
                  </a:solidFill>
                  <a:effectLst/>
                  <a:uLnTx/>
                  <a:uFillTx/>
                  <a:latin typeface="Calibri" panose="020F0502020204030204" pitchFamily="34" charset="0"/>
                  <a:ea typeface="等线" panose="02010600030101010101" pitchFamily="2" charset="-122"/>
                  <a:cs typeface="+mn-cs"/>
                </a:rPr>
                <a:t>IIa</a:t>
              </a:r>
              <a:r>
                <a:rPr kumimoji="0" lang="en-US" altLang="zh-CN" sz="1100" b="1" i="0" u="none" strike="noStrike" kern="1200" cap="none" spc="-7" normalizeH="0" baseline="0" noProof="0">
                  <a:ln>
                    <a:noFill/>
                  </a:ln>
                  <a:solidFill>
                    <a:srgbClr val="000000"/>
                  </a:solidFill>
                  <a:effectLst/>
                  <a:uLnTx/>
                  <a:uFillTx/>
                  <a:latin typeface="Calibri" panose="020F0502020204030204" pitchFamily="34" charset="0"/>
                  <a:ea typeface="等线" panose="02010600030101010101" pitchFamily="2" charset="-122"/>
                  <a:cs typeface="+mn-cs"/>
                </a:rPr>
                <a:t> &amp; IIb (to be updated) </a:t>
              </a:r>
              <a:endParaRPr kumimoji="0" lang="en-US" altLang="zh-CN" sz="1100" b="1" i="0" u="none" strike="noStrike" kern="1200" cap="none" spc="-7" normalizeH="0" baseline="0" noProof="0">
                <a:ln>
                  <a:noFill/>
                </a:ln>
                <a:solidFill>
                  <a:prstClr val="black"/>
                </a:solidFill>
                <a:effectLst/>
                <a:uLnTx/>
                <a:uFillTx/>
                <a:latin typeface="Calibri" panose="020F0502020204030204" pitchFamily="34" charset="0"/>
                <a:ea typeface="等线" panose="02010600030101010101" pitchFamily="2" charset="-122"/>
                <a:cs typeface="+mn-cs"/>
              </a:endParaRPr>
            </a:p>
          </p:txBody>
        </p:sp>
        <p:sp>
          <p:nvSpPr>
            <p:cNvPr id="100" name="OTLSHAPE_T_e17f3958430f4cff8650518c93c7635e_Shape">
              <a:extLst>
                <a:ext uri="{FF2B5EF4-FFF2-40B4-BE49-F238E27FC236}">
                  <a16:creationId xmlns:a16="http://schemas.microsoft.com/office/drawing/2014/main" id="{4AD6F085-357F-4755-965A-DBE95C5262F6}"/>
                </a:ext>
              </a:extLst>
            </p:cNvPr>
            <p:cNvSpPr/>
            <p:nvPr/>
          </p:nvSpPr>
          <p:spPr bwMode="auto">
            <a:xfrm>
              <a:off x="5636757" y="4511387"/>
              <a:ext cx="828000" cy="288000"/>
            </a:xfrm>
            <a:prstGeom prst="roundRect">
              <a:avLst/>
            </a:prstGeom>
            <a:solidFill>
              <a:srgbClr val="FF000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0" tIns="45720" rIns="0" bIns="45720" numCol="1" rtlCol="0" anchor="ctr"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77"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CTA + EC + HGRAC + 1</a:t>
              </a:r>
              <a:r>
                <a:rPr kumimoji="0" lang="en-US" altLang="zh-CN" sz="800" b="1" i="0" u="none" strike="noStrike" kern="1200" cap="none" spc="0" normalizeH="0" baseline="3000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st</a:t>
              </a:r>
              <a:r>
                <a:rPr kumimoji="0" lang="en-US" altLang="zh-CN" sz="8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 SIV (6m)</a:t>
              </a:r>
              <a:endParaRPr kumimoji="0" lang="zh-CN" altLang="en-US" sz="8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02" name="OTLSHAPE_T_e17f3958430f4cff8650518c93c7635e_StartDate">
              <a:extLst>
                <a:ext uri="{FF2B5EF4-FFF2-40B4-BE49-F238E27FC236}">
                  <a16:creationId xmlns:a16="http://schemas.microsoft.com/office/drawing/2014/main" id="{A0AA241B-954A-402F-ADDF-DF65DA889FCE}"/>
                </a:ext>
              </a:extLst>
            </p:cNvPr>
            <p:cNvSpPr txBox="1"/>
            <p:nvPr/>
          </p:nvSpPr>
          <p:spPr>
            <a:xfrm>
              <a:off x="6269994" y="4381839"/>
              <a:ext cx="431997" cy="123111"/>
            </a:xfrm>
            <a:prstGeom prst="rect">
              <a:avLst/>
            </a:prstGeom>
            <a:noFill/>
          </p:spPr>
          <p:txBody>
            <a:bodyPr vert="horz" wrap="square" lIns="0" tIns="0" rIns="0" bIns="0" rtlCol="0" anchor="ctr" anchorCtr="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May’25</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sp>
          <p:nvSpPr>
            <p:cNvPr id="103" name="Star: 4 Points 102">
              <a:extLst>
                <a:ext uri="{FF2B5EF4-FFF2-40B4-BE49-F238E27FC236}">
                  <a16:creationId xmlns:a16="http://schemas.microsoft.com/office/drawing/2014/main" id="{FDCAD944-246E-4657-ABEA-E202F4E5D8EA}"/>
                </a:ext>
              </a:extLst>
            </p:cNvPr>
            <p:cNvSpPr/>
            <p:nvPr/>
          </p:nvSpPr>
          <p:spPr bwMode="auto">
            <a:xfrm>
              <a:off x="6373627" y="4708270"/>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04" name="Rectangle 103">
              <a:extLst>
                <a:ext uri="{FF2B5EF4-FFF2-40B4-BE49-F238E27FC236}">
                  <a16:creationId xmlns:a16="http://schemas.microsoft.com/office/drawing/2014/main" id="{A0E910ED-0564-447C-B98F-FABD9CDC151F}"/>
                </a:ext>
              </a:extLst>
            </p:cNvPr>
            <p:cNvSpPr/>
            <p:nvPr/>
          </p:nvSpPr>
          <p:spPr>
            <a:xfrm>
              <a:off x="6244985" y="4813599"/>
              <a:ext cx="476412" cy="215444"/>
            </a:xfrm>
            <a:prstGeom prst="rect">
              <a:avLst/>
            </a:prstGeom>
          </p:spPr>
          <p:txBody>
            <a:bodyPr wrap="none">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1</a:t>
              </a:r>
              <a:r>
                <a:rPr kumimoji="0" lang="en-US" altLang="zh-CN" sz="800" b="1" i="0" u="none" strike="noStrike" kern="1200" cap="none" spc="0" normalizeH="0" baseline="30000" noProof="0">
                  <a:ln>
                    <a:noFill/>
                  </a:ln>
                  <a:solidFill>
                    <a:srgbClr val="4472C4">
                      <a:lumMod val="75000"/>
                    </a:srgbClr>
                  </a:solidFill>
                  <a:effectLst/>
                  <a:uLnTx/>
                  <a:uFillTx/>
                  <a:latin typeface="等线" panose="020F0502020204030204"/>
                  <a:ea typeface="等线" panose="02010600030101010101" pitchFamily="2" charset="-122"/>
                  <a:cs typeface="+mn-cs"/>
                </a:rPr>
                <a:t>st</a:t>
              </a: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 SIV</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sp>
          <p:nvSpPr>
            <p:cNvPr id="105" name="Star: 4 Points 104">
              <a:extLst>
                <a:ext uri="{FF2B5EF4-FFF2-40B4-BE49-F238E27FC236}">
                  <a16:creationId xmlns:a16="http://schemas.microsoft.com/office/drawing/2014/main" id="{8F365F74-323A-4897-9EE1-4C10FB9CD597}"/>
                </a:ext>
              </a:extLst>
            </p:cNvPr>
            <p:cNvSpPr/>
            <p:nvPr/>
          </p:nvSpPr>
          <p:spPr bwMode="auto">
            <a:xfrm>
              <a:off x="8946974" y="4706851"/>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354"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06" name="TextBox 105">
              <a:extLst>
                <a:ext uri="{FF2B5EF4-FFF2-40B4-BE49-F238E27FC236}">
                  <a16:creationId xmlns:a16="http://schemas.microsoft.com/office/drawing/2014/main" id="{A3906F23-B3B0-4E10-B12B-AE39185956F8}"/>
                </a:ext>
              </a:extLst>
            </p:cNvPr>
            <p:cNvSpPr txBox="1"/>
            <p:nvPr/>
          </p:nvSpPr>
          <p:spPr>
            <a:xfrm>
              <a:off x="8879889" y="4332600"/>
              <a:ext cx="415498" cy="215444"/>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2027</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sp>
          <p:nvSpPr>
            <p:cNvPr id="107" name="TextBox 106">
              <a:extLst>
                <a:ext uri="{FF2B5EF4-FFF2-40B4-BE49-F238E27FC236}">
                  <a16:creationId xmlns:a16="http://schemas.microsoft.com/office/drawing/2014/main" id="{D7FE9A50-EB46-4CD8-9CA9-2340FD350AEA}"/>
                </a:ext>
              </a:extLst>
            </p:cNvPr>
            <p:cNvSpPr txBox="1"/>
            <p:nvPr/>
          </p:nvSpPr>
          <p:spPr>
            <a:xfrm>
              <a:off x="8864827" y="4830087"/>
              <a:ext cx="354584" cy="215444"/>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LSC</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sp>
          <p:nvSpPr>
            <p:cNvPr id="108" name="OTLSHAPE_T_e17f3958430f4cff8650518c93c7635e_StartDate">
              <a:extLst>
                <a:ext uri="{FF2B5EF4-FFF2-40B4-BE49-F238E27FC236}">
                  <a16:creationId xmlns:a16="http://schemas.microsoft.com/office/drawing/2014/main" id="{0EAB328D-5AB6-417F-A8AA-3EE919575598}"/>
                </a:ext>
              </a:extLst>
            </p:cNvPr>
            <p:cNvSpPr txBox="1"/>
            <p:nvPr/>
          </p:nvSpPr>
          <p:spPr>
            <a:xfrm>
              <a:off x="5538040" y="4369868"/>
              <a:ext cx="633943" cy="123111"/>
            </a:xfrm>
            <a:prstGeom prst="rect">
              <a:avLst/>
            </a:prstGeom>
            <a:noFill/>
          </p:spPr>
          <p:txBody>
            <a:bodyPr vert="horz" wrap="square" lIns="0" tIns="0" rIns="0" bIns="0" rtlCol="0" anchor="ctr" anchorCtr="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mid-Nov</a:t>
              </a:r>
              <a:r>
                <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a:t>
              </a: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24</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sp>
          <p:nvSpPr>
            <p:cNvPr id="109" name="OTLSHAPE_M_39ea6ebc19a94c9fab6ef5006c31df58_Title">
              <a:extLst>
                <a:ext uri="{FF2B5EF4-FFF2-40B4-BE49-F238E27FC236}">
                  <a16:creationId xmlns:a16="http://schemas.microsoft.com/office/drawing/2014/main" id="{FC399975-C6EC-4107-8A8D-FC0591959CF0}"/>
                </a:ext>
              </a:extLst>
            </p:cNvPr>
            <p:cNvSpPr txBox="1"/>
            <p:nvPr/>
          </p:nvSpPr>
          <p:spPr>
            <a:xfrm>
              <a:off x="5481130" y="4854282"/>
              <a:ext cx="360000" cy="123111"/>
            </a:xfrm>
            <a:prstGeom prst="rect">
              <a:avLst/>
            </a:prstGeom>
            <a:noFill/>
          </p:spPr>
          <p:txBody>
            <a:bodyPr vert="horz" wrap="square" lIns="0" tIns="0" rIns="0" bIns="0" rtlCol="0" anchor="ctr" anchorCtr="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CTA-s</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sp>
          <p:nvSpPr>
            <p:cNvPr id="113" name="OTLSHAPE_M_39ea6ebc19a94c9fab6ef5006c31df58_Shape">
              <a:extLst>
                <a:ext uri="{FF2B5EF4-FFF2-40B4-BE49-F238E27FC236}">
                  <a16:creationId xmlns:a16="http://schemas.microsoft.com/office/drawing/2014/main" id="{8FE60335-C528-4B36-B6D8-6D9DBB5E6B2B}"/>
                </a:ext>
              </a:extLst>
            </p:cNvPr>
            <p:cNvSpPr/>
            <p:nvPr>
              <p:custDataLst>
                <p:tags r:id="rId3"/>
              </p:custDataLst>
            </p:nvPr>
          </p:nvSpPr>
          <p:spPr bwMode="auto">
            <a:xfrm rot="16200000">
              <a:off x="5630056" y="4763496"/>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36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grpSp>
      <p:sp>
        <p:nvSpPr>
          <p:cNvPr id="98" name="OTLSHAPE_M_39ea6ebc19a94c9fab6ef5006c31df58_Title">
            <a:extLst>
              <a:ext uri="{FF2B5EF4-FFF2-40B4-BE49-F238E27FC236}">
                <a16:creationId xmlns:a16="http://schemas.microsoft.com/office/drawing/2014/main" id="{22CA7AE2-0278-4716-A322-4DB61007F65D}"/>
              </a:ext>
            </a:extLst>
          </p:cNvPr>
          <p:cNvSpPr txBox="1"/>
          <p:nvPr/>
        </p:nvSpPr>
        <p:spPr>
          <a:xfrm>
            <a:off x="4606637" y="3651732"/>
            <a:ext cx="360000" cy="246221"/>
          </a:xfrm>
          <a:prstGeom prst="rect">
            <a:avLst/>
          </a:prstGeom>
          <a:noFill/>
        </p:spPr>
        <p:txBody>
          <a:bodyPr vert="horz" wrap="square" lIns="0" tIns="0" rIns="0" bIns="0" rtlCol="0" anchor="ctr" anchorCtr="0">
            <a:spAutoFit/>
          </a:bodyPr>
          <a:ls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BISansCond" panose="02000006050000020004" pitchFamily="2" charset="0"/>
                <a:ea typeface="等线" panose="02010600030101010101" pitchFamily="2" charset="-122"/>
                <a:cs typeface="+mn-cs"/>
              </a:rPr>
              <a:t>CTN-s</a:t>
            </a:r>
          </a:p>
          <a:p>
            <a:pPr marL="0" marR="0" lvl="0" indent="0" algn="ctr" defTabSz="914377" rtl="0" eaLnBrk="1" fontAlgn="auto" latinLnBrk="0" hangingPunct="1">
              <a:lnSpc>
                <a:spcPct val="100000"/>
              </a:lnSpc>
              <a:spcBef>
                <a:spcPts val="0"/>
              </a:spcBef>
              <a:spcAft>
                <a:spcPts val="0"/>
              </a:spcAft>
              <a:buClrTx/>
              <a:buSzTx/>
              <a:buFontTx/>
              <a:buNone/>
              <a:tabLst/>
              <a:defRPr/>
            </a:pPr>
            <a:r>
              <a:rPr lang="en-US" altLang="zh-CN" sz="800">
                <a:solidFill>
                  <a:srgbClr val="4472C4">
                    <a:lumMod val="75000"/>
                  </a:srgbClr>
                </a:solidFill>
                <a:latin typeface="BISansCond" panose="02000006050000020004" pitchFamily="2" charset="0"/>
                <a:ea typeface="等线" panose="02010600030101010101" pitchFamily="2" charset="-122"/>
              </a:rPr>
              <a:t>Apr</a:t>
            </a:r>
            <a:r>
              <a:rPr kumimoji="0" lang="en-US" altLang="zh-CN" sz="800" b="0" i="0" u="none" strike="noStrike" kern="1200" cap="none" spc="0" normalizeH="0" baseline="0" noProof="0">
                <a:ln>
                  <a:noFill/>
                </a:ln>
                <a:solidFill>
                  <a:srgbClr val="4472C4">
                    <a:lumMod val="75000"/>
                  </a:srgbClr>
                </a:solidFill>
                <a:effectLst/>
                <a:uLnTx/>
                <a:uFillTx/>
                <a:latin typeface="BISansCond" panose="02000006050000020004" pitchFamily="2" charset="0"/>
                <a:ea typeface="等线" panose="02010600030101010101" pitchFamily="2" charset="-122"/>
                <a:cs typeface="+mn-cs"/>
              </a:rPr>
              <a:t>’24</a:t>
            </a:r>
            <a:endParaRPr kumimoji="0" lang="zh-CN" altLang="en-US" sz="800" b="0" i="0" u="none" strike="noStrike" kern="1200" cap="none" spc="0" normalizeH="0" baseline="0" noProof="0">
              <a:ln>
                <a:noFill/>
              </a:ln>
              <a:solidFill>
                <a:srgbClr val="4472C4">
                  <a:lumMod val="75000"/>
                </a:srgbClr>
              </a:solidFill>
              <a:effectLst/>
              <a:uLnTx/>
              <a:uFillTx/>
              <a:latin typeface="BISansCond" panose="02000006050000020004" pitchFamily="2" charset="0"/>
              <a:ea typeface="等线" panose="02010600030101010101" pitchFamily="2" charset="-122"/>
              <a:cs typeface="+mn-cs"/>
            </a:endParaRPr>
          </a:p>
        </p:txBody>
      </p:sp>
      <p:sp>
        <p:nvSpPr>
          <p:cNvPr id="134" name="OTLSHAPE_M_39ea6ebc19a94c9fab6ef5006c31df58_Shape">
            <a:extLst>
              <a:ext uri="{FF2B5EF4-FFF2-40B4-BE49-F238E27FC236}">
                <a16:creationId xmlns:a16="http://schemas.microsoft.com/office/drawing/2014/main" id="{C284BD44-3B3A-440D-8E64-11C24BFCD9CB}"/>
              </a:ext>
            </a:extLst>
          </p:cNvPr>
          <p:cNvSpPr/>
          <p:nvPr>
            <p:custDataLst>
              <p:tags r:id="rId2"/>
            </p:custDataLst>
          </p:nvPr>
        </p:nvSpPr>
        <p:spPr bwMode="auto">
          <a:xfrm rot="16200000">
            <a:off x="4727229" y="3545247"/>
            <a:ext cx="99631" cy="79771"/>
          </a:xfrm>
          <a:prstGeom prst="flowChartMerge">
            <a:avLst/>
          </a:prstGeom>
          <a:solidFill>
            <a:srgbClr val="EA161E"/>
          </a:solidFill>
          <a:ln w="9525" cap="flat" cmpd="sng" algn="ctr">
            <a:noFill/>
            <a:prstDash val="solid"/>
            <a:round/>
            <a:headEnd type="none" w="med" len="med"/>
            <a:tailEnd type="none" w="med" len="med"/>
          </a:ln>
          <a:effectLst/>
          <a:scene3d>
            <a:camera prst="orthographicFront"/>
            <a:lightRig rig="threePt" dir="t"/>
          </a:scene3d>
          <a:sp3d>
            <a:bevelT h="12700"/>
          </a:sp3d>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a:scrgbClr r="0" g="0" b="0">
                      <a:alpha val="50000"/>
                    </a:scrgbClr>
                  </a:outerShdw>
                </a:effectLst>
              </a14:hiddenEffects>
            </a:ex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l" defTabSz="914309" rtl="0" eaLnBrk="0" fontAlgn="base" latinLnBrk="0" hangingPunct="0">
              <a:lnSpc>
                <a:spcPct val="100000"/>
              </a:lnSpc>
              <a:spcBef>
                <a:spcPct val="0"/>
              </a:spcBef>
              <a:spcAft>
                <a:spcPct val="0"/>
              </a:spcAft>
              <a:buClrTx/>
              <a:buSzTx/>
              <a:buFontTx/>
              <a:buNone/>
              <a:tabLst/>
              <a:defRPr/>
            </a:pPr>
            <a:endParaRPr kumimoji="0" lang="zh-CN" altLang="en-US" sz="36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42" name="Oval 141">
            <a:extLst>
              <a:ext uri="{FF2B5EF4-FFF2-40B4-BE49-F238E27FC236}">
                <a16:creationId xmlns:a16="http://schemas.microsoft.com/office/drawing/2014/main" id="{A65FEB4A-13C1-42A5-8DBB-FE8A44CC3E96}"/>
              </a:ext>
            </a:extLst>
          </p:cNvPr>
          <p:cNvSpPr/>
          <p:nvPr/>
        </p:nvSpPr>
        <p:spPr>
          <a:xfrm>
            <a:off x="6979933" y="1879199"/>
            <a:ext cx="998542" cy="456843"/>
          </a:xfrm>
          <a:prstGeom prst="ellips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200" b="1" i="0" u="none" strike="noStrike" kern="1200" cap="none" spc="0" normalizeH="0" baseline="0" noProof="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rPr>
              <a:t>FOT: </a:t>
            </a:r>
            <a:r>
              <a:rPr kumimoji="0" lang="en-US" altLang="zh-CN" sz="1200" b="1" i="1" u="none" strike="noStrike" kern="1200" cap="none" spc="0" normalizeH="0" baseline="0" noProof="0">
                <a:ln>
                  <a:noFill/>
                </a:ln>
                <a:solidFill>
                  <a:prstClr val="white"/>
                </a:solidFill>
                <a:effectLst/>
                <a:uLnTx/>
                <a:uFillTx/>
                <a:latin typeface="Calibri" panose="020F0502020204030204" pitchFamily="34" charset="0"/>
                <a:ea typeface="等线" panose="02010600030101010101" pitchFamily="2" charset="-122"/>
                <a:cs typeface="Calibri" panose="020F0502020204030204" pitchFamily="34" charset="0"/>
              </a:rPr>
              <a:t>ORA</a:t>
            </a:r>
            <a:endParaRPr kumimoji="0" lang="en-US" sz="1200" b="1" i="1" u="none" strike="noStrike" kern="1200" cap="none" spc="0" normalizeH="0" baseline="0" noProof="0">
              <a:ln>
                <a:noFill/>
              </a:ln>
              <a:solidFill>
                <a:prstClr val="white"/>
              </a:solidFill>
              <a:effectLst/>
              <a:uLnTx/>
              <a:uFillTx/>
              <a:latin typeface="Calibri" panose="020F0502020204030204" pitchFamily="34" charset="0"/>
              <a:ea typeface="+mn-ea"/>
              <a:cs typeface="Calibri" panose="020F0502020204030204" pitchFamily="34" charset="0"/>
            </a:endParaRPr>
          </a:p>
        </p:txBody>
      </p:sp>
      <p:sp>
        <p:nvSpPr>
          <p:cNvPr id="144" name="TextBox 143">
            <a:extLst>
              <a:ext uri="{FF2B5EF4-FFF2-40B4-BE49-F238E27FC236}">
                <a16:creationId xmlns:a16="http://schemas.microsoft.com/office/drawing/2014/main" id="{DBAC9C62-C7EA-44A7-977C-6F9F4C391C19}"/>
              </a:ext>
            </a:extLst>
          </p:cNvPr>
          <p:cNvSpPr txBox="1"/>
          <p:nvPr/>
        </p:nvSpPr>
        <p:spPr>
          <a:xfrm>
            <a:off x="6078955" y="3446253"/>
            <a:ext cx="1920240" cy="276999"/>
          </a:xfrm>
          <a:prstGeom prst="rect">
            <a:avLst/>
          </a:prstGeom>
        </p:spPr>
        <p:style>
          <a:lnRef idx="2">
            <a:schemeClr val="accent2"/>
          </a:lnRef>
          <a:fillRef idx="1">
            <a:schemeClr val="lt1"/>
          </a:fillRef>
          <a:effectRef idx="0">
            <a:schemeClr val="accent2"/>
          </a:effectRef>
          <a:fontRef idx="minor">
            <a:schemeClr val="dk1"/>
          </a:fontRef>
        </p:style>
        <p:txBody>
          <a:bodyPr wrap="square" lIns="91440" tIns="45720" rIns="91440" b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CC"/>
                </a:solidFill>
                <a:effectLst/>
                <a:uLnTx/>
                <a:uFillTx/>
                <a:latin typeface="Calibri" panose="020F0502020204030204" pitchFamily="34" charset="0"/>
                <a:ea typeface="DengXian" panose="02010600030101010101" pitchFamily="2" charset="-122"/>
                <a:cs typeface="Cordia New" panose="020B0304020202020204" pitchFamily="34" charset="-34"/>
              </a:rPr>
              <a:t>JP Ph1 dependent on </a:t>
            </a:r>
            <a:r>
              <a:rPr kumimoji="0" lang="en-US" sz="1200" b="0" i="0" u="none" strike="noStrike" kern="1200" cap="none" spc="0" normalizeH="0" baseline="0" noProof="0" err="1">
                <a:ln>
                  <a:noFill/>
                </a:ln>
                <a:solidFill>
                  <a:srgbClr val="0000CC"/>
                </a:solidFill>
                <a:effectLst/>
                <a:uLnTx/>
                <a:uFillTx/>
                <a:latin typeface="Calibri" panose="020F0502020204030204" pitchFamily="34" charset="0"/>
                <a:ea typeface="DengXian" panose="02010600030101010101" pitchFamily="2" charset="-122"/>
                <a:cs typeface="Cordia New" panose="020B0304020202020204" pitchFamily="34" charset="-34"/>
              </a:rPr>
              <a:t>PoCP</a:t>
            </a:r>
            <a:endParaRPr kumimoji="0" lang="en-US" sz="1200" b="0" i="0" u="none" strike="noStrike" kern="1200" cap="none" spc="0" normalizeH="0" baseline="0" noProof="0">
              <a:ln>
                <a:noFill/>
              </a:ln>
              <a:solidFill>
                <a:srgbClr val="0000CC"/>
              </a:solidFill>
              <a:effectLst/>
              <a:uLnTx/>
              <a:uFillTx/>
              <a:latin typeface="Calibri" panose="020F0502020204030204" pitchFamily="34" charset="0"/>
              <a:ea typeface="DengXian" panose="02010600030101010101" pitchFamily="2" charset="-122"/>
              <a:cs typeface="Cordia New" panose="020B0304020202020204" pitchFamily="34" charset="-34"/>
            </a:endParaRPr>
          </a:p>
        </p:txBody>
      </p:sp>
      <p:sp>
        <p:nvSpPr>
          <p:cNvPr id="146" name="Star: 4 Points 143">
            <a:extLst>
              <a:ext uri="{FF2B5EF4-FFF2-40B4-BE49-F238E27FC236}">
                <a16:creationId xmlns:a16="http://schemas.microsoft.com/office/drawing/2014/main" id="{062B30BC-F107-43D8-8F06-973F38FF9E07}"/>
              </a:ext>
            </a:extLst>
          </p:cNvPr>
          <p:cNvSpPr>
            <a:spLocks noChangeAspect="1"/>
          </p:cNvSpPr>
          <p:nvPr/>
        </p:nvSpPr>
        <p:spPr bwMode="auto">
          <a:xfrm>
            <a:off x="4177587" y="2181661"/>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48" name="Star: 4 Points 143">
            <a:extLst>
              <a:ext uri="{FF2B5EF4-FFF2-40B4-BE49-F238E27FC236}">
                <a16:creationId xmlns:a16="http://schemas.microsoft.com/office/drawing/2014/main" id="{DA43A4CF-800E-4F21-BA20-1234F9756D22}"/>
              </a:ext>
            </a:extLst>
          </p:cNvPr>
          <p:cNvSpPr>
            <a:spLocks noChangeAspect="1"/>
          </p:cNvSpPr>
          <p:nvPr/>
        </p:nvSpPr>
        <p:spPr bwMode="auto">
          <a:xfrm>
            <a:off x="3457777" y="2188613"/>
            <a:ext cx="138182" cy="140861"/>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endParaRPr>
          </a:p>
        </p:txBody>
      </p:sp>
      <p:sp>
        <p:nvSpPr>
          <p:cNvPr id="149" name="TextBox 148">
            <a:extLst>
              <a:ext uri="{FF2B5EF4-FFF2-40B4-BE49-F238E27FC236}">
                <a16:creationId xmlns:a16="http://schemas.microsoft.com/office/drawing/2014/main" id="{3EC1779F-E3CA-4B77-9F9B-2D21335484FC}"/>
              </a:ext>
            </a:extLst>
          </p:cNvPr>
          <p:cNvSpPr txBox="1"/>
          <p:nvPr/>
        </p:nvSpPr>
        <p:spPr>
          <a:xfrm>
            <a:off x="3359826" y="2286266"/>
            <a:ext cx="348172" cy="215444"/>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FSS</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sp>
        <p:nvSpPr>
          <p:cNvPr id="150" name="TextBox 149">
            <a:extLst>
              <a:ext uri="{FF2B5EF4-FFF2-40B4-BE49-F238E27FC236}">
                <a16:creationId xmlns:a16="http://schemas.microsoft.com/office/drawing/2014/main" id="{BB5063E6-53FC-4847-AD62-1767F9BDC092}"/>
              </a:ext>
            </a:extLst>
          </p:cNvPr>
          <p:cNvSpPr txBox="1"/>
          <p:nvPr/>
        </p:nvSpPr>
        <p:spPr>
          <a:xfrm>
            <a:off x="4066083" y="2259043"/>
            <a:ext cx="354584" cy="215444"/>
          </a:xfrm>
          <a:prstGeom prst="rect">
            <a:avLst/>
          </a:prstGeom>
          <a:noFill/>
        </p:spPr>
        <p:txBody>
          <a:bodyPr wrap="none" rtlCol="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rPr>
              <a:t>LSC</a:t>
            </a:r>
            <a:endParaRPr kumimoji="0" lang="zh-CN" altLang="en-US" sz="800" b="1" i="0" u="none" strike="noStrike" kern="1200" cap="none" spc="0" normalizeH="0" baseline="0" noProof="0">
              <a:ln>
                <a:noFill/>
              </a:ln>
              <a:solidFill>
                <a:srgbClr val="4472C4">
                  <a:lumMod val="75000"/>
                </a:srgbClr>
              </a:solidFill>
              <a:effectLst/>
              <a:uLnTx/>
              <a:uFillTx/>
              <a:latin typeface="等线" panose="020F0502020204030204"/>
              <a:ea typeface="等线" panose="02010600030101010101" pitchFamily="2" charset="-122"/>
              <a:cs typeface="+mn-cs"/>
            </a:endParaRPr>
          </a:p>
        </p:txBody>
      </p:sp>
      <p:grpSp>
        <p:nvGrpSpPr>
          <p:cNvPr id="151" name="Group 150">
            <a:extLst>
              <a:ext uri="{FF2B5EF4-FFF2-40B4-BE49-F238E27FC236}">
                <a16:creationId xmlns:a16="http://schemas.microsoft.com/office/drawing/2014/main" id="{C58DF4E7-CA7E-4FA7-9E9F-11DBC067AB54}"/>
              </a:ext>
            </a:extLst>
          </p:cNvPr>
          <p:cNvGrpSpPr/>
          <p:nvPr/>
        </p:nvGrpSpPr>
        <p:grpSpPr>
          <a:xfrm>
            <a:off x="4331681" y="2006317"/>
            <a:ext cx="540000" cy="351074"/>
            <a:chOff x="5363899" y="2315066"/>
            <a:chExt cx="540000" cy="351074"/>
          </a:xfrm>
        </p:grpSpPr>
        <p:sp>
          <p:nvSpPr>
            <p:cNvPr id="152" name="OTLSHAPE_M_39ea6ebc19a94c9fab6ef5006c31df58_Title">
              <a:extLst>
                <a:ext uri="{FF2B5EF4-FFF2-40B4-BE49-F238E27FC236}">
                  <a16:creationId xmlns:a16="http://schemas.microsoft.com/office/drawing/2014/main" id="{7604A671-D458-44F2-84B6-D749C3D695AF}"/>
                </a:ext>
              </a:extLst>
            </p:cNvPr>
            <p:cNvSpPr txBox="1"/>
            <p:nvPr/>
          </p:nvSpPr>
          <p:spPr>
            <a:xfrm>
              <a:off x="5363899" y="2459096"/>
              <a:ext cx="540000" cy="207044"/>
            </a:xfrm>
            <a:prstGeom prst="rect">
              <a:avLst/>
            </a:prstGeom>
            <a:noFill/>
          </p:spPr>
          <p:txBody>
            <a:bodyPr vert="horz" wrap="square" lIns="0" tIns="0" rIns="0" bIns="0" rtlCol="0" anchor="ctr" anchorCtr="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377" rtl="0" eaLnBrk="1" fontAlgn="auto" latinLnBrk="0" hangingPunct="1">
                <a:lnSpc>
                  <a:spcPts val="8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BISansCond" panose="02000006050000020004" pitchFamily="2" charset="0"/>
                  <a:ea typeface="等线" panose="02010600030101010101" pitchFamily="2" charset="-122"/>
                  <a:cs typeface="Calibri" panose="020F0502020204030204" pitchFamily="34" charset="0"/>
                </a:rPr>
                <a:t>TLR</a:t>
              </a:r>
            </a:p>
            <a:p>
              <a:pPr marL="0" marR="0" lvl="0" indent="0" algn="ctr" defTabSz="914377" rtl="0" eaLnBrk="1" fontAlgn="auto" latinLnBrk="0" hangingPunct="1">
                <a:lnSpc>
                  <a:spcPts val="8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72C4">
                      <a:lumMod val="75000"/>
                    </a:srgbClr>
                  </a:solidFill>
                  <a:effectLst/>
                  <a:uLnTx/>
                  <a:uFillTx/>
                  <a:latin typeface="BISansCond" panose="02000006050000020004" pitchFamily="2" charset="0"/>
                  <a:ea typeface="等线" panose="02010600030101010101" pitchFamily="2" charset="-122"/>
                  <a:cs typeface="Calibri" panose="020F0502020204030204" pitchFamily="34" charset="0"/>
                </a:rPr>
                <a:t>Mar’24</a:t>
              </a:r>
            </a:p>
          </p:txBody>
        </p:sp>
        <p:sp>
          <p:nvSpPr>
            <p:cNvPr id="153" name="流程图: 决策 145">
              <a:extLst>
                <a:ext uri="{FF2B5EF4-FFF2-40B4-BE49-F238E27FC236}">
                  <a16:creationId xmlns:a16="http://schemas.microsoft.com/office/drawing/2014/main" id="{6D1273B7-3203-4D56-9DD7-D86CF207C039}"/>
                </a:ext>
              </a:extLst>
            </p:cNvPr>
            <p:cNvSpPr>
              <a:spLocks noChangeAspect="1"/>
            </p:cNvSpPr>
            <p:nvPr/>
          </p:nvSpPr>
          <p:spPr>
            <a:xfrm>
              <a:off x="5591121" y="2315066"/>
              <a:ext cx="91440" cy="121920"/>
            </a:xfrm>
            <a:prstGeom prst="flowChartDecision">
              <a:avLst/>
            </a:prstGeom>
            <a:solidFill>
              <a:srgbClr val="FFC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67" b="0" i="0" u="none" strike="noStrike" kern="1200" cap="none" spc="0" normalizeH="0" baseline="0" noProof="0" err="1">
                <a:ln>
                  <a:noFill/>
                </a:ln>
                <a:solidFill>
                  <a:srgbClr val="FF0000"/>
                </a:solidFill>
                <a:effectLst/>
                <a:uLnTx/>
                <a:uFillTx/>
                <a:latin typeface="BISansOpti"/>
                <a:ea typeface="+mn-ea"/>
                <a:cs typeface="+mn-cs"/>
              </a:endParaRPr>
            </a:p>
          </p:txBody>
        </p:sp>
      </p:grpSp>
      <p:sp>
        <p:nvSpPr>
          <p:cNvPr id="154" name="TextBox 153">
            <a:extLst>
              <a:ext uri="{FF2B5EF4-FFF2-40B4-BE49-F238E27FC236}">
                <a16:creationId xmlns:a16="http://schemas.microsoft.com/office/drawing/2014/main" id="{74989C8C-C741-47EE-BAFC-8975A0A0371A}"/>
              </a:ext>
            </a:extLst>
          </p:cNvPr>
          <p:cNvSpPr txBox="1"/>
          <p:nvPr/>
        </p:nvSpPr>
        <p:spPr>
          <a:xfrm>
            <a:off x="3338552" y="4113669"/>
            <a:ext cx="8220823" cy="461665"/>
          </a:xfrm>
          <a:prstGeom prst="rect">
            <a:avLst/>
          </a:prstGeom>
          <a:solidFill>
            <a:srgbClr val="B1F2E7"/>
          </a:solidFill>
          <a:ln>
            <a:solidFill>
              <a:srgbClr val="0000CC"/>
            </a:solidFill>
            <a:prstDash val="sysDot"/>
          </a:ln>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Calibri" panose="020F0502020204030204" pitchFamily="34" charset="0"/>
                <a:ea typeface="DengXian" panose="02010600030101010101" pitchFamily="2" charset="-122"/>
                <a:cs typeface="Cordia New" panose="020B0304020202020204" pitchFamily="34" charset="-34"/>
              </a:rPr>
              <a:t>JP Ph1 postponed to Jun 2024 (originally Mar’24) due to the delay of Ph2 by 3m.  TL</a:t>
            </a:r>
            <a:r>
              <a:rPr kumimoji="0" lang="en-US" altLang="zh-CN" sz="1200" b="0" i="0" u="none" strike="noStrike" kern="1200" cap="none" spc="0" normalizeH="0" baseline="0" noProof="0">
                <a:ln>
                  <a:noFill/>
                </a:ln>
                <a:solidFill>
                  <a:srgbClr val="000000"/>
                </a:solidFill>
                <a:effectLst/>
                <a:uLnTx/>
                <a:uFillTx/>
                <a:latin typeface="Calibri" panose="020F0502020204030204" pitchFamily="34" charset="0"/>
                <a:ea typeface="DengXian" panose="02010600030101010101" pitchFamily="2" charset="-122"/>
                <a:cs typeface="Cordia New" panose="020B0304020202020204" pitchFamily="34" charset="-34"/>
              </a:rPr>
              <a:t>R expected in Sep’24. But JP team plans to submit CTN in Jan’24 to keep the opportunity for early initiation of JP Ph1.</a:t>
            </a:r>
            <a:endParaRPr kumimoji="0" lang="en-US" sz="1200" b="0" i="0" u="none" strike="noStrike" kern="1200" cap="none" spc="0" normalizeH="0" baseline="0" noProof="0">
              <a:ln>
                <a:noFill/>
              </a:ln>
              <a:solidFill>
                <a:srgbClr val="000000"/>
              </a:solidFill>
              <a:effectLst/>
              <a:uLnTx/>
              <a:uFillTx/>
              <a:latin typeface="Calibri" panose="020F0502020204030204" pitchFamily="34" charset="0"/>
              <a:ea typeface="DengXian" panose="02010600030101010101" pitchFamily="2" charset="-122"/>
              <a:cs typeface="Cordia New" panose="020B0304020202020204" pitchFamily="34" charset="-34"/>
            </a:endParaRPr>
          </a:p>
        </p:txBody>
      </p:sp>
      <p:sp>
        <p:nvSpPr>
          <p:cNvPr id="10" name="Rectangle: Rounded Corners 9">
            <a:extLst>
              <a:ext uri="{FF2B5EF4-FFF2-40B4-BE49-F238E27FC236}">
                <a16:creationId xmlns:a16="http://schemas.microsoft.com/office/drawing/2014/main" id="{75706742-06AE-EA6B-AB48-A38777B08330}"/>
              </a:ext>
            </a:extLst>
          </p:cNvPr>
          <p:cNvSpPr/>
          <p:nvPr/>
        </p:nvSpPr>
        <p:spPr>
          <a:xfrm>
            <a:off x="2472227" y="5943701"/>
            <a:ext cx="6343939" cy="831424"/>
          </a:xfrm>
          <a:prstGeom prst="roundRect">
            <a:avLst/>
          </a:prstGeom>
          <a:solidFill>
            <a:srgbClr val="B1F2E7"/>
          </a:solidFill>
          <a:ln w="127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2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Feedback post ARVO about DME: CSFT</a:t>
            </a:r>
            <a:r>
              <a:rPr kumimoji="0" lang="en-US" altLang="zh-CN" sz="12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 would be a reasonable </a:t>
            </a:r>
            <a:r>
              <a:rPr kumimoji="0" lang="en-US" altLang="zh-CN" sz="1200" b="0" i="0" u="none" strike="noStrike" kern="1200" cap="none" spc="0" normalizeH="0" baseline="0" noProof="0" err="1">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PoCC</a:t>
            </a:r>
            <a:r>
              <a:rPr kumimoji="0" lang="en-US" altLang="zh-CN" sz="12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 endpoint, and </a:t>
            </a:r>
            <a:r>
              <a:rPr kumimoji="0" lang="en-US" altLang="zh-CN" sz="12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3 months </a:t>
            </a:r>
            <a:r>
              <a:rPr kumimoji="0" lang="en-US" altLang="zh-CN" sz="12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is seen a reasonable timeframe to get CSFT responses. Interaction w/ FDA was recommended to take place once ph2 data is available. TPP change </a:t>
            </a:r>
            <a:r>
              <a:rPr kumimoji="0" lang="en-US" altLang="zh-CN" sz="12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to DME without VA impairment </a:t>
            </a:r>
            <a:r>
              <a:rPr kumimoji="0" lang="en-US" altLang="zh-CN" sz="12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and </a:t>
            </a:r>
            <a:r>
              <a:rPr kumimoji="0" lang="en-US" altLang="zh-CN" sz="1200" b="1"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compare to observation </a:t>
            </a:r>
            <a:r>
              <a:rPr kumimoji="0" lang="en-US" altLang="zh-CN" sz="1200" b="0" i="0" u="none" strike="noStrike" kern="1200" cap="none" spc="0" normalizeH="0" baseline="0" noProof="0">
                <a:ln>
                  <a:noFill/>
                </a:ln>
                <a:solidFill>
                  <a:srgbClr val="000000"/>
                </a:solidFill>
                <a:effectLst/>
                <a:uLnTx/>
                <a:uFillTx/>
                <a:latin typeface="Calibri" panose="020F0502020204030204" pitchFamily="34" charset="0"/>
                <a:ea typeface="等线" panose="02010600030101010101" pitchFamily="2" charset="-122"/>
                <a:cs typeface="Calibri" panose="020F0502020204030204" pitchFamily="34" charset="0"/>
              </a:rPr>
              <a:t>was recommended (in line with ARVO feedback). </a:t>
            </a:r>
            <a:endParaRPr kumimoji="0" lang="en-US" sz="1200" b="0" i="0" u="none" strike="noStrike" kern="1200" cap="none" spc="0" normalizeH="0" baseline="0" noProof="0">
              <a:ln>
                <a:noFill/>
              </a:ln>
              <a:solidFill>
                <a:srgbClr val="000000"/>
              </a:solidFill>
              <a:effectLst/>
              <a:uLnTx/>
              <a:uFillTx/>
              <a:latin typeface="Calibri" panose="020F0502020204030204" pitchFamily="34" charset="0"/>
              <a:ea typeface="+mn-ea"/>
              <a:cs typeface="Calibri" panose="020F0502020204030204" pitchFamily="34" charset="0"/>
            </a:endParaRPr>
          </a:p>
        </p:txBody>
      </p:sp>
    </p:spTree>
    <p:extLst>
      <p:ext uri="{BB962C8B-B14F-4D97-AF65-F5344CB8AC3E}">
        <p14:creationId xmlns:p14="http://schemas.microsoft.com/office/powerpoint/2010/main" val="2015294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p:cNvSpPr>
            <a:spLocks noGrp="1"/>
          </p:cNvSpPr>
          <p:nvPr>
            <p:ph type="body" sz="quarter" idx="11"/>
          </p:nvPr>
        </p:nvSpPr>
        <p:spPr>
          <a:xfrm>
            <a:off x="3654084" y="3051225"/>
            <a:ext cx="4666501" cy="830997"/>
          </a:xfrm>
        </p:spPr>
        <p:txBody>
          <a:bodyPr/>
          <a:lstStyle/>
          <a:p>
            <a:pPr algn="ctr"/>
            <a:r>
              <a:rPr lang="en-GB" sz="5400" b="1">
                <a:effectLst>
                  <a:outerShdw blurRad="38100" dist="38100" dir="2700000" algn="tl">
                    <a:srgbClr val="000000">
                      <a:alpha val="43137"/>
                    </a:srgbClr>
                  </a:outerShdw>
                </a:effectLst>
              </a:rPr>
              <a:t>Thank You !</a:t>
            </a:r>
          </a:p>
        </p:txBody>
      </p:sp>
    </p:spTree>
    <p:extLst>
      <p:ext uri="{BB962C8B-B14F-4D97-AF65-F5344CB8AC3E}">
        <p14:creationId xmlns:p14="http://schemas.microsoft.com/office/powerpoint/2010/main" val="6315862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3"/>
          <p:cNvSpPr>
            <a:spLocks noGrp="1"/>
          </p:cNvSpPr>
          <p:nvPr>
            <p:ph type="title"/>
          </p:nvPr>
        </p:nvSpPr>
        <p:spPr>
          <a:xfrm>
            <a:off x="185035" y="217819"/>
            <a:ext cx="11211800" cy="627864"/>
          </a:xfrm>
        </p:spPr>
        <p:txBody>
          <a:bodyPr/>
          <a:lstStyle/>
          <a:p>
            <a:r>
              <a:rPr lang="en-US" altLang="zh-CN" sz="2000" u="sng"/>
              <a:t>Ongoing:</a:t>
            </a:r>
            <a:br>
              <a:rPr lang="en-US" altLang="zh-CN" sz="2000"/>
            </a:br>
            <a:r>
              <a:rPr lang="en-US" altLang="zh-CN" sz="2000"/>
              <a:t>BI 1358894 (TRPC4/5) </a:t>
            </a:r>
            <a:r>
              <a:rPr lang="en-US" altLang="zh-CN" sz="2000" b="1"/>
              <a:t>—</a:t>
            </a:r>
            <a:r>
              <a:rPr lang="en-US" altLang="zh-CN" sz="2000"/>
              <a:t> Post Traumatic Stress Disorder (PTSD)</a:t>
            </a:r>
            <a:endParaRPr lang="zh-CN" altLang="en-US" sz="2000"/>
          </a:p>
        </p:txBody>
      </p:sp>
      <p:sp>
        <p:nvSpPr>
          <p:cNvPr id="11" name="灯片编号占位符 10"/>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43B55C4-4F5A-416B-997D-6CE47EB0A945}" type="slidenum">
              <a:rPr kumimoji="0" lang="en-GB" sz="1000" b="0" i="0" u="none" strike="noStrike" kern="1200" cap="none" spc="0" normalizeH="0" baseline="0" noProof="0" smtClean="0">
                <a:ln>
                  <a:noFill/>
                </a:ln>
                <a:solidFill>
                  <a:srgbClr val="7F7F7F"/>
                </a:solidFill>
                <a:effectLst/>
                <a:uLnTx/>
                <a:uFillTx/>
                <a:latin typeface="Boehringer Forward Text"/>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000" b="0" i="0" u="none" strike="noStrike" kern="1200" cap="none" spc="0" normalizeH="0" baseline="0" noProof="0">
              <a:ln>
                <a:noFill/>
              </a:ln>
              <a:solidFill>
                <a:srgbClr val="7F7F7F"/>
              </a:solidFill>
              <a:effectLst/>
              <a:uLnTx/>
              <a:uFillTx/>
              <a:latin typeface="Boehringer Forward Text"/>
              <a:ea typeface="+mn-ea"/>
              <a:cs typeface="+mn-cs"/>
            </a:endParaRPr>
          </a:p>
        </p:txBody>
      </p:sp>
      <p:graphicFrame>
        <p:nvGraphicFramePr>
          <p:cNvPr id="78" name="Table 77">
            <a:extLst>
              <a:ext uri="{FF2B5EF4-FFF2-40B4-BE49-F238E27FC236}">
                <a16:creationId xmlns:a16="http://schemas.microsoft.com/office/drawing/2014/main" id="{53F19B2F-FEE3-4E31-B69F-A9373CB2348D}"/>
              </a:ext>
            </a:extLst>
          </p:cNvPr>
          <p:cNvGraphicFramePr>
            <a:graphicFrameLocks noGrp="1"/>
          </p:cNvGraphicFramePr>
          <p:nvPr/>
        </p:nvGraphicFramePr>
        <p:xfrm>
          <a:off x="1300392" y="1162826"/>
          <a:ext cx="10570464" cy="624840"/>
        </p:xfrm>
        <a:graphic>
          <a:graphicData uri="http://schemas.openxmlformats.org/drawingml/2006/table">
            <a:tbl>
              <a:tblPr firstRow="1" bandRow="1"/>
              <a:tblGrid>
                <a:gridCol w="438912">
                  <a:extLst>
                    <a:ext uri="{9D8B030D-6E8A-4147-A177-3AD203B41FA5}">
                      <a16:colId xmlns:a16="http://schemas.microsoft.com/office/drawing/2014/main" val="1238795756"/>
                    </a:ext>
                  </a:extLst>
                </a:gridCol>
                <a:gridCol w="438912">
                  <a:extLst>
                    <a:ext uri="{9D8B030D-6E8A-4147-A177-3AD203B41FA5}">
                      <a16:colId xmlns:a16="http://schemas.microsoft.com/office/drawing/2014/main" val="1666999431"/>
                    </a:ext>
                  </a:extLst>
                </a:gridCol>
                <a:gridCol w="438912">
                  <a:extLst>
                    <a:ext uri="{9D8B030D-6E8A-4147-A177-3AD203B41FA5}">
                      <a16:colId xmlns:a16="http://schemas.microsoft.com/office/drawing/2014/main" val="3696607442"/>
                    </a:ext>
                  </a:extLst>
                </a:gridCol>
                <a:gridCol w="438912">
                  <a:extLst>
                    <a:ext uri="{9D8B030D-6E8A-4147-A177-3AD203B41FA5}">
                      <a16:colId xmlns:a16="http://schemas.microsoft.com/office/drawing/2014/main" val="223989776"/>
                    </a:ext>
                  </a:extLst>
                </a:gridCol>
                <a:gridCol w="438912">
                  <a:extLst>
                    <a:ext uri="{9D8B030D-6E8A-4147-A177-3AD203B41FA5}">
                      <a16:colId xmlns:a16="http://schemas.microsoft.com/office/drawing/2014/main" val="124731204"/>
                    </a:ext>
                  </a:extLst>
                </a:gridCol>
                <a:gridCol w="438912">
                  <a:extLst>
                    <a:ext uri="{9D8B030D-6E8A-4147-A177-3AD203B41FA5}">
                      <a16:colId xmlns:a16="http://schemas.microsoft.com/office/drawing/2014/main" val="3066978585"/>
                    </a:ext>
                  </a:extLst>
                </a:gridCol>
                <a:gridCol w="438912">
                  <a:extLst>
                    <a:ext uri="{9D8B030D-6E8A-4147-A177-3AD203B41FA5}">
                      <a16:colId xmlns:a16="http://schemas.microsoft.com/office/drawing/2014/main" val="1064917641"/>
                    </a:ext>
                  </a:extLst>
                </a:gridCol>
                <a:gridCol w="438912">
                  <a:extLst>
                    <a:ext uri="{9D8B030D-6E8A-4147-A177-3AD203B41FA5}">
                      <a16:colId xmlns:a16="http://schemas.microsoft.com/office/drawing/2014/main" val="4221117315"/>
                    </a:ext>
                  </a:extLst>
                </a:gridCol>
                <a:gridCol w="438912">
                  <a:extLst>
                    <a:ext uri="{9D8B030D-6E8A-4147-A177-3AD203B41FA5}">
                      <a16:colId xmlns:a16="http://schemas.microsoft.com/office/drawing/2014/main" val="3266065341"/>
                    </a:ext>
                  </a:extLst>
                </a:gridCol>
                <a:gridCol w="438912">
                  <a:extLst>
                    <a:ext uri="{9D8B030D-6E8A-4147-A177-3AD203B41FA5}">
                      <a16:colId xmlns:a16="http://schemas.microsoft.com/office/drawing/2014/main" val="2374051224"/>
                    </a:ext>
                  </a:extLst>
                </a:gridCol>
                <a:gridCol w="438912">
                  <a:extLst>
                    <a:ext uri="{9D8B030D-6E8A-4147-A177-3AD203B41FA5}">
                      <a16:colId xmlns:a16="http://schemas.microsoft.com/office/drawing/2014/main" val="1840388365"/>
                    </a:ext>
                  </a:extLst>
                </a:gridCol>
                <a:gridCol w="438912">
                  <a:extLst>
                    <a:ext uri="{9D8B030D-6E8A-4147-A177-3AD203B41FA5}">
                      <a16:colId xmlns:a16="http://schemas.microsoft.com/office/drawing/2014/main" val="267750830"/>
                    </a:ext>
                  </a:extLst>
                </a:gridCol>
                <a:gridCol w="438912">
                  <a:extLst>
                    <a:ext uri="{9D8B030D-6E8A-4147-A177-3AD203B41FA5}">
                      <a16:colId xmlns:a16="http://schemas.microsoft.com/office/drawing/2014/main" val="3966469970"/>
                    </a:ext>
                  </a:extLst>
                </a:gridCol>
                <a:gridCol w="438912">
                  <a:extLst>
                    <a:ext uri="{9D8B030D-6E8A-4147-A177-3AD203B41FA5}">
                      <a16:colId xmlns:a16="http://schemas.microsoft.com/office/drawing/2014/main" val="2522973146"/>
                    </a:ext>
                  </a:extLst>
                </a:gridCol>
                <a:gridCol w="438912">
                  <a:extLst>
                    <a:ext uri="{9D8B030D-6E8A-4147-A177-3AD203B41FA5}">
                      <a16:colId xmlns:a16="http://schemas.microsoft.com/office/drawing/2014/main" val="1369122503"/>
                    </a:ext>
                  </a:extLst>
                </a:gridCol>
                <a:gridCol w="438912">
                  <a:extLst>
                    <a:ext uri="{9D8B030D-6E8A-4147-A177-3AD203B41FA5}">
                      <a16:colId xmlns:a16="http://schemas.microsoft.com/office/drawing/2014/main" val="2867001924"/>
                    </a:ext>
                  </a:extLst>
                </a:gridCol>
                <a:gridCol w="438912">
                  <a:extLst>
                    <a:ext uri="{9D8B030D-6E8A-4147-A177-3AD203B41FA5}">
                      <a16:colId xmlns:a16="http://schemas.microsoft.com/office/drawing/2014/main" val="3139393708"/>
                    </a:ext>
                  </a:extLst>
                </a:gridCol>
                <a:gridCol w="438912">
                  <a:extLst>
                    <a:ext uri="{9D8B030D-6E8A-4147-A177-3AD203B41FA5}">
                      <a16:colId xmlns:a16="http://schemas.microsoft.com/office/drawing/2014/main" val="561280759"/>
                    </a:ext>
                  </a:extLst>
                </a:gridCol>
                <a:gridCol w="438912">
                  <a:extLst>
                    <a:ext uri="{9D8B030D-6E8A-4147-A177-3AD203B41FA5}">
                      <a16:colId xmlns:a16="http://schemas.microsoft.com/office/drawing/2014/main" val="2067599690"/>
                    </a:ext>
                  </a:extLst>
                </a:gridCol>
                <a:gridCol w="438912">
                  <a:extLst>
                    <a:ext uri="{9D8B030D-6E8A-4147-A177-3AD203B41FA5}">
                      <a16:colId xmlns:a16="http://schemas.microsoft.com/office/drawing/2014/main" val="1201343659"/>
                    </a:ext>
                  </a:extLst>
                </a:gridCol>
                <a:gridCol w="438912">
                  <a:extLst>
                    <a:ext uri="{9D8B030D-6E8A-4147-A177-3AD203B41FA5}">
                      <a16:colId xmlns:a16="http://schemas.microsoft.com/office/drawing/2014/main" val="4279734381"/>
                    </a:ext>
                  </a:extLst>
                </a:gridCol>
                <a:gridCol w="438912">
                  <a:extLst>
                    <a:ext uri="{9D8B030D-6E8A-4147-A177-3AD203B41FA5}">
                      <a16:colId xmlns:a16="http://schemas.microsoft.com/office/drawing/2014/main" val="1234146779"/>
                    </a:ext>
                  </a:extLst>
                </a:gridCol>
                <a:gridCol w="457200">
                  <a:extLst>
                    <a:ext uri="{9D8B030D-6E8A-4147-A177-3AD203B41FA5}">
                      <a16:colId xmlns:a16="http://schemas.microsoft.com/office/drawing/2014/main" val="467224217"/>
                    </a:ext>
                  </a:extLst>
                </a:gridCol>
                <a:gridCol w="457200">
                  <a:extLst>
                    <a:ext uri="{9D8B030D-6E8A-4147-A177-3AD203B41FA5}">
                      <a16:colId xmlns:a16="http://schemas.microsoft.com/office/drawing/2014/main" val="269916788"/>
                    </a:ext>
                  </a:extLst>
                </a:gridCol>
              </a:tblGrid>
              <a:tr h="254000">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2022</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A"/>
                    </a:solidFill>
                  </a:tcPr>
                </a:tc>
                <a:tc hMerge="1">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2022</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0E284A"/>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2023</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pPr algn="ctr"/>
                      <a:r>
                        <a:rPr lang="en-US" altLang="zh-CN" sz="1100" b="1">
                          <a:latin typeface="Arial" panose="020B0604020202020204" pitchFamily="34" charset="0"/>
                          <a:cs typeface="Arial" panose="020B0604020202020204" pitchFamily="34" charset="0"/>
                        </a:rPr>
                        <a:t>2024</a:t>
                      </a:r>
                      <a:endParaRPr lang="zh-CN" altLang="en-US" sz="1100" b="1">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en-US"/>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hMerge="1">
                  <a:txBody>
                    <a:bodyPr/>
                    <a:lstStyle/>
                    <a:p>
                      <a:endParaRPr lang="zh-CN" altLang="en-US" sz="800">
                        <a:latin typeface="Arial" panose="020B0604020202020204" pitchFamily="34" charset="0"/>
                        <a:cs typeface="Arial" panose="020B0604020202020204" pitchFamily="34" charset="0"/>
                      </a:endParaRP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1E9FA2"/>
                    </a:solidFill>
                  </a:tcPr>
                </a:tc>
                <a:tc gridSpan="4">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2025</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algn="ctr"/>
                      <a:endParaRPr lang="zh-CN" altLang="en-US" sz="800" b="1">
                        <a:latin typeface="Arial" panose="020B0604020202020204" pitchFamily="34" charset="0"/>
                        <a:cs typeface="Arial" panose="020B0604020202020204" pitchFamily="34" charset="0"/>
                      </a:endParaRPr>
                    </a:p>
                  </a:txBody>
                  <a:tcPr marL="68580" marR="68580" marT="34290" marB="3429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2026</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2027</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2028</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grid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2029</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hMerge="1">
                  <a:txBody>
                    <a:bodyPr/>
                    <a:lstStyle/>
                    <a:p>
                      <a:pPr marL="0" algn="ctr" defTabSz="914400" rtl="0" eaLnBrk="1" latinLnBrk="0" hangingPunct="1"/>
                      <a:endParaRPr lang="zh-CN" altLang="en-US" sz="1100" b="1" kern="1200">
                        <a:solidFill>
                          <a:schemeClr val="lt1"/>
                        </a:solidFill>
                        <a:latin typeface="Arial" panose="020B0604020202020204" pitchFamily="34" charset="0"/>
                        <a:ea typeface="+mn-ea"/>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2030</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75000"/>
                      </a:schemeClr>
                    </a:solidFill>
                  </a:tcPr>
                </a:tc>
                <a:tc rowSpan="2">
                  <a:txBody>
                    <a:bodyPr/>
                    <a:lstStyle/>
                    <a:p>
                      <a:pPr marL="0" algn="ctr" defTabSz="914400" rtl="0" eaLnBrk="1" latinLnBrk="0" hangingPunct="1"/>
                      <a:r>
                        <a:rPr lang="en-US" altLang="zh-CN" sz="1100" b="1" kern="1200">
                          <a:solidFill>
                            <a:schemeClr val="lt1"/>
                          </a:solidFill>
                          <a:latin typeface="Arial" panose="020B0604020202020204" pitchFamily="34" charset="0"/>
                          <a:ea typeface="+mn-ea"/>
                          <a:cs typeface="Arial" panose="020B0604020202020204" pitchFamily="34" charset="0"/>
                        </a:rPr>
                        <a:t>2031</a:t>
                      </a:r>
                      <a:endParaRPr lang="zh-CN" altLang="en-US" sz="1100" b="1" kern="1200">
                        <a:solidFill>
                          <a:schemeClr val="lt1"/>
                        </a:solidFill>
                        <a:latin typeface="Arial" panose="020B0604020202020204" pitchFamily="34" charset="0"/>
                        <a:ea typeface="+mn-ea"/>
                        <a:cs typeface="Arial" panose="020B0604020202020204" pitchFamily="34" charset="0"/>
                      </a:endParaRPr>
                    </a:p>
                  </a:txBody>
                  <a:tcPr vert="vert270"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3603824039"/>
                  </a:ext>
                </a:extLst>
              </a:tr>
              <a:tr h="365760">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100" b="1">
                          <a:solidFill>
                            <a:srgbClr val="000000"/>
                          </a:solidFill>
                          <a:latin typeface="Arial" panose="020B0604020202020204" pitchFamily="34" charset="0"/>
                          <a:cs typeface="Arial" panose="020B0604020202020204" pitchFamily="34" charset="0"/>
                        </a:rPr>
                        <a:t>Q2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Q3</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pPr algn="ctr"/>
                      <a:r>
                        <a:rPr lang="en-US" altLang="zh-CN" sz="1100" b="1">
                          <a:solidFill>
                            <a:srgbClr val="000000"/>
                          </a:solidFill>
                          <a:latin typeface="Arial" panose="020B0604020202020204" pitchFamily="34" charset="0"/>
                          <a:cs typeface="Arial" panose="020B0604020202020204" pitchFamily="34" charset="0"/>
                        </a:rPr>
                        <a:t>Q4</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H1</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a:txBody>
                    <a:bodyPr/>
                    <a:lstStyle/>
                    <a:p>
                      <a:pPr algn="ctr"/>
                      <a:r>
                        <a:rPr lang="en-US" altLang="zh-CN" sz="1100" b="1">
                          <a:solidFill>
                            <a:srgbClr val="000000"/>
                          </a:solidFill>
                          <a:latin typeface="Arial" panose="020B0604020202020204" pitchFamily="34" charset="0"/>
                          <a:cs typeface="Arial" panose="020B0604020202020204" pitchFamily="34" charset="0"/>
                        </a:rPr>
                        <a:t>H2</a:t>
                      </a: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pPr algn="ctr"/>
                      <a:endParaRPr lang="zh-CN" altLang="en-US" sz="1100" b="1">
                        <a:solidFill>
                          <a:srgbClr val="000000"/>
                        </a:solidFill>
                        <a:latin typeface="Arial" panose="020B0604020202020204" pitchFamily="34" charset="0"/>
                        <a:cs typeface="Arial" panose="020B060402020202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chemeClr val="accent1">
                        <a:lumMod val="40000"/>
                        <a:lumOff val="60000"/>
                      </a:schemeClr>
                    </a:solidFill>
                  </a:tcPr>
                </a:tc>
                <a:tc vMerge="1">
                  <a:txBody>
                    <a:bodyPr/>
                    <a:lstStyle/>
                    <a:p>
                      <a:endParaRPr lang="en-US"/>
                    </a:p>
                  </a:txBody>
                  <a:tcPr/>
                </a:tc>
                <a:extLst>
                  <a:ext uri="{0D108BD9-81ED-4DB2-BD59-A6C34878D82A}">
                    <a16:rowId xmlns:a16="http://schemas.microsoft.com/office/drawing/2014/main" val="2722476245"/>
                  </a:ext>
                </a:extLst>
              </a:tr>
            </a:tbl>
          </a:graphicData>
        </a:graphic>
      </p:graphicFrame>
      <p:sp>
        <p:nvSpPr>
          <p:cNvPr id="79" name="Isosceles Triangle 78">
            <a:extLst>
              <a:ext uri="{FF2B5EF4-FFF2-40B4-BE49-F238E27FC236}">
                <a16:creationId xmlns:a16="http://schemas.microsoft.com/office/drawing/2014/main" id="{B8CB9D7E-A90E-4137-9CB6-46D1A913D421}"/>
              </a:ext>
            </a:extLst>
          </p:cNvPr>
          <p:cNvSpPr/>
          <p:nvPr/>
        </p:nvSpPr>
        <p:spPr>
          <a:xfrm rot="16200000" flipH="1">
            <a:off x="866215" y="1364390"/>
            <a:ext cx="621792"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000000"/>
              </a:solidFill>
              <a:effectLst/>
              <a:uLnTx/>
              <a:uFillTx/>
              <a:latin typeface="Boehringer Forward Text"/>
              <a:ea typeface="+mn-ea"/>
              <a:cs typeface="+mn-cs"/>
            </a:endParaRPr>
          </a:p>
        </p:txBody>
      </p:sp>
      <p:sp>
        <p:nvSpPr>
          <p:cNvPr id="80" name="Isosceles Triangle 79">
            <a:extLst>
              <a:ext uri="{FF2B5EF4-FFF2-40B4-BE49-F238E27FC236}">
                <a16:creationId xmlns:a16="http://schemas.microsoft.com/office/drawing/2014/main" id="{3AB4F46A-E326-4764-A36E-91824C699200}"/>
              </a:ext>
            </a:extLst>
          </p:cNvPr>
          <p:cNvSpPr/>
          <p:nvPr/>
        </p:nvSpPr>
        <p:spPr>
          <a:xfrm rot="5400000">
            <a:off x="11686332" y="1357509"/>
            <a:ext cx="621792" cy="227349"/>
          </a:xfrm>
          <a:prstGeom prst="triangle">
            <a:avLst/>
          </a:prstGeom>
          <a:solidFill>
            <a:schemeClr val="bg1"/>
          </a:solidFill>
          <a:ln w="12700">
            <a:solidFill>
              <a:srgbClr val="003366"/>
            </a:solid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err="1">
              <a:ln>
                <a:noFill/>
              </a:ln>
              <a:solidFill>
                <a:srgbClr val="000000"/>
              </a:solidFill>
              <a:effectLst/>
              <a:uLnTx/>
              <a:uFillTx/>
              <a:latin typeface="Boehringer Forward Text"/>
              <a:ea typeface="+mn-ea"/>
              <a:cs typeface="+mn-cs"/>
            </a:endParaRPr>
          </a:p>
        </p:txBody>
      </p:sp>
      <p:sp>
        <p:nvSpPr>
          <p:cNvPr id="149" name="TextBox 148">
            <a:extLst>
              <a:ext uri="{FF2B5EF4-FFF2-40B4-BE49-F238E27FC236}">
                <a16:creationId xmlns:a16="http://schemas.microsoft.com/office/drawing/2014/main" id="{1159E88D-6C20-4E05-AD3D-473894EB825D}"/>
              </a:ext>
            </a:extLst>
          </p:cNvPr>
          <p:cNvSpPr txBox="1"/>
          <p:nvPr/>
        </p:nvSpPr>
        <p:spPr>
          <a:xfrm>
            <a:off x="164524" y="2709036"/>
            <a:ext cx="894760" cy="246221"/>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Ph3-</a:t>
            </a:r>
            <a:r>
              <a:rPr kumimoji="0" lang="en-US" altLang="zh-CN"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1402.31/32/33</a:t>
            </a:r>
          </a:p>
        </p:txBody>
      </p:sp>
      <p:sp>
        <p:nvSpPr>
          <p:cNvPr id="150" name="TextBox 149">
            <a:extLst>
              <a:ext uri="{FF2B5EF4-FFF2-40B4-BE49-F238E27FC236}">
                <a16:creationId xmlns:a16="http://schemas.microsoft.com/office/drawing/2014/main" id="{67DD2D83-A798-4849-BC5D-1DA4A0BE9D37}"/>
              </a:ext>
            </a:extLst>
          </p:cNvPr>
          <p:cNvSpPr txBox="1"/>
          <p:nvPr/>
        </p:nvSpPr>
        <p:spPr>
          <a:xfrm>
            <a:off x="179123" y="1950143"/>
            <a:ext cx="619207" cy="246221"/>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Ph2-1402.30</a:t>
            </a:r>
          </a:p>
        </p:txBody>
      </p:sp>
      <p:grpSp>
        <p:nvGrpSpPr>
          <p:cNvPr id="161" name="Group 160">
            <a:extLst>
              <a:ext uri="{FF2B5EF4-FFF2-40B4-BE49-F238E27FC236}">
                <a16:creationId xmlns:a16="http://schemas.microsoft.com/office/drawing/2014/main" id="{6EC5E0EA-8D49-435A-85F2-0B39043CFA7D}"/>
              </a:ext>
            </a:extLst>
          </p:cNvPr>
          <p:cNvGrpSpPr/>
          <p:nvPr/>
        </p:nvGrpSpPr>
        <p:grpSpPr>
          <a:xfrm>
            <a:off x="49535" y="1340820"/>
            <a:ext cx="880993" cy="447229"/>
            <a:chOff x="14295" y="1797983"/>
            <a:chExt cx="880993" cy="447229"/>
          </a:xfrm>
        </p:grpSpPr>
        <p:sp>
          <p:nvSpPr>
            <p:cNvPr id="162" name="Freeform: Shape 147">
              <a:extLst>
                <a:ext uri="{FF2B5EF4-FFF2-40B4-BE49-F238E27FC236}">
                  <a16:creationId xmlns:a16="http://schemas.microsoft.com/office/drawing/2014/main" id="{3CEDD11F-6DAA-4D7D-90EE-8FC491AF6E62}"/>
                </a:ext>
              </a:extLst>
            </p:cNvPr>
            <p:cNvSpPr/>
            <p:nvPr/>
          </p:nvSpPr>
          <p:spPr bwMode="auto">
            <a:xfrm>
              <a:off x="30119" y="1894326"/>
              <a:ext cx="822960"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noFill/>
              <a:prstDash val="solid"/>
              <a:round/>
              <a:headEnd type="none" w="med" len="med"/>
              <a:tailEnd type="none" w="med" len="med"/>
            </a:ln>
            <a:effectLst/>
          </p:spPr>
          <p:txBody>
            <a:bodyPr vert="horz" wrap="square" lIns="411480" tIns="45720" rIns="0" bIns="45720" numCol="1" rtlCol="0" anchor="ctr"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8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rPr>
                <a:t>Global</a:t>
              </a:r>
              <a:endParaRPr kumimoji="0" lang="zh-CN" altLang="en-US" sz="8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endParaRPr>
            </a:p>
          </p:txBody>
        </p:sp>
        <p:sp>
          <p:nvSpPr>
            <p:cNvPr id="163" name="Oval 4">
              <a:extLst>
                <a:ext uri="{FF2B5EF4-FFF2-40B4-BE49-F238E27FC236}">
                  <a16:creationId xmlns:a16="http://schemas.microsoft.com/office/drawing/2014/main" id="{27BB4716-61F5-4BB8-9661-9B75D68E2F33}"/>
                </a:ext>
              </a:extLst>
            </p:cNvPr>
            <p:cNvSpPr/>
            <p:nvPr/>
          </p:nvSpPr>
          <p:spPr>
            <a:xfrm>
              <a:off x="14295" y="1797983"/>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err="1">
                <a:ln>
                  <a:noFill/>
                </a:ln>
                <a:solidFill>
                  <a:srgbClr val="FFFFFF"/>
                </a:solidFill>
                <a:effectLst/>
                <a:uLnTx/>
                <a:uFillTx/>
                <a:latin typeface="Boehringer Forward Text"/>
                <a:ea typeface="+mn-ea"/>
                <a:cs typeface="+mn-cs"/>
              </a:endParaRPr>
            </a:p>
          </p:txBody>
        </p:sp>
        <p:sp>
          <p:nvSpPr>
            <p:cNvPr id="164" name="Rectangle: Rounded Corners 116">
              <a:extLst>
                <a:ext uri="{FF2B5EF4-FFF2-40B4-BE49-F238E27FC236}">
                  <a16:creationId xmlns:a16="http://schemas.microsoft.com/office/drawing/2014/main" id="{008A1A9A-2BD7-444E-B114-4A4B31E9FBC7}"/>
                </a:ext>
              </a:extLst>
            </p:cNvPr>
            <p:cNvSpPr/>
            <p:nvPr/>
          </p:nvSpPr>
          <p:spPr bwMode="auto">
            <a:xfrm>
              <a:off x="846520" y="1848400"/>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endParaRPr>
            </a:p>
          </p:txBody>
        </p:sp>
        <p:pic>
          <p:nvPicPr>
            <p:cNvPr id="165" name="Picture 6" descr="Image result for world circle png">
              <a:extLst>
                <a:ext uri="{FF2B5EF4-FFF2-40B4-BE49-F238E27FC236}">
                  <a16:creationId xmlns:a16="http://schemas.microsoft.com/office/drawing/2014/main" id="{19BA26CD-FD3E-47A7-B754-4D4EBE1A2E4F}"/>
                </a:ext>
              </a:extLst>
            </p:cNvPr>
            <p:cNvPicPr>
              <a:picLocks noChangeAspect="1" noChangeArrowheads="1"/>
            </p:cNvPicPr>
            <p:nvPr/>
          </p:nvPicPr>
          <p:blipFill rotWithShape="1">
            <a:blip r:embed="rId22" cstate="print">
              <a:extLst>
                <a:ext uri="{28A0092B-C50C-407E-A947-70E740481C1C}">
                  <a14:useLocalDpi xmlns:a14="http://schemas.microsoft.com/office/drawing/2010/main" val="0"/>
                </a:ext>
              </a:extLst>
            </a:blip>
            <a:srcRect l="4094" t="4010" r="4094" b="4010"/>
            <a:stretch/>
          </p:blipFill>
          <p:spPr bwMode="auto">
            <a:xfrm>
              <a:off x="51027" y="1834199"/>
              <a:ext cx="373767" cy="374797"/>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166" name="Group 165">
            <a:extLst>
              <a:ext uri="{FF2B5EF4-FFF2-40B4-BE49-F238E27FC236}">
                <a16:creationId xmlns:a16="http://schemas.microsoft.com/office/drawing/2014/main" id="{FADAB85A-0274-4E01-B8AC-C72E96B936E7}"/>
              </a:ext>
            </a:extLst>
          </p:cNvPr>
          <p:cNvGrpSpPr/>
          <p:nvPr/>
        </p:nvGrpSpPr>
        <p:grpSpPr>
          <a:xfrm>
            <a:off x="65359" y="4175325"/>
            <a:ext cx="893707" cy="447229"/>
            <a:chOff x="87758" y="4551370"/>
            <a:chExt cx="893707" cy="447229"/>
          </a:xfrm>
        </p:grpSpPr>
        <p:grpSp>
          <p:nvGrpSpPr>
            <p:cNvPr id="167" name="Group 166">
              <a:extLst>
                <a:ext uri="{FF2B5EF4-FFF2-40B4-BE49-F238E27FC236}">
                  <a16:creationId xmlns:a16="http://schemas.microsoft.com/office/drawing/2014/main" id="{84DE7852-EBFD-4FF1-8F39-B71D4190F586}"/>
                </a:ext>
              </a:extLst>
            </p:cNvPr>
            <p:cNvGrpSpPr/>
            <p:nvPr/>
          </p:nvGrpSpPr>
          <p:grpSpPr>
            <a:xfrm>
              <a:off x="87758" y="4551370"/>
              <a:ext cx="893707" cy="447229"/>
              <a:chOff x="87758" y="4551370"/>
              <a:chExt cx="893707" cy="447229"/>
            </a:xfrm>
          </p:grpSpPr>
          <p:sp>
            <p:nvSpPr>
              <p:cNvPr id="169" name="Freeform: Shape 152">
                <a:extLst>
                  <a:ext uri="{FF2B5EF4-FFF2-40B4-BE49-F238E27FC236}">
                    <a16:creationId xmlns:a16="http://schemas.microsoft.com/office/drawing/2014/main" id="{DBE70391-5F29-44B8-827E-607A1817C50B}"/>
                  </a:ext>
                </a:extLst>
              </p:cNvPr>
              <p:cNvSpPr/>
              <p:nvPr/>
            </p:nvSpPr>
            <p:spPr bwMode="auto">
              <a:xfrm>
                <a:off x="185937" y="4647712"/>
                <a:ext cx="795528" cy="254541"/>
              </a:xfrm>
              <a:custGeom>
                <a:avLst/>
                <a:gdLst>
                  <a:gd name="connsiteX0" fmla="*/ 95453 w 852935"/>
                  <a:gd name="connsiteY0" fmla="*/ 0 h 190906"/>
                  <a:gd name="connsiteX1" fmla="*/ 852935 w 852935"/>
                  <a:gd name="connsiteY1" fmla="*/ 0 h 190906"/>
                  <a:gd name="connsiteX2" fmla="*/ 852935 w 852935"/>
                  <a:gd name="connsiteY2" fmla="*/ 190906 h 190906"/>
                  <a:gd name="connsiteX3" fmla="*/ 95453 w 852935"/>
                  <a:gd name="connsiteY3" fmla="*/ 190906 h 190906"/>
                  <a:gd name="connsiteX4" fmla="*/ 0 w 852935"/>
                  <a:gd name="connsiteY4" fmla="*/ 95453 h 190906"/>
                  <a:gd name="connsiteX5" fmla="*/ 95453 w 852935"/>
                  <a:gd name="connsiteY5" fmla="*/ 0 h 190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52935" h="190906">
                    <a:moveTo>
                      <a:pt x="95453" y="0"/>
                    </a:moveTo>
                    <a:lnTo>
                      <a:pt x="852935" y="0"/>
                    </a:lnTo>
                    <a:lnTo>
                      <a:pt x="852935" y="190906"/>
                    </a:lnTo>
                    <a:lnTo>
                      <a:pt x="95453" y="190906"/>
                    </a:lnTo>
                    <a:cubicBezTo>
                      <a:pt x="42736" y="190906"/>
                      <a:pt x="0" y="148170"/>
                      <a:pt x="0" y="95453"/>
                    </a:cubicBezTo>
                    <a:cubicBezTo>
                      <a:pt x="0" y="42736"/>
                      <a:pt x="42736" y="0"/>
                      <a:pt x="95453" y="0"/>
                    </a:cubicBezTo>
                    <a:close/>
                  </a:path>
                </a:pathLst>
              </a:custGeom>
              <a:solidFill>
                <a:srgbClr val="00467E"/>
              </a:solidFill>
              <a:ln w="9525" cap="flat" cmpd="sng" algn="ctr">
                <a:solidFill>
                  <a:srgbClr val="00467E"/>
                </a:solidFill>
                <a:prstDash val="solid"/>
                <a:round/>
                <a:headEnd type="none" w="med" len="med"/>
                <a:tailEnd type="none" w="med" len="med"/>
              </a:ln>
              <a:effectLst/>
            </p:spPr>
            <p:txBody>
              <a:bodyPr vert="horz" wrap="square" lIns="365760" tIns="45720" rIns="91440" bIns="45720" numCol="1" rtlCol="0" anchor="ctr" anchorCtr="0" compatLnSpc="1">
                <a:prstTxWarp prst="textNoShape">
                  <a:avLst/>
                </a:prstTxWarp>
                <a:no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8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rPr>
                  <a:t>China</a:t>
                </a:r>
                <a:endParaRPr kumimoji="0" lang="zh-CN" altLang="en-US" sz="8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endParaRPr>
              </a:p>
            </p:txBody>
          </p:sp>
          <p:grpSp>
            <p:nvGrpSpPr>
              <p:cNvPr id="170" name="Group 169">
                <a:extLst>
                  <a:ext uri="{FF2B5EF4-FFF2-40B4-BE49-F238E27FC236}">
                    <a16:creationId xmlns:a16="http://schemas.microsoft.com/office/drawing/2014/main" id="{0F20A350-12C4-4D37-9E73-59FE8832B1D2}"/>
                  </a:ext>
                </a:extLst>
              </p:cNvPr>
              <p:cNvGrpSpPr/>
              <p:nvPr/>
            </p:nvGrpSpPr>
            <p:grpSpPr>
              <a:xfrm>
                <a:off x="87758" y="4551370"/>
                <a:ext cx="447229" cy="447229"/>
                <a:chOff x="87758" y="4551370"/>
                <a:chExt cx="447229" cy="447229"/>
              </a:xfrm>
            </p:grpSpPr>
            <p:sp>
              <p:nvSpPr>
                <p:cNvPr id="171" name="Oval 134">
                  <a:extLst>
                    <a:ext uri="{FF2B5EF4-FFF2-40B4-BE49-F238E27FC236}">
                      <a16:creationId xmlns:a16="http://schemas.microsoft.com/office/drawing/2014/main" id="{30FDD149-013F-418B-8E26-3C5822C0CADE}"/>
                    </a:ext>
                  </a:extLst>
                </p:cNvPr>
                <p:cNvSpPr/>
                <p:nvPr/>
              </p:nvSpPr>
              <p:spPr>
                <a:xfrm>
                  <a:off x="87758" y="4551370"/>
                  <a:ext cx="447229" cy="447229"/>
                </a:xfrm>
                <a:prstGeom prst="ellipse">
                  <a:avLst/>
                </a:prstGeom>
                <a:solidFill>
                  <a:schemeClr val="bg1"/>
                </a:solidFill>
                <a:ln w="12700">
                  <a:noFill/>
                </a:ln>
                <a:effectLst>
                  <a:outerShdw blurRad="38100" sx="102000" sy="102000" algn="ctr" rotWithShape="0">
                    <a:schemeClr val="tx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100" b="0" i="0" u="none" strike="noStrike" kern="1200" cap="none" spc="0" normalizeH="0" baseline="0" noProof="0" err="1">
                    <a:ln>
                      <a:noFill/>
                    </a:ln>
                    <a:solidFill>
                      <a:srgbClr val="FFFFFF"/>
                    </a:solidFill>
                    <a:effectLst/>
                    <a:uLnTx/>
                    <a:uFillTx/>
                    <a:latin typeface="Boehringer Forward Text"/>
                    <a:ea typeface="+mn-ea"/>
                    <a:cs typeface="+mn-cs"/>
                  </a:endParaRPr>
                </a:p>
              </p:txBody>
            </p:sp>
            <p:pic>
              <p:nvPicPr>
                <p:cNvPr id="172" name="Picture 2" descr="Image result for China flag circle png">
                  <a:extLst>
                    <a:ext uri="{FF2B5EF4-FFF2-40B4-BE49-F238E27FC236}">
                      <a16:creationId xmlns:a16="http://schemas.microsoft.com/office/drawing/2014/main" id="{73E26186-A35B-443A-9AC0-62C2F3F72A44}"/>
                    </a:ext>
                  </a:extLst>
                </p:cNvPr>
                <p:cNvPicPr>
                  <a:picLocks noChangeAspect="1" noChangeArrowheads="1"/>
                </p:cNvPicPr>
                <p:nvPr/>
              </p:nvPicPr>
              <p:blipFill>
                <a:blip r:embed="rId23" cstate="print">
                  <a:extLst>
                    <a:ext uri="{28A0092B-C50C-407E-A947-70E740481C1C}">
                      <a14:useLocalDpi xmlns:a14="http://schemas.microsoft.com/office/drawing/2010/main" val="0"/>
                    </a:ext>
                  </a:extLst>
                </a:blip>
                <a:srcRect/>
                <a:stretch>
                  <a:fillRect/>
                </a:stretch>
              </p:blipFill>
              <p:spPr bwMode="auto">
                <a:xfrm>
                  <a:off x="123974" y="4587586"/>
                  <a:ext cx="374799" cy="374797"/>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68" name="Rectangle: Rounded Corners 116">
              <a:extLst>
                <a:ext uri="{FF2B5EF4-FFF2-40B4-BE49-F238E27FC236}">
                  <a16:creationId xmlns:a16="http://schemas.microsoft.com/office/drawing/2014/main" id="{BCB59884-2A4B-4390-93FC-1ECEE6ADEF4F}"/>
                </a:ext>
              </a:extLst>
            </p:cNvPr>
            <p:cNvSpPr/>
            <p:nvPr/>
          </p:nvSpPr>
          <p:spPr bwMode="auto">
            <a:xfrm>
              <a:off x="930680" y="4601823"/>
              <a:ext cx="48768" cy="346317"/>
            </a:xfrm>
            <a:prstGeom prst="roundRect">
              <a:avLst>
                <a:gd name="adj" fmla="val 50000"/>
              </a:avLst>
            </a:prstGeom>
            <a:solidFill>
              <a:srgbClr val="003366"/>
            </a:solidFill>
            <a:ln w="9525" cap="flat" cmpd="sng" algn="ctr">
              <a:solidFill>
                <a:schemeClr val="accent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zh-CN" altLang="en-US" sz="1000" b="1" i="0" u="none" strike="noStrike" kern="0" cap="none" spc="0" normalizeH="0" baseline="0" noProof="0">
                <a:ln>
                  <a:noFill/>
                </a:ln>
                <a:solidFill>
                  <a:srgbClr val="FFFFFF"/>
                </a:solidFill>
                <a:effectLst/>
                <a:uLnTx/>
                <a:uFillTx/>
                <a:latin typeface="Boehringer Forward Text"/>
                <a:ea typeface="+mn-ea"/>
                <a:cs typeface="Calibri" panose="020F0502020204030204" pitchFamily="34" charset="0"/>
              </a:endParaRPr>
            </a:p>
          </p:txBody>
        </p:sp>
      </p:grpSp>
      <p:sp>
        <p:nvSpPr>
          <p:cNvPr id="173" name="TextBox 172">
            <a:extLst>
              <a:ext uri="{FF2B5EF4-FFF2-40B4-BE49-F238E27FC236}">
                <a16:creationId xmlns:a16="http://schemas.microsoft.com/office/drawing/2014/main" id="{32BA07A4-61DB-4302-9B76-337497443AEA}"/>
              </a:ext>
            </a:extLst>
          </p:cNvPr>
          <p:cNvSpPr txBox="1"/>
          <p:nvPr/>
        </p:nvSpPr>
        <p:spPr>
          <a:xfrm>
            <a:off x="164524" y="3315572"/>
            <a:ext cx="619207" cy="246221"/>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Ph3-1402.32</a:t>
            </a:r>
          </a:p>
        </p:txBody>
      </p:sp>
      <p:sp>
        <p:nvSpPr>
          <p:cNvPr id="174" name="OTLSHAPE_T_5a934a26f311425e8ebaa0f45e6533ad_Shape">
            <a:extLst>
              <a:ext uri="{FF2B5EF4-FFF2-40B4-BE49-F238E27FC236}">
                <a16:creationId xmlns:a16="http://schemas.microsoft.com/office/drawing/2014/main" id="{80943EBB-72F5-495B-A878-3AF8478CB596}"/>
              </a:ext>
            </a:extLst>
          </p:cNvPr>
          <p:cNvSpPr/>
          <p:nvPr>
            <p:custDataLst>
              <p:tags r:id="rId1"/>
            </p:custDataLst>
          </p:nvPr>
        </p:nvSpPr>
        <p:spPr bwMode="auto">
          <a:xfrm>
            <a:off x="3249767" y="1983527"/>
            <a:ext cx="274320" cy="252000"/>
          </a:xfrm>
          <a:prstGeom prst="roundRect">
            <a:avLst/>
          </a:prstGeom>
          <a:pattFill prst="pct25">
            <a:fgClr>
              <a:srgbClr val="1AAA42"/>
            </a:fgClr>
            <a:bgClr>
              <a:schemeClr val="bg1"/>
            </a:bgClr>
          </a:patt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1000" b="1" i="0" u="none" strike="noStrike" kern="1200" cap="none" spc="-7" normalizeH="0" baseline="0" noProof="0">
              <a:ln>
                <a:noFill/>
              </a:ln>
              <a:solidFill>
                <a:srgbClr val="000000"/>
              </a:solidFill>
              <a:effectLst/>
              <a:uLnTx/>
              <a:uFillTx/>
              <a:latin typeface="Boehringer Forward Text"/>
              <a:ea typeface="+mn-ea"/>
              <a:cs typeface="+mn-cs"/>
            </a:endParaRPr>
          </a:p>
        </p:txBody>
      </p:sp>
      <p:sp>
        <p:nvSpPr>
          <p:cNvPr id="175" name="OTLSHAPE_T_e17f3958430f4cff8650518c93c7635e_Shape">
            <a:extLst>
              <a:ext uri="{FF2B5EF4-FFF2-40B4-BE49-F238E27FC236}">
                <a16:creationId xmlns:a16="http://schemas.microsoft.com/office/drawing/2014/main" id="{384F21DE-149E-46F5-867E-E88A11F697E4}"/>
              </a:ext>
            </a:extLst>
          </p:cNvPr>
          <p:cNvSpPr/>
          <p:nvPr>
            <p:custDataLst>
              <p:tags r:id="rId2"/>
            </p:custDataLst>
          </p:nvPr>
        </p:nvSpPr>
        <p:spPr bwMode="auto">
          <a:xfrm>
            <a:off x="1426790" y="1982004"/>
            <a:ext cx="1828800" cy="252000"/>
          </a:xfrm>
          <a:prstGeom prst="roundRect">
            <a:avLst/>
          </a:prstGeom>
          <a:solidFill>
            <a:srgbClr val="00B050">
              <a:alpha val="20000"/>
            </a:srgb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N=266</a:t>
            </a:r>
            <a:endParaRPr kumimoji="0" lang="zh-CN" altLang="en-US" sz="800" b="1"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endParaRPr>
          </a:p>
        </p:txBody>
      </p:sp>
      <p:sp>
        <p:nvSpPr>
          <p:cNvPr id="178" name="OTLSHAPE_T_e17f3958430f4cff8650518c93c7635e_StartDate">
            <a:extLst>
              <a:ext uri="{FF2B5EF4-FFF2-40B4-BE49-F238E27FC236}">
                <a16:creationId xmlns:a16="http://schemas.microsoft.com/office/drawing/2014/main" id="{F4815B4E-5060-4359-9A32-20E0F84F08E9}"/>
              </a:ext>
            </a:extLst>
          </p:cNvPr>
          <p:cNvSpPr txBox="1"/>
          <p:nvPr>
            <p:custDataLst>
              <p:tags r:id="rId3"/>
            </p:custDataLst>
          </p:nvPr>
        </p:nvSpPr>
        <p:spPr>
          <a:xfrm>
            <a:off x="1279418" y="1877238"/>
            <a:ext cx="682623"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02Feb’22</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180" name="OTLSHAPE_T_e17f3958430f4cff8650518c93c7635e_StartDate">
            <a:extLst>
              <a:ext uri="{FF2B5EF4-FFF2-40B4-BE49-F238E27FC236}">
                <a16:creationId xmlns:a16="http://schemas.microsoft.com/office/drawing/2014/main" id="{BC0B73DA-8501-47A5-9E1D-F9DF6A86F7A8}"/>
              </a:ext>
            </a:extLst>
          </p:cNvPr>
          <p:cNvSpPr txBox="1"/>
          <p:nvPr>
            <p:custDataLst>
              <p:tags r:id="rId4"/>
            </p:custDataLst>
          </p:nvPr>
        </p:nvSpPr>
        <p:spPr>
          <a:xfrm>
            <a:off x="3255590" y="1875111"/>
            <a:ext cx="592383"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Oct</a:t>
            </a:r>
            <a:endParaRPr kumimoji="0" lang="zh-CN" altLang="en-US" sz="7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endParaRPr>
          </a:p>
        </p:txBody>
      </p:sp>
      <p:sp>
        <p:nvSpPr>
          <p:cNvPr id="181" name="OTLSHAPE_T_e17f3958430f4cff8650518c93c7635e_StartDate">
            <a:extLst>
              <a:ext uri="{FF2B5EF4-FFF2-40B4-BE49-F238E27FC236}">
                <a16:creationId xmlns:a16="http://schemas.microsoft.com/office/drawing/2014/main" id="{26C4D8CF-8FC1-4FDC-9538-FF1C28E96609}"/>
              </a:ext>
            </a:extLst>
          </p:cNvPr>
          <p:cNvSpPr txBox="1"/>
          <p:nvPr>
            <p:custDataLst>
              <p:tags r:id="rId5"/>
            </p:custDataLst>
          </p:nvPr>
        </p:nvSpPr>
        <p:spPr>
          <a:xfrm>
            <a:off x="3061838" y="1879143"/>
            <a:ext cx="432000"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Jul</a:t>
            </a:r>
            <a:endParaRPr kumimoji="0" lang="zh-CN" altLang="en-US" sz="7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endParaRPr>
          </a:p>
        </p:txBody>
      </p:sp>
      <p:grpSp>
        <p:nvGrpSpPr>
          <p:cNvPr id="8" name="Group 7">
            <a:extLst>
              <a:ext uri="{FF2B5EF4-FFF2-40B4-BE49-F238E27FC236}">
                <a16:creationId xmlns:a16="http://schemas.microsoft.com/office/drawing/2014/main" id="{6996D83A-9EF9-41B9-86D6-1E09E6BAB02E}"/>
              </a:ext>
            </a:extLst>
          </p:cNvPr>
          <p:cNvGrpSpPr/>
          <p:nvPr/>
        </p:nvGrpSpPr>
        <p:grpSpPr>
          <a:xfrm>
            <a:off x="1270576" y="2165423"/>
            <a:ext cx="336951" cy="292408"/>
            <a:chOff x="1270576" y="2232786"/>
            <a:chExt cx="336951" cy="292408"/>
          </a:xfrm>
        </p:grpSpPr>
        <p:sp>
          <p:nvSpPr>
            <p:cNvPr id="176" name="Star: 4 Points 143">
              <a:extLst>
                <a:ext uri="{FF2B5EF4-FFF2-40B4-BE49-F238E27FC236}">
                  <a16:creationId xmlns:a16="http://schemas.microsoft.com/office/drawing/2014/main" id="{375E9C5C-9ED4-4A74-B068-0065199E70A0}"/>
                </a:ext>
              </a:extLst>
            </p:cNvPr>
            <p:cNvSpPr/>
            <p:nvPr/>
          </p:nvSpPr>
          <p:spPr bwMode="auto">
            <a:xfrm>
              <a:off x="1362891" y="2232786"/>
              <a:ext cx="137160" cy="13716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82" name="Rectangle 181">
              <a:extLst>
                <a:ext uri="{FF2B5EF4-FFF2-40B4-BE49-F238E27FC236}">
                  <a16:creationId xmlns:a16="http://schemas.microsoft.com/office/drawing/2014/main" id="{39DAD346-7B5E-4AF5-AE32-8D7683447627}"/>
                </a:ext>
              </a:extLst>
            </p:cNvPr>
            <p:cNvSpPr/>
            <p:nvPr/>
          </p:nvSpPr>
          <p:spPr>
            <a:xfrm>
              <a:off x="1270576" y="2309750"/>
              <a:ext cx="336951" cy="21544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FPI</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sp>
        <p:nvSpPr>
          <p:cNvPr id="187" name="OTLSHAPE_T_e17f3958430f4cff8650518c93c7635e_Shape">
            <a:extLst>
              <a:ext uri="{FF2B5EF4-FFF2-40B4-BE49-F238E27FC236}">
                <a16:creationId xmlns:a16="http://schemas.microsoft.com/office/drawing/2014/main" id="{115BC884-F7DA-4BDD-9840-E79783DCC1CF}"/>
              </a:ext>
            </a:extLst>
          </p:cNvPr>
          <p:cNvSpPr/>
          <p:nvPr>
            <p:custDataLst>
              <p:tags r:id="rId6"/>
            </p:custDataLst>
          </p:nvPr>
        </p:nvSpPr>
        <p:spPr bwMode="auto">
          <a:xfrm>
            <a:off x="5443230" y="2723723"/>
            <a:ext cx="3896564" cy="290808"/>
          </a:xfrm>
          <a:prstGeom prst="roundRect">
            <a:avLst/>
          </a:prstGeom>
          <a:solidFill>
            <a:schemeClr val="bg1">
              <a:lumMod val="85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Ph3 short-term pivotal trials, N=TBD</a:t>
            </a:r>
            <a:endParaRPr kumimoji="0" lang="zh-CN" altLang="en-US"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189" name="OTLSHAPE_T_e17f3958430f4cff8650518c93c7635e_StartDate">
            <a:extLst>
              <a:ext uri="{FF2B5EF4-FFF2-40B4-BE49-F238E27FC236}">
                <a16:creationId xmlns:a16="http://schemas.microsoft.com/office/drawing/2014/main" id="{BDE0BA80-D210-4DFC-845C-291347C2E3B1}"/>
              </a:ext>
            </a:extLst>
          </p:cNvPr>
          <p:cNvSpPr txBox="1"/>
          <p:nvPr>
            <p:custDataLst>
              <p:tags r:id="rId7"/>
            </p:custDataLst>
          </p:nvPr>
        </p:nvSpPr>
        <p:spPr>
          <a:xfrm>
            <a:off x="5088666" y="2561090"/>
            <a:ext cx="682623" cy="123111"/>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Oct’24</a:t>
            </a:r>
            <a:endParaRPr kumimoji="0" lang="zh-CN" altLang="en-US" sz="8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endParaRPr>
          </a:p>
        </p:txBody>
      </p:sp>
      <p:sp>
        <p:nvSpPr>
          <p:cNvPr id="193" name="OTLSHAPE_T_e17f3958430f4cff8650518c93c7635e_StartDate">
            <a:extLst>
              <a:ext uri="{FF2B5EF4-FFF2-40B4-BE49-F238E27FC236}">
                <a16:creationId xmlns:a16="http://schemas.microsoft.com/office/drawing/2014/main" id="{993958B0-3992-4782-A017-E9A66C4CF936}"/>
              </a:ext>
            </a:extLst>
          </p:cNvPr>
          <p:cNvSpPr txBox="1"/>
          <p:nvPr>
            <p:custDataLst>
              <p:tags r:id="rId8"/>
            </p:custDataLst>
          </p:nvPr>
        </p:nvSpPr>
        <p:spPr>
          <a:xfrm>
            <a:off x="8429245" y="2567030"/>
            <a:ext cx="967926" cy="123111"/>
          </a:xfrm>
          <a:prstGeom prst="rect">
            <a:avLst/>
          </a:prstGeom>
          <a:noFill/>
        </p:spPr>
        <p:txBody>
          <a:bodyPr vert="horz" wrap="square" lIns="0" tIns="0" rIns="0" bIns="0" rtlCol="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altLang="zh-CN" sz="800" b="0" i="1"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TBD</a:t>
            </a:r>
            <a:endParaRPr kumimoji="0" lang="zh-CN" altLang="en-US" sz="800" b="0" i="1"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endParaRPr>
          </a:p>
        </p:txBody>
      </p:sp>
      <p:sp>
        <p:nvSpPr>
          <p:cNvPr id="197" name="TextBox 196">
            <a:extLst>
              <a:ext uri="{FF2B5EF4-FFF2-40B4-BE49-F238E27FC236}">
                <a16:creationId xmlns:a16="http://schemas.microsoft.com/office/drawing/2014/main" id="{577FD435-74FD-429C-879E-AE5325954BCD}"/>
              </a:ext>
            </a:extLst>
          </p:cNvPr>
          <p:cNvSpPr txBox="1"/>
          <p:nvPr/>
        </p:nvSpPr>
        <p:spPr>
          <a:xfrm>
            <a:off x="2385398" y="2334720"/>
            <a:ext cx="432000" cy="12311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6697BF">
                    <a:lumMod val="50000"/>
                  </a:srgbClr>
                </a:solidFill>
                <a:effectLst/>
                <a:uLnTx/>
                <a:uFillTx/>
                <a:latin typeface="Boehringer Forward Text"/>
                <a:ea typeface="+mn-ea"/>
                <a:cs typeface="Calibri" panose="020F0502020204030204" pitchFamily="34" charset="0"/>
              </a:rPr>
              <a:t>IA</a:t>
            </a:r>
          </a:p>
        </p:txBody>
      </p:sp>
      <p:sp>
        <p:nvSpPr>
          <p:cNvPr id="198" name="Isosceles Triangle 197">
            <a:extLst>
              <a:ext uri="{FF2B5EF4-FFF2-40B4-BE49-F238E27FC236}">
                <a16:creationId xmlns:a16="http://schemas.microsoft.com/office/drawing/2014/main" id="{FE7767D1-A0F9-42F4-9647-FC4481BC6FBA}"/>
              </a:ext>
            </a:extLst>
          </p:cNvPr>
          <p:cNvSpPr/>
          <p:nvPr/>
        </p:nvSpPr>
        <p:spPr>
          <a:xfrm rot="10800000" flipH="1" flipV="1">
            <a:off x="2520513" y="2183552"/>
            <a:ext cx="144000" cy="144000"/>
          </a:xfrm>
          <a:prstGeom prst="triangle">
            <a:avLst/>
          </a:prstGeom>
          <a:solidFill>
            <a:srgbClr val="FF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err="1">
              <a:ln>
                <a:noFill/>
              </a:ln>
              <a:solidFill>
                <a:srgbClr val="000000"/>
              </a:solidFill>
              <a:effectLst/>
              <a:uLnTx/>
              <a:uFillTx/>
              <a:latin typeface="Boehringer Forward Text"/>
              <a:ea typeface="+mn-ea"/>
              <a:cs typeface="+mn-cs"/>
            </a:endParaRPr>
          </a:p>
        </p:txBody>
      </p:sp>
      <p:sp>
        <p:nvSpPr>
          <p:cNvPr id="199" name="OTLSHAPE_T_e17f3958430f4cff8650518c93c7635e_StartDate">
            <a:extLst>
              <a:ext uri="{FF2B5EF4-FFF2-40B4-BE49-F238E27FC236}">
                <a16:creationId xmlns:a16="http://schemas.microsoft.com/office/drawing/2014/main" id="{CE96B57D-262E-48B5-9CC3-9C70B8767912}"/>
              </a:ext>
            </a:extLst>
          </p:cNvPr>
          <p:cNvSpPr txBox="1"/>
          <p:nvPr>
            <p:custDataLst>
              <p:tags r:id="rId9"/>
            </p:custDataLst>
          </p:nvPr>
        </p:nvSpPr>
        <p:spPr>
          <a:xfrm>
            <a:off x="2388898" y="1883988"/>
            <a:ext cx="432000" cy="107722"/>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Mar’23</a:t>
            </a:r>
            <a:endParaRPr kumimoji="0" lang="zh-CN" altLang="en-US" sz="7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04" name="Rectangle 37">
            <a:extLst>
              <a:ext uri="{FF2B5EF4-FFF2-40B4-BE49-F238E27FC236}">
                <a16:creationId xmlns:a16="http://schemas.microsoft.com/office/drawing/2014/main" id="{07F6D1EE-BD81-4A0A-9CB9-8C57A334AC52}"/>
              </a:ext>
            </a:extLst>
          </p:cNvPr>
          <p:cNvSpPr/>
          <p:nvPr/>
        </p:nvSpPr>
        <p:spPr>
          <a:xfrm>
            <a:off x="9298351" y="2715054"/>
            <a:ext cx="725943"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prstClr val="white">
                    <a:lumMod val="50000"/>
                  </a:prstClr>
                </a:solidFill>
                <a:effectLst/>
                <a:uLnTx/>
                <a:uFillTx/>
                <a:latin typeface="Boehringer Forward Text"/>
                <a:ea typeface="+mn-ea"/>
                <a:cs typeface="Calibri" panose="020F0502020204030204" pitchFamily="34" charset="0"/>
              </a:rPr>
              <a:t>US NDA-s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prstClr val="white">
                    <a:lumMod val="50000"/>
                  </a:prstClr>
                </a:solidFill>
                <a:effectLst/>
                <a:uLnTx/>
                <a:uFillTx/>
                <a:latin typeface="Boehringer Forward Text"/>
                <a:ea typeface="+mn-ea"/>
                <a:cs typeface="Calibri" panose="020F0502020204030204" pitchFamily="34" charset="0"/>
              </a:rPr>
              <a:t>May 2028</a:t>
            </a:r>
            <a:endParaRPr kumimoji="0" lang="zh-CN" altLang="en-US" sz="800" b="0" i="0" u="none" strike="noStrike" kern="1200" cap="none" spc="0" normalizeH="0" baseline="0" noProof="0">
              <a:ln>
                <a:noFill/>
              </a:ln>
              <a:solidFill>
                <a:prstClr val="white">
                  <a:lumMod val="50000"/>
                </a:prstClr>
              </a:solidFill>
              <a:effectLst/>
              <a:uLnTx/>
              <a:uFillTx/>
              <a:latin typeface="Boehringer Forward Text"/>
              <a:ea typeface="+mn-ea"/>
              <a:cs typeface="Calibri" panose="020F0502020204030204" pitchFamily="34" charset="0"/>
            </a:endParaRPr>
          </a:p>
        </p:txBody>
      </p:sp>
      <p:sp>
        <p:nvSpPr>
          <p:cNvPr id="206" name="OTLSHAPE_T_e17f3958430f4cff8650518c93c7635e_StartDate">
            <a:extLst>
              <a:ext uri="{FF2B5EF4-FFF2-40B4-BE49-F238E27FC236}">
                <a16:creationId xmlns:a16="http://schemas.microsoft.com/office/drawing/2014/main" id="{55EF0F90-FEE8-4ED7-8DD1-FC38B764A378}"/>
              </a:ext>
            </a:extLst>
          </p:cNvPr>
          <p:cNvSpPr txBox="1"/>
          <p:nvPr>
            <p:custDataLst>
              <p:tags r:id="rId10"/>
            </p:custDataLst>
          </p:nvPr>
        </p:nvSpPr>
        <p:spPr>
          <a:xfrm>
            <a:off x="7544754" y="3207182"/>
            <a:ext cx="490309" cy="123111"/>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6697BF">
                    <a:lumMod val="50000"/>
                  </a:srgbClr>
                </a:solidFill>
                <a:effectLst/>
                <a:uLnTx/>
                <a:uFillTx/>
                <a:latin typeface="Boehringer Forward Text"/>
                <a:ea typeface="+mn-ea"/>
                <a:cs typeface="Calibri" panose="020F0502020204030204" pitchFamily="34" charset="0"/>
              </a:rPr>
              <a:t>TBD</a:t>
            </a:r>
            <a:endParaRPr kumimoji="0" lang="zh-CN" altLang="en-US" sz="800" b="1" i="0" u="none" strike="noStrike" kern="1200" cap="none" spc="0" normalizeH="0" baseline="0" noProof="0">
              <a:ln>
                <a:noFill/>
              </a:ln>
              <a:solidFill>
                <a:srgbClr val="6697BF">
                  <a:lumMod val="50000"/>
                </a:srgbClr>
              </a:solidFill>
              <a:effectLst/>
              <a:uLnTx/>
              <a:uFillTx/>
              <a:latin typeface="Boehringer Forward Text"/>
              <a:ea typeface="+mn-ea"/>
              <a:cs typeface="Calibri" panose="020F0502020204030204" pitchFamily="34" charset="0"/>
            </a:endParaRPr>
          </a:p>
        </p:txBody>
      </p:sp>
      <p:grpSp>
        <p:nvGrpSpPr>
          <p:cNvPr id="208" name="Group 207">
            <a:extLst>
              <a:ext uri="{FF2B5EF4-FFF2-40B4-BE49-F238E27FC236}">
                <a16:creationId xmlns:a16="http://schemas.microsoft.com/office/drawing/2014/main" id="{05FC1E2D-2022-413B-99A5-134C8FE855EB}"/>
              </a:ext>
            </a:extLst>
          </p:cNvPr>
          <p:cNvGrpSpPr/>
          <p:nvPr/>
        </p:nvGrpSpPr>
        <p:grpSpPr>
          <a:xfrm>
            <a:off x="10461155" y="3236768"/>
            <a:ext cx="459826" cy="651556"/>
            <a:chOff x="11454083" y="3474067"/>
            <a:chExt cx="459826" cy="651556"/>
          </a:xfrm>
        </p:grpSpPr>
        <p:sp>
          <p:nvSpPr>
            <p:cNvPr id="209" name="Rectangle 208">
              <a:extLst>
                <a:ext uri="{FF2B5EF4-FFF2-40B4-BE49-F238E27FC236}">
                  <a16:creationId xmlns:a16="http://schemas.microsoft.com/office/drawing/2014/main" id="{21811BDF-67E8-4BB0-9D9F-D3B193A05ECB}"/>
                </a:ext>
              </a:extLst>
            </p:cNvPr>
            <p:cNvSpPr/>
            <p:nvPr/>
          </p:nvSpPr>
          <p:spPr>
            <a:xfrm>
              <a:off x="11524059" y="3910179"/>
              <a:ext cx="389850" cy="21544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LPO</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sp>
          <p:nvSpPr>
            <p:cNvPr id="210" name="Star: 4 Points 143">
              <a:extLst>
                <a:ext uri="{FF2B5EF4-FFF2-40B4-BE49-F238E27FC236}">
                  <a16:creationId xmlns:a16="http://schemas.microsoft.com/office/drawing/2014/main" id="{372535DA-D3A3-4AA3-991B-5D75AE2FDE82}"/>
                </a:ext>
              </a:extLst>
            </p:cNvPr>
            <p:cNvSpPr/>
            <p:nvPr/>
          </p:nvSpPr>
          <p:spPr bwMode="auto">
            <a:xfrm>
              <a:off x="11616406" y="3796014"/>
              <a:ext cx="184243" cy="187815"/>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11" name="OTLSHAPE_T_e17f3958430f4cff8650518c93c7635e_StartDate">
              <a:extLst>
                <a:ext uri="{FF2B5EF4-FFF2-40B4-BE49-F238E27FC236}">
                  <a16:creationId xmlns:a16="http://schemas.microsoft.com/office/drawing/2014/main" id="{EFF54978-281D-4E17-9667-B25667F752BA}"/>
                </a:ext>
              </a:extLst>
            </p:cNvPr>
            <p:cNvSpPr txBox="1"/>
            <p:nvPr>
              <p:custDataLst>
                <p:tags r:id="rId19"/>
              </p:custDataLst>
            </p:nvPr>
          </p:nvSpPr>
          <p:spPr>
            <a:xfrm>
              <a:off x="11454083" y="3474067"/>
              <a:ext cx="396000" cy="123111"/>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TBD</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sp>
        <p:nvSpPr>
          <p:cNvPr id="215" name="五角星 55">
            <a:extLst>
              <a:ext uri="{FF2B5EF4-FFF2-40B4-BE49-F238E27FC236}">
                <a16:creationId xmlns:a16="http://schemas.microsoft.com/office/drawing/2014/main" id="{8881A807-4B5F-4904-9EE4-3E3104E1B049}"/>
              </a:ext>
            </a:extLst>
          </p:cNvPr>
          <p:cNvSpPr>
            <a:spLocks noChangeAspect="1"/>
          </p:cNvSpPr>
          <p:nvPr/>
        </p:nvSpPr>
        <p:spPr bwMode="auto">
          <a:xfrm>
            <a:off x="9527974" y="2568915"/>
            <a:ext cx="146125" cy="128492"/>
          </a:xfrm>
          <a:prstGeom prst="star5">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lIns="0" tIns="0" rIns="0" bIns="0" anchor="ctr"/>
          <a:lstStyle/>
          <a:p>
            <a:pPr marL="0" marR="0" lvl="0" indent="0" algn="l" defTabSz="121917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lumMod val="50000"/>
                </a:prstClr>
              </a:solidFill>
              <a:effectLst/>
              <a:highlight>
                <a:srgbClr val="808000"/>
              </a:highlight>
              <a:uLnTx/>
              <a:uFillTx/>
              <a:latin typeface="Boehringer Forward Text"/>
              <a:ea typeface="+mn-ea"/>
              <a:cs typeface="+mn-cs"/>
            </a:endParaRPr>
          </a:p>
        </p:txBody>
      </p:sp>
      <p:grpSp>
        <p:nvGrpSpPr>
          <p:cNvPr id="19" name="Group 18">
            <a:extLst>
              <a:ext uri="{FF2B5EF4-FFF2-40B4-BE49-F238E27FC236}">
                <a16:creationId xmlns:a16="http://schemas.microsoft.com/office/drawing/2014/main" id="{102B776C-26EF-4A87-B69F-3DAAAE293252}"/>
              </a:ext>
            </a:extLst>
          </p:cNvPr>
          <p:cNvGrpSpPr/>
          <p:nvPr/>
        </p:nvGrpSpPr>
        <p:grpSpPr>
          <a:xfrm>
            <a:off x="9922243" y="2566772"/>
            <a:ext cx="725943" cy="488991"/>
            <a:chOff x="10105512" y="2635877"/>
            <a:chExt cx="725943" cy="488991"/>
          </a:xfrm>
        </p:grpSpPr>
        <p:sp>
          <p:nvSpPr>
            <p:cNvPr id="185" name="Rectangle 37">
              <a:extLst>
                <a:ext uri="{FF2B5EF4-FFF2-40B4-BE49-F238E27FC236}">
                  <a16:creationId xmlns:a16="http://schemas.microsoft.com/office/drawing/2014/main" id="{48696E32-C9C2-477E-8960-F3ABB1FF3DDB}"/>
                </a:ext>
              </a:extLst>
            </p:cNvPr>
            <p:cNvSpPr/>
            <p:nvPr/>
          </p:nvSpPr>
          <p:spPr>
            <a:xfrm>
              <a:off x="10105512" y="2786314"/>
              <a:ext cx="725943"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prstClr val="white">
                      <a:lumMod val="50000"/>
                    </a:prstClr>
                  </a:solidFill>
                  <a:effectLst/>
                  <a:uLnTx/>
                  <a:uFillTx/>
                  <a:latin typeface="Boehringer Forward Text"/>
                  <a:ea typeface="+mn-ea"/>
                  <a:cs typeface="Calibri" panose="020F0502020204030204" pitchFamily="34" charset="0"/>
                </a:rPr>
                <a:t>US NDA-a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prstClr val="white">
                      <a:lumMod val="50000"/>
                    </a:prstClr>
                  </a:solidFill>
                  <a:effectLst/>
                  <a:uLnTx/>
                  <a:uFillTx/>
                  <a:latin typeface="Boehringer Forward Text"/>
                  <a:ea typeface="+mn-ea"/>
                  <a:cs typeface="Calibri" panose="020F0502020204030204" pitchFamily="34" charset="0"/>
                </a:rPr>
                <a:t>Mar2029</a:t>
              </a:r>
              <a:endParaRPr kumimoji="0" lang="zh-CN" altLang="en-US" sz="800" b="0" i="0" u="none" strike="noStrike" kern="1200" cap="none" spc="0" normalizeH="0" baseline="0" noProof="0">
                <a:ln>
                  <a:noFill/>
                </a:ln>
                <a:solidFill>
                  <a:prstClr val="white">
                    <a:lumMod val="50000"/>
                  </a:prstClr>
                </a:solidFill>
                <a:effectLst/>
                <a:uLnTx/>
                <a:uFillTx/>
                <a:latin typeface="Boehringer Forward Text"/>
                <a:ea typeface="+mn-ea"/>
                <a:cs typeface="Calibri" panose="020F0502020204030204" pitchFamily="34" charset="0"/>
              </a:endParaRPr>
            </a:p>
          </p:txBody>
        </p:sp>
        <p:sp>
          <p:nvSpPr>
            <p:cNvPr id="216" name="五角星 55">
              <a:extLst>
                <a:ext uri="{FF2B5EF4-FFF2-40B4-BE49-F238E27FC236}">
                  <a16:creationId xmlns:a16="http://schemas.microsoft.com/office/drawing/2014/main" id="{3D1C151C-41A2-42CC-BE9C-168A4DBCCD17}"/>
                </a:ext>
              </a:extLst>
            </p:cNvPr>
            <p:cNvSpPr>
              <a:spLocks noChangeAspect="1"/>
            </p:cNvSpPr>
            <p:nvPr/>
          </p:nvSpPr>
          <p:spPr bwMode="auto">
            <a:xfrm>
              <a:off x="10354322" y="2635877"/>
              <a:ext cx="146125" cy="128492"/>
            </a:xfrm>
            <a:prstGeom prst="star5">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lIns="0" tIns="0" rIns="0" bIns="0" anchor="ctr"/>
            <a:lstStyle/>
            <a:p>
              <a:pPr marL="0" marR="0" lvl="0" indent="0" algn="l" defTabSz="121917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lumMod val="50000"/>
                  </a:prstClr>
                </a:solidFill>
                <a:effectLst/>
                <a:highlight>
                  <a:srgbClr val="808000"/>
                </a:highlight>
                <a:uLnTx/>
                <a:uFillTx/>
                <a:latin typeface="Boehringer Forward Text"/>
                <a:ea typeface="+mn-ea"/>
                <a:cs typeface="+mn-cs"/>
              </a:endParaRPr>
            </a:p>
          </p:txBody>
        </p:sp>
      </p:grpSp>
      <p:sp>
        <p:nvSpPr>
          <p:cNvPr id="217" name="OTLSHAPE_T_e17f3958430f4cff8650518c93c7635e_Shape">
            <a:extLst>
              <a:ext uri="{FF2B5EF4-FFF2-40B4-BE49-F238E27FC236}">
                <a16:creationId xmlns:a16="http://schemas.microsoft.com/office/drawing/2014/main" id="{D837DEFA-99FE-4B60-8301-AA88119F6647}"/>
              </a:ext>
            </a:extLst>
          </p:cNvPr>
          <p:cNvSpPr/>
          <p:nvPr>
            <p:custDataLst>
              <p:tags r:id="rId11"/>
            </p:custDataLst>
          </p:nvPr>
        </p:nvSpPr>
        <p:spPr bwMode="auto">
          <a:xfrm>
            <a:off x="7781231" y="3340282"/>
            <a:ext cx="2947725" cy="290808"/>
          </a:xfrm>
          <a:prstGeom prst="roundRect">
            <a:avLst/>
          </a:prstGeom>
          <a:solidFill>
            <a:schemeClr val="bg1">
              <a:lumMod val="85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Ph3 long-term pivotal trial, N=TBD</a:t>
            </a:r>
            <a:endParaRPr kumimoji="0" lang="zh-CN" altLang="en-US"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grpSp>
        <p:nvGrpSpPr>
          <p:cNvPr id="218" name="Group 217">
            <a:extLst>
              <a:ext uri="{FF2B5EF4-FFF2-40B4-BE49-F238E27FC236}">
                <a16:creationId xmlns:a16="http://schemas.microsoft.com/office/drawing/2014/main" id="{E59E6AE3-E8A4-49BC-BA5E-AC7A3E13D9D0}"/>
              </a:ext>
            </a:extLst>
          </p:cNvPr>
          <p:cNvGrpSpPr/>
          <p:nvPr/>
        </p:nvGrpSpPr>
        <p:grpSpPr>
          <a:xfrm>
            <a:off x="4124534" y="2684495"/>
            <a:ext cx="599844" cy="497239"/>
            <a:chOff x="4133171" y="2769248"/>
            <a:chExt cx="599844" cy="497239"/>
          </a:xfrm>
          <a:solidFill>
            <a:schemeClr val="bg1">
              <a:lumMod val="85000"/>
            </a:schemeClr>
          </a:solidFill>
        </p:grpSpPr>
        <p:sp>
          <p:nvSpPr>
            <p:cNvPr id="219" name="TextBox 218">
              <a:extLst>
                <a:ext uri="{FF2B5EF4-FFF2-40B4-BE49-F238E27FC236}">
                  <a16:creationId xmlns:a16="http://schemas.microsoft.com/office/drawing/2014/main" id="{02E5CD49-1B54-42A1-8244-8E1A4087E8F1}"/>
                </a:ext>
              </a:extLst>
            </p:cNvPr>
            <p:cNvSpPr txBox="1"/>
            <p:nvPr/>
          </p:nvSpPr>
          <p:spPr>
            <a:xfrm>
              <a:off x="4133171" y="2950631"/>
              <a:ext cx="599844" cy="315856"/>
            </a:xfrm>
            <a:prstGeom prst="rect">
              <a:avLst/>
            </a:prstGeom>
            <a:noFill/>
          </p:spPr>
          <p:txBody>
            <a:bodyPr wrap="none" rtlCol="0">
              <a:spAutoFit/>
            </a:bodyPr>
            <a:lstStyle/>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white">
                      <a:lumMod val="50000"/>
                    </a:prstClr>
                  </a:solidFill>
                  <a:effectLst/>
                  <a:uLnTx/>
                  <a:uFillTx/>
                  <a:latin typeface="Boehringer Forward Text"/>
                  <a:ea typeface="等线" panose="02010600030101010101" pitchFamily="2" charset="-122"/>
                  <a:cs typeface="Calibri" panose="020F0502020204030204" pitchFamily="34" charset="0"/>
                </a:rPr>
                <a:t>EOPII MR-s </a:t>
              </a:r>
            </a:p>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white">
                      <a:lumMod val="50000"/>
                    </a:prstClr>
                  </a:solidFill>
                  <a:effectLst/>
                  <a:uLnTx/>
                  <a:uFillTx/>
                  <a:latin typeface="Boehringer Forward Text"/>
                  <a:ea typeface="等线" panose="02010600030101010101" pitchFamily="2" charset="-122"/>
                  <a:cs typeface="+mn-cs"/>
                </a:rPr>
                <a:t>Mar’24</a:t>
              </a:r>
              <a:endParaRPr kumimoji="0" lang="zh-CN" altLang="en-US" sz="600" b="0" i="0" u="none" strike="noStrike" kern="1200" cap="none" spc="0" normalizeH="0" baseline="0" noProof="0">
                <a:ln>
                  <a:noFill/>
                </a:ln>
                <a:solidFill>
                  <a:prstClr val="white">
                    <a:lumMod val="50000"/>
                  </a:prstClr>
                </a:solidFill>
                <a:effectLst/>
                <a:uLnTx/>
                <a:uFillTx/>
                <a:latin typeface="Boehringer Forward Text"/>
                <a:ea typeface="等线" panose="02010600030101010101" pitchFamily="2" charset="-122"/>
                <a:cs typeface="+mn-cs"/>
              </a:endParaRPr>
            </a:p>
          </p:txBody>
        </p:sp>
        <p:sp>
          <p:nvSpPr>
            <p:cNvPr id="220" name="Star: 4 Points 143">
              <a:extLst>
                <a:ext uri="{FF2B5EF4-FFF2-40B4-BE49-F238E27FC236}">
                  <a16:creationId xmlns:a16="http://schemas.microsoft.com/office/drawing/2014/main" id="{B06CDB64-0B21-45DF-8473-858AA960B05C}"/>
                </a:ext>
              </a:extLst>
            </p:cNvPr>
            <p:cNvSpPr/>
            <p:nvPr/>
          </p:nvSpPr>
          <p:spPr bwMode="auto">
            <a:xfrm>
              <a:off x="4340973" y="2769248"/>
              <a:ext cx="184243" cy="187815"/>
            </a:xfrm>
            <a:prstGeom prst="star4">
              <a:avLst>
                <a:gd name="adj" fmla="val 12500"/>
              </a:avLst>
            </a:prstGeom>
            <a:grp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lumMod val="50000"/>
                  </a:prstClr>
                </a:solidFill>
                <a:effectLst/>
                <a:uLnTx/>
                <a:uFillTx/>
                <a:latin typeface="Boehringer Forward Text"/>
                <a:ea typeface="+mn-ea"/>
                <a:cs typeface="Calibri" panose="020F0502020204030204" pitchFamily="34" charset="0"/>
              </a:endParaRPr>
            </a:p>
          </p:txBody>
        </p:sp>
      </p:grpSp>
      <p:grpSp>
        <p:nvGrpSpPr>
          <p:cNvPr id="221" name="Group 220">
            <a:extLst>
              <a:ext uri="{FF2B5EF4-FFF2-40B4-BE49-F238E27FC236}">
                <a16:creationId xmlns:a16="http://schemas.microsoft.com/office/drawing/2014/main" id="{B5DC1570-C94D-46A0-B35F-A2B753325269}"/>
              </a:ext>
            </a:extLst>
          </p:cNvPr>
          <p:cNvGrpSpPr/>
          <p:nvPr/>
        </p:nvGrpSpPr>
        <p:grpSpPr>
          <a:xfrm>
            <a:off x="3084588" y="2159918"/>
            <a:ext cx="336951" cy="292408"/>
            <a:chOff x="1270575" y="2232786"/>
            <a:chExt cx="336951" cy="292408"/>
          </a:xfrm>
        </p:grpSpPr>
        <p:sp>
          <p:nvSpPr>
            <p:cNvPr id="222" name="Star: 4 Points 143">
              <a:extLst>
                <a:ext uri="{FF2B5EF4-FFF2-40B4-BE49-F238E27FC236}">
                  <a16:creationId xmlns:a16="http://schemas.microsoft.com/office/drawing/2014/main" id="{EFA75678-D5B3-4DB7-A422-C58B6A78E694}"/>
                </a:ext>
              </a:extLst>
            </p:cNvPr>
            <p:cNvSpPr/>
            <p:nvPr/>
          </p:nvSpPr>
          <p:spPr bwMode="auto">
            <a:xfrm>
              <a:off x="1362891" y="2232786"/>
              <a:ext cx="137160" cy="13716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23" name="Rectangle 222">
              <a:extLst>
                <a:ext uri="{FF2B5EF4-FFF2-40B4-BE49-F238E27FC236}">
                  <a16:creationId xmlns:a16="http://schemas.microsoft.com/office/drawing/2014/main" id="{D352B4B4-CE3F-470F-A915-C907855815E3}"/>
                </a:ext>
              </a:extLst>
            </p:cNvPr>
            <p:cNvSpPr/>
            <p:nvPr/>
          </p:nvSpPr>
          <p:spPr>
            <a:xfrm>
              <a:off x="1270575" y="2309750"/>
              <a:ext cx="336951" cy="21544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LPI</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grpSp>
        <p:nvGrpSpPr>
          <p:cNvPr id="224" name="Group 223">
            <a:extLst>
              <a:ext uri="{FF2B5EF4-FFF2-40B4-BE49-F238E27FC236}">
                <a16:creationId xmlns:a16="http://schemas.microsoft.com/office/drawing/2014/main" id="{7AB54E9D-2380-4AB0-A909-80284B10CDC5}"/>
              </a:ext>
            </a:extLst>
          </p:cNvPr>
          <p:cNvGrpSpPr/>
          <p:nvPr/>
        </p:nvGrpSpPr>
        <p:grpSpPr>
          <a:xfrm>
            <a:off x="3328531" y="2161082"/>
            <a:ext cx="389850" cy="292408"/>
            <a:chOff x="1244126" y="2232786"/>
            <a:chExt cx="389850" cy="292408"/>
          </a:xfrm>
        </p:grpSpPr>
        <p:sp>
          <p:nvSpPr>
            <p:cNvPr id="225" name="Star: 4 Points 143">
              <a:extLst>
                <a:ext uri="{FF2B5EF4-FFF2-40B4-BE49-F238E27FC236}">
                  <a16:creationId xmlns:a16="http://schemas.microsoft.com/office/drawing/2014/main" id="{576C5F22-5B6B-43AF-B05B-85A16324625B}"/>
                </a:ext>
              </a:extLst>
            </p:cNvPr>
            <p:cNvSpPr/>
            <p:nvPr/>
          </p:nvSpPr>
          <p:spPr bwMode="auto">
            <a:xfrm>
              <a:off x="1362891" y="2232786"/>
              <a:ext cx="137160" cy="13716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26" name="Rectangle 225">
              <a:extLst>
                <a:ext uri="{FF2B5EF4-FFF2-40B4-BE49-F238E27FC236}">
                  <a16:creationId xmlns:a16="http://schemas.microsoft.com/office/drawing/2014/main" id="{7380F484-C3E2-4FAD-A2B1-932CBA47AC0F}"/>
                </a:ext>
              </a:extLst>
            </p:cNvPr>
            <p:cNvSpPr/>
            <p:nvPr/>
          </p:nvSpPr>
          <p:spPr>
            <a:xfrm>
              <a:off x="1244126" y="2309750"/>
              <a:ext cx="389850" cy="21544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LPO</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grpSp>
        <p:nvGrpSpPr>
          <p:cNvPr id="228" name="Group 227">
            <a:extLst>
              <a:ext uri="{FF2B5EF4-FFF2-40B4-BE49-F238E27FC236}">
                <a16:creationId xmlns:a16="http://schemas.microsoft.com/office/drawing/2014/main" id="{50FF13ED-5A3B-49C0-BD34-E15DCB416C22}"/>
              </a:ext>
            </a:extLst>
          </p:cNvPr>
          <p:cNvGrpSpPr/>
          <p:nvPr/>
        </p:nvGrpSpPr>
        <p:grpSpPr>
          <a:xfrm>
            <a:off x="5303739" y="2940219"/>
            <a:ext cx="336951" cy="292408"/>
            <a:chOff x="1270576" y="2232786"/>
            <a:chExt cx="336951" cy="292408"/>
          </a:xfrm>
        </p:grpSpPr>
        <p:sp>
          <p:nvSpPr>
            <p:cNvPr id="229" name="Star: 4 Points 143">
              <a:extLst>
                <a:ext uri="{FF2B5EF4-FFF2-40B4-BE49-F238E27FC236}">
                  <a16:creationId xmlns:a16="http://schemas.microsoft.com/office/drawing/2014/main" id="{F0507A39-BD37-4689-B695-82F12EB73101}"/>
                </a:ext>
              </a:extLst>
            </p:cNvPr>
            <p:cNvSpPr/>
            <p:nvPr/>
          </p:nvSpPr>
          <p:spPr bwMode="auto">
            <a:xfrm>
              <a:off x="1362891" y="2232786"/>
              <a:ext cx="137160" cy="13716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30" name="Rectangle 229">
              <a:extLst>
                <a:ext uri="{FF2B5EF4-FFF2-40B4-BE49-F238E27FC236}">
                  <a16:creationId xmlns:a16="http://schemas.microsoft.com/office/drawing/2014/main" id="{647EA5EF-9449-44EE-9B64-969964F622FE}"/>
                </a:ext>
              </a:extLst>
            </p:cNvPr>
            <p:cNvSpPr/>
            <p:nvPr/>
          </p:nvSpPr>
          <p:spPr>
            <a:xfrm>
              <a:off x="1270576" y="2309750"/>
              <a:ext cx="336951" cy="21544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FPI</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grpSp>
        <p:nvGrpSpPr>
          <p:cNvPr id="234" name="Group 233">
            <a:extLst>
              <a:ext uri="{FF2B5EF4-FFF2-40B4-BE49-F238E27FC236}">
                <a16:creationId xmlns:a16="http://schemas.microsoft.com/office/drawing/2014/main" id="{E70D53C1-BD52-4070-86C3-C25B4B000664}"/>
              </a:ext>
            </a:extLst>
          </p:cNvPr>
          <p:cNvGrpSpPr/>
          <p:nvPr/>
        </p:nvGrpSpPr>
        <p:grpSpPr>
          <a:xfrm>
            <a:off x="9147366" y="2940219"/>
            <a:ext cx="389850" cy="292408"/>
            <a:chOff x="1244126" y="2232786"/>
            <a:chExt cx="389850" cy="292408"/>
          </a:xfrm>
        </p:grpSpPr>
        <p:sp>
          <p:nvSpPr>
            <p:cNvPr id="235" name="Star: 4 Points 143">
              <a:extLst>
                <a:ext uri="{FF2B5EF4-FFF2-40B4-BE49-F238E27FC236}">
                  <a16:creationId xmlns:a16="http://schemas.microsoft.com/office/drawing/2014/main" id="{33308591-640A-4947-8218-4F7D55EC1F4B}"/>
                </a:ext>
              </a:extLst>
            </p:cNvPr>
            <p:cNvSpPr/>
            <p:nvPr/>
          </p:nvSpPr>
          <p:spPr bwMode="auto">
            <a:xfrm>
              <a:off x="1362891" y="2232786"/>
              <a:ext cx="137160" cy="13716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36" name="Rectangle 235">
              <a:extLst>
                <a:ext uri="{FF2B5EF4-FFF2-40B4-BE49-F238E27FC236}">
                  <a16:creationId xmlns:a16="http://schemas.microsoft.com/office/drawing/2014/main" id="{DBEBADD2-8970-4CA6-A792-B4C6B20FCF9B}"/>
                </a:ext>
              </a:extLst>
            </p:cNvPr>
            <p:cNvSpPr/>
            <p:nvPr/>
          </p:nvSpPr>
          <p:spPr>
            <a:xfrm>
              <a:off x="1244126" y="2309750"/>
              <a:ext cx="389850" cy="21544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LPO</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grpSp>
        <p:nvGrpSpPr>
          <p:cNvPr id="237" name="Group 236">
            <a:extLst>
              <a:ext uri="{FF2B5EF4-FFF2-40B4-BE49-F238E27FC236}">
                <a16:creationId xmlns:a16="http://schemas.microsoft.com/office/drawing/2014/main" id="{F1F59D0E-C690-438A-86FA-0C49CDFDF168}"/>
              </a:ext>
            </a:extLst>
          </p:cNvPr>
          <p:cNvGrpSpPr/>
          <p:nvPr/>
        </p:nvGrpSpPr>
        <p:grpSpPr>
          <a:xfrm>
            <a:off x="7621434" y="3565592"/>
            <a:ext cx="336951" cy="292408"/>
            <a:chOff x="1270576" y="2232786"/>
            <a:chExt cx="336951" cy="292408"/>
          </a:xfrm>
        </p:grpSpPr>
        <p:sp>
          <p:nvSpPr>
            <p:cNvPr id="238" name="Star: 4 Points 143">
              <a:extLst>
                <a:ext uri="{FF2B5EF4-FFF2-40B4-BE49-F238E27FC236}">
                  <a16:creationId xmlns:a16="http://schemas.microsoft.com/office/drawing/2014/main" id="{32DECB68-BB9E-444A-B230-BFAD9513C349}"/>
                </a:ext>
              </a:extLst>
            </p:cNvPr>
            <p:cNvSpPr/>
            <p:nvPr/>
          </p:nvSpPr>
          <p:spPr bwMode="auto">
            <a:xfrm>
              <a:off x="1362891" y="2232786"/>
              <a:ext cx="137160" cy="13716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39" name="Rectangle 238">
              <a:extLst>
                <a:ext uri="{FF2B5EF4-FFF2-40B4-BE49-F238E27FC236}">
                  <a16:creationId xmlns:a16="http://schemas.microsoft.com/office/drawing/2014/main" id="{16E4A458-9B14-45FC-83AF-404E29F6DB15}"/>
                </a:ext>
              </a:extLst>
            </p:cNvPr>
            <p:cNvSpPr/>
            <p:nvPr/>
          </p:nvSpPr>
          <p:spPr>
            <a:xfrm>
              <a:off x="1270576" y="2309750"/>
              <a:ext cx="336951" cy="21544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FPI</a:t>
              </a:r>
              <a:endParaRPr kumimoji="0" lang="zh-CN" altLang="en-US" sz="800" b="1"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sp>
        <p:nvSpPr>
          <p:cNvPr id="240" name="OTLSHAPE_T_e17f3958430f4cff8650518c93c7635e_Shape">
            <a:extLst>
              <a:ext uri="{FF2B5EF4-FFF2-40B4-BE49-F238E27FC236}">
                <a16:creationId xmlns:a16="http://schemas.microsoft.com/office/drawing/2014/main" id="{7297F3C0-BAAD-4517-8C4A-033E00BC7FF1}"/>
              </a:ext>
            </a:extLst>
          </p:cNvPr>
          <p:cNvSpPr/>
          <p:nvPr>
            <p:custDataLst>
              <p:tags r:id="rId12"/>
            </p:custDataLst>
          </p:nvPr>
        </p:nvSpPr>
        <p:spPr bwMode="auto">
          <a:xfrm>
            <a:off x="5715206" y="4614683"/>
            <a:ext cx="3619155" cy="290808"/>
          </a:xfrm>
          <a:prstGeom prst="roundRect">
            <a:avLst/>
          </a:prstGeom>
          <a:solidFill>
            <a:schemeClr val="bg1">
              <a:lumMod val="85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Recruitment window TBD</a:t>
            </a:r>
          </a:p>
        </p:txBody>
      </p:sp>
      <p:grpSp>
        <p:nvGrpSpPr>
          <p:cNvPr id="242" name="Group 241">
            <a:extLst>
              <a:ext uri="{FF2B5EF4-FFF2-40B4-BE49-F238E27FC236}">
                <a16:creationId xmlns:a16="http://schemas.microsoft.com/office/drawing/2014/main" id="{A3FEA873-6663-40C7-B576-4DD8B676F439}"/>
              </a:ext>
            </a:extLst>
          </p:cNvPr>
          <p:cNvGrpSpPr/>
          <p:nvPr/>
        </p:nvGrpSpPr>
        <p:grpSpPr>
          <a:xfrm>
            <a:off x="3828488" y="4709088"/>
            <a:ext cx="914400" cy="473693"/>
            <a:chOff x="4389478" y="3811579"/>
            <a:chExt cx="914400" cy="473693"/>
          </a:xfrm>
          <a:solidFill>
            <a:schemeClr val="bg1">
              <a:lumMod val="85000"/>
            </a:schemeClr>
          </a:solidFill>
        </p:grpSpPr>
        <p:sp>
          <p:nvSpPr>
            <p:cNvPr id="243" name="TextBox 242">
              <a:extLst>
                <a:ext uri="{FF2B5EF4-FFF2-40B4-BE49-F238E27FC236}">
                  <a16:creationId xmlns:a16="http://schemas.microsoft.com/office/drawing/2014/main" id="{AE1B1988-7228-4BB7-826D-D625A74FB9E4}"/>
                </a:ext>
              </a:extLst>
            </p:cNvPr>
            <p:cNvSpPr txBox="1"/>
            <p:nvPr/>
          </p:nvSpPr>
          <p:spPr>
            <a:xfrm>
              <a:off x="4389478" y="3962107"/>
              <a:ext cx="914400" cy="323165"/>
            </a:xfrm>
            <a:prstGeom prst="rect">
              <a:avLst/>
            </a:prstGeom>
            <a:noFill/>
          </p:spPr>
          <p:txBody>
            <a:bodyPr wrap="square" lIns="0" rIns="0" rtlCol="0">
              <a:spAutoFit/>
            </a:bodyPr>
            <a:lstStyle/>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white">
                      <a:lumMod val="50000"/>
                    </a:prstClr>
                  </a:solidFill>
                  <a:effectLst/>
                  <a:uLnTx/>
                  <a:uFillTx/>
                  <a:latin typeface="Boehringer Forward Text"/>
                  <a:ea typeface="等线" panose="02010600030101010101" pitchFamily="2" charset="-122"/>
                  <a:cs typeface="Calibri" panose="020F0502020204030204" pitchFamily="34" charset="0"/>
                </a:rPr>
                <a:t>Pre-IND MR-s</a:t>
              </a:r>
            </a:p>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white">
                      <a:lumMod val="50000"/>
                    </a:prstClr>
                  </a:solidFill>
                  <a:effectLst/>
                  <a:uLnTx/>
                  <a:uFillTx/>
                  <a:latin typeface="Boehringer Forward Text"/>
                  <a:ea typeface="等线" panose="02010600030101010101" pitchFamily="2" charset="-122"/>
                  <a:cs typeface="+mn-cs"/>
                </a:rPr>
                <a:t>Mar‘24</a:t>
              </a:r>
              <a:endParaRPr kumimoji="0" lang="zh-CN" altLang="en-US" sz="600" b="0" i="0" u="none" strike="noStrike" kern="1200" cap="none" spc="0" normalizeH="0" baseline="0" noProof="0">
                <a:ln>
                  <a:noFill/>
                </a:ln>
                <a:solidFill>
                  <a:prstClr val="white">
                    <a:lumMod val="50000"/>
                  </a:prstClr>
                </a:solidFill>
                <a:effectLst/>
                <a:uLnTx/>
                <a:uFillTx/>
                <a:latin typeface="Boehringer Forward Text"/>
                <a:ea typeface="等线" panose="02010600030101010101" pitchFamily="2" charset="-122"/>
                <a:cs typeface="+mn-cs"/>
              </a:endParaRPr>
            </a:p>
          </p:txBody>
        </p:sp>
        <p:sp>
          <p:nvSpPr>
            <p:cNvPr id="244" name="Star: 4 Points 143">
              <a:extLst>
                <a:ext uri="{FF2B5EF4-FFF2-40B4-BE49-F238E27FC236}">
                  <a16:creationId xmlns:a16="http://schemas.microsoft.com/office/drawing/2014/main" id="{C0916B1F-9629-4BF4-BE9C-BC06A1384A05}"/>
                </a:ext>
              </a:extLst>
            </p:cNvPr>
            <p:cNvSpPr/>
            <p:nvPr/>
          </p:nvSpPr>
          <p:spPr bwMode="auto">
            <a:xfrm>
              <a:off x="4823670" y="3811579"/>
              <a:ext cx="184243" cy="187815"/>
            </a:xfrm>
            <a:prstGeom prst="star4">
              <a:avLst>
                <a:gd name="adj" fmla="val 12500"/>
              </a:avLst>
            </a:prstGeom>
            <a:grp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lumMod val="50000"/>
                  </a:prstClr>
                </a:solidFill>
                <a:effectLst/>
                <a:uLnTx/>
                <a:uFillTx/>
                <a:latin typeface="Boehringer Forward Text"/>
                <a:ea typeface="+mn-ea"/>
                <a:cs typeface="Calibri" panose="020F0502020204030204" pitchFamily="34" charset="0"/>
              </a:endParaRPr>
            </a:p>
          </p:txBody>
        </p:sp>
      </p:grpSp>
      <p:cxnSp>
        <p:nvCxnSpPr>
          <p:cNvPr id="245" name="Connector: Elbow 244">
            <a:extLst>
              <a:ext uri="{FF2B5EF4-FFF2-40B4-BE49-F238E27FC236}">
                <a16:creationId xmlns:a16="http://schemas.microsoft.com/office/drawing/2014/main" id="{5598FB9A-7B28-4579-931E-EF8F5EA9ED2C}"/>
              </a:ext>
            </a:extLst>
          </p:cNvPr>
          <p:cNvCxnSpPr>
            <a:cxnSpLocks/>
          </p:cNvCxnSpPr>
          <p:nvPr/>
        </p:nvCxnSpPr>
        <p:spPr>
          <a:xfrm rot="16200000" flipH="1">
            <a:off x="4667411" y="4042450"/>
            <a:ext cx="640080" cy="182880"/>
          </a:xfrm>
          <a:prstGeom prst="bentConnector3">
            <a:avLst/>
          </a:prstGeom>
          <a:ln w="6350">
            <a:solidFill>
              <a:srgbClr val="003366"/>
            </a:solidFill>
            <a:prstDash val="sysDot"/>
            <a:tailEnd type="triangle" w="sm" len="sm"/>
          </a:ln>
        </p:spPr>
        <p:style>
          <a:lnRef idx="1">
            <a:schemeClr val="accent1"/>
          </a:lnRef>
          <a:fillRef idx="0">
            <a:schemeClr val="accent1"/>
          </a:fillRef>
          <a:effectRef idx="0">
            <a:schemeClr val="accent1"/>
          </a:effectRef>
          <a:fontRef idx="minor">
            <a:schemeClr val="tx1"/>
          </a:fontRef>
        </p:style>
      </p:cxnSp>
      <p:sp>
        <p:nvSpPr>
          <p:cNvPr id="246" name="OTLSHAPE_T_5a934a26f311425e8ebaa0f45e6533ad_Shape">
            <a:extLst>
              <a:ext uri="{FF2B5EF4-FFF2-40B4-BE49-F238E27FC236}">
                <a16:creationId xmlns:a16="http://schemas.microsoft.com/office/drawing/2014/main" id="{8454ED49-62CD-4FD6-A156-1919EA11FC2A}"/>
              </a:ext>
            </a:extLst>
          </p:cNvPr>
          <p:cNvSpPr/>
          <p:nvPr>
            <p:custDataLst>
              <p:tags r:id="rId13"/>
            </p:custDataLst>
          </p:nvPr>
        </p:nvSpPr>
        <p:spPr bwMode="auto">
          <a:xfrm>
            <a:off x="5144971" y="5338956"/>
            <a:ext cx="2047828" cy="256032"/>
          </a:xfrm>
          <a:prstGeom prst="roundRect">
            <a:avLst/>
          </a:prstGeom>
          <a:solidFill>
            <a:schemeClr val="bg1">
              <a:lumMod val="85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000" b="1"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Recruitment Window: TBD</a:t>
            </a:r>
          </a:p>
        </p:txBody>
      </p:sp>
      <p:sp>
        <p:nvSpPr>
          <p:cNvPr id="247" name="Rectangle 246">
            <a:extLst>
              <a:ext uri="{FF2B5EF4-FFF2-40B4-BE49-F238E27FC236}">
                <a16:creationId xmlns:a16="http://schemas.microsoft.com/office/drawing/2014/main" id="{F4B24DEA-FC18-415F-A54F-87ED0CD1163C}"/>
              </a:ext>
            </a:extLst>
          </p:cNvPr>
          <p:cNvSpPr/>
          <p:nvPr/>
        </p:nvSpPr>
        <p:spPr>
          <a:xfrm>
            <a:off x="3487141" y="5244524"/>
            <a:ext cx="1639429" cy="454099"/>
          </a:xfrm>
          <a:prstGeom prst="rect">
            <a:avLst/>
          </a:prstGeom>
          <a:noFill/>
        </p:spPr>
        <p:txBody>
          <a:bodyPr wrap="square">
            <a:spAutoFit/>
          </a:bodyPr>
          <a:lstStyle/>
          <a:p>
            <a:pPr marL="0" marR="0" lvl="0" indent="0" algn="ctr" defTabSz="914400" rtl="0" eaLnBrk="1" fontAlgn="auto" latinLnBrk="0" hangingPunct="1">
              <a:lnSpc>
                <a:spcPts val="1500"/>
              </a:lnSpc>
              <a:spcBef>
                <a:spcPts val="0"/>
              </a:spcBef>
              <a:spcAft>
                <a:spcPts val="300"/>
              </a:spcAft>
              <a:buClrTx/>
              <a:buSzTx/>
              <a:buFontTx/>
              <a:buNone/>
              <a:tabLst/>
              <a:defRPr/>
            </a:pPr>
            <a:r>
              <a:rPr kumimoji="0" lang="en-US" altLang="zh-CN" sz="600" b="0" i="0" u="none" strike="noStrike" kern="1200" cap="none" spc="0" normalizeH="0" baseline="0" noProof="0">
                <a:ln>
                  <a:noFill/>
                </a:ln>
                <a:solidFill>
                  <a:srgbClr val="1F497D"/>
                </a:solidFill>
                <a:effectLst/>
                <a:uLnTx/>
                <a:uFillTx/>
                <a:latin typeface="Boehringer Forward Text"/>
                <a:ea typeface="等线" panose="02010600030101010101" pitchFamily="2" charset="-122"/>
                <a:cs typeface="Calibri" panose="020F0502020204030204" pitchFamily="34" charset="0"/>
              </a:rPr>
              <a:t>To</a:t>
            </a:r>
            <a:r>
              <a:rPr kumimoji="0" lang="zh-CN" altLang="en-US" sz="600" b="0" i="0" u="none" strike="noStrike" kern="1200" cap="none" spc="0" normalizeH="0" baseline="0" noProof="0">
                <a:ln>
                  <a:noFill/>
                </a:ln>
                <a:solidFill>
                  <a:srgbClr val="1F497D"/>
                </a:solidFill>
                <a:effectLst/>
                <a:uLnTx/>
                <a:uFillTx/>
                <a:latin typeface="Boehringer Forward Text"/>
                <a:ea typeface="等线" panose="02010600030101010101" pitchFamily="2" charset="-122"/>
                <a:cs typeface="Calibri" panose="020F0502020204030204" pitchFamily="34" charset="0"/>
              </a:rPr>
              <a:t> </a:t>
            </a:r>
            <a:r>
              <a:rPr kumimoji="0" lang="en-US" altLang="zh-CN" sz="600" b="0" i="0" u="none" strike="noStrike" kern="1200" cap="none" spc="0" normalizeH="0" baseline="0" noProof="0">
                <a:ln>
                  <a:noFill/>
                </a:ln>
                <a:solidFill>
                  <a:srgbClr val="1F497D"/>
                </a:solidFill>
                <a:effectLst/>
                <a:uLnTx/>
                <a:uFillTx/>
                <a:latin typeface="Boehringer Forward Text"/>
                <a:ea typeface="等线" panose="02010600030101010101" pitchFamily="2" charset="-122"/>
                <a:cs typeface="Calibri" panose="020F0502020204030204" pitchFamily="34" charset="0"/>
              </a:rPr>
              <a:t>try</a:t>
            </a:r>
            <a:r>
              <a:rPr kumimoji="0" lang="zh-CN" altLang="en-US" sz="600" b="0" i="0" u="none" strike="noStrike" kern="1200" cap="none" spc="0" normalizeH="0" baseline="0" noProof="0">
                <a:ln>
                  <a:noFill/>
                </a:ln>
                <a:solidFill>
                  <a:srgbClr val="1F497D"/>
                </a:solidFill>
                <a:effectLst/>
                <a:uLnTx/>
                <a:uFillTx/>
                <a:latin typeface="Boehringer Forward Text"/>
                <a:ea typeface="等线" panose="02010600030101010101" pitchFamily="2" charset="-122"/>
                <a:cs typeface="Calibri" panose="020F0502020204030204" pitchFamily="34" charset="0"/>
              </a:rPr>
              <a:t> </a:t>
            </a:r>
            <a:r>
              <a:rPr kumimoji="0" lang="en-US" altLang="zh-CN" sz="600" b="0" i="0" u="none" strike="noStrike" kern="1200" cap="none" spc="0" normalizeH="0" baseline="0" noProof="0">
                <a:ln>
                  <a:noFill/>
                </a:ln>
                <a:solidFill>
                  <a:srgbClr val="1F497D"/>
                </a:solidFill>
                <a:effectLst/>
                <a:uLnTx/>
                <a:uFillTx/>
                <a:latin typeface="Boehringer Forward Text"/>
                <a:ea typeface="等线" panose="02010600030101010101" pitchFamily="2" charset="-122"/>
                <a:cs typeface="Calibri" panose="020F0502020204030204" pitchFamily="34" charset="0"/>
              </a:rPr>
              <a:t>join Ph3 directly in pre-IND (</a:t>
            </a:r>
            <a:r>
              <a:rPr kumimoji="0" lang="en-US" altLang="zh-CN" sz="600" b="0" i="0" u="none" strike="noStrike" kern="1200" cap="none" spc="0" normalizeH="0" baseline="0" noProof="0">
                <a:ln>
                  <a:noFill/>
                </a:ln>
                <a:solidFill>
                  <a:srgbClr val="C00000"/>
                </a:solidFill>
                <a:effectLst/>
                <a:uLnTx/>
                <a:uFillTx/>
                <a:latin typeface="Boehringer Forward Text"/>
                <a:ea typeface="等线" panose="02010600030101010101" pitchFamily="2" charset="-122"/>
                <a:cs typeface="Calibri" panose="020F0502020204030204" pitchFamily="34" charset="0"/>
              </a:rPr>
              <a:t>low</a:t>
            </a:r>
            <a:r>
              <a:rPr kumimoji="0" lang="zh-CN" altLang="en-US" sz="600" b="0" i="0" u="none" strike="noStrike" kern="1200" cap="none" spc="0" normalizeH="0" baseline="0" noProof="0">
                <a:ln>
                  <a:noFill/>
                </a:ln>
                <a:solidFill>
                  <a:srgbClr val="C00000"/>
                </a:solidFill>
                <a:effectLst/>
                <a:uLnTx/>
                <a:uFillTx/>
                <a:latin typeface="Boehringer Forward Text"/>
                <a:ea typeface="等线" panose="02010600030101010101" pitchFamily="2" charset="-122"/>
                <a:cs typeface="Calibri" panose="020F0502020204030204" pitchFamily="34" charset="0"/>
              </a:rPr>
              <a:t> </a:t>
            </a:r>
            <a:r>
              <a:rPr kumimoji="0" lang="en-US" altLang="zh-CN" sz="600" b="0" i="0" u="none" strike="noStrike" kern="1200" cap="none" spc="0" normalizeH="0" baseline="0" noProof="0" err="1">
                <a:ln>
                  <a:noFill/>
                </a:ln>
                <a:solidFill>
                  <a:srgbClr val="C00000"/>
                </a:solidFill>
                <a:effectLst/>
                <a:uLnTx/>
                <a:uFillTx/>
                <a:latin typeface="Boehringer Forward Text"/>
                <a:ea typeface="等线" panose="02010600030101010101" pitchFamily="2" charset="-122"/>
                <a:cs typeface="Calibri" panose="020F0502020204030204" pitchFamily="34" charset="0"/>
              </a:rPr>
              <a:t>PoS</a:t>
            </a:r>
            <a:r>
              <a:rPr kumimoji="0" lang="en-US" altLang="zh-CN" sz="600" b="0" i="0" u="none" strike="noStrike" kern="1200" cap="none" spc="0" normalizeH="0" baseline="0" noProof="0">
                <a:ln>
                  <a:noFill/>
                </a:ln>
                <a:solidFill>
                  <a:srgbClr val="1F497D"/>
                </a:solidFill>
                <a:effectLst/>
                <a:uLnTx/>
                <a:uFillTx/>
                <a:latin typeface="Boehringer Forward Text"/>
                <a:ea typeface="等线" panose="02010600030101010101" pitchFamily="2" charset="-122"/>
                <a:cs typeface="Calibri" panose="020F0502020204030204" pitchFamily="34" charset="0"/>
              </a:rPr>
              <a:t>). </a:t>
            </a:r>
            <a:r>
              <a:rPr kumimoji="0" lang="en-US" sz="600" b="0" i="0" u="none" strike="noStrike" kern="1200" cap="none" spc="0" normalizeH="0" baseline="0" noProof="0">
                <a:ln>
                  <a:noFill/>
                </a:ln>
                <a:solidFill>
                  <a:srgbClr val="1F497D"/>
                </a:solidFill>
                <a:effectLst/>
                <a:uLnTx/>
                <a:uFillTx/>
                <a:latin typeface="Boehringer Forward Text"/>
                <a:ea typeface="等线" panose="02010600030101010101" pitchFamily="2" charset="-122"/>
                <a:cs typeface="Calibri" panose="020F0502020204030204" pitchFamily="34" charset="0"/>
              </a:rPr>
              <a:t>If CDE disagrees, then:</a:t>
            </a:r>
          </a:p>
        </p:txBody>
      </p:sp>
      <p:cxnSp>
        <p:nvCxnSpPr>
          <p:cNvPr id="248" name="Connector: Elbow 247">
            <a:extLst>
              <a:ext uri="{FF2B5EF4-FFF2-40B4-BE49-F238E27FC236}">
                <a16:creationId xmlns:a16="http://schemas.microsoft.com/office/drawing/2014/main" id="{728FD1C1-46FA-43D1-9B90-613A842238C5}"/>
              </a:ext>
            </a:extLst>
          </p:cNvPr>
          <p:cNvCxnSpPr>
            <a:cxnSpLocks/>
          </p:cNvCxnSpPr>
          <p:nvPr/>
        </p:nvCxnSpPr>
        <p:spPr>
          <a:xfrm>
            <a:off x="4099304" y="4810828"/>
            <a:ext cx="1022832" cy="684637"/>
          </a:xfrm>
          <a:prstGeom prst="bentConnector3">
            <a:avLst>
              <a:gd name="adj1" fmla="val -53471"/>
            </a:avLst>
          </a:prstGeom>
          <a:ln w="3175">
            <a:solidFill>
              <a:srgbClr val="003366"/>
            </a:solidFill>
            <a:prstDash val="sysDot"/>
            <a:tailEnd type="triangle"/>
          </a:ln>
        </p:spPr>
        <p:style>
          <a:lnRef idx="1">
            <a:schemeClr val="accent1"/>
          </a:lnRef>
          <a:fillRef idx="0">
            <a:schemeClr val="accent1"/>
          </a:fillRef>
          <a:effectRef idx="0">
            <a:schemeClr val="accent1"/>
          </a:effectRef>
          <a:fontRef idx="minor">
            <a:schemeClr val="tx1"/>
          </a:fontRef>
        </p:style>
      </p:cxnSp>
      <p:sp>
        <p:nvSpPr>
          <p:cNvPr id="249" name="OTLSHAPE_T_e17f3958430f4cff8650518c93c7635e_Shape">
            <a:extLst>
              <a:ext uri="{FF2B5EF4-FFF2-40B4-BE49-F238E27FC236}">
                <a16:creationId xmlns:a16="http://schemas.microsoft.com/office/drawing/2014/main" id="{D5A854A8-123D-4E3E-A586-F69FD6382928}"/>
              </a:ext>
            </a:extLst>
          </p:cNvPr>
          <p:cNvSpPr/>
          <p:nvPr>
            <p:custDataLst>
              <p:tags r:id="rId14"/>
            </p:custDataLst>
          </p:nvPr>
        </p:nvSpPr>
        <p:spPr bwMode="auto">
          <a:xfrm>
            <a:off x="5021286" y="4650093"/>
            <a:ext cx="914400" cy="256032"/>
          </a:xfrm>
          <a:prstGeom prst="roundRect">
            <a:avLst/>
          </a:prstGeom>
          <a:solidFill>
            <a:schemeClr val="bg1">
              <a:lumMod val="85000"/>
            </a:schemeClr>
          </a:solidFill>
          <a:ln w="9525" cap="flat" cmpd="sng" algn="ctr">
            <a:noFill/>
            <a:prstDash val="solid"/>
            <a:round/>
            <a:headEnd type="none" w="med" len="med"/>
            <a:tailEnd type="none" w="med" len="med"/>
          </a:ln>
          <a:effectLst/>
          <a:scene3d>
            <a:camera prst="orthographicFront"/>
            <a:lightRig rig="balanced" dir="t">
              <a:rot lat="0" lon="0" rev="8700000"/>
            </a:lightRig>
          </a:scene3d>
          <a:sp3d>
            <a:bevelT w="165100" h="12700"/>
          </a:sp3d>
          <a:extLst>
            <a:ext uri="{53640926-AAD7-44D8-BBD7-CCE9431645EC}">
              <a14:shadowObscured xmlns:a14="http://schemas.microsoft.com/office/drawing/2010/main" val="1"/>
            </a:ext>
          </a:extLst>
        </p:spPr>
        <p:txBody>
          <a:bodyPr vert="horz" wrap="square" lIns="91440" tIns="45720" rIns="91440" bIns="45720" numCol="1" rtlCol="0"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zh-CN" sz="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CTA Review + EC + HGRAC + 1</a:t>
            </a:r>
            <a:r>
              <a:rPr kumimoji="0" lang="en-US" altLang="zh-CN" sz="400" b="0" i="0" u="none" strike="noStrike" kern="1200" cap="none" spc="0" normalizeH="0" baseline="30000" noProof="0">
                <a:ln>
                  <a:noFill/>
                </a:ln>
                <a:solidFill>
                  <a:srgbClr val="000000"/>
                </a:solidFill>
                <a:effectLst/>
                <a:uLnTx/>
                <a:uFillTx/>
                <a:latin typeface="Boehringer Forward Text"/>
                <a:ea typeface="+mn-ea"/>
                <a:cs typeface="Calibri" panose="020F0502020204030204" pitchFamily="34" charset="0"/>
              </a:rPr>
              <a:t>st</a:t>
            </a:r>
            <a:r>
              <a:rPr kumimoji="0" lang="en-US" altLang="zh-CN" sz="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rPr>
              <a:t> SIV (6M)</a:t>
            </a:r>
            <a:endParaRPr kumimoji="0" lang="zh-CN" altLang="en-US" sz="4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55" name="OTLSHAPE_T_e17f3958430f4cff8650518c93c7635e_StartDate">
            <a:extLst>
              <a:ext uri="{FF2B5EF4-FFF2-40B4-BE49-F238E27FC236}">
                <a16:creationId xmlns:a16="http://schemas.microsoft.com/office/drawing/2014/main" id="{C126DC86-1017-42C9-B373-E5C198AFC953}"/>
              </a:ext>
            </a:extLst>
          </p:cNvPr>
          <p:cNvSpPr txBox="1"/>
          <p:nvPr>
            <p:custDataLst>
              <p:tags r:id="rId15"/>
            </p:custDataLst>
          </p:nvPr>
        </p:nvSpPr>
        <p:spPr>
          <a:xfrm>
            <a:off x="4994844" y="4516972"/>
            <a:ext cx="365760" cy="92333"/>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Jul’24</a:t>
            </a:r>
            <a:endParaRPr kumimoji="0" lang="zh-CN" altLang="en-US"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cxnSp>
        <p:nvCxnSpPr>
          <p:cNvPr id="256" name="Straight Connector 255">
            <a:extLst>
              <a:ext uri="{FF2B5EF4-FFF2-40B4-BE49-F238E27FC236}">
                <a16:creationId xmlns:a16="http://schemas.microsoft.com/office/drawing/2014/main" id="{E216E2E1-4EA9-4BEA-89E1-9B74C3073A67}"/>
              </a:ext>
            </a:extLst>
          </p:cNvPr>
          <p:cNvCxnSpPr>
            <a:cxnSpLocks/>
          </p:cNvCxnSpPr>
          <p:nvPr/>
        </p:nvCxnSpPr>
        <p:spPr bwMode="auto">
          <a:xfrm flipH="1">
            <a:off x="0" y="4048867"/>
            <a:ext cx="12161520" cy="0"/>
          </a:xfrm>
          <a:prstGeom prst="line">
            <a:avLst/>
          </a:prstGeom>
          <a:solidFill>
            <a:schemeClr val="accent1"/>
          </a:solidFill>
          <a:ln w="15875" cap="flat" cmpd="sng" algn="ctr">
            <a:solidFill>
              <a:schemeClr val="accent6"/>
            </a:solidFill>
            <a:prstDash val="sysDash"/>
            <a:round/>
            <a:headEnd type="none" w="med" len="med"/>
            <a:tailEnd type="none" w="med" len="med"/>
          </a:ln>
          <a:effectLst/>
        </p:spPr>
      </p:cxnSp>
      <p:grpSp>
        <p:nvGrpSpPr>
          <p:cNvPr id="258" name="Group 257">
            <a:extLst>
              <a:ext uri="{FF2B5EF4-FFF2-40B4-BE49-F238E27FC236}">
                <a16:creationId xmlns:a16="http://schemas.microsoft.com/office/drawing/2014/main" id="{554EB41B-67FA-4B6C-8769-6A8A47A1FB69}"/>
              </a:ext>
            </a:extLst>
          </p:cNvPr>
          <p:cNvGrpSpPr/>
          <p:nvPr/>
        </p:nvGrpSpPr>
        <p:grpSpPr>
          <a:xfrm>
            <a:off x="3763434" y="950629"/>
            <a:ext cx="422873" cy="5875389"/>
            <a:chOff x="3530859" y="940090"/>
            <a:chExt cx="422873" cy="5875389"/>
          </a:xfrm>
        </p:grpSpPr>
        <p:cxnSp>
          <p:nvCxnSpPr>
            <p:cNvPr id="259" name="Straight Connector 258">
              <a:extLst>
                <a:ext uri="{FF2B5EF4-FFF2-40B4-BE49-F238E27FC236}">
                  <a16:creationId xmlns:a16="http://schemas.microsoft.com/office/drawing/2014/main" id="{0077F2DD-9D6F-4563-A742-B28946A45ACB}"/>
                </a:ext>
              </a:extLst>
            </p:cNvPr>
            <p:cNvCxnSpPr>
              <a:cxnSpLocks/>
            </p:cNvCxnSpPr>
            <p:nvPr/>
          </p:nvCxnSpPr>
          <p:spPr>
            <a:xfrm>
              <a:off x="3752789" y="1055479"/>
              <a:ext cx="0" cy="5760000"/>
            </a:xfrm>
            <a:prstGeom prst="line">
              <a:avLst/>
            </a:prstGeom>
            <a:ln w="12700">
              <a:solidFill>
                <a:srgbClr val="FF0000"/>
              </a:solidFill>
              <a:prstDash val="sysDot"/>
            </a:ln>
          </p:spPr>
          <p:style>
            <a:lnRef idx="1">
              <a:schemeClr val="accent1"/>
            </a:lnRef>
            <a:fillRef idx="0">
              <a:schemeClr val="accent1"/>
            </a:fillRef>
            <a:effectRef idx="0">
              <a:schemeClr val="accent1"/>
            </a:effectRef>
            <a:fontRef idx="minor">
              <a:schemeClr val="tx1"/>
            </a:fontRef>
          </p:style>
        </p:cxnSp>
        <p:sp>
          <p:nvSpPr>
            <p:cNvPr id="260" name="TextBox 259">
              <a:extLst>
                <a:ext uri="{FF2B5EF4-FFF2-40B4-BE49-F238E27FC236}">
                  <a16:creationId xmlns:a16="http://schemas.microsoft.com/office/drawing/2014/main" id="{6BA745D7-291A-463C-B5AC-E7DFA410B4A7}"/>
                </a:ext>
              </a:extLst>
            </p:cNvPr>
            <p:cNvSpPr txBox="1"/>
            <p:nvPr/>
          </p:nvSpPr>
          <p:spPr>
            <a:xfrm>
              <a:off x="3530859" y="940090"/>
              <a:ext cx="422873" cy="205121"/>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333" b="1" i="0" u="none" strike="noStrike" kern="1200" cap="none" spc="0" normalizeH="0" baseline="0" noProof="0">
                  <a:ln>
                    <a:noFill/>
                  </a:ln>
                  <a:solidFill>
                    <a:srgbClr val="FFFFFF"/>
                  </a:solidFill>
                  <a:effectLst/>
                  <a:highlight>
                    <a:srgbClr val="FF0000"/>
                  </a:highlight>
                  <a:uLnTx/>
                  <a:uFillTx/>
                  <a:latin typeface="BISansOpti"/>
                  <a:ea typeface="+mn-ea"/>
                  <a:cs typeface="+mn-cs"/>
                </a:rPr>
                <a:t>today</a:t>
              </a:r>
              <a:endParaRPr kumimoji="0" lang="zh-CN" altLang="en-US" sz="1333" b="1" i="0" u="none" strike="noStrike" kern="1200" cap="none" spc="0" normalizeH="0" baseline="0" noProof="0">
                <a:ln>
                  <a:noFill/>
                </a:ln>
                <a:solidFill>
                  <a:srgbClr val="FFFFFF"/>
                </a:solidFill>
                <a:effectLst/>
                <a:highlight>
                  <a:srgbClr val="FF0000"/>
                </a:highlight>
                <a:uLnTx/>
                <a:uFillTx/>
                <a:latin typeface="BISansOpti"/>
                <a:ea typeface="+mn-ea"/>
                <a:cs typeface="+mn-cs"/>
              </a:endParaRPr>
            </a:p>
          </p:txBody>
        </p:sp>
      </p:grpSp>
      <p:sp>
        <p:nvSpPr>
          <p:cNvPr id="261" name="OTLSHAPE_T_e17f3958430f4cff8650518c93c7635e_StartDate">
            <a:extLst>
              <a:ext uri="{FF2B5EF4-FFF2-40B4-BE49-F238E27FC236}">
                <a16:creationId xmlns:a16="http://schemas.microsoft.com/office/drawing/2014/main" id="{D5D855C4-5AAC-4883-B8C6-7BD8957FFADA}"/>
              </a:ext>
            </a:extLst>
          </p:cNvPr>
          <p:cNvSpPr txBox="1"/>
          <p:nvPr>
            <p:custDataLst>
              <p:tags r:id="rId16"/>
            </p:custDataLst>
          </p:nvPr>
        </p:nvSpPr>
        <p:spPr>
          <a:xfrm>
            <a:off x="5838249" y="4512282"/>
            <a:ext cx="365760" cy="92333"/>
          </a:xfrm>
          <a:prstGeom prst="rect">
            <a:avLst/>
          </a:prstGeom>
          <a:noFill/>
        </p:spPr>
        <p:txBody>
          <a:bodyPr vert="horz" wrap="square" lIns="0" tIns="0" rIns="0" bIns="0" rtlCol="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Jan’25</a:t>
            </a:r>
            <a:endParaRPr kumimoji="0" lang="zh-CN" altLang="en-US" sz="6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nvGrpSpPr>
          <p:cNvPr id="262" name="Group 261">
            <a:extLst>
              <a:ext uri="{FF2B5EF4-FFF2-40B4-BE49-F238E27FC236}">
                <a16:creationId xmlns:a16="http://schemas.microsoft.com/office/drawing/2014/main" id="{E878DDFE-3C5A-4F9A-8C1B-D47BE922E88E}"/>
              </a:ext>
            </a:extLst>
          </p:cNvPr>
          <p:cNvGrpSpPr/>
          <p:nvPr/>
        </p:nvGrpSpPr>
        <p:grpSpPr>
          <a:xfrm>
            <a:off x="4797011" y="4829472"/>
            <a:ext cx="478015" cy="292408"/>
            <a:chOff x="1200044" y="2232786"/>
            <a:chExt cx="478015" cy="292408"/>
          </a:xfrm>
        </p:grpSpPr>
        <p:sp>
          <p:nvSpPr>
            <p:cNvPr id="263" name="Star: 4 Points 143">
              <a:extLst>
                <a:ext uri="{FF2B5EF4-FFF2-40B4-BE49-F238E27FC236}">
                  <a16:creationId xmlns:a16="http://schemas.microsoft.com/office/drawing/2014/main" id="{0A19375C-5808-4089-8A00-C18B662C5494}"/>
                </a:ext>
              </a:extLst>
            </p:cNvPr>
            <p:cNvSpPr/>
            <p:nvPr/>
          </p:nvSpPr>
          <p:spPr bwMode="auto">
            <a:xfrm>
              <a:off x="1362891" y="2232786"/>
              <a:ext cx="137160" cy="13716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64" name="Rectangle 263">
              <a:extLst>
                <a:ext uri="{FF2B5EF4-FFF2-40B4-BE49-F238E27FC236}">
                  <a16:creationId xmlns:a16="http://schemas.microsoft.com/office/drawing/2014/main" id="{936849BA-9D70-40B2-9452-F19D56467586}"/>
                </a:ext>
              </a:extLst>
            </p:cNvPr>
            <p:cNvSpPr/>
            <p:nvPr/>
          </p:nvSpPr>
          <p:spPr>
            <a:xfrm>
              <a:off x="1200044" y="2309750"/>
              <a:ext cx="478015" cy="21544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CTA-s</a:t>
              </a:r>
              <a:endParaRPr kumimoji="0" lang="zh-CN" altLang="en-US" sz="8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grpSp>
        <p:nvGrpSpPr>
          <p:cNvPr id="265" name="Group 264">
            <a:extLst>
              <a:ext uri="{FF2B5EF4-FFF2-40B4-BE49-F238E27FC236}">
                <a16:creationId xmlns:a16="http://schemas.microsoft.com/office/drawing/2014/main" id="{0B5583D6-69E7-4FE9-9FEE-47771784E0EF}"/>
              </a:ext>
            </a:extLst>
          </p:cNvPr>
          <p:cNvGrpSpPr/>
          <p:nvPr/>
        </p:nvGrpSpPr>
        <p:grpSpPr>
          <a:xfrm>
            <a:off x="5775228" y="4834952"/>
            <a:ext cx="330540" cy="292408"/>
            <a:chOff x="1273782" y="2232786"/>
            <a:chExt cx="330540" cy="292408"/>
          </a:xfrm>
        </p:grpSpPr>
        <p:sp>
          <p:nvSpPr>
            <p:cNvPr id="266" name="Star: 4 Points 143">
              <a:extLst>
                <a:ext uri="{FF2B5EF4-FFF2-40B4-BE49-F238E27FC236}">
                  <a16:creationId xmlns:a16="http://schemas.microsoft.com/office/drawing/2014/main" id="{3E1A92A6-014C-4D2D-82F5-183230DD4ED0}"/>
                </a:ext>
              </a:extLst>
            </p:cNvPr>
            <p:cNvSpPr/>
            <p:nvPr/>
          </p:nvSpPr>
          <p:spPr bwMode="auto">
            <a:xfrm>
              <a:off x="1362891" y="2232786"/>
              <a:ext cx="137160" cy="137160"/>
            </a:xfrm>
            <a:prstGeom prst="star4">
              <a:avLst>
                <a:gd name="adj" fmla="val 12500"/>
              </a:avLst>
            </a:prstGeom>
            <a:solidFill>
              <a:srgbClr val="FF0000"/>
            </a:solid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srgbClr val="000000"/>
                </a:solidFill>
                <a:effectLst/>
                <a:uLnTx/>
                <a:uFillTx/>
                <a:latin typeface="Boehringer Forward Text"/>
                <a:ea typeface="+mn-ea"/>
                <a:cs typeface="Calibri" panose="020F0502020204030204" pitchFamily="34" charset="0"/>
              </a:endParaRPr>
            </a:p>
          </p:txBody>
        </p:sp>
        <p:sp>
          <p:nvSpPr>
            <p:cNvPr id="267" name="Rectangle 266">
              <a:extLst>
                <a:ext uri="{FF2B5EF4-FFF2-40B4-BE49-F238E27FC236}">
                  <a16:creationId xmlns:a16="http://schemas.microsoft.com/office/drawing/2014/main" id="{6119CC69-6537-4DA3-B05D-B330962BBD32}"/>
                </a:ext>
              </a:extLst>
            </p:cNvPr>
            <p:cNvSpPr/>
            <p:nvPr/>
          </p:nvSpPr>
          <p:spPr>
            <a:xfrm>
              <a:off x="1273782" y="2309750"/>
              <a:ext cx="330540" cy="215444"/>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rPr>
                <a:t>FPI</a:t>
              </a:r>
              <a:endParaRPr kumimoji="0" lang="zh-CN" altLang="en-US" sz="800" b="0" i="0" u="none" strike="noStrike" kern="1200" cap="none" spc="0" normalizeH="0" baseline="0" noProof="0">
                <a:ln>
                  <a:noFill/>
                </a:ln>
                <a:solidFill>
                  <a:srgbClr val="44546A"/>
                </a:solidFill>
                <a:effectLst/>
                <a:uLnTx/>
                <a:uFillTx/>
                <a:latin typeface="Boehringer Forward Text"/>
                <a:ea typeface="+mn-ea"/>
                <a:cs typeface="Calibri" panose="020F0502020204030204" pitchFamily="34" charset="0"/>
              </a:endParaRPr>
            </a:p>
          </p:txBody>
        </p:sp>
      </p:grpSp>
      <p:grpSp>
        <p:nvGrpSpPr>
          <p:cNvPr id="271" name="Group 270">
            <a:extLst>
              <a:ext uri="{FF2B5EF4-FFF2-40B4-BE49-F238E27FC236}">
                <a16:creationId xmlns:a16="http://schemas.microsoft.com/office/drawing/2014/main" id="{60A18E85-FB51-4661-9AD1-0D85387257AE}"/>
              </a:ext>
            </a:extLst>
          </p:cNvPr>
          <p:cNvGrpSpPr/>
          <p:nvPr/>
        </p:nvGrpSpPr>
        <p:grpSpPr>
          <a:xfrm>
            <a:off x="9603423" y="3072614"/>
            <a:ext cx="138914" cy="1554480"/>
            <a:chOff x="5743743" y="3269681"/>
            <a:chExt cx="535866" cy="481386"/>
          </a:xfrm>
        </p:grpSpPr>
        <p:cxnSp>
          <p:nvCxnSpPr>
            <p:cNvPr id="272" name="Straight Connector 271">
              <a:extLst>
                <a:ext uri="{FF2B5EF4-FFF2-40B4-BE49-F238E27FC236}">
                  <a16:creationId xmlns:a16="http://schemas.microsoft.com/office/drawing/2014/main" id="{7087ACB1-4B86-4093-8E79-122588C97FB8}"/>
                </a:ext>
              </a:extLst>
            </p:cNvPr>
            <p:cNvCxnSpPr/>
            <p:nvPr/>
          </p:nvCxnSpPr>
          <p:spPr>
            <a:xfrm>
              <a:off x="5743743" y="3269681"/>
              <a:ext cx="8884" cy="478069"/>
            </a:xfrm>
            <a:prstGeom prst="line">
              <a:avLst/>
            </a:prstGeom>
            <a:ln w="6350">
              <a:solidFill>
                <a:schemeClr val="accent6">
                  <a:lumMod val="75000"/>
                </a:schemeClr>
              </a:solidFill>
              <a:prstDash val="sysDot"/>
              <a:tailEnd w="sm" len="sm"/>
            </a:ln>
          </p:spPr>
          <p:style>
            <a:lnRef idx="1">
              <a:schemeClr val="accent1"/>
            </a:lnRef>
            <a:fillRef idx="0">
              <a:schemeClr val="accent1"/>
            </a:fillRef>
            <a:effectRef idx="0">
              <a:schemeClr val="accent1"/>
            </a:effectRef>
            <a:fontRef idx="minor">
              <a:schemeClr val="tx1"/>
            </a:fontRef>
          </p:style>
        </p:cxnSp>
        <p:cxnSp>
          <p:nvCxnSpPr>
            <p:cNvPr id="273" name="Straight Arrow Connector 272">
              <a:extLst>
                <a:ext uri="{FF2B5EF4-FFF2-40B4-BE49-F238E27FC236}">
                  <a16:creationId xmlns:a16="http://schemas.microsoft.com/office/drawing/2014/main" id="{4C7048AE-7D51-4BB8-B8A6-B434E4B8026A}"/>
                </a:ext>
              </a:extLst>
            </p:cNvPr>
            <p:cNvCxnSpPr>
              <a:cxnSpLocks/>
            </p:cNvCxnSpPr>
            <p:nvPr/>
          </p:nvCxnSpPr>
          <p:spPr>
            <a:xfrm>
              <a:off x="5750509" y="3749647"/>
              <a:ext cx="529100" cy="1420"/>
            </a:xfrm>
            <a:prstGeom prst="straightConnector1">
              <a:avLst/>
            </a:prstGeom>
            <a:ln w="6350">
              <a:solidFill>
                <a:schemeClr val="accent6">
                  <a:lumMod val="75000"/>
                </a:schemeClr>
              </a:solidFill>
              <a:prstDash val="sysDot"/>
              <a:tailEnd type="triangle" w="sm" len="sm"/>
            </a:ln>
          </p:spPr>
          <p:style>
            <a:lnRef idx="1">
              <a:schemeClr val="accent1"/>
            </a:lnRef>
            <a:fillRef idx="0">
              <a:schemeClr val="accent1"/>
            </a:fillRef>
            <a:effectRef idx="0">
              <a:schemeClr val="accent1"/>
            </a:effectRef>
            <a:fontRef idx="minor">
              <a:schemeClr val="tx1"/>
            </a:fontRef>
          </p:style>
        </p:cxnSp>
      </p:grpSp>
      <p:grpSp>
        <p:nvGrpSpPr>
          <p:cNvPr id="2" name="Group 1">
            <a:extLst>
              <a:ext uri="{FF2B5EF4-FFF2-40B4-BE49-F238E27FC236}">
                <a16:creationId xmlns:a16="http://schemas.microsoft.com/office/drawing/2014/main" id="{2C93C0A8-8403-494C-A9EC-86730A9BA8D8}"/>
              </a:ext>
            </a:extLst>
          </p:cNvPr>
          <p:cNvGrpSpPr/>
          <p:nvPr/>
        </p:nvGrpSpPr>
        <p:grpSpPr>
          <a:xfrm>
            <a:off x="9468803" y="4554817"/>
            <a:ext cx="725943" cy="466831"/>
            <a:chOff x="9601460" y="4417473"/>
            <a:chExt cx="725943" cy="466831"/>
          </a:xfrm>
        </p:grpSpPr>
        <p:sp>
          <p:nvSpPr>
            <p:cNvPr id="290" name="Rectangle 37">
              <a:extLst>
                <a:ext uri="{FF2B5EF4-FFF2-40B4-BE49-F238E27FC236}">
                  <a16:creationId xmlns:a16="http://schemas.microsoft.com/office/drawing/2014/main" id="{496BFB36-6975-4CD7-AD50-22551E013347}"/>
                </a:ext>
              </a:extLst>
            </p:cNvPr>
            <p:cNvSpPr/>
            <p:nvPr/>
          </p:nvSpPr>
          <p:spPr>
            <a:xfrm>
              <a:off x="9601460" y="4545750"/>
              <a:ext cx="725943"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prstClr val="white">
                      <a:lumMod val="50000"/>
                    </a:prstClr>
                  </a:solidFill>
                  <a:effectLst/>
                  <a:uLnTx/>
                  <a:uFillTx/>
                  <a:latin typeface="Boehringer Forward Text"/>
                  <a:ea typeface="+mn-ea"/>
                  <a:cs typeface="Calibri" panose="020F0502020204030204" pitchFamily="34" charset="0"/>
                </a:rPr>
                <a:t>NDA-s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prstClr val="white">
                      <a:lumMod val="50000"/>
                    </a:prstClr>
                  </a:solidFill>
                  <a:effectLst/>
                  <a:uLnTx/>
                  <a:uFillTx/>
                  <a:latin typeface="Boehringer Forward Text"/>
                  <a:ea typeface="+mn-ea"/>
                  <a:cs typeface="Calibri" panose="020F0502020204030204" pitchFamily="34" charset="0"/>
                </a:rPr>
                <a:t>Jun 2028</a:t>
              </a:r>
              <a:endParaRPr kumimoji="0" lang="zh-CN" altLang="en-US" sz="800" b="0" i="0" u="none" strike="noStrike" kern="1200" cap="none" spc="0" normalizeH="0" baseline="0" noProof="0">
                <a:ln>
                  <a:noFill/>
                </a:ln>
                <a:solidFill>
                  <a:prstClr val="white">
                    <a:lumMod val="50000"/>
                  </a:prstClr>
                </a:solidFill>
                <a:effectLst/>
                <a:uLnTx/>
                <a:uFillTx/>
                <a:latin typeface="Boehringer Forward Text"/>
                <a:ea typeface="+mn-ea"/>
                <a:cs typeface="Calibri" panose="020F0502020204030204" pitchFamily="34" charset="0"/>
              </a:endParaRPr>
            </a:p>
          </p:txBody>
        </p:sp>
        <p:sp>
          <p:nvSpPr>
            <p:cNvPr id="291" name="五角星 55">
              <a:extLst>
                <a:ext uri="{FF2B5EF4-FFF2-40B4-BE49-F238E27FC236}">
                  <a16:creationId xmlns:a16="http://schemas.microsoft.com/office/drawing/2014/main" id="{C8B6F753-5825-4D01-9C81-0BDC26C8D283}"/>
                </a:ext>
              </a:extLst>
            </p:cNvPr>
            <p:cNvSpPr>
              <a:spLocks noChangeAspect="1"/>
            </p:cNvSpPr>
            <p:nvPr/>
          </p:nvSpPr>
          <p:spPr bwMode="auto">
            <a:xfrm>
              <a:off x="9908889" y="4417473"/>
              <a:ext cx="146125" cy="128492"/>
            </a:xfrm>
            <a:prstGeom prst="star5">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lIns="0" tIns="0" rIns="0" bIns="0" anchor="ctr"/>
            <a:lstStyle/>
            <a:p>
              <a:pPr marL="0" marR="0" lvl="0" indent="0" algn="l" defTabSz="121917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lumMod val="50000"/>
                  </a:prstClr>
                </a:solidFill>
                <a:effectLst/>
                <a:highlight>
                  <a:srgbClr val="808000"/>
                </a:highlight>
                <a:uLnTx/>
                <a:uFillTx/>
                <a:latin typeface="Boehringer Forward Text"/>
                <a:ea typeface="+mn-ea"/>
                <a:cs typeface="+mn-cs"/>
              </a:endParaRPr>
            </a:p>
          </p:txBody>
        </p:sp>
      </p:grpSp>
      <p:grpSp>
        <p:nvGrpSpPr>
          <p:cNvPr id="3" name="Group 2">
            <a:extLst>
              <a:ext uri="{FF2B5EF4-FFF2-40B4-BE49-F238E27FC236}">
                <a16:creationId xmlns:a16="http://schemas.microsoft.com/office/drawing/2014/main" id="{61D4F22F-E148-4F80-80C2-A465DC4298C7}"/>
              </a:ext>
            </a:extLst>
          </p:cNvPr>
          <p:cNvGrpSpPr/>
          <p:nvPr/>
        </p:nvGrpSpPr>
        <p:grpSpPr>
          <a:xfrm>
            <a:off x="10536111" y="4554817"/>
            <a:ext cx="725942" cy="455608"/>
            <a:chOff x="10066369" y="4430117"/>
            <a:chExt cx="725942" cy="455608"/>
          </a:xfrm>
        </p:grpSpPr>
        <p:sp>
          <p:nvSpPr>
            <p:cNvPr id="289" name="Rectangle 37">
              <a:extLst>
                <a:ext uri="{FF2B5EF4-FFF2-40B4-BE49-F238E27FC236}">
                  <a16:creationId xmlns:a16="http://schemas.microsoft.com/office/drawing/2014/main" id="{414408BD-A2A5-4186-BBCE-1E4BB364A11D}"/>
                </a:ext>
              </a:extLst>
            </p:cNvPr>
            <p:cNvSpPr/>
            <p:nvPr/>
          </p:nvSpPr>
          <p:spPr>
            <a:xfrm>
              <a:off x="10066369" y="4547171"/>
              <a:ext cx="725942" cy="338554"/>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prstClr val="white">
                      <a:lumMod val="50000"/>
                    </a:prstClr>
                  </a:solidFill>
                  <a:effectLst/>
                  <a:uLnTx/>
                  <a:uFillTx/>
                  <a:latin typeface="Boehringer Forward Text"/>
                  <a:ea typeface="+mn-ea"/>
                  <a:cs typeface="Calibri" panose="020F0502020204030204" pitchFamily="34" charset="0"/>
                </a:rPr>
                <a:t>NDA-a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00" b="0" i="0" u="none" strike="noStrike" kern="1200" cap="none" spc="0" normalizeH="0" baseline="0" noProof="0">
                  <a:ln>
                    <a:noFill/>
                  </a:ln>
                  <a:solidFill>
                    <a:prstClr val="white">
                      <a:lumMod val="50000"/>
                    </a:prstClr>
                  </a:solidFill>
                  <a:effectLst/>
                  <a:uLnTx/>
                  <a:uFillTx/>
                  <a:latin typeface="Boehringer Forward Text"/>
                  <a:ea typeface="+mn-ea"/>
                  <a:cs typeface="Calibri" panose="020F0502020204030204" pitchFamily="34" charset="0"/>
                </a:rPr>
                <a:t>Dec 2029</a:t>
              </a:r>
              <a:endParaRPr kumimoji="0" lang="zh-CN" altLang="en-US" sz="800" b="0" i="0" u="none" strike="noStrike" kern="1200" cap="none" spc="0" normalizeH="0" baseline="0" noProof="0">
                <a:ln>
                  <a:noFill/>
                </a:ln>
                <a:solidFill>
                  <a:prstClr val="white">
                    <a:lumMod val="50000"/>
                  </a:prstClr>
                </a:solidFill>
                <a:effectLst/>
                <a:uLnTx/>
                <a:uFillTx/>
                <a:latin typeface="Boehringer Forward Text"/>
                <a:ea typeface="+mn-ea"/>
                <a:cs typeface="Calibri" panose="020F0502020204030204" pitchFamily="34" charset="0"/>
              </a:endParaRPr>
            </a:p>
          </p:txBody>
        </p:sp>
        <p:sp>
          <p:nvSpPr>
            <p:cNvPr id="292" name="五角星 55">
              <a:extLst>
                <a:ext uri="{FF2B5EF4-FFF2-40B4-BE49-F238E27FC236}">
                  <a16:creationId xmlns:a16="http://schemas.microsoft.com/office/drawing/2014/main" id="{731DCD18-6823-4FA6-BE0A-02910B09D2E9}"/>
                </a:ext>
              </a:extLst>
            </p:cNvPr>
            <p:cNvSpPr>
              <a:spLocks noChangeAspect="1"/>
            </p:cNvSpPr>
            <p:nvPr/>
          </p:nvSpPr>
          <p:spPr bwMode="auto">
            <a:xfrm>
              <a:off x="10356278" y="4430117"/>
              <a:ext cx="146125" cy="128492"/>
            </a:xfrm>
            <a:prstGeom prst="star5">
              <a:avLst/>
            </a:prstGeom>
            <a:solidFill>
              <a:schemeClr val="bg1">
                <a:lumMod val="85000"/>
              </a:schemeClr>
            </a:solidFill>
            <a:ln w="9525" cap="flat" cmpd="sng" algn="ctr">
              <a:solidFill>
                <a:schemeClr val="bg1">
                  <a:lumMod val="85000"/>
                </a:schemeClr>
              </a:solidFill>
              <a:prstDash val="solid"/>
              <a:round/>
              <a:headEnd type="none" w="med" len="med"/>
              <a:tailEnd type="none" w="med" len="med"/>
            </a:ln>
            <a:effectLst/>
          </p:spPr>
          <p:txBody>
            <a:bodyPr lIns="0" tIns="0" rIns="0" bIns="0" anchor="ctr"/>
            <a:lstStyle/>
            <a:p>
              <a:pPr marL="0" marR="0" lvl="0" indent="0" algn="l" defTabSz="1219170" rtl="0" eaLnBrk="0" fontAlgn="auto" latinLnBrk="0" hangingPunct="0">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lumMod val="50000"/>
                  </a:prstClr>
                </a:solidFill>
                <a:effectLst/>
                <a:highlight>
                  <a:srgbClr val="808000"/>
                </a:highlight>
                <a:uLnTx/>
                <a:uFillTx/>
                <a:latin typeface="Boehringer Forward Text"/>
                <a:ea typeface="+mn-ea"/>
                <a:cs typeface="+mn-cs"/>
              </a:endParaRPr>
            </a:p>
          </p:txBody>
        </p:sp>
      </p:grpSp>
      <p:grpSp>
        <p:nvGrpSpPr>
          <p:cNvPr id="115" name="Group 114">
            <a:extLst>
              <a:ext uri="{FF2B5EF4-FFF2-40B4-BE49-F238E27FC236}">
                <a16:creationId xmlns:a16="http://schemas.microsoft.com/office/drawing/2014/main" id="{E06E27DE-2711-460A-BF62-62AC329BB203}"/>
              </a:ext>
            </a:extLst>
          </p:cNvPr>
          <p:cNvGrpSpPr/>
          <p:nvPr/>
        </p:nvGrpSpPr>
        <p:grpSpPr>
          <a:xfrm>
            <a:off x="4621269" y="2677571"/>
            <a:ext cx="508473" cy="502178"/>
            <a:chOff x="4310099" y="2769248"/>
            <a:chExt cx="508473" cy="502178"/>
          </a:xfrm>
          <a:solidFill>
            <a:schemeClr val="bg1">
              <a:lumMod val="85000"/>
            </a:schemeClr>
          </a:solidFill>
        </p:grpSpPr>
        <p:sp>
          <p:nvSpPr>
            <p:cNvPr id="116" name="TextBox 115">
              <a:extLst>
                <a:ext uri="{FF2B5EF4-FFF2-40B4-BE49-F238E27FC236}">
                  <a16:creationId xmlns:a16="http://schemas.microsoft.com/office/drawing/2014/main" id="{063CEC36-12E6-4F95-8799-4610E515823A}"/>
                </a:ext>
              </a:extLst>
            </p:cNvPr>
            <p:cNvSpPr txBox="1"/>
            <p:nvPr/>
          </p:nvSpPr>
          <p:spPr>
            <a:xfrm>
              <a:off x="4310099" y="2955570"/>
              <a:ext cx="508473" cy="315856"/>
            </a:xfrm>
            <a:prstGeom prst="rect">
              <a:avLst/>
            </a:prstGeom>
            <a:noFill/>
          </p:spPr>
          <p:txBody>
            <a:bodyPr wrap="none" rtlCol="0">
              <a:spAutoFit/>
            </a:bodyPr>
            <a:lstStyle/>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white">
                      <a:lumMod val="50000"/>
                    </a:prstClr>
                  </a:solidFill>
                  <a:effectLst/>
                  <a:uLnTx/>
                  <a:uFillTx/>
                  <a:latin typeface="Boehringer Forward Text"/>
                  <a:ea typeface="等线" panose="02010600030101010101" pitchFamily="2" charset="-122"/>
                  <a:cs typeface="Calibri" panose="020F0502020204030204" pitchFamily="34" charset="0"/>
                </a:rPr>
                <a:t>FDA mtg </a:t>
              </a:r>
            </a:p>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white">
                      <a:lumMod val="50000"/>
                    </a:prstClr>
                  </a:solidFill>
                  <a:effectLst/>
                  <a:uLnTx/>
                  <a:uFillTx/>
                  <a:latin typeface="Boehringer Forward Text"/>
                  <a:ea typeface="等线" panose="02010600030101010101" pitchFamily="2" charset="-122"/>
                  <a:cs typeface="Calibri" panose="020F0502020204030204" pitchFamily="34" charset="0"/>
                </a:rPr>
                <a:t>May’24</a:t>
              </a:r>
              <a:endParaRPr kumimoji="0" lang="zh-CN" altLang="en-US" sz="600" b="0" i="0" u="none" strike="noStrike" kern="1200" cap="none" spc="0" normalizeH="0" baseline="0" noProof="0">
                <a:ln>
                  <a:noFill/>
                </a:ln>
                <a:solidFill>
                  <a:prstClr val="white">
                    <a:lumMod val="50000"/>
                  </a:prstClr>
                </a:solidFill>
                <a:effectLst/>
                <a:uLnTx/>
                <a:uFillTx/>
                <a:latin typeface="Boehringer Forward Text"/>
                <a:ea typeface="等线" panose="02010600030101010101" pitchFamily="2" charset="-122"/>
                <a:cs typeface="+mn-cs"/>
              </a:endParaRPr>
            </a:p>
          </p:txBody>
        </p:sp>
        <p:sp>
          <p:nvSpPr>
            <p:cNvPr id="117" name="Star: 4 Points 143">
              <a:extLst>
                <a:ext uri="{FF2B5EF4-FFF2-40B4-BE49-F238E27FC236}">
                  <a16:creationId xmlns:a16="http://schemas.microsoft.com/office/drawing/2014/main" id="{24D7B80C-D6EB-463D-B23B-E33C1226A04E}"/>
                </a:ext>
              </a:extLst>
            </p:cNvPr>
            <p:cNvSpPr/>
            <p:nvPr/>
          </p:nvSpPr>
          <p:spPr bwMode="auto">
            <a:xfrm>
              <a:off x="4340973" y="2769248"/>
              <a:ext cx="184243" cy="187815"/>
            </a:xfrm>
            <a:prstGeom prst="star4">
              <a:avLst>
                <a:gd name="adj" fmla="val 12500"/>
              </a:avLst>
            </a:prstGeom>
            <a:grpFill/>
            <a:ln w="9525" cap="flat" cmpd="sng" algn="ctr">
              <a:noFill/>
              <a:prstDash val="solid"/>
              <a:round/>
              <a:headEnd type="none" w="med" len="med"/>
              <a:tailEnd type="none" w="med" len="me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vert="horz" wrap="square" lIns="91440" tIns="45720" rIns="91440" bIns="45720" numCol="1" rtlCol="0" anchor="t" anchorCtr="0" compatLnSpc="1">
              <a:prstTxWarp prst="textNoShape">
                <a:avLst/>
              </a:prstTxWarp>
            </a:bodyPr>
            <a:lstStyle/>
            <a:p>
              <a:pPr marL="0" marR="0" lvl="0" indent="0" algn="l" defTabSz="914377" rtl="0" eaLnBrk="0" fontAlgn="base" latinLnBrk="0" hangingPunct="0">
                <a:lnSpc>
                  <a:spcPct val="100000"/>
                </a:lnSpc>
                <a:spcBef>
                  <a:spcPct val="0"/>
                </a:spcBef>
                <a:spcAft>
                  <a:spcPct val="0"/>
                </a:spcAft>
                <a:buClrTx/>
                <a:buSzTx/>
                <a:buFontTx/>
                <a:buNone/>
                <a:tabLst/>
                <a:defRPr/>
              </a:pPr>
              <a:endParaRPr kumimoji="0" lang="zh-CN" altLang="en-US" sz="1800" b="0" i="0" u="none" strike="noStrike" kern="1200" cap="none" spc="0" normalizeH="0" baseline="0" noProof="0">
                <a:ln>
                  <a:noFill/>
                </a:ln>
                <a:solidFill>
                  <a:prstClr val="white">
                    <a:lumMod val="50000"/>
                  </a:prstClr>
                </a:solidFill>
                <a:effectLst/>
                <a:uLnTx/>
                <a:uFillTx/>
                <a:latin typeface="Boehringer Forward Text"/>
                <a:ea typeface="+mn-ea"/>
                <a:cs typeface="Calibri" panose="020F0502020204030204" pitchFamily="34" charset="0"/>
              </a:endParaRPr>
            </a:p>
          </p:txBody>
        </p:sp>
      </p:grpSp>
      <p:grpSp>
        <p:nvGrpSpPr>
          <p:cNvPr id="118" name="Group 117">
            <a:extLst>
              <a:ext uri="{FF2B5EF4-FFF2-40B4-BE49-F238E27FC236}">
                <a16:creationId xmlns:a16="http://schemas.microsoft.com/office/drawing/2014/main" id="{6D5E6A6A-3931-45DD-A13F-CC8D8DEA45E3}"/>
              </a:ext>
            </a:extLst>
          </p:cNvPr>
          <p:cNvGrpSpPr/>
          <p:nvPr/>
        </p:nvGrpSpPr>
        <p:grpSpPr>
          <a:xfrm>
            <a:off x="4666492" y="3262346"/>
            <a:ext cx="504493" cy="407949"/>
            <a:chOff x="5669432" y="2356393"/>
            <a:chExt cx="504493" cy="407949"/>
          </a:xfrm>
          <a:solidFill>
            <a:schemeClr val="bg1">
              <a:lumMod val="85000"/>
            </a:schemeClr>
          </a:solidFill>
        </p:grpSpPr>
        <p:sp>
          <p:nvSpPr>
            <p:cNvPr id="119" name="流程图: 决策 4">
              <a:extLst>
                <a:ext uri="{FF2B5EF4-FFF2-40B4-BE49-F238E27FC236}">
                  <a16:creationId xmlns:a16="http://schemas.microsoft.com/office/drawing/2014/main" id="{5CB357A6-56BA-4235-8097-D9EEAB533652}"/>
                </a:ext>
              </a:extLst>
            </p:cNvPr>
            <p:cNvSpPr/>
            <p:nvPr/>
          </p:nvSpPr>
          <p:spPr>
            <a:xfrm>
              <a:off x="5887219" y="2356393"/>
              <a:ext cx="108000" cy="144000"/>
            </a:xfrm>
            <a:prstGeom prst="flowChartDecision">
              <a:avLst/>
            </a:prstGeom>
            <a:grp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err="1">
                <a:ln>
                  <a:noFill/>
                </a:ln>
                <a:solidFill>
                  <a:prstClr val="white">
                    <a:lumMod val="50000"/>
                  </a:prstClr>
                </a:solidFill>
                <a:effectLst/>
                <a:uLnTx/>
                <a:uFillTx/>
                <a:latin typeface="Boehringer Forward Text"/>
                <a:ea typeface="+mn-ea"/>
                <a:cs typeface="+mn-cs"/>
              </a:endParaRPr>
            </a:p>
          </p:txBody>
        </p:sp>
        <p:sp>
          <p:nvSpPr>
            <p:cNvPr id="120" name="OTLSHAPE_T_e17f3958430f4cff8650518c93c7635e_StartDate">
              <a:extLst>
                <a:ext uri="{FF2B5EF4-FFF2-40B4-BE49-F238E27FC236}">
                  <a16:creationId xmlns:a16="http://schemas.microsoft.com/office/drawing/2014/main" id="{B893D409-4F11-412E-B225-AD61AAC8EA86}"/>
                </a:ext>
              </a:extLst>
            </p:cNvPr>
            <p:cNvSpPr txBox="1"/>
            <p:nvPr>
              <p:custDataLst>
                <p:tags r:id="rId18"/>
              </p:custDataLst>
            </p:nvPr>
          </p:nvSpPr>
          <p:spPr>
            <a:xfrm>
              <a:off x="5669432" y="2540819"/>
              <a:ext cx="504493" cy="223523"/>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white">
                      <a:lumMod val="50000"/>
                    </a:prstClr>
                  </a:solidFill>
                  <a:effectLst/>
                  <a:uLnTx/>
                  <a:uFillTx/>
                  <a:latin typeface="Boehringer Forward Text"/>
                  <a:ea typeface="等线" panose="02010600030101010101" pitchFamily="2" charset="-122"/>
                  <a:cs typeface="Calibri" panose="020F0502020204030204" pitchFamily="34" charset="0"/>
                </a:rPr>
                <a:t>Ph3 CTP </a:t>
              </a:r>
            </a:p>
            <a:p>
              <a:pPr marL="0" marR="0" lvl="0" indent="0" algn="ctr" defTabSz="914400" rtl="0" eaLnBrk="1" fontAlgn="auto" latinLnBrk="0" hangingPunct="1">
                <a:lnSpc>
                  <a:spcPts val="900"/>
                </a:lnSpc>
                <a:spcBef>
                  <a:spcPts val="0"/>
                </a:spcBef>
                <a:spcAft>
                  <a:spcPts val="0"/>
                </a:spcAft>
                <a:buClrTx/>
                <a:buSzTx/>
                <a:buFontTx/>
                <a:buNone/>
                <a:tabLst/>
                <a:defRPr/>
              </a:pPr>
              <a:r>
                <a:rPr kumimoji="0" lang="en-US" altLang="zh-CN" sz="600" b="0" i="0" u="none" strike="noStrike" kern="1200" cap="none" spc="0" normalizeH="0" baseline="0" noProof="0">
                  <a:ln>
                    <a:noFill/>
                  </a:ln>
                  <a:solidFill>
                    <a:prstClr val="white">
                      <a:lumMod val="50000"/>
                    </a:prstClr>
                  </a:solidFill>
                  <a:effectLst/>
                  <a:uLnTx/>
                  <a:uFillTx/>
                  <a:latin typeface="Boehringer Forward Text"/>
                  <a:ea typeface="等线" panose="02010600030101010101" pitchFamily="2" charset="-122"/>
                  <a:cs typeface="Calibri" panose="020F0502020204030204" pitchFamily="34" charset="0"/>
                </a:rPr>
                <a:t>Jun-Jul’24</a:t>
              </a:r>
              <a:endParaRPr kumimoji="0" lang="zh-CN" altLang="en-US" sz="600" b="0" i="0" u="none" strike="noStrike" kern="1200" cap="none" spc="0" normalizeH="0" baseline="0" noProof="0">
                <a:ln>
                  <a:noFill/>
                </a:ln>
                <a:solidFill>
                  <a:prstClr val="white">
                    <a:lumMod val="50000"/>
                  </a:prstClr>
                </a:solidFill>
                <a:effectLst/>
                <a:uLnTx/>
                <a:uFillTx/>
                <a:latin typeface="Boehringer Forward Text"/>
                <a:ea typeface="等线" panose="02010600030101010101" pitchFamily="2" charset="-122"/>
                <a:cs typeface="Calibri" panose="020F0502020204030204" pitchFamily="34" charset="0"/>
              </a:endParaRPr>
            </a:p>
          </p:txBody>
        </p:sp>
      </p:grpSp>
      <p:sp>
        <p:nvSpPr>
          <p:cNvPr id="121" name="TextBox 120">
            <a:extLst>
              <a:ext uri="{FF2B5EF4-FFF2-40B4-BE49-F238E27FC236}">
                <a16:creationId xmlns:a16="http://schemas.microsoft.com/office/drawing/2014/main" id="{8141E591-CBE2-4E0F-ADBE-9D54BF2758A6}"/>
              </a:ext>
            </a:extLst>
          </p:cNvPr>
          <p:cNvSpPr txBox="1"/>
          <p:nvPr/>
        </p:nvSpPr>
        <p:spPr>
          <a:xfrm>
            <a:off x="190557" y="4699714"/>
            <a:ext cx="938289" cy="246221"/>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Ph3-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1402.</a:t>
            </a:r>
            <a:r>
              <a:rPr kumimoji="0" lang="en-US" altLang="zh-CN"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31/32/33</a:t>
            </a:r>
            <a:endPar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endParaRPr>
          </a:p>
        </p:txBody>
      </p:sp>
      <p:sp>
        <p:nvSpPr>
          <p:cNvPr id="122" name="TextBox 121">
            <a:extLst>
              <a:ext uri="{FF2B5EF4-FFF2-40B4-BE49-F238E27FC236}">
                <a16:creationId xmlns:a16="http://schemas.microsoft.com/office/drawing/2014/main" id="{A1E28961-BE2D-4694-B044-207EB941086B}"/>
              </a:ext>
            </a:extLst>
          </p:cNvPr>
          <p:cNvSpPr txBox="1"/>
          <p:nvPr/>
        </p:nvSpPr>
        <p:spPr>
          <a:xfrm>
            <a:off x="190556" y="5201643"/>
            <a:ext cx="723795" cy="246221"/>
          </a:xfrm>
          <a:prstGeom prst="rect">
            <a:avLst/>
          </a:prstGeom>
          <a:noFill/>
          <a:ln>
            <a:solidFill>
              <a:schemeClr val="accent1"/>
            </a:solidFill>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CN PK-</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1402.</a:t>
            </a:r>
            <a:r>
              <a:rPr kumimoji="0" lang="en-US" altLang="zh-CN"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rPr>
              <a:t>XX</a:t>
            </a:r>
            <a:endParaRPr kumimoji="0" lang="en-US" sz="800" b="1" i="0" u="none" strike="noStrike" kern="1200" cap="none" spc="0" normalizeH="0" baseline="0" noProof="0">
              <a:ln>
                <a:noFill/>
              </a:ln>
              <a:solidFill>
                <a:srgbClr val="0066CC"/>
              </a:solidFill>
              <a:effectLst/>
              <a:uLnTx/>
              <a:uFillTx/>
              <a:latin typeface="Boehringer Forward Text"/>
              <a:ea typeface="+mn-ea"/>
              <a:cs typeface="Calibri" panose="020F0502020204030204" pitchFamily="34" charset="0"/>
            </a:endParaRPr>
          </a:p>
        </p:txBody>
      </p:sp>
      <p:grpSp>
        <p:nvGrpSpPr>
          <p:cNvPr id="9" name="Group 8">
            <a:extLst>
              <a:ext uri="{FF2B5EF4-FFF2-40B4-BE49-F238E27FC236}">
                <a16:creationId xmlns:a16="http://schemas.microsoft.com/office/drawing/2014/main" id="{1CFC2333-648E-F375-CF66-076A0D4456B7}"/>
              </a:ext>
            </a:extLst>
          </p:cNvPr>
          <p:cNvGrpSpPr/>
          <p:nvPr/>
        </p:nvGrpSpPr>
        <p:grpSpPr>
          <a:xfrm>
            <a:off x="4461022" y="1856186"/>
            <a:ext cx="513441" cy="444951"/>
            <a:chOff x="5777585" y="2356393"/>
            <a:chExt cx="513441" cy="444951"/>
          </a:xfrm>
        </p:grpSpPr>
        <p:sp>
          <p:nvSpPr>
            <p:cNvPr id="10" name="流程图: 决策 4">
              <a:extLst>
                <a:ext uri="{FF2B5EF4-FFF2-40B4-BE49-F238E27FC236}">
                  <a16:creationId xmlns:a16="http://schemas.microsoft.com/office/drawing/2014/main" id="{AC17D7DB-A599-2CEA-B8DC-6E2DCDD03B55}"/>
                </a:ext>
              </a:extLst>
            </p:cNvPr>
            <p:cNvSpPr/>
            <p:nvPr/>
          </p:nvSpPr>
          <p:spPr>
            <a:xfrm>
              <a:off x="5968499" y="2356393"/>
              <a:ext cx="108000" cy="144000"/>
            </a:xfrm>
            <a:prstGeom prst="flowChartDecision">
              <a:avLst/>
            </a:prstGeom>
            <a:solidFill>
              <a:schemeClr val="bg1">
                <a:lumMod val="85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1200" cap="none" spc="0" normalizeH="0" baseline="0" noProof="0" err="1">
                <a:ln>
                  <a:noFill/>
                </a:ln>
                <a:solidFill>
                  <a:prstClr val="white">
                    <a:lumMod val="50000"/>
                  </a:prstClr>
                </a:solidFill>
                <a:effectLst/>
                <a:uLnTx/>
                <a:uFillTx/>
                <a:latin typeface="Boehringer Forward Text"/>
                <a:ea typeface="+mn-ea"/>
                <a:cs typeface="+mn-cs"/>
              </a:endParaRPr>
            </a:p>
          </p:txBody>
        </p:sp>
        <p:sp>
          <p:nvSpPr>
            <p:cNvPr id="12" name="OTLSHAPE_T_e17f3958430f4cff8650518c93c7635e_StartDate">
              <a:extLst>
                <a:ext uri="{FF2B5EF4-FFF2-40B4-BE49-F238E27FC236}">
                  <a16:creationId xmlns:a16="http://schemas.microsoft.com/office/drawing/2014/main" id="{8954EB72-4141-B396-93AA-353CA2806E98}"/>
                </a:ext>
              </a:extLst>
            </p:cNvPr>
            <p:cNvSpPr txBox="1"/>
            <p:nvPr>
              <p:custDataLst>
                <p:tags r:id="rId17"/>
              </p:custDataLst>
            </p:nvPr>
          </p:nvSpPr>
          <p:spPr>
            <a:xfrm>
              <a:off x="5777585" y="2543068"/>
              <a:ext cx="513441" cy="258276"/>
            </a:xfrm>
            <a:prstGeom prst="rect">
              <a:avLst/>
            </a:prstGeom>
            <a:noFill/>
          </p:spPr>
          <p:txBody>
            <a:bodyPr vert="horz" wrap="square" lIns="0" tIns="0" rIns="0" bIns="0" rtlCol="0" anchor="ctr" anchorCtr="0">
              <a:spAutoFit/>
            </a:bodyPr>
            <a:lstStyle/>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CN" sz="800" b="1" i="0" u="none" strike="noStrike" kern="1200" cap="none" spc="0" normalizeH="0" baseline="0" noProof="0" err="1">
                  <a:ln>
                    <a:noFill/>
                  </a:ln>
                  <a:solidFill>
                    <a:prstClr val="white">
                      <a:lumMod val="50000"/>
                    </a:prstClr>
                  </a:solidFill>
                  <a:effectLst/>
                  <a:uLnTx/>
                  <a:uFillTx/>
                  <a:latin typeface="Boehringer Forward Text"/>
                  <a:ea typeface="+mn-ea"/>
                  <a:cs typeface="Calibri" panose="020F0502020204030204" pitchFamily="34" charset="0"/>
                </a:rPr>
                <a:t>RoFD</a:t>
              </a:r>
              <a:endParaRPr kumimoji="0" lang="en-US" altLang="zh-CN" sz="800" b="1" i="0" u="none" strike="noStrike" kern="1200" cap="none" spc="0" normalizeH="0" baseline="0" noProof="0">
                <a:ln>
                  <a:noFill/>
                </a:ln>
                <a:solidFill>
                  <a:prstClr val="white">
                    <a:lumMod val="50000"/>
                  </a:prstClr>
                </a:solidFill>
                <a:effectLst/>
                <a:uLnTx/>
                <a:uFillTx/>
                <a:latin typeface="Boehringer Forward Text"/>
                <a:ea typeface="+mn-ea"/>
                <a:cs typeface="Calibri" panose="020F0502020204030204" pitchFamily="34" charset="0"/>
              </a:endParaRPr>
            </a:p>
            <a:p>
              <a:pPr marL="0" marR="0" lvl="0" indent="0" algn="ctr" defTabSz="914400" rtl="0" eaLnBrk="1" fontAlgn="auto" latinLnBrk="0" hangingPunct="1">
                <a:lnSpc>
                  <a:spcPts val="1000"/>
                </a:lnSpc>
                <a:spcBef>
                  <a:spcPts val="0"/>
                </a:spcBef>
                <a:spcAft>
                  <a:spcPts val="0"/>
                </a:spcAft>
                <a:buClrTx/>
                <a:buSzTx/>
                <a:buFontTx/>
                <a:buNone/>
                <a:tabLst/>
                <a:defRPr/>
              </a:pPr>
              <a:r>
                <a:rPr kumimoji="0" lang="en-US" altLang="zh-CN" sz="800" b="1" i="0" u="none" strike="noStrike" kern="1200" cap="none" spc="0" normalizeH="0" baseline="0" noProof="0">
                  <a:ln>
                    <a:noFill/>
                  </a:ln>
                  <a:solidFill>
                    <a:prstClr val="white">
                      <a:lumMod val="50000"/>
                    </a:prstClr>
                  </a:solidFill>
                  <a:effectLst/>
                  <a:uLnTx/>
                  <a:uFillTx/>
                  <a:latin typeface="Boehringer Forward Text"/>
                  <a:ea typeface="+mn-ea"/>
                  <a:cs typeface="Calibri" panose="020F0502020204030204" pitchFamily="34" charset="0"/>
                </a:rPr>
                <a:t>Jun</a:t>
              </a:r>
              <a:r>
                <a:rPr kumimoji="0" lang="zh-CN" altLang="en-US" sz="800" b="1" i="0" u="none" strike="noStrike" kern="1200" cap="none" spc="0" normalizeH="0" baseline="0" noProof="0">
                  <a:ln>
                    <a:noFill/>
                  </a:ln>
                  <a:solidFill>
                    <a:prstClr val="white">
                      <a:lumMod val="50000"/>
                    </a:prstClr>
                  </a:solidFill>
                  <a:effectLst/>
                  <a:uLnTx/>
                  <a:uFillTx/>
                  <a:latin typeface="Boehringer Forward Text"/>
                  <a:ea typeface="+mn-ea"/>
                  <a:cs typeface="Calibri" panose="020F0502020204030204" pitchFamily="34" charset="0"/>
                </a:rPr>
                <a:t>’</a:t>
              </a:r>
              <a:r>
                <a:rPr kumimoji="0" lang="en-US" altLang="zh-CN" sz="800" b="1" i="0" u="none" strike="noStrike" kern="1200" cap="none" spc="0" normalizeH="0" baseline="0" noProof="0">
                  <a:ln>
                    <a:noFill/>
                  </a:ln>
                  <a:solidFill>
                    <a:prstClr val="white">
                      <a:lumMod val="50000"/>
                    </a:prstClr>
                  </a:solidFill>
                  <a:effectLst/>
                  <a:uLnTx/>
                  <a:uFillTx/>
                  <a:latin typeface="Boehringer Forward Text"/>
                  <a:ea typeface="+mn-ea"/>
                  <a:cs typeface="Calibri" panose="020F0502020204030204" pitchFamily="34" charset="0"/>
                </a:rPr>
                <a:t>24</a:t>
              </a:r>
            </a:p>
          </p:txBody>
        </p:sp>
      </p:grpSp>
      <p:sp>
        <p:nvSpPr>
          <p:cNvPr id="16" name="Isosceles Triangle 15">
            <a:extLst>
              <a:ext uri="{FF2B5EF4-FFF2-40B4-BE49-F238E27FC236}">
                <a16:creationId xmlns:a16="http://schemas.microsoft.com/office/drawing/2014/main" id="{DF865EC5-9664-0A1A-1228-0125B5AEF217}"/>
              </a:ext>
            </a:extLst>
          </p:cNvPr>
          <p:cNvSpPr/>
          <p:nvPr/>
        </p:nvSpPr>
        <p:spPr>
          <a:xfrm rot="10800000" flipH="1" flipV="1">
            <a:off x="3775115" y="2638509"/>
            <a:ext cx="144000" cy="144000"/>
          </a:xfrm>
          <a:prstGeom prst="triangle">
            <a:avLst/>
          </a:prstGeom>
          <a:solidFill>
            <a:srgbClr val="C00000"/>
          </a:solidFill>
          <a:ln w="12700">
            <a:noFill/>
          </a:ln>
        </p:spPr>
        <p:style>
          <a:lnRef idx="2">
            <a:schemeClr val="accent1">
              <a:shade val="50000"/>
            </a:schemeClr>
          </a:lnRef>
          <a:fillRef idx="1">
            <a:schemeClr val="accent1"/>
          </a:fillRef>
          <a:effectRef idx="0">
            <a:schemeClr val="accent1"/>
          </a:effectRef>
          <a:fontRef idx="minor">
            <a:schemeClr val="lt1"/>
          </a:fontRef>
        </p:style>
        <p:txBody>
          <a:bodyPr lIns="96000" tIns="96000" rIns="96000" bIns="9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err="1">
              <a:ln>
                <a:noFill/>
              </a:ln>
              <a:solidFill>
                <a:srgbClr val="000000"/>
              </a:solidFill>
              <a:effectLst/>
              <a:uLnTx/>
              <a:uFillTx/>
              <a:latin typeface="Boehringer Forward Text"/>
              <a:ea typeface="+mn-ea"/>
              <a:cs typeface="+mn-cs"/>
            </a:endParaRPr>
          </a:p>
        </p:txBody>
      </p:sp>
      <p:sp>
        <p:nvSpPr>
          <p:cNvPr id="18" name="TextBox 17">
            <a:extLst>
              <a:ext uri="{FF2B5EF4-FFF2-40B4-BE49-F238E27FC236}">
                <a16:creationId xmlns:a16="http://schemas.microsoft.com/office/drawing/2014/main" id="{65972725-C18A-7745-32B1-3AA403418654}"/>
              </a:ext>
            </a:extLst>
          </p:cNvPr>
          <p:cNvSpPr txBox="1"/>
          <p:nvPr/>
        </p:nvSpPr>
        <p:spPr>
          <a:xfrm>
            <a:off x="3500545" y="2782288"/>
            <a:ext cx="702256" cy="276999"/>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 b="1" i="0" u="none" strike="noStrike" kern="1200" cap="none" spc="0" normalizeH="0" baseline="0" noProof="0">
                <a:ln>
                  <a:noFill/>
                </a:ln>
                <a:solidFill>
                  <a:srgbClr val="003366"/>
                </a:solidFill>
                <a:effectLst/>
                <a:uLnTx/>
                <a:uFillTx/>
                <a:latin typeface="Boehringer Forward Text"/>
                <a:ea typeface="+mn-ea"/>
                <a:cs typeface="Calibri" panose="020F0502020204030204" pitchFamily="34" charset="0"/>
              </a:rPr>
              <a:t>TLR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600" b="1" i="0" u="none" strike="noStrike" kern="1200" cap="none" spc="0" normalizeH="0" baseline="0" noProof="0">
                <a:ln>
                  <a:noFill/>
                </a:ln>
                <a:solidFill>
                  <a:srgbClr val="C00000"/>
                </a:solidFill>
                <a:effectLst/>
                <a:uLnTx/>
                <a:uFillTx/>
                <a:latin typeface="Boehringer Forward Text"/>
                <a:ea typeface="+mn-ea"/>
                <a:cs typeface="Calibri" panose="020F0502020204030204" pitchFamily="34" charset="0"/>
              </a:rPr>
              <a:t>04Dec’23</a:t>
            </a:r>
            <a:endParaRPr kumimoji="0" lang="zh-CN" altLang="en-US" sz="600" b="1" i="0" u="none" strike="noStrike" kern="1200" cap="none" spc="0" normalizeH="0" baseline="0" noProof="0">
              <a:ln>
                <a:noFill/>
              </a:ln>
              <a:solidFill>
                <a:prstClr val="black"/>
              </a:solidFill>
              <a:effectLst/>
              <a:uLnTx/>
              <a:uFillTx/>
              <a:latin typeface="Boehringer Forward Text"/>
              <a:ea typeface="+mn-ea"/>
              <a:cs typeface="+mn-cs"/>
            </a:endParaRPr>
          </a:p>
        </p:txBody>
      </p:sp>
      <p:sp>
        <p:nvSpPr>
          <p:cNvPr id="5" name="Rectangle: Rounded Corners 4">
            <a:extLst>
              <a:ext uri="{FF2B5EF4-FFF2-40B4-BE49-F238E27FC236}">
                <a16:creationId xmlns:a16="http://schemas.microsoft.com/office/drawing/2014/main" id="{247B3491-9337-4676-F106-2718999EC7FB}"/>
              </a:ext>
            </a:extLst>
          </p:cNvPr>
          <p:cNvSpPr/>
          <p:nvPr/>
        </p:nvSpPr>
        <p:spPr>
          <a:xfrm>
            <a:off x="1325562" y="3275355"/>
            <a:ext cx="3322519" cy="996311"/>
          </a:xfrm>
          <a:prstGeom prst="roundRect">
            <a:avLst/>
          </a:prstGeom>
          <a:solidFill>
            <a:srgbClr val="B1F2E7"/>
          </a:solidFill>
          <a:ln w="6350">
            <a:solidFill>
              <a:schemeClr val="accent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altLang="zh-CN" sz="8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To give more insights from TRPC4/5 PTSD </a:t>
            </a:r>
            <a:r>
              <a:rPr kumimoji="0" lang="en-US" altLang="zh-CN" sz="800" b="0" i="0" u="none" strike="noStrike" kern="1200" cap="none" spc="0" normalizeH="0" baseline="0" noProof="0" err="1">
                <a:ln>
                  <a:noFill/>
                </a:ln>
                <a:solidFill>
                  <a:srgbClr val="0000CC"/>
                </a:solidFill>
                <a:effectLst/>
                <a:uLnTx/>
                <a:uFillTx/>
                <a:latin typeface="Boehringer Forward Text"/>
                <a:ea typeface="+mn-ea"/>
                <a:cs typeface="Calibri" panose="020F0502020204030204" pitchFamily="34" charset="0"/>
              </a:rPr>
              <a:t>PoCC</a:t>
            </a:r>
            <a:r>
              <a:rPr kumimoji="0" lang="en-US" altLang="zh-CN" sz="8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 study in Feb 2024’s HPSC as</a:t>
            </a:r>
            <a:r>
              <a:rPr kumimoji="0" lang="zh-CN" altLang="en-US" sz="8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 </a:t>
            </a:r>
            <a:r>
              <a:rPr kumimoji="0" lang="en-US" altLang="zh-CN" sz="8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below</a:t>
            </a:r>
            <a:r>
              <a:rPr kumimoji="0" lang="zh-CN" altLang="en-US" sz="8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 </a:t>
            </a:r>
            <a:r>
              <a:rPr kumimoji="0" lang="en-US" altLang="zh-CN" sz="8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summary</a:t>
            </a:r>
            <a:r>
              <a:rPr kumimoji="0" lang="zh-CN" altLang="en-US" sz="8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a:t>
            </a:r>
            <a:endParaRPr kumimoji="0" lang="en-US" altLang="zh-CN" sz="8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endParaRPr>
          </a:p>
          <a:p>
            <a:pPr marL="176213" marR="0" lvl="0" indent="0" algn="l" defTabSz="914400" rtl="0" eaLnBrk="1" fontAlgn="auto" latinLnBrk="0" hangingPunct="1">
              <a:lnSpc>
                <a:spcPct val="100000"/>
              </a:lnSpc>
              <a:spcBef>
                <a:spcPts val="0"/>
              </a:spcBef>
              <a:spcAft>
                <a:spcPts val="600"/>
              </a:spcAft>
              <a:buClrTx/>
              <a:buSzTx/>
              <a:buFontTx/>
              <a:buNone/>
              <a:tabLst/>
              <a:defRPr/>
            </a:pPr>
            <a:r>
              <a:rPr kumimoji="0" lang="en-US" altLang="zh-CN" sz="8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rPr>
              <a:t>- There is insufficient consistent strong evidence from 1402-0030 to generate high confidence in a clinically relevant impact of the compound at this dose and with this posology in patients with PTSD</a:t>
            </a:r>
          </a:p>
          <a:p>
            <a:pPr marL="628650" marR="0" lvl="1"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altLang="zh-CN" sz="800" b="0" i="0" u="none" strike="noStrike" kern="1200" cap="none" spc="0" normalizeH="0" baseline="0" noProof="0">
              <a:ln>
                <a:noFill/>
              </a:ln>
              <a:solidFill>
                <a:srgbClr val="0000CC"/>
              </a:solidFill>
              <a:effectLst/>
              <a:uLnTx/>
              <a:uFillTx/>
              <a:latin typeface="Boehringer Forward Text"/>
              <a:ea typeface="+mn-ea"/>
              <a:cs typeface="Calibri" panose="020F0502020204030204" pitchFamily="34" charset="0"/>
            </a:endParaRPr>
          </a:p>
        </p:txBody>
      </p:sp>
      <p:sp>
        <p:nvSpPr>
          <p:cNvPr id="13" name="Oval 12">
            <a:extLst>
              <a:ext uri="{FF2B5EF4-FFF2-40B4-BE49-F238E27FC236}">
                <a16:creationId xmlns:a16="http://schemas.microsoft.com/office/drawing/2014/main" id="{F90EF769-B095-A035-A4C0-5986F7EE2774}"/>
              </a:ext>
            </a:extLst>
          </p:cNvPr>
          <p:cNvSpPr/>
          <p:nvPr/>
        </p:nvSpPr>
        <p:spPr>
          <a:xfrm>
            <a:off x="3515836" y="2539561"/>
            <a:ext cx="639353" cy="636115"/>
          </a:xfrm>
          <a:prstGeom prst="ellipse">
            <a:avLst/>
          </a:prstGeom>
          <a:noFill/>
          <a:ln w="190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100" b="0" i="0" u="none" strike="noStrike" kern="1200" cap="none" spc="0" normalizeH="0" baseline="0" noProof="0" err="1">
              <a:ln>
                <a:noFill/>
              </a:ln>
              <a:solidFill>
                <a:prstClr val="black"/>
              </a:solidFill>
              <a:effectLst/>
              <a:uLnTx/>
              <a:uFillTx/>
              <a:latin typeface="Boehringer Forward Text"/>
              <a:ea typeface="+mn-ea"/>
              <a:cs typeface="+mn-cs"/>
            </a:endParaRPr>
          </a:p>
        </p:txBody>
      </p:sp>
      <p:pic>
        <p:nvPicPr>
          <p:cNvPr id="28" name="Picture 27">
            <a:extLst>
              <a:ext uri="{FF2B5EF4-FFF2-40B4-BE49-F238E27FC236}">
                <a16:creationId xmlns:a16="http://schemas.microsoft.com/office/drawing/2014/main" id="{CAA96BC6-21ED-6B0C-4000-8A63AD44E40D}"/>
              </a:ext>
            </a:extLst>
          </p:cNvPr>
          <p:cNvPicPr>
            <a:picLocks noChangeAspect="1"/>
          </p:cNvPicPr>
          <p:nvPr/>
        </p:nvPicPr>
        <p:blipFill>
          <a:blip r:embed="rId24"/>
          <a:stretch>
            <a:fillRect/>
          </a:stretch>
        </p:blipFill>
        <p:spPr>
          <a:xfrm>
            <a:off x="10505479" y="292940"/>
            <a:ext cx="1207113" cy="493819"/>
          </a:xfrm>
          <a:prstGeom prst="rect">
            <a:avLst/>
          </a:prstGeom>
        </p:spPr>
      </p:pic>
    </p:spTree>
    <p:extLst>
      <p:ext uri="{BB962C8B-B14F-4D97-AF65-F5344CB8AC3E}">
        <p14:creationId xmlns:p14="http://schemas.microsoft.com/office/powerpoint/2010/main" val="3602278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vkYfsePZINUi9v6hh4d_g"/>
</p:tagLst>
</file>

<file path=ppt/tags/tag5.xml><?xml version="1.0" encoding="utf-8"?>
<p:tagLst xmlns:a="http://schemas.openxmlformats.org/drawingml/2006/main" xmlns:r="http://schemas.openxmlformats.org/officeDocument/2006/relationships" xmlns:p="http://schemas.openxmlformats.org/presentationml/2006/main">
  <p:tag name="OTLMARKERSHAPE" val="OTL"/>
</p:tagLst>
</file>

<file path=ppt/tags/tag6.xml><?xml version="1.0" encoding="utf-8"?>
<p:tagLst xmlns:a="http://schemas.openxmlformats.org/drawingml/2006/main" xmlns:r="http://schemas.openxmlformats.org/officeDocument/2006/relationships" xmlns:p="http://schemas.openxmlformats.org/presentationml/2006/main">
  <p:tag name="OTLMARKERSHAPE" val="OTL"/>
</p:tagLst>
</file>

<file path=ppt/tags/tag7.xml><?xml version="1.0" encoding="utf-8"?>
<p:tagLst xmlns:a="http://schemas.openxmlformats.org/drawingml/2006/main" xmlns:r="http://schemas.openxmlformats.org/officeDocument/2006/relationships" xmlns:p="http://schemas.openxmlformats.org/presentationml/2006/main">
  <p:tag name="OTLMARKERSHAPE" val="OTL"/>
</p:tagLst>
</file>

<file path=ppt/tags/tag8.xml><?xml version="1.0" encoding="utf-8"?>
<p:tagLst xmlns:a="http://schemas.openxmlformats.org/drawingml/2006/main" xmlns:r="http://schemas.openxmlformats.org/officeDocument/2006/relationships" xmlns:p="http://schemas.openxmlformats.org/presentationml/2006/main">
  <p:tag name="OTLMARKERSHAPE" val="OTL"/>
</p:tagLst>
</file>

<file path=ppt/tags/tag9.xml><?xml version="1.0" encoding="utf-8"?>
<p:tagLst xmlns:a="http://schemas.openxmlformats.org/drawingml/2006/main" xmlns:r="http://schemas.openxmlformats.org/officeDocument/2006/relationships" xmlns:p="http://schemas.openxmlformats.org/presentationml/2006/main">
  <p:tag name="OTLMARKERSHAPE" val="OTL"/>
</p:tagLst>
</file>

<file path=ppt/tags/tag10.xml><?xml version="1.0" encoding="utf-8"?>
<p:tagLst xmlns:a="http://schemas.openxmlformats.org/drawingml/2006/main" xmlns:r="http://schemas.openxmlformats.org/officeDocument/2006/relationships" xmlns:p="http://schemas.openxmlformats.org/presentationml/2006/main">
  <p:tag name="OTLMARKERSHAPE" val="OTL"/>
</p:tagLst>
</file>

<file path=ppt/tags/tag11.xml><?xml version="1.0" encoding="utf-8"?>
<p:tagLst xmlns:a="http://schemas.openxmlformats.org/drawingml/2006/main" xmlns:r="http://schemas.openxmlformats.org/officeDocument/2006/relationships" xmlns:p="http://schemas.openxmlformats.org/presentationml/2006/main">
  <p:tag name="OTLMARKERSHAPE" val="OTL"/>
</p:tagLst>
</file>

<file path=ppt/tags/tag12.xml><?xml version="1.0" encoding="utf-8"?>
<p:tagLst xmlns:a="http://schemas.openxmlformats.org/drawingml/2006/main" xmlns:r="http://schemas.openxmlformats.org/officeDocument/2006/relationships" xmlns:p="http://schemas.openxmlformats.org/presentationml/2006/main">
  <p:tag name="OTLMARKERSHAPE" val="OTL"/>
</p:tagLst>
</file>

<file path=ppt/tags/tag13.xml><?xml version="1.0" encoding="utf-8"?>
<p:tagLst xmlns:a="http://schemas.openxmlformats.org/drawingml/2006/main" xmlns:r="http://schemas.openxmlformats.org/officeDocument/2006/relationships" xmlns:p="http://schemas.openxmlformats.org/presentationml/2006/main">
  <p:tag name="OTLMARKERSHAPE" val="OTL"/>
</p:tagLst>
</file>

<file path=ppt/tags/tag14.xml><?xml version="1.0" encoding="utf-8"?>
<p:tagLst xmlns:a="http://schemas.openxmlformats.org/drawingml/2006/main" xmlns:r="http://schemas.openxmlformats.org/officeDocument/2006/relationships" xmlns:p="http://schemas.openxmlformats.org/presentationml/2006/main">
  <p:tag name="OTLMARKERSHAPE" val="OTL"/>
</p:tagLst>
</file>

<file path=ppt/tags/tag15.xml><?xml version="1.0" encoding="utf-8"?>
<p:tagLst xmlns:a="http://schemas.openxmlformats.org/drawingml/2006/main" xmlns:r="http://schemas.openxmlformats.org/officeDocument/2006/relationships" xmlns:p="http://schemas.openxmlformats.org/presentationml/2006/main">
  <p:tag name="OTLMARKERSHAPE" val="OTL"/>
</p:tagLst>
</file>

<file path=ppt/tags/tag16.xml><?xml version="1.0" encoding="utf-8"?>
<p:tagLst xmlns:a="http://schemas.openxmlformats.org/drawingml/2006/main" xmlns:r="http://schemas.openxmlformats.org/officeDocument/2006/relationships" xmlns:p="http://schemas.openxmlformats.org/presentationml/2006/main">
  <p:tag name="OTLMARKERSHAPE" val="OTL"/>
</p:tagLst>
</file>

<file path=ppt/tags/tag17.xml><?xml version="1.0" encoding="utf-8"?>
<p:tagLst xmlns:a="http://schemas.openxmlformats.org/drawingml/2006/main" xmlns:r="http://schemas.openxmlformats.org/officeDocument/2006/relationships" xmlns:p="http://schemas.openxmlformats.org/presentationml/2006/main">
  <p:tag name="OTLMARKERSHAPE" val="OTL"/>
</p:tagLst>
</file>

<file path=ppt/tags/tag18.xml><?xml version="1.0" encoding="utf-8"?>
<p:tagLst xmlns:a="http://schemas.openxmlformats.org/drawingml/2006/main" xmlns:r="http://schemas.openxmlformats.org/officeDocument/2006/relationships" xmlns:p="http://schemas.openxmlformats.org/presentationml/2006/main">
  <p:tag name="OTLMARKERSHAPE" val="OTL"/>
</p:tagLst>
</file>

<file path=ppt/tags/tag19.xml><?xml version="1.0" encoding="utf-8"?>
<p:tagLst xmlns:a="http://schemas.openxmlformats.org/drawingml/2006/main" xmlns:r="http://schemas.openxmlformats.org/officeDocument/2006/relationships" xmlns:p="http://schemas.openxmlformats.org/presentationml/2006/main">
  <p:tag name="OTLMARKERSHAPE" val="OTL"/>
</p:tagLst>
</file>

<file path=ppt/tags/tag20.xml><?xml version="1.0" encoding="utf-8"?>
<p:tagLst xmlns:a="http://schemas.openxmlformats.org/drawingml/2006/main" xmlns:r="http://schemas.openxmlformats.org/officeDocument/2006/relationships" xmlns:p="http://schemas.openxmlformats.org/presentationml/2006/main">
  <p:tag name="OTLMARKERSHAPE" val="OTL"/>
</p:tagLst>
</file>

<file path=ppt/tags/tag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xml><?xml version="1.0" encoding="utf-8"?>
<p:tagLst xmlns:a="http://schemas.openxmlformats.org/drawingml/2006/main" xmlns:r="http://schemas.openxmlformats.org/officeDocument/2006/relationships" xmlns:p="http://schemas.openxmlformats.org/presentationml/2006/main">
  <p:tag name="OTLMARKERSHAPE" val="OTL"/>
</p:tagLst>
</file>

<file path=ppt/tags/tag23.xml><?xml version="1.0" encoding="utf-8"?>
<p:tagLst xmlns:a="http://schemas.openxmlformats.org/drawingml/2006/main" xmlns:r="http://schemas.openxmlformats.org/officeDocument/2006/relationships" xmlns:p="http://schemas.openxmlformats.org/presentationml/2006/main">
  <p:tag name="OTLMARKERSHAPE" val="OTL"/>
</p:tagLst>
</file>

<file path=ppt/tags/tag24.xml><?xml version="1.0" encoding="utf-8"?>
<p:tagLst xmlns:a="http://schemas.openxmlformats.org/drawingml/2006/main" xmlns:r="http://schemas.openxmlformats.org/officeDocument/2006/relationships" xmlns:p="http://schemas.openxmlformats.org/presentationml/2006/main">
  <p:tag name="OTLMARKERSHAPE" val="OTL"/>
</p:tagLst>
</file>

<file path=ppt/tags/tag25.xml><?xml version="1.0" encoding="utf-8"?>
<p:tagLst xmlns:a="http://schemas.openxmlformats.org/drawingml/2006/main" xmlns:r="http://schemas.openxmlformats.org/officeDocument/2006/relationships" xmlns:p="http://schemas.openxmlformats.org/presentationml/2006/main">
  <p:tag name="OTLMARKERSHAPE" val="OTL"/>
</p:tagLst>
</file>

<file path=ppt/tags/tag26.xml><?xml version="1.0" encoding="utf-8"?>
<p:tagLst xmlns:a="http://schemas.openxmlformats.org/drawingml/2006/main" xmlns:r="http://schemas.openxmlformats.org/officeDocument/2006/relationships" xmlns:p="http://schemas.openxmlformats.org/presentationml/2006/main">
  <p:tag name="OTLMARKERSHAPE" val="OTL"/>
</p:tagLst>
</file>

<file path=ppt/tags/tag27.xml><?xml version="1.0" encoding="utf-8"?>
<p:tagLst xmlns:a="http://schemas.openxmlformats.org/drawingml/2006/main" xmlns:r="http://schemas.openxmlformats.org/officeDocument/2006/relationships" xmlns:p="http://schemas.openxmlformats.org/presentationml/2006/main">
  <p:tag name="OTLMARKERSHAPE" val="OTL"/>
</p:tagLst>
</file>

<file path=ppt/tags/tag28.xml><?xml version="1.0" encoding="utf-8"?>
<p:tagLst xmlns:a="http://schemas.openxmlformats.org/drawingml/2006/main" xmlns:r="http://schemas.openxmlformats.org/officeDocument/2006/relationships" xmlns:p="http://schemas.openxmlformats.org/presentationml/2006/main">
  <p:tag name="OTLMARKERSHAPE" val="OTL"/>
</p:tagLst>
</file>

<file path=ppt/tags/tag29.xml><?xml version="1.0" encoding="utf-8"?>
<p:tagLst xmlns:a="http://schemas.openxmlformats.org/drawingml/2006/main" xmlns:r="http://schemas.openxmlformats.org/officeDocument/2006/relationships" xmlns:p="http://schemas.openxmlformats.org/presentationml/2006/main">
  <p:tag name="OTLMARKERSHAPE" val="OTL"/>
</p:tagLst>
</file>

<file path=ppt/tags/tag30.xml><?xml version="1.0" encoding="utf-8"?>
<p:tagLst xmlns:a="http://schemas.openxmlformats.org/drawingml/2006/main" xmlns:r="http://schemas.openxmlformats.org/officeDocument/2006/relationships" xmlns:p="http://schemas.openxmlformats.org/presentationml/2006/main">
  <p:tag name="OTLMARKERSHAPE" val="OTL"/>
</p:tagLst>
</file>

<file path=ppt/tags/tag31.xml><?xml version="1.0" encoding="utf-8"?>
<p:tagLst xmlns:a="http://schemas.openxmlformats.org/drawingml/2006/main" xmlns:r="http://schemas.openxmlformats.org/officeDocument/2006/relationships" xmlns:p="http://schemas.openxmlformats.org/presentationml/2006/main">
  <p:tag name="OTLMARKERSHAPE" val="OTL"/>
</p:tagLst>
</file>

<file path=ppt/tags/tag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xml><?xml version="1.0" encoding="utf-8"?>
<p:tagLst xmlns:a="http://schemas.openxmlformats.org/drawingml/2006/main" xmlns:r="http://schemas.openxmlformats.org/officeDocument/2006/relationships" xmlns:p="http://schemas.openxmlformats.org/presentationml/2006/main">
  <p:tag name="OTLMARKERSHAPE" val="OTL"/>
</p:tagLst>
</file>

<file path=ppt/tags/tag34.xml><?xml version="1.0" encoding="utf-8"?>
<p:tagLst xmlns:a="http://schemas.openxmlformats.org/drawingml/2006/main" xmlns:r="http://schemas.openxmlformats.org/officeDocument/2006/relationships" xmlns:p="http://schemas.openxmlformats.org/presentationml/2006/main">
  <p:tag name="OTLMARKERSHAPE" val="OTL"/>
</p:tagLst>
</file>

<file path=ppt/tags/tag35.xml><?xml version="1.0" encoding="utf-8"?>
<p:tagLst xmlns:a="http://schemas.openxmlformats.org/drawingml/2006/main" xmlns:r="http://schemas.openxmlformats.org/officeDocument/2006/relationships" xmlns:p="http://schemas.openxmlformats.org/presentationml/2006/main">
  <p:tag name="OTLMARKERSHAPE" val="OTL"/>
</p:tagLst>
</file>

<file path=ppt/tags/tag36.xml><?xml version="1.0" encoding="utf-8"?>
<p:tagLst xmlns:a="http://schemas.openxmlformats.org/drawingml/2006/main" xmlns:r="http://schemas.openxmlformats.org/officeDocument/2006/relationships" xmlns:p="http://schemas.openxmlformats.org/presentationml/2006/main">
  <p:tag name="OTLMARKERSHAPE" val="OTL"/>
</p:tagLst>
</file>

<file path=ppt/tags/tag37.xml><?xml version="1.0" encoding="utf-8"?>
<p:tagLst xmlns:a="http://schemas.openxmlformats.org/drawingml/2006/main" xmlns:r="http://schemas.openxmlformats.org/officeDocument/2006/relationships" xmlns:p="http://schemas.openxmlformats.org/presentationml/2006/main">
  <p:tag name="OTLMARKERSHAPE" val="OTL"/>
</p:tagLst>
</file>

<file path=ppt/tags/tag38.xml><?xml version="1.0" encoding="utf-8"?>
<p:tagLst xmlns:a="http://schemas.openxmlformats.org/drawingml/2006/main" xmlns:r="http://schemas.openxmlformats.org/officeDocument/2006/relationships" xmlns:p="http://schemas.openxmlformats.org/presentationml/2006/main">
  <p:tag name="OTLMARKERSHAPE" val="OTL"/>
</p:tagLst>
</file>

<file path=ppt/tags/tag39.xml><?xml version="1.0" encoding="utf-8"?>
<p:tagLst xmlns:a="http://schemas.openxmlformats.org/drawingml/2006/main" xmlns:r="http://schemas.openxmlformats.org/officeDocument/2006/relationships" xmlns:p="http://schemas.openxmlformats.org/presentationml/2006/main">
  <p:tag name="OTLMARKERSHAPE" val="OTL"/>
</p:tagLst>
</file>

<file path=ppt/tags/tag40.xml><?xml version="1.0" encoding="utf-8"?>
<p:tagLst xmlns:a="http://schemas.openxmlformats.org/drawingml/2006/main" xmlns:r="http://schemas.openxmlformats.org/officeDocument/2006/relationships" xmlns:p="http://schemas.openxmlformats.org/presentationml/2006/main">
  <p:tag name="OTLMARKERSHAPE" val="OTL"/>
</p:tagLst>
</file>

<file path=ppt/tags/tag41.xml><?xml version="1.0" encoding="utf-8"?>
<p:tagLst xmlns:a="http://schemas.openxmlformats.org/drawingml/2006/main" xmlns:r="http://schemas.openxmlformats.org/officeDocument/2006/relationships" xmlns:p="http://schemas.openxmlformats.org/presentationml/2006/main">
  <p:tag name="OTLMARKERSHAPE" val="OTL"/>
</p:tagLst>
</file>

<file path=ppt/tags/tag42.xml><?xml version="1.0" encoding="utf-8"?>
<p:tagLst xmlns:a="http://schemas.openxmlformats.org/drawingml/2006/main" xmlns:r="http://schemas.openxmlformats.org/officeDocument/2006/relationships" xmlns:p="http://schemas.openxmlformats.org/presentationml/2006/main">
  <p:tag name="OTLMARKERSHAPE" val="OTL"/>
</p:tagLst>
</file>

<file path=ppt/tags/tag43.xml><?xml version="1.0" encoding="utf-8"?>
<p:tagLst xmlns:a="http://schemas.openxmlformats.org/drawingml/2006/main" xmlns:r="http://schemas.openxmlformats.org/officeDocument/2006/relationships" xmlns:p="http://schemas.openxmlformats.org/presentationml/2006/main">
  <p:tag name="OTLMARKERSHAPE" val="OTL"/>
</p:tagLst>
</file>

<file path=ppt/tags/tag44.xml><?xml version="1.0" encoding="utf-8"?>
<p:tagLst xmlns:a="http://schemas.openxmlformats.org/drawingml/2006/main" xmlns:r="http://schemas.openxmlformats.org/officeDocument/2006/relationships" xmlns:p="http://schemas.openxmlformats.org/presentationml/2006/main">
  <p:tag name="OTLMARKERSHAPE" val="OTL"/>
</p:tagLst>
</file>

<file path=ppt/tags/tag45.xml><?xml version="1.0" encoding="utf-8"?>
<p:tagLst xmlns:a="http://schemas.openxmlformats.org/drawingml/2006/main" xmlns:r="http://schemas.openxmlformats.org/officeDocument/2006/relationships" xmlns:p="http://schemas.openxmlformats.org/presentationml/2006/main">
  <p:tag name="OTLMARKERSHAPE" val="OTL"/>
</p:tagLst>
</file>

<file path=ppt/tags/tag46.xml><?xml version="1.0" encoding="utf-8"?>
<p:tagLst xmlns:a="http://schemas.openxmlformats.org/drawingml/2006/main" xmlns:r="http://schemas.openxmlformats.org/officeDocument/2006/relationships" xmlns:p="http://schemas.openxmlformats.org/presentationml/2006/main">
  <p:tag name="OTLMARKERSHAPE" val="OTL"/>
</p:tagLst>
</file>

<file path=ppt/tags/tag47.xml><?xml version="1.0" encoding="utf-8"?>
<p:tagLst xmlns:a="http://schemas.openxmlformats.org/drawingml/2006/main" xmlns:r="http://schemas.openxmlformats.org/officeDocument/2006/relationships" xmlns:p="http://schemas.openxmlformats.org/presentationml/2006/main">
  <p:tag name="OTLMARKERSHAPE" val="OTL"/>
</p:tagLst>
</file>

<file path=ppt/tags/tag48.xml><?xml version="1.0" encoding="utf-8"?>
<p:tagLst xmlns:a="http://schemas.openxmlformats.org/drawingml/2006/main" xmlns:r="http://schemas.openxmlformats.org/officeDocument/2006/relationships" xmlns:p="http://schemas.openxmlformats.org/presentationml/2006/main">
  <p:tag name="OTLMARKERSHAPE" val="OTL"/>
</p:tagLst>
</file>

<file path=ppt/tags/tag49.xml><?xml version="1.0" encoding="utf-8"?>
<p:tagLst xmlns:a="http://schemas.openxmlformats.org/drawingml/2006/main" xmlns:r="http://schemas.openxmlformats.org/officeDocument/2006/relationships" xmlns:p="http://schemas.openxmlformats.org/presentationml/2006/main">
  <p:tag name="OTLMARKERSHAPE" val="OTL"/>
</p:tagLst>
</file>

<file path=ppt/tags/tag50.xml><?xml version="1.0" encoding="utf-8"?>
<p:tagLst xmlns:a="http://schemas.openxmlformats.org/drawingml/2006/main" xmlns:r="http://schemas.openxmlformats.org/officeDocument/2006/relationships" xmlns:p="http://schemas.openxmlformats.org/presentationml/2006/main">
  <p:tag name="OTLMARKERSHAPE" val="OTL"/>
</p:tagLst>
</file>

<file path=ppt/tags/tag51.xml><?xml version="1.0" encoding="utf-8"?>
<p:tagLst xmlns:a="http://schemas.openxmlformats.org/drawingml/2006/main" xmlns:r="http://schemas.openxmlformats.org/officeDocument/2006/relationships" xmlns:p="http://schemas.openxmlformats.org/presentationml/2006/main">
  <p:tag name="OTLMARKERSHAPE" val="OTL"/>
</p:tagLst>
</file>

<file path=ppt/tags/tag52.xml><?xml version="1.0" encoding="utf-8"?>
<p:tagLst xmlns:a="http://schemas.openxmlformats.org/drawingml/2006/main" xmlns:r="http://schemas.openxmlformats.org/officeDocument/2006/relationships" xmlns:p="http://schemas.openxmlformats.org/presentationml/2006/main">
  <p:tag name="OTLMARKERSHAPE" val="OTL"/>
</p:tagLst>
</file>

<file path=ppt/tags/tag53.xml><?xml version="1.0" encoding="utf-8"?>
<p:tagLst xmlns:a="http://schemas.openxmlformats.org/drawingml/2006/main" xmlns:r="http://schemas.openxmlformats.org/officeDocument/2006/relationships" xmlns:p="http://schemas.openxmlformats.org/presentationml/2006/main">
  <p:tag name="OTLMARKERSHAPE" val="OTL"/>
</p:tagLst>
</file>

<file path=ppt/tags/tag54.xml><?xml version="1.0" encoding="utf-8"?>
<p:tagLst xmlns:a="http://schemas.openxmlformats.org/drawingml/2006/main" xmlns:r="http://schemas.openxmlformats.org/officeDocument/2006/relationships" xmlns:p="http://schemas.openxmlformats.org/presentationml/2006/main">
  <p:tag name="OTLMARKERSHAPE" val="OTL"/>
</p:tagLst>
</file>

<file path=ppt/tags/tag55.xml><?xml version="1.0" encoding="utf-8"?>
<p:tagLst xmlns:a="http://schemas.openxmlformats.org/drawingml/2006/main" xmlns:r="http://schemas.openxmlformats.org/officeDocument/2006/relationships" xmlns:p="http://schemas.openxmlformats.org/presentationml/2006/main">
  <p:tag name="OTLMARKERSHAPE" val="OTL"/>
</p:tagLst>
</file>

<file path=ppt/tags/tag56.xml><?xml version="1.0" encoding="utf-8"?>
<p:tagLst xmlns:a="http://schemas.openxmlformats.org/drawingml/2006/main" xmlns:r="http://schemas.openxmlformats.org/officeDocument/2006/relationships" xmlns:p="http://schemas.openxmlformats.org/presentationml/2006/main">
  <p:tag name="OTLMARKERSHAPE" val="OTL"/>
</p:tagLst>
</file>

<file path=ppt/tags/tag57.xml><?xml version="1.0" encoding="utf-8"?>
<p:tagLst xmlns:a="http://schemas.openxmlformats.org/drawingml/2006/main" xmlns:r="http://schemas.openxmlformats.org/officeDocument/2006/relationships" xmlns:p="http://schemas.openxmlformats.org/presentationml/2006/main">
  <p:tag name="OTLMARKERSHAPE" val="OTL"/>
</p:tagLst>
</file>

<file path=ppt/tags/tag58.xml><?xml version="1.0" encoding="utf-8"?>
<p:tagLst xmlns:a="http://schemas.openxmlformats.org/drawingml/2006/main" xmlns:r="http://schemas.openxmlformats.org/officeDocument/2006/relationships" xmlns:p="http://schemas.openxmlformats.org/presentationml/2006/main">
  <p:tag name="OTLMARKERSHAPE" val="OTL"/>
</p:tagLst>
</file>

<file path=ppt/tags/tag59.xml><?xml version="1.0" encoding="utf-8"?>
<p:tagLst xmlns:a="http://schemas.openxmlformats.org/drawingml/2006/main" xmlns:r="http://schemas.openxmlformats.org/officeDocument/2006/relationships" xmlns:p="http://schemas.openxmlformats.org/presentationml/2006/main">
  <p:tag name="OTLMARKERSHAPE" val="OTL"/>
</p:tagLst>
</file>

<file path=ppt/tags/tag60.xml><?xml version="1.0" encoding="utf-8"?>
<p:tagLst xmlns:a="http://schemas.openxmlformats.org/drawingml/2006/main" xmlns:r="http://schemas.openxmlformats.org/officeDocument/2006/relationships" xmlns:p="http://schemas.openxmlformats.org/presentationml/2006/main">
  <p:tag name="OTLMARKERSHAPE" val="OTL"/>
</p:tagLst>
</file>

<file path=ppt/tags/tag61.xml><?xml version="1.0" encoding="utf-8"?>
<p:tagLst xmlns:a="http://schemas.openxmlformats.org/drawingml/2006/main" xmlns:r="http://schemas.openxmlformats.org/officeDocument/2006/relationships" xmlns:p="http://schemas.openxmlformats.org/presentationml/2006/main">
  <p:tag name="OTLMARKERSHAPE" val="OTL"/>
</p:tagLst>
</file>

<file path=ppt/tags/tag62.xml><?xml version="1.0" encoding="utf-8"?>
<p:tagLst xmlns:a="http://schemas.openxmlformats.org/drawingml/2006/main" xmlns:r="http://schemas.openxmlformats.org/officeDocument/2006/relationships" xmlns:p="http://schemas.openxmlformats.org/presentationml/2006/main">
  <p:tag name="OTLMARKERSHAPE" val="OTL"/>
</p:tagLst>
</file>

<file path=ppt/tags/tag63.xml><?xml version="1.0" encoding="utf-8"?>
<p:tagLst xmlns:a="http://schemas.openxmlformats.org/drawingml/2006/main" xmlns:r="http://schemas.openxmlformats.org/officeDocument/2006/relationships" xmlns:p="http://schemas.openxmlformats.org/presentationml/2006/main">
  <p:tag name="OTLMARKERSHAPE" val="OTL"/>
</p:tagLst>
</file>

<file path=ppt/tags/tag64.xml><?xml version="1.0" encoding="utf-8"?>
<p:tagLst xmlns:a="http://schemas.openxmlformats.org/drawingml/2006/main" xmlns:r="http://schemas.openxmlformats.org/officeDocument/2006/relationships" xmlns:p="http://schemas.openxmlformats.org/presentationml/2006/main">
  <p:tag name="OTLMARKERSHAPE" val="OTL"/>
</p:tagLst>
</file>

<file path=ppt/tags/tag65.xml><?xml version="1.0" encoding="utf-8"?>
<p:tagLst xmlns:a="http://schemas.openxmlformats.org/drawingml/2006/main" xmlns:r="http://schemas.openxmlformats.org/officeDocument/2006/relationships" xmlns:p="http://schemas.openxmlformats.org/presentationml/2006/main">
  <p:tag name="OTLMARKERSHAPE" val="OTL"/>
</p:tagLst>
</file>

<file path=ppt/tags/tag66.xml><?xml version="1.0" encoding="utf-8"?>
<p:tagLst xmlns:a="http://schemas.openxmlformats.org/drawingml/2006/main" xmlns:r="http://schemas.openxmlformats.org/officeDocument/2006/relationships" xmlns:p="http://schemas.openxmlformats.org/presentationml/2006/main">
  <p:tag name="OTLMARKERSHAPE" val="OTL"/>
</p:tagLst>
</file>

<file path=ppt/tags/tag67.xml><?xml version="1.0" encoding="utf-8"?>
<p:tagLst xmlns:a="http://schemas.openxmlformats.org/drawingml/2006/main" xmlns:r="http://schemas.openxmlformats.org/officeDocument/2006/relationships" xmlns:p="http://schemas.openxmlformats.org/presentationml/2006/main">
  <p:tag name="OTLMARKERSHAPE" val="OTL"/>
</p:tagLst>
</file>

<file path=ppt/tags/tag68.xml><?xml version="1.0" encoding="utf-8"?>
<p:tagLst xmlns:a="http://schemas.openxmlformats.org/drawingml/2006/main" xmlns:r="http://schemas.openxmlformats.org/officeDocument/2006/relationships" xmlns:p="http://schemas.openxmlformats.org/presentationml/2006/main">
  <p:tag name="OTLMARKERSHAPE" val="OTL"/>
</p:tagLst>
</file>

<file path=ppt/tags/tag69.xml><?xml version="1.0" encoding="utf-8"?>
<p:tagLst xmlns:a="http://schemas.openxmlformats.org/drawingml/2006/main" xmlns:r="http://schemas.openxmlformats.org/officeDocument/2006/relationships" xmlns:p="http://schemas.openxmlformats.org/presentationml/2006/main">
  <p:tag name="OTLMARKERSHAPE" val="OTL"/>
</p:tagLst>
</file>

<file path=ppt/tags/tag70.xml><?xml version="1.0" encoding="utf-8"?>
<p:tagLst xmlns:a="http://schemas.openxmlformats.org/drawingml/2006/main" xmlns:r="http://schemas.openxmlformats.org/officeDocument/2006/relationships" xmlns:p="http://schemas.openxmlformats.org/presentationml/2006/main">
  <p:tag name="OTLMARKERSHAPE" val="OTL"/>
</p:tagLst>
</file>

<file path=ppt/tags/tag71.xml><?xml version="1.0" encoding="utf-8"?>
<p:tagLst xmlns:a="http://schemas.openxmlformats.org/drawingml/2006/main" xmlns:r="http://schemas.openxmlformats.org/officeDocument/2006/relationships" xmlns:p="http://schemas.openxmlformats.org/presentationml/2006/main">
  <p:tag name="OTLMARKERSHAPE" val="OTL"/>
</p:tagLst>
</file>

<file path=ppt/tags/tag72.xml><?xml version="1.0" encoding="utf-8"?>
<p:tagLst xmlns:a="http://schemas.openxmlformats.org/drawingml/2006/main" xmlns:r="http://schemas.openxmlformats.org/officeDocument/2006/relationships" xmlns:p="http://schemas.openxmlformats.org/presentationml/2006/main">
  <p:tag name="OTLMARKERSHAPE" val="OTL"/>
</p:tagLst>
</file>

<file path=ppt/tags/tag73.xml><?xml version="1.0" encoding="utf-8"?>
<p:tagLst xmlns:a="http://schemas.openxmlformats.org/drawingml/2006/main" xmlns:r="http://schemas.openxmlformats.org/officeDocument/2006/relationships" xmlns:p="http://schemas.openxmlformats.org/presentationml/2006/main">
  <p:tag name="OTLMARKERSHAPE" val="OTL"/>
</p:tagLst>
</file>

<file path=ppt/tags/tag74.xml><?xml version="1.0" encoding="utf-8"?>
<p:tagLst xmlns:a="http://schemas.openxmlformats.org/drawingml/2006/main" xmlns:r="http://schemas.openxmlformats.org/officeDocument/2006/relationships" xmlns:p="http://schemas.openxmlformats.org/presentationml/2006/main">
  <p:tag name="OTLMARKERSHAPE" val="OTL"/>
</p:tagLst>
</file>

<file path=ppt/tags/tag75.xml><?xml version="1.0" encoding="utf-8"?>
<p:tagLst xmlns:a="http://schemas.openxmlformats.org/drawingml/2006/main" xmlns:r="http://schemas.openxmlformats.org/officeDocument/2006/relationships" xmlns:p="http://schemas.openxmlformats.org/presentationml/2006/main">
  <p:tag name="OTLMARKERSHAPE" val="OTL"/>
</p:tagLst>
</file>

<file path=ppt/tags/tag76.xml><?xml version="1.0" encoding="utf-8"?>
<p:tagLst xmlns:a="http://schemas.openxmlformats.org/drawingml/2006/main" xmlns:r="http://schemas.openxmlformats.org/officeDocument/2006/relationships" xmlns:p="http://schemas.openxmlformats.org/presentationml/2006/main">
  <p:tag name="OTLMARKERSHAPE" val="OTL"/>
</p:tagLst>
</file>

<file path=ppt/tags/tag77.xml><?xml version="1.0" encoding="utf-8"?>
<p:tagLst xmlns:a="http://schemas.openxmlformats.org/drawingml/2006/main" xmlns:r="http://schemas.openxmlformats.org/officeDocument/2006/relationships" xmlns:p="http://schemas.openxmlformats.org/presentationml/2006/main">
  <p:tag name="OTLMARKERSHAPE" val="OTL"/>
</p:tagLst>
</file>

<file path=ppt/tags/tag78.xml><?xml version="1.0" encoding="utf-8"?>
<p:tagLst xmlns:a="http://schemas.openxmlformats.org/drawingml/2006/main" xmlns:r="http://schemas.openxmlformats.org/officeDocument/2006/relationships" xmlns:p="http://schemas.openxmlformats.org/presentationml/2006/main">
  <p:tag name="OTLMARKERSHAPE" val="OTL"/>
</p:tagLst>
</file>

<file path=ppt/tags/tag79.xml><?xml version="1.0" encoding="utf-8"?>
<p:tagLst xmlns:a="http://schemas.openxmlformats.org/drawingml/2006/main" xmlns:r="http://schemas.openxmlformats.org/officeDocument/2006/relationships" xmlns:p="http://schemas.openxmlformats.org/presentationml/2006/main">
  <p:tag name="OTLMARKERSHAPE" val="OTL"/>
</p:tagLst>
</file>

<file path=ppt/tags/tag80.xml><?xml version="1.0" encoding="utf-8"?>
<p:tagLst xmlns:a="http://schemas.openxmlformats.org/drawingml/2006/main" xmlns:r="http://schemas.openxmlformats.org/officeDocument/2006/relationships" xmlns:p="http://schemas.openxmlformats.org/presentationml/2006/main">
  <p:tag name="OTLMARKERSHAPE" val="OTL"/>
</p:tagLst>
</file>

<file path=ppt/tags/tag81.xml><?xml version="1.0" encoding="utf-8"?>
<p:tagLst xmlns:a="http://schemas.openxmlformats.org/drawingml/2006/main" xmlns:r="http://schemas.openxmlformats.org/officeDocument/2006/relationships" xmlns:p="http://schemas.openxmlformats.org/presentationml/2006/main">
  <p:tag name="OTLMARKERSHAPE" val="OTL"/>
</p:tagLst>
</file>

<file path=ppt/tags/tag82.xml><?xml version="1.0" encoding="utf-8"?>
<p:tagLst xmlns:a="http://schemas.openxmlformats.org/drawingml/2006/main" xmlns:r="http://schemas.openxmlformats.org/officeDocument/2006/relationships" xmlns:p="http://schemas.openxmlformats.org/presentationml/2006/main">
  <p:tag name="OTLMARKERSHAPE" val="OTL"/>
</p:tagLst>
</file>

<file path=ppt/tags/tag83.xml><?xml version="1.0" encoding="utf-8"?>
<p:tagLst xmlns:a="http://schemas.openxmlformats.org/drawingml/2006/main" xmlns:r="http://schemas.openxmlformats.org/officeDocument/2006/relationships" xmlns:p="http://schemas.openxmlformats.org/presentationml/2006/main">
  <p:tag name="OTLMARKERSHAPE" val="OTL"/>
</p:tagLst>
</file>

<file path=ppt/tags/tag84.xml><?xml version="1.0" encoding="utf-8"?>
<p:tagLst xmlns:a="http://schemas.openxmlformats.org/drawingml/2006/main" xmlns:r="http://schemas.openxmlformats.org/officeDocument/2006/relationships" xmlns:p="http://schemas.openxmlformats.org/presentationml/2006/main">
  <p:tag name="OTLMARKERSHAPE" val="OTL"/>
</p:tagLst>
</file>

<file path=ppt/tags/tag85.xml><?xml version="1.0" encoding="utf-8"?>
<p:tagLst xmlns:a="http://schemas.openxmlformats.org/drawingml/2006/main" xmlns:r="http://schemas.openxmlformats.org/officeDocument/2006/relationships" xmlns:p="http://schemas.openxmlformats.org/presentationml/2006/main">
  <p:tag name="OTLMARKERSHAPE" val="OTL"/>
</p:tagLst>
</file>

<file path=ppt/tags/tag86.xml><?xml version="1.0" encoding="utf-8"?>
<p:tagLst xmlns:a="http://schemas.openxmlformats.org/drawingml/2006/main" xmlns:r="http://schemas.openxmlformats.org/officeDocument/2006/relationships" xmlns:p="http://schemas.openxmlformats.org/presentationml/2006/main">
  <p:tag name="OTLMARKERSHAPE" val="OTL"/>
</p:tagLst>
</file>

<file path=ppt/tags/tag87.xml><?xml version="1.0" encoding="utf-8"?>
<p:tagLst xmlns:a="http://schemas.openxmlformats.org/drawingml/2006/main" xmlns:r="http://schemas.openxmlformats.org/officeDocument/2006/relationships" xmlns:p="http://schemas.openxmlformats.org/presentationml/2006/main">
  <p:tag name="OTLMARKERSHAPE" val="OTL"/>
</p:tagLst>
</file>

<file path=ppt/tags/tag88.xml><?xml version="1.0" encoding="utf-8"?>
<p:tagLst xmlns:a="http://schemas.openxmlformats.org/drawingml/2006/main" xmlns:r="http://schemas.openxmlformats.org/officeDocument/2006/relationships" xmlns:p="http://schemas.openxmlformats.org/presentationml/2006/main">
  <p:tag name="OTLMARKERSHAPE" val="OTL"/>
</p:tagLst>
</file>

<file path=ppt/tags/tag89.xml><?xml version="1.0" encoding="utf-8"?>
<p:tagLst xmlns:a="http://schemas.openxmlformats.org/drawingml/2006/main" xmlns:r="http://schemas.openxmlformats.org/officeDocument/2006/relationships" xmlns:p="http://schemas.openxmlformats.org/presentationml/2006/main">
  <p:tag name="OTLMARKERSHAPE" val="OTL"/>
</p:tagLst>
</file>

<file path=ppt/tags/tag90.xml><?xml version="1.0" encoding="utf-8"?>
<p:tagLst xmlns:a="http://schemas.openxmlformats.org/drawingml/2006/main" xmlns:r="http://schemas.openxmlformats.org/officeDocument/2006/relationships" xmlns:p="http://schemas.openxmlformats.org/presentationml/2006/main">
  <p:tag name="OTLMARKERSHAPE" val="OTL"/>
</p:tagLst>
</file>

<file path=ppt/tags/tag91.xml><?xml version="1.0" encoding="utf-8"?>
<p:tagLst xmlns:a="http://schemas.openxmlformats.org/drawingml/2006/main" xmlns:r="http://schemas.openxmlformats.org/officeDocument/2006/relationships" xmlns:p="http://schemas.openxmlformats.org/presentationml/2006/main">
  <p:tag name="OTLMARKERSHAPE" val="OTL"/>
</p:tagLst>
</file>

<file path=ppt/tags/tag92.xml><?xml version="1.0" encoding="utf-8"?>
<p:tagLst xmlns:a="http://schemas.openxmlformats.org/drawingml/2006/main" xmlns:r="http://schemas.openxmlformats.org/officeDocument/2006/relationships" xmlns:p="http://schemas.openxmlformats.org/presentationml/2006/main">
  <p:tag name="OTLMARKERSHAPE" val="OTL"/>
</p:tagLst>
</file>

<file path=ppt/tags/tag93.xml><?xml version="1.0" encoding="utf-8"?>
<p:tagLst xmlns:a="http://schemas.openxmlformats.org/drawingml/2006/main" xmlns:r="http://schemas.openxmlformats.org/officeDocument/2006/relationships" xmlns:p="http://schemas.openxmlformats.org/presentationml/2006/main">
  <p:tag name="__PART_0" val="eyIkaWQiOiIxIiwiX3N3aW1sYW5lc1YyIjpbeyIkaWQiOiIyIiwiX2FjdGl2aXRpZXMiOlt7IiRpZCI6IjMiLCJfcm93cyI6W10sIkluZGV4IjowLCJJZCI6Ijc3NzY0MTg0LTk4YTUtNDIyMy1iYWVmLTIyZTJlZmVkMmI1NSIsIkhlYWRlclRleHQiOm51bGwsIklzRGVmYXVsdCI6dHJ1ZSwiU3R5bGUiOnsiJGlkIjoiNCIsIkhlYWRlclN0eWxlIjp7IiRpZCI6IjUiLCJUZXh0U3R5bGUiOnsiJGlkIjoiNiIsIkZvbnRTZXR0aW5ncyI6eyIkaWQiOiI3IiwiRm9udFNpemUiOjExLCJGb250TmFtZSI6IkNhbGlicmkiLCJJc0JvbGQiOmZhbHNlLCJJc0l0YWxpYyI6ZmFsc2UsIklzVW5kZXJsaW5lZCI6ZmFsc2UsIlBhcmVudFN0eWxlIjpudWxsfSwiQXV0b1NpemUiOjIsIkZvcmVncm91bmQiOnsiJGlkIjoiOCIsIkNvbG9yIjp7IiRpZCI6IjkiLCJBIjoyNTUsIlIiOjAsIkciOjAsIkIiOjB9fSwiTWF4V2lkdGgiOiJJbmZpbml0eSIsIk1heEhlaWdodCI6MC4wLCJTbWFydEZvcmVncm91bmRJc0FjdGl2ZSI6ZmFsc2UsIkhvcml6b250YWxBbGlnbm1lbnQiOjAsIlZlcnRpY2FsQWxpZ25tZW50IjowLCJTbWFydEZvcmVncm91bmQiOm51bGwsIkJhY2tncm91bmRGaWxsVHlwZSI6MCwiTWFyZ2luIjp7IiRpZCI6IjEwIiwiVG9wIjowLjAsIkxlZnQiOjAuMCwiUmlnaHQiOjAuMCwiQm90dG9tIjowLjB9LCJQYWRkaW5nIjp7IiRpZCI6IjExIiwiVG9wIjowLjAsIkxlZnQiOjAuMCwiUmlnaHQiOjAuMCwiQm90dG9tIjowLjB9LCJCYWNrZ3JvdW5kIjpudWxsLCJJc1Zpc2libGUiOnRydWUsIldpZHRoIjowLjAsIkhlaWdodCI6MC4wLCJCb3JkZXJTdHlsZSI6bnVsbCwiUGFyZW50U3R5bGUiOm51bGx9LCJSZWN0YW5nbGVTdHlsZSI6eyIkaWQiOiIxMiIsIk1hcmdpbiI6eyIkaWQiOiIxMyIsIlRvcCI6MC4wLCJMZWZ0IjowLjAsIlJpZ2h0IjowLjAsIkJvdHRvbSI6MC4wfSwiUGFkZGluZyI6eyIkaWQiOiIxNCIsIlRvcCI6MC4wLCJMZWZ0IjowLjAsIlJpZ2h0IjowLjAsIkJvdHRvbSI6MC4wfSwiQmFja2dyb3VuZCI6eyIkaWQiOiIxNSIsIkNvbG9yIjp7IiRpZCI6IjE2IiwiQSI6NjMsIlIiOjY4LCJHIjoxMTQsIkIiOjE5Nn19LCJJc1Zpc2libGUiOnRydWUsIldpZHRoIjowLjAsIkhlaWdodCI6MC4wLCJCb3JkZXJTdHlsZSI6eyIkaWQiOiIxNyIsIkxpbmVDb2xvciI6eyIkaWQiOiIxOCIsIiR0eXBlIjoiTkxSRS5Db21tb24uRG9tLlNvbGlkQ29sb3JCcnVzaCwgTkxSRS5Db21tb24iLCJDb2xvciI6eyIkaWQiOiIxOSIsIkEiOjI1NSwiUiI6MjU1LCJHIjowLCJCIjowfX0sIkxpbmVXZWlnaHQiOjAuMCwiTGluZVR5cGUiOjAsIlBhcmVudFN0eWxlIjpudWxsfSwiUGFyZW50U3R5bGUiOm51bGx9LCJNYXJnaW4iOnsiJGlkIjoiMjAiLCJUb3AiOjAuMCwiTGVmdCI6MC4wLCJSaWdodCI6MC4wLCJCb3R0b20iOjAuMH0sIlBhZGRpbmciOnsiJGlkIjoiMjEiLCJUb3AiOjAuMCwiTGVmdCI6MC4wLCJSaWdodCI6MC4wLCJCb3R0b20iOjAuMH0sIkJhY2tncm91bmQiOm51bGwsIklzVmlzaWJsZSI6dHJ1ZSwiV2lkdGgiOjAuMCwiSGVpZ2h0IjowLjAsIkJvcmRlclN0eWxlIjpudWxsLCJQYXJlbnRTdHlsZSI6bnVsbH0sIkJhY2tncm91bmRTdHlsZSI6eyIkaWQiOiIyMiIsIk1hcmdpbiI6eyIkaWQiOiIyMyIsIlRvcCI6MC4wLCJMZWZ0IjowLjAsIlJpZ2h0IjowLjAsIkJvdHRvbSI6MC4wfSwiUGFkZGluZyI6eyIkaWQiOiIyNCIsIlRvcCI6MC4wLCJMZWZ0IjowLjAsIlJpZ2h0IjowLjAsIkJvdHRvbSI6MC4wfSwiQmFja2dyb3VuZCI6eyIkaWQiOiIyNSIsIkNvbG9yIjp7IiRpZCI6IjI2IiwiQSI6NTEsIlIiOjE2NSwiRyI6MTY1LCJCIjoxNjV9fSwiSXNWaXNpYmxlIjp0cnVlLCJXaWR0aCI6MC4wLCJIZWlnaHQiOjAuMCwiQm9yZGVyU3R5bGUiOnsiJGlkIjoiMjciLCJMaW5lQ29sb3IiOnsiJGlkIjoiMjgiLCIkdHlwZSI6Ik5MUkUuQ29tbW9uLkRvbS5Tb2xpZENvbG9yQnJ1c2gsIE5MUkUuQ29tbW9uIiwiQ29sb3IiOnsiJGlkIjoiMjkiLCJBIjoyNTUsIlIiOjI1NSwiRyI6MCwiQiI6MH19LCJMaW5lV2VpZ2h0IjowLjAsIkxpbmVUeXBlIjowLCJQYXJlbnRTdHlsZSI6bnVsbH0sIlBhcmVudFN0eWxlIjpudWxsfSwiTWFyZ2luIjp7IiRpZCI6IjMwIiwiVG9wIjowLjAsIkxlZnQiOjAuMCwiUmlnaHQiOjAuMCwiQm90dG9tIjowLjB9LCJQYWRkaW5nIjp7IiRpZCI6IjMxIiwiVG9wIjowLjAsIkxlZnQiOjAuMCwiUmlnaHQiOjAuMCwiQm90dG9tIjowLjB9LCJJc1Zpc2libGUiOmZhbHNlLCJXaWR0aCI6MC4wLCJIZWlnaHQiOjAuMCwiQm9yZGVyU3R5bGUiOm51bGwsIlBhcmVudFN0eWxlIjpudWxsfX0seyIkaWQiOiIzMiIsIl9yb3dzIjpbeyIkaWQiOiIzMyIsIl90YXNrcyI6W3siJGlkIjoiMzQiLCJfYXR0YWNoZWRNaWxlc3RvbmVzIjpbeyIkaWQiOiIzNSIsIkRhdGUiOiIyMDI0LTA0LTEwVDIzOjU5OjAwIiwiU3R5bGUiOnsiJGlkIjoiMzYiLCJTaGFwZSI6MTMsIkNvbm5lY3Rvck1hcmdpbiI6eyIkaWQiOiIzNyIsIlRvcCI6MC4wLCJMZWZ0IjoyLjAsIlJpZ2h0IjoyLjAsIkJvdHRvbSI6MC4wfSwiQ29ubmVjdG9yU3R5bGUiOnsiJGlkIjoiMzgiLCJMaW5lQ29sb3IiOnsiJGlkIjoiMzkiLCIkdHlwZSI6Ik5MUkUuQ29tbW9uLkRvbS5Tb2xpZENvbG9yQnJ1c2gsIE5MUkUuQ29tbW9uIiwiQ29sb3IiOnsiJGlkIjoiNDAiLCJBIjoxMjcsIlIiOjc5LCJHIjoxMjksIkIiOjE4OX19LCJMaW5lV2VpZ2h0IjoxLjAsIkxpbmVUeXBlIjowLCJQYXJlbnRTdHlsZSI6bnVsbH0sIklzQmVsb3dUaW1lYmFuZCI6dHJ1ZSwiUG9zaXRpb25PblRhc2siOjMsIkhpZGVEYXRlIjpmYWxzZSwiU2hhcGVTaXplIjowLCJTcGFjaW5nIjoyLjAsIlBhZGRpbmciOnsiJGlkIjoiNDEiLCJUb3AiOjcuMCwiTGVmdCI6My4wLCJSaWdodCI6MC4wLCJCb3R0b20iOjIuMH0sIlNoYXBlU3R5bGUiOnsiJGlkIjoiNDIiLCJNYXJnaW4iOnsiJGlkIjoiNDMiLCJUb3AiOjAuMCwiTGVmdCI6MC4wLCJSaWdodCI6MC4wLCJCb3R0b20iOjAuMH0sIlBhZGRpbmciOnsiJGlkIjoiNDQiLCJUb3AiOjAuMCwiTGVmdCI6MC4wLCJSaWdodCI6MC4wLCJCb3R0b20iOjAuMH0sIkJhY2tncm91bmQiOnsiJGlkIjoiNDUiLCJDb2xvciI6eyIkaWQiOiI0NiIsIkEiOjI1NSwiUiI6MzgsIkciOjM4LCJCIjozOH19LCJJc1Zpc2libGUiOnRydWUsIldpZHRoIjoxMi4wLCJIZWlnaHQiOjE0LjAsIkJvcmRlclN0eWxlIjp7IiRpZCI6IjQ3IiwiTGluZUNvbG9yIjp7IiRpZCI6IjQ4IiwiJHR5cGUiOiJOTFJFLkNvbW1vbi5Eb20uU29saWRDb2xvckJydXNoLCBOTFJFLkNvbW1vbiIsIkNvbG9yIjp7IiRpZCI6IjQ5IiwiQSI6MjU1LCJSIjowLCJHIjozNSwiQiI6NzN9fSwiTGluZVdlaWdodCI6MC4wLCJMaW5lVHlwZSI6MCwiUGFyZW50U3R5bGUiOm51bGx9LCJQYXJlbnRTdHlsZSI6bnVsbH0sIlRpdGxlU3R5bGUiOnsiJGlkIjoiNTAiLCJGb250U2V0dGluZ3MiOnsiJGlkIjoiNTEiLCJGb250U2l6ZSI6OCwiRm9udE5hbWUiOiJDYWxpYnJpIiwiSXNCb2xkIjp0cnVlLCJJc0l0YWxpYyI6ZmFsc2UsIklzVW5kZXJsaW5lZCI6ZmFsc2UsIlBhcmVudFN0eWxlIjpudWxsfSwiQXV0b1NpemUiOjAsIkZvcmVncm91bmQiOnsiJGlkIjoiNTIiLCJDb2xvciI6eyIkaWQiOiI1My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1NCIsIlRvcCI6MC4wLCJMZWZ0IjowLjAsIlJpZ2h0IjowLjAsIkJvdHRvbSI6MC4wfSwiUGFkZGluZyI6eyIkaWQiOiI1NSIsIlRvcCI6MC4wLCJMZWZ0IjowLjAsIlJpZ2h0IjowLjAsIkJvdHRvbSI6MC4wfSwiQmFja2dyb3VuZCI6eyIkaWQiOiI1NiIsIkNvbG9yIjp7IiRpZCI6IjU3IiwiQSI6MCwiUiI6MjU1LCJHIjoyNTUsIkIiOjI1NX19LCJJc1Zpc2libGUiOnRydWUsIldpZHRoIjowLjAsIkhlaWdodCI6MC4wLCJCb3JkZXJTdHlsZSI6eyIkaWQiOiI1OCIsIkxpbmVDb2xvciI6bnVsbCwiTGluZVdlaWdodCI6MC4wLCJMaW5lVHlwZSI6MCwiUGFyZW50U3R5bGUiOm51bGx9LCJQYXJlbnRTdHlsZSI6bnVsbH0sIkRhdGVTdHlsZSI6eyIkaWQiOiI1OSIsIkZvbnRTZXR0aW5ncyI6eyIkaWQiOiI2MCIsIkZvbnRTaXplIjoxMCwiRm9udE5hbWUiOiJDYWxpYnJpIiwiSXNCb2xkIjpmYWxzZSwiSXNJdGFsaWMiOmZhbHNlLCJJc1VuZGVybGluZWQiOmZhbHNlLCJQYXJlbnRTdHlsZSI6bnVsbH0sIkF1dG9TaXplIjowLCJGb3JlZ3JvdW5kIjp7IiRpZCI6IjYxIiwiQ29sb3IiOnsiJGlkIjoiNjI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pZCI6IjYzIiwiVG9wIjowLjAsIkxlZnQiOjAuMCwiUmlnaHQiOjAuMCwiQm90dG9tIjowLjB9LCJQYWRkaW5nIjp7IiRpZCI6IjY0IiwiVG9wIjowLjAsIkxlZnQiOjAuMCwiUmlnaHQiOjAuMCwiQm90dG9tIjowLjB9LCJCYWNrZ3JvdW5kIjp7IiRpZCI6IjY1IiwiQ29sb3IiOnsiJGlkIjoiNjYiLCJBIjowLCJSIjoyNTUsIkciOjI1NSwiQiI6MjU1fX0sIklzVmlzaWJsZSI6ZmFsc2UsIldpZHRoIjowLjAsIkhlaWdodCI6MC4wLCJCb3JkZXJTdHlsZSI6eyIkaWQiOiI2NyIsIkxpbmVDb2xvciI6bnVsbCwiTGluZVdlaWdodCI6MC4wLCJMaW5lVHlwZSI6MCwiUGFyZW50U3R5bGUiOm51bGx9LCJQYXJlbnRTdHlsZSI6bnVsbH0sIkRhdGVGb3JtYXQiOnsiJGlkIjoiNj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kiLCJGb3JtYXQiOjAsIklzVmlzaWJsZSI6ZmFsc2UsIkxhc3RLbm93blZpc2liaWxpdHlTdGF0ZSI6ZmFsc2V9LCJJc1Zpc2libGUiOmZhbHNlLCJQYXJlbnRTdHlsZSI6bnVsbH0sIkluZGV4Ijo4LCJQZXJjZW50YWdlQ29tcGxldGUiOm51bGwsIlBvc2l0aW9uIjp7IlJhdGlvIjowLjAsIklzQ3VzdG9tIjpmYWxzZX0sIkRhdGVGb3JtYXQiOnsiJHJlZiI6IjY4In0sIldlZWtOdW1iZXJpbmciOnsiJGlkIjoiNzAiLCJGb3JtYXQiOjAsIklzVmlzaWJsZSI6ZmFsc2UsIkxhc3RLbm93blZpc2liaWxpdHlTdGF0ZSI6ZmFsc2V9LCJSZWxhdGVkVGFza0lkIjoiNWU0YjJkNTEtNmIzNC00NGUyLTkwYTItNjgyZGM0MTM5NzgyIiwiSWQiOiI1NTA0ZWMyNi1hN2U4LTQ4MTMtYmFlNy1kYTVkMTg2NTI5ZGEiLCJJbXBvcnRJZCI6IkVvUGhJSSBtZWV0aW5nIChQVFNEKSIsIlRpdGxlIjoiRW9QaElJIiwiTm90ZSI6bnVsbCwiSHlwZXJsaW5rIjp7IiRpZCI6IjcxIiwiQWRkcmVzcyI6IiIsIlN1YkFkZHJlc3MiOiIifSwiSXNDaGFuZ2VkIjpmYWxzZSwiSXNOZXciOmZhbHNlfV0sIlRhc2tEZWZpbml0aW9uIjp7IiRpZCI6IjcyIiwiR3JvdXBOYW1lIjpudWxsLCJTdGFydERhdGUiOiIyMDI0LTAzLTA4VDAwOjAwOjAwWiIsIkVuZERhdGUiOiIyMDI2LTAxLTMwVDIzOjU5OjAwWiIsIlBlcmNlbnRhZ2VDb21wbGV0ZSI6bnVsbCwiU3R5bGUiOnsiJGlkIjoiNzMiLCJTaGFwZSI6MiwiU2hhcGVUaGlja25lc3MiOjAsIkR1cmF0aW9uRm9ybWF0IjowLCJJbmNsdWRlTm9uV29ya2luZ0RheXNJbkR1cmF0aW9uIjpmYWxzZSwiUGVyY2VudGFnZUNvbXBsZXRlU3R5bGUiOnsiJGlkIjoiNzQiLCJGb250U2V0dGluZ3MiOnsiJGlkIjoiNzUiLCJGb250U2l6ZSI6MTAsIkZvbnROYW1lIjoiQ2FsaWJyaSIsIklzQm9sZCI6ZmFsc2UsIklzSXRhbGljIjpmYWxzZSwiSXNVbmRlcmxpbmVkIjpmYWxzZSwiUGFyZW50U3R5bGUiOm51bGx9LCJBdXRvU2l6ZSI6MCwiRm9yZWdyb3VuZCI6eyIkaWQiOiI3NiIsIkNvbG9yIjp7IiRpZCI6Ijc3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3OCIsIlRvcCI6MC4wLCJMZWZ0IjowLjAsIlJpZ2h0IjowLjAsIkJvdHRvbSI6MC4wfSwiUGFkZGluZyI6eyIkaWQiOiI3OSIsIlRvcCI6MC4wLCJMZWZ0IjowLjAsIlJpZ2h0IjowLjAsIkJvdHRvbSI6MC4wfSwiQmFja2dyb3VuZCI6eyIkaWQiOiI4MCIsIkNvbG9yIjp7IiRpZCI6IjgxIiwiQSI6ODksIlIiOjM4LCJHIjozOCwiQiI6Mzh9fSwiSXNWaXNpYmxlIjp0cnVlLCJXaWR0aCI6MC4wLCJIZWlnaHQiOjAuMCwiQm9yZGVyU3R5bGUiOnsiJGlkIjoiODIiLCJMaW5lQ29sb3IiOm51bGwsIkxpbmVXZWlnaHQiOjAuMCwiTGluZVR5cGUiOjAsIlBhcmVudFN0eWxlIjpudWxsfSwiUGFyZW50U3R5bGUiOm51bGx9LCJEdXJhdGlvblN0eWxlIjp7IiRpZCI6IjgzIiwiRm9udFNldHRpbmdzIjp7IiRpZCI6Ijg0IiwiRm9udFNpemUiOjEwLCJGb250TmFtZSI6IkNhbGlicmkiLCJJc0JvbGQiOmZhbHNlLCJJc0l0YWxpYyI6ZmFsc2UsIklzVW5kZXJsaW5lZCI6ZmFsc2UsIlBhcmVudFN0eWxlIjpudWxsfSwiQXV0b1NpemUiOjAsIkZvcmVncm91bmQiOnsiJGlkIjoiODUiLCJDb2xvciI6eyIkaWQiOiI4N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g3IiwiVG9wIjowLjAsIkxlZnQiOjAuMCwiUmlnaHQiOjAuMCwiQm90dG9tIjowLjB9LCJQYWRkaW5nIjp7IiRpZCI6Ijg4IiwiVG9wIjowLjAsIkxlZnQiOjAuMCwiUmlnaHQiOjAuMCwiQm90dG9tIjowLjB9LCJCYWNrZ3JvdW5kIjp7IiRpZCI6Ijg5IiwiQ29sb3IiOnsiJGlkIjoiOTAiLCJBIjo4OSwiUiI6MCwiRyI6MCwiQiI6MH19LCJJc1Zpc2libGUiOnRydWUsIldpZHRoIjowLjAsIkhlaWdodCI6MC4wLCJCb3JkZXJTdHlsZSI6eyIkaWQiOiI5MSIsIkxpbmVDb2xvciI6bnVsbCwiTGluZVdlaWdodCI6MC4wLCJMaW5lVHlwZSI6MCwiUGFyZW50U3R5bGUiOm51bGx9LCJQYXJlbnRTdHlsZSI6bnVsbH0sIkhvcml6b250YWxDb25uZWN0b3JTdHlsZSI6eyIkaWQiOiI5MiIsIkxpbmVDb2xvciI6eyIkaWQiOiI5MyIsIiR0eXBlIjoiTkxSRS5Db21tb24uRG9tLlNvbGlkQ29sb3JCcnVzaCwgTkxSRS5Db21tb24iLCJDb2xvciI6eyIkaWQiOiI5NCIsIkEiOjI1NSwiUiI6MjA0LCJHIjoyMDQsIkIiOjIwNH19LCJMaW5lV2VpZ2h0IjoxLjAsIkxpbmVUeXBlIjowLCJQYXJlbnRTdHlsZSI6bnVsbH0sIlZlcnRpY2FsQ29ubmVjdG9yU3R5bGUiOnsiJGlkIjoiOTUiLCJMaW5lQ29sb3IiOnsiJGlkIjoiOTYiLCIkdHlwZSI6Ik5MUkUuQ29tbW9uLkRvbS5Tb2xpZENvbG9yQnJ1c2gsIE5MUkUuQ29tbW9uIiwiQ29sb3IiOnsiJGlkIjoiOTciLCJBIjoyNTUsIlIiOjIwNCwiRyI6MjA0LCJCIjoyMDR9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MsIklzQmVsb3dUaW1lYmFuZCI6dHJ1ZSwiUGVyY2VudGFnZUNvbXBsZXRlU2hhcGVPcGFjaXR5IjozNSwiU2hhcGVTdHlsZSI6eyIkaWQiOiI5OCIsIk1hcmdpbiI6eyIkaWQiOiI5OSIsIlRvcCI6MC4wLCJMZWZ0Ijo0LjAsIlJpZ2h0Ijo0LjAsIkJvdHRvbSI6MC4wfSwiUGFkZGluZyI6eyIkaWQiOiIxMDAiLCJUb3AiOjAuMCwiTGVmdCI6MC4wLCJSaWdodCI6MC4wLCJCb3R0b20iOjAuMH0sIkJhY2tncm91bmQiOnsiJGlkIjoiMTAxIiwiQ29sb3IiOnsiJGlkIjoiMTAyIiwiQSI6MjU1LCJSIjoyMzQsIkciOjIyLCJCIjozMH19LCJJc1Zpc2libGUiOnRydWUsIldpZHRoIjowLjAsIkhlaWdodCI6MTAuMCwiQm9yZGVyU3R5bGUiOnsiJGlkIjoiMTAzIiwiTGluZUNvbG9yIjp7IiRpZCI6IjEwNCIsIiR0eXBlIjoiTkxSRS5Db21tb24uRG9tLlNvbGlkQ29sb3JCcnVzaCwgTkxSRS5Db21tb24iLCJDb2xvciI6eyIkaWQiOiIxMDUiLCJBIjoyNTUsIlIiOjI1NSwiRyI6MCwiQiI6MH19LCJMaW5lV2VpZ2h0IjowLjAsIkxpbmVUeXBlIjowLCJQYXJlbnRTdHlsZSI6bnVsbH0sIlBhcmVudFN0eWxlIjpudWxsfSwiVGl0bGVTdHlsZSI6eyIkaWQiOiIxMDYiLCJGb250U2V0dGluZ3MiOnsiJGlkIjoiMTA3IiwiRm9udFNpemUiOjgsIkZvbnROYW1lIjoiQ2FsaWJyaSIsIklzQm9sZCI6dHJ1ZSwiSXNJdGFsaWMiOmZhbHNlLCJJc1VuZGVybGluZWQiOmZhbHNlLCJQYXJlbnRTdHlsZSI6bnVsbH0sIkF1dG9TaXplIjowLCJGb3JlZ3JvdW5kIjp7IiRpZCI6IjEwOCIsIkNvbG9yIjp7IiRpZCI6IjEwOSIsIkEiOjI1NSwiUiI6MjU1LCJHIjoyNTUsIkIiOjI1NX19LCJNYXhXaWR0aCI6NzIwLjAsIk1heEhlaWdodCI6IkluZmluaXR5IiwiU21hcnRGb3JlZ3JvdW5kSXNBY3RpdmUiOmZhbHNlLCJIb3Jpem9udGFsQWxpZ25tZW50IjoxLCJWZXJ0aWNhbEFsaWdubWVudCI6MCwiU21hcnRGb3JlZ3JvdW5kIjpudWxsLCJCYWNrZ3JvdW5kRmlsbFR5cGUiOjAsIk1hcmdpbiI6eyIkaWQiOiIxMTAiLCJUb3AiOjAuMCwiTGVmdCI6MC4wLCJSaWdodCI6MC4wLCJCb3R0b20iOjAuMH0sIlBhZGRpbmciOnsiJGlkIjoiMTExIiwiVG9wIjowLjAsIkxlZnQiOjAuMCwiUmlnaHQiOjAuMCwiQm90dG9tIjowLjB9LCJCYWNrZ3JvdW5kIjp7IiRpZCI6IjExMiIsIkNvbG9yIjp7IiRpZCI6IjExMyIsIkEiOjAsIlIiOjI1NSwiRyI6MjU1LCJCIjoyNTV9fSwiSXNWaXNpYmxlIjp0cnVlLCJXaWR0aCI6MC4wLCJIZWlnaHQiOjAuMCwiQm9yZGVyU3R5bGUiOnsiJGlkIjoiMTE0IiwiTGluZUNvbG9yIjpudWxsLCJMaW5lV2VpZ2h0IjowLjAsIkxpbmVUeXBlIjowLCJQYXJlbnRTdHlsZSI6bnVsbH0sIlBhcmVudFN0eWxlIjpudWxsfSwiRGF0ZVN0eWxlIjp7IiRpZCI6IjExNSIsIkZvbnRTZXR0aW5ncyI6eyIkaWQiOiIxMTYiLCJGb250U2l6ZSI6MTAsIkZvbnROYW1lIjoiQ2FsaWJyaSIsIklzQm9sZCI6ZmFsc2UsIklzSXRhbGljIjpmYWxzZSwiSXNVbmRlcmxpbmVkIjpmYWxzZSwiUGFyZW50U3R5bGUiOm51bGx9LCJBdXRvU2l6ZSI6MCwiRm9yZWdyb3VuZCI6eyIkaWQiOiIxMTciLCJDb2xvciI6eyIkaWQiOiIxMTg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xOSIsIlRvcCI6MC4wLCJMZWZ0IjowLjAsIlJpZ2h0IjowLjAsIkJvdHRvbSI6MC4wfSwiUGFkZGluZyI6eyIkaWQiOiIxMjAiLCJUb3AiOjAuMCwiTGVmdCI6MC4wLCJSaWdodCI6MC4wLCJCb3R0b20iOjAuMH0sIkJhY2tncm91bmQiOnsiJGlkIjoiMTIxIiwiQ29sb3IiOnsiJGlkIjoiMTIyIiwiQSI6MCwiUiI6MjU1LCJHIjoyNTUsIkIiOjI1NX19LCJJc1Zpc2libGUiOnRydWUsIldpZHRoIjowLjAsIkhlaWdodCI6MC4wLCJCb3JkZXJTdHlsZSI6eyIkaWQiOiIxMjMiLCJMaW5lQ29sb3IiOm51bGwsIkxpbmVXZWlnaHQiOjAuMCwiTGluZVR5cGUiOjAsIlBhcmVudFN0eWxlIjpudWxsfSwiUGFyZW50U3R5bGUiOm51bGx9LCJEYXRlRm9ybWF0Ijp7IiRpZCI6IjEy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jUiLCJGb3JtYXQiOjAsIklzVmlzaWJsZSI6ZmFsc2UsIkxhc3RLbm93blZpc2liaWxpdHlTdGF0ZSI6ZmFsc2V9LCJJc1Zpc2libGUiOnRydWUsIlBhcmVudFN0eWxlIjpudWxsfSwiSW5kZXgiOjcsIlNtYXJ0RHVyYXRpb25BY3RpdmF0ZWQiOmZhbHNlLCJEYXRlRm9ybWF0Ijp7IiRyZWYiOiIxMjQifSwiV2Vla051bWJlcmluZyI6eyIkaWQiOiIxMjYiLCJGb3JtYXQiOjAsIklzVmlzaWJsZSI6ZmFsc2UsIkxhc3RLbm93blZpc2liaWxpdHlTdGF0ZSI6ZmFsc2V9LCJJZCI6IjVlNGIyZDUxLTZiMzQtNDRlMi05MGEyLTY4MmRjNDEzOTc4MiIsIkltcG9ydElkIjpudWxsLCJUaXRsZSI6IjE0NDctMDAwNTsgUGggSUkgRFJGOyBNREQgYWRqLiIsIk5vdGUiOm51bGwsIkh5cGVybGluayI6eyIkaWQiOiIxMjciLCJBZGRyZXNzIjpudWxsLCJTdWJBZGRyZXNzIjpudWxsfSwiSXNDaGFuZ2VkIjpmYWxzZSwiSXNOZXciOmZhbHNlfX1dLCJfbWlsZXN0b25lcyI6W3siJGlkIjoiMTI4IiwiSWQiOiI1MDQzZjM2Yi1jOTc0LTQ3NjUtYmZkYS02NGE5NjYxN2JjYTkiLCJJbmRleCI6MSwiR3JvdXBJZCI6bnVsbCwiVGl0bGUiOiJIUFNDIFJvRkQiLCJEYXRlVGltZSI6IjIwMjYtMDgtMTZUMjM6NTk6MDAiLCJQZXJjZW50YWdlQ29tcGxldGUiOm51bGwsIk5vdGUiOm51bGwsIlN0eWxlIjp7IiRpZCI6IjEyOSIsIlRpdGxlUG9zaXRpb24iOiJSaWdodCIsIkRhdGVQb3NpdGlvbiI6IkxlZnQiLCJTaGFwZVR5cGUiOjEzLCJTaGFwZVNpemUiOjMsIlNwYWNpbmciOjUsIlNoYXBlU3R5bGUiOnsiJGlkIjoiMTMwIiwiTWFyZ2luIjp7IiRpZCI6IjEzMSIsIlRvcCI6MC4wLCJMZWZ0IjowLjAsIlJpZ2h0IjowLjAsIkJvdHRvbSI6MC4wfSwiUGFkZGluZyI6eyIkaWQiOiIxMzIiLCJUb3AiOjAuMCwiTGVmdCI6MC4wLCJSaWdodCI6MC4wLCJCb3R0b20iOjAuMH0sIkJhY2tncm91bmQiOnsiJGlkIjoiMTMzIiwiQ29sb3IiOnsiJGlkIjoiMTM0IiwiQSI6MjU1LCJSIjoyNTUsIkciOjE5MiwiQiI6MH19LCJJc1Zpc2libGUiOnRydWUsIldpZHRoIjoxNC4zOTk5OTk2MTg1MzAyNzMsIkhlaWdodCI6MTQuMzk5OTk5NjE4NTMwMjczLCJCb3JkZXJTdHlsZSI6eyIkaWQiOiIxMzUiLCJMaW5lQ29sb3IiOnsiJGlkIjoiMTM2IiwiJHR5cGUiOiJOTFJFLkNvbW1vbi5Eb20uU29saWRDb2xvckJydXNoLCBOTFJFLkNvbW1vbiIsIkNvbG9yIjp7IiRpZCI6IjEzNyIsIkEiOjI1NSwiUiI6MCwiRyI6MzUsIkIiOjczfX0sIkxpbmVXZWlnaHQiOjAuMCwiTGluZVR5cGUiOjAsIlBhcmVudFN0eWxlIjpudWxsfSwiUGFyZW50U3R5bGUiOm51bGx9LCJUaXRsZVN0eWxlIjp7IiRpZCI6IjEzOCIsIkZvbnRTZXR0aW5ncyI6eyIkaWQiOiIxMzkiLCJGb250U2l6ZSI6OCwiRm9udE5hbWUiOiJDYWxpYnJpIiwiSXNCb2xkIjp0cnVlLCJJc0l0YWxpYyI6ZmFsc2UsIklzVW5kZXJsaW5lZCI6ZmFsc2UsIlBhcmVudFN0eWxlIjpudWxsfSwiQXV0b1NpemUiOjAsIkZvcmVncm91bmQiOnsiJGlkIjoiMTQwIiwiQ29sb3IiOnsiJGlkIjoiMTQx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E0MiIsIlRvcCI6MC4wLCJMZWZ0IjowLjAsIlJpZ2h0IjowLjAsIkJvdHRvbSI6MC4wfSwiUGFkZGluZyI6eyIkaWQiOiIxNDMiLCJUb3AiOjAuMCwiTGVmdCI6MC4wLCJSaWdodCI6MC4wLCJCb3R0b20iOjAuMH0sIkJhY2tncm91bmQiOnsiJGlkIjoiMTQ0IiwiQ29sb3IiOnsiJGlkIjoiMTQ1IiwiQSI6MCwiUiI6MjU1LCJHIjoyNTUsIkIiOjI1NX19LCJJc1Zpc2libGUiOnRydWUsIldpZHRoIjowLjAsIkhlaWdodCI6MC4wLCJCb3JkZXJTdHlsZSI6bnVsbCwiUGFyZW50U3R5bGUiOm51bGx9LCJEYXRlU3R5bGUiOnsiJGlkIjoiMTQ2IiwiRm9udFNldHRpbmdzIjp7IiRpZCI6IjE0NyIsIkZvbnRTaXplIjoxMCwiRm9udE5hbWUiOiJDYWxpYnJpIiwiSXNCb2xkIjpmYWxzZSwiSXNJdGFsaWMiOmZhbHNlLCJJc1VuZGVybGluZWQiOmZhbHNlLCJQYXJlbnRTdHlsZSI6bnVsbH0sIkF1dG9TaXplIjowLCJGb3JlZ3JvdW5kIjp7IiRpZCI6IjE0OCIsIkNvbG9yIjp7IiRpZCI6IjE0O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MTUwIiwiVG9wIjowLjAsIkxlZnQiOjAuMCwiUmlnaHQiOjAuMCwiQm90dG9tIjowLjB9LCJQYWRkaW5nIjp7IiRpZCI6IjE1MSIsIlRvcCI6MC4wLCJMZWZ0IjowLjAsIlJpZ2h0IjowLjAsIkJvdHRvbSI6MC4wfSwiQmFja2dyb3VuZCI6eyIkaWQiOiIxNTIiLCJDb2xvciI6eyIkaWQiOiIxNTMiLCJBIjowLCJSIjoyNTUsIkciOjI1NSwiQiI6MjU1fX0sIklzVmlzaWJsZSI6ZmFsc2UsIldpZHRoIjowLjAsIkhlaWdodCI6MC4wLCJCb3JkZXJTdHlsZSI6bnVsbCwiUGFyZW50U3R5bGUiOm51bGx9LCJEYXRlRm9ybWF0Ijp7IiRpZCI6IjE1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TUiLCJGb3JtYXQiOjAsIklzVmlzaWJsZSI6ZmFsc2UsIkxhc3RLbm93blZpc2liaWxpdHlTdGF0ZSI6ZmFsc2V9LCJJc1Zpc2libGUiOnRydWUsIlBhcmVudFN0eWxlIjpudWxsfSwiSHlwZXJsaW5rIjpudWxsLCJJbXBvcnRJZCI6bnVsbH0seyIkaWQiOiIxNTYiLCJJZCI6ImNmZDNkN2MwLWEzYTktNDk2Ni1iM2Q2LTMwZDVmMzMwMjk1YiIsIkluZGV4IjoyLCJHcm91cElkIjpudWxsLCJUaXRsZSI6Ik5EQSIsIkRhdGVUaW1lIjoiMjAyOS0wNS0wMVQyMzo1OTowMCIsIlBlcmNlbnRhZ2VDb21wbGV0ZSI6bnVsbCwiTm90ZSI6bnVsbCwiU3R5bGUiOnsiJGlkIjoiMTU3IiwiVGl0bGVQb3NpdGlvbiI6IkxlZnQiLCJEYXRlUG9zaXRpb24iOiJMZWZ0IiwiU2hhcGVUeXBlIjoxMywiU2hhcGVTaXplIjozLCJTcGFjaW5nIjo1LCJTaGFwZVN0eWxlIjp7IiRpZCI6IjE1OCIsIk1hcmdpbiI6eyIkcmVmIjoiMTMxIn0sIlBhZGRpbmciOnsiJHJlZiI6IjEzMiJ9LCJCYWNrZ3JvdW5kIjp7IiRpZCI6IjE1OSIsIkNvbG9yIjp7IiRpZCI6IjE2MCIsIkEiOjI1NSwiUiI6MTUwLCJHIjoyMTQsIkIiOjY2fX0sIklzVmlzaWJsZSI6dHJ1ZSwiV2lkdGgiOjE0LjM5OTk5OTYxODUzMDI3MywiSGVpZ2h0IjoxNC4zOTk5OTk2MTg1MzAyNzMsIkJvcmRlclN0eWxlIjp7IiRpZCI6IjE2MSIsIkxpbmVDb2xvciI6eyIkaWQiOiIxNjIiLCIkdHlwZSI6Ik5MUkUuQ29tbW9uLkRvbS5Tb2xpZENvbG9yQnJ1c2gsIE5MUkUuQ29tbW9uIiwiQ29sb3IiOnsiJGlkIjoiMTYzIiwiQSI6MjU1LCJSIjoyNTUsIkciOjAsIkIiOjB9fSwiTGluZVdlaWdodCI6MC4wLCJMaW5lVHlwZSI6MCwiUGFyZW50U3R5bGUiOm51bGx9LCJQYXJlbnRTdHlsZSI6bnVsbH0sIlRpdGxlU3R5bGUiOnsiJGlkIjoiMTY0IiwiRm9udFNldHRpbmdzIjp7IiRpZCI6IjE2NSIsIkZvbnRTaXplIjo4LCJGb250TmFtZSI6IkNhbGlicmkiLCJJc0JvbGQiOnRydWUsIklzSXRhbGljIjpmYWxzZSwiSXNVbmRlcmxpbmVkIjpmYWxzZSwiUGFyZW50U3R5bGUiOm51bGx9LCJBdXRvU2l6ZSI6MCwiRm9yZWdyb3VuZCI6eyIkaWQiOiIxNjYiLCJDb2xvciI6eyIkaWQiOiIxNjciLCJBIjoyNTUsIlIiOjAsIkciOjAsIkIiOjB9fSwiTWF4V2lkdGgiOjIwMC4wLCJNYXhIZWlnaHQiOiJJbmZpbml0eSIsIlNtYXJ0Rm9yZWdyb3VuZElzQWN0aXZlIjpmYWxzZSwiSG9yaXpvbnRhbEFsaWdubWVudCI6MiwiVmVydGljYWxBbGlnbm1lbnQiOjAsIlNtYXJ0Rm9yZWdyb3VuZCI6bnVsbCwiQmFja2dyb3VuZEZpbGxUeXBlIjowLCJNYXJnaW4iOnsiJHJlZiI6IjE0MiJ9LCJQYWRkaW5nIjp7IiRyZWYiOiIxNDMifSwiQmFja2dyb3VuZCI6eyIkaWQiOiIxNjgiLCJDb2xvciI6eyIkaWQiOiIxNjkiLCJBIjowLCJSIjoyNTUsIkciOjI1NSwiQiI6MjU1fX0sIklzVmlzaWJsZSI6dHJ1ZSwiV2lkdGgiOjAuMCwiSGVpZ2h0IjowLjAsIkJvcmRlclN0eWxlIjpudWxsLCJQYXJlbnRTdHlsZSI6bnVsbH0sIkRhdGVTdHlsZSI6eyIkaWQiOiIxNzAiLCJGb250U2V0dGluZ3MiOnsiJGlkIjoiMTcxIiwiRm9udFNpemUiOjEwLCJGb250TmFtZSI6IkNhbGlicmkiLCJJc0JvbGQiOmZhbHNlLCJJc0l0YWxpYyI6ZmFsc2UsIklzVW5kZXJsaW5lZCI6ZmFsc2UsIlBhcmVudFN0eWxlIjpudWxsfSwiQXV0b1NpemUiOjAsIkZvcmVncm91bmQiOnsiJGlkIjoiMTcyIiwiQ29sb3IiOnsiJGlkIjoiMTcz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cmVmIjoiMTUwIn0sIlBhZGRpbmciOnsiJHJlZiI6IjE1MSJ9LCJCYWNrZ3JvdW5kIjp7IiRpZCI6IjE3NCIsIkNvbG9yIjp7IiRpZCI6IjE3NSIsIkEiOjAsIlIiOjI1NSwiRyI6MjU1LCJCIjoyNTV9fSwiSXNWaXNpYmxlIjpmYWxzZSwiV2lkdGgiOjAuMCwiSGVpZ2h0IjowLjAsIkJvcmRlclN0eWxlIjpudWxsLCJQYXJlbnRTdHlsZSI6bnVsbH0sIkRhdGVGb3JtYXQiOnsiJGlkIjoiMTc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3NyIsIkZvcm1hdCI6MCwiSXNWaXNpYmxlIjpmYWxzZSwiTGFzdEtub3duVmlzaWJpbGl0eVN0YXRlIjpmYWxzZX0sIklzVmlzaWJsZSI6dHJ1ZSwiUGFyZW50U3R5bGUiOm51bGx9LCJIeXBlcmxpbmsiOm51bGwsIkltcG9ydElkIjoiIn0seyIkaWQiOiIxNzgiLCJJZCI6IjMxNTliZWMxLWExMDktNGVjNi04NzAyLTlmODQ3OGJjMjE1ZCIsIkluZGV4Ijo2LCJHcm91cElkIjpudWxsLCJUaXRsZSI6IlBvQ1AiLCJEYXRlVGltZSI6IjIwMjQtMDItMjBUMjM6NTk6MDAiLCJQZXJjZW50YWdlQ29tcGxldGUiOm51bGwsIk5vdGUiOm51bGwsIlN0eWxlIjp7IiRpZCI6IjE3OSIsIlRpdGxlUG9zaXRpb24iOiJBYm92ZSIsIkRhdGVQb3NpdGlvbiI6IkxlZnQiLCJTaGFwZVR5cGUiOjAsIlNoYXBlU2l6ZSI6MCwiU3BhY2luZyI6NSwiU2hhcGVTdHlsZSI6eyIkaWQiOiIxODAiLCJNYXJnaW4iOnsiJGlkIjoiMTgxIiwiVG9wIjowLjAsIkxlZnQiOjAuMCwiUmlnaHQiOjAuMCwiQm90dG9tIjowLjB9LCJQYWRkaW5nIjp7IiRpZCI6IjE4MiIsIlRvcCI6MC4wLCJMZWZ0IjowLjAsIlJpZ2h0IjowLjAsIkJvdHRvbSI6MC4wfSwiQmFja2dyb3VuZCI6eyIkaWQiOiIxODMiLCJDb2xvciI6eyIkaWQiOiIxODQiLCJBIjoyNTUsIlIiOjI1NSwiRyI6MTkyLCJCIjowfX0sIklzVmlzaWJsZSI6dHJ1ZSwiV2lkdGgiOjEyLjAsIkhlaWdodCI6MTQuMCwiQm9yZGVyU3R5bGUiOnsiJGlkIjoiMTg1IiwiTGluZUNvbG9yIjp7IiRpZCI6IjE4NiIsIiR0eXBlIjoiTkxSRS5Db21tb24uRG9tLlNvbGlkQ29sb3JCcnVzaCwgTkxSRS5Db21tb24iLCJDb2xvciI6eyIkaWQiOiIxODciLCJBIjoyNTUsIlIiOjI1NSwiRyI6MCwiQiI6MH19LCJMaW5lV2VpZ2h0IjowLjAsIkxpbmVUeXBlIjowLCJQYXJlbnRTdHlsZSI6bnVsbH0sIlBhcmVudFN0eWxlIjpudWxsfSwiVGl0bGVTdHlsZSI6eyIkaWQiOiIxODgiLCJGb250U2V0dGluZ3MiOnsiJGlkIjoiMTg5IiwiRm9udFNpemUiOjgsIkZvbnROYW1lIjoiQ2FsaWJyaSIsIklzQm9sZCI6dHJ1ZSwiSXNJdGFsaWMiOmZhbHNlLCJJc1VuZGVybGluZWQiOmZhbHNlLCJQYXJlbnRTdHlsZSI6bnVsbH0sIkF1dG9TaXplIjowLCJGb3JlZ3JvdW5kIjp7IiRpZCI6IjE5MCIsIkNvbG9yIjp7IiRpZCI6IjE5MS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xOTIiLCJUb3AiOjAuMCwiTGVmdCI6MC4wLCJSaWdodCI6MC4wLCJCb3R0b20iOjAuMH0sIlBhZGRpbmciOnsiJGlkIjoiMTkzIiwiVG9wIjowLjAsIkxlZnQiOjAuMCwiUmlnaHQiOjAuMCwiQm90dG9tIjowLjB9LCJCYWNrZ3JvdW5kIjp7IiRpZCI6IjE5NCIsIkNvbG9yIjp7IiRpZCI6IjE5NSIsIkEiOjAsIlIiOjI1NSwiRyI6MjU1LCJCIjoyNTV9fSwiSXNWaXNpYmxlIjp0cnVlLCJXaWR0aCI6MC4wLCJIZWlnaHQiOjAuMCwiQm9yZGVyU3R5bGUiOm51bGwsIlBhcmVudFN0eWxlIjpudWxsfSwiRGF0ZVN0eWxlIjp7IiRpZCI6IjE5NiIsIkZvbnRTZXR0aW5ncyI6eyIkaWQiOiIxOTciLCJGb250U2l6ZSI6MTAsIkZvbnROYW1lIjoiQ2FsaWJyaSIsIklzQm9sZCI6ZmFsc2UsIklzSXRhbGljIjpmYWxzZSwiSXNVbmRlcmxpbmVkIjpmYWxzZSwiUGFyZW50U3R5bGUiOm51bGx9LCJBdXRvU2l6ZSI6MCwiRm9yZWdyb3VuZCI6eyIkaWQiOiIxOTgiLCJDb2xvciI6eyIkaWQiOiIxOTk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IwMCIsIlRvcCI6MC4wLCJMZWZ0IjowLjAsIlJpZ2h0IjowLjAsIkJvdHRvbSI6MC4wfSwiUGFkZGluZyI6eyIkaWQiOiIyMDEiLCJUb3AiOjAuMCwiTGVmdCI6MC4wLCJSaWdodCI6MC4wLCJCb3R0b20iOjAuMH0sIkJhY2tncm91bmQiOnsiJGlkIjoiMjAyIiwiQ29sb3IiOnsiJGlkIjoiMjAzIiwiQSI6MCwiUiI6MjU1LCJHIjoyNTUsIkIiOjI1NX19LCJJc1Zpc2libGUiOmZhbHNlLCJXaWR0aCI6MC4wLCJIZWlnaHQiOjAuMCwiQm9yZGVyU3R5bGUiOm51bGwsIlBhcmVudFN0eWxlIjpudWxsfSwiRGF0ZUZvcm1hdCI6eyIkaWQiOiIyMD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A1IiwiRm9ybWF0IjowLCJJc1Zpc2libGUiOmZhbHNlLCJMYXN0S25vd25WaXNpYmlsaXR5U3RhdGUiOmZhbHNlfSwiSXNWaXNpYmxlIjp0cnVlLCJQYXJlbnRTdHlsZSI6bnVsbH0sIkh5cGVybGluayI6bnVsbCwiSW1wb3J0SWQiOiIifSx7IiRpZCI6IjIwNiIsIklkIjoiMWYzNzA1NTItMTlmMi00YmZkLWI0ZmQtOGFlNGY0MDg0YWQzIiwiSW5kZXgiOjMsIkdyb3VwSWQiOm51bGwsIlRpdGxlIjoiUG9DQyIsIkRhdGVUaW1lIjoiMjAyNi0wMS0zMVQyMzo1OTowMCIsIlBlcmNlbnRhZ2VDb21wbGV0ZSI6bnVsbCwiTm90ZSI6bnVsbCwiU3R5bGUiOnsiJGlkIjoiMjA3IiwiVGl0bGVQb3NpdGlvbiI6IlJpZ2h0IiwiRGF0ZVBvc2l0aW9uIjoiTGVmdCIsIlNoYXBlVHlwZSI6MTMsIlNoYXBlU2l6ZSI6MywiU3BhY2luZyI6NSwiU2hhcGVTdHlsZSI6eyIkaWQiOiIyMDgiLCJNYXJnaW4iOnsiJHJlZiI6IjEzMSJ9LCJQYWRkaW5nIjp7IiRyZWYiOiIxMzIifSwiQmFja2dyb3VuZCI6eyIkaWQiOiIyMDkiLCJDb2xvciI6eyIkaWQiOiIyMTAiLCJBIjoyNTUsIlIiOjI1NSwiRyI6MTkyLCJCIjowfX0sIklzVmlzaWJsZSI6dHJ1ZSwiV2lkdGgiOjE0LjM5OTk5OTYxODUzMDI3MywiSGVpZ2h0IjoxNC4zOTk5OTk2MTg1MzAyNzMsIkJvcmRlclN0eWxlIjp7IiRpZCI6IjIxMSIsIkxpbmVDb2xvciI6eyIkaWQiOiIyMTIiLCIkdHlwZSI6Ik5MUkUuQ29tbW9uLkRvbS5Tb2xpZENvbG9yQnJ1c2gsIE5MUkUuQ29tbW9uIiwiQ29sb3IiOnsiJGlkIjoiMjEzIiwiQSI6MjU1LCJSIjowLCJHIjozNSwiQiI6NzN9fSwiTGluZVdlaWdodCI6MC4wLCJMaW5lVHlwZSI6MCwiUGFyZW50U3R5bGUiOm51bGx9LCJQYXJlbnRTdHlsZSI6bnVsbH0sIlRpdGxlU3R5bGUiOnsiJGlkIjoiMjE0IiwiRm9udFNldHRpbmdzIjp7IiRpZCI6IjIxNSIsIkZvbnRTaXplIjo4LCJGb250TmFtZSI6IkNhbGlicmkiLCJJc0JvbGQiOnRydWUsIklzSXRhbGljIjpmYWxzZSwiSXNVbmRlcmxpbmVkIjpmYWxzZSwiUGFyZW50U3R5bGUiOm51bGx9LCJBdXRvU2l6ZSI6MCwiRm9yZWdyb3VuZCI6eyIkaWQiOiIyMTYiLCJDb2xvciI6eyIkaWQiOiIyMTciLCJBIjoyNTUsIlIiOjAsIkciOjAsIkIiOjB9fSwiTWF4V2lkdGgiOjIwMC4wLCJNYXhIZWlnaHQiOiJJbmZpbml0eSIsIlNtYXJ0Rm9yZWdyb3VuZElzQWN0aXZlIjpmYWxzZSwiSG9yaXpvbnRhbEFsaWdubWVudCI6MCwiVmVydGljYWxBbGlnbm1lbnQiOjAsIlNtYXJ0Rm9yZWdyb3VuZCI6bnVsbCwiQmFja2dyb3VuZEZpbGxUeXBlIjowLCJNYXJnaW4iOnsiJHJlZiI6IjE0MiJ9LCJQYWRkaW5nIjp7IiRyZWYiOiIxNDMifSwiQmFja2dyb3VuZCI6eyIkaWQiOiIyMTgiLCJDb2xvciI6eyIkaWQiOiIyMTkiLCJBIjowLCJSIjoyNTUsIkciOjI1NSwiQiI6MjU1fX0sIklzVmlzaWJsZSI6dHJ1ZSwiV2lkdGgiOjAuMCwiSGVpZ2h0IjowLjAsIkJvcmRlclN0eWxlIjpudWxsLCJQYXJlbnRTdHlsZSI6bnVsbH0sIkRhdGVTdHlsZSI6eyIkaWQiOiIyMjAiLCJGb250U2V0dGluZ3MiOnsiJGlkIjoiMjIxIiwiRm9udFNpemUiOjEwLCJGb250TmFtZSI6IkNhbGlicmkiLCJJc0JvbGQiOmZhbHNlLCJJc0l0YWxpYyI6ZmFsc2UsIklzVW5kZXJsaW5lZCI6ZmFsc2UsIlBhcmVudFN0eWxlIjpudWxsfSwiQXV0b1NpemUiOjAsIkZvcmVncm91bmQiOnsiJGlkIjoiMjIyIiwiQ29sb3IiOnsiJGlkIjoiMjIz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cmVmIjoiMTUwIn0sIlBhZGRpbmciOnsiJHJlZiI6IjE1MSJ9LCJCYWNrZ3JvdW5kIjp7IiRpZCI6IjIyNCIsIkNvbG9yIjp7IiRpZCI6IjIyNSIsIkEiOjAsIlIiOjI1NSwiRyI6MjU1LCJCIjoyNTV9fSwiSXNWaXNpYmxlIjpmYWxzZSwiV2lkdGgiOjAuMCwiSGVpZ2h0IjowLjAsIkJvcmRlclN0eWxlIjpudWxsLCJQYXJlbnRTdHlsZSI6bnVsbH0sIkRhdGVGb3JtYXQiOnsiJGlkIjoiMjI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yNyIsIkZvcm1hdCI6MCwiSXNWaXNpYmxlIjpmYWxzZSwiTGFzdEtub3duVmlzaWJpbGl0eVN0YXRlIjpmYWxzZX0sIklzVmlzaWJsZSI6dHJ1ZSwiUGFyZW50U3R5bGUiOm51bGx9LCJIeXBlcmxpbmsiOm51bGwsIkltcG9ydElkIjpudWxsfSx7IiRpZCI6IjIyOCIsIklkIjoiMjVlMDM5M2QtNDNiZi00MWZlLWI0OTUtNjg3ZmJkYWRmOGZkIiwiSW5kZXgiOjQsIkdyb3VwSWQiOm51bGwsIlRpdGxlIjoiTUFBIiwiRGF0ZVRpbWUiOiIyMDMwLTEyLTAxVDIzOjU5OjAwIiwiUGVyY2VudGFnZUNvbXBsZXRlIjpudWxsLCJOb3RlIjpudWxsLCJTdHlsZSI6eyIkaWQiOiIyMjkiLCJUaXRsZVBvc2l0aW9uIjoiUmlnaHQiLCJEYXRlUG9zaXRpb24iOiJMZWZ0IiwiU2hhcGVUeXBlIjoxMywiU2hhcGVTaXplIjozLCJTcGFjaW5nIjo1LCJTaGFwZVN0eWxlIjp7IiRpZCI6IjIzMCIsIk1hcmdpbiI6eyIkcmVmIjoiMTgxIn0sIlBhZGRpbmciOnsiJHJlZiI6IjE4MiJ9LCJCYWNrZ3JvdW5kIjp7IiRpZCI6IjIzMSIsIkNvbG9yIjp7IiRpZCI6IjIzMiIsIkEiOjI1NSwiUiI6MjU1LCJHIjoxOTIsIkIiOjB9fSwiSXNWaXNpYmxlIjp0cnVlLCJXaWR0aCI6MTQuMzk5OTk5NjE4NTMwMjczLCJIZWlnaHQiOjE0LjM5OTk5OTYxODUzMDI3MywiQm9yZGVyU3R5bGUiOnsiJGlkIjoiMjMzIiwiTGluZUNvbG9yIjp7IiRpZCI6IjIzNCIsIiR0eXBlIjoiTkxSRS5Db21tb24uRG9tLlNvbGlkQ29sb3JCcnVzaCwgTkxSRS5Db21tb24iLCJDb2xvciI6eyIkaWQiOiIyMzUiLCJBIjoyNTUsIlIiOjI1NSwiRyI6MCwiQiI6MH19LCJMaW5lV2VpZ2h0IjowLjAsIkxpbmVUeXBlIjowLCJQYXJlbnRTdHlsZSI6bnVsbH0sIlBhcmVudFN0eWxlIjpudWxsfSwiVGl0bGVTdHlsZSI6eyIkaWQiOiIyMzYiLCJGb250U2V0dGluZ3MiOnsiJGlkIjoiMjM3IiwiRm9udFNpemUiOjgsIkZvbnROYW1lIjoiQ2FsaWJyaSIsIklzQm9sZCI6dHJ1ZSwiSXNJdGFsaWMiOmZhbHNlLCJJc1VuZGVybGluZWQiOmZhbHNlLCJQYXJlbnRTdHlsZSI6bnVsbH0sIkF1dG9TaXplIjowLCJGb3JlZ3JvdW5kIjp7IiRpZCI6IjIzOCIsIkNvbG9yIjp7IiRpZCI6IjIzOSIsIkEiOjI1NSwiUiI6MCwiRyI6MCwiQiI6MH19LCJNYXhXaWR0aCI6MjAwLjAsIk1heEhlaWdodCI6IkluZmluaXR5IiwiU21hcnRGb3JlZ3JvdW5kSXNBY3RpdmUiOmZhbHNlLCJIb3Jpem9udGFsQWxpZ25tZW50IjowLCJWZXJ0aWNhbEFsaWdubWVudCI6MCwiU21hcnRGb3JlZ3JvdW5kIjpudWxsLCJCYWNrZ3JvdW5kRmlsbFR5cGUiOjAsIk1hcmdpbiI6eyIkcmVmIjoiMTkyIn0sIlBhZGRpbmciOnsiJHJlZiI6IjE5MyJ9LCJCYWNrZ3JvdW5kIjp7IiRpZCI6IjI0MCIsIkNvbG9yIjp7IiRpZCI6IjI0MSIsIkEiOjAsIlIiOjI1NSwiRyI6MjU1LCJCIjoyNTV9fSwiSXNWaXNpYmxlIjp0cnVlLCJXaWR0aCI6MC4wLCJIZWlnaHQiOjAuMCwiQm9yZGVyU3R5bGUiOm51bGwsIlBhcmVudFN0eWxlIjpudWxsfSwiRGF0ZVN0eWxlIjp7IiRpZCI6IjI0MiIsIkZvbnRTZXR0aW5ncyI6eyIkaWQiOiIyNDMiLCJGb250U2l6ZSI6MTAsIkZvbnROYW1lIjoiQ2FsaWJyaSIsIklzQm9sZCI6ZmFsc2UsIklzSXRhbGljIjpmYWxzZSwiSXNVbmRlcmxpbmVkIjpmYWxzZSwiUGFyZW50U3R5bGUiOm51bGx9LCJBdXRvU2l6ZSI6MCwiRm9yZWdyb3VuZCI6eyIkaWQiOiIyNDQiLCJDb2xvciI6eyIkaWQiOiIyNDU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yZWYiOiIyMDAifSwiUGFkZGluZyI6eyIkcmVmIjoiMjAxIn0sIkJhY2tncm91bmQiOnsiJGlkIjoiMjQ2IiwiQ29sb3IiOnsiJGlkIjoiMjQ3IiwiQSI6MCwiUiI6MjU1LCJHIjoyNTUsIkIiOjI1NX19LCJJc1Zpc2libGUiOmZhbHNlLCJXaWR0aCI6MC4wLCJIZWlnaHQiOjAuMCwiQm9yZGVyU3R5bGUiOm51bGwsIlBhcmVudFN0eWxlIjpudWxsfSwiRGF0ZUZvcm1hdCI6eyIkaWQiOiIyN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Q5IiwiRm9ybWF0IjowLCJJc1Zpc2libGUiOmZhbHNlLCJMYXN0S25vd25WaXNpYmlsaXR5U3RhdGUiOmZhbHNlfSwiSXNWaXNpYmxlIjp0cnVlLCJQYXJlbnRTdHlsZSI6bnVsbH0sIkh5cGVybGluayI6bnVsbCwiSW1wb3J0SWQiOiIifSx7IiRpZCI6IjI1MCIsIklkIjoiZDg4NDY0YTYtYzMwYy00YzljLWE2NDEtYjFlNzVkOWJmYmJmIiwiSW5kZXgiOjUsIkdyb3VwSWQiOm51bGwsIlRpdGxlIjoiSk5EQS9TTkRBIiwiRGF0ZVRpbWUiOiIyMDI5LTA3LTI4VDIzOjU5OjAwIiwiUGVyY2VudGFnZUNvbXBsZXRlIjpudWxsLCJOb3RlIjpudWxsLCJTdHlsZSI6eyIkaWQiOiIyNTEiLCJUaXRsZVBvc2l0aW9uIjoiUmlnaHQiLCJEYXRlUG9zaXRpb24iOiJMZWZ0IiwiU2hhcGVUeXBlIjoxMywiU2hhcGVTaXplIjozLCJTcGFjaW5nIjo1LCJTaGFwZVN0eWxlIjp7IiRpZCI6IjI1MiIsIk1hcmdpbiI6eyIkcmVmIjoiMTgxIn0sIlBhZGRpbmciOnsiJHJlZiI6IjE4MiJ9LCJCYWNrZ3JvdW5kIjp7IiRpZCI6IjI1MyIsIkNvbG9yIjp7IiRpZCI6IjI1NCIsIkEiOjI1NSwiUiI6MjU1LCJHIjoxOTIsIkIiOjB9fSwiSXNWaXNpYmxlIjp0cnVlLCJXaWR0aCI6MTQuMzk5OTk5NjE4NTMwMjczLCJIZWlnaHQiOjE0LjM5OTk5OTYxODUzMDI3MywiQm9yZGVyU3R5bGUiOnsiJGlkIjoiMjU1IiwiTGluZUNvbG9yIjp7IiRpZCI6IjI1NiIsIiR0eXBlIjoiTkxSRS5Db21tb24uRG9tLlNvbGlkQ29sb3JCcnVzaCwgTkxSRS5Db21tb24iLCJDb2xvciI6eyIkaWQiOiIyNTciLCJBIjoyNTUsIlIiOjI1NSwiRyI6MCwiQiI6MH19LCJMaW5lV2VpZ2h0IjowLjAsIkxpbmVUeXBlIjowLCJQYXJlbnRTdHlsZSI6bnVsbH0sIlBhcmVudFN0eWxlIjpudWxsfSwiVGl0bGVTdHlsZSI6eyIkaWQiOiIyNTgiLCJGb250U2V0dGluZ3MiOnsiJGlkIjoiMjU5IiwiRm9udFNpemUiOjgsIkZvbnROYW1lIjoiQ2FsaWJyaSIsIklzQm9sZCI6dHJ1ZSwiSXNJdGFsaWMiOmZhbHNlLCJJc1VuZGVybGluZWQiOmZhbHNlLCJQYXJlbnRTdHlsZSI6bnVsbH0sIkF1dG9TaXplIjowLCJGb3JlZ3JvdW5kIjp7IiRpZCI6IjI2MCIsIkNvbG9yIjp7IiRpZCI6IjI2MSIsIkEiOjI1NSwiUiI6MCwiRyI6MCwiQiI6MH19LCJNYXhXaWR0aCI6MjAwLjAsIk1heEhlaWdodCI6IkluZmluaXR5IiwiU21hcnRGb3JlZ3JvdW5kSXNBY3RpdmUiOmZhbHNlLCJIb3Jpem9udGFsQWxpZ25tZW50IjowLCJWZXJ0aWNhbEFsaWdubWVudCI6MCwiU21hcnRGb3JlZ3JvdW5kIjpudWxsLCJCYWNrZ3JvdW5kRmlsbFR5cGUiOjAsIk1hcmdpbiI6eyIkcmVmIjoiMTkyIn0sIlBhZGRpbmciOnsiJHJlZiI6IjE5MyJ9LCJCYWNrZ3JvdW5kIjp7IiRpZCI6IjI2MiIsIkNvbG9yIjp7IiRpZCI6IjI2MyIsIkEiOjAsIlIiOjI1NSwiRyI6MjU1LCJCIjoyNTV9fSwiSXNWaXNpYmxlIjp0cnVlLCJXaWR0aCI6MC4wLCJIZWlnaHQiOjAuMCwiQm9yZGVyU3R5bGUiOm51bGwsIlBhcmVudFN0eWxlIjpudWxsfSwiRGF0ZVN0eWxlIjp7IiRpZCI6IjI2NCIsIkZvbnRTZXR0aW5ncyI6eyIkaWQiOiIyNjUiLCJGb250U2l6ZSI6MTAsIkZvbnROYW1lIjoiQ2FsaWJyaSIsIklzQm9sZCI6ZmFsc2UsIklzSXRhbGljIjpmYWxzZSwiSXNVbmRlcmxpbmVkIjpmYWxzZSwiUGFyZW50U3R5bGUiOm51bGx9LCJBdXRvU2l6ZSI6MCwiRm9yZWdyb3VuZCI6eyIkaWQiOiIyNjYiLCJDb2xvciI6eyIkaWQiOiIyNjc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yZWYiOiIyMDAifSwiUGFkZGluZyI6eyIkcmVmIjoiMjAxIn0sIkJhY2tncm91bmQiOnsiJGlkIjoiMjY4IiwiQ29sb3IiOnsiJGlkIjoiMjY5IiwiQSI6MCwiUiI6MjU1LCJHIjoyNTUsIkIiOjI1NX19LCJJc1Zpc2libGUiOmZhbHNlLCJXaWR0aCI6MC4wLCJIZWlnaHQiOjAuMCwiQm9yZGVyU3R5bGUiOm51bGwsIlBhcmVudFN0eWxlIjpudWxsfSwiRGF0ZUZvcm1hdCI6eyIkaWQiOiIyNzA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cxIiwiRm9ybWF0IjowLCJJc1Zpc2libGUiOmZhbHNlLCJMYXN0S25vd25WaXNpYmlsaXR5U3RhdGUiOmZhbHNlfSwiSXNWaXNpYmxlIjp0cnVlLCJQYXJlbnRTdHlsZSI6bnVsbH0sIkh5cGVybGluayI6bnVsbCwiSW1wb3J0SWQiOiIifV0sIklkIjoiMGUxNzZlM2YtYmJkNC00NjkyLWFjZmUtYmQwMGQ1M2VlMWFiIiwiSXNTaW5nbGVJdGVtUm93IjpmYWxzZX0seyIkaWQiOiIyNzIiLCJfdGFza3MiOlt7IiRpZCI6IjI3MyIsIl9hdHRhY2hlZE1pbGVzdG9uZXMiOltdLCJUYXNrRGVmaW5pdGlvbiI6eyIkaWQiOiIyNzQiLCJHcm91cE5hbWUiOm51bGwsIlN0YXJ0RGF0ZSI6IjIwMjQtMDktMDFUMDA6MDA6MDBaIiwiRW5kRGF0ZSI6IjIwMjYtMDEtMzBUMjM6NTk6MDBaIiwiUGVyY2VudGFnZUNvbXBsZXRlIjpudWxsLCJTdHlsZSI6eyIkaWQiOiIyNzUiLCJTaGFwZSI6MiwiU2hhcGVUaGlja25lc3MiOjAsIkR1cmF0aW9uRm9ybWF0IjowLCJJbmNsdWRlTm9uV29ya2luZ0RheXNJbkR1cmF0aW9uIjpmYWxzZSwiUGVyY2VudGFnZUNvbXBsZXRlU3R5bGUiOnsiJGlkIjoiMjc2IiwiRm9udFNldHRpbmdzIjp7IiRpZCI6IjI3NyIsIkZvbnRTaXplIjoxMCwiRm9udE5hbWUiOiJDYWxpYnJpIiwiSXNCb2xkIjpmYWxzZSwiSXNJdGFsaWMiOmZhbHNlLCJJc1VuZGVybGluZWQiOmZhbHNlLCJQYXJlbnRTdHlsZSI6bnVsbH0sIkF1dG9TaXplIjowLCJGb3JlZ3JvdW5kIjp7IiRyZWYiOiI3NiJ9LCJNYXhXaWR0aCI6MjAwLjAsIk1heEhlaWdodCI6IkluZmluaXR5IiwiU21hcnRGb3JlZ3JvdW5kSXNBY3RpdmUiOmZhbHNlLCJIb3Jpem9udGFsQWxpZ25tZW50IjowLCJWZXJ0aWNhbEFsaWdubWVudCI6MCwiU21hcnRGb3JlZ3JvdW5kIjpudWxsLCJCYWNrZ3JvdW5kRmlsbFR5cGUiOjAsIk1hcmdpbiI6eyIkcmVmIjoiNzgifSwiUGFkZGluZyI6eyIkcmVmIjoiNzkifSwiQmFja2dyb3VuZCI6eyIkaWQiOiIyNzgiLCJDb2xvciI6eyIkcmVmIjoiOTAifX0sIklzVmlzaWJsZSI6dHJ1ZSwiV2lkdGgiOjAuMCwiSGVpZ2h0IjowLjAsIkJvcmRlclN0eWxlIjp7IiRpZCI6IjI3OSIsIkxpbmVDb2xvciI6bnVsbCwiTGluZVdlaWdodCI6MC4wLCJMaW5lVHlwZSI6MCwiUGFyZW50U3R5bGUiOm51bGx9LCJQYXJlbnRTdHlsZSI6bnVsbH0sIkR1cmF0aW9uU3R5bGUiOnsiJGlkIjoiMjgwIiwiRm9udFNldHRpbmdzIjp7IiRpZCI6IjI4MSIsIkZvbnRTaXplIjoxMCwiRm9udE5hbWUiOiJDYWxpYnJpIiwiSXNCb2xkIjpmYWxzZSwiSXNJdGFsaWMiOmZhbHNlLCJJc1VuZGVybGluZWQiOmZhbHNlLCJQYXJlbnRTdHlsZSI6bnVsbH0sIkF1dG9TaXplIjowLCJGb3JlZ3JvdW5kIjp7IiRyZWYiOiI4NSJ9LCJNYXhXaWR0aCI6MjAwLjAsIk1heEhlaWdodCI6IkluZmluaXR5IiwiU21hcnRGb3JlZ3JvdW5kSXNBY3RpdmUiOmZhbHNlLCJIb3Jpem9udGFsQWxpZ25tZW50IjowLCJWZXJ0aWNhbEFsaWdubWVudCI6MCwiU21hcnRGb3JlZ3JvdW5kIjpudWxsLCJCYWNrZ3JvdW5kRmlsbFR5cGUiOjAsIk1hcmdpbiI6eyIkcmVmIjoiODcifSwiUGFkZGluZyI6eyIkcmVmIjoiODgifSwiQmFja2dyb3VuZCI6eyIkcmVmIjoiODkifSwiSXNWaXNpYmxlIjp0cnVlLCJXaWR0aCI6MC4wLCJIZWlnaHQiOjAuMCwiQm9yZGVyU3R5bGUiOnsiJGlkIjoiMjgyIiwiTGluZUNvbG9yIjpudWxsLCJMaW5lV2VpZ2h0IjowLjAsIkxpbmVUeXBlIjowLCJQYXJlbnRTdHlsZSI6bnVsbH0sIlBhcmVudFN0eWxlIjpudWxsfSwiSG9yaXpvbnRhbENvbm5lY3RvclN0eWxlIjp7IiRpZCI6IjI4MyIsIkxpbmVDb2xvciI6eyIkcmVmIjoiOTMifSwiTGluZVdlaWdodCI6MS4wLCJMaW5lVHlwZSI6MCwiUGFyZW50U3R5bGUiOm51bGx9LCJWZXJ0aWNhbENvbm5lY3RvclN0eWxlIjp7IiRpZCI6IjI4NCIsIkxpbmVDb2xvciI6eyIkcmVmIjoiOTYi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MsIklzQmVsb3dUaW1lYmFuZCI6dHJ1ZSwiUGVyY2VudGFnZUNvbXBsZXRlU2hhcGVPcGFjaXR5IjozNSwiU2hhcGVTdHlsZSI6eyIkaWQiOiIyODUiLCJNYXJnaW4iOnsiJHJlZiI6Ijk5In0sIlBhZGRpbmciOnsiJHJlZiI6IjEwMCJ9LCJCYWNrZ3JvdW5kIjp7IiRpZCI6IjI4NiIsIkNvbG9yIjp7IiRpZCI6IjI4NyIsIkEiOjI1NSwiUiI6MjM0LCJHIjoyMiwiQiI6MzB9fSwiSXNWaXNpYmxlIjp0cnVlLCJXaWR0aCI6MC4wLCJIZWlnaHQiOjEwLjAsIkJvcmRlclN0eWxlIjp7IiRpZCI6IjI4OCIsIkxpbmVDb2xvciI6eyIkaWQiOiIyODkiLCIkdHlwZSI6Ik5MUkUuQ29tbW9uLkRvbS5Tb2xpZENvbG9yQnJ1c2gsIE5MUkUuQ29tbW9uIiwiQ29sb3IiOnsiJGlkIjoiMjkwIiwiQSI6MjU1LCJSIjoyNTUsIkciOjAsIkIiOjB9fSwiTGluZVdlaWdodCI6MC4wLCJMaW5lVHlwZSI6MCwiUGFyZW50U3R5bGUiOm51bGx9LCJQYXJlbnRTdHlsZSI6bnVsbH0sIlRpdGxlU3R5bGUiOnsiJGlkIjoiMjkxIiwiRm9udFNldHRpbmdzIjp7IiRpZCI6IjI5MiIsIkZvbnRTaXplIjo4LCJGb250TmFtZSI6IkNhbGlicmkiLCJJc0JvbGQiOnRydWUsIklzSXRhbGljIjpmYWxzZSwiSXNVbmRlcmxpbmVkIjpmYWxzZSwiUGFyZW50U3R5bGUiOm51bGx9LCJBdXRvU2l6ZSI6MiwiRm9yZWdyb3VuZCI6eyIkaWQiOiIyOTMiLCJDb2xvciI6eyIkaWQiOiIyOTQiLCJBIjoyNTUsIlIiOjI1NSwiRyI6MjU1LCJCIjoyNTV9fSwiTWF4V2lkdGgiOjk5LjAsIk1heEhlaWdodCI6IkluZmluaXR5IiwiU21hcnRGb3JlZ3JvdW5kSXNBY3RpdmUiOmZhbHNlLCJIb3Jpem9udGFsQWxpZ25tZW50IjoxLCJWZXJ0aWNhbEFsaWdubWVudCI6MCwiU21hcnRGb3JlZ3JvdW5kIjpudWxsLCJCYWNrZ3JvdW5kRmlsbFR5cGUiOjAsIk1hcmdpbiI6eyIkcmVmIjoiMTEwIn0sIlBhZGRpbmciOnsiJHJlZiI6IjExMSJ9LCJCYWNrZ3JvdW5kIjp7IiRpZCI6IjI5NSIsIkNvbG9yIjp7IiRpZCI6IjI5NiIsIkEiOjAsIlIiOjI1NSwiRyI6MjU1LCJCIjoyNTV9fSwiSXNWaXNpYmxlIjp0cnVlLCJXaWR0aCI6MC4wLCJIZWlnaHQiOjAuMCwiQm9yZGVyU3R5bGUiOnsiJGlkIjoiMjk3IiwiTGluZUNvbG9yIjpudWxsLCJMaW5lV2VpZ2h0IjowLjAsIkxpbmVUeXBlIjowLCJQYXJlbnRTdHlsZSI6bnVsbH0sIlBhcmVudFN0eWxlIjpudWxsfSwiRGF0ZVN0eWxlIjp7IiRpZCI6IjI5OCIsIkZvbnRTZXR0aW5ncyI6eyIkaWQiOiIyOTkiLCJGb250U2l6ZSI6MTAsIkZvbnROYW1lIjoiQ2FsaWJyaSIsIklzQm9sZCI6ZmFsc2UsIklzSXRhbGljIjpmYWxzZSwiSXNVbmRlcmxpbmVkIjpmYWxzZSwiUGFyZW50U3R5bGUiOm51bGx9LCJBdXRvU2l6ZSI6MCwiRm9yZWdyb3VuZCI6eyIkaWQiOiIzMDAiLCJDb2xvciI6eyIkaWQiOiIzMDE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GlkIjoiMzAyIiwiQ29sb3IiOnsiJGlkIjoiMzAzIiwiQSI6MCwiUiI6MjU1LCJHIjoyNTUsIkIiOjI1NX19LCJJc1Zpc2libGUiOnRydWUsIldpZHRoIjowLjAsIkhlaWdodCI6MC4wLCJCb3JkZXJTdHlsZSI6eyIkaWQiOiIzMDQiLCJMaW5lQ29sb3IiOm51bGwsIkxpbmVXZWlnaHQiOjAuMCwiTGluZVR5cGUiOjAsIlBhcmVudFN0eWxlIjpudWxsfSwiUGFyZW50U3R5bGUiOm51bGx9LCJEYXRlRm9ybWF0Ijp7IiRpZCI6IjMw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DYiLCJGb3JtYXQiOjAsIklzVmlzaWJsZSI6ZmFsc2UsIkxhc3RLbm93blZpc2liaWxpdHlTdGF0ZSI6ZmFsc2V9LCJJc1Zpc2libGUiOnRydWUsIlBhcmVudFN0eWxlIjpudWxsfSwiSW5kZXgiOjE0LCJTbWFydER1cmF0aW9uQWN0aXZhdGVkIjpmYWxzZSwiRGF0ZUZvcm1hdCI6eyIkcmVmIjoiMzA1In0sIldlZWtOdW1iZXJpbmciOnsiJGlkIjoiMzA3IiwiRm9ybWF0IjowLCJJc1Zpc2libGUiOmZhbHNlLCJMYXN0S25vd25WaXNpYmlsaXR5U3RhdGUiOmZhbHNlfSwiSWQiOiJlYTM5NTdiYi1kN2FmLTRiYmItOGM3Ny0xYmRkMTJhMGYyZjMiLCJJbXBvcnRJZCI6bnVsbCwiVGl0bGUiOiJQaCBJSSBEUkY7IE1ERCBtb25vIiwiTm90ZSI6bnVsbCwiSHlwZXJsaW5rIjp7IiRpZCI6IjMwOCIsIkFkZHJlc3MiOm51bGwsIlN1YkFkZHJlc3MiOm51bGx9LCJJc0NoYW5nZWQiOmZhbHNlLCJJc05ldyI6ZmFsc2V9fV0sIl9taWxlc3RvbmVzIjpbeyIkaWQiOiIzMDkiLCJJZCI6IjIwZDFiYTUxLTVhNWMtNDhhMy04Y2QzLTE1ZGU1NWNjMmZkYSIsIkluZGV4Ijo5LCJHcm91cElkIjpudWxsLCJUaXRsZSI6IkFwcHIuIEpQIiwiRGF0ZVRpbWUiOiIyMDMwLTA3LTI4VDIzOjU5OjAwIiwiUGVyY2VudGFnZUNvbXBsZXRlIjpudWxsLCJOb3RlIjpudWxsLCJTdHlsZSI6eyIkaWQiOiIzMTAiLCJUaXRsZVBvc2l0aW9uIjoiTGVmdCIsIkRhdGVQb3NpdGlvbiI6IkxlZnQiLCJTaGFwZVR5cGUiOjEzLCJTaGFwZVNpemUiOjMsIlNwYWNpbmciOjMsIlNoYXBlU3R5bGUiOnsiJGlkIjoiMzExIiwiTWFyZ2luIjp7IiRyZWYiOiIxODEifSwiUGFkZGluZyI6eyIkcmVmIjoiMTgyIn0sIkJhY2tncm91bmQiOnsiJGlkIjoiMzEyIiwiQ29sb3IiOnsiJGlkIjoiMzEzIiwiQSI6MjU1LCJSIjoyNiwiRyI6MTcwLCJCIjo2Nn19LCJJc1Zpc2libGUiOnRydWUsIldpZHRoIjoxNC4zOTk5OTk2MTg1MzAyNzMsIkhlaWdodCI6MTQuMzk5OTk5NjE4NTMwMjczLCJCb3JkZXJTdHlsZSI6eyIkaWQiOiIzMTQiLCJMaW5lQ29sb3IiOnsiJGlkIjoiMzE1IiwiJHR5cGUiOiJOTFJFLkNvbW1vbi5Eb20uU29saWRDb2xvckJydXNoLCBOTFJFLkNvbW1vbiIsIkNvbG9yIjp7IiRpZCI6IjMxNiIsIkEiOjI1NSwiUiI6MjU1LCJHIjowLCJCIjowfX0sIkxpbmVXZWlnaHQiOjAuMCwiTGluZVR5cGUiOjAsIlBhcmVudFN0eWxlIjpudWxsfSwiUGFyZW50U3R5bGUiOm51bGx9LCJUaXRsZVN0eWxlIjp7IiRpZCI6IjMxNyIsIkZvbnRTZXR0aW5ncyI6eyIkaWQiOiIzMTgiLCJGb250U2l6ZSI6OCwiRm9udE5hbWUiOiJDYWxpYnJpIiwiSXNCb2xkIjp0cnVlLCJJc0l0YWxpYyI6ZmFsc2UsIklzVW5kZXJsaW5lZCI6ZmFsc2UsIlBhcmVudFN0eWxlIjpudWxsfSwiQXV0b1NpemUiOjAsIkZvcmVncm91bmQiOnsiJGlkIjoiMzE5IiwiQ29sb3IiOnsiJGlkIjoiMzIwIiwiQSI6MjU1LCJSIjowLCJHIjowLCJCIjowfX0sIk1heFdpZHRoIjoyMDAuMCwiTWF4SGVpZ2h0IjoiSW5maW5pdHkiLCJTbWFydEZvcmVncm91bmRJc0FjdGl2ZSI6ZmFsc2UsIkhvcml6b250YWxBbGlnbm1lbnQiOjIsIlZlcnRpY2FsQWxpZ25tZW50IjowLCJTbWFydEZvcmVncm91bmQiOm51bGwsIkJhY2tncm91bmRGaWxsVHlwZSI6MCwiTWFyZ2luIjp7IiRyZWYiOiIxOTIifSwiUGFkZGluZyI6eyIkcmVmIjoiMTkzIn0sIkJhY2tncm91bmQiOnsiJGlkIjoiMzIxIiwiQ29sb3IiOnsiJGlkIjoiMzIyIiwiQSI6MCwiUiI6MjU1LCJHIjoyNTUsIkIiOjI1NX19LCJJc1Zpc2libGUiOnRydWUsIldpZHRoIjowLjAsIkhlaWdodCI6MC4wLCJCb3JkZXJTdHlsZSI6bnVsbCwiUGFyZW50U3R5bGUiOm51bGx9LCJEYXRlU3R5bGUiOnsiJGlkIjoiMzIzIiwiRm9udFNldHRpbmdzIjp7IiRpZCI6IjMyNCIsIkZvbnRTaXplIjoxMCwiRm9udE5hbWUiOiJDYWxpYnJpIiwiSXNCb2xkIjpmYWxzZSwiSXNJdGFsaWMiOmZhbHNlLCJJc1VuZGVybGluZWQiOmZhbHNlLCJQYXJlbnRTdHlsZSI6bnVsbH0sIkF1dG9TaXplIjowLCJGb3JlZ3JvdW5kIjp7IiRpZCI6IjMyNSIsIkNvbG9yIjp7IiRpZCI6IjMyN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wMCJ9LCJQYWRkaW5nIjp7IiRyZWYiOiIyMDEifSwiQmFja2dyb3VuZCI6eyIkaWQiOiIzMjciLCJDb2xvciI6eyIkaWQiOiIzMjgiLCJBIjowLCJSIjoyNTUsIkciOjI1NSwiQiI6MjU1fX0sIklzVmlzaWJsZSI6ZmFsc2UsIldpZHRoIjowLjAsIkhlaWdodCI6MC4wLCJCb3JkZXJTdHlsZSI6bnVsbCwiUGFyZW50U3R5bGUiOm51bGx9LCJEYXRlRm9ybWF0Ijp7IiRpZCI6IjMy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MzAiLCJGb3JtYXQiOjAsIklzVmlzaWJsZSI6ZmFsc2UsIkxhc3RLbm93blZpc2liaWxpdHlTdGF0ZSI6ZmFsc2V9LCJJc1Zpc2libGUiOnRydWUsIlBhcmVudFN0eWxlIjpudWxsfSwiSHlwZXJsaW5rIjpudWxsLCJJbXBvcnRJZCI6IiJ9LHsiJGlkIjoiMzMxIiwiSWQiOiJmOGM5Y2IxZi0xYjhkLTQ4MTgtYmY4YS1hMjNlNDk3NDQ1NWEiLCJJbmRleCI6MTAsIkdyb3VwSWQiOm51bGwsIlRpdGxlIjoiQXBwci4gQ04iLCJEYXRlVGltZSI6IjIwMzEtMDEtMjNUMjM6NTk6MDAiLCJQZXJjZW50YWdlQ29tcGxldGUiOm51bGwsIk5vdGUiOm51bGwsIlN0eWxlIjp7IiRpZCI6IjMzMiIsIlRpdGxlUG9zaXRpb24iOiJSaWdodCIsIkRhdGVQb3NpdGlvbiI6IkxlZnQiLCJTaGFwZVR5cGUiOjEzLCJTaGFwZVNpemUiOjMsIlNwYWNpbmciOjMsIlNoYXBlU3R5bGUiOnsiJGlkIjoiMzMzIiwiTWFyZ2luIjp7IiRyZWYiOiIxODEifSwiUGFkZGluZyI6eyIkcmVmIjoiMTgyIn0sIkJhY2tncm91bmQiOnsiJGlkIjoiMzM0IiwiQ29sb3IiOnsiJGlkIjoiMzM1IiwiQSI6MjU1LCJSIjoyNiwiRyI6MTcwLCJCIjo2Nn19LCJJc1Zpc2libGUiOnRydWUsIldpZHRoIjoxNC4zOTk5OTk2MTg1MzAyNzMsIkhlaWdodCI6MTQuMzk5OTk5NjE4NTMwMjczLCJCb3JkZXJTdHlsZSI6eyIkaWQiOiIzMzYiLCJMaW5lQ29sb3IiOnsiJHJlZiI6IjI1NiJ9LCJMaW5lV2VpZ2h0IjowLjAsIkxpbmVUeXBlIjowLCJQYXJlbnRTdHlsZSI6bnVsbH0sIlBhcmVudFN0eWxlIjpudWxsfSwiVGl0bGVTdHlsZSI6eyIkaWQiOiIzMzciLCJGb250U2V0dGluZ3MiOnsiJGlkIjoiMzM4IiwiRm9udFNpemUiOjgsIkZvbnROYW1lIjoiQ2FsaWJyaSIsIklzQm9sZCI6dHJ1ZSwiSXNJdGFsaWMiOmZhbHNlLCJJc1VuZGVybGluZWQiOmZhbHNlLCJQYXJlbnRTdHlsZSI6bnVsbH0sIkF1dG9TaXplIjowLCJGb3JlZ3JvdW5kIjp7IiRpZCI6IjMzOSIsIkNvbG9yIjp7IiRpZCI6IjM0MCIsIkEiOjI1NSwiUiI6MCwiRyI6MCwiQiI6MH19LCJNYXhXaWR0aCI6MjAwLjAsIk1heEhlaWdodCI6IkluZmluaXR5IiwiU21hcnRGb3JlZ3JvdW5kSXNBY3RpdmUiOmZhbHNlLCJIb3Jpem9udGFsQWxpZ25tZW50IjowLCJWZXJ0aWNhbEFsaWdubWVudCI6MCwiU21hcnRGb3JlZ3JvdW5kIjpudWxsLCJCYWNrZ3JvdW5kRmlsbFR5cGUiOjAsIk1hcmdpbiI6eyIkcmVmIjoiMTkyIn0sIlBhZGRpbmciOnsiJHJlZiI6IjE5MyJ9LCJCYWNrZ3JvdW5kIjp7IiRpZCI6IjM0MSIsIkNvbG9yIjp7IiRpZCI6IjM0MiIsIkEiOjAsIlIiOjI1NSwiRyI6MjU1LCJCIjoyNTV9fSwiSXNWaXNpYmxlIjp0cnVlLCJXaWR0aCI6MC4wLCJIZWlnaHQiOjAuMCwiQm9yZGVyU3R5bGUiOm51bGwsIlBhcmVudFN0eWxlIjpudWxsfSwiRGF0ZVN0eWxlIjp7IiRpZCI6IjM0MyIsIkZvbnRTZXR0aW5ncyI6eyIkaWQiOiIzNDQiLCJGb250U2l6ZSI6MTAsIkZvbnROYW1lIjoiQ2FsaWJyaSIsIklzQm9sZCI6ZmFsc2UsIklzSXRhbGljIjpmYWxzZSwiSXNVbmRlcmxpbmVkIjpmYWxzZSwiUGFyZW50U3R5bGUiOm51bGx9LCJBdXRvU2l6ZSI6MCwiRm9yZWdyb3VuZCI6eyIkaWQiOiIzNDUiLCJDb2xvciI6eyIkaWQiOiIzNDY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yZWYiOiIyMDAifSwiUGFkZGluZyI6eyIkcmVmIjoiMjAxIn0sIkJhY2tncm91bmQiOnsiJGlkIjoiMzQ3IiwiQ29sb3IiOnsiJGlkIjoiMzQ4IiwiQSI6MCwiUiI6MjU1LCJHIjoyNTUsIkIiOjI1NX19LCJJc1Zpc2libGUiOmZhbHNlLCJXaWR0aCI6MC4wLCJIZWlnaHQiOjAuMCwiQm9yZGVyU3R5bGUiOm51bGwsIlBhcmVudFN0eWxlIjpudWxsfSwiRGF0ZUZvcm1hdCI6eyIkcmVmIjoiMjcwIn0sIldlZWtOdW1iZXJpbmciOnsiJGlkIjoiMzQ5IiwiRm9ybWF0IjowLCJJc1Zpc2libGUiOmZhbHNlLCJMYXN0S25vd25WaXNpYmlsaXR5U3RhdGUiOmZhbHNlfSwiSXNWaXNpYmxlIjp0cnVlLCJQYXJlbnRTdHlsZSI6bnVsbH0sIkh5cGVybGluayI6bnVsbCwiSW1wb3J0SWQiOiIifSx7IiRpZCI6IjM1MCIsIklkIjoiMWRmN2FmZGQtZDg3NC00M2U0LWI1YTItMmQ3NDM4ZmE3NjNkIiwiSW5kZXgiOjExLCJHcm91cElkIjpudWxsLCJUaXRsZSI6IkFwcHIuIFVTIiwiRGF0ZVRpbWUiOiIyMDI5LTExLTMwVDIzOjU5OjAwIiwiUGVyY2VudGFnZUNvbXBsZXRlIjpudWxsLCJOb3RlIjpudWxsLCJTdHlsZSI6eyIkaWQiOiIzNTEiLCJUaXRsZVBvc2l0aW9uIjoiTGVmdCIsIkRhdGVQb3NpdGlvbiI6IkxlZnQiLCJTaGFwZVR5cGUiOjEzLCJTaGFwZVNpemUiOjMsIlNwYWNpbmciOjUsIlNoYXBlU3R5bGUiOnsiJGlkIjoiMzUyIiwiTWFyZ2luIjp7IiRyZWYiOiIxMzEifSwiUGFkZGluZyI6eyIkcmVmIjoiMTMyIn0sIkJhY2tncm91bmQiOnsiJGlkIjoiMzUzIiwiQ29sb3IiOnsiJGlkIjoiMzU0IiwiQSI6MjU1LCJSIjoyNiwiRyI6MTcwLCJCIjo2Nn19LCJJc1Zpc2libGUiOnRydWUsIldpZHRoIjoxNC4zOTk5OTk2MTg1MzAyNzMsIkhlaWdodCI6MTQuMzk5OTk5NjE4NTMwMjczLCJCb3JkZXJTdHlsZSI6eyIkaWQiOiIzNTUiLCJMaW5lQ29sb3IiOnsiJGlkIjoiMzU2IiwiJHR5cGUiOiJOTFJFLkNvbW1vbi5Eb20uU29saWRDb2xvckJydXNoLCBOTFJFLkNvbW1vbiIsIkNvbG9yIjp7IiRpZCI6IjM1NyIsIkEiOjI1NSwiUiI6MjU1LCJHIjowLCJCIjowfX0sIkxpbmVXZWlnaHQiOjAuMCwiTGluZVR5cGUiOjAsIlBhcmVudFN0eWxlIjpudWxsfSwiUGFyZW50U3R5bGUiOm51bGx9LCJUaXRsZVN0eWxlIjp7IiRpZCI6IjM1OCIsIkZvbnRTZXR0aW5ncyI6eyIkaWQiOiIzNTkiLCJGb250U2l6ZSI6OCwiRm9udE5hbWUiOiJDYWxpYnJpIiwiSXNCb2xkIjp0cnVlLCJJc0l0YWxpYyI6ZmFsc2UsIklzVW5kZXJsaW5lZCI6ZmFsc2UsIlBhcmVudFN0eWxlIjpudWxsfSwiQXV0b1NpemUiOjAsIkZvcmVncm91bmQiOnsiJGlkIjoiMzYwIiwiQ29sb3IiOnsiJGlkIjoiMzYxIiwiQSI6MjU1LCJSIjowLCJHIjowLCJCIjowfX0sIk1heFdpZHRoIjoyMDAuMCwiTWF4SGVpZ2h0IjoiSW5maW5pdHkiLCJTbWFydEZvcmVncm91bmRJc0FjdGl2ZSI6ZmFsc2UsIkhvcml6b250YWxBbGlnbm1lbnQiOjIsIlZlcnRpY2FsQWxpZ25tZW50IjowLCJTbWFydEZvcmVncm91bmQiOm51bGwsIkJhY2tncm91bmRGaWxsVHlwZSI6MCwiTWFyZ2luIjp7IiRyZWYiOiIxNDIifSwiUGFkZGluZyI6eyIkcmVmIjoiMTQzIn0sIkJhY2tncm91bmQiOnsiJGlkIjoiMzYyIiwiQ29sb3IiOnsiJGlkIjoiMzYzIiwiQSI6MCwiUiI6MjU1LCJHIjoyNTUsIkIiOjI1NX19LCJJc1Zpc2libGUiOnRydWUsIldpZHRoIjowLjAsIkhlaWdodCI6MC4wLCJCb3JkZXJTdHlsZSI6bnVsbCwiUGFyZW50U3R5bGUiOm51bGx9LCJEYXRlU3R5bGUiOnsiJGlkIjoiMzY0IiwiRm9udFNldHRpbmdzIjp7IiRpZCI6IjM2NSIsIkZvbnRTaXplIjoxMCwiRm9udE5hbWUiOiJDYWxpYnJpIiwiSXNCb2xkIjpmYWxzZSwiSXNJdGFsaWMiOmZhbHNlLCJJc1VuZGVybGluZWQiOmZhbHNlLCJQYXJlbnRTdHlsZSI6bnVsbH0sIkF1dG9TaXplIjowLCJGb3JlZ3JvdW5kIjp7IiRpZCI6IjM2NiIsIkNvbG9yIjp7IiRpZCI6IjM2Ny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E1MCJ9LCJQYWRkaW5nIjp7IiRyZWYiOiIxNTEifSwiQmFja2dyb3VuZCI6eyIkaWQiOiIzNjgiLCJDb2xvciI6eyIkaWQiOiIzNjkiLCJBIjowLCJSIjoyNTUsIkciOjI1NSwiQiI6MjU1fX0sIklzVmlzaWJsZSI6ZmFsc2UsIldpZHRoIjowLjAsIkhlaWdodCI6MC4wLCJCb3JkZXJTdHlsZSI6bnVsbCwiUGFyZW50U3R5bGUiOm51bGx9LCJEYXRlRm9ybWF0Ijp7IiRpZCI6IjM3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NzEiLCJGb3JtYXQiOjAsIklzVmlzaWJsZSI6ZmFsc2UsIkxhc3RLbm93blZpc2liaWxpdHlTdGF0ZSI6ZmFsc2V9LCJJc1Zpc2libGUiOnRydWUsIlBhcmVudFN0eWxlIjpudWxsfSwiSHlwZXJsaW5rIjpudWxsLCJJbXBvcnRJZCI6IiJ9LHsiJGlkIjoiMzcyIiwiSWQiOiI4YjZiMDk1Ny0yYmJjLTQwOGEtYjVlMC03NDRmODI4OGE0NGQiLCJJbmRleCI6MTIsIkdyb3VwSWQiOm51bGwsIlRpdGxlIjoiQXBwci4gRVUiLCJEYXRlVGltZSI6IjIwMzItMDMtMDFUMjM6NTk6MDAiLCJQZXJjZW50YWdlQ29tcGxldGUiOm51bGwsIk5vdGUiOm51bGwsIlN0eWxlIjp7IiRpZCI6IjM3MyIsIlRpdGxlUG9zaXRpb24iOiJSaWdodCIsIkRhdGVQb3NpdGlvbiI6IkxlZnQiLCJTaGFwZVR5cGUiOjEzLCJTaGFwZVNpemUiOjMsIlNwYWNpbmciOjUsIlNoYXBlU3R5bGUiOnsiJGlkIjoiMzc0IiwiTWFyZ2luIjp7IiRyZWYiOiIxODEifSwiUGFkZGluZyI6eyIkcmVmIjoiMTgyIn0sIkJhY2tncm91bmQiOnsiJGlkIjoiMzc1IiwiQ29sb3IiOnsiJGlkIjoiMzc2IiwiQSI6MjU1LCJSIjoyNiwiRyI6MTcwLCJCIjo2Nn19LCJJc1Zpc2libGUiOnRydWUsIldpZHRoIjoxNC4zOTk5OTk2MTg1MzAyNzMsIkhlaWdodCI6MTQuMzk5OTk5NjE4NTMwMjczLCJCb3JkZXJTdHlsZSI6eyIkaWQiOiIzNzciLCJMaW5lQ29sb3IiOnsiJGlkIjoiMzc4IiwiJHR5cGUiOiJOTFJFLkNvbW1vbi5Eb20uU29saWRDb2xvckJydXNoLCBOTFJFLkNvbW1vbiIsIkNvbG9yIjp7IiRpZCI6IjM3OSIsIkEiOjI1NSwiUiI6MjU1LCJHIjowLCJCIjowfX0sIkxpbmVXZWlnaHQiOjAuMCwiTGluZVR5cGUiOjAsIlBhcmVudFN0eWxlIjpudWxsfSwiUGFyZW50U3R5bGUiOm51bGx9LCJUaXRsZVN0eWxlIjp7IiRpZCI6IjM4MCIsIkZvbnRTZXR0aW5ncyI6eyIkaWQiOiIzODEiLCJGb250U2l6ZSI6OCwiRm9udE5hbWUiOiJDYWxpYnJpIiwiSXNCb2xkIjp0cnVlLCJJc0l0YWxpYyI6ZmFsc2UsIklzVW5kZXJsaW5lZCI6ZmFsc2UsIlBhcmVudFN0eWxlIjpudWxsfSwiQXV0b1NpemUiOjAsIkZvcmVncm91bmQiOnsiJGlkIjoiMzgyIiwiQ29sb3IiOnsiJGlkIjoiMzgzIiwiQSI6MjU1LCJSIjowLCJHIjowLCJCIjowfX0sIk1heFdpZHRoIjoyMDAuMCwiTWF4SGVpZ2h0IjoiSW5maW5pdHkiLCJTbWFydEZvcmVncm91bmRJc0FjdGl2ZSI6ZmFsc2UsIkhvcml6b250YWxBbGlnbm1lbnQiOjAsIlZlcnRpY2FsQWxpZ25tZW50IjowLCJTbWFydEZvcmVncm91bmQiOm51bGwsIkJhY2tncm91bmRGaWxsVHlwZSI6MCwiTWFyZ2luIjp7IiRyZWYiOiIxOTIifSwiUGFkZGluZyI6eyIkcmVmIjoiMTkzIn0sIkJhY2tncm91bmQiOnsiJGlkIjoiMzg0IiwiQ29sb3IiOnsiJGlkIjoiMzg1IiwiQSI6MCwiUiI6MjU1LCJHIjoyNTUsIkIiOjI1NX19LCJJc1Zpc2libGUiOnRydWUsIldpZHRoIjowLjAsIkhlaWdodCI6MC4wLCJCb3JkZXJTdHlsZSI6bnVsbCwiUGFyZW50U3R5bGUiOm51bGx9LCJEYXRlU3R5bGUiOnsiJGlkIjoiMzg2IiwiRm9udFNldHRpbmdzIjp7IiRpZCI6IjM4NyIsIkZvbnRTaXplIjoxMCwiRm9udE5hbWUiOiJDYWxpYnJpIiwiSXNCb2xkIjpmYWxzZSwiSXNJdGFsaWMiOmZhbHNlLCJJc1VuZGVybGluZWQiOmZhbHNlLCJQYXJlbnRTdHlsZSI6bnVsbH0sIkF1dG9TaXplIjowLCJGb3JlZ3JvdW5kIjp7IiRpZCI6IjM4OCIsIkNvbG9yIjp7IiRpZCI6IjM4O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wMCJ9LCJQYWRkaW5nIjp7IiRyZWYiOiIyMDEifSwiQmFja2dyb3VuZCI6eyIkaWQiOiIzOTAiLCJDb2xvciI6eyIkaWQiOiIzOTEiLCJBIjowLCJSIjoyNTUsIkciOjI1NSwiQiI6MjU1fX0sIklzVmlzaWJsZSI6ZmFsc2UsIldpZHRoIjowLjAsIkhlaWdodCI6MC4wLCJCb3JkZXJTdHlsZSI6bnVsbCwiUGFyZW50U3R5bGUiOm51bGx9LCJEYXRlRm9ybWF0Ijp7IiRpZCI6IjM5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zOTMiLCJGb3JtYXQiOjAsIklzVmlzaWJsZSI6ZmFsc2UsIkxhc3RLbm93blZpc2liaWxpdHlTdGF0ZSI6ZmFsc2V9LCJJc1Zpc2libGUiOnRydWUsIlBhcmVudFN0eWxlIjpudWxsfSwiSHlwZXJsaW5rIjpudWxsLCJJbXBvcnRJZCI6IiJ9LHsiJGlkIjoiMzk0IiwiSWQiOiJjZGU1NTdmNi00NThjLTQzZjktOGQ5OS1mMWRlNmMzOTIxYzkiLCJJbmRleCI6MTMsIkdyb3VwSWQiOm51bGwsIlRpdGxlIjoiUG9DQyIsIkRhdGVUaW1lIjoiMjAyNi0wMS0zMVQyMzo1OTowMCIsIlBlcmNlbnRhZ2VDb21wbGV0ZSI6bnVsbCwiTm90ZSI6bnVsbCwiU3R5bGUiOnsiJGlkIjoiMzk1IiwiVGl0bGVQb3NpdGlvbiI6IlJpZ2h0IiwiRGF0ZVBvc2l0aW9uIjoiTGVmdCIsIlNoYXBlVHlwZSI6MTMsIlNoYXBlU2l6ZSI6MywiU3BhY2luZyI6NSwiU2hhcGVTdHlsZSI6eyIkaWQiOiIzOTYiLCJNYXJnaW4iOnsiJHJlZiI6IjE4MSJ9LCJQYWRkaW5nIjp7IiRyZWYiOiIxODIifSwiQmFja2dyb3VuZCI6eyIkaWQiOiIzOTciLCJDb2xvciI6eyIkaWQiOiIzOTgiLCJBIjoyNTUsIlIiOjI1NSwiRyI6MTkyLCJCIjowfX0sIklzVmlzaWJsZSI6dHJ1ZSwiV2lkdGgiOjE0LjM5OTk5OTYxODUzMDI3MywiSGVpZ2h0IjoxNC4zOTk5OTk2MTg1MzAyNzMsIkJvcmRlclN0eWxlIjp7IiRpZCI6IjM5OSIsIkxpbmVDb2xvciI6eyIkaWQiOiI0MDAiLCIkdHlwZSI6Ik5MUkUuQ29tbW9uLkRvbS5Tb2xpZENvbG9yQnJ1c2gsIE5MUkUuQ29tbW9uIiwiQ29sb3IiOnsiJGlkIjoiNDAxIiwiQSI6MjU1LCJSIjoyNTUsIkciOjAsIkIiOjB9fSwiTGluZVdlaWdodCI6MC4wLCJMaW5lVHlwZSI6MCwiUGFyZW50U3R5bGUiOm51bGx9LCJQYXJlbnRTdHlsZSI6bnVsbH0sIlRpdGxlU3R5bGUiOnsiJGlkIjoiNDAyIiwiRm9udFNldHRpbmdzIjp7IiRpZCI6IjQwMyIsIkZvbnRTaXplIjo4LCJGb250TmFtZSI6IkNhbGlicmkiLCJJc0JvbGQiOnRydWUsIklzSXRhbGljIjpmYWxzZSwiSXNVbmRlcmxpbmVkIjpmYWxzZSwiUGFyZW50U3R5bGUiOm51bGx9LCJBdXRvU2l6ZSI6MCwiRm9yZWdyb3VuZCI6eyIkaWQiOiI0MDQiLCJDb2xvciI6eyIkaWQiOiI0MDUiLCJBIjoyNTUsIlIiOjAsIkciOjAsIkIiOjB9fSwiTWF4V2lkdGgiOjIwMC4wLCJNYXhIZWlnaHQiOiJJbmZpbml0eSIsIlNtYXJ0Rm9yZWdyb3VuZElzQWN0aXZlIjpmYWxzZSwiSG9yaXpvbnRhbEFsaWdubWVudCI6MCwiVmVydGljYWxBbGlnbm1lbnQiOjAsIlNtYXJ0Rm9yZWdyb3VuZCI6bnVsbCwiQmFja2dyb3VuZEZpbGxUeXBlIjowLCJNYXJnaW4iOnsiJHJlZiI6IjE5MiJ9LCJQYWRkaW5nIjp7IiRyZWYiOiIxOTMifSwiQmFja2dyb3VuZCI6eyIkaWQiOiI0MDYiLCJDb2xvciI6eyIkaWQiOiI0MDciLCJBIjowLCJSIjoyNTUsIkciOjI1NSwiQiI6MjU1fX0sIklzVmlzaWJsZSI6dHJ1ZSwiV2lkdGgiOjAuMCwiSGVpZ2h0IjowLjAsIkJvcmRlclN0eWxlIjpudWxsLCJQYXJlbnRTdHlsZSI6bnVsbH0sIkRhdGVTdHlsZSI6eyIkaWQiOiI0MDgiLCJGb250U2V0dGluZ3MiOnsiJGlkIjoiNDA5IiwiRm9udFNpemUiOjEwLCJGb250TmFtZSI6IkNhbGlicmkiLCJJc0JvbGQiOmZhbHNlLCJJc0l0YWxpYyI6ZmFsc2UsIklzVW5kZXJsaW5lZCI6ZmFsc2UsIlBhcmVudFN0eWxlIjpudWxsfSwiQXV0b1NpemUiOjAsIkZvcmVncm91bmQiOnsiJGlkIjoiNDEwIiwiQ29sb3IiOnsiJGlkIjoiNDEx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cmVmIjoiMjAwIn0sIlBhZGRpbmciOnsiJHJlZiI6IjIwMSJ9LCJCYWNrZ3JvdW5kIjp7IiRpZCI6IjQxMiIsIkNvbG9yIjp7IiRpZCI6IjQxMyIsIkEiOjAsIlIiOjI1NSwiRyI6MjU1LCJCIjoyNTV9fSwiSXNWaXNpYmxlIjpmYWxzZSwiV2lkdGgiOjAuMCwiSGVpZ2h0IjowLjAsIkJvcmRlclN0eWxlIjpudWxsLCJQYXJlbnRTdHlsZSI6bnVsbH0sIkRhdGVGb3JtYXQiOnsiJGlkIjoiNDE0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QxNSIsIkZvcm1hdCI6MCwiSXNWaXNpYmxlIjpmYWxzZSwiTGFzdEtub3duVmlzaWJpbGl0eVN0YXRlIjpmYWxzZX0sIklzVmlzaWJsZSI6dHJ1ZSwiUGFyZW50U3R5bGUiOm51bGx9LCJIeXBlcmxpbmsiOm51bGwsIkltcG9ydElkIjoiIn1dLCJJZCI6Ijk4NTA3MDA4LWI2ZTgtNGIzNy05NjE0LTk1OGEzOTBlNWY4MSIsIklzU2luZ2xlSXRlbVJvdyI6ZmFsc2V9LHsiJGlkIjoiNDE2IiwiX3Rhc2tzIjpbeyIkaWQiOiI0MTciLCJfYXR0YWNoZWRNaWxlc3RvbmVzIjpbXSwiVGFza0RlZmluaXRpb24iOnsiJGlkIjoiNDE4IiwiR3JvdXBOYW1lIjpudWxsLCJTdGFydERhdGUiOiIyMDI2LTEwLTI1VDAwOjAwOjAwWiIsIkVuZERhdGUiOiIyMDI4LTEyLTMxVDIzOjU5OjAwWiIsIlBlcmNlbnRhZ2VDb21wbGV0ZSI6bnVsbCwiU3R5bGUiOnsiJGlkIjoiNDE5IiwiU2hhcGUiOjIsIlNoYXBlVGhpY2tuZXNzIjowLCJEdXJhdGlvbkZvcm1hdCI6MCwiSW5jbHVkZU5vbldvcmtpbmdEYXlzSW5EdXJhdGlvbiI6ZmFsc2UsIlBlcmNlbnRhZ2VDb21wbGV0ZVN0eWxlIjp7IiRpZCI6IjQyMCIsIkZvbnRTZXR0aW5ncyI6eyIkaWQiOiI0MjEiLCJGb250U2l6ZSI6MTAsIkZvbnROYW1lIjoiQ2FsaWJyaSIsIklzQm9sZCI6ZmFsc2UsIklzSXRhbGljIjpmYWxzZSwiSXNVbmRlcmxpbmVkIjpmYWxzZSwiUGFyZW50U3R5bGUiOm51bGx9LCJBdXRvU2l6ZSI6MCwiRm9yZWdyb3VuZCI6eyIkaWQiOiI0MjIiLCJDb2xvciI6eyIkaWQiOiI0MjM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yZWYiOiI3OCJ9LCJQYWRkaW5nIjp7IiRyZWYiOiI3OSJ9LCJCYWNrZ3JvdW5kIjp7IiRyZWYiOiIyNzgifSwiSXNWaXNpYmxlIjp0cnVlLCJXaWR0aCI6MC4wLCJIZWlnaHQiOjAuMCwiQm9yZGVyU3R5bGUiOnsiJGlkIjoiNDI0IiwiTGluZUNvbG9yIjpudWxsLCJMaW5lV2VpZ2h0IjowLjAsIkxpbmVUeXBlIjowLCJQYXJlbnRTdHlsZSI6bnVsbH0sIlBhcmVudFN0eWxlIjpudWxsfSwiRHVyYXRpb25TdHlsZSI6eyIkaWQiOiI0MjUiLCJGb250U2V0dGluZ3MiOnsiJGlkIjoiNDI2IiwiRm9udFNpemUiOjEwLCJGb250TmFtZSI6IkNhbGlicmkiLCJJc0JvbGQiOmZhbHNlLCJJc0l0YWxpYyI6ZmFsc2UsIklzVW5kZXJsaW5lZCI6ZmFsc2UsIlBhcmVudFN0eWxlIjpudWxsfSwiQXV0b1NpemUiOjAsIkZvcmVncm91bmQiOnsiJHJlZiI6Ijg1In0sIk1heFdpZHRoIjoyMDAuMCwiTWF4SGVpZ2h0IjoiSW5maW5pdHkiLCJTbWFydEZvcmVncm91bmRJc0FjdGl2ZSI6ZmFsc2UsIkhvcml6b250YWxBbGlnbm1lbnQiOjAsIlZlcnRpY2FsQWxpZ25tZW50IjowLCJTbWFydEZvcmVncm91bmQiOm51bGwsIkJhY2tncm91bmRGaWxsVHlwZSI6MCwiTWFyZ2luIjp7IiRyZWYiOiI4NyJ9LCJQYWRkaW5nIjp7IiRyZWYiOiI4OCJ9LCJCYWNrZ3JvdW5kIjp7IiRyZWYiOiI4OSJ9LCJJc1Zpc2libGUiOnRydWUsIldpZHRoIjowLjAsIkhlaWdodCI6MC4wLCJCb3JkZXJTdHlsZSI6eyIkaWQiOiI0MjciLCJMaW5lQ29sb3IiOm51bGwsIkxpbmVXZWlnaHQiOjAuMCwiTGluZVR5cGUiOjAsIlBhcmVudFN0eWxlIjpudWxsfSwiUGFyZW50U3R5bGUiOm51bGx9LCJIb3Jpem9udGFsQ29ubmVjdG9yU3R5bGUiOnsiJGlkIjoiNDI4IiwiTGluZUNvbG9yIjp7IiRyZWYiOiI5MyJ9LCJMaW5lV2VpZ2h0IjoxLjAsIkxpbmVUeXBlIjowLCJQYXJlbnRTdHlsZSI6bnVsbH0sIlZlcnRpY2FsQ29ubmVjdG9yU3R5bGUiOnsiJGlkIjoiNDI5IiwiTGluZUNvbG9yIjp7IiRyZWYiOiI5NiJ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MywiSXNCZWxvd1RpbWViYW5kIjp0cnVlLCJQZXJjZW50YWdlQ29tcGxldGVTaGFwZU9wYWNpdHkiOjM1LCJTaGFwZVN0eWxlIjp7IiRpZCI6IjQzMCIsIk1hcmdpbiI6eyIkcmVmIjoiOTkifSwiUGFkZGluZyI6eyIkcmVmIjoiMTAwIn0sIkJhY2tncm91bmQiOnsiJGlkIjoiNDMxIiwiQ29sb3IiOnsiJGlkIjoiNDMyIiwiQSI6MjU1LCJSIjoyMzQsIkciOjIyLCJCIjozMH19LCJJc1Zpc2libGUiOnRydWUsIldpZHRoIjowLjAsIkhlaWdodCI6MTAuMCwiQm9yZGVyU3R5bGUiOnsiJGlkIjoiNDMzIiwiTGluZUNvbG9yIjp7IiRpZCI6IjQzNCIsIiR0eXBlIjoiTkxSRS5Db21tb24uRG9tLlNvbGlkQ29sb3JCcnVzaCwgTkxSRS5Db21tb24iLCJDb2xvciI6eyIkaWQiOiI0MzUiLCJBIjoyNTUsIlIiOjI1NSwiRyI6MCwiQiI6MH19LCJMaW5lV2VpZ2h0IjowLjAsIkxpbmVUeXBlIjowLCJQYXJlbnRTdHlsZSI6bnVsbH0sIlBhcmVudFN0eWxlIjpudWxsfSwiVGl0bGVTdHlsZSI6eyIkaWQiOiI0MzYiLCJGb250U2V0dGluZ3MiOnsiJGlkIjoiNDM3IiwiRm9udFNpemUiOjksIkZvbnROYW1lIjoiQ2FsaWJyaSIsIklzQm9sZCI6dHJ1ZSwiSXNJdGFsaWMiOmZhbHNlLCJJc1VuZGVybGluZWQiOmZhbHNlLCJQYXJlbnRTdHlsZSI6bnVsbH0sIkF1dG9TaXplIjowLCJGb3JlZ3JvdW5kIjp7IiRpZCI6IjQzOCIsIkNvbG9yIjp7IiRpZCI6IjQzOS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wIn0sIlBhZGRpbmciOnsiJHJlZiI6IjExMSJ9LCJCYWNrZ3JvdW5kIjp7IiRpZCI6IjQ0MCIsIkNvbG9yIjp7IiRpZCI6IjQ0MSIsIkEiOjAsIlIiOjI1NSwiRyI6MjU1LCJCIjoyNTV9fSwiSXNWaXNpYmxlIjp0cnVlLCJXaWR0aCI6MC4wLCJIZWlnaHQiOjAuMCwiQm9yZGVyU3R5bGUiOnsiJGlkIjoiNDQyIiwiTGluZUNvbG9yIjpudWxsLCJMaW5lV2VpZ2h0IjowLjAsIkxpbmVUeXBlIjowLCJQYXJlbnRTdHlsZSI6bnVsbH0sIlBhcmVudFN0eWxlIjpudWxsfSwiRGF0ZVN0eWxlIjp7IiRpZCI6IjQ0MyIsIkZvbnRTZXR0aW5ncyI6eyIkaWQiOiI0NDQiLCJGb250U2l6ZSI6MTAsIkZvbnROYW1lIjoiQ2FsaWJyaSIsIklzQm9sZCI6ZmFsc2UsIklzSXRhbGljIjpmYWxzZSwiSXNVbmRlcmxpbmVkIjpmYWxzZSwiUGFyZW50U3R5bGUiOm51bGx9LCJBdXRvU2l6ZSI6MCwiRm9yZWdyb3VuZCI6eyIkaWQiOiI0NDUiLCJDb2xvciI6eyIkaWQiOiI0NDY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GlkIjoiNDQ3IiwiQ29sb3IiOnsiJHJlZiI6IjkwIn19LCJJc1Zpc2libGUiOnRydWUsIldpZHRoIjowLjAsIkhlaWdodCI6MC4wLCJCb3JkZXJTdHlsZSI6eyIkaWQiOiI0NDgiLCJMaW5lQ29sb3IiOm51bGwsIkxpbmVXZWlnaHQiOjAuMCwiTGluZVR5cGUiOjAsIlBhcmVudFN0eWxlIjpudWxsfSwiUGFyZW50U3R5bGUiOm51bGx9LCJEYXRlRm9ybWF0Ijp7IiRpZCI6IjQ0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0NTAiLCJGb3JtYXQiOjAsIklzVmlzaWJsZSI6ZmFsc2UsIkxhc3RLbm93blZpc2liaWxpdHlTdGF0ZSI6ZmFsc2V9LCJJc1Zpc2libGUiOnRydWUsIlBhcmVudFN0eWxlIjpudWxsfSwiSW5kZXgiOjE1LCJTbWFydER1cmF0aW9uQWN0aXZhdGVkIjpmYWxzZSwiRGF0ZUZvcm1hdCI6eyIkcmVmIjoiNDQ5In0sIldlZWtOdW1iZXJpbmciOnsiJGlkIjoiNDUxIiwiRm9ybWF0IjowLCJJc1Zpc2libGUiOmZhbHNlLCJMYXN0S25vd25WaXNpYmlsaXR5U3RhdGUiOmZhbHNlfSwiSWQiOiIxNDM0MzA0My04MzNhLTQ4N2MtOGQ5OS05YTdjZmVhOTBlNmMiLCJJbXBvcnRJZCI6bnVsbCwiVGl0bGUiOiJTaG9ydCB0ZXJtIGVmZmljYWN5IC0gYWRqdW5jdCIsIk5vdGUiOm51bGwsIkh5cGVybGluayI6eyIkaWQiOiI0NTIiLCJBZGRyZXNzIjpudWxsLCJTdWJBZGRyZXNzIjpudWxsfSwiSXNDaGFuZ2VkIjpmYWxzZSwiSXNOZXciOmZhbHNlfX1dLCJfbWlsZXN0b25lcyI6W10sIklkIjoiMDAwMDAwMDAtMDAwMC0wMDAwLTAwMDAtMDAwMDAwMDAwMDAwIiwiSXNTaW5nbGVJdGVtUm93Ijp0cnVlfSx7IiRpZCI6IjQ1MyIsIl90YXNrcyI6W3siJGlkIjoiNDU0IiwiX2F0dGFjaGVkTWlsZXN0b25lcyI6W10sIlRhc2tEZWZpbml0aW9uIjp7IiRpZCI6IjQ1NSIsIkdyb3VwTmFtZSI6bnVsbCwiU3RhcnREYXRlIjoiMjAyNi0xMC0yNVQwMDowMDowMFoiLCJFbmREYXRlIjoiMjAyOC0xMi0zMVQyMzo1OTowMFoiLCJQZXJjZW50YWdlQ29tcGxldGUiOm51bGwsIlN0eWxlIjp7IiRpZCI6IjQ1NiIsIlNoYXBlIjoyLCJTaGFwZVRoaWNrbmVzcyI6MCwiRHVyYXRpb25Gb3JtYXQiOjAsIkluY2x1ZGVOb25Xb3JraW5nRGF5c0luRHVyYXRpb24iOmZhbHNlLCJQZXJjZW50YWdlQ29tcGxldGVTdHlsZSI6eyIkaWQiOiI0NTciLCJGb250U2V0dGluZ3MiOnsiJGlkIjoiNDU4IiwiRm9udFNpemUiOjEwLCJGb250TmFtZSI6IkNhbGlicmkiLCJJc0JvbGQiOmZhbHNlLCJJc0l0YWxpYyI6ZmFsc2UsIklzVW5kZXJsaW5lZCI6ZmFsc2UsIlBhcmVudFN0eWxlIjpudWxsfSwiQXV0b1NpemUiOjAsIkZvcmVncm91bmQiOnsiJGlkIjoiNDU5IiwiQ29sb3IiOnsiJGlkIjoiNDYw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cmVmIjoiNzgifSwiUGFkZGluZyI6eyIkcmVmIjoiNzkifSwiQmFja2dyb3VuZCI6eyIkcmVmIjoiMjc4In0sIklzVmlzaWJsZSI6dHJ1ZSwiV2lkdGgiOjAuMCwiSGVpZ2h0IjowLjAsIkJvcmRlclN0eWxlIjp7IiRpZCI6IjQ2MSIsIkxpbmVDb2xvciI6bnVsbCwiTGluZVdlaWdodCI6MC4wLCJMaW5lVHlwZSI6MCwiUGFyZW50U3R5bGUiOm51bGx9LCJQYXJlbnRTdHlsZSI6bnVsbH0sIkR1cmF0aW9uU3R5bGUiOnsiJGlkIjoiNDYyIiwiRm9udFNldHRpbmdzIjp7IiRpZCI6IjQ2MyIsIkZvbnRTaXplIjoxMCwiRm9udE5hbWUiOiJDYWxpYnJpIiwiSXNCb2xkIjpmYWxzZSwiSXNJdGFsaWMiOmZhbHNlLCJJc1VuZGVybGluZWQiOmZhbHNlLCJQYXJlbnRTdHlsZSI6bnVsbH0sIkF1dG9TaXplIjowLCJGb3JlZ3JvdW5kIjp7IiRyZWYiOiI4NSJ9LCJNYXhXaWR0aCI6MjAwLjAsIk1heEhlaWdodCI6IkluZmluaXR5IiwiU21hcnRGb3JlZ3JvdW5kSXNBY3RpdmUiOmZhbHNlLCJIb3Jpem9udGFsQWxpZ25tZW50IjowLCJWZXJ0aWNhbEFsaWdubWVudCI6MCwiU21hcnRGb3JlZ3JvdW5kIjpudWxsLCJCYWNrZ3JvdW5kRmlsbFR5cGUiOjAsIk1hcmdpbiI6eyIkcmVmIjoiODcifSwiUGFkZGluZyI6eyIkcmVmIjoiODgifSwiQmFja2dyb3VuZCI6eyIkcmVmIjoiODkifSwiSXNWaXNpYmxlIjp0cnVlLCJXaWR0aCI6MC4wLCJIZWlnaHQiOjAuMCwiQm9yZGVyU3R5bGUiOnsiJGlkIjoiNDY0IiwiTGluZUNvbG9yIjpudWxsLCJMaW5lV2VpZ2h0IjowLjAsIkxpbmVUeXBlIjowLCJQYXJlbnRTdHlsZSI6bnVsbH0sIlBhcmVudFN0eWxlIjpudWxsfSwiSG9yaXpvbnRhbENvbm5lY3RvclN0eWxlIjp7IiRpZCI6IjQ2NSIsIkxpbmVDb2xvciI6eyIkcmVmIjoiOTMifSwiTGluZVdlaWdodCI6MS4wLCJMaW5lVHlwZSI6MCwiUGFyZW50U3R5bGUiOm51bGx9LCJWZXJ0aWNhbENvbm5lY3RvclN0eWxlIjp7IiRpZCI6IjQ2NiIsIkxpbmVDb2xvciI6eyIkcmVmIjoiOTYifSwiTGluZVdlaWdodCI6MC4wLCJMaW5lVHlwZSI6MCwiUGFyZW50U3R5bGUiOm51bGx9LCJNYXJnaW4iOm51bGwsIlN0YXJ0RGF0ZVBvc2l0aW9uIjo2LCJFbmREYXRlUG9zaXRpb24iOjYsIkRhdGVJc1Zpc2libGUiOmZhbHNlLCJUaXRsZVBvc2l0aW9uIjo0LCJEdXJhdGlvblBvc2l0aW9uIjo2LCJQZXJjZW50YWdlQ29tcGxldGVkUG9zaXRpb24iOjYsIlNwYWNpbmciOjMsIklzQmVsb3dUaW1lYmFuZCI6dHJ1ZSwiUGVyY2VudGFnZUNvbXBsZXRlU2hhcGVPcGFjaXR5IjozNSwiU2hhcGVTdHlsZSI6eyIkaWQiOiI0NjciLCJNYXJnaW4iOnsiJHJlZiI6Ijk5In0sIlBhZGRpbmciOnsiJHJlZiI6IjEwMCJ9LCJCYWNrZ3JvdW5kIjp7IiRpZCI6IjQ2OCIsIkNvbG9yIjp7IiRpZCI6IjQ2OSIsIkEiOjI1NSwiUiI6MjM0LCJHIjoyMiwiQiI6MzB9fSwiSXNWaXNpYmxlIjp0cnVlLCJXaWR0aCI6MC4wLCJIZWlnaHQiOjEwLjAsIkJvcmRlclN0eWxlIjp7IiRpZCI6IjQ3MCIsIkxpbmVDb2xvciI6eyIkcmVmIjoiNDM0In0sIkxpbmVXZWlnaHQiOjAuMCwiTGluZVR5cGUiOjAsIlBhcmVudFN0eWxlIjpudWxsfSwiUGFyZW50U3R5bGUiOm51bGx9LCJUaXRsZVN0eWxlIjp7IiRpZCI6IjQ3MSIsIkZvbnRTZXR0aW5ncyI6eyIkaWQiOiI0NzIiLCJGb250U2l6ZSI6OSwiRm9udE5hbWUiOiJDYWxpYnJpIiwiSXNCb2xkIjp0cnVlLCJJc0l0YWxpYyI6ZmFsc2UsIklzVW5kZXJsaW5lZCI6ZmFsc2UsIlBhcmVudFN0eWxlIjpudWxsfSwiQXV0b1NpemUiOjAsIkZvcmVncm91bmQiOnsiJGlkIjoiNDczIiwiQ29sb3IiOnsiJGlkIjoiNDc0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AifSwiUGFkZGluZyI6eyIkcmVmIjoiMTExIn0sIkJhY2tncm91bmQiOnsiJGlkIjoiNDc1IiwiQ29sb3IiOnsiJGlkIjoiNDc2IiwiQSI6MCwiUiI6MjU1LCJHIjoyNTUsIkIiOjI1NX19LCJJc1Zpc2libGUiOnRydWUsIldpZHRoIjowLjAsIkhlaWdodCI6MC4wLCJCb3JkZXJTdHlsZSI6eyIkaWQiOiI0NzciLCJMaW5lQ29sb3IiOm51bGwsIkxpbmVXZWlnaHQiOjAuMCwiTGluZVR5cGUiOjAsIlBhcmVudFN0eWxlIjpudWxsfSwiUGFyZW50U3R5bGUiOm51bGx9LCJEYXRlU3R5bGUiOnsiJGlkIjoiNDc4IiwiRm9udFNldHRpbmdzIjp7IiRpZCI6IjQ3OSIsIkZvbnRTaXplIjoxMCwiRm9udE5hbWUiOiJDYWxpYnJpIiwiSXNCb2xkIjpmYWxzZSwiSXNJdGFsaWMiOmZhbHNlLCJJc1VuZGVybGluZWQiOmZhbHNlLCJQYXJlbnRTdHlsZSI6bnVsbH0sIkF1dG9TaXplIjowLCJGb3JlZ3JvdW5kIjp7IiRyZWYiOiI0NDUifSwiTWF4V2lkdGgiOjIwMC4wLCJNYXhIZWlnaHQiOiJJbmZpbml0eSIsIlNtYXJ0Rm9yZWdyb3VuZElzQWN0aXZlIjpmYWxzZSwiSG9yaXpvbnRhbEFsaWdubWVudCI6MCwiVmVydGljYWxBbGlnbm1lbnQiOjAsIlNtYXJ0Rm9yZWdyb3VuZCI6bnVsbCwiQmFja2dyb3VuZEZpbGxUeXBlIjowLCJNYXJnaW4iOnsiJHJlZiI6IjExOSJ9LCJQYWRkaW5nIjp7IiRyZWYiOiIxMjAifSwiQmFja2dyb3VuZCI6eyIkcmVmIjoiNDQ3In0sIklzVmlzaWJsZSI6dHJ1ZSwiV2lkdGgiOjAuMCwiSGVpZ2h0IjowLjAsIkJvcmRlclN0eWxlIjp7IiRpZCI6IjQ4MCIsIkxpbmVDb2xvciI6bnVsbCwiTGluZVdlaWdodCI6MC4wLCJMaW5lVHlwZSI6MCwiUGFyZW50U3R5bGUiOm51bGx9LCJQYXJlbnRTdHlsZSI6bnVsbH0sIkRhdGVGb3JtYXQiOnsiJHJlZiI6IjQ0OSJ9LCJXZWVrTnVtYmVyaW5nIjp7IiRpZCI6IjQ4MSIsIkZvcm1hdCI6MCwiSXNWaXNpYmxlIjpmYWxzZSwiTGFzdEtub3duVmlzaWJpbGl0eVN0YXRlIjpmYWxzZX0sIklzVmlzaWJsZSI6dHJ1ZSwiUGFyZW50U3R5bGUiOm51bGx9LCJJbmRleCI6MTYsIlNtYXJ0RHVyYXRpb25BY3RpdmF0ZWQiOmZhbHNlLCJEYXRlRm9ybWF0Ijp7IiRyZWYiOiI0NDkifSwiV2Vla051bWJlcmluZyI6eyIkaWQiOiI0ODIiLCJGb3JtYXQiOjAsIklzVmlzaWJsZSI6ZmFsc2UsIkxhc3RLbm93blZpc2liaWxpdHlTdGF0ZSI6ZmFsc2V9LCJJZCI6IjllYmQ5MjllLTM4NDctNGNmMi05OTA1LTIwNzFmNzk1MGVlOSIsIkltcG9ydElkIjpudWxsLCJUaXRsZSI6IlNob3J0IHRlcm0gZWZmaWNhY3kgLSBtb25vIiwiTm90ZSI6bnVsbCwiSHlwZXJsaW5rIjp7IiRpZCI6IjQ4MyIsIkFkZHJlc3MiOm51bGwsIlN1YkFkZHJlc3MiOm51bGx9LCJJc0NoYW5nZWQiOmZhbHNlLCJJc05ldyI6ZmFsc2V9fV0sIl9taWxlc3RvbmVzIjpbXSwiSWQiOiIwMDAwMDAwMC0wMDAwLTAwMDAtMDAwMC0wMDAwMDAwMDAwMDAiLCJJc1NpbmdsZUl0ZW1Sb3ciOnRydWV9LHsiJGlkIjoiNDg0IiwiX3Rhc2tzIjpbeyIkaWQiOiI0ODUiLCJfYXR0YWNoZWRNaWxlc3RvbmVzIjpbXSwiVGFza0RlZmluaXRpb24iOnsiJGlkIjoiNDg2IiwiR3JvdXBOYW1lIjpudWxsLCJTdGFydERhdGUiOiIyMDI2LTEwLTI1VDAwOjAwOjAwWiIsIkVuZERhdGUiOiIyMDI4LTEyLTMxVDIzOjU5OjAwWiIsIlBlcmNlbnRhZ2VDb21wbGV0ZSI6bnVsbCwiU3R5bGUiOnsiJGlkIjoiNDg3IiwiU2hhcGUiOjIsIlNoYXBlVGhpY2tuZXNzIjowLCJEdXJhdGlvbkZvcm1hdCI6MCwiSW5jbHVkZU5vbldvcmtpbmdEYXlzSW5EdXJhdGlvbiI6ZmFsc2UsIlBlcmNlbnRhZ2VDb21wbGV0ZVN0eWxlIjp7IiRpZCI6IjQ4OCIsIkZvbnRTZXR0aW5ncyI6eyIkaWQiOiI0ODkiLCJGb250U2l6ZSI6MTAsIkZvbnROYW1lIjoiQ2FsaWJyaSIsIklzQm9sZCI6ZmFsc2UsIklzSXRhbGljIjpmYWxzZSwiSXNVbmRlcmxpbmVkIjpmYWxzZSwiUGFyZW50U3R5bGUiOm51bGx9LCJBdXRvU2l6ZSI6MCwiRm9yZWdyb3VuZCI6eyIkaWQiOiI0OTAiLCJDb2xvciI6eyIkaWQiOiI0OTE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yZWYiOiI3OCJ9LCJQYWRkaW5nIjp7IiRyZWYiOiI3OSJ9LCJCYWNrZ3JvdW5kIjp7IiRyZWYiOiIyNzgifSwiSXNWaXNpYmxlIjp0cnVlLCJXaWR0aCI6MC4wLCJIZWlnaHQiOjAuMCwiQm9yZGVyU3R5bGUiOnsiJGlkIjoiNDkyIiwiTGluZUNvbG9yIjpudWxsLCJMaW5lV2VpZ2h0IjowLjAsIkxpbmVUeXBlIjowLCJQYXJlbnRTdHlsZSI6bnVsbH0sIlBhcmVudFN0eWxlIjpudWxsfSwiRHVyYXRpb25TdHlsZSI6eyIkaWQiOiI0OTMiLCJGb250U2V0dGluZ3MiOnsiJGlkIjoiNDk0IiwiRm9udFNpemUiOjEwLCJGb250TmFtZSI6IkNhbGlicmkiLCJJc0JvbGQiOmZhbHNlLCJJc0l0YWxpYyI6ZmFsc2UsIklzVW5kZXJsaW5lZCI6ZmFsc2UsIlBhcmVudFN0eWxlIjpudWxsfSwiQXV0b1NpemUiOjAsIkZvcmVncm91bmQiOnsiJHJlZiI6Ijg1In0sIk1heFdpZHRoIjoyMDAuMCwiTWF4SGVpZ2h0IjoiSW5maW5pdHkiLCJTbWFydEZvcmVncm91bmRJc0FjdGl2ZSI6ZmFsc2UsIkhvcml6b250YWxBbGlnbm1lbnQiOjAsIlZlcnRpY2FsQWxpZ25tZW50IjowLCJTbWFydEZvcmVncm91bmQiOm51bGwsIkJhY2tncm91bmRGaWxsVHlwZSI6MCwiTWFyZ2luIjp7IiRyZWYiOiI4NyJ9LCJQYWRkaW5nIjp7IiRyZWYiOiI4OCJ9LCJCYWNrZ3JvdW5kIjp7IiRyZWYiOiI4OSJ9LCJJc1Zpc2libGUiOnRydWUsIldpZHRoIjowLjAsIkhlaWdodCI6MC4wLCJCb3JkZXJTdHlsZSI6eyIkaWQiOiI0OTUiLCJMaW5lQ29sb3IiOm51bGwsIkxpbmVXZWlnaHQiOjAuMCwiTGluZVR5cGUiOjAsIlBhcmVudFN0eWxlIjpudWxsfSwiUGFyZW50U3R5bGUiOm51bGx9LCJIb3Jpem9udGFsQ29ubmVjdG9yU3R5bGUiOnsiJGlkIjoiNDk2IiwiTGluZUNvbG9yIjp7IiRyZWYiOiI5MyJ9LCJMaW5lV2VpZ2h0IjoxLjAsIkxpbmVUeXBlIjowLCJQYXJlbnRTdHlsZSI6bnVsbH0sIlZlcnRpY2FsQ29ubmVjdG9yU3R5bGUiOnsiJGlkIjoiNDk3IiwiTGluZUNvbG9yIjp7IiRyZWYiOiI5NiJ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MywiSXNCZWxvd1RpbWViYW5kIjp0cnVlLCJQZXJjZW50YWdlQ29tcGxldGVTaGFwZU9wYWNpdHkiOjM1LCJTaGFwZVN0eWxlIjp7IiRpZCI6IjQ5OCIsIk1hcmdpbiI6eyIkcmVmIjoiOTkifSwiUGFkZGluZyI6eyIkcmVmIjoiMTAwIn0sIkJhY2tncm91bmQiOnsiJGlkIjoiNDk5IiwiQ29sb3IiOnsiJGlkIjoiNTAwIiwiQSI6MjU1LCJSIjoyMzQsIkciOjIyLCJCIjozMH19LCJJc1Zpc2libGUiOnRydWUsIldpZHRoIjowLjAsIkhlaWdodCI6MTAuMCwiQm9yZGVyU3R5bGUiOnsiJGlkIjoiNTAxIiwiTGluZUNvbG9yIjp7IiRpZCI6IjUwMiIsIiR0eXBlIjoiTkxSRS5Db21tb24uRG9tLlNvbGlkQ29sb3JCcnVzaCwgTkxSRS5Db21tb24iLCJDb2xvciI6eyIkaWQiOiI1MDMiLCJBIjoyNTUsIlIiOjI1NSwiRyI6MCwiQiI6MH19LCJMaW5lV2VpZ2h0IjowLjAsIkxpbmVUeXBlIjowLCJQYXJlbnRTdHlsZSI6bnVsbH0sIlBhcmVudFN0eWxlIjpudWxsfSwiVGl0bGVTdHlsZSI6eyIkaWQiOiI1MDQiLCJGb250U2V0dGluZ3MiOnsiJGlkIjoiNTA1IiwiRm9udFNpemUiOjksIkZvbnROYW1lIjoiQ2FsaWJyaSIsIklzQm9sZCI6dHJ1ZSwiSXNJdGFsaWMiOmZhbHNlLCJJc1VuZGVybGluZWQiOmZhbHNlLCJQYXJlbnRTdHlsZSI6bnVsbH0sIkF1dG9TaXplIjowLCJGb3JlZ3JvdW5kIjp7IiRpZCI6IjUwNiIsIkNvbG9yIjp7IiRpZCI6IjUwNy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wIn0sIlBhZGRpbmciOnsiJHJlZiI6IjExMSJ9LCJCYWNrZ3JvdW5kIjp7IiRpZCI6IjUwOCIsIkNvbG9yIjp7IiRpZCI6IjUwOSIsIkEiOjAsIlIiOjI1NSwiRyI6MjU1LCJCIjoyNTV9fSwiSXNWaXNpYmxlIjp0cnVlLCJXaWR0aCI6MC4wLCJIZWlnaHQiOjAuMCwiQm9yZGVyU3R5bGUiOnsiJGlkIjoiNTEwIiwiTGluZUNvbG9yIjpudWxsLCJMaW5lV2VpZ2h0IjowLjAsIkxpbmVUeXBlIjowLCJQYXJlbnRTdHlsZSI6bnVsbH0sIlBhcmVudFN0eWxlIjpudWxsfSwiRGF0ZVN0eWxlIjp7IiRpZCI6IjUxMSIsIkZvbnRTZXR0aW5ncyI6eyIkaWQiOiI1MTIiLCJGb250U2l6ZSI6MTAsIkZvbnROYW1lIjoiQ2FsaWJyaSIsIklzQm9sZCI6ZmFsc2UsIklzSXRhbGljIjpmYWxzZSwiSXNVbmRlcmxpbmVkIjpmYWxzZSwiUGFyZW50U3R5bGUiOm51bGx9LCJBdXRvU2l6ZSI6MCwiRm9yZWdyb3VuZCI6eyIkcmVmIjoiNDQ1In0sIk1heFdpZHRoIjoyMD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HJlZiI6IjQ0NyJ9LCJJc1Zpc2libGUiOnRydWUsIldpZHRoIjowLjAsIkhlaWdodCI6MC4wLCJCb3JkZXJTdHlsZSI6eyIkaWQiOiI1MTMiLCJMaW5lQ29sb3IiOm51bGwsIkxpbmVXZWlnaHQiOjAuMCwiTGluZVR5cGUiOjAsIlBhcmVudFN0eWxlIjpudWxsfSwiUGFyZW50U3R5bGUiOm51bGx9LCJEYXRlRm9ybWF0Ijp7IiRpZCI6IjUx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MTUiLCJGb3JtYXQiOjAsIklzVmlzaWJsZSI6ZmFsc2UsIkxhc3RLbm93blZpc2liaWxpdHlTdGF0ZSI6ZmFsc2V9LCJJc1Zpc2libGUiOnRydWUsIlBhcmVudFN0eWxlIjpudWxsfSwiSW5kZXgiOjE3LCJTbWFydER1cmF0aW9uQWN0aXZhdGVkIjpmYWxzZSwiRGF0ZUZvcm1hdCI6eyIkcmVmIjoiNTE0In0sIldlZWtOdW1iZXJpbmciOnsiJGlkIjoiNTE2IiwiRm9ybWF0IjowLCJJc1Zpc2libGUiOmZhbHNlLCJMYXN0S25vd25WaXNpYmlsaXR5U3RhdGUiOmZhbHNlfSwiSWQiOiJiZjI0MzczYy1jMTM5LTQ1NDctYjA1NS1kOWFkOWYwZjFiNzEiLCJJbXBvcnRJZCI6bnVsbCwiVGl0bGUiOiJTaG9ydC10ZXJtIGVmZmljYWN5IOKAkyB2cyB2b3J0aW94ZXRpbmUgKERCTCB0byB3ZWVrIDYgZm9yIFVTLCBKUE47IE9MIHRvIHdlZWsgMjYgZm9yIEctQkEpIiwiTm90ZSI6bnVsbCwiSHlwZXJsaW5rIjp7IiRpZCI6IjUxNyIsIkFkZHJlc3MiOm51bGwsIlN1YkFkZHJlc3MiOm51bGx9LCJJc0NoYW5nZWQiOmZhbHNlLCJJc05ldyI6ZmFsc2V9fV0sIl9taWxlc3RvbmVzIjpbXSwiSWQiOiIwMDAwMDAwMC0wMDAwLTAwMDAtMDAwMC0wMDAwMDAwMDAwMDAiLCJJc1NpbmdsZUl0ZW1Sb3ciOnRydWV9LHsiJGlkIjoiNTE4IiwiX3Rhc2tzIjpbeyIkaWQiOiI1MTkiLCJfYXR0YWNoZWRNaWxlc3RvbmVzIjpbXSwiVGFza0RlZmluaXRpb24iOnsiJGlkIjoiNTIwIiwiR3JvdXBOYW1lIjpudWxsLCJTdGFydERhdGUiOiIyMDI2LTEwLTI1VDAwOjAwOjAwWiIsIkVuZERhdGUiOiIyMDI5LTA3LTEwVDIzOjU5OjAwWiIsIlBlcmNlbnRhZ2VDb21wbGV0ZSI6bnVsbCwiU3R5bGUiOnsiJGlkIjoiNTIxIiwiU2hhcGUiOjIsIlNoYXBlVGhpY2tuZXNzIjowLCJEdXJhdGlvbkZvcm1hdCI6MCwiSW5jbHVkZU5vbldvcmtpbmdEYXlzSW5EdXJhdGlvbiI6ZmFsc2UsIlBlcmNlbnRhZ2VDb21wbGV0ZVN0eWxlIjp7IiRpZCI6IjUyMiIsIkZvbnRTZXR0aW5ncyI6eyIkaWQiOiI1MjMiLCJGb250U2l6ZSI6MTAsIkZvbnROYW1lIjoiQ2FsaWJyaSIsIklzQm9sZCI6ZmFsc2UsIklzSXRhbGljIjpmYWxzZSwiSXNVbmRlcmxpbmVkIjpmYWxzZSwiUGFyZW50U3R5bGUiOm51bGx9LCJBdXRvU2l6ZSI6MCwiRm9yZWdyb3VuZCI6eyIkaWQiOiI1MjQiLCJDb2xvciI6eyIkaWQiOiI1MjU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yZWYiOiI3OCJ9LCJQYWRkaW5nIjp7IiRyZWYiOiI3OSJ9LCJCYWNrZ3JvdW5kIjp7IiRyZWYiOiIyNzgifSwiSXNWaXNpYmxlIjp0cnVlLCJXaWR0aCI6MC4wLCJIZWlnaHQiOjAuMCwiQm9yZGVyU3R5bGUiOnsiJGlkIjoiNTI2IiwiTGluZUNvbG9yIjpudWxsLCJMaW5lV2VpZ2h0IjowLjAsIkxpbmVUeXBlIjowLCJQYXJlbnRTdHlsZSI6bnVsbH0sIlBhcmVudFN0eWxlIjpudWxsfSwiRHVyYXRpb25TdHlsZSI6eyIkaWQiOiI1MjciLCJGb250U2V0dGluZ3MiOnsiJGlkIjoiNTI4IiwiRm9udFNpemUiOjEwLCJGb250TmFtZSI6IkNhbGlicmkiLCJJc0JvbGQiOmZhbHNlLCJJc0l0YWxpYyI6ZmFsc2UsIklzVW5kZXJsaW5lZCI6ZmFsc2UsIlBhcmVudFN0eWxlIjpudWxsfSwiQXV0b1NpemUiOjAsIkZvcmVncm91bmQiOnsiJHJlZiI6Ijg1In0sIk1heFdpZHRoIjoyMDAuMCwiTWF4SGVpZ2h0IjoiSW5maW5pdHkiLCJTbWFydEZvcmVncm91bmRJc0FjdGl2ZSI6ZmFsc2UsIkhvcml6b250YWxBbGlnbm1lbnQiOjAsIlZlcnRpY2FsQWxpZ25tZW50IjowLCJTbWFydEZvcmVncm91bmQiOm51bGwsIkJhY2tncm91bmRGaWxsVHlwZSI6MCwiTWFyZ2luIjp7IiRyZWYiOiI4NyJ9LCJQYWRkaW5nIjp7IiRyZWYiOiI4OCJ9LCJCYWNrZ3JvdW5kIjp7IiRyZWYiOiI4OSJ9LCJJc1Zpc2libGUiOnRydWUsIldpZHRoIjowLjAsIkhlaWdodCI6MC4wLCJCb3JkZXJTdHlsZSI6eyIkaWQiOiI1MjkiLCJMaW5lQ29sb3IiOm51bGwsIkxpbmVXZWlnaHQiOjAuMCwiTGluZVR5cGUiOjAsIlBhcmVudFN0eWxlIjpudWxsfSwiUGFyZW50U3R5bGUiOm51bGx9LCJIb3Jpem9udGFsQ29ubmVjdG9yU3R5bGUiOnsiJGlkIjoiNTMwIiwiTGluZUNvbG9yIjp7IiRyZWYiOiI5MyJ9LCJMaW5lV2VpZ2h0IjoxLjAsIkxpbmVUeXBlIjowLCJQYXJlbnRTdHlsZSI6bnVsbH0sIlZlcnRpY2FsQ29ubmVjdG9yU3R5bGUiOnsiJGlkIjoiNTMxIiwiTGluZUNvbG9yIjp7IiRyZWYiOiI5NiJ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MywiSXNCZWxvd1RpbWViYW5kIjp0cnVlLCJQZXJjZW50YWdlQ29tcGxldGVTaGFwZU9wYWNpdHkiOjM1LCJTaGFwZVN0eWxlIjp7IiRpZCI6IjUzMiIsIk1hcmdpbiI6eyIkcmVmIjoiOTkifSwiUGFkZGluZyI6eyIkcmVmIjoiMTAwIn0sIkJhY2tncm91bmQiOnsiJGlkIjoiNTMzIiwiQ29sb3IiOnsiJGlkIjoiNTM0IiwiQSI6MjU1LCJSIjoyMzQsIkciOjIyLCJCIjozMH19LCJJc1Zpc2libGUiOnRydWUsIldpZHRoIjowLjAsIkhlaWdodCI6MTAuMCwiQm9yZGVyU3R5bGUiOnsiJGlkIjoiNTM1IiwiTGluZUNvbG9yIjp7IiRpZCI6IjUzNiIsIiR0eXBlIjoiTkxSRS5Db21tb24uRG9tLlNvbGlkQ29sb3JCcnVzaCwgTkxSRS5Db21tb24iLCJDb2xvciI6eyIkaWQiOiI1MzciLCJBIjoyNTUsIlIiOjI1NSwiRyI6MCwiQiI6MH19LCJMaW5lV2VpZ2h0IjowLjAsIkxpbmVUeXBlIjowLCJQYXJlbnRTdHlsZSI6bnVsbH0sIlBhcmVudFN0eWxlIjpudWxsfSwiVGl0bGVTdHlsZSI6eyIkaWQiOiI1MzgiLCJGb250U2V0dGluZ3MiOnsiJGlkIjoiNTM5IiwiRm9udFNpemUiOjksIkZvbnROYW1lIjoiQ2FsaWJyaSIsIklzQm9sZCI6dHJ1ZSwiSXNJdGFsaWMiOmZhbHNlLCJJc1VuZGVybGluZWQiOmZhbHNlLCJQYXJlbnRTdHlsZSI6bnVsbH0sIkF1dG9TaXplIjowLCJGb3JlZ3JvdW5kIjp7IiRpZCI6IjU0MCIsIkNvbG9yIjp7IiRpZCI6IjU0MS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wIn0sIlBhZGRpbmciOnsiJHJlZiI6IjExMSJ9LCJCYWNrZ3JvdW5kIjp7IiRpZCI6IjU0MiIsIkNvbG9yIjp7IiRpZCI6IjU0MyIsIkEiOjAsIlIiOjI1NSwiRyI6MjU1LCJCIjoyNTV9fSwiSXNWaXNpYmxlIjp0cnVlLCJXaWR0aCI6MC4wLCJIZWlnaHQiOjAuMCwiQm9yZGVyU3R5bGUiOnsiJGlkIjoiNTQ0IiwiTGluZUNvbG9yIjpudWxsLCJMaW5lV2VpZ2h0IjowLjAsIkxpbmVUeXBlIjowLCJQYXJlbnRTdHlsZSI6bnVsbH0sIlBhcmVudFN0eWxlIjpudWxsfSwiRGF0ZVN0eWxlIjp7IiRpZCI6IjU0NSIsIkZvbnRTZXR0aW5ncyI6eyIkaWQiOiI1NDYiLCJGb250U2l6ZSI6MTAsIkZvbnROYW1lIjoiQ2FsaWJyaSIsIklzQm9sZCI6ZmFsc2UsIklzSXRhbGljIjpmYWxzZSwiSXNVbmRlcmxpbmVkIjpmYWxzZSwiUGFyZW50U3R5bGUiOm51bGx9LCJBdXRvU2l6ZSI6MCwiRm9yZWdyb3VuZCI6eyIkcmVmIjoiNDQ1In0sIk1heFdpZHRoIjoyMD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HJlZiI6IjQ0NyJ9LCJJc1Zpc2libGUiOnRydWUsIldpZHRoIjowLjAsIkhlaWdodCI6MC4wLCJCb3JkZXJTdHlsZSI6eyIkaWQiOiI1NDciLCJMaW5lQ29sb3IiOm51bGwsIkxpbmVXZWlnaHQiOjAuMCwiTGluZVR5cGUiOjAsIlBhcmVudFN0eWxlIjpudWxsfSwiUGFyZW50U3R5bGUiOm51bGx9LCJEYXRlRm9ybWF0Ijp7IiRpZCI6IjU0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1NDkiLCJGb3JtYXQiOjAsIklzVmlzaWJsZSI6ZmFsc2UsIkxhc3RLbm93blZpc2liaWxpdHlTdGF0ZSI6ZmFsc2V9LCJJc1Zpc2libGUiOnRydWUsIlBhcmVudFN0eWxlIjpudWxsfSwiSW5kZXgiOjE4LCJTbWFydER1cmF0aW9uQWN0aXZhdGVkIjpmYWxzZSwiRGF0ZUZvcm1hdCI6eyIkcmVmIjoiNTQ4In0sIldlZWtOdW1iZXJpbmciOnsiJGlkIjoiNTUwIiwiRm9ybWF0IjowLCJJc1Zpc2libGUiOmZhbHNlLCJMYXN0S25vd25WaXNpYmlsaXR5U3RhdGUiOmZhbHNlfSwiSWQiOiI0NTI2OGNiZS05MTliLTQ0MDYtODhjZS02ZTJhYjA5MDA2YWUiLCJJbXBvcnRJZCI6bnVsbCwiVGl0bGUiOiJMb25nLXRlcm0gb3BlbiBsYWJlbCBleHRlbnNpb24iLCJOb3RlIjpudWxsLCJIeXBlcmxpbmsiOnsiJGlkIjoiNTUxIiwiQWRkcmVzcyI6bnVsbCwiU3ViQWRkcmVzcyI6bnVsbH0sIklzQ2hhbmdlZCI6ZmFsc2UsIklzTmV3IjpmYWxzZX19XSwiX21pbGVzdG9uZXMiOltdLCJJZCI6IjAwMDAwMDAwLTAwMDAtMDAwMC0wMDAwLTAwMDAwMDAwMDAwMCIsIklzU2luZ2xlSXRlbVJvdyI6dHJ1ZX0seyIkaWQiOiI1NTIiLCJfdGFza3MiOlt7IiRpZCI6IjU1MyIsIl9hdHRhY2hlZE1pbGVzdG9uZXMiOltdLCJUYXNrRGVmaW5pdGlvbiI6eyIkaWQiOiI1NTQiLCJHcm91cE5hbWUiOm51bGwsIlN0YXJ0RGF0ZSI6IjIwMjYtMTAtMjVUMDA6MDA6MDBaIiwiRW5kRGF0ZSI6IjIwMzAtMDYtMTlUMjM6NTk6MDBaIiwiUGVyY2VudGFnZUNvbXBsZXRlIjpudWxsLCJTdHlsZSI6eyIkaWQiOiI1NTUiLCJTaGFwZSI6MiwiU2hhcGVUaGlja25lc3MiOjAsIkR1cmF0aW9uRm9ybWF0IjowLCJJbmNsdWRlTm9uV29ya2luZ0RheXNJbkR1cmF0aW9uIjpmYWxzZSwiUGVyY2VudGFnZUNvbXBsZXRlU3R5bGUiOnsiJGlkIjoiNTU2IiwiRm9udFNldHRpbmdzIjp7IiRpZCI6IjU1NyIsIkZvbnRTaXplIjoxMCwiRm9udE5hbWUiOiJDYWxpYnJpIiwiSXNCb2xkIjpmYWxzZSwiSXNJdGFsaWMiOmZhbHNlLCJJc1VuZGVybGluZWQiOmZhbHNlLCJQYXJlbnRTdHlsZSI6bnVsbH0sIkF1dG9TaXplIjowLCJGb3JlZ3JvdW5kIjp7IiRpZCI6IjU1OCIsIkNvbG9yIjp7IiRpZCI6IjU1OSIsIkEiOjI1NSwiUiI6MTkyLCJHIjo4MCwiQiI6Nzd9fSwiTWF4V2lkdGgiOjIwMC4wLCJNYXhIZWlnaHQiOiJJbmZpbml0eSIsIlNtYXJ0Rm9yZWdyb3VuZElzQWN0aXZlIjpmYWxzZSwiSG9yaXpvbnRhbEFsaWdubWVudCI6MCwiVmVydGljYWxBbGlnbm1lbnQiOjAsIlNtYXJ0Rm9yZWdyb3VuZCI6bnVsbCwiQmFja2dyb3VuZEZpbGxUeXBlIjowLCJNYXJnaW4iOnsiJHJlZiI6Ijc4In0sIlBhZGRpbmciOnsiJHJlZiI6Ijc5In0sIkJhY2tncm91bmQiOnsiJHJlZiI6IjI3OCJ9LCJJc1Zpc2libGUiOnRydWUsIldpZHRoIjowLjAsIkhlaWdodCI6MC4wLCJCb3JkZXJTdHlsZSI6eyIkaWQiOiI1NjAiLCJMaW5lQ29sb3IiOm51bGwsIkxpbmVXZWlnaHQiOjAuMCwiTGluZVR5cGUiOjAsIlBhcmVudFN0eWxlIjpudWxsfSwiUGFyZW50U3R5bGUiOm51bGx9LCJEdXJhdGlvblN0eWxlIjp7IiRpZCI6IjU2MSIsIkZvbnRTZXR0aW5ncyI6eyIkaWQiOiI1NjIiLCJGb250U2l6ZSI6MTAsIkZvbnROYW1lIjoiQ2FsaWJyaSIsIklzQm9sZCI6ZmFsc2UsIklzSXRhbGljIjpmYWxzZSwiSXNVbmRlcmxpbmVkIjpmYWxzZSwiUGFyZW50U3R5bGUiOm51bGx9LCJBdXRvU2l6ZSI6MCwiRm9yZWdyb3VuZCI6eyIkcmVmIjoiODUifSwiTWF4V2lkdGgiOjIwMC4wLCJNYXhIZWlnaHQiOiJJbmZpbml0eSIsIlNtYXJ0Rm9yZWdyb3VuZElzQWN0aXZlIjpmYWxzZSwiSG9yaXpvbnRhbEFsaWdubWVudCI6MCwiVmVydGljYWxBbGlnbm1lbnQiOjAsIlNtYXJ0Rm9yZWdyb3VuZCI6bnVsbCwiQmFja2dyb3VuZEZpbGxUeXBlIjowLCJNYXJnaW4iOnsiJHJlZiI6Ijg3In0sIlBhZGRpbmciOnsiJHJlZiI6Ijg4In0sIkJhY2tncm91bmQiOnsiJHJlZiI6Ijg5In0sIklzVmlzaWJsZSI6dHJ1ZSwiV2lkdGgiOjAuMCwiSGVpZ2h0IjowLjAsIkJvcmRlclN0eWxlIjp7IiRpZCI6IjU2MyIsIkxpbmVDb2xvciI6bnVsbCwiTGluZVdlaWdodCI6MC4wLCJMaW5lVHlwZSI6MCwiUGFyZW50U3R5bGUiOm51bGx9LCJQYXJlbnRTdHlsZSI6bnVsbH0sIkhvcml6b250YWxDb25uZWN0b3JTdHlsZSI6eyIkaWQiOiI1NjQiLCJMaW5lQ29sb3IiOnsiJHJlZiI6IjkzIn0sIkxpbmVXZWlnaHQiOjEuMCwiTGluZVR5cGUiOjAsIlBhcmVudFN0eWxlIjpudWxsfSwiVmVydGljYWxDb25uZWN0b3JTdHlsZSI6eyIkaWQiOiI1NjUiLCJMaW5lQ29sb3IiOnsiJHJlZiI6Ijk2In0sIkxpbmVXZWlnaHQiOjAuMCwiTGluZVR5cGUiOjAsIlBhcmVudFN0eWxlIjpudWxsfSwiTWFyZ2luIjpudWxsLCJTdGFydERhdGVQb3NpdGlvbiI6NiwiRW5kRGF0ZVBvc2l0aW9uIjo2LCJEYXRlSXNWaXNpYmxlIjpmYWxzZSwiVGl0bGVQb3NpdGlvbiI6NCwiRHVyYXRpb25Qb3NpdGlvbiI6NiwiUGVyY2VudGFnZUNvbXBsZXRlZFBvc2l0aW9uIjo2LCJTcGFjaW5nIjozLCJJc0JlbG93VGltZWJhbmQiOnRydWUsIlBlcmNlbnRhZ2VDb21wbGV0ZVNoYXBlT3BhY2l0eSI6MzUsIlNoYXBlU3R5bGUiOnsiJGlkIjoiNTY2IiwiTWFyZ2luIjp7IiRyZWYiOiI5OSJ9LCJQYWRkaW5nIjp7IiRyZWYiOiIxMDAifSwiQmFja2dyb3VuZCI6eyIkaWQiOiI1NjciLCJDb2xvciI6eyIkaWQiOiI1NjgiLCJBIjoyNTUsIlIiOjIzNCwiRyI6MjIsIkIiOjMwfX0sIklzVmlzaWJsZSI6dHJ1ZSwiV2lkdGgiOjAuMCwiSGVpZ2h0IjoxMC4wLCJCb3JkZXJTdHlsZSI6eyIkaWQiOiI1NjkiLCJMaW5lQ29sb3IiOnsiJHJlZiI6IjUzNiJ9LCJMaW5lV2VpZ2h0IjowLjAsIkxpbmVUeXBlIjowLCJQYXJlbnRTdHlsZSI6bnVsbH0sIlBhcmVudFN0eWxlIjpudWxsfSwiVGl0bGVTdHlsZSI6eyIkaWQiOiI1NzAiLCJGb250U2V0dGluZ3MiOnsiJGlkIjoiNTcxIiwiRm9udFNpemUiOjksIkZvbnROYW1lIjoiQ2FsaWJyaSIsIklzQm9sZCI6dHJ1ZSwiSXNJdGFsaWMiOmZhbHNlLCJJc1VuZGVybGluZWQiOmZhbHNlLCJQYXJlbnRTdHlsZSI6bnVsbH0sIkF1dG9TaXplIjowLCJGb3JlZ3JvdW5kIjp7IiRpZCI6IjU3MiIsIkNvbG9yIjp7IiRpZCI6IjU3My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wIn0sIlBhZGRpbmciOnsiJHJlZiI6IjExMSJ9LCJCYWNrZ3JvdW5kIjp7IiRpZCI6IjU3NCIsIkNvbG9yIjp7IiRpZCI6IjU3NSIsIkEiOjAsIlIiOjI1NSwiRyI6MjU1LCJCIjoyNTV9fSwiSXNWaXNpYmxlIjp0cnVlLCJXaWR0aCI6MC4wLCJIZWlnaHQiOjAuMCwiQm9yZGVyU3R5bGUiOnsiJGlkIjoiNTc2IiwiTGluZUNvbG9yIjpudWxsLCJMaW5lV2VpZ2h0IjowLjAsIkxpbmVUeXBlIjowLCJQYXJlbnRTdHlsZSI6bnVsbH0sIlBhcmVudFN0eWxlIjpudWxsfSwiRGF0ZVN0eWxlIjp7IiRpZCI6IjU3NyIsIkZvbnRTZXR0aW5ncyI6eyIkaWQiOiI1NzgiLCJGb250U2l6ZSI6MTAsIkZvbnROYW1lIjoiQ2FsaWJyaSIsIklzQm9sZCI6ZmFsc2UsIklzSXRhbGljIjpmYWxzZSwiSXNVbmRlcmxpbmVkIjpmYWxzZSwiUGFyZW50U3R5bGUiOm51bGx9LCJBdXRvU2l6ZSI6MCwiRm9yZWdyb3VuZCI6eyIkcmVmIjoiNDQ1In0sIk1heFdpZHRoIjoyMD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HJlZiI6IjQ0NyJ9LCJJc1Zpc2libGUiOnRydWUsIldpZHRoIjowLjAsIkhlaWdodCI6MC4wLCJCb3JkZXJTdHlsZSI6eyIkaWQiOiI1NzkiLCJMaW5lQ29sb3IiOm51bGwsIkxpbmVXZWlnaHQiOjAuMCwiTGluZVR5cGUiOjAsIlBhcmVudFN0eWxlIjpudWxsfSwiUGFyZW50U3R5bGUiOm51bGx9LCJEYXRlRm9ybWF0Ijp7IiRyZWYiOiI1NDgifSwiV2Vla051bWJlcmluZyI6eyIkaWQiOiI1ODAiLCJGb3JtYXQiOjAsIklzVmlzaWJsZSI6ZmFsc2UsIkxhc3RLbm93blZpc2liaWxpdHlTdGF0ZSI6ZmFsc2V9LCJJc1Zpc2libGUiOnRydWUsIlBhcmVudFN0eWxlIjpudWxsfSwiSW5kZXgiOjE5LCJTbWFydER1cmF0aW9uQWN0aXZhdGVkIjpmYWxzZSwiRGF0ZUZvcm1hdCI6eyIkcmVmIjoiNTQ4In0sIldlZWtOdW1iZXJpbmciOnsiJGlkIjoiNTgxIiwiRm9ybWF0IjowLCJJc1Zpc2libGUiOmZhbHNlLCJMYXN0S25vd25WaXNpYmlsaXR5U3RhdGUiOmZhbHNlfSwiSWQiOiIzYzIyYTJlYy03OGQ0LTQ0ZGYtODYwYi1iYTk1N2RmNDE3NzIiLCJJbXBvcnRJZCI6bnVsbCwiVGl0bGUiOiJSYW5kb21pemVkIHdpdGhkcmF3YWwgc3R1ZHkg4oCTIDI2IHdlZWtzIiwiTm90ZSI6bnVsbCwiSHlwZXJsaW5rIjp7IiRpZCI6IjU4MiIsIkFkZHJlc3MiOm51bGwsIlN1YkFkZHJlc3MiOm51bGx9LCJJc0NoYW5nZWQiOmZhbHNlLCJJc05ldyI6ZmFsc2V9fV0sIl9taWxlc3RvbmVzIjpbXSwiSWQiOiIwMDAwMDAwMC0wMDAwLTAwMDAtMDAwMC0wMDAwMDAwMDAwMDAiLCJJc1NpbmdsZUl0ZW1Sb3ciOnRydWV9LHsiJGlkIjoiNTgzIiwiX3Rhc2tzIjpbXSwiX21pbGVzdG9uZXMiOlt7IiRpZCI6IjU4NCIsIklkIjoiNmJmYWIyMTctMTM2OS00ZDYyLTk2ZDAtZmQ1OWYwZWQzMWQ2IiwiSW5kZXgiOjIwLCJHcm91cElkIjpudWxsLCJUaXRsZSI6IkFwcHJvdmFsIFVTIiwiRGF0ZVRpbWUiOiIyMDI5LTA1LTExVDIzOjU5OjAwIiwiUGVyY2VudGFnZUNvbXBsZXRlIjpudWxsLCJOb3RlIjpudWxsLCJTdHlsZSI6eyIkaWQiOiI1ODUiLCJUaXRsZVBvc2l0aW9uIjoiUmlnaHQiLCJEYXRlUG9zaXRpb24iOiJMZWZ0IiwiU2hhcGVUeXBlIjoxMywiU2hhcGVTaXplIjowLCJTcGFjaW5nIjowLCJTaGFwZVN0eWxlIjp7IiRpZCI6IjU4NiIsIk1hcmdpbiI6eyIkaWQiOiI1ODciLCJUb3AiOjAuMCwiTGVmdCI6MC4wLCJSaWdodCI6MC4wLCJCb3R0b20iOjAuMH0sIlBhZGRpbmciOnsiJGlkIjoiNTg4IiwiVG9wIjowLjAsIkxlZnQiOjAuMCwiUmlnaHQiOjAuMCwiQm90dG9tIjowLjB9LCJCYWNrZ3JvdW5kIjp7IiRpZCI6IjU4OSIsIkNvbG9yIjp7IiRpZCI6IjU5MCIsIkEiOjI1NSwiUiI6MjU1LCJHIjoxOTIsIkIiOjB9fSwiSXNWaXNpYmxlIjp0cnVlLCJXaWR0aCI6MTIuMCwiSGVpZ2h0IjoxNC4wLCJCb3JkZXJTdHlsZSI6eyIkaWQiOiI1OTEiLCJMaW5lQ29sb3IiOnsiJGlkIjoiNTkyIiwiJHR5cGUiOiJOTFJFLkNvbW1vbi5Eb20uU29saWRDb2xvckJydXNoLCBOTFJFLkNvbW1vbiIsIkNvbG9yIjp7IiRpZCI6IjU5MyIsIkEiOjI1NSwiUiI6MCwiRyI6MzUsIkIiOjczfX0sIkxpbmVXZWlnaHQiOjAuMCwiTGluZVR5cGUiOjAsIlBhcmVudFN0eWxlIjpudWxsfSwiUGFyZW50U3R5bGUiOm51bGx9LCJUaXRsZVN0eWxlIjp7IiRpZCI6IjU5NCIsIkZvbnRTZXR0aW5ncyI6eyIkaWQiOiI1OTUiLCJGb250U2l6ZSI6OCwiRm9udE5hbWUiOiJDYWxpYnJpIiwiSXNCb2xkIjp0cnVlLCJJc0l0YWxpYyI6ZmFsc2UsIklzVW5kZXJsaW5lZCI6ZmFsc2UsIlBhcmVudFN0eWxlIjpudWxsfSwiQXV0b1NpemUiOjAsIkZvcmVncm91bmQiOnsiJHJlZiI6IjUyIn0sIk1heFdpZHRoIjoyMDAuMCwiTWF4SGVpZ2h0IjoiSW5maW5pdHkiLCJTbWFydEZvcmVncm91bmRJc0FjdGl2ZSI6ZmFsc2UsIkhvcml6b250YWxBbGlnbm1lbnQiOjIsIlZlcnRpY2FsQWxpZ25tZW50IjowLCJTbWFydEZvcmVncm91bmQiOm51bGwsIkJhY2tncm91bmRGaWxsVHlwZSI6MCwiTWFyZ2luIjp7IiRpZCI6IjU5NiIsIlRvcCI6MC4wLCJMZWZ0IjowLjAsIlJpZ2h0IjowLjAsIkJvdHRvbSI6MC4wfSwiUGFkZGluZyI6eyIkaWQiOiI1OTciLCJUb3AiOjAuMCwiTGVmdCI6MC4wLCJSaWdodCI6MC4wLCJCb3R0b20iOjAuMH0sIkJhY2tncm91bmQiOnsiJGlkIjoiNTk4IiwiQ29sb3IiOnsiJGlkIjoiNTk5IiwiQSI6MCwiUiI6MjU1LCJHIjoyNTUsIkIiOjI1NX19LCJJc1Zpc2libGUiOnRydWUsIldpZHRoIjowLjAsIkhlaWdodCI6MC4wLCJCb3JkZXJTdHlsZSI6bnVsbCwiUGFyZW50U3R5bGUiOm51bGx9LCJEYXRlU3R5bGUiOnsiJGlkIjoiNjAwIiwiRm9udFNldHRpbmdzIjp7IiRpZCI6IjYwMSIsIkZvbnRTaXplIjoxMCwiRm9udE5hbWUiOiJDYWxpYnJpIiwiSXNCb2xkIjpmYWxzZSwiSXNJdGFsaWMiOmZhbHNlLCJJc1VuZGVybGluZWQiOmZhbHNlLCJQYXJlbnRTdHlsZSI6bnVsbH0sIkF1dG9TaXplIjowLCJGb3JlZ3JvdW5kIjp7IiRpZCI6IjYwMiIsIkNvbG9yIjp7IiRpZCI6IjYwMyIsIkEiOjI1NSwiUiI6NjgsIkciOjg0LCJCIjoxMDZ9fSwiTWF4V2lkdGgiOjIwMC4wLCJNYXhIZWlnaHQiOiJJbmZpbml0eSIsIlNtYXJ0Rm9yZWdyb3VuZElzQWN0aXZlIjpmYWxzZSwiSG9yaXpvbnRhbEFsaWdubWVudCI6MiwiVmVydGljYWxBbGlnbm1lbnQiOjAsIlNtYXJ0Rm9yZWdyb3VuZCI6bnVsbCwiQmFja2dyb3VuZEZpbGxUeXBlIjowLCJNYXJnaW4iOnsiJGlkIjoiNjA0IiwiVG9wIjowLjAsIkxlZnQiOjAuMCwiUmlnaHQiOjAuMCwiQm90dG9tIjowLjB9LCJQYWRkaW5nIjp7IiRpZCI6IjYwNSIsIlRvcCI6MC4wLCJMZWZ0IjowLjAsIlJpZ2h0IjowLjAsIkJvdHRvbSI6MC4wfSwiQmFja2dyb3VuZCI6eyIkaWQiOiI2MDYiLCJDb2xvciI6eyIkaWQiOiI2MDciLCJBIjowLCJSIjoyNTUsIkciOjI1NSwiQiI6MjU1fX0sIklzVmlzaWJsZSI6ZmFsc2UsIldpZHRoIjowLjAsIkhlaWdodCI6MC4wLCJCb3JkZXJTdHlsZSI6bnVsbCwiUGFyZW50U3R5bGUiOm51bGx9LCJEYXRlRm9ybWF0Ijp7IiRpZCI6IjYw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MDkiLCJGb3JtYXQiOjAsIklzVmlzaWJsZSI6ZmFsc2UsIkxhc3RLbm93blZpc2liaWxpdHlTdGF0ZSI6ZmFsc2V9LCJJc1Zpc2libGUiOmZhbHNlLCJQYXJlbnRTdHlsZSI6bnVsbH0sIkh5cGVybGluayI6bnVsbCwiSW1wb3J0SWQiOiJBcHByb3ZhbCAoVVMpIChQVFNEKSJ9LHsiJGlkIjoiNjEwIiwiSWQiOiI4YTk4NDVhZS00MjdmLTQ5ZjktOTY4NC01MjljZWZhMmRlNjQiLCJJbmRleCI6MjEsIkdyb3VwSWQiOm51bGwsIlRpdGxlIjoiU3VibS4gVVMiLCJEYXRlVGltZSI6IjIwMjgtMDUtMTFUMjM6NTk6MDAiLCJQZXJjZW50YWdlQ29tcGxldGUiOm51bGwsIk5vdGUiOm51bGwsIlN0eWxlIjp7IiRpZCI6IjYxMSIsIlRpdGxlUG9zaXRpb24iOiJSaWdodCIsIkRhdGVQb3NpdGlvbiI6IkxlZnQiLCJTaGFwZVR5cGUiOjEzLCJTaGFwZVNpemUiOjAsIlNwYWNpbmciOjAsIlNoYXBlU3R5bGUiOnsiJGlkIjoiNjEyIiwiTWFyZ2luIjp7IiRpZCI6IjYxMyIsIlRvcCI6MC4wLCJMZWZ0IjowLjAsIlJpZ2h0IjowLjAsIkJvdHRvbSI6MC4wfSwiUGFkZGluZyI6eyIkaWQiOiI2MTQiLCJUb3AiOjAuMCwiTGVmdCI6MC4wLCJSaWdodCI6MC4wLCJCb3R0b20iOjAuMH0sIkJhY2tncm91bmQiOnsiJGlkIjoiNjE1IiwiQ29sb3IiOnsiJGlkIjoiNjE2IiwiQSI6MjU1LCJSIjozOCwiRyI6MzgsIkIiOjM4fX0sIklzVmlzaWJsZSI6dHJ1ZSwiV2lkdGgiOjEyLjAsIkhlaWdodCI6MTQuMCwiQm9yZGVyU3R5bGUiOnsiJGlkIjoiNjE3IiwiTGluZUNvbG9yIjp7IiRpZCI6IjYxOCIsIiR0eXBlIjoiTkxSRS5Db21tb24uRG9tLlNvbGlkQ29sb3JCcnVzaCwgTkxSRS5Db21tb24iLCJDb2xvciI6eyIkaWQiOiI2MTkiLCJBIjoyNTUsIlIiOjAsIkciOjM1LCJCIjo3M319LCJMaW5lV2VpZ2h0IjowLjAsIkxpbmVUeXBlIjowLCJQYXJlbnRTdHlsZSI6bnVsbH0sIlBhcmVudFN0eWxlIjpudWxsfSwiVGl0bGVTdHlsZSI6eyIkaWQiOiI2MjAiLCJGb250U2V0dGluZ3MiOnsiJGlkIjoiNjIxIiwiRm9udFNpemUiOjgsIkZvbnROYW1lIjoiQ2FsaWJyaSIsIklzQm9sZCI6dHJ1ZSwiSXNJdGFsaWMiOmZhbHNlLCJJc1VuZGVybGluZWQiOmZhbHNlLCJQYXJlbnRTdHlsZSI6bnVsbH0sIkF1dG9TaXplIjowLCJGb3JlZ3JvdW5kIjp7IiRyZWYiOiI1MiJ9LCJNYXhXaWR0aCI6MjAwLjAsIk1heEhlaWdodCI6IkluZmluaXR5IiwiU21hcnRGb3JlZ3JvdW5kSXNBY3RpdmUiOmZhbHNlLCJIb3Jpem9udGFsQWxpZ25tZW50IjoyLCJWZXJ0aWNhbEFsaWdubWVudCI6MCwiU21hcnRGb3JlZ3JvdW5kIjpudWxsLCJCYWNrZ3JvdW5kRmlsbFR5cGUiOjAsIk1hcmdpbiI6eyIkaWQiOiI2MjIiLCJUb3AiOjAuMCwiTGVmdCI6MC4wLCJSaWdodCI6MC4wLCJCb3R0b20iOjAuMH0sIlBhZGRpbmciOnsiJGlkIjoiNjIzIiwiVG9wIjowLjAsIkxlZnQiOjAuMCwiUmlnaHQiOjAuMCwiQm90dG9tIjowLjB9LCJCYWNrZ3JvdW5kIjp7IiRpZCI6IjYyNCIsIkNvbG9yIjp7IiRpZCI6IjYyNSIsIkEiOjAsIlIiOjI1NSwiRyI6MjU1LCJCIjoyNTV9fSwiSXNWaXNpYmxlIjp0cnVlLCJXaWR0aCI6MC4wLCJIZWlnaHQiOjAuMCwiQm9yZGVyU3R5bGUiOm51bGwsIlBhcmVudFN0eWxlIjpudWxsfSwiRGF0ZVN0eWxlIjp7IiRpZCI6IjYyNiIsIkZvbnRTZXR0aW5ncyI6eyIkaWQiOiI2MjciLCJGb250U2l6ZSI6MTAsIkZvbnROYW1lIjoiQ2FsaWJyaSIsIklzQm9sZCI6ZmFsc2UsIklzSXRhbGljIjpmYWxzZSwiSXNVbmRlcmxpbmVkIjpmYWxzZSwiUGFyZW50U3R5bGUiOm51bGx9LCJBdXRvU2l6ZSI6MCwiRm9yZWdyb3VuZCI6eyIkaWQiOiI2MjgiLCJDb2xvciI6eyIkaWQiOiI2Mjk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YzMCIsIlRvcCI6MC4wLCJMZWZ0IjowLjAsIlJpZ2h0IjowLjAsIkJvdHRvbSI6MC4wfSwiUGFkZGluZyI6eyIkaWQiOiI2MzEiLCJUb3AiOjAuMCwiTGVmdCI6MC4wLCJSaWdodCI6MC4wLCJCb3R0b20iOjAuMH0sIkJhY2tncm91bmQiOnsiJGlkIjoiNjMyIiwiQ29sb3IiOnsiJGlkIjoiNjMzIiwiQSI6MCwiUiI6MjU1LCJHIjoyNTUsIkIiOjI1NX19LCJJc1Zpc2libGUiOmZhbHNlLCJXaWR0aCI6MC4wLCJIZWlnaHQiOjAuMCwiQm9yZGVyU3R5bGUiOm51bGwsIlBhcmVudFN0eWxlIjpudWxsfSwiRGF0ZUZvcm1hdCI6eyIkaWQiOiI2Mz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jM1IiwiRm9ybWF0IjowLCJJc1Zpc2libGUiOmZhbHNlLCJMYXN0S25vd25WaXNpYmlsaXR5U3RhdGUiOmZhbHNlfSwiSXNWaXNpYmxlIjpmYWxzZSwiUGFyZW50U3R5bGUiOm51bGx9LCJIeXBlcmxpbmsiOm51bGwsIkltcG9ydElkIjoiU3VibWlzc2lvbiBOREEgKFBUU0QpIn1dLCJJZCI6IjIzNWQ1ZDExLTU4YTEtNGI2Ny1iZWRmLTA0NzRhNWUyMzFmMSIsIklzU2luZ2xlSXRlbVJvdyI6ZmFsc2V9LHsiJGlkIjoiNjM2IiwiX3Rhc2tzIjpbeyIkaWQiOiI2MzciLCJfYXR0YWNoZWRNaWxlc3RvbmVzIjpbXSwiVGFza0RlZmluaXRpb24iOnsiJGlkIjoiNjM4IiwiR3JvdXBOYW1lIjpudWxsLCJTdGFydERhdGUiOiIyMDI2LTAyLTEwVDAwOjAwOjAwWiIsIkVuZERhdGUiOiIyMDI5LTAzLTIwVDIzOjU5OjAwWiIsIlBlcmNlbnRhZ2VDb21wbGV0ZSI6bnVsbCwiU3R5bGUiOnsiJGlkIjoiNjM5IiwiU2hhcGUiOjIsIlNoYXBlVGhpY2tuZXNzIjowLCJEdXJhdGlvbkZvcm1hdCI6MCwiSW5jbHVkZU5vbldvcmtpbmdEYXlzSW5EdXJhdGlvbiI6ZmFsc2UsIlBlcmNlbnRhZ2VDb21wbGV0ZVN0eWxlIjp7IiRpZCI6IjY0MCIsIkZvbnRTZXR0aW5ncyI6eyIkaWQiOiI2NDEiLCJGb250U2l6ZSI6MTAsIkZvbnROYW1lIjoiQ2FsaWJyaSIsIklzQm9sZCI6ZmFsc2UsIklzSXRhbGljIjpmYWxzZSwiSXNVbmRlcmxpbmVkIjpmYWxzZSwiUGFyZW50U3R5bGUiOm51bGx9LCJBdXRvU2l6ZSI6MCwiRm9yZWdyb3VuZCI6eyIkcmVmIjoiNzYifSwiTWF4V2lkdGgiOjIwMC4wLCJNYXhIZWlnaHQiOiJJbmZpbml0eSIsIlNtYXJ0Rm9yZWdyb3VuZElzQWN0aXZlIjpmYWxzZSwiSG9yaXpvbnRhbEFsaWdubWVudCI6MCwiVmVydGljYWxBbGlnbm1lbnQiOjAsIlNtYXJ0Rm9yZWdyb3VuZCI6bnVsbCwiQmFja2dyb3VuZEZpbGxUeXBlIjowLCJNYXJnaW4iOnsiJHJlZiI6Ijc4In0sIlBhZGRpbmciOnsiJHJlZiI6Ijc5In0sIkJhY2tncm91bmQiOnsiJGlkIjoiNjQyIiwiQ29sb3IiOnsiJGlkIjoiNjQzIiwiQSI6ODksIlIiOjM4LCJHIjozOCwiQiI6Mzh9fSwiSXNWaXNpYmxlIjp0cnVlLCJXaWR0aCI6MC4wLCJIZWlnaHQiOjAuMCwiQm9yZGVyU3R5bGUiOnsiJGlkIjoiNjQ0IiwiTGluZUNvbG9yIjpudWxsLCJMaW5lV2VpZ2h0IjowLjAsIkxpbmVUeXBlIjowLCJQYXJlbnRTdHlsZSI6bnVsbH0sIlBhcmVudFN0eWxlIjpudWxsfSwiRHVyYXRpb25TdHlsZSI6eyIkaWQiOiI2NDUiLCJGb250U2V0dGluZ3MiOnsiJGlkIjoiNjQ2IiwiRm9udFNpemUiOjEwLCJGb250TmFtZSI6IkNhbGlicmkiLCJJc0JvbGQiOmZhbHNlLCJJc0l0YWxpYyI6ZmFsc2UsIklzVW5kZXJsaW5lZCI6ZmFsc2UsIlBhcmVudFN0eWxlIjpudWxsfSwiQXV0b1NpemUiOjAsIkZvcmVncm91bmQiOnsiJHJlZiI6Ijg1In0sIk1heFdpZHRoIjoyMDAuMCwiTWF4SGVpZ2h0IjoiSW5maW5pdHkiLCJTbWFydEZvcmVncm91bmRJc0FjdGl2ZSI6ZmFsc2UsIkhvcml6b250YWxBbGlnbm1lbnQiOjAsIlZlcnRpY2FsQWxpZ25tZW50IjowLCJTbWFydEZvcmVncm91bmQiOm51bGwsIkJhY2tncm91bmRGaWxsVHlwZSI6MCwiTWFyZ2luIjp7IiRyZWYiOiI4NyJ9LCJQYWRkaW5nIjp7IiRyZWYiOiI4OCJ9LCJCYWNrZ3JvdW5kIjp7IiRyZWYiOiI4OSJ9LCJJc1Zpc2libGUiOnRydWUsIldpZHRoIjowLjAsIkhlaWdodCI6MC4wLCJCb3JkZXJTdHlsZSI6eyIkaWQiOiI2NDciLCJMaW5lQ29sb3IiOm51bGwsIkxpbmVXZWlnaHQiOjAuMCwiTGluZVR5cGUiOjAsIlBhcmVudFN0eWxlIjpudWxsfSwiUGFyZW50U3R5bGUiOm51bGx9LCJIb3Jpem9udGFsQ29ubmVjdG9yU3R5bGUiOnsiJGlkIjoiNjQ4IiwiTGluZUNvbG9yIjp7IiRyZWYiOiI5MyJ9LCJMaW5lV2VpZ2h0IjoxLjAsIkxpbmVUeXBlIjowLCJQYXJlbnRTdHlsZSI6bnVsbH0sIlZlcnRpY2FsQ29ubmVjdG9yU3R5bGUiOnsiJGlkIjoiNjQ5IiwiTGluZUNvbG9yIjp7IiRyZWYiOiI5Ni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TaGFwZVN0eWxlIjp7IiRpZCI6IjY1MCIsIk1hcmdpbiI6eyIkcmVmIjoiOTkifSwiUGFkZGluZyI6eyIkcmVmIjoiMTAwIn0sIkJhY2tncm91bmQiOnsiJGlkIjoiNjUxIiwiQ29sb3IiOnsiJGlkIjoiNjUyIiwiQSI6MjU1LCJSIjoyMzQsIkciOjIyLCJCIjozMH19LCJJc1Zpc2libGUiOnRydWUsIldpZHRoIjowLjAsIkhlaWdodCI6MTAuMCwiQm9yZGVyU3R5bGUiOnsiJGlkIjoiNjUzIiwiTGluZUNvbG9yIjp7IiRpZCI6IjY1NCIsIiR0eXBlIjoiTkxSRS5Db21tb24uRG9tLlNvbGlkQ29sb3JCcnVzaCwgTkxSRS5Db21tb24iLCJDb2xvciI6eyIkaWQiOiI2NTUiLCJBIjoyNTUsIlIiOjI1NSwiRyI6MCwiQiI6MH19LCJMaW5lV2VpZ2h0IjowLjAsIkxpbmVUeXBlIjowLCJQYXJlbnRTdHlsZSI6bnVsbH0sIlBhcmVudFN0eWxlIjpudWxsfSwiVGl0bGVTdHlsZSI6eyIkaWQiOiI2NTYiLCJGb250U2V0dGluZ3MiOnsiJGlkIjoiNjU3IiwiRm9udFNpemUiOjksIkZvbnROYW1lIjoiQ2FsaWJyaSIsIklzQm9sZCI6dHJ1ZSwiSXNJdGFsaWMiOmZhbHNlLCJJc1VuZGVybGluZWQiOmZhbHNlLCJQYXJlbnRTdHlsZSI6bnVsbH0sIkF1dG9TaXplIjowLCJGb3JlZ3JvdW5kIjp7IiRpZCI6IjY1OCIsIkNvbG9yIjp7IiRpZCI6IjY1OSIsIkEiOjI1NSwiUiI6MjU1LCJHIjoyNTUsIkIiOjI1NX19LCJNYXhXaWR0aCI6NzIwLjAsIk1heEhlaWdodCI6IkluZmluaXR5IiwiU21hcnRGb3JlZ3JvdW5kSXNBY3RpdmUiOmZhbHNlLCJIb3Jpem9udGFsQWxpZ25tZW50IjoxLCJWZXJ0aWNhbEFsaWdubWVudCI6MCwiU21hcnRGb3JlZ3JvdW5kIjpudWxsLCJCYWNrZ3JvdW5kRmlsbFR5cGUiOjAsIk1hcmdpbiI6eyIkcmVmIjoiMTEwIn0sIlBhZGRpbmciOnsiJHJlZiI6IjExMSJ9LCJCYWNrZ3JvdW5kIjp7IiRpZCI6IjY2MCIsIkNvbG9yIjp7IiRpZCI6IjY2MSIsIkEiOjAsIlIiOjI1NSwiRyI6MjU1LCJCIjoyNTV9fSwiSXNWaXNpYmxlIjp0cnVlLCJXaWR0aCI6MC4wLCJIZWlnaHQiOjAuMCwiQm9yZGVyU3R5bGUiOnsiJGlkIjoiNjYyIiwiTGluZUNvbG9yIjpudWxsLCJMaW5lV2VpZ2h0IjowLjAsIkxpbmVUeXBlIjowLCJQYXJlbnRTdHlsZSI6bnVsbH0sIlBhcmVudFN0eWxlIjpudWxsfSwiRGF0ZVN0eWxlIjp7IiRpZCI6IjY2MyIsIkZvbnRTZXR0aW5ncyI6eyIkaWQiOiI2NjQiLCJGb250U2l6ZSI6MTAsIkZvbnROYW1lIjoiQ2FsaWJyaSIsIklzQm9sZCI6ZmFsc2UsIklzSXRhbGljIjpmYWxzZSwiSXNVbmRlcmxpbmVkIjpmYWxzZSwiUGFyZW50U3R5bGUiOm51bGx9LCJBdXRvU2l6ZSI6MCwiRm9yZWdyb3VuZCI6eyIkaWQiOiI2NjUiLCJDb2xvciI6eyIkaWQiOiI2NjY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GlkIjoiNjY3IiwiQ29sb3IiOnsiJGlkIjoiNjY4IiwiQSI6MCwiUiI6MjU1LCJHIjoyNTUsIkIiOjI1NX19LCJJc1Zpc2libGUiOnRydWUsIldpZHRoIjowLjAsIkhlaWdodCI6MC4wLCJCb3JkZXJTdHlsZSI6eyIkaWQiOiI2NjkiLCJMaW5lQ29sb3IiOm51bGwsIkxpbmVXZWlnaHQiOjAuMCwiTGluZVR5cGUiOjAsIlBhcmVudFN0eWxlIjpudWxsfSwiUGFyZW50U3R5bGUiOm51bGx9LCJEYXRlRm9ybWF0Ijp7IiRpZCI6IjY3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NzEiLCJGb3JtYXQiOjAsIklzVmlzaWJsZSI6ZmFsc2UsIkxhc3RLbm93blZpc2liaWxpdHlTdGF0ZSI6ZmFsc2V9LCJJc1Zpc2libGUiOmZhbHNlLCJQYXJlbnRTdHlsZSI6bnVsbH0sIkluZGV4IjoyMiwiU21hcnREdXJhdGlvbkFjdGl2YXRlZCI6ZmFsc2UsIkRhdGVGb3JtYXQiOnsiJHJlZiI6IjY3MCJ9LCJXZWVrTnVtYmVyaW5nIjp7IiRpZCI6IjY3MiIsIkZvcm1hdCI6MCwiSXNWaXNpYmxlIjpmYWxzZSwiTGFzdEtub3duVmlzaWJpbGl0eVN0YXRlIjpmYWxzZX0sIklkIjoiNjliZGQwMTktMjc2Ny00YmE3LWFlNGQtZjNlYWI4ZjRmNDZhIiwiSW1wb3J0SWQiOm51bGwsIlRpdGxlIjoiMTQwMi0wMDMyOyBsb25nLXRlcm0gZWZmaWNhY3kgJiBzYWZldHkiLCJOb3RlIjpudWxsLCJIeXBlcmxpbmsiOnsiJGlkIjoiNjczIiwiQWRkcmVzcyI6bnVsbCwiU3ViQWRkcmVzcyI6bnVsbH0sIklzQ2hhbmdlZCI6ZmFsc2UsIklzTmV3IjpmYWxzZX19XSwiX21pbGVzdG9uZXMiOlt7IiRpZCI6IjY3NCIsIklkIjoiMmVlMTk5OTgtZjE5NC00NjFiLTg2ZWMtMGRkODIzNDIwYzI1IiwiSW5kZXgiOjIzLCJHcm91cElkIjpudWxsLCJUaXRsZSI6IkVVIiwiRGF0ZVRpbWUiOiIyMDMwLTA3LTExVDIzOjU5OjAwIiwiUGVyY2VudGFnZUNvbXBsZXRlIjpudWxsLCJOb3RlIjpudWxsLCJTdHlsZSI6eyIkaWQiOiI2NzUiLCJUaXRsZVBvc2l0aW9uIjoiUmlnaHQiLCJEYXRlUG9zaXRpb24iOiJMZWZ0IiwiU2hhcGVUeXBlIjoxMywiU2hhcGVTaXplIjowLCJTcGFjaW5nIjowLCJTaGFwZVN0eWxlIjp7IiRpZCI6IjY3NiIsIk1hcmdpbiI6eyIkcmVmIjoiMTMxIn0sIlBhZGRpbmciOnsiJHJlZiI6IjEzMiJ9LCJCYWNrZ3JvdW5kIjp7IiRpZCI6IjY3NyIsIkNvbG9yIjp7IiRpZCI6IjY3OCIsIkEiOjI1NSwiUiI6MjU1LCJHIjoxOTIsIkIiOjB9fSwiSXNWaXNpYmxlIjp0cnVlLCJXaWR0aCI6MTIuMCwiSGVpZ2h0IjoxNC4wLCJCb3JkZXJTdHlsZSI6eyIkaWQiOiI2NzkiLCJMaW5lQ29sb3IiOnsiJGlkIjoiNjgwIiwiJHR5cGUiOiJOTFJFLkNvbW1vbi5Eb20uU29saWRDb2xvckJydXNoLCBOTFJFLkNvbW1vbiIsIkNvbG9yIjp7IiRpZCI6IjY4MSIsIkEiOjI1NSwiUiI6MCwiRyI6MzUsIkIiOjczfX0sIkxpbmVXZWlnaHQiOjAuMCwiTGluZVR5cGUiOjAsIlBhcmVudFN0eWxlIjpudWxsfSwiUGFyZW50U3R5bGUiOm51bGx9LCJUaXRsZVN0eWxlIjp7IiRpZCI6IjY4MiIsIkZvbnRTZXR0aW5ncyI6eyIkaWQiOiI2ODMiLCJGb250U2l6ZSI6OCwiRm9udE5hbWUiOiJDYWxpYnJpIiwiSXNCb2xkIjp0cnVlLCJJc0l0YWxpYyI6ZmFsc2UsIklzVW5kZXJsaW5lZCI6ZmFsc2UsIlBhcmVudFN0eWxlIjpudWxsfSwiQXV0b1NpemUiOjAsIkZvcmVncm91bmQiOnsiJHJlZiI6IjUyIn0sIk1heFdpZHRoIjoyMDAuMCwiTWF4SGVpZ2h0IjoiSW5maW5pdHkiLCJTbWFydEZvcmVncm91bmRJc0FjdGl2ZSI6ZmFsc2UsIkhvcml6b250YWxBbGlnbm1lbnQiOjAsIlZlcnRpY2FsQWxpZ25tZW50IjowLCJTbWFydEZvcmVncm91bmQiOm51bGwsIkJhY2tncm91bmRGaWxsVHlwZSI6MCwiTWFyZ2luIjp7IiRyZWYiOiIxNDIifSwiUGFkZGluZyI6eyIkcmVmIjoiMTQzIn0sIkJhY2tncm91bmQiOnsiJGlkIjoiNjg0IiwiQ29sb3IiOnsiJGlkIjoiNjg1IiwiQSI6MCwiUiI6MjU1LCJHIjoyNTUsIkIiOjI1NX19LCJJc1Zpc2libGUiOnRydWUsIldpZHRoIjowLjAsIkhlaWdodCI6MC4wLCJCb3JkZXJTdHlsZSI6bnVsbCwiUGFyZW50U3R5bGUiOm51bGx9LCJEYXRlU3R5bGUiOnsiJGlkIjoiNjg2IiwiRm9udFNldHRpbmdzIjp7IiRpZCI6IjY4NyIsIkZvbnRTaXplIjoxMCwiRm9udE5hbWUiOiJDYWxpYnJpIiwiSXNCb2xkIjpmYWxzZSwiSXNJdGFsaWMiOmZhbHNlLCJJc1VuZGVybGluZWQiOmZhbHNlLCJQYXJlbnRTdHlsZSI6bnVsbH0sIkF1dG9TaXplIjowLCJGb3JlZ3JvdW5kIjp7IiRpZCI6IjY4OCIsIkNvbG9yIjp7IiRpZCI6IjY4O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E1MCJ9LCJQYWRkaW5nIjp7IiRyZWYiOiIxNTEifSwiQmFja2dyb3VuZCI6eyIkaWQiOiI2OTAiLCJDb2xvciI6eyIkaWQiOiI2OTEiLCJBIjowLCJSIjoyNTUsIkciOjI1NSwiQiI6MjU1fX0sIklzVmlzaWJsZSI6ZmFsc2UsIldpZHRoIjowLjAsIkhlaWdodCI6MC4wLCJCb3JkZXJTdHlsZSI6bnVsbCwiUGFyZW50U3R5bGUiOm51bGx9LCJEYXRlRm9ybWF0Ijp7IiRpZCI6IjY5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2OTMiLCJGb3JtYXQiOjAsIklzVmlzaWJsZSI6ZmFsc2UsIkxhc3RLbm93blZpc2liaWxpdHlTdGF0ZSI6ZmFsc2V9LCJJc1Zpc2libGUiOmZhbHNlLCJQYXJlbnRTdHlsZSI6bnVsbH0sIkh5cGVybGluayI6bnVsbCwiSW1wb3J0SWQiOm51bGx9XSwiSWQiOiI0Yzk4MDc4YS1iMGMxLTRhMWUtYmQ5My0zYjhmMzgyYTdmZjEiLCJJc1NpbmdsZUl0ZW1Sb3ciOmZhbHNlfSx7IiRpZCI6IjY5NCIsIl90YXNrcyI6W3siJGlkIjoiNjk1IiwiX2F0dGFjaGVkTWlsZXN0b25lcyI6W10sIlRhc2tEZWZpbml0aW9uIjp7IiRpZCI6IjY5NiIsIkdyb3VwTmFtZSI6bnVsbCwiU3RhcnREYXRlIjoiMjAyNC0xMS0zMFQwMDowMDowMFoiLCJFbmREYXRlIjoiMjAzMC0wMS0xMFQyMzo1OTowMFoiLCJQZXJjZW50YWdlQ29tcGxldGUiOm51bGwsIlN0eWxlIjp7IiRpZCI6IjY5NyIsIlNoYXBlIjoyLCJTaGFwZVRoaWNrbmVzcyI6MCwiRHVyYXRpb25Gb3JtYXQiOjAsIkluY2x1ZGVOb25Xb3JraW5nRGF5c0luRHVyYXRpb24iOmZhbHNlLCJQZXJjZW50YWdlQ29tcGxldGVTdHlsZSI6eyIkaWQiOiI2OTgiLCJGb250U2V0dGluZ3MiOnsiJGlkIjoiNjk5IiwiRm9udFNpemUiOjEwLCJGb250TmFtZSI6IkNhbGlicmkiLCJJc0JvbGQiOmZhbHNlLCJJc0l0YWxpYyI6ZmFsc2UsIklzVW5kZXJsaW5lZCI6ZmFsc2UsIlBhcmVudFN0eWxlIjpudWxsfSwiQXV0b1NpemUiOjAsIkZvcmVncm91bmQiOnsiJHJlZiI6Ijc2In0sIk1heFdpZHRoIjoyMDAuMCwiTWF4SGVpZ2h0IjoiSW5maW5pdHkiLCJTbWFydEZvcmVncm91bmRJc0FjdGl2ZSI6ZmFsc2UsIkhvcml6b250YWxBbGlnbm1lbnQiOjAsIlZlcnRpY2FsQWxpZ25tZW50IjowLCJTbWFydEZvcmVncm91bmQiOm51bGwsIkJhY2tncm91bmRGaWxsVHlwZSI6MCwiTWFyZ2luIjp7IiRyZWYiOiI3OCJ9LCJQYWRkaW5nIjp7IiRyZWYiOiI3OSJ9LCJCYWNrZ3JvdW5kIjp7IiRpZCI6IjcwMCIsIkNvbG9yIjp7IiRpZCI6IjcwMSIsIkEiOjg5LCJSIjozOCwiRyI6MzgsIkIiOjM4fX0sIklzVmlzaWJsZSI6dHJ1ZSwiV2lkdGgiOjAuMCwiSGVpZ2h0IjowLjAsIkJvcmRlclN0eWxlIjp7IiRpZCI6IjcwMiIsIkxpbmVDb2xvciI6bnVsbCwiTGluZVdlaWdodCI6MC4wLCJMaW5lVHlwZSI6MCwiUGFyZW50U3R5bGUiOm51bGx9LCJQYXJlbnRTdHlsZSI6bnVsbH0sIkR1cmF0aW9uU3R5bGUiOnsiJGlkIjoiNzAzIiwiRm9udFNldHRpbmdzIjp7IiRpZCI6IjcwNCIsIkZvbnRTaXplIjoxMCwiRm9udE5hbWUiOiJDYWxpYnJpIiwiSXNCb2xkIjpmYWxzZSwiSXNJdGFsaWMiOmZhbHNlLCJJc1VuZGVybGluZWQiOmZhbHNlLCJQYXJlbnRTdHlsZSI6bnVsbH0sIkF1dG9TaXplIjowLCJGb3JlZ3JvdW5kIjp7IiRyZWYiOiI4NSJ9LCJNYXhXaWR0aCI6MjAwLjAsIk1heEhlaWdodCI6IkluZmluaXR5IiwiU21hcnRGb3JlZ3JvdW5kSXNBY3RpdmUiOmZhbHNlLCJIb3Jpem9udGFsQWxpZ25tZW50IjowLCJWZXJ0aWNhbEFsaWdubWVudCI6MCwiU21hcnRGb3JlZ3JvdW5kIjpudWxsLCJCYWNrZ3JvdW5kRmlsbFR5cGUiOjAsIk1hcmdpbiI6eyIkcmVmIjoiODcifSwiUGFkZGluZyI6eyIkcmVmIjoiODgifSwiQmFja2dyb3VuZCI6eyIkcmVmIjoiODkifSwiSXNWaXNpYmxlIjp0cnVlLCJXaWR0aCI6MC4wLCJIZWlnaHQiOjAuMCwiQm9yZGVyU3R5bGUiOnsiJGlkIjoiNzA1IiwiTGluZUNvbG9yIjpudWxsLCJMaW5lV2VpZ2h0IjowLjAsIkxpbmVUeXBlIjowLCJQYXJlbnRTdHlsZSI6bnVsbH0sIlBhcmVudFN0eWxlIjpudWxsfSwiSG9yaXpvbnRhbENvbm5lY3RvclN0eWxlIjp7IiRpZCI6IjcwNiIsIkxpbmVDb2xvciI6eyIkcmVmIjoiOTMifSwiTGluZVdlaWdodCI6MS4wLCJMaW5lVHlwZSI6MCwiUGFyZW50U3R5bGUiOm51bGx9LCJWZXJ0aWNhbENvbm5lY3RvclN0eWxlIjp7IiRpZCI6IjcwNyIsIkxpbmVDb2xvciI6eyIkcmVmIjoiOTYi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MsIklzQmVsb3dUaW1lYmFuZCI6dHJ1ZSwiUGVyY2VudGFnZUNvbXBsZXRlU2hhcGVPcGFjaXR5IjozNSwiU2hhcGVTdHlsZSI6eyIkaWQiOiI3MDgiLCJNYXJnaW4iOnsiJHJlZiI6Ijk5In0sIlBhZGRpbmciOnsiJHJlZiI6IjEwMCJ9LCJCYWNrZ3JvdW5kIjp7IiRpZCI6IjcwOSIsIkNvbG9yIjp7IiRpZCI6IjcxMCIsIkEiOjI1NSwiUiI6MjM0LCJHIjoyMiwiQiI6MzB9fSwiSXNWaXNpYmxlIjp0cnVlLCJXaWR0aCI6MC4wLCJIZWlnaHQiOjEwLjAsIkJvcmRlclN0eWxlIjp7IiRpZCI6IjcxMSIsIkxpbmVDb2xvciI6eyIkaWQiOiI3MTIiLCIkdHlwZSI6Ik5MUkUuQ29tbW9uLkRvbS5Tb2xpZENvbG9yQnJ1c2gsIE5MUkUuQ29tbW9uIiwiQ29sb3IiOnsiJGlkIjoiNzEzIiwiQSI6MjU1LCJSIjoyNTUsIkciOjAsIkIiOjB9fSwiTGluZVdlaWdodCI6MC4wLCJMaW5lVHlwZSI6MCwiUGFyZW50U3R5bGUiOm51bGx9LCJQYXJlbnRTdHlsZSI6bnVsbH0sIlRpdGxlU3R5bGUiOnsiJGlkIjoiNzE0IiwiRm9udFNldHRpbmdzIjp7IiRpZCI6IjcxNSIsIkZvbnRTaXplIjo5LCJGb250TmFtZSI6IkNhbGlicmkiLCJJc0JvbGQiOnRydWUsIklzSXRhbGljIjpmYWxzZSwiSXNVbmRlcmxpbmVkIjpmYWxzZSwiUGFyZW50U3R5bGUiOm51bGx9LCJBdXRvU2l6ZSI6MCwiRm9yZWdyb3VuZCI6eyIkcmVmIjoiNjU4In0sIk1heFdpZHRoIjo3MjAuMCwiTWF4SGVpZ2h0IjoiSW5maW5pdHkiLCJTbWFydEZvcmVncm91bmRJc0FjdGl2ZSI6ZmFsc2UsIkhvcml6b250YWxBbGlnbm1lbnQiOjEsIlZlcnRpY2FsQWxpZ25tZW50IjowLCJTbWFydEZvcmVncm91bmQiOm51bGwsIkJhY2tncm91bmRGaWxsVHlwZSI6MCwiTWFyZ2luIjp7IiRyZWYiOiIxMTAifSwiUGFkZGluZyI6eyIkcmVmIjoiMTExIn0sIkJhY2tncm91bmQiOnsiJGlkIjoiNzE2IiwiQ29sb3IiOnsiJGlkIjoiNzE3IiwiQSI6MCwiUiI6MjU1LCJHIjoyNTUsIkIiOjI1NX19LCJJc1Zpc2libGUiOnRydWUsIldpZHRoIjowLjAsIkhlaWdodCI6MC4wLCJCb3JkZXJTdHlsZSI6eyIkaWQiOiI3MTgiLCJMaW5lQ29sb3IiOm51bGwsIkxpbmVXZWlnaHQiOjAuMCwiTGluZVR5cGUiOjAsIlBhcmVudFN0eWxlIjpudWxsfSwiUGFyZW50U3R5bGUiOm51bGx9LCJEYXRlU3R5bGUiOnsiJGlkIjoiNzE5IiwiRm9udFNldHRpbmdzIjp7IiRpZCI6IjcyMCIsIkZvbnRTaXplIjoxMCwiRm9udE5hbWUiOiJDYWxpYnJpIiwiSXNCb2xkIjpmYWxzZSwiSXNJdGFsaWMiOmZhbHNlLCJJc1VuZGVybGluZWQiOmZhbHNlLCJQYXJlbnRTdHlsZSI6bnVsbH0sIkF1dG9TaXplIjowLCJGb3JlZ3JvdW5kIjp7IiRpZCI6IjcyMSIsIkNvbG9yIjp7IiRpZCI6Ijcy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ExOSJ9LCJQYWRkaW5nIjp7IiRyZWYiOiIxMjAifSwiQmFja2dyb3VuZCI6eyIkaWQiOiI3MjMiLCJDb2xvciI6eyIkaWQiOiI3MjQiLCJBIjowLCJSIjoyNTUsIkciOjI1NSwiQiI6MjU1fX0sIklzVmlzaWJsZSI6dHJ1ZSwiV2lkdGgiOjAuMCwiSGVpZ2h0IjowLjAsIkJvcmRlclN0eWxlIjp7IiRpZCI6IjcyNSIsIkxpbmVDb2xvciI6bnVsbCwiTGluZVdlaWdodCI6MC4wLCJMaW5lVHlwZSI6MCwiUGFyZW50U3R5bGUiOm51bGx9LCJQYXJlbnRTdHlsZSI6bnVsbH0sIkRhdGVGb3JtYXQiOnsiJGlkIjoiNzI2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cyNyIsIkZvcm1hdCI6MCwiSXNWaXNpYmxlIjpmYWxzZSwiTGFzdEtub3duVmlzaWJpbGl0eVN0YXRlIjpmYWxzZX0sIklzVmlzaWJsZSI6ZmFsc2UsIlBhcmVudFN0eWxlIjpudWxsfSwiSW5kZXgiOjI0LCJTbWFydER1cmF0aW9uQWN0aXZhdGVkIjpmYWxzZSwiRGF0ZUZvcm1hdCI6eyIkcmVmIjoiNzI2In0sIldlZWtOdW1iZXJpbmciOnsiJGlkIjoiNzI4IiwiRm9ybWF0IjowLCJJc1Zpc2libGUiOmZhbHNlLCJMYXN0S25vd25WaXNpYmlsaXR5U3RhdGUiOmZhbHNlfSwiSWQiOiIxMmUxMjk4Ni04MmRjLTRiZGEtOGIxZi0xZTc0M2FjZDA5MWMiLCJJbXBvcnRJZCI6bnVsbCwiVGl0bGUiOiIxNDAyLTAwMzM7IFBoIElJSTogbG9uZy10ZXJtOyBvcGVuLWxhYmVsIiwiTm90ZSI6bnVsbCwiSHlwZXJsaW5rIjp7IiRpZCI6IjcyOSIsIkFkZHJlc3MiOm51bGwsIlN1YkFkZHJlc3MiOm51bGx9LCJJc0NoYW5nZWQiOmZhbHNlLCJJc05ldyI6ZmFsc2V9fV0sIl9taWxlc3RvbmVzIjpbXSwiSWQiOiIwMDAwMDAwMC0wMDAwLTAwMDAtMDAwMC0wMDAwMDAwMDAwMDAiLCJJc1NpbmdsZUl0ZW1Sb3ciOnRydWV9LHsiJGlkIjoiNzMwIiwiX3Rhc2tzIjpbXSwiX21pbGVzdG9uZXMiOlt7IiRpZCI6IjczMSIsIklkIjoiYjM3ZGNkNDUtZDY3NC00YTcwLWE0Y2QtNjZlYjIyNThlMTI1IiwiSW5kZXgiOjI1LCJHcm91cElkIjpudWxsLCJUaXRsZSI6IkxhdW5jaCAoVVMpIChQVFNEKSIsIkRhdGVUaW1lIjoiMjAyOS0wNC0xMFQyMzo1OTowMCIsIlBlcmNlbnRhZ2VDb21wbGV0ZSI6bnVsbCwiTm90ZSI6bnVsbCwiU3R5bGUiOnsiJGlkIjoiNzMyIiwiVGl0bGVQb3NpdGlvbiI6IlJpZ2h0IiwiRGF0ZVBvc2l0aW9uIjoiTGVmdCIsIlNoYXBlVHlwZSI6MTMsIlNoYXBlU2l6ZSI6MCwiU3BhY2luZyI6MCwiU2hhcGVTdHlsZSI6eyIkaWQiOiI3MzMiLCJNYXJnaW4iOnsiJGlkIjoiNzM0IiwiVG9wIjowLjAsIkxlZnQiOjAuMCwiUmlnaHQiOjAuMCwiQm90dG9tIjowLjB9LCJQYWRkaW5nIjp7IiRpZCI6IjczNSIsIlRvcCI6MC4wLCJMZWZ0IjowLjAsIlJpZ2h0IjowLjAsIkJvdHRvbSI6MC4wfSwiQmFja2dyb3VuZCI6eyIkaWQiOiI3MzYiLCJDb2xvciI6eyIkaWQiOiI3MzciLCJBIjoyNTUsIlIiOjY4LCJHIjoxMTQsIkIiOjE5Nn19LCJJc1Zpc2libGUiOnRydWUsIldpZHRoIjoxMi4wLCJIZWlnaHQiOjE0LjAsIkJvcmRlclN0eWxlIjp7IiRpZCI6IjczOCIsIkxpbmVDb2xvciI6eyIkaWQiOiI3MzkiLCIkdHlwZSI6Ik5MUkUuQ29tbW9uLkRvbS5Tb2xpZENvbG9yQnJ1c2gsIE5MUkUuQ29tbW9uIiwiQ29sb3IiOnsiJGlkIjoiNzQwIiwiQSI6MjU1LCJSIjoyNTUsIkciOjAsIkIiOjB9fSwiTGluZVdlaWdodCI6MC4wLCJMaW5lVHlwZSI6MCwiUGFyZW50U3R5bGUiOm51bGx9LCJQYXJlbnRTdHlsZSI6bnVsbH0sIlRpdGxlU3R5bGUiOnsiJGlkIjoiNzQxIiwiRm9udFNldHRpbmdzIjp7IiRpZCI6Ijc0MiIsIkZvbnRTaXplIjo4LCJGb250TmFtZSI6IkNhbGlicmkiLCJJc0JvbGQiOnRydWUsIklzSXRhbGljIjpmYWxzZSwiSXNVbmRlcmxpbmVkIjpmYWxzZSwiUGFyZW50U3R5bGUiOm51bGx9LCJBdXRvU2l6ZSI6MCwiRm9yZWdyb3VuZCI6eyIkcmVmIjoiNTIifSwiTWF4V2lkdGgiOjIwMC4wLCJNYXhIZWlnaHQiOiJJbmZpbml0eSIsIlNtYXJ0Rm9yZWdyb3VuZElzQWN0aXZlIjpmYWxzZSwiSG9yaXpvbnRhbEFsaWdubWVudCI6MCwiVmVydGljYWxBbGlnbm1lbnQiOjAsIlNtYXJ0Rm9yZWdyb3VuZCI6bnVsbCwiQmFja2dyb3VuZEZpbGxUeXBlIjowLCJNYXJnaW4iOnsiJGlkIjoiNzQzIiwiVG9wIjowLjAsIkxlZnQiOjAuMCwiUmlnaHQiOjAuMCwiQm90dG9tIjowLjB9LCJQYWRkaW5nIjp7IiRpZCI6Ijc0NCIsIlRvcCI6MC4wLCJMZWZ0IjowLjAsIlJpZ2h0IjowLjAsIkJvdHRvbSI6MC4wfSwiQmFja2dyb3VuZCI6eyIkaWQiOiI3NDUiLCJDb2xvciI6eyIkaWQiOiI3NDYiLCJBIjowLCJSIjoyNTUsIkciOjI1NSwiQiI6MjU1fX0sIklzVmlzaWJsZSI6dHJ1ZSwiV2lkdGgiOjAuMCwiSGVpZ2h0IjowLjAsIkJvcmRlclN0eWxlIjpudWxsLCJQYXJlbnRTdHlsZSI6bnVsbH0sIkRhdGVTdHlsZSI6eyIkaWQiOiI3NDciLCJGb250U2V0dGluZ3MiOnsiJGlkIjoiNzQ4IiwiRm9udFNpemUiOjEwLCJGb250TmFtZSI6IkNhbGlicmkiLCJJc0JvbGQiOmZhbHNlLCJJc0l0YWxpYyI6ZmFsc2UsIklzVW5kZXJsaW5lZCI6ZmFsc2UsIlBhcmVudFN0eWxlIjpudWxsfSwiQXV0b1NpemUiOjAsIkZvcmVncm91bmQiOnsiJGlkIjoiNzQ5IiwiQ29sb3IiOnsiJGlkIjoiNzUw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aWQiOiI3NTEiLCJUb3AiOjAuMCwiTGVmdCI6MC4wLCJSaWdodCI6MC4wLCJCb3R0b20iOjAuMH0sIlBhZGRpbmciOnsiJGlkIjoiNzUyIiwiVG9wIjowLjAsIkxlZnQiOjAuMCwiUmlnaHQiOjAuMCwiQm90dG9tIjowLjB9LCJCYWNrZ3JvdW5kIjp7IiRpZCI6Ijc1MyIsIkNvbG9yIjp7IiRpZCI6Ijc1NCIsIkEiOjAsIlIiOjI1NSwiRyI6MjU1LCJCIjoyNTV9fSwiSXNWaXNpYmxlIjpmYWxzZSwiV2lkdGgiOjAuMCwiSGVpZ2h0IjowLjAsIkJvcmRlclN0eWxlIjpudWxsLCJQYXJlbnRTdHlsZSI6bnVsbH0sIkRhdGVGb3JtYXQiOnsiJGlkIjoiNzU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c1NiIsIkZvcm1hdCI6MCwiSXNWaXNpYmxlIjpmYWxzZSwiTGFzdEtub3duVmlzaWJpbGl0eVN0YXRlIjpmYWxzZX0sIklzVmlzaWJsZSI6ZmFsc2UsIlBhcmVudFN0eWxlIjpudWxsfSwiSHlwZXJsaW5rIjpudWxsLCJJbXBvcnRJZCI6IkxhdW5jaCAoVVMpIChQVFNEKSJ9XSwiSWQiOiIwMDAwMDAwMC0wMDAwLTAwMDAtMDAwMC0wMDAwMDAwMDAwMDAiLCJJc1NpbmdsZUl0ZW1Sb3ciOnRydWV9LHsiJGlkIjoiNzU3IiwiX3Rhc2tzIjpbXSwiX21pbGVzdG9uZXMiOlt7IiRpZCI6Ijc1OCIsIklkIjoiYTk1NDE0NTItYWM2OS00Yjk3LWJmMzMtNzU4NDc0YjRiZWFkIiwiSW5kZXgiOjI2LCJHcm91cElkIjpudWxsLCJUaXRsZSI6IlBvQ0MiLCJEYXRlVGltZSI6IjIwMjMtMTEtMTJUMjM6NTk6MDAiLCJQZXJjZW50YWdlQ29tcGxldGUiOm51bGwsIk5vdGUiOm51bGwsIlN0eWxlIjp7IiRpZCI6Ijc1OSIsIlRpdGxlUG9zaXRpb24iOiJSaWdodCIsIkRhdGVQb3NpdGlvbiI6IkxlZnQiLCJTaGFwZVR5cGUiOjEzLCJTaGFwZVNpemUiOjAsIlNwYWNpbmciOjAsIlNoYXBlU3R5bGUiOnsiJGlkIjoiNzYwIiwiTWFyZ2luIjp7IiRpZCI6Ijc2MSIsIlRvcCI6MC4wLCJMZWZ0IjowLjAsIlJpZ2h0IjowLjAsIkJvdHRvbSI6MC4wfSwiUGFkZGluZyI6eyIkaWQiOiI3NjIiLCJUb3AiOjAuMCwiTGVmdCI6MC4wLCJSaWdodCI6MC4wLCJCb3R0b20iOjAuMH0sIkJhY2tncm91bmQiOnsiJGlkIjoiNzYzIiwiQ29sb3IiOnsiJGlkIjoiNzY0IiwiQSI6MjU1LCJSIjowLCJHIjowLCJCIjowfX0sIklzVmlzaWJsZSI6dHJ1ZSwiV2lkdGgiOjEyLjAsIkhlaWdodCI6MTQuMCwiQm9yZGVyU3R5bGUiOnsiJGlkIjoiNzY1IiwiTGluZUNvbG9yIjp7IiRpZCI6Ijc2NiIsIiR0eXBlIjoiTkxSRS5Db21tb24uRG9tLlNvbGlkQ29sb3JCcnVzaCwgTkxSRS5Db21tb24iLCJDb2xvciI6eyIkaWQiOiI3NjciLCJBIjoyNTUsIlIiOjI1NSwiRyI6MCwiQiI6MH19LCJMaW5lV2VpZ2h0IjowLjAsIkxpbmVUeXBlIjowLCJQYXJlbnRTdHlsZSI6bnVsbH0sIlBhcmVudFN0eWxlIjpudWxsfSwiVGl0bGVTdHlsZSI6eyIkaWQiOiI3NjgiLCJGb250U2V0dGluZ3MiOnsiJGlkIjoiNzY5IiwiRm9udFNpemUiOjgsIkZvbnROYW1lIjoiQ2FsaWJyaSIsIklzQm9sZCI6dHJ1ZSwiSXNJdGFsaWMiOmZhbHNlLCJJc1VuZGVybGluZWQiOmZhbHNlLCJQYXJlbnRTdHlsZSI6bnVsbH0sIkF1dG9TaXplIjowLCJGb3JlZ3JvdW5kIjp7IiRyZWYiOiI1MiJ9LCJNYXhXaWR0aCI6MjAwLjAsIk1heEhlaWdodCI6IkluZmluaXR5IiwiU21hcnRGb3JlZ3JvdW5kSXNBY3RpdmUiOmZhbHNlLCJIb3Jpem9udGFsQWxpZ25tZW50IjoxLCJWZXJ0aWNhbEFsaWdubWVudCI6MCwiU21hcnRGb3JlZ3JvdW5kIjpudWxsLCJCYWNrZ3JvdW5kRmlsbFR5cGUiOjAsIk1hcmdpbiI6eyIkaWQiOiI3NzAiLCJUb3AiOjAuMCwiTGVmdCI6MC4wLCJSaWdodCI6MC4wLCJCb3R0b20iOjAuMH0sIlBhZGRpbmciOnsiJGlkIjoiNzcxIiwiVG9wIjowLjAsIkxlZnQiOjAuMCwiUmlnaHQiOjAuMCwiQm90dG9tIjowLjB9LCJCYWNrZ3JvdW5kIjp7IiRpZCI6Ijc3MiIsIkNvbG9yIjp7IiRpZCI6Ijc3MyIsIkEiOjAsIlIiOjI1NSwiRyI6MjU1LCJCIjoyNTV9fSwiSXNWaXNpYmxlIjp0cnVlLCJXaWR0aCI6MC4wLCJIZWlnaHQiOjAuMCwiQm9yZGVyU3R5bGUiOm51bGwsIlBhcmVudFN0eWxlIjpudWxsfSwiRGF0ZVN0eWxlIjp7IiRpZCI6Ijc3NCIsIkZvbnRTZXR0aW5ncyI6eyIkaWQiOiI3NzUiLCJGb250U2l6ZSI6MTAsIkZvbnROYW1lIjoiQ2FsaWJyaSIsIklzQm9sZCI6ZmFsc2UsIklzSXRhbGljIjpmYWxzZSwiSXNVbmRlcmxpbmVkIjpmYWxzZSwiUGFyZW50U3R5bGUiOm51bGx9LCJBdXRvU2l6ZSI6MCwiRm9yZWdyb3VuZCI6eyIkaWQiOiI3NzYiLCJDb2xvciI6eyIkaWQiOiI3Nzc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c3OCIsIlRvcCI6MC4wLCJMZWZ0IjowLjAsIlJpZ2h0IjowLjAsIkJvdHRvbSI6MC4wfSwiUGFkZGluZyI6eyIkaWQiOiI3NzkiLCJUb3AiOjAuMCwiTGVmdCI6MC4wLCJSaWdodCI6MC4wLCJCb3R0b20iOjAuMH0sIkJhY2tncm91bmQiOnsiJGlkIjoiNzgwIiwiQ29sb3IiOnsiJGlkIjoiNzgxIiwiQSI6MCwiUiI6MjU1LCJHIjoyNTUsIkIiOjI1NX19LCJJc1Zpc2libGUiOmZhbHNlLCJXaWR0aCI6MC4wLCJIZWlnaHQiOjAuMCwiQm9yZGVyU3R5bGUiOm51bGwsIlBhcmVudFN0eWxlIjpudWxsfSwiRGF0ZUZvcm1hdCI6eyIkaWQiOiI3ODI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NzgzIiwiRm9ybWF0IjowLCJJc1Zpc2libGUiOmZhbHNlLCJMYXN0S25vd25WaXNpYmlsaXR5U3RhdGUiOmZhbHNlfSwiSXNWaXNpYmxlIjpmYWxzZSwiUGFyZW50U3R5bGUiOm51bGx9LCJIeXBlcmxpbmsiOm51bGwsIkltcG9ydElkIjoiUG9DQyAoUFRTRCkifSx7IiRpZCI6Ijc4NCIsIklkIjoiZGU2NWExOTQtYjFjZi00OTgxLTgzZjMtODg4Y2QzNmJhOGRhIiwiSW5kZXgiOjI3LCJHcm91cElkIjpudWxsLCJUaXRsZSI6IlJvRkQiLCJEYXRlVGltZSI6IjIwMjQtMDItMjBUMjM6NTk6MDAiLCJQZXJjZW50YWdlQ29tcGxldGUiOm51bGwsIk5vdGUiOm51bGwsIlN0eWxlIjp7IiRpZCI6Ijc4NSIsIlRpdGxlUG9zaXRpb24iOiJSaWdodCIsIkRhdGVQb3NpdGlvbiI6IkxlZnQiLCJTaGFwZVR5cGUiOjEzLCJTaGFwZVNpemUiOjAsIlNwYWNpbmciOjAsIlNoYXBlU3R5bGUiOnsiJGlkIjoiNzg2IiwiTWFyZ2luIjp7IiRpZCI6Ijc4NyIsIlRvcCI6MC4wLCJMZWZ0IjowLjAsIlJpZ2h0IjowLjAsIkJvdHRvbSI6MC4wfSwiUGFkZGluZyI6eyIkaWQiOiI3ODgiLCJUb3AiOjAuMCwiTGVmdCI6MC4wLCJSaWdodCI6MC4wLCJCb3R0b20iOjAuMH0sIkJhY2tncm91bmQiOnsiJGlkIjoiNzg5IiwiQ29sb3IiOnsiJGlkIjoiNzkwIiwiQSI6MjU1LCJSIjowLCJHIjowLCJCIjowfX0sIklzVmlzaWJsZSI6dHJ1ZSwiV2lkdGgiOjEyLjAsIkhlaWdodCI6MTQuMCwiQm9yZGVyU3R5bGUiOnsiJGlkIjoiNzkxIiwiTGluZUNvbG9yIjp7IiRpZCI6Ijc5MiIsIiR0eXBlIjoiTkxSRS5Db21tb24uRG9tLlNvbGlkQ29sb3JCcnVzaCwgTkxSRS5Db21tb24iLCJDb2xvciI6eyIkaWQiOiI3OTMiLCJBIjoyNTUsIlIiOjI1NSwiRyI6MCwiQiI6MH19LCJMaW5lV2VpZ2h0IjowLjAsIkxpbmVUeXBlIjowLCJQYXJlbnRTdHlsZSI6bnVsbH0sIlBhcmVudFN0eWxlIjpudWxsfSwiVGl0bGVTdHlsZSI6eyIkaWQiOiI3OTQiLCJGb250U2V0dGluZ3MiOnsiJGlkIjoiNzk1IiwiRm9udFNpemUiOjgsIkZvbnROYW1lIjoiQ2FsaWJyaSIsIklzQm9sZCI6dHJ1ZSwiSXNJdGFsaWMiOmZhbHNlLCJJc1VuZGVybGluZWQiOmZhbHNlLCJQYXJlbnRTdHlsZSI6bnVsbH0sIkF1dG9TaXplIjowLCJGb3JlZ3JvdW5kIjp7IiRyZWYiOiI1MiJ9LCJNYXhXaWR0aCI6MjAwLjAsIk1heEhlaWdodCI6IkluZmluaXR5IiwiU21hcnRGb3JlZ3JvdW5kSXNBY3RpdmUiOmZhbHNlLCJIb3Jpem9udGFsQWxpZ25tZW50IjoxLCJWZXJ0aWNhbEFsaWdubWVudCI6MCwiU21hcnRGb3JlZ3JvdW5kIjpudWxsLCJCYWNrZ3JvdW5kRmlsbFR5cGUiOjAsIk1hcmdpbiI6eyIkaWQiOiI3OTYiLCJUb3AiOjAuMCwiTGVmdCI6MC4wLCJSaWdodCI6MC4wLCJCb3R0b20iOjAuMH0sIlBhZGRpbmciOnsiJGlkIjoiNzk3IiwiVG9wIjowLjAsIkxlZnQiOjAuMCwiUmlnaHQiOjAuMCwiQm90dG9tIjowLjB9LCJCYWNrZ3JvdW5kIjp7IiRpZCI6Ijc5OCIsIkNvbG9yIjp7IiRpZCI6Ijc5OSIsIkEiOjAsIlIiOjI1NSwiRyI6MjU1LCJCIjoyNTV9fSwiSXNWaXNpYmxlIjp0cnVlLCJXaWR0aCI6MC4wLCJIZWlnaHQiOjAuMCwiQm9yZGVyU3R5bGUiOm51bGwsIlBhcmVudFN0eWxlIjpudWxsfSwiRGF0ZVN0eWxlIjp7IiRpZCI6IjgwMCIsIkZvbnRTZXR0aW5ncyI6eyIkaWQiOiI4MDEiLCJGb250U2l6ZSI6MTAsIkZvbnROYW1lIjoiQ2FsaWJyaSIsIklzQm9sZCI6ZmFsc2UsIklzSXRhbGljIjpmYWxzZSwiSXNVbmRlcmxpbmVkIjpmYWxzZSwiUGFyZW50U3R5bGUiOm51bGx9LCJBdXRvU2l6ZSI6MCwiRm9yZWdyb3VuZCI6eyIkaWQiOiI4MDIiLCJDb2xvciI6eyIkaWQiOiI4MDM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pZCI6IjgwNCIsIlRvcCI6MC4wLCJMZWZ0IjowLjAsIlJpZ2h0IjowLjAsIkJvdHRvbSI6MC4wfSwiUGFkZGluZyI6eyIkaWQiOiI4MDUiLCJUb3AiOjAuMCwiTGVmdCI6MC4wLCJSaWdodCI6MC4wLCJCb3R0b20iOjAuMH0sIkJhY2tncm91bmQiOnsiJGlkIjoiODA2IiwiQ29sb3IiOnsiJGlkIjoiODA3IiwiQSI6MCwiUiI6MjU1LCJHIjoyNTUsIkIiOjI1NX19LCJJc1Zpc2libGUiOmZhbHNlLCJXaWR0aCI6MC4wLCJIZWlnaHQiOjAuMCwiQm9yZGVyU3R5bGUiOm51bGwsIlBhcmVudFN0eWxlIjpudWxsfSwiRGF0ZUZvcm1hdCI6eyIkaWQiOiI4MDg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DA5IiwiRm9ybWF0IjowLCJJc1Zpc2libGUiOmZhbHNlLCJMYXN0S25vd25WaXNpYmlsaXR5U3RhdGUiOmZhbHNlfSwiSXNWaXNpYmxlIjpmYWxzZSwiUGFyZW50U3R5bGUiOm51bGx9LCJIeXBlcmxpbmsiOm51bGwsIkltcG9ydElkIjoiUm9GRCAoUFRTRCkifV0sIklkIjoiZDEwZjVkMDEtYWEwNC00ZmRkLTgzZTgtM2NkN2MxYTk2Y2M4IiwiSXNTaW5nbGVJdGVtUm93IjpmYWxzZX0seyIkaWQiOiI4MTAiLCJfdGFza3MiOlt7IiRpZCI6IjgxMSIsIl9hdHRhY2hlZE1pbGVzdG9uZXMiOltdLCJUYXNrRGVmaW5pdGlvbiI6eyIkaWQiOiI4MTIiLCJHcm91cE5hbWUiOm51bGwsIlN0YXJ0RGF0ZSI6IjIwMjQtMDQtMzBUMDA6MDA6MDAiLCJFbmREYXRlIjoiMjAyOS0wMy0yMFQyMzo1OTowMFoiLCJQZXJjZW50YWdlQ29tcGxldGUiOm51bGwsIlN0eWxlIjp7IiRpZCI6IjgxMyIsIlNoYXBlIjoyLCJTaGFwZVRoaWNrbmVzcyI6MCwiRHVyYXRpb25Gb3JtYXQiOjAsIkluY2x1ZGVOb25Xb3JraW5nRGF5c0luRHVyYXRpb24iOmZhbHNlLCJQZXJjZW50YWdlQ29tcGxldGVTdHlsZSI6eyIkaWQiOiI4MTQiLCJGb250U2V0dGluZ3MiOnsiJGlkIjoiODE1IiwiRm9udFNpemUiOjEwLCJGb250TmFtZSI6IkNhbGlicmkiLCJJc0JvbGQiOmZhbHNlLCJJc0l0YWxpYyI6ZmFsc2UsIklzVW5kZXJsaW5lZCI6ZmFsc2UsIlBhcmVudFN0eWxlIjpudWxsfSwiQXV0b1NpemUiOjAsIkZvcmVncm91bmQiOnsiJGlkIjoiODE2IiwiQ29sb3IiOnsiJGlkIjoiODE3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aWQiOiI4MTgiLCJUb3AiOjAuMCwiTGVmdCI6MC4wLCJSaWdodCI6MC4wLCJCb3R0b20iOjAuMH0sIlBhZGRpbmciOnsiJGlkIjoiODE5IiwiVG9wIjowLjAsIkxlZnQiOjAuMCwiUmlnaHQiOjAuMCwiQm90dG9tIjowLjB9LCJCYWNrZ3JvdW5kIjp7IiRpZCI6IjgyMCIsIkNvbG9yIjp7IiRpZCI6IjgyMSIsIkEiOjg5LCJSIjowLCJHIjowLCJCIjowfX0sIklzVmlzaWJsZSI6dHJ1ZSwiV2lkdGgiOjAuMCwiSGVpZ2h0IjowLjAsIkJvcmRlclN0eWxlIjp7IiRpZCI6IjgyMiIsIkxpbmVDb2xvciI6bnVsbCwiTGluZVdlaWdodCI6MC4wLCJMaW5lVHlwZSI6MCwiUGFyZW50U3R5bGUiOm51bGx9LCJQYXJlbnRTdHlsZSI6bnVsbH0sIkR1cmF0aW9uU3R5bGUiOnsiJGlkIjoiODIzIiwiRm9udFNldHRpbmdzIjp7IiRpZCI6IjgyNCIsIkZvbnRTaXplIjoxMCwiRm9udE5hbWUiOiJDYWxpYnJpIiwiSXNCb2xkIjpmYWxzZSwiSXNJdGFsaWMiOmZhbHNlLCJJc1VuZGVybGluZWQiOmZhbHNlLCJQYXJlbnRTdHlsZSI6bnVsbH0sIkF1dG9TaXplIjowLCJGb3JlZ3JvdW5kIjp7IiRpZCI6IjgyNSIsIkNvbG9yIjp7IiRpZCI6IjgyNiIsIkEiOjI1NSwiUiI6MjM3LCJHIjoxMjUsIkIiOjQ5fX0sIk1heFdpZHRoIjoyMDAuMCwiTWF4SGVpZ2h0IjoiSW5maW5pdHkiLCJTbWFydEZvcmVncm91bmRJc0FjdGl2ZSI6ZmFsc2UsIkhvcml6b250YWxBbGlnbm1lbnQiOjAsIlZlcnRpY2FsQWxpZ25tZW50IjowLCJTbWFydEZvcmVncm91bmQiOm51bGwsIkJhY2tncm91bmRGaWxsVHlwZSI6MCwiTWFyZ2luIjp7IiRpZCI6IjgyNyIsIlRvcCI6MC4wLCJMZWZ0IjowLjAsIlJpZ2h0IjowLjAsIkJvdHRvbSI6MC4wfSwiUGFkZGluZyI6eyIkaWQiOiI4MjgiLCJUb3AiOjAuMCwiTGVmdCI6MC4wLCJSaWdodCI6MC4wLCJCb3R0b20iOjAuMH0sIkJhY2tncm91bmQiOnsiJGlkIjoiODI5IiwiQ29sb3IiOnsiJHJlZiI6IjgyMSJ9fSwiSXNWaXNpYmxlIjp0cnVlLCJXaWR0aCI6MC4wLCJIZWlnaHQiOjAuMCwiQm9yZGVyU3R5bGUiOnsiJGlkIjoiODMwIiwiTGluZUNvbG9yIjpudWxsLCJMaW5lV2VpZ2h0IjowLjAsIkxpbmVUeXBlIjowLCJQYXJlbnRTdHlsZSI6bnVsbH0sIlBhcmVudFN0eWxlIjpudWxsfSwiSG9yaXpvbnRhbENvbm5lY3RvclN0eWxlIjp7IiRpZCI6IjgzMSIsIkxpbmVDb2xvciI6eyIkaWQiOiI4MzIiLCIkdHlwZSI6Ik5MUkUuQ29tbW9uLkRvbS5Tb2xpZENvbG9yQnJ1c2gsIE5MUkUuQ29tbW9uIiwiQ29sb3IiOnsiJGlkIjoiODMzIiwiQSI6MjU1LCJSIjoyMDQsIkciOjIwNCwiQiI6MjA0fX0sIkxpbmVXZWlnaHQiOjEuMCwiTGluZVR5cGUiOjAsIlBhcmVudFN0eWxlIjpudWxsfSwiVmVydGljYWxDb25uZWN0b3JTdHlsZSI6eyIkaWQiOiI4MzQiLCJMaW5lQ29sb3IiOnsiJGlkIjoiODM1IiwiJHR5cGUiOiJOTFJFLkNvbW1vbi5Eb20uU29saWRDb2xvckJydXNoLCBOTFJFLkNvbW1vbiIsIkNvbG9yIjp7IiRpZCI6IjgzNiIsIkEiOjI1NSwiUiI6MjA0LCJHIjoyMDQsIkIiOjIwNH1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TaGFwZVN0eWxlIjp7IiRpZCI6IjgzNyIsIk1hcmdpbiI6eyIkaWQiOiI4MzgiLCJUb3AiOjAuMCwiTGVmdCI6NC4wLCJSaWdodCI6NC4wLCJCb3R0b20iOjAuMH0sIlBhZGRpbmciOnsiJGlkIjoiODM5IiwiVG9wIjowLjAsIkxlZnQiOjAuMCwiUmlnaHQiOjAuMCwiQm90dG9tIjowLjB9LCJCYWNrZ3JvdW5kIjp7IiRpZCI6Ijg0MCIsIkNvbG9yIjp7IiRpZCI6Ijg0MSIsIkEiOjI1NSwiUiI6MjM0LCJHIjoyMiwiQiI6MzB9fSwiSXNWaXNpYmxlIjp0cnVlLCJXaWR0aCI6MC4wLCJIZWlnaHQiOjEwLjAsIkJvcmRlclN0eWxlIjp7IiRpZCI6Ijg0MiIsIkxpbmVDb2xvciI6eyIkaWQiOiI4NDMiLCIkdHlwZSI6Ik5MUkUuQ29tbW9uLkRvbS5Tb2xpZENvbG9yQnJ1c2gsIE5MUkUuQ29tbW9uIiwiQ29sb3IiOnsiJGlkIjoiODQ0IiwiQSI6MjU1LCJSIjoyNTUsIkciOjAsIkIiOjB9fSwiTGluZVdlaWdodCI6MC4wLCJMaW5lVHlwZSI6MCwiUGFyZW50U3R5bGUiOm51bGx9LCJQYXJlbnRTdHlsZSI6bnVsbH0sIlRpdGxlU3R5bGUiOnsiJGlkIjoiODQ1IiwiRm9udFNldHRpbmdzIjp7IiRpZCI6Ijg0NiIsIkZvbnRTaXplIjo5LCJGb250TmFtZSI6IkNhbGlicmkiLCJJc0JvbGQiOnRydWUsIklzSXRhbGljIjpmYWxzZSwiSXNVbmRlcmxpbmVkIjpmYWxzZSwiUGFyZW50U3R5bGUiOm51bGx9LCJBdXRvU2l6ZSI6MCwiRm9yZWdyb3VuZCI6eyIkcmVmIjoiNjU4In0sIk1heFdpZHRoIjo1ODkuMDkwOTA5MDkwOTA5MTIsIk1heEhlaWdodCI6IkluZmluaXR5IiwiU21hcnRGb3JlZ3JvdW5kSXNBY3RpdmUiOmZhbHNlLCJIb3Jpem9udGFsQWxpZ25tZW50IjoxLCJWZXJ0aWNhbEFsaWdubWVudCI6MCwiU21hcnRGb3JlZ3JvdW5kIjpudWxsLCJCYWNrZ3JvdW5kRmlsbFR5cGUiOjAsIk1hcmdpbiI6eyIkaWQiOiI4NDciLCJUb3AiOjAuMCwiTGVmdCI6MC4wLCJSaWdodCI6MC4wLCJCb3R0b20iOjAuMH0sIlBhZGRpbmciOnsiJGlkIjoiODQ4IiwiVG9wIjowLjAsIkxlZnQiOjAuMCwiUmlnaHQiOjAuMCwiQm90dG9tIjowLjB9LCJCYWNrZ3JvdW5kIjp7IiRpZCI6Ijg0OSIsIkNvbG9yIjp7IiRpZCI6Ijg1MCIsIkEiOjAsIlIiOjI1NSwiRyI6MjU1LCJCIjoyNTV9fSwiSXNWaXNpYmxlIjp0cnVlLCJXaWR0aCI6MC4wLCJIZWlnaHQiOjAuMCwiQm9yZGVyU3R5bGUiOnsiJGlkIjoiODUxIiwiTGluZUNvbG9yIjpudWxsLCJMaW5lV2VpZ2h0IjowLjAsIkxpbmVUeXBlIjowLCJQYXJlbnRTdHlsZSI6bnVsbH0sIlBhcmVudFN0eWxlIjpudWxsfSwiRGF0ZVN0eWxlIjp7IiRpZCI6Ijg1MiIsIkZvbnRTZXR0aW5ncyI6eyIkaWQiOiI4NTMiLCJGb250U2l6ZSI6MTAsIkZvbnROYW1lIjoiQ2FsaWJyaSIsIklzQm9sZCI6ZmFsc2UsIklzSXRhbGljIjpmYWxzZSwiSXNVbmRlcmxpbmVkIjpmYWxzZSwiUGFyZW50U3R5bGUiOm51bGx9LCJBdXRvU2l6ZSI6MCwiRm9yZWdyb3VuZCI6eyIkaWQiOiI4NTQiLCJDb2xvciI6eyIkaWQiOiI4NTU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g1NiIsIlRvcCI6MC4wLCJMZWZ0IjowLjAsIlJpZ2h0IjowLjAsIkJvdHRvbSI6MC4wfSwiUGFkZGluZyI6eyIkaWQiOiI4NTciLCJUb3AiOjAuMCwiTGVmdCI6MC4wLCJSaWdodCI6MC4wLCJCb3R0b20iOjAuMH0sIkJhY2tncm91bmQiOnsiJGlkIjoiODU4IiwiQ29sb3IiOnsiJGlkIjoiODU5IiwiQSI6MCwiUiI6MjU1LCJHIjoyNTUsIkIiOjI1NX19LCJJc1Zpc2libGUiOnRydWUsIldpZHRoIjowLjAsIkhlaWdodCI6MC4wLCJCb3JkZXJTdHlsZSI6eyIkaWQiOiI4NjAiLCJMaW5lQ29sb3IiOm51bGwsIkxpbmVXZWlnaHQiOjAuMCwiTGluZVR5cGUiOjAsIlBhcmVudFN0eWxlIjpudWxsfSwiUGFyZW50U3R5bGUiOm51bGx9LCJEYXRlRm9ybWF0Ijp7IiRpZCI6Ijg2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4NjIiLCJGb3JtYXQiOjAsIklzVmlzaWJsZSI6ZmFsc2UsIkxhc3RLbm93blZpc2liaWxpdHlTdGF0ZSI6ZmFsc2V9LCJJc1Zpc2libGUiOmZhbHNlLCJQYXJlbnRTdHlsZSI6bnVsbH0sIkluZGV4IjoyOCwiU21hcnREdXJhdGlvbkFjdGl2YXRlZCI6ZmFsc2UsIkRhdGVGb3JtYXQiOnsiJHJlZiI6Ijg2MSJ9LCJXZWVrTnVtYmVyaW5nIjp7IiRpZCI6Ijg2MyIsIkZvcm1hdCI6MCwiSXNWaXNpYmxlIjpmYWxzZSwiTGFzdEtub3duVmlzaWJpbGl0eVN0YXRlIjpmYWxzZX0sIklkIjoiMGM4ZjBjMWUtMjRhNC00OWU1LTlkMzYtODZkYzZiY2RhMzNmIiwiSW1wb3J0SWQiOiIxNDAyLTAwMzE7IFBoIElJYi9JSUkgc2hvcnQtdGVybSBwaXZvdGFsIHN0dWRpZXMiLCJUaXRsZSI6IlBoYXNlIElJYi9JSUkiLCJOb3RlIjpudWxsLCJIeXBlcmxpbmsiOnsiJGlkIjoiODY0IiwiQWRkcmVzcyI6IiIsIlN1YkFkZHJlc3MiOiIifSwiSXNDaGFuZ2VkIjpmYWxzZSwiSXNOZXciOmZhbHNlfX1dLCJfbWlsZXN0b25lcyI6W10sIklkIjoiMDAwMDAwMDAtMDAwMC0wMDAwLTAwMDAtMDAwMDAwMDAwMDAwIiwiSXNTaW5nbGVJdGVtUm93Ijp0cnVlfV0sIkluZGV4IjoxLCJJZCI6ImIwMjczMDI2LWM3NDgtNGY4Zi1iZmVhLWUxNjIyZTdiOGRhNiIsIkhlYWRlclRleHQiOiJNREQgXHJtb25vICsgYWRqIiwiSXNEZWZhdWx0IjpmYWxzZSwiU3R5bGUiOnsiJGlkIjoiODY1IiwiSGVhZGVyU3R5bGUiOnsiJGlkIjoiODY2IiwiVGV4dFN0eWxlIjp7IiRpZCI6Ijg2NyIsIkZvbnRTZXR0aW5ncyI6eyIkaWQiOiI4NjgiLCJGb250U2l6ZSI6MTEsIkZvbnROYW1lIjoiQ2FsaWJyaSIsIklzQm9sZCI6ZmFsc2UsIklzSXRhbGljIjpmYWxzZSwiSXNVbmRlcmxpbmVkIjpmYWxzZSwiUGFyZW50U3R5bGUiOm51bGx9LCJBdXRvU2l6ZSI6MiwiRm9yZWdyb3VuZCI6eyIkaWQiOiI4NjkiLCJDb2xvciI6eyIkaWQiOiI4NzAiLCJBIjoyNTUsIlIiOjAsIkciOjAsIkIiOjB9fSwiTWF4V2lkdGgiOjUzLjc0NjY2NjY2NjY2NjY3LCJNYXhIZWlnaHQiOjAuMCwiU21hcnRGb3JlZ3JvdW5kSXNBY3RpdmUiOmZhbHNlLCJIb3Jpem9udGFsQWxpZ25tZW50IjowLCJWZXJ0aWNhbEFsaWdubWVudCI6MCwiU21hcnRGb3JlZ3JvdW5kIjpudWxsLCJCYWNrZ3JvdW5kRmlsbFR5cGUiOjAsIk1hcmdpbiI6eyIkaWQiOiI4NzEiLCJUb3AiOjAuMCwiTGVmdCI6MC4wLCJSaWdodCI6MC4wLCJCb3R0b20iOjAuMH0sIlBhZGRpbmciOnsiJGlkIjoiODcyIiwiVG9wIjowLjAsIkxlZnQiOjAuMCwiUmlnaHQiOjAuMCwiQm90dG9tIjowLjB9LCJCYWNrZ3JvdW5kIjpudWxsLCJJc1Zpc2libGUiOnRydWUsIldpZHRoIjowLjAsIkhlaWdodCI6MC4wLCJCb3JkZXJTdHlsZSI6bnVsbCwiUGFyZW50U3R5bGUiOm51bGx9LCJSZWN0YW5nbGVTdHlsZSI6eyIkaWQiOiI4NzMiLCJNYXJnaW4iOnsiJGlkIjoiODc0IiwiVG9wIjowLjAsIkxlZnQiOjAuMCwiUmlnaHQiOjAuMCwiQm90dG9tIjowLjB9LCJQYWRkaW5nIjp7IiRpZCI6Ijg3NSIsIlRvcCI6MC4wLCJMZWZ0IjowLjAsIlJpZ2h0IjowLjAsIkJvdHRvbSI6MC4wfSwiQmFja2dyb3VuZCI6eyIkaWQiOiI4NzYiLCJDb2xvciI6eyIkaWQiOiI4NzciLCJBIjo2MywiUiI6MjU0LCJHIjoxODYsIkIiOjEwfX0sIklzVmlzaWJsZSI6dHJ1ZSwiV2lkdGgiOjAuMCwiSGVpZ2h0IjowLjAsIkJvcmRlclN0eWxlIjp7IiRpZCI6Ijg3OCIsIkxpbmVDb2xvciI6eyIkaWQiOiI4NzkiLCIkdHlwZSI6Ik5MUkUuQ29tbW9uLkRvbS5Tb2xpZENvbG9yQnJ1c2gsIE5MUkUuQ29tbW9uIiwiQ29sb3IiOnsiJGlkIjoiODgwIiwiQSI6MjU1LCJSIjowLCJHIjozNSwiQiI6NzN9fSwiTGluZVdlaWdodCI6MC4wLCJMaW5lVHlwZSI6MCwiUGFyZW50U3R5bGUiOm51bGx9LCJQYXJlbnRTdHlsZSI6bnVsbH0sIk1hcmdpbiI6eyIkaWQiOiI4ODEiLCJUb3AiOjAuMCwiTGVmdCI6MC4wLCJSaWdodCI6MC4wLCJCb3R0b20iOjAuMH0sIlBhZGRpbmciOnsiJGlkIjoiODgyIiwiVG9wIjowLjAsIkxlZnQiOjAuMCwiUmlnaHQiOjAuMCwiQm90dG9tIjowLjB9LCJCYWNrZ3JvdW5kIjpudWxsLCJJc1Zpc2libGUiOnRydWUsIldpZHRoIjowLjAsIkhlaWdodCI6MC4wLCJCb3JkZXJTdHlsZSI6bnVsbCwiUGFyZW50U3R5bGUiOm51bGx9LCJCYWNrZ3JvdW5kU3R5bGUiOnsiJGlkIjoiODgzIiwiTWFyZ2luIjp7IiRpZCI6Ijg4NCIsIlRvcCI6MC4wLCJMZWZ0IjowLjAsIlJpZ2h0IjowLjAsIkJvdHRvbSI6MC4wfSwiUGFkZGluZyI6eyIkaWQiOiI4ODUiLCJUb3AiOjAuMCwiTGVmdCI6MC4wLCJSaWdodCI6MC4wLCJCb3R0b20iOjAuMH0sIkJhY2tncm91bmQiOnsiJGlkIjoiODg2IiwiQ29sb3IiOnsiJGlkIjoiODg3IiwiQSI6NTEsIlIiOjI1NSwiRyI6MjQzLCJCIjoyMTN9fSwiSXNWaXNpYmxlIjp0cnVlLCJXaWR0aCI6MC4wLCJIZWlnaHQiOjAuMCwiQm9yZGVyU3R5bGUiOnsiJGlkIjoiODg4IiwiTGluZUNvbG9yIjp7IiRpZCI6Ijg4OSIsIiR0eXBlIjoiTkxSRS5Db21tb24uRG9tLlNvbGlkQ29sb3JCcnVzaCwgTkxSRS5Db21tb24iLCJDb2xvciI6eyIkaWQiOiI4OTAiLCJBIjoyNTUsIlIiOjI1NSwiRyI6MCwiQiI6MH19LCJMaW5lV2VpZ2h0IjowLjAsIkxpbmVUeXBlIjowLCJQYXJlbnRTdHlsZSI6bnVsbH0sIlBhcmVudFN0eWxlIjpudWxsfSwiTWFyZ2luIjp7IiRpZCI6Ijg5MSIsIlRvcCI6MC4wLCJMZWZ0IjowLjAsIlJpZ2h0IjowLjAsIkJvdHRvbSI6MC4wfSwiUGFkZGluZyI6eyIkaWQiOiI4OTIiLCJUb3AiOjAuMCwiTGVmdCI6MC4wLCJSaWdodCI6MC4wLCJCb3R0b20iOjAuMH0sIklzVmlzaWJsZSI6dHJ1ZSwiV2lkdGgiOjAuMCwiSGVpZ2h0IjowLjAsIkJvcmRlclN0eWxlIjpudWxsLCJQYXJlbnRTdHlsZSI6bnVsbH19LHsiJGlkIjoiODkzIiwiX3Jvd3MiOlt7IiRpZCI6Ijg5NCIsIl90YXNrcyI6W3siJGlkIjoiODk1IiwiX2F0dGFjaGVkTWlsZXN0b25lcyI6W10sIlRhc2tEZWZpbml0aW9uIjp7IiRpZCI6Ijg5NiIsIkdyb3VwTmFtZSI6bnVsbCwiU3RhcnREYXRlIjoiMjAyNi0wMi0yOFQwMDowMDowMFoiLCJFbmREYXRlIjoiMjAyOC0wMS0wN1QyMzo1OTowMFoiLCJQZXJjZW50YWdlQ29tcGxldGUiOm51bGwsIlN0eWxlIjp7IiRpZCI6Ijg5NyIsIlNoYXBlIjoyLCJTaGFwZVRoaWNrbmVzcyI6MCwiRHVyYXRpb25Gb3JtYXQiOjAsIkluY2x1ZGVOb25Xb3JraW5nRGF5c0luRHVyYXRpb24iOmZhbHNlLCJQZXJjZW50YWdlQ29tcGxldGVTdHlsZSI6eyIkaWQiOiI4OTgiLCJGb250U2V0dGluZ3MiOnsiJGlkIjoiODk5IiwiRm9udFNpemUiOjEwLCJGb250TmFtZSI6IkNhbGlicmkiLCJJc0JvbGQiOmZhbHNlLCJJc0l0YWxpYyI6ZmFsc2UsIklzVW5kZXJsaW5lZCI6ZmFsc2UsIlBhcmVudFN0eWxlIjpudWxsfSwiQXV0b1NpemUiOjAsIkZvcmVncm91bmQiOnsiJHJlZiI6Ijc2In0sIk1heFdpZHRoIjoyMDAuMCwiTWF4SGVpZ2h0IjoiSW5maW5pdHkiLCJTbWFydEZvcmVncm91bmRJc0FjdGl2ZSI6ZmFsc2UsIkhvcml6b250YWxBbGlnbm1lbnQiOjAsIlZlcnRpY2FsQWxpZ25tZW50IjowLCJTbWFydEZvcmVncm91bmQiOm51bGwsIkJhY2tncm91bmRGaWxsVHlwZSI6MCwiTWFyZ2luIjp7IiRyZWYiOiI3OCJ9LCJQYWRkaW5nIjp7IiRyZWYiOiI3OSJ9LCJCYWNrZ3JvdW5kIjp7IiRyZWYiOiIyNzgifSwiSXNWaXNpYmxlIjp0cnVlLCJXaWR0aCI6MC4wLCJIZWlnaHQiOjAuMCwiQm9yZGVyU3R5bGUiOnsiJGlkIjoiOTAwIiwiTGluZUNvbG9yIjpudWxsLCJMaW5lV2VpZ2h0IjowLjAsIkxpbmVUeXBlIjowLCJQYXJlbnRTdHlsZSI6bnVsbH0sIlBhcmVudFN0eWxlIjpudWxsfSwiRHVyYXRpb25TdHlsZSI6eyIkaWQiOiI5MDEiLCJGb250U2V0dGluZ3MiOnsiJGlkIjoiOTAyIiwiRm9udFNpemUiOjEwLCJGb250TmFtZSI6IkNhbGlicmkiLCJJc0JvbGQiOmZhbHNlLCJJc0l0YWxpYyI6ZmFsc2UsIklzVW5kZXJsaW5lZCI6ZmFsc2UsIlBhcmVudFN0eWxlIjpudWxsfSwiQXV0b1NpemUiOjAsIkZvcmVncm91bmQiOnsiJHJlZiI6Ijg1In0sIk1heFdpZHRoIjoyMDAuMCwiTWF4SGVpZ2h0IjoiSW5maW5pdHkiLCJTbWFydEZvcmVncm91bmRJc0FjdGl2ZSI6ZmFsc2UsIkhvcml6b250YWxBbGlnbm1lbnQiOjAsIlZlcnRpY2FsQWxpZ25tZW50IjowLCJTbWFydEZvcmVncm91bmQiOm51bGwsIkJhY2tncm91bmRGaWxsVHlwZSI6MCwiTWFyZ2luIjp7IiRyZWYiOiI4NyJ9LCJQYWRkaW5nIjp7IiRyZWYiOiI4OCJ9LCJCYWNrZ3JvdW5kIjp7IiRyZWYiOiI4OSJ9LCJJc1Zpc2libGUiOnRydWUsIldpZHRoIjowLjAsIkhlaWdodCI6MC4wLCJCb3JkZXJTdHlsZSI6eyIkaWQiOiI5MDMiLCJMaW5lQ29sb3IiOm51bGwsIkxpbmVXZWlnaHQiOjAuMCwiTGluZVR5cGUiOjAsIlBhcmVudFN0eWxlIjpudWxsfSwiUGFyZW50U3R5bGUiOm51bGx9LCJIb3Jpem9udGFsQ29ubmVjdG9yU3R5bGUiOnsiJGlkIjoiOTA0IiwiTGluZUNvbG9yIjp7IiRyZWYiOiI5MyJ9LCJMaW5lV2VpZ2h0IjoxLjAsIkxpbmVUeXBlIjowLCJQYXJlbnRTdHlsZSI6bnVsbH0sIlZlcnRpY2FsQ29ubmVjdG9yU3R5bGUiOnsiJGlkIjoiOTA1IiwiTGluZUNvbG9yIjp7IiRyZWYiOiI5Ni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TaGFwZVN0eWxlIjp7IiRpZCI6IjkwNiIsIk1hcmdpbiI6eyIkcmVmIjoiOTkifSwiUGFkZGluZyI6eyIkcmVmIjoiMTAwIn0sIkJhY2tncm91bmQiOnsiJGlkIjoiOTA3IiwiQ29sb3IiOnsiJGlkIjoiOTA4IiwiQSI6MjU1LCJSIjoyMzQsIkciOjIyLCJCIjozMH19LCJJc1Zpc2libGUiOnRydWUsIldpZHRoIjowLjAsIkhlaWdodCI6MTAuMCwiQm9yZGVyU3R5bGUiOnsiJGlkIjoiOTA5IiwiTGluZUNvbG9yIjp7IiRpZCI6IjkxMCIsIiR0eXBlIjoiTkxSRS5Db21tb24uRG9tLlNvbGlkQ29sb3JCcnVzaCwgTkxSRS5Db21tb24iLCJDb2xvciI6eyIkaWQiOiI5MTEiLCJBIjoyNTUsIlIiOjI1NSwiRyI6MCwiQiI6MH19LCJMaW5lV2VpZ2h0IjowLjAsIkxpbmVUeXBlIjowLCJQYXJlbnRTdHlsZSI6bnVsbH0sIlBhcmVudFN0eWxlIjpudWxsfSwiVGl0bGVTdHlsZSI6eyIkaWQiOiI5MTIiLCJGb250U2V0dGluZ3MiOnsiJGlkIjoiOTEzIiwiRm9udFNpemUiOjgsIkZvbnROYW1lIjoiQ2FsaWJyaSIsIklzQm9sZCI6dHJ1ZSwiSXNJdGFsaWMiOmZhbHNlLCJJc1VuZGVybGluZWQiOmZhbHNlLCJQYXJlbnRTdHlsZSI6bnVsbH0sIkF1dG9TaXplIjowLCJGb3JlZ3JvdW5kIjp7IiRpZCI6IjkxNCIsIkNvbG9yIjp7IiRpZCI6IjkxNSIsIkEiOjI1NSwiUiI6MjU1LCJHIjoyNTUsIkIiOjI1NX19LCJNYXhXaWR0aCI6NzIwLjAsIk1heEhlaWdodCI6IkluZmluaXR5IiwiU21hcnRGb3JlZ3JvdW5kSXNBY3RpdmUiOmZhbHNlLCJIb3Jpem9udGFsQWxpZ25tZW50IjoxLCJWZXJ0aWNhbEFsaWdubWVudCI6MCwiU21hcnRGb3JlZ3JvdW5kIjpudWxsLCJCYWNrZ3JvdW5kRmlsbFR5cGUiOjAsIk1hcmdpbiI6eyIkcmVmIjoiMTEwIn0sIlBhZGRpbmciOnsiJHJlZiI6IjExMSJ9LCJCYWNrZ3JvdW5kIjp7IiRpZCI6IjkxNiIsIkNvbG9yIjp7IiRpZCI6IjkxNyIsIkEiOjAsIlIiOjI1NSwiRyI6MjU1LCJCIjoyNTV9fSwiSXNWaXNpYmxlIjp0cnVlLCJXaWR0aCI6MC4wLCJIZWlnaHQiOjAuMCwiQm9yZGVyU3R5bGUiOnsiJGlkIjoiOTE4IiwiTGluZUNvbG9yIjpudWxsLCJMaW5lV2VpZ2h0IjowLjAsIkxpbmVUeXBlIjowLCJQYXJlbnRTdHlsZSI6bnVsbH0sIlBhcmVudFN0eWxlIjpudWxsfSwiRGF0ZVN0eWxlIjp7IiRpZCI6IjkxOSIsIkZvbnRTZXR0aW5ncyI6eyIkaWQiOiI5MjAiLCJGb250U2l6ZSI6MTAsIkZvbnROYW1lIjoiQ2FsaWJyaSIsIklzQm9sZCI6ZmFsc2UsIklzSXRhbGljIjpmYWxzZSwiSXNVbmRlcmxpbmVkIjpmYWxzZSwiUGFyZW50U3R5bGUiOm51bGx9LCJBdXRvU2l6ZSI6MCwiRm9yZWdyb3VuZCI6eyIkaWQiOiI5MjEiLCJDb2xvciI6eyIkaWQiOiI5Mj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GlkIjoiOTIzIiwiQ29sb3IiOnsiJGlkIjoiOTI0IiwiQSI6MCwiUiI6MjU1LCJHIjoyNTUsIkIiOjI1NX19LCJJc1Zpc2libGUiOnRydWUsIldpZHRoIjowLjAsIkhlaWdodCI6MC4wLCJCb3JkZXJTdHlsZSI6eyIkaWQiOiI5MjUiLCJMaW5lQ29sb3IiOm51bGwsIkxpbmVXZWlnaHQiOjAuMCwiTGluZVR5cGUiOjAsIlBhcmVudFN0eWxlIjpudWxsfSwiUGFyZW50U3R5bGUiOm51bGx9LCJEYXRlRm9ybWF0Ijp7IiRpZCI6Ijky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5MjciLCJGb3JtYXQiOjAsIklzVmlzaWJsZSI6ZmFsc2UsIkxhc3RLbm93blZpc2liaWxpdHlTdGF0ZSI6ZmFsc2V9LCJJc1Zpc2libGUiOnRydWUsIlBhcmVudFN0eWxlIjpudWxsfSwiSW5kZXgiOjQsIlNtYXJ0RHVyYXRpb25BY3RpdmF0ZWQiOmZhbHNlLCJEYXRlRm9ybWF0Ijp7IiRyZWYiOiI5MjYifSwiV2Vla051bWJlcmluZyI6eyIkaWQiOiI5MjgiLCJGb3JtYXQiOjAsIklzVmlzaWJsZSI6ZmFsc2UsIkxhc3RLbm93blZpc2liaWxpdHlTdGF0ZSI6ZmFsc2V9LCJJZCI6ImMyYzk3OTc0LTVlZTUtNDU2Ny1iNjk1LTMzMzQyZTgxZDBlZCIsIkltcG9ydElkIjpudWxsLCJUaXRsZSI6IjE0NDctMDAxNCAtIFBoIElJIERSRiIsIk5vdGUiOm51bGwsIkh5cGVybGluayI6eyIkaWQiOiI5MjkiLCJBZGRyZXNzIjpudWxsLCJTdWJBZGRyZXNzIjpudWxsfSwiSXNDaGFuZ2VkIjpmYWxzZSwiSXNOZXciOmZhbHNlfX0seyIkaWQiOiI5MzAiLCJfYXR0YWNoZWRNaWxlc3RvbmVzIjpbXSwiVGFza0RlZmluaXRpb24iOnsiJGlkIjoiOTMxIiwiR3JvdXBOYW1lIjpudWxsLCJTdGFydERhdGUiOiIyMDI4LTEyLTA3VDAwOjAwOjAwWiIsIkVuZERhdGUiOiIyMDMxLTAyLTExVDIzOjU5OjAwWiIsIlBlcmNlbnRhZ2VDb21wbGV0ZSI6bnVsbCwiU3R5bGUiOnsiJGlkIjoiOTMyIiwiU2hhcGUiOjIsIlNoYXBlVGhpY2tuZXNzIjowLCJEdXJhdGlvbkZvcm1hdCI6MCwiSW5jbHVkZU5vbldvcmtpbmdEYXlzSW5EdXJhdGlvbiI6ZmFsc2UsIlBlcmNlbnRhZ2VDb21wbGV0ZVN0eWxlIjp7IiRpZCI6IjkzMyIsIkZvbnRTZXR0aW5ncyI6eyIkaWQiOiI5MzQiLCJGb250U2l6ZSI6MTAsIkZvbnROYW1lIjoiQ2FsaWJyaSIsIklzQm9sZCI6ZmFsc2UsIklzSXRhbGljIjpmYWxzZSwiSXNVbmRlcmxpbmVkIjpmYWxzZSwiUGFyZW50U3R5bGUiOm51bGx9LCJBdXRvU2l6ZSI6MCwiRm9yZWdyb3VuZCI6eyIkcmVmIjoiNzYifSwiTWF4V2lkdGgiOjIwMC4wLCJNYXhIZWlnaHQiOiJJbmZpbml0eSIsIlNtYXJ0Rm9yZWdyb3VuZElzQWN0aXZlIjpmYWxzZSwiSG9yaXpvbnRhbEFsaWdubWVudCI6MCwiVmVydGljYWxBbGlnbm1lbnQiOjAsIlNtYXJ0Rm9yZWdyb3VuZCI6bnVsbCwiQmFja2dyb3VuZEZpbGxUeXBlIjowLCJNYXJnaW4iOnsiJHJlZiI6Ijc4In0sIlBhZGRpbmciOnsiJHJlZiI6Ijc5In0sIkJhY2tncm91bmQiOnsiJHJlZiI6IjI3OCJ9LCJJc1Zpc2libGUiOnRydWUsIldpZHRoIjowLjAsIkhlaWdodCI6MC4wLCJCb3JkZXJTdHlsZSI6eyIkaWQiOiI5MzUiLCJMaW5lQ29sb3IiOm51bGwsIkxpbmVXZWlnaHQiOjAuMCwiTGluZVR5cGUiOjAsIlBhcmVudFN0eWxlIjpudWxsfSwiUGFyZW50U3R5bGUiOm51bGx9LCJEdXJhdGlvblN0eWxlIjp7IiRpZCI6IjkzNiIsIkZvbnRTZXR0aW5ncyI6eyIkaWQiOiI5MzciLCJGb250U2l6ZSI6MTAsIkZvbnROYW1lIjoiQ2FsaWJyaSIsIklzQm9sZCI6ZmFsc2UsIklzSXRhbGljIjpmYWxzZSwiSXNVbmRlcmxpbmVkIjpmYWxzZSwiUGFyZW50U3R5bGUiOm51bGx9LCJBdXRvU2l6ZSI6MCwiRm9yZWdyb3VuZCI6eyIkcmVmIjoiODUifSwiTWF4V2lkdGgiOjIwMC4wLCJNYXhIZWlnaHQiOiJJbmZpbml0eSIsIlNtYXJ0Rm9yZWdyb3VuZElzQWN0aXZlIjpmYWxzZSwiSG9yaXpvbnRhbEFsaWdubWVudCI6MCwiVmVydGljYWxBbGlnbm1lbnQiOjAsIlNtYXJ0Rm9yZWdyb3VuZCI6bnVsbCwiQmFja2dyb3VuZEZpbGxUeXBlIjowLCJNYXJnaW4iOnsiJHJlZiI6Ijg3In0sIlBhZGRpbmciOnsiJHJlZiI6Ijg4In0sIkJhY2tncm91bmQiOnsiJHJlZiI6Ijg5In0sIklzVmlzaWJsZSI6dHJ1ZSwiV2lkdGgiOjAuMCwiSGVpZ2h0IjowLjAsIkJvcmRlclN0eWxlIjp7IiRpZCI6IjkzOCIsIkxpbmVDb2xvciI6bnVsbCwiTGluZVdlaWdodCI6MC4wLCJMaW5lVHlwZSI6MCwiUGFyZW50U3R5bGUiOm51bGx9LCJQYXJlbnRTdHlsZSI6bnVsbH0sIkhvcml6b250YWxDb25uZWN0b3JTdHlsZSI6eyIkaWQiOiI5MzkiLCJMaW5lQ29sb3IiOnsiJHJlZiI6IjkzIn0sIkxpbmVXZWlnaHQiOjEuMCwiTGluZVR5cGUiOjAsIlBhcmVudFN0eWxlIjpudWxsfSwiVmVydGljYWxDb25uZWN0b3JTdHlsZSI6eyIkaWQiOiI5NDAiLCJMaW5lQ29sb3IiOnsiJHJlZiI6Ijk2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zLCJJc0JlbG93VGltZWJhbmQiOnRydWUsIlBlcmNlbnRhZ2VDb21wbGV0ZVNoYXBlT3BhY2l0eSI6MzUsIlNoYXBlU3R5bGUiOnsiJGlkIjoiOTQxIiwiTWFyZ2luIjp7IiRyZWYiOiI5OSJ9LCJQYWRkaW5nIjp7IiRyZWYiOiIxMDAifSwiQmFja2dyb3VuZCI6eyIkaWQiOiI5NDIiLCJDb2xvciI6eyIkaWQiOiI5NDMiLCJBIjoyNTUsIlIiOjIzNCwiRyI6MjIsIkIiOjMwfX0sIklzVmlzaWJsZSI6dHJ1ZSwiV2lkdGgiOjAuMCwiSGVpZ2h0IjoxMC4wLCJCb3JkZXJTdHlsZSI6eyIkaWQiOiI5NDQiLCJMaW5lQ29sb3IiOnsiJGlkIjoiOTQ1IiwiJHR5cGUiOiJOTFJFLkNvbW1vbi5Eb20uU29saWRDb2xvckJydXNoLCBOTFJFLkNvbW1vbiIsIkNvbG9yIjp7IiRpZCI6Ijk0NiIsIkEiOjI1NSwiUiI6MjU1LCJHIjowLCJCIjowfX0sIkxpbmVXZWlnaHQiOjAuMCwiTGluZVR5cGUiOjAsIlBhcmVudFN0eWxlIjpudWxsfSwiUGFyZW50U3R5bGUiOm51bGx9LCJUaXRsZVN0eWxlIjp7IiRpZCI6Ijk0NyIsIkZvbnRTZXR0aW5ncyI6eyIkaWQiOiI5NDgiLCJGb250U2l6ZSI6OCwiRm9udE5hbWUiOiJDYWxpYnJpIiwiSXNCb2xkIjp0cnVlLCJJc0l0YWxpYyI6ZmFsc2UsIklzVW5kZXJsaW5lZCI6ZmFsc2UsIlBhcmVudFN0eWxlIjpudWxsfSwiQXV0b1NpemUiOjIsIkZvcmVncm91bmQiOnsiJGlkIjoiOTQ5IiwiQ29sb3IiOnsiJGlkIjoiOTUwIiwiQSI6MjU1LCJSIjoyNTUsIkciOjI1NSwiQiI6MjU1fX0sIk1heFdpZHRoIjo0Ny4wLCJNYXhIZWlnaHQiOiJJbmZpbml0eSIsIlNtYXJ0Rm9yZWdyb3VuZElzQWN0aXZlIjpmYWxzZSwiSG9yaXpvbnRhbEFsaWdubWVudCI6MSwiVmVydGljYWxBbGlnbm1lbnQiOjAsIlNtYXJ0Rm9yZWdyb3VuZCI6bnVsbCwiQmFja2dyb3VuZEZpbGxUeXBlIjowLCJNYXJnaW4iOnsiJHJlZiI6IjExMCJ9LCJQYWRkaW5nIjp7IiRyZWYiOiIxMTEifSwiQmFja2dyb3VuZCI6eyIkaWQiOiI5NTEiLCJDb2xvciI6eyIkaWQiOiI5NTIiLCJBIjowLCJSIjoyNTUsIkciOjI1NSwiQiI6MjU1fX0sIklzVmlzaWJsZSI6dHJ1ZSwiV2lkdGgiOjAuMCwiSGVpZ2h0IjowLjAsIkJvcmRlclN0eWxlIjp7IiRpZCI6Ijk1MyIsIkxpbmVDb2xvciI6bnVsbCwiTGluZVdlaWdodCI6MC4wLCJMaW5lVHlwZSI6MCwiUGFyZW50U3R5bGUiOm51bGx9LCJQYXJlbnRTdHlsZSI6bnVsbH0sIkRhdGVTdHlsZSI6eyIkaWQiOiI5NTQiLCJGb250U2V0dGluZ3MiOnsiJGlkIjoiOTU1IiwiRm9udFNpemUiOjEwLCJGb250TmFtZSI6IkNhbGlicmkiLCJJc0JvbGQiOmZhbHNlLCJJc0l0YWxpYyI6ZmFsc2UsIklzVW5kZXJsaW5lZCI6ZmFsc2UsIlBhcmVudFN0eWxlIjpudWxsfSwiQXV0b1NpemUiOjAsIkZvcmVncm91bmQiOnsiJGlkIjoiOTU2IiwiQ29sb3IiOnsiJGlkIjoiOTU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E5In0sIlBhZGRpbmciOnsiJHJlZiI6IjEyMCJ9LCJCYWNrZ3JvdW5kIjp7IiRpZCI6Ijk1OCIsIkNvbG9yIjp7IiRpZCI6Ijk1OSIsIkEiOjAsIlIiOjI1NSwiRyI6MjU1LCJCIjoyNTV9fSwiSXNWaXNpYmxlIjp0cnVlLCJXaWR0aCI6MC4wLCJIZWlnaHQiOjAuMCwiQm9yZGVyU3R5bGUiOnsiJGlkIjoiOTYwIiwiTGluZUNvbG9yIjpudWxsLCJMaW5lV2VpZ2h0IjowLjAsIkxpbmVUeXBlIjowLCJQYXJlbnRTdHlsZSI6bnVsbH0sIlBhcmVudFN0eWxlIjpudWxsfSwiRGF0ZUZvcm1hdCI6eyIkaWQiOiI5Nj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YyIiwiRm9ybWF0IjowLCJJc1Zpc2libGUiOmZhbHNlLCJMYXN0S25vd25WaXNpYmlsaXR5U3RhdGUiOmZhbHNlfSwiSXNWaXNpYmxlIjp0cnVlLCJQYXJlbnRTdHlsZSI6bnVsbH0sIkluZGV4Ijo1LCJTbWFydER1cmF0aW9uQWN0aXZhdGVkIjpmYWxzZSwiRGF0ZUZvcm1hdCI6eyIkcmVmIjoiOTYxIn0sIldlZWtOdW1iZXJpbmciOnsiJGlkIjoiOTYzIiwiRm9ybWF0IjowLCJJc1Zpc2libGUiOmZhbHNlLCJMYXN0S25vd25WaXNpYmlsaXR5U3RhdGUiOmZhbHNlfSwiSWQiOiI2ZTUyYTdiZi0yOTYxLTRlM2UtODZiYS0zMTYwODkxN2JiNGEiLCJJbXBvcnRJZCI6bnVsbCwiVGl0bGUiOiJQaCBJSUkgcHJvZ3JhbSIsIk5vdGUiOm51bGwsIkh5cGVybGluayI6eyIkaWQiOiI5NjQiLCJBZGRyZXNzIjpudWxsLCJTdWJBZGRyZXNzIjpudWxsfSwiSXNDaGFuZ2VkIjpmYWxzZSwiSXNOZXciOmZhbHNlfX1dLCJfbWlsZXN0b25lcyI6W3siJGlkIjoiOTY1IiwiSWQiOiJkMDk3YTQ2YS01YTdkLTQwMGQtOGYzMy02MjJhODNiMmU1ZmIiLCJJbmRleCI6NiwiR3JvdXBJZCI6bnVsbCwiVGl0bGUiOiJuaVNvRCIsIkRhdGVUaW1lIjoiMjAyNC0wMi0yMFQyMzo1OTowMCIsIlBlcmNlbnRhZ2VDb21wbGV0ZSI6bnVsbCwiTm90ZSI6bnVsbCwiU3R5bGUiOnsiJGlkIjoiOTY2IiwiVGl0bGVQb3NpdGlvbiI6IlJpZ2h0IiwiRGF0ZVBvc2l0aW9uIjoiTGVmdCIsIlNoYXBlVHlwZSI6MiwiU2hhcGVTaXplIjowLCJTcGFjaW5nIjo1LCJTaGFwZVN0eWxlIjp7IiRpZCI6Ijk2NyIsIk1hcmdpbiI6eyIkcmVmIjoiMTgxIn0sIlBhZGRpbmciOnsiJHJlZiI6IjE4MiJ9LCJCYWNrZ3JvdW5kIjp7IiRpZCI6Ijk2OCIsIkNvbG9yIjp7IiRpZCI6Ijk2OSIsIkEiOjI1NSwiUiI6MjU1LCJHIjoxOTIsIkIiOjB9fSwiSXNWaXNpYmxlIjp0cnVlLCJXaWR0aCI6OC4wLCJIZWlnaHQiOjguMCwiQm9yZGVyU3R5bGUiOnsiJGlkIjoiOTcwIiwiTGluZUNvbG9yIjp7IiRpZCI6Ijk3MSIsIiR0eXBlIjoiTkxSRS5Db21tb24uRG9tLlNvbGlkQ29sb3JCcnVzaCwgTkxSRS5Db21tb24iLCJDb2xvciI6eyIkaWQiOiI5NzIiLCJBIjoyNTUsIlIiOjI1NSwiRyI6MCwiQiI6MH19LCJMaW5lV2VpZ2h0IjowLjAsIkxpbmVUeXBlIjowLCJQYXJlbnRTdHlsZSI6bnVsbH0sIlBhcmVudFN0eWxlIjpudWxsfSwiVGl0bGVTdHlsZSI6eyIkaWQiOiI5NzMiLCJGb250U2V0dGluZ3MiOnsiJGlkIjoiOTc0IiwiRm9udFNpemUiOjgsIkZvbnROYW1lIjoiQ2FsaWJyaSIsIklzQm9sZCI6dHJ1ZSwiSXNJdGFsaWMiOmZhbHNlLCJJc1VuZGVybGluZWQiOmZhbHNlLCJQYXJlbnRTdHlsZSI6bnVsbH0sIkF1dG9TaXplIjowLCJGb3JlZ3JvdW5kIjp7IiRpZCI6Ijk3NSIsIkNvbG9yIjp7IiRpZCI6Ijk3NiIsIkEiOjI1NSwiUiI6MCwiRyI6MCwiQiI6MH19LCJNYXhXaWR0aCI6MjAwLjAsIk1heEhlaWdodCI6IkluZmluaXR5IiwiU21hcnRGb3JlZ3JvdW5kSXNBY3RpdmUiOmZhbHNlLCJIb3Jpem9udGFsQWxpZ25tZW50IjowLCJWZXJ0aWNhbEFsaWdubWVudCI6MCwiU21hcnRGb3JlZ3JvdW5kIjpudWxsLCJCYWNrZ3JvdW5kRmlsbFR5cGUiOjAsIk1hcmdpbiI6eyIkcmVmIjoiMTkyIn0sIlBhZGRpbmciOnsiJHJlZiI6IjE5MyJ9LCJCYWNrZ3JvdW5kIjp7IiRpZCI6Ijk3NyIsIkNvbG9yIjp7IiRpZCI6Ijk3OCIsIkEiOjAsIlIiOjI1NSwiRyI6MjU1LCJCIjoyNTV9fSwiSXNWaXNpYmxlIjp0cnVlLCJXaWR0aCI6MC4wLCJIZWlnaHQiOjAuMCwiQm9yZGVyU3R5bGUiOm51bGwsIlBhcmVudFN0eWxlIjpudWxsfSwiRGF0ZVN0eWxlIjp7IiRpZCI6Ijk3OSIsIkZvbnRTZXR0aW5ncyI6eyIkaWQiOiI5ODAiLCJGb250U2l6ZSI6MTAsIkZvbnROYW1lIjoiQ2FsaWJyaSIsIklzQm9sZCI6ZmFsc2UsIklzSXRhbGljIjpmYWxzZSwiSXNVbmRlcmxpbmVkIjpmYWxzZSwiUGFyZW50U3R5bGUiOm51bGx9LCJBdXRvU2l6ZSI6MCwiRm9yZWdyb3VuZCI6eyIkaWQiOiI5ODEiLCJDb2xvciI6eyIkaWQiOiI5ODI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yZWYiOiIyMDAifSwiUGFkZGluZyI6eyIkcmVmIjoiMjAxIn0sIkJhY2tncm91bmQiOnsiJGlkIjoiOTgzIiwiQ29sb3IiOnsiJGlkIjoiOTg0IiwiQSI6MCwiUiI6MjU1LCJHIjoyNTUsIkIiOjI1NX19LCJJc1Zpc2libGUiOmZhbHNlLCJXaWR0aCI6MC4wLCJIZWlnaHQiOjAuMCwiQm9yZGVyU3R5bGUiOm51bGwsIlBhcmVudFN0eWxlIjpudWxsfSwiRGF0ZUZvcm1hdCI6eyIkaWQiOiI5ODU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OTg2IiwiRm9ybWF0IjowLCJJc1Zpc2libGUiOmZhbHNlLCJMYXN0S25vd25WaXNpYmlsaXR5U3RhdGUiOmZhbHNlfSwiSXNWaXNpYmxlIjp0cnVlLCJQYXJlbnRTdHlsZSI6bnVsbH0sIkh5cGVybGluayI6bnVsbCwiSW1wb3J0SWQiOiIifSx7IiRpZCI6Ijk4NyIsIklkIjoiOWE5YjA2ZTctYThkZi00OTAwLWFlMjUtOGYwZTYxM2UyNGU1IiwiSW5kZXgiOjEsIkdyb3VwSWQiOm51bGwsIlRpdGxlIjoiQXBwcm92YWwgVVMiLCJEYXRlVGltZSI6IjIwMzItMDUtMTFUMjM6NTk6MDAiLCJQZXJjZW50YWdlQ29tcGxldGUiOm51bGwsIk5vdGUiOm51bGwsIlN0eWxlIjp7IiRpZCI6Ijk4OCIsIlRpdGxlUG9zaXRpb24iOiJSaWdodCIsIkRhdGVQb3NpdGlvbiI6IkxlZnQiLCJTaGFwZVR5cGUiOjEzLCJTaGFwZVNpemUiOjMsIlNwYWNpbmciOjUsIlNoYXBlU3R5bGUiOnsiJGlkIjoiOTg5IiwiTWFyZ2luIjp7IiRyZWYiOiIxODEifSwiUGFkZGluZyI6eyIkcmVmIjoiMTgyIn0sIkJhY2tncm91bmQiOnsiJGlkIjoiOTkwIiwiQ29sb3IiOnsiJGlkIjoiOTkxIiwiQSI6MjU1LCJSIjoyNiwiRyI6MTcwLCJCIjo2Nn19LCJJc1Zpc2libGUiOnRydWUsIldpZHRoIjoxNC4zOTk5OTk2MTg1MzAyNzMsIkhlaWdodCI6MTQuMzk5OTk5NjE4NTMwMjczLCJCb3JkZXJTdHlsZSI6eyIkaWQiOiI5OTIiLCJMaW5lQ29sb3IiOnsiJGlkIjoiOTkzIiwiJHR5cGUiOiJOTFJFLkNvbW1vbi5Eb20uU29saWRDb2xvckJydXNoLCBOTFJFLkNvbW1vbiIsIkNvbG9yIjp7IiRpZCI6Ijk5NCIsIkEiOjI1NSwiUiI6MjU1LCJHIjowLCJCIjowfX0sIkxpbmVXZWlnaHQiOjAuMCwiTGluZVR5cGUiOjAsIlBhcmVudFN0eWxlIjpudWxsfSwiUGFyZW50U3R5bGUiOm51bGx9LCJUaXRsZVN0eWxlIjp7IiRpZCI6Ijk5NSIsIkZvbnRTZXR0aW5ncyI6eyIkaWQiOiI5OTYiLCJGb250U2l6ZSI6OCwiRm9udE5hbWUiOiJDYWxpYnJpIiwiSXNCb2xkIjp0cnVlLCJJc0l0YWxpYyI6ZmFsc2UsIklzVW5kZXJsaW5lZCI6ZmFsc2UsIlBhcmVudFN0eWxlIjpudWxsfSwiQXV0b1NpemUiOjAsIkZvcmVncm91bmQiOnsiJGlkIjoiOTk3IiwiQ29sb3IiOnsiJGlkIjoiOTk4IiwiQSI6MjU1LCJSIjowLCJHIjowLCJCIjowfX0sIk1heFdpZHRoIjoyMDAuMCwiTWF4SGVpZ2h0IjoiSW5maW5pdHkiLCJTbWFydEZvcmVncm91bmRJc0FjdGl2ZSI6ZmFsc2UsIkhvcml6b250YWxBbGlnbm1lbnQiOjAsIlZlcnRpY2FsQWxpZ25tZW50IjowLCJTbWFydEZvcmVncm91bmQiOm51bGwsIkJhY2tncm91bmRGaWxsVHlwZSI6MCwiTWFyZ2luIjp7IiRyZWYiOiIxOTIifSwiUGFkZGluZyI6eyIkcmVmIjoiMTkzIn0sIkJhY2tncm91bmQiOnsiJGlkIjoiOTk5IiwiQ29sb3IiOnsiJGlkIjoiMTAwMCIsIkEiOjAsIlIiOjI1NSwiRyI6MjU1LCJCIjoyNTV9fSwiSXNWaXNpYmxlIjp0cnVlLCJXaWR0aCI6MC4wLCJIZWlnaHQiOjAuMCwiQm9yZGVyU3R5bGUiOm51bGwsIlBhcmVudFN0eWxlIjpudWxsfSwiRGF0ZVN0eWxlIjp7IiRpZCI6IjEwMDEiLCJGb250U2V0dGluZ3MiOnsiJGlkIjoiMTAwMiIsIkZvbnRTaXplIjoxMCwiRm9udE5hbWUiOiJDYWxpYnJpIiwiSXNCb2xkIjpmYWxzZSwiSXNJdGFsaWMiOmZhbHNlLCJJc1VuZGVybGluZWQiOmZhbHNlLCJQYXJlbnRTdHlsZSI6bnVsbH0sIkF1dG9TaXplIjowLCJGb3JlZ3JvdW5kIjp7IiRpZCI6IjEwMDMiLCJDb2xvciI6eyIkaWQiOiIxMDA0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cmVmIjoiMjAwIn0sIlBhZGRpbmciOnsiJHJlZiI6IjIwMSJ9LCJCYWNrZ3JvdW5kIjp7IiRpZCI6IjEwMDUiLCJDb2xvciI6eyIkaWQiOiIxMDA2IiwiQSI6MCwiUiI6MjU1LCJHIjoyNTUsIkIiOjI1NX19LCJJc1Zpc2libGUiOmZhbHNlLCJXaWR0aCI6MC4wLCJIZWlnaHQiOjAuMCwiQm9yZGVyU3R5bGUiOm51bGwsIlBhcmVudFN0eWxlIjpudWxsfSwiRGF0ZUZvcm1hdCI6eyIkaWQiOiIxMDA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wMDgiLCJGb3JtYXQiOjAsIklzVmlzaWJsZSI6ZmFsc2UsIkxhc3RLbm93blZpc2liaWxpdHlTdGF0ZSI6ZmFsc2V9LCJJc1Zpc2libGUiOnRydWUsIlBhcmVudFN0eWxlIjpudWxsfSwiSHlwZXJsaW5rIjpudWxsLCJJbXBvcnRJZCI6IiJ9LHsiJGlkIjoiMTAwOSIsIklkIjoiZDlmYzIxNTAtZjQ0NC00MGM0LWE4NDEtZmI1NDk5ZDMzYzg0IiwiSW5kZXgiOjIsIkdyb3VwSWQiOm51bGwsIlRpdGxlIjoiTkRBIiwiRGF0ZVRpbWUiOiIyMDMxLTA2LTExVDIzOjU5OjAwIiwiUGVyY2VudGFnZUNvbXBsZXRlIjpudWxsLCJOb3RlIjpudWxsLCJTdHlsZSI6eyIkaWQiOiIxMDEwIiwiVGl0bGVQb3NpdGlvbiI6IlJpZ2h0IiwiRGF0ZVBvc2l0aW9uIjoiTGVmdCIsIlNoYXBlVHlwZSI6MTMsIlNoYXBlU2l6ZSI6MywiU3BhY2luZyI6NSwiU2hhcGVTdHlsZSI6eyIkaWQiOiIxMDExIiwiTWFyZ2luIjp7IiRyZWYiOiIxODEifSwiUGFkZGluZyI6eyIkcmVmIjoiMTgyIn0sIkJhY2tncm91bmQiOnsiJGlkIjoiMTAxMiIsIkNvbG9yIjp7IiRpZCI6IjEwMTMiLCJBIjoyNTUsIlIiOjI1NSwiRyI6MTkyLCJCIjowfX0sIklzVmlzaWJsZSI6dHJ1ZSwiV2lkdGgiOjE0LjM5OTk5OTYxODUzMDI3MywiSGVpZ2h0IjoxNC4zOTk5OTk2MTg1MzAyNzMsIkJvcmRlclN0eWxlIjp7IiRpZCI6IjEwMTQiLCJMaW5lQ29sb3IiOnsiJGlkIjoiMTAxNSIsIiR0eXBlIjoiTkxSRS5Db21tb24uRG9tLlNvbGlkQ29sb3JCcnVzaCwgTkxSRS5Db21tb24iLCJDb2xvciI6eyIkaWQiOiIxMDE2IiwiQSI6MjU1LCJSIjoyNTUsIkciOjAsIkIiOjB9fSwiTGluZVdlaWdodCI6MC4wLCJMaW5lVHlwZSI6MCwiUGFyZW50U3R5bGUiOm51bGx9LCJQYXJlbnRTdHlsZSI6bnVsbH0sIlRpdGxlU3R5bGUiOnsiJGlkIjoiMTAxNyIsIkZvbnRTZXR0aW5ncyI6eyIkaWQiOiIxMDE4IiwiRm9udFNpemUiOjgsIkZvbnROYW1lIjoiQ2FsaWJyaSIsIklzQm9sZCI6dHJ1ZSwiSXNJdGFsaWMiOmZhbHNlLCJJc1VuZGVybGluZWQiOmZhbHNlLCJQYXJlbnRTdHlsZSI6bnVsbH0sIkF1dG9TaXplIjowLCJGb3JlZ3JvdW5kIjp7IiRpZCI6IjEwMTkiLCJDb2xvciI6eyIkaWQiOiIxMDIwIiwiQSI6MjU1LCJSIjowLCJHIjowLCJCIjowfX0sIk1heFdpZHRoIjoyMDAuMCwiTWF4SGVpZ2h0IjoiSW5maW5pdHkiLCJTbWFydEZvcmVncm91bmRJc0FjdGl2ZSI6ZmFsc2UsIkhvcml6b250YWxBbGlnbm1lbnQiOjAsIlZlcnRpY2FsQWxpZ25tZW50IjowLCJTbWFydEZvcmVncm91bmQiOm51bGwsIkJhY2tncm91bmRGaWxsVHlwZSI6MCwiTWFyZ2luIjp7IiRyZWYiOiIxOTIifSwiUGFkZGluZyI6eyIkcmVmIjoiMTkzIn0sIkJhY2tncm91bmQiOnsiJGlkIjoiMTAyMSIsIkNvbG9yIjp7IiRpZCI6IjEwMjIiLCJBIjowLCJSIjoyNTUsIkciOjI1NSwiQiI6MjU1fX0sIklzVmlzaWJsZSI6dHJ1ZSwiV2lkdGgiOjAuMCwiSGVpZ2h0IjowLjAsIkJvcmRlclN0eWxlIjpudWxsLCJQYXJlbnRTdHlsZSI6bnVsbH0sIkRhdGVTdHlsZSI6eyIkaWQiOiIxMDIzIiwiRm9udFNldHRpbmdzIjp7IiRpZCI6IjEwMjQiLCJGb250U2l6ZSI6MTAsIkZvbnROYW1lIjoiQ2FsaWJyaSIsIklzQm9sZCI6ZmFsc2UsIklzSXRhbGljIjpmYWxzZSwiSXNVbmRlcmxpbmVkIjpmYWxzZSwiUGFyZW50U3R5bGUiOm51bGx9LCJBdXRvU2l6ZSI6MCwiRm9yZWdyb3VuZCI6eyIkaWQiOiIxMDI1IiwiQ29sb3IiOnsiJGlkIjoiMTAyN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wMCJ9LCJQYWRkaW5nIjp7IiRyZWYiOiIyMDEifSwiQmFja2dyb3VuZCI6eyIkaWQiOiIxMDI3IiwiQ29sb3IiOnsiJGlkIjoiMTAyOCIsIkEiOjAsIlIiOjI1NSwiRyI6MjU1LCJCIjoyNTV9fSwiSXNWaXNpYmxlIjpmYWxzZSwiV2lkdGgiOjAuMCwiSGVpZ2h0IjowLjAsIkJvcmRlclN0eWxlIjpudWxsLCJQYXJlbnRTdHlsZSI6bnVsbH0sIkRhdGVGb3JtYXQiOnsiJGlkIjoiMTAyO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DMwIiwiRm9ybWF0IjowLCJJc1Zpc2libGUiOmZhbHNlLCJMYXN0S25vd25WaXNpYmlsaXR5U3RhdGUiOmZhbHNlfSwiSXNWaXNpYmxlIjp0cnVlLCJQYXJlbnRTdHlsZSI6bnVsbH0sIkh5cGVybGluayI6bnVsbCwiSW1wb3J0SWQiOiIifSx7IiRpZCI6IjEwMzEiLCJJZCI6IjQyZjEzNjExLTkzOGMtNDUzMi1hNGM5LWI5YWZjMzgwZjdhYyIsIkluZGV4IjozLCJHcm91cElkIjpudWxsLCJUaXRsZSI6IlBvQ0MiLCJEYXRlVGltZSI6IjIwMjgtMDEtMDhUMjM6NTk6MDAiLCJQZXJjZW50YWdlQ29tcGxldGUiOm51bGwsIk5vdGUiOm51bGwsIlN0eWxlIjp7IiRpZCI6IjEwMzIiLCJUaXRsZVBvc2l0aW9uIjoiUmlnaHQiLCJEYXRlUG9zaXRpb24iOiJMZWZ0IiwiU2hhcGVUeXBlIjoxMywiU2hhcGVTaXplIjozLCJTcGFjaW5nIjo1LCJTaGFwZVN0eWxlIjp7IiRpZCI6IjEwMzMiLCJNYXJnaW4iOnsiJHJlZiI6IjEzMSJ9LCJQYWRkaW5nIjp7IiRyZWYiOiIxMzIifSwiQmFja2dyb3VuZCI6eyIkaWQiOiIxMDM0IiwiQ29sb3IiOnsiJGlkIjoiMTAzNSIsIkEiOjI1NSwiUiI6MjU1LCJHIjoxOTIsIkIiOjB9fSwiSXNWaXNpYmxlIjp0cnVlLCJXaWR0aCI6MTQuMzk5OTk5NjE4NTMwMjczLCJIZWlnaHQiOjE0LjM5OTk5OTYxODUzMDI3MywiQm9yZGVyU3R5bGUiOnsiJGlkIjoiMTAzNiIsIkxpbmVDb2xvciI6eyIkaWQiOiIxMDM3IiwiJHR5cGUiOiJOTFJFLkNvbW1vbi5Eb20uU29saWRDb2xvckJydXNoLCBOTFJFLkNvbW1vbiIsIkNvbG9yIjp7IiRpZCI6IjEwMzgiLCJBIjoyNTUsIlIiOjI1NSwiRyI6MCwiQiI6MH19LCJMaW5lV2VpZ2h0IjowLjAsIkxpbmVUeXBlIjowLCJQYXJlbnRTdHlsZSI6bnVsbH0sIlBhcmVudFN0eWxlIjpudWxsfSwiVGl0bGVTdHlsZSI6eyIkaWQiOiIxMDM5IiwiRm9udFNldHRpbmdzIjp7IiRpZCI6IjEwNDAiLCJGb250U2l6ZSI6OCwiRm9udE5hbWUiOiJDYWxpYnJpIiwiSXNCb2xkIjp0cnVlLCJJc0l0YWxpYyI6ZmFsc2UsIklzVW5kZXJsaW5lZCI6ZmFsc2UsIlBhcmVudFN0eWxlIjpudWxsfSwiQXV0b1NpemUiOjAsIkZvcmVncm91bmQiOnsiJGlkIjoiMTA0MSIsIkNvbG9yIjp7IiRpZCI6IjEwNDIiLCJBIjoyNTUsIlIiOjAsIkciOjAsIkIiOjB9fSwiTWF4V2lkdGgiOjIwMC4wLCJNYXhIZWlnaHQiOiJJbmZpbml0eSIsIlNtYXJ0Rm9yZWdyb3VuZElzQWN0aXZlIjpmYWxzZSwiSG9yaXpvbnRhbEFsaWdubWVudCI6MCwiVmVydGljYWxBbGlnbm1lbnQiOjAsIlNtYXJ0Rm9yZWdyb3VuZCI6bnVsbCwiQmFja2dyb3VuZEZpbGxUeXBlIjowLCJNYXJnaW4iOnsiJHJlZiI6IjE0MiJ9LCJQYWRkaW5nIjp7IiRyZWYiOiIxNDMifSwiQmFja2dyb3VuZCI6eyIkaWQiOiIxMDQzIiwiQ29sb3IiOnsiJGlkIjoiMTA0NCIsIkEiOjAsIlIiOjI1NSwiRyI6MjU1LCJCIjoyNTV9fSwiSXNWaXNpYmxlIjp0cnVlLCJXaWR0aCI6MC4wLCJIZWlnaHQiOjAuMCwiQm9yZGVyU3R5bGUiOm51bGwsIlBhcmVudFN0eWxlIjpudWxsfSwiRGF0ZVN0eWxlIjp7IiRpZCI6IjEwNDUiLCJGb250U2V0dGluZ3MiOnsiJGlkIjoiMTA0NiIsIkZvbnRTaXplIjoxMCwiRm9udE5hbWUiOiJDYWxpYnJpIiwiSXNCb2xkIjpmYWxzZSwiSXNJdGFsaWMiOmZhbHNlLCJJc1VuZGVybGluZWQiOmZhbHNlLCJQYXJlbnRTdHlsZSI6bnVsbH0sIkF1dG9TaXplIjowLCJGb3JlZ3JvdW5kIjp7IiRpZCI6IjEwNDciLCJDb2xvciI6eyIkaWQiOiIxMDQ4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cmVmIjoiMTUwIn0sIlBhZGRpbmciOnsiJHJlZiI6IjE1MSJ9LCJCYWNrZ3JvdW5kIjp7IiRpZCI6IjEwNDkiLCJDb2xvciI6eyIkaWQiOiIxMDUwIiwiQSI6MCwiUiI6MjU1LCJHIjoyNTUsIkIiOjI1NX19LCJJc1Zpc2libGUiOmZhbHNlLCJXaWR0aCI6MC4wLCJIZWlnaHQiOjAuMCwiQm9yZGVyU3R5bGUiOm51bGwsIlBhcmVudFN0eWxlIjpudWxsfSwiRGF0ZUZvcm1hdCI6eyIkcmVmIjoiMTAyOSJ9LCJXZWVrTnVtYmVyaW5nIjp7IiRpZCI6IjEwNTEiLCJGb3JtYXQiOjAsIklzVmlzaWJsZSI6ZmFsc2UsIkxhc3RLbm93blZpc2liaWxpdHlTdGF0ZSI6ZmFsc2V9LCJJc1Zpc2libGUiOnRydWUsIlBhcmVudFN0eWxlIjpudWxsfSwiSHlwZXJsaW5rIjpudWxsLCJJbXBvcnRJZCI6IiJ9XSwiSWQiOiJmZGY3NDBjZS1mMmE1LTQyNWEtYWQ1NS05NDk3ZWZhYTE4NGQiLCJJc1NpbmdsZUl0ZW1Sb3ciOmZhbHNlfV0sIkluZGV4IjozMCwiSWQiOiJmNjg2YzcyZS1iMDcyLTQ4NTUtODc4MS01OTRkNjQ1MzJlMzAiLCJIZWFkZXJUZXh0IjoiQkQgRGVwci4iLCJJc0RlZmF1bHQiOmZhbHNlLCJTdHlsZSI6eyIkaWQiOiIxMDUyIiwiSGVhZGVyU3R5bGUiOnsiJGlkIjoiMTA1MyIsIlRleHRTdHlsZSI6eyIkaWQiOiIxMDU0IiwiRm9udFNldHRpbmdzIjp7IiRpZCI6IjEwNTUiLCJGb250U2l6ZSI6MTEsIkZvbnROYW1lIjoiQ2FsaWJyaSIsIklzQm9sZCI6ZmFsc2UsIklzSXRhbGljIjpmYWxzZSwiSXNVbmRlcmxpbmVkIjpmYWxzZSwiUGFyZW50U3R5bGUiOm51bGx9LCJBdXRvU2l6ZSI6MiwiRm9yZWdyb3VuZCI6eyIkaWQiOiIxMDU2IiwiQ29sb3IiOnsiJGlkIjoiMTA1NyIsIkEiOjI1NSwiUiI6MCwiRyI6MCwiQiI6MH19LCJNYXhXaWR0aCI6NTMuNzQ2NjY2NjY2NjY2NjcsIk1heEhlaWdodCI6IkluZmluaXR5IiwiU21hcnRGb3JlZ3JvdW5kSXNBY3RpdmUiOmZhbHNlLCJIb3Jpem9udGFsQWxpZ25tZW50IjowLCJWZXJ0aWNhbEFsaWdubWVudCI6MCwiU21hcnRGb3JlZ3JvdW5kIjpudWxsLCJCYWNrZ3JvdW5kRmlsbFR5cGUiOjAsIk1hcmdpbiI6eyIkaWQiOiIxMDU4IiwiVG9wIjowLjAsIkxlZnQiOjAuMCwiUmlnaHQiOjAuMCwiQm90dG9tIjowLjB9LCJQYWRkaW5nIjp7IiRpZCI6IjEwNTkiLCJUb3AiOjAuMCwiTGVmdCI6MC4wLCJSaWdodCI6MC4wLCJCb3R0b20iOjAuMH0sIkJhY2tncm91bmQiOm51bGwsIklzVmlzaWJsZSI6dHJ1ZSwiV2lkdGgiOjAuMCwiSGVpZ2h0IjowLjAsIkJvcmRlclN0eWxlIjpudWxsLCJQYXJlbnRTdHlsZSI6bnVsbH0sIlJlY3RhbmdsZVN0eWxlIjp7IiRpZCI6IjEwNjAiLCJNYXJnaW4iOnsiJGlkIjoiMTA2MSIsIlRvcCI6MC4wLCJMZWZ0IjowLjAsIlJpZ2h0IjowLjAsIkJvdHRvbSI6MC4wfSwiUGFkZGluZyI6eyIkaWQiOiIxMDYyIiwiVG9wIjowLjAsIkxlZnQiOjAuMCwiUmlnaHQiOjAuMCwiQm90dG9tIjowLjB9LCJCYWNrZ3JvdW5kIjp7IiRpZCI6IjEwNjMiLCJDb2xvciI6eyIkaWQiOiIxMDY0IiwiQSI6NjMsIlIiOjI1NCwiRyI6MTg2LCJCIjoxMH19LCJJc1Zpc2libGUiOnRydWUsIldpZHRoIjowLjAsIkhlaWdodCI6MC4wLCJCb3JkZXJTdHlsZSI6eyIkaWQiOiIxMDY1IiwiTGluZUNvbG9yIjp7IiRpZCI6IjEwNjYiLCIkdHlwZSI6Ik5MUkUuQ29tbW9uLkRvbS5Tb2xpZENvbG9yQnJ1c2gsIE5MUkUuQ29tbW9uIiwiQ29sb3IiOnsiJGlkIjoiMTA2NyIsIkEiOjI1NSwiUiI6MjU1LCJHIjowLCJCIjowfX0sIkxpbmVXZWlnaHQiOjAuMCwiTGluZVR5cGUiOjAsIlBhcmVudFN0eWxlIjpudWxsfSwiUGFyZW50U3R5bGUiOm51bGx9LCJNYXJnaW4iOnsiJGlkIjoiMTA2OCIsIlRvcCI6MC4wLCJMZWZ0IjowLjAsIlJpZ2h0IjowLjAsIkJvdHRvbSI6MC4wfSwiUGFkZGluZyI6eyIkaWQiOiIxMDY5IiwiVG9wIjowLjAsIkxlZnQiOjAuMCwiUmlnaHQiOjAuMCwiQm90dG9tIjowLjB9LCJCYWNrZ3JvdW5kIjpudWxsLCJJc1Zpc2libGUiOnRydWUsIldpZHRoIjowLjAsIkhlaWdodCI6MC4wLCJCb3JkZXJTdHlsZSI6bnVsbCwiUGFyZW50U3R5bGUiOm51bGx9LCJCYWNrZ3JvdW5kU3R5bGUiOnsiJGlkIjoiMTA3MCIsIk1hcmdpbiI6eyIkaWQiOiIxMDcxIiwiVG9wIjowLjAsIkxlZnQiOjAuMCwiUmlnaHQiOjAuMCwiQm90dG9tIjowLjB9LCJQYWRkaW5nIjp7IiRpZCI6IjEwNzIiLCJUb3AiOjAuMCwiTGVmdCI6MC4wLCJSaWdodCI6MC4wLCJCb3R0b20iOjAuMH0sIkJhY2tncm91bmQiOnsiJGlkIjoiMTA3MyIsIkNvbG9yIjp7IiRpZCI6IjEwNzQiLCJBIjo1MSwiUiI6MTk3LCJHIjoxOTUsIkIiOjIzOH19LCJJc1Zpc2libGUiOnRydWUsIldpZHRoIjowLjAsIkhlaWdodCI6MC4wLCJCb3JkZXJTdHlsZSI6eyIkaWQiOiIxMDc1IiwiTGluZUNvbG9yIjp7IiRpZCI6IjEwNzYiLCIkdHlwZSI6Ik5MUkUuQ29tbW9uLkRvbS5Tb2xpZENvbG9yQnJ1c2gsIE5MUkUuQ29tbW9uIiwiQ29sb3IiOnsiJGlkIjoiMTA3NyIsIkEiOjI1NSwiUiI6MjU1LCJHIjowLCJCIjowfX0sIkxpbmVXZWlnaHQiOjAuMCwiTGluZVR5cGUiOjAsIlBhcmVudFN0eWxlIjpudWxsfSwiUGFyZW50U3R5bGUiOm51bGx9LCJNYXJnaW4iOnsiJGlkIjoiMTA3OCIsIlRvcCI6MC4wLCJMZWZ0IjowLjAsIlJpZ2h0IjowLjAsIkJvdHRvbSI6MC4wfSwiUGFkZGluZyI6eyIkaWQiOiIxMDc5IiwiVG9wIjowLjAsIkxlZnQiOjAuMCwiUmlnaHQiOjAuMCwiQm90dG9tIjowLjB9LCJJc1Zpc2libGUiOnRydWUsIldpZHRoIjowLjAsIkhlaWdodCI6MC4wLCJCb3JkZXJTdHlsZSI6bnVsbCwiUGFyZW50U3R5bGUiOm51bGx9fSx7IiRpZCI6IjEwODAiLCJfcm93cyI6W3siJGlkIjoiMTA4MSIsIl90YXNrcyI6W3siJGlkIjoiMTA4MiIsIl9hdHRhY2hlZE1pbGVzdG9uZXMiOlt7IiRpZCI6IjEwODMiLCJEYXRlIjoiMjAyOC0wMS0xNVQyMzo1OTowMCIsIlN0eWxlIjp7IiRpZCI6IjEwODQiLCJTaGFwZSI6MCwiQ29ubmVjdG9yTWFyZ2luIjp7IiRpZCI6IjEwODUiLCJUb3AiOjAuMCwiTGVmdCI6Mi4wLCJSaWdodCI6Mi4wLCJCb3R0b20iOjAuMH0sIkNvbm5lY3RvclN0eWxlIjp7IiRpZCI6IjEwODYiLCJMaW5lQ29sb3IiOnsiJHJlZiI6IjM5In0sIkxpbmVXZWlnaHQiOjEuMCwiTGluZVR5cGUiOjAsIlBhcmVudFN0eWxlIjpudWxsfSwiSXNCZWxvd1RpbWViYW5kIjp0cnVlLCJQb3NpdGlvbk9uVGFzayI6MywiSGlkZURhdGUiOmZhbHNlLCJTaGFwZVNpemUiOjAsIlNwYWNpbmciOjIuMCwiUGFkZGluZyI6eyIkcmVmIjoiNDEifSwiU2hhcGVTdHlsZSI6eyIkaWQiOiIxMDg3IiwiTWFyZ2luIjp7IiRyZWYiOiIxMzEifSwiUGFkZGluZyI6eyIkcmVmIjoiMTMyIn0sIkJhY2tncm91bmQiOnsiJGlkIjoiMTA4OCIsIkNvbG9yIjp7IiRpZCI6IjEwODkiLCJBIjoyNTUsIlIiOjI1NSwiRyI6MTkyLCJCIjowfX0sIklzVmlzaWJsZSI6dHJ1ZSwiV2lkdGgiOjEyLjAsIkhlaWdodCI6MTQuMCwiQm9yZGVyU3R5bGUiOnsiJGlkIjoiMTA5MCIsIkxpbmVDb2xvciI6eyIkaWQiOiIxMDkxIiwiJHR5cGUiOiJOTFJFLkNvbW1vbi5Eb20uU29saWRDb2xvckJydXNoLCBOTFJFLkNvbW1vbiIsIkNvbG9yIjp7IiRpZCI6IjEwOTIiLCJBIjoyNTUsIlIiOjI1NSwiRyI6MCwiQiI6MH19LCJMaW5lV2VpZ2h0IjowLjAsIkxpbmVUeXBlIjowLCJQYXJlbnRTdHlsZSI6bnVsbH0sIlBhcmVudFN0eWxlIjpudWxsfSwiVGl0bGVTdHlsZSI6eyIkaWQiOiIxMDkzIiwiRm9udFNldHRpbmdzIjp7IiRpZCI6IjEwOTQiLCJGb250U2l6ZSI6OCwiRm9udE5hbWUiOiJDYWxpYnJpIiwiSXNCb2xkIjp0cnVlLCJJc0l0YWxpYyI6ZmFsc2UsIklzVW5kZXJsaW5lZCI6ZmFsc2UsIlBhcmVudFN0eWxlIjpudWxsfSwiQXV0b1NpemUiOjAsIkZvcmVncm91bmQiOnsiJGlkIjoiMTA5NSIsIkNvbG9yIjp7IiRpZCI6IjEwOTYiLCJBIjoyNTUsIlIiOjAsIkciOjAsIkIiOjB9fSwiTWF4V2lkdGgiOjIwMC4wLCJNYXhIZWlnaHQiOiJJbmZpbml0eSIsIlNtYXJ0Rm9yZWdyb3VuZElzQWN0aXZlIjpmYWxzZSwiSG9yaXpvbnRhbEFsaWdubWVudCI6MSwiVmVydGljYWxBbGlnbm1lbnQiOjAsIlNtYXJ0Rm9yZWdyb3VuZCI6bnVsbCwiQmFja2dyb3VuZEZpbGxUeXBlIjowLCJNYXJnaW4iOnsiJHJlZiI6IjE0MiJ9LCJQYWRkaW5nIjp7IiRyZWYiOiIxNDMifSwiQmFja2dyb3VuZCI6eyIkaWQiOiIxMDk3IiwiQ29sb3IiOnsiJGlkIjoiMTA5OCIsIkEiOjAsIlIiOjI1NSwiRyI6MjU1LCJCIjoyNTV9fSwiSXNWaXNpYmxlIjpmYWxzZSwiV2lkdGgiOjAuMCwiSGVpZ2h0IjowLjAsIkJvcmRlclN0eWxlIjp7IiRpZCI6IjEwOTkiLCJMaW5lQ29sb3IiOm51bGwsIkxpbmVXZWlnaHQiOjAuMCwiTGluZVR5cGUiOjAsIlBhcmVudFN0eWxlIjpudWxsfSwiUGFyZW50U3R5bGUiOm51bGx9LCJEYXRlU3R5bGUiOnsiJGlkIjoiMTEwMCIsIkZvbnRTZXR0aW5ncyI6eyIkaWQiOiIxMTAxIiwiRm9udFNpemUiOjEwLCJGb250TmFtZSI6IkNhbGlicmkiLCJJc0JvbGQiOmZhbHNlLCJJc0l0YWxpYyI6ZmFsc2UsIklzVW5kZXJsaW5lZCI6ZmFsc2UsIlBhcmVudFN0eWxlIjpudWxsfSwiQXV0b1NpemUiOjAsIkZvcmVncm91bmQiOnsiJGlkIjoiMTEwMiIsIkNvbG9yIjp7IiRpZCI6IjExMDMiLCJBIjoyNTUsIlIiOjY4LCJHIjo4NCwiQiI6MTA2fX0sIk1heFdpZHRoIjoyMDAuMCwiTWF4SGVpZ2h0IjoiSW5maW5pdHkiLCJTbWFydEZvcmVncm91bmRJc0FjdGl2ZSI6ZmFsc2UsIkhvcml6b250YWxBbGlnbm1lbnQiOjEsIlZlcnRpY2FsQWxpZ25tZW50IjowLCJTbWFydEZvcmVncm91bmQiOm51bGwsIkJhY2tncm91bmRGaWxsVHlwZSI6MCwiTWFyZ2luIjp7IiRyZWYiOiIxNTAifSwiUGFkZGluZyI6eyIkcmVmIjoiMTUxIn0sIkJhY2tncm91bmQiOnsiJGlkIjoiMTEwNCIsIkNvbG9yIjp7IiRpZCI6IjExMDUiLCJBIjowLCJSIjoyNTUsIkciOjI1NSwiQiI6MjU1fX0sIklzVmlzaWJsZSI6ZmFsc2UsIldpZHRoIjowLjAsIkhlaWdodCI6MC4wLCJCb3JkZXJTdHlsZSI6eyIkaWQiOiIxMTA2IiwiTGluZUNvbG9yIjpudWxsLCJMaW5lV2VpZ2h0IjowLjAsIkxpbmVUeXBlIjowLCJQYXJlbnRTdHlsZSI6bnVsbH0sIlBhcmVudFN0eWxlIjpudWxsfSwiRGF0ZUZvcm1hdCI6eyIkaWQiOiIxMTA3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MDgiLCJGb3JtYXQiOjAsIklzVmlzaWJsZSI6ZmFsc2UsIkxhc3RLbm93blZpc2liaWxpdHlTdGF0ZSI6ZmFsc2V9LCJJc1Zpc2libGUiOnRydWUsIlBhcmVudFN0eWxlIjpudWxsfSwiSW5kZXgiOjksIlBlcmNlbnRhZ2VDb21wbGV0ZSI6bnVsbCwiUG9zaXRpb24iOnsiUmF0aW8iOjAuMCwiSXNDdXN0b20iOmZhbHNlfSwiRGF0ZUZvcm1hdCI6eyIkcmVmIjoiMTEwNyJ9LCJXZWVrTnVtYmVyaW5nIjp7IiRpZCI6IjExMDkiLCJGb3JtYXQiOjAsIklzVmlzaWJsZSI6ZmFsc2UsIkxhc3RLbm93blZpc2liaWxpdHlTdGF0ZSI6ZmFsc2V9LCJSZWxhdGVkVGFza0lkIjoiZWY4MTU0OTQtZTJlNC00YjEwLWFjYTEtY2NmOTBiOWY0YjQxIiwiSWQiOiJkYzkxNTllNi1iYWNmLTQzNWYtYmI5Mi00ZmYyMWUwMmE3MzciLCJJbXBvcnRJZCI6IiIsIlRpdGxlIjoiUG9DUCIsIk5vdGUiOm51bGwsIkh5cGVybGluayI6eyIkaWQiOiIxMTEwIiwiQWRkcmVzcyI6IiIsIlN1YkFkZHJlc3MiOiIifSwiSXNDaGFuZ2VkIjpmYWxzZSwiSXNOZXciOmZhbHNlfV0sIlRhc2tEZWZpbml0aW9uIjp7IiRpZCI6IjExMTEiLCJHcm91cE5hbWUiOm51bGwsIlN0YXJ0RGF0ZSI6IjIwMjctMDEtMTVUMDA6MDA6MDBaIiwiRW5kRGF0ZSI6IjIwMjgtMDEtMTVUMjM6NTk6MDBaIiwiUGVyY2VudGFnZUNvbXBsZXRlIjpudWxsLCJTdHlsZSI6eyIkaWQiOiIxMTEyIiwiU2hhcGUiOjIsIlNoYXBlVGhpY2tuZXNzIjowLCJEdXJhdGlvbkZvcm1hdCI6MCwiSW5jbHVkZU5vbldvcmtpbmdEYXlzSW5EdXJhdGlvbiI6ZmFsc2UsIlBlcmNlbnRhZ2VDb21wbGV0ZVN0eWxlIjp7IiRpZCI6IjExMTMiLCJGb250U2V0dGluZ3MiOnsiJGlkIjoiMTExNCIsIkZvbnRTaXplIjoxMCwiRm9udE5hbWUiOiJDYWxpYnJpIiwiSXNCb2xkIjpmYWxzZSwiSXNJdGFsaWMiOmZhbHNlLCJJc1VuZGVybGluZWQiOmZhbHNlLCJQYXJlbnRTdHlsZSI6bnVsbH0sIkF1dG9TaXplIjowLCJGb3JlZ3JvdW5kIjp7IiRyZWYiOiI3NiJ9LCJNYXhXaWR0aCI6MjAwLjAsIk1heEhlaWdodCI6IkluZmluaXR5IiwiU21hcnRGb3JlZ3JvdW5kSXNBY3RpdmUiOmZhbHNlLCJIb3Jpem9udGFsQWxpZ25tZW50IjowLCJWZXJ0aWNhbEFsaWdubWVudCI6MCwiU21hcnRGb3JlZ3JvdW5kIjpudWxsLCJCYWNrZ3JvdW5kRmlsbFR5cGUiOjAsIk1hcmdpbiI6eyIkcmVmIjoiNzgifSwiUGFkZGluZyI6eyIkcmVmIjoiNzkifSwiQmFja2dyb3VuZCI6eyIkcmVmIjoiMjc4In0sIklzVmlzaWJsZSI6dHJ1ZSwiV2lkdGgiOjAuMCwiSGVpZ2h0IjowLjAsIkJvcmRlclN0eWxlIjp7IiRpZCI6IjExMTUiLCJMaW5lQ29sb3IiOm51bGwsIkxpbmVXZWlnaHQiOjAuMCwiTGluZVR5cGUiOjAsIlBhcmVudFN0eWxlIjpudWxsfSwiUGFyZW50U3R5bGUiOm51bGx9LCJEdXJhdGlvblN0eWxlIjp7IiRpZCI6IjExMTYiLCJGb250U2V0dGluZ3MiOnsiJGlkIjoiMTExNyIsIkZvbnRTaXplIjoxMCwiRm9udE5hbWUiOiJDYWxpYnJpIiwiSXNCb2xkIjpmYWxzZSwiSXNJdGFsaWMiOmZhbHNlLCJJc1VuZGVybGluZWQiOmZhbHNlLCJQYXJlbnRTdHlsZSI6bnVsbH0sIkF1dG9TaXplIjowLCJGb3JlZ3JvdW5kIjp7IiRyZWYiOiI4NSJ9LCJNYXhXaWR0aCI6MjAwLjAsIk1heEhlaWdodCI6IkluZmluaXR5IiwiU21hcnRGb3JlZ3JvdW5kSXNBY3RpdmUiOmZhbHNlLCJIb3Jpem9udGFsQWxpZ25tZW50IjowLCJWZXJ0aWNhbEFsaWdubWVudCI6MCwiU21hcnRGb3JlZ3JvdW5kIjpudWxsLCJCYWNrZ3JvdW5kRmlsbFR5cGUiOjAsIk1hcmdpbiI6eyIkcmVmIjoiODcifSwiUGFkZGluZyI6eyIkcmVmIjoiODgifSwiQmFja2dyb3VuZCI6eyIkcmVmIjoiODkifSwiSXNWaXNpYmxlIjp0cnVlLCJXaWR0aCI6MC4wLCJIZWlnaHQiOjAuMCwiQm9yZGVyU3R5bGUiOnsiJGlkIjoiMTExOCIsIkxpbmVDb2xvciI6bnVsbCwiTGluZVdlaWdodCI6MC4wLCJMaW5lVHlwZSI6MCwiUGFyZW50U3R5bGUiOm51bGx9LCJQYXJlbnRTdHlsZSI6bnVsbH0sIkhvcml6b250YWxDb25uZWN0b3JTdHlsZSI6eyIkaWQiOiIxMTE5IiwiTGluZUNvbG9yIjp7IiRyZWYiOiI5MyJ9LCJMaW5lV2VpZ2h0IjoxLjAsIkxpbmVUeXBlIjowLCJQYXJlbnRTdHlsZSI6bnVsbH0sIlZlcnRpY2FsQ29ubmVjdG9yU3R5bGUiOnsiJGlkIjoiMTEyMCIsIkxpbmVDb2xvciI6eyIkcmVmIjoiOTYi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MsIklzQmVsb3dUaW1lYmFuZCI6dHJ1ZSwiUGVyY2VudGFnZUNvbXBsZXRlU2hhcGVPcGFjaXR5IjozNSwiU2hhcGVTdHlsZSI6eyIkaWQiOiIxMTIxIiwiTWFyZ2luIjp7IiRyZWYiOiI5OSJ9LCJQYWRkaW5nIjp7IiRyZWYiOiIxMDAifSwiQmFja2dyb3VuZCI6eyIkaWQiOiIxMTIyIiwiQ29sb3IiOnsiJGlkIjoiMTEyMyIsIkEiOjI1NSwiUiI6MjUwLCJHIjoxNDAsIkIiOjE0NH19LCJJc1Zpc2libGUiOnRydWUsIldpZHRoIjowLjAsIkhlaWdodCI6MTAuMCwiQm9yZGVyU3R5bGUiOnsiJGlkIjoiMTEyNCIsIkxpbmVDb2xvciI6eyIkaWQiOiIxMTI1IiwiJHR5cGUiOiJOTFJFLkNvbW1vbi5Eb20uU29saWRDb2xvckJydXNoLCBOTFJFLkNvbW1vbiIsIkNvbG9yIjp7IiRpZCI6IjExMjYiLCJBIjoyNTUsIlIiOjI1NSwiRyI6MCwiQiI6MH19LCJMaW5lV2VpZ2h0IjowLjAsIkxpbmVUeXBlIjowLCJQYXJlbnRTdHlsZSI6bnVsbH0sIlBhcmVudFN0eWxlIjpudWxsfSwiVGl0bGVTdHlsZSI6eyIkaWQiOiIxMTI3IiwiRm9udFNldHRpbmdzIjp7IiRpZCI6IjExMjgiLCJGb250U2l6ZSI6OCwiRm9udE5hbWUiOiJDYWxpYnJpIiwiSXNCb2xkIjp0cnVlLCJJc0l0YWxpYyI6ZmFsc2UsIklzVW5kZXJsaW5lZCI6ZmFsc2UsIlBhcmVudFN0eWxlIjpudWxsfSwiQXV0b1NpemUiOjIsIkZvcmVncm91bmQiOnsiJGlkIjoiMTEyOSIsIkNvbG9yIjp7IiRpZCI6IjExMzAiLCJBIjoyNTUsIlIiOjAsIkciOjAsIkIiOjB9fSwiTWF4V2lkdGgiOjE5LjAsIk1heEhlaWdodCI6IkluZmluaXR5IiwiU21hcnRGb3JlZ3JvdW5kSXNBY3RpdmUiOmZhbHNlLCJIb3Jpem9udGFsQWxpZ25tZW50IjoxLCJWZXJ0aWNhbEFsaWdubWVudCI6MCwiU21hcnRGb3JlZ3JvdW5kIjpudWxsLCJCYWNrZ3JvdW5kRmlsbFR5cGUiOjAsIk1hcmdpbiI6eyIkcmVmIjoiMTEwIn0sIlBhZGRpbmciOnsiJHJlZiI6IjExMSJ9LCJCYWNrZ3JvdW5kIjp7IiRpZCI6IjExMzEiLCJDb2xvciI6eyIkaWQiOiIxMTMyIiwiQSI6MCwiUiI6MjU1LCJHIjoyNTUsIkIiOjI1NX19LCJJc1Zpc2libGUiOnRydWUsIldpZHRoIjowLjAsIkhlaWdodCI6MC4wLCJCb3JkZXJTdHlsZSI6eyIkaWQiOiIxMTMzIiwiTGluZUNvbG9yIjpudWxsLCJMaW5lV2VpZ2h0IjowLjAsIkxpbmVUeXBlIjowLCJQYXJlbnRTdHlsZSI6bnVsbH0sIlBhcmVudFN0eWxlIjpudWxsfSwiRGF0ZVN0eWxlIjp7IiRpZCI6IjExMzQiLCJGb250U2V0dGluZ3MiOnsiJGlkIjoiMTEzNSIsIkZvbnRTaXplIjoxMCwiRm9udE5hbWUiOiJDYWxpYnJpIiwiSXNCb2xkIjpmYWxzZSwiSXNJdGFsaWMiOmZhbHNlLCJJc1VuZGVybGluZWQiOmZhbHNlLCJQYXJlbnRTdHlsZSI6bnVsbH0sIkF1dG9TaXplIjowLCJGb3JlZ3JvdW5kIjp7IiRpZCI6IjExMzYiLCJDb2xvciI6eyIkaWQiOiIxMTM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E5In0sIlBhZGRpbmciOnsiJHJlZiI6IjEyMCJ9LCJCYWNrZ3JvdW5kIjp7IiRpZCI6IjExMzgiLCJDb2xvciI6eyIkaWQiOiIxMTM5IiwiQSI6MCwiUiI6MjU1LCJHIjoyNTUsIkIiOjI1NX19LCJJc1Zpc2libGUiOnRydWUsIldpZHRoIjowLjAsIkhlaWdodCI6MC4wLCJCb3JkZXJTdHlsZSI6eyIkaWQiOiIxMTQwIiwiTGluZUNvbG9yIjpudWxsLCJMaW5lV2VpZ2h0IjowLjAsIkxpbmVUeXBlIjowLCJQYXJlbnRTdHlsZSI6bnVsbH0sIlBhcmVudFN0eWxlIjpudWxsfSwiRGF0ZUZvcm1hdCI6eyIkaWQiOiIxMTQ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xNDIiLCJGb3JtYXQiOjAsIklzVmlzaWJsZSI6ZmFsc2UsIkxhc3RLbm93blZpc2liaWxpdHlTdGF0ZSI6ZmFsc2V9LCJJc1Zpc2libGUiOnRydWUsIlBhcmVudFN0eWxlIjpudWxsfSwiSW5kZXgiOjUsIlNtYXJ0RHVyYXRpb25BY3RpdmF0ZWQiOmZhbHNlLCJEYXRlRm9ybWF0Ijp7IiRyZWYiOiIxMTQxIn0sIldlZWtOdW1iZXJpbmciOnsiJGlkIjoiMTE0MyIsIkZvcm1hdCI6MCwiSXNWaXNpYmxlIjpmYWxzZSwiTGFzdEtub3duVmlzaWJpbGl0eVN0YXRlIjpmYWxzZX0sIklkIjoiZWY4MTU0OTQtZTJlNC00YjEwLWFjYTEtY2NmOTBiOWY0YjQxIiwiSW1wb3J0SWQiOm51bGwsIlRpdGxlIjoiUGggSUlhIiwiTm90ZSI6bnVsbCwiSHlwZXJsaW5rIjp7IiRpZCI6IjExNDQiLCJBZGRyZXNzIjpudWxsLCJTdWJBZGRyZXNzIjpudWxsfSwiSXNDaGFuZ2VkIjpmYWxzZSwiSXNOZXciOmZhbHNlfX0seyIkaWQiOiIxMTQ1IiwiX2F0dGFjaGVkTWlsZXN0b25lcyI6W10sIlRhc2tEZWZpbml0aW9uIjp7IiRpZCI6IjExNDYiLCJHcm91cE5hbWUiOm51bGwsIlN0YXJ0RGF0ZSI6IjIwMjgtMDEtMTVUMDA6MDA6MDBaIiwiRW5kRGF0ZSI6IjIwMjgtMTEtMTBUMjM6NTk6MDBaIiwiUGVyY2VudGFnZUNvbXBsZXRlIjpudWxsLCJTdHlsZSI6eyIkaWQiOiIxMTQ3IiwiU2hhcGUiOjIsIlNoYXBlVGhpY2tuZXNzIjowLCJEdXJhdGlvbkZvcm1hdCI6MCwiSW5jbHVkZU5vbldvcmtpbmdEYXlzSW5EdXJhdGlvbiI6ZmFsc2UsIlBlcmNlbnRhZ2VDb21wbGV0ZVN0eWxlIjp7IiRpZCI6IjExNDgiLCJGb250U2V0dGluZ3MiOnsiJGlkIjoiMTE0OSIsIkZvbnRTaXplIjoxMCwiRm9udE5hbWUiOiJDYWxpYnJpIiwiSXNCb2xkIjpmYWxzZSwiSXNJdGFsaWMiOmZhbHNlLCJJc1VuZGVybGluZWQiOmZhbHNlLCJQYXJlbnRTdHlsZSI6bnVsbH0sIkF1dG9TaXplIjowLCJGb3JlZ3JvdW5kIjp7IiRyZWYiOiI3NiJ9LCJNYXhXaWR0aCI6MjAwLjAsIk1heEhlaWdodCI6IkluZmluaXR5IiwiU21hcnRGb3JlZ3JvdW5kSXNBY3RpdmUiOmZhbHNlLCJIb3Jpem9udGFsQWxpZ25tZW50IjowLCJWZXJ0aWNhbEFsaWdubWVudCI6MCwiU21hcnRGb3JlZ3JvdW5kIjpudWxsLCJCYWNrZ3JvdW5kRmlsbFR5cGUiOjAsIk1hcmdpbiI6eyIkcmVmIjoiNzgifSwiUGFkZGluZyI6eyIkcmVmIjoiNzkifSwiQmFja2dyb3VuZCI6eyIkcmVmIjoiMjc4In0sIklzVmlzaWJsZSI6dHJ1ZSwiV2lkdGgiOjAuMCwiSGVpZ2h0IjowLjAsIkJvcmRlclN0eWxlIjp7IiRpZCI6IjExNTAiLCJMaW5lQ29sb3IiOm51bGwsIkxpbmVXZWlnaHQiOjAuMCwiTGluZVR5cGUiOjAsIlBhcmVudFN0eWxlIjpudWxsfSwiUGFyZW50U3R5bGUiOm51bGx9LCJEdXJhdGlvblN0eWxlIjp7IiRpZCI6IjExNTEiLCJGb250U2V0dGluZ3MiOnsiJGlkIjoiMTE1MiIsIkZvbnRTaXplIjoxMCwiRm9udE5hbWUiOiJDYWxpYnJpIiwiSXNCb2xkIjpmYWxzZSwiSXNJdGFsaWMiOmZhbHNlLCJJc1VuZGVybGluZWQiOmZhbHNlLCJQYXJlbnRTdHlsZSI6bnVsbH0sIkF1dG9TaXplIjowLCJGb3JlZ3JvdW5kIjp7IiRyZWYiOiI4NSJ9LCJNYXhXaWR0aCI6MjAwLjAsIk1heEhlaWdodCI6IkluZmluaXR5IiwiU21hcnRGb3JlZ3JvdW5kSXNBY3RpdmUiOmZhbHNlLCJIb3Jpem9udGFsQWxpZ25tZW50IjowLCJWZXJ0aWNhbEFsaWdubWVudCI6MCwiU21hcnRGb3JlZ3JvdW5kIjpudWxsLCJCYWNrZ3JvdW5kRmlsbFR5cGUiOjAsIk1hcmdpbiI6eyIkcmVmIjoiODcifSwiUGFkZGluZyI6eyIkcmVmIjoiODgifSwiQmFja2dyb3VuZCI6eyIkcmVmIjoiODkifSwiSXNWaXNpYmxlIjp0cnVlLCJXaWR0aCI6MC4wLCJIZWlnaHQiOjAuMCwiQm9yZGVyU3R5bGUiOnsiJGlkIjoiMTE1MyIsIkxpbmVDb2xvciI6bnVsbCwiTGluZVdlaWdodCI6MC4wLCJMaW5lVHlwZSI6MCwiUGFyZW50U3R5bGUiOm51bGx9LCJQYXJlbnRTdHlsZSI6bnVsbH0sIkhvcml6b250YWxDb25uZWN0b3JTdHlsZSI6eyIkaWQiOiIxMTU0IiwiTGluZUNvbG9yIjp7IiRyZWYiOiI5MyJ9LCJMaW5lV2VpZ2h0IjoxLjAsIkxpbmVUeXBlIjowLCJQYXJlbnRTdHlsZSI6bnVsbH0sIlZlcnRpY2FsQ29ubmVjdG9yU3R5bGUiOnsiJGlkIjoiMTE1NSIsIkxpbmVDb2xvciI6eyIkcmVmIjoiOTYi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MsIklzQmVsb3dUaW1lYmFuZCI6dHJ1ZSwiUGVyY2VudGFnZUNvbXBsZXRlU2hhcGVPcGFjaXR5IjozNSwiU2hhcGVTdHlsZSI6eyIkaWQiOiIxMTU2IiwiTWFyZ2luIjp7IiRyZWYiOiI5OSJ9LCJQYWRkaW5nIjp7IiRyZWYiOiIxMDAifSwiQmFja2dyb3VuZCI6eyIkaWQiOiIxMTU3IiwiQ29sb3IiOnsiJGlkIjoiMTE1OCIsIkEiOjI1NSwiUiI6MjM0LCJHIjoyMiwiQiI6MzB9fSwiSXNWaXNpYmxlIjp0cnVlLCJXaWR0aCI6MC4wLCJIZWlnaHQiOjEwLjAsIkJvcmRlclN0eWxlIjp7IiRpZCI6IjExNTkiLCJMaW5lQ29sb3IiOnsiJGlkIjoiMTE2MCIsIiR0eXBlIjoiTkxSRS5Db21tb24uRG9tLlNvbGlkQ29sb3JCcnVzaCwgTkxSRS5Db21tb24iLCJDb2xvciI6eyIkaWQiOiIxMTYxIiwiQSI6MjU1LCJSIjoyNTUsIkciOjAsIkIiOjB9fSwiTGluZVdlaWdodCI6MC4wLCJMaW5lVHlwZSI6MCwiUGFyZW50U3R5bGUiOm51bGx9LCJQYXJlbnRTdHlsZSI6bnVsbH0sIlRpdGxlU3R5bGUiOnsiJGlkIjoiMTE2MiIsIkZvbnRTZXR0aW5ncyI6eyIkaWQiOiIxMTYzIiwiRm9udFNpemUiOjgsIkZvbnROYW1lIjoiQ2FsaWJyaSIsIklzQm9sZCI6dHJ1ZSwiSXNJdGFsaWMiOmZhbHNlLCJJc1VuZGVybGluZWQiOmZhbHNlLCJQYXJlbnRTdHlsZSI6bnVsbH0sIkF1dG9TaXplIjowLCJGb3JlZ3JvdW5kIjp7IiRpZCI6IjExNjQiLCJDb2xvciI6eyIkaWQiOiIxMTY1IiwiQSI6MjU1LCJSIjoyNTUsIkciOjI1NSwiQiI6MjU1fX0sIk1heFdpZHRoIjo4MTAuMCwiTWF4SGVpZ2h0IjoiSW5maW5pdHkiLCJTbWFydEZvcmVncm91bmRJc0FjdGl2ZSI6ZmFsc2UsIkhvcml6b250YWxBbGlnbm1lbnQiOjEsIlZlcnRpY2FsQWxpZ25tZW50IjowLCJTbWFydEZvcmVncm91bmQiOm51bGwsIkJhY2tncm91bmRGaWxsVHlwZSI6MCwiTWFyZ2luIjp7IiRyZWYiOiIxMTAifSwiUGFkZGluZyI6eyIkcmVmIjoiMTExIn0sIkJhY2tncm91bmQiOnsiJGlkIjoiMTE2NiIsIkNvbG9yIjp7IiRpZCI6IjExNjciLCJBIjowLCJSIjoyNTUsIkciOjI1NSwiQiI6MjU1fX0sIklzVmlzaWJsZSI6dHJ1ZSwiV2lkdGgiOjAuMCwiSGVpZ2h0IjowLjAsIkJvcmRlclN0eWxlIjp7IiRpZCI6IjExNjgiLCJMaW5lQ29sb3IiOm51bGwsIkxpbmVXZWlnaHQiOjAuMCwiTGluZVR5cGUiOjAsIlBhcmVudFN0eWxlIjpudWxsfSwiUGFyZW50U3R5bGUiOm51bGx9LCJEYXRlU3R5bGUiOnsiJGlkIjoiMTE2OSIsIkZvbnRTZXR0aW5ncyI6eyIkaWQiOiIxMTcwIiwiRm9udFNpemUiOjEwLCJGb250TmFtZSI6IkNhbGlicmkiLCJJc0JvbGQiOmZhbHNlLCJJc0l0YWxpYyI6ZmFsc2UsIklzVW5kZXJsaW5lZCI6ZmFsc2UsIlBhcmVudFN0eWxlIjpudWxsfSwiQXV0b1NpemUiOjAsIkZvcmVncm91bmQiOnsiJGlkIjoiMTE3MSIsIkNvbG9yIjp7IiRpZCI6IjExNzI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GlkIjoiMTE3MyIsIkNvbG9yIjp7IiRpZCI6IjExNzQiLCJBIjowLCJSIjoyNTUsIkciOjI1NSwiQiI6MjU1fX0sIklzVmlzaWJsZSI6dHJ1ZSwiV2lkdGgiOjAuMCwiSGVpZ2h0IjowLjAsIkJvcmRlclN0eWxlIjp7IiRpZCI6IjExNzUiLCJMaW5lQ29sb3IiOm51bGwsIkxpbmVXZWlnaHQiOjAuMCwiTGluZVR5cGUiOjAsIlBhcmVudFN0eWxlIjpudWxsfSwiUGFyZW50U3R5bGUiOm51bGx9LCJEYXRlRm9ybWF0Ijp7IiRpZCI6IjExNzY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E3NyIsIkZvcm1hdCI6MCwiSXNWaXNpYmxlIjpmYWxzZSwiTGFzdEtub3duVmlzaWJpbGl0eVN0YXRlIjpmYWxzZX0sIklzVmlzaWJsZSI6dHJ1ZSwiUGFyZW50U3R5bGUiOm51bGx9LCJJbmRleCI6NiwiU21hcnREdXJhdGlvbkFjdGl2YXRlZCI6ZmFsc2UsIkRhdGVGb3JtYXQiOnsiJHJlZiI6IjExNzYifSwiV2Vla051bWJlcmluZyI6eyIkaWQiOiIxMTc4IiwiRm9ybWF0IjowLCJJc1Zpc2libGUiOmZhbHNlLCJMYXN0S25vd25WaXNpYmlsaXR5U3RhdGUiOmZhbHNlfSwiSWQiOiIwMjFiYzQ4MC01MTUxLTQzNjEtYTg0ZC1iNzJlYzAyMTIwZjgiLCJJbXBvcnRJZCI6bnVsbCwiVGl0bGUiOiJEUkYiLCJOb3RlIjpudWxsLCJIeXBlcmxpbmsiOnsiJGlkIjoiMTE3OSIsIkFkZHJlc3MiOm51bGwsIlN1YkFkZHJlc3MiOm51bGx9LCJJc0NoYW5nZWQiOmZhbHNlLCJJc05ldyI6ZmFsc2V9fSx7IiRpZCI6IjExODAiLCJfYXR0YWNoZWRNaWxlc3RvbmVzIjpbXSwiVGFza0RlZmluaXRpb24iOnsiJGlkIjoiMTE4MSIsIkdyb3VwTmFtZSI6bnVsbCwiU3RhcnREYXRlIjoiMjAyOS0xMC0wMVQwMDowMDowMFoiLCJFbmREYXRlIjoiMjAzMi0wNC0wMVQyMzo1OTowMFoiLCJQZXJjZW50YWdlQ29tcGxldGUiOm51bGwsIlN0eWxlIjp7IiRpZCI6IjExODIiLCJTaGFwZSI6MiwiU2hhcGVUaGlja25lc3MiOjAsIkR1cmF0aW9uRm9ybWF0IjowLCJJbmNsdWRlTm9uV29ya2luZ0RheXNJbkR1cmF0aW9uIjpmYWxzZSwiUGVyY2VudGFnZUNvbXBsZXRlU3R5bGUiOnsiJGlkIjoiMTE4MyIsIkZvbnRTZXR0aW5ncyI6eyIkaWQiOiIxMTg0IiwiRm9udFNpemUiOjEwLCJGb250TmFtZSI6IkNhbGlicmkiLCJJc0JvbGQiOmZhbHNlLCJJc0l0YWxpYyI6ZmFsc2UsIklzVW5kZXJsaW5lZCI6ZmFsc2UsIlBhcmVudFN0eWxlIjpudWxsfSwiQXV0b1NpemUiOjAsIkZvcmVncm91bmQiOnsiJHJlZiI6Ijc2In0sIk1heFdpZHRoIjoyMDAuMCwiTWF4SGVpZ2h0IjoiSW5maW5pdHkiLCJTbWFydEZvcmVncm91bmRJc0FjdGl2ZSI6ZmFsc2UsIkhvcml6b250YWxBbGlnbm1lbnQiOjAsIlZlcnRpY2FsQWxpZ25tZW50IjowLCJTbWFydEZvcmVncm91bmQiOm51bGwsIkJhY2tncm91bmRGaWxsVHlwZSI6MCwiTWFyZ2luIjp7IiRyZWYiOiI3OCJ9LCJQYWRkaW5nIjp7IiRyZWYiOiI3OSJ9LCJCYWNrZ3JvdW5kIjp7IiRyZWYiOiIyNzgifSwiSXNWaXNpYmxlIjp0cnVlLCJXaWR0aCI6MC4wLCJIZWlnaHQiOjAuMCwiQm9yZGVyU3R5bGUiOnsiJGlkIjoiMTE4NSIsIkxpbmVDb2xvciI6bnVsbCwiTGluZVdlaWdodCI6MC4wLCJMaW5lVHlwZSI6MCwiUGFyZW50U3R5bGUiOm51bGx9LCJQYXJlbnRTdHlsZSI6bnVsbH0sIkR1cmF0aW9uU3R5bGUiOnsiJGlkIjoiMTE4NiIsIkZvbnRTZXR0aW5ncyI6eyIkaWQiOiIxMTg3IiwiRm9udFNpemUiOjEwLCJGb250TmFtZSI6IkNhbGlicmkiLCJJc0JvbGQiOmZhbHNlLCJJc0l0YWxpYyI6ZmFsc2UsIklzVW5kZXJsaW5lZCI6ZmFsc2UsIlBhcmVudFN0eWxlIjpudWxsfSwiQXV0b1NpemUiOjAsIkZvcmVncm91bmQiOnsiJHJlZiI6Ijg1In0sIk1heFdpZHRoIjoyMDAuMCwiTWF4SGVpZ2h0IjoiSW5maW5pdHkiLCJTbWFydEZvcmVncm91bmRJc0FjdGl2ZSI6ZmFsc2UsIkhvcml6b250YWxBbGlnbm1lbnQiOjAsIlZlcnRpY2FsQWxpZ25tZW50IjowLCJTbWFydEZvcmVncm91bmQiOm51bGwsIkJhY2tncm91bmRGaWxsVHlwZSI6MCwiTWFyZ2luIjp7IiRyZWYiOiI4NyJ9LCJQYWRkaW5nIjp7IiRyZWYiOiI4OCJ9LCJCYWNrZ3JvdW5kIjp7IiRyZWYiOiI4OSJ9LCJJc1Zpc2libGUiOnRydWUsIldpZHRoIjowLjAsIkhlaWdodCI6MC4wLCJCb3JkZXJTdHlsZSI6eyIkaWQiOiIxMTg4IiwiTGluZUNvbG9yIjpudWxsLCJMaW5lV2VpZ2h0IjowLjAsIkxpbmVUeXBlIjowLCJQYXJlbnRTdHlsZSI6bnVsbH0sIlBhcmVudFN0eWxlIjpudWxsfSwiSG9yaXpvbnRhbENvbm5lY3RvclN0eWxlIjp7IiRpZCI6IjExODkiLCJMaW5lQ29sb3IiOnsiJHJlZiI6IjkzIn0sIkxpbmVXZWlnaHQiOjEuMCwiTGluZVR5cGUiOjAsIlBhcmVudFN0eWxlIjpudWxsfSwiVmVydGljYWxDb25uZWN0b3JTdHlsZSI6eyIkaWQiOiIxMTkwIiwiTGluZUNvbG9yIjp7IiRyZWYiOiI5Ni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TaGFwZVN0eWxlIjp7IiRpZCI6IjExOTEiLCJNYXJnaW4iOnsiJHJlZiI6Ijk5In0sIlBhZGRpbmciOnsiJHJlZiI6IjEwMCJ9LCJCYWNrZ3JvdW5kIjp7IiRpZCI6IjExOTIiLCJDb2xvciI6eyIkaWQiOiIxMTkzIiwiQSI6MjU1LCJSIjoyMzQsIkciOjIyLCJCIjozMH19LCJJc1Zpc2libGUiOnRydWUsIldpZHRoIjowLjAsIkhlaWdodCI6MTAuMCwiQm9yZGVyU3R5bGUiOnsiJGlkIjoiMTE5NCIsIkxpbmVDb2xvciI6eyIkaWQiOiIxMTk1IiwiJHR5cGUiOiJOTFJFLkNvbW1vbi5Eb20uU29saWRDb2xvckJydXNoLCBOTFJFLkNvbW1vbiIsIkNvbG9yIjp7IiRpZCI6IjExOTYiLCJBIjoyNTUsIlIiOjI1NSwiRyI6MCwiQiI6MH19LCJMaW5lV2VpZ2h0IjowLjAsIkxpbmVUeXBlIjowLCJQYXJlbnRTdHlsZSI6bnVsbH0sIlBhcmVudFN0eWxlIjpudWxsfSwiVGl0bGVTdHlsZSI6eyIkaWQiOiIxMTk3IiwiRm9udFNldHRpbmdzIjp7IiRpZCI6IjExOTgiLCJGb250U2l6ZSI6OCwiRm9udE5hbWUiOiJDYWxpYnJpIiwiSXNCb2xkIjp0cnVlLCJJc0l0YWxpYyI6ZmFsc2UsIklzVW5kZXJsaW5lZCI6ZmFsc2UsIlBhcmVudFN0eWxlIjpudWxsfSwiQXV0b1NpemUiOjIsIkZvcmVncm91bmQiOnsiJGlkIjoiMTE5OSIsIkNvbG9yIjp7IiRpZCI6IjEyMDAiLCJBIjoyNTUsIlIiOjI1NSwiRyI6MjU1LCJCIjoyNTV9fSwiTWF4V2lkdGgiOjQ3LjAsIk1heEhlaWdodCI6IkluZmluaXR5IiwiU21hcnRGb3JlZ3JvdW5kSXNBY3RpdmUiOmZhbHNlLCJIb3Jpem9udGFsQWxpZ25tZW50IjoxLCJWZXJ0aWNhbEFsaWdubWVudCI6MCwiU21hcnRGb3JlZ3JvdW5kIjpudWxsLCJCYWNrZ3JvdW5kRmlsbFR5cGUiOjAsIk1hcmdpbiI6eyIkcmVmIjoiMTEwIn0sIlBhZGRpbmciOnsiJHJlZiI6IjExMSJ9LCJCYWNrZ3JvdW5kIjp7IiRpZCI6IjEyMDEiLCJDb2xvciI6eyIkaWQiOiIxMjAyIiwiQSI6MCwiUiI6MjU1LCJHIjoyNTUsIkIiOjI1NX19LCJJc1Zpc2libGUiOnRydWUsIldpZHRoIjowLjAsIkhlaWdodCI6MC4wLCJCb3JkZXJTdHlsZSI6eyIkaWQiOiIxMjAzIiwiTGluZUNvbG9yIjpudWxsLCJMaW5lV2VpZ2h0IjowLjAsIkxpbmVUeXBlIjowLCJQYXJlbnRTdHlsZSI6bnVsbH0sIlBhcmVudFN0eWxlIjpudWxsfSwiRGF0ZVN0eWxlIjp7IiRpZCI6IjEyMDQiLCJGb250U2V0dGluZ3MiOnsiJGlkIjoiMTIwNSIsIkZvbnRTaXplIjoxMCwiRm9udE5hbWUiOiJDYWxpYnJpIiwiSXNCb2xkIjpmYWxzZSwiSXNJdGFsaWMiOmZhbHNlLCJJc1VuZGVybGluZWQiOmZhbHNlLCJQYXJlbnRTdHlsZSI6bnVsbH0sIkF1dG9TaXplIjowLCJGb3JlZ3JvdW5kIjp7IiRpZCI6IjEyMDYiLCJDb2xvciI6eyIkaWQiOiIxMjA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E5In0sIlBhZGRpbmciOnsiJHJlZiI6IjEyMCJ9LCJCYWNrZ3JvdW5kIjp7IiRpZCI6IjEyMDgiLCJDb2xvciI6eyIkaWQiOiIxMjA5IiwiQSI6MCwiUiI6MjU1LCJHIjoyNTUsIkIiOjI1NX19LCJJc1Zpc2libGUiOnRydWUsIldpZHRoIjowLjAsIkhlaWdodCI6MC4wLCJCb3JkZXJTdHlsZSI6eyIkaWQiOiIxMjEwIiwiTGluZUNvbG9yIjpudWxsLCJMaW5lV2VpZ2h0IjowLjAsIkxpbmVUeXBlIjowLCJQYXJlbnRTdHlsZSI6bnVsbH0sIlBhcmVudFN0eWxlIjpudWxsfSwiRGF0ZUZvcm1hdCI6eyIkaWQiOiIxMjEx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MTIiLCJGb3JtYXQiOjAsIklzVmlzaWJsZSI6ZmFsc2UsIkxhc3RLbm93blZpc2liaWxpdHlTdGF0ZSI6ZmFsc2V9LCJJc1Zpc2libGUiOnRydWUsIlBhcmVudFN0eWxlIjpudWxsfSwiSW5kZXgiOjcsIlNtYXJ0RHVyYXRpb25BY3RpdmF0ZWQiOmZhbHNlLCJEYXRlRm9ybWF0Ijp7IiRyZWYiOiIxMjExIn0sIldlZWtOdW1iZXJpbmciOnsiJGlkIjoiMTIxMyIsIkZvcm1hdCI6MCwiSXNWaXNpYmxlIjpmYWxzZSwiTGFzdEtub3duVmlzaWJpbGl0eVN0YXRlIjpmYWxzZX0sIklkIjoiN2M0NzlmMzgtNDRmNy00OGY2LThjODQtMjViMGUxNzUwMWZhIiwiSW1wb3J0SWQiOm51bGwsIlRpdGxlIjoiUGggSUlJIHByb2dyYW0iLCJOb3RlIjpudWxsLCJIeXBlcmxpbmsiOnsiJGlkIjoiMTIxNCIsIkFkZHJlc3MiOm51bGwsIlN1YkFkZHJlc3MiOm51bGx9LCJJc0NoYW5nZWQiOmZhbHNlLCJJc05ldyI6ZmFsc2V9fV0sIl9taWxlc3RvbmVzIjpbeyIkaWQiOiIxMjE1IiwiSWQiOiJmOGRlZGI4OC01YWYyLTRmZGItYjYyOS0zMjczNjg4NjM3NmMiLCJJbmRleCI6MSwiR3JvdXBJZCI6bnVsbCwiVGl0bGUiOiJwcmUtSU5EIiwiRGF0ZVRpbWUiOiIyMDI2LTA3LTE1VDIzOjU5OjAwIiwiUGVyY2VudGFnZUNvbXBsZXRlIjpudWxsLCJOb3RlIjpudWxsLCJTdHlsZSI6eyIkaWQiOiIxMjE2IiwiVGl0bGVQb3NpdGlvbiI6IkxlZnQiLCJEYXRlUG9zaXRpb24iOiJMZWZ0IiwiU2hhcGVUeXBlIjoxLCJTaGFwZVNpemUiOjAsIlNwYWNpbmciOjUsIlNoYXBlU3R5bGUiOnsiJGlkIjoiMTIxNyIsIk1hcmdpbiI6eyIkcmVmIjoiMTgxIn0sIlBhZGRpbmciOnsiJHJlZiI6IjE4MiJ9LCJCYWNrZ3JvdW5kIjp7IiRpZCI6IjEyMTgiLCJDb2xvciI6eyIkaWQiOiIxMjE5IiwiQSI6MjU1LCJSIjoyNTUsIkciOjE5MiwiQiI6MH19LCJJc1Zpc2libGUiOnRydWUsIldpZHRoIjoxMi4wLCJIZWlnaHQiOjE0LjAsIkJvcmRlclN0eWxlIjp7IiRpZCI6IjEyMjAiLCJMaW5lQ29sb3IiOnsiJGlkIjoiMTIyMSIsIiR0eXBlIjoiTkxSRS5Db21tb24uRG9tLlNvbGlkQ29sb3JCcnVzaCwgTkxSRS5Db21tb24iLCJDb2xvciI6eyIkaWQiOiIxMjIyIiwiQSI6MjU1LCJSIjoyNTUsIkciOjAsIkIiOjB9fSwiTGluZVdlaWdodCI6MC4wLCJMaW5lVHlwZSI6MCwiUGFyZW50U3R5bGUiOm51bGx9LCJQYXJlbnRTdHlsZSI6bnVsbH0sIlRpdGxlU3R5bGUiOnsiJGlkIjoiMTIyMyIsIkZvbnRTZXR0aW5ncyI6eyIkaWQiOiIxMjI0IiwiRm9udFNpemUiOjgsIkZvbnROYW1lIjoiQ2FsaWJyaSIsIklzQm9sZCI6dHJ1ZSwiSXNJdGFsaWMiOmZhbHNlLCJJc1VuZGVybGluZWQiOmZhbHNlLCJQYXJlbnRTdHlsZSI6bnVsbH0sIkF1dG9TaXplIjowLCJGb3JlZ3JvdW5kIjp7IiRpZCI6IjEyMjUiLCJDb2xvciI6eyIkaWQiOiIxMjI2IiwiQSI6MjU1LCJSIjowLCJHIjowLCJCIjowfX0sIk1heFdpZHRoIjoyMDAuMCwiTWF4SGVpZ2h0IjoiSW5maW5pdHkiLCJTbWFydEZvcmVncm91bmRJc0FjdGl2ZSI6ZmFsc2UsIkhvcml6b250YWxBbGlnbm1lbnQiOjIsIlZlcnRpY2FsQWxpZ25tZW50IjowLCJTbWFydEZvcmVncm91bmQiOm51bGwsIkJhY2tncm91bmRGaWxsVHlwZSI6MCwiTWFyZ2luIjp7IiRyZWYiOiIxOTIifSwiUGFkZGluZyI6eyIkcmVmIjoiMTkzIn0sIkJhY2tncm91bmQiOnsiJGlkIjoiMTIyNyIsIkNvbG9yIjp7IiRpZCI6IjEyMjgiLCJBIjowLCJSIjoyNTUsIkciOjI1NSwiQiI6MjU1fX0sIklzVmlzaWJsZSI6dHJ1ZSwiV2lkdGgiOjAuMCwiSGVpZ2h0IjowLjAsIkJvcmRlclN0eWxlIjpudWxsLCJQYXJlbnRTdHlsZSI6bnVsbH0sIkRhdGVTdHlsZSI6eyIkaWQiOiIxMjI5IiwiRm9udFNldHRpbmdzIjp7IiRpZCI6IjEyMzAiLCJGb250U2l6ZSI6MTAsIkZvbnROYW1lIjoiQ2FsaWJyaSIsIklzQm9sZCI6ZmFsc2UsIklzSXRhbGljIjpmYWxzZSwiSXNVbmRlcmxpbmVkIjpmYWxzZSwiUGFyZW50U3R5bGUiOm51bGx9LCJBdXRvU2l6ZSI6MCwiRm9yZWdyb3VuZCI6eyIkaWQiOiIxMjMxIiwiQ29sb3IiOnsiJGlkIjoiMTIzMi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wMCJ9LCJQYWRkaW5nIjp7IiRyZWYiOiIyMDEifSwiQmFja2dyb3VuZCI6eyIkaWQiOiIxMjMzIiwiQ29sb3IiOnsiJGlkIjoiMTIzNCIsIkEiOjAsIlIiOjI1NSwiRyI6MjU1LCJCIjoyNTV9fSwiSXNWaXNpYmxlIjpmYWxzZSwiV2lkdGgiOjAuMCwiSGVpZ2h0IjowLjAsIkJvcmRlclN0eWxlIjpudWxsLCJQYXJlbnRTdHlsZSI6bnVsbH0sIkRhdGVGb3JtYXQiOnsiJGlkIjoiMTIz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jM2IiwiRm9ybWF0IjowLCJJc1Zpc2libGUiOmZhbHNlLCJMYXN0S25vd25WaXNpYmlsaXR5U3RhdGUiOmZhbHNlfSwiSXNWaXNpYmxlIjp0cnVlLCJQYXJlbnRTdHlsZSI6bnVsbH0sIkh5cGVybGluayI6bnVsbCwiSW1wb3J0SWQiOiIifSx7IiRpZCI6IjEyMzciLCJJZCI6ImY1MmY2MmJlLTg5YmItNDU5Mi1hZTkzLTcyY2FmNjI0YjllOSIsIkluZGV4IjoyLCJHcm91cElkIjpudWxsLCJUaXRsZSI6Ik5EQSIsIkRhdGVUaW1lIjoiMjAzMi0wNS0zMVQyMzo1OTowMCIsIlBlcmNlbnRhZ2VDb21wbGV0ZSI6bnVsbCwiTm90ZSI6bnVsbCwiU3R5bGUiOnsiJGlkIjoiMTIzOCIsIlRpdGxlUG9zaXRpb24iOiJSaWdodCIsIkRhdGVQb3NpdGlvbiI6IkxlZnQiLCJTaGFwZVR5cGUiOjEzLCJTaGFwZVNpemUiOjAsIlNwYWNpbmciOjUsIlNoYXBlU3R5bGUiOnsiJGlkIjoiMTIzOSIsIk1hcmdpbiI6eyIkcmVmIjoiMTgxIn0sIlBhZGRpbmciOnsiJHJlZiI6IjE4MiJ9LCJCYWNrZ3JvdW5kIjp7IiRpZCI6IjEyNDAiLCJDb2xvciI6eyIkaWQiOiIxMjQxIiwiQSI6MjU1LCJSIjoyNTUsIkciOjE5MiwiQiI6MH19LCJJc1Zpc2libGUiOnRydWUsIldpZHRoIjoxMi4wLCJIZWlnaHQiOjE0LjAsIkJvcmRlclN0eWxlIjp7IiRpZCI6IjEyNDIiLCJMaW5lQ29sb3IiOnsiJGlkIjoiMTI0MyIsIiR0eXBlIjoiTkxSRS5Db21tb24uRG9tLlNvbGlkQ29sb3JCcnVzaCwgTkxSRS5Db21tb24iLCJDb2xvciI6eyIkaWQiOiIxMjQ0IiwiQSI6MjU1LCJSIjoyNTUsIkciOjAsIkIiOjB9fSwiTGluZVdlaWdodCI6MC4wLCJMaW5lVHlwZSI6MCwiUGFyZW50U3R5bGUiOm51bGx9LCJQYXJlbnRTdHlsZSI6bnVsbH0sIlRpdGxlU3R5bGUiOnsiJGlkIjoiMTI0NSIsIkZvbnRTZXR0aW5ncyI6eyIkaWQiOiIxMjQ2IiwiRm9udFNpemUiOjgsIkZvbnROYW1lIjoiQ2FsaWJyaSIsIklzQm9sZCI6dHJ1ZSwiSXNJdGFsaWMiOmZhbHNlLCJJc1VuZGVybGluZWQiOmZhbHNlLCJQYXJlbnRTdHlsZSI6bnVsbH0sIkF1dG9TaXplIjowLCJGb3JlZ3JvdW5kIjp7IiRpZCI6IjEyNDciLCJDb2xvciI6eyIkaWQiOiIxMjQ4IiwiQSI6MjU1LCJSIjowLCJHIjowLCJCIjowfX0sIk1heFdpZHRoIjoyMDAuMCwiTWF4SGVpZ2h0IjoiSW5maW5pdHkiLCJTbWFydEZvcmVncm91bmRJc0FjdGl2ZSI6ZmFsc2UsIkhvcml6b250YWxBbGlnbm1lbnQiOjAsIlZlcnRpY2FsQWxpZ25tZW50IjowLCJTbWFydEZvcmVncm91bmQiOm51bGwsIkJhY2tncm91bmRGaWxsVHlwZSI6MCwiTWFyZ2luIjp7IiRyZWYiOiIxOTIifSwiUGFkZGluZyI6eyIkcmVmIjoiMTkzIn0sIkJhY2tncm91bmQiOnsiJGlkIjoiMTI0OSIsIkNvbG9yIjp7IiRpZCI6IjEyNTAiLCJBIjowLCJSIjoyNTUsIkciOjI1NSwiQiI6MjU1fX0sIklzVmlzaWJsZSI6dHJ1ZSwiV2lkdGgiOjAuMCwiSGVpZ2h0IjowLjAsIkJvcmRlclN0eWxlIjpudWxsLCJQYXJlbnRTdHlsZSI6bnVsbH0sIkRhdGVTdHlsZSI6eyIkaWQiOiIxMjUxIiwiRm9udFNldHRpbmdzIjp7IiRpZCI6IjEyNTIiLCJGb250U2l6ZSI6MTAsIkZvbnROYW1lIjoiQ2FsaWJyaSIsIklzQm9sZCI6ZmFsc2UsIklzSXRhbGljIjpmYWxzZSwiSXNVbmRlcmxpbmVkIjpmYWxzZSwiUGFyZW50U3R5bGUiOm51bGx9LCJBdXRvU2l6ZSI6MCwiRm9yZWdyb3VuZCI6eyIkaWQiOiIxMjUzIiwiQ29sb3IiOnsiJGlkIjoiMTI1N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wMCJ9LCJQYWRkaW5nIjp7IiRyZWYiOiIyMDEifSwiQmFja2dyb3VuZCI6eyIkaWQiOiIxMjU1IiwiQ29sb3IiOnsiJGlkIjoiMTI1NiIsIkEiOjAsIlIiOjI1NSwiRyI6MjU1LCJCIjoyNTV9fSwiSXNWaXNpYmxlIjpmYWxzZSwiV2lkdGgiOjAuMCwiSGVpZ2h0IjowLjAsIkJvcmRlclN0eWxlIjpudWxsLCJQYXJlbnRTdHlsZSI6bnVsbH0sIkRhdGVGb3JtYXQiOnsiJGlkIjoiMTI1Ny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jU4IiwiRm9ybWF0IjowLCJJc1Zpc2libGUiOmZhbHNlLCJMYXN0S25vd25WaXNpYmlsaXR5U3RhdGUiOmZhbHNlfSwiSXNWaXNpYmxlIjp0cnVlLCJQYXJlbnRTdHlsZSI6bnVsbH0sIkh5cGVybGluayI6bnVsbCwiSW1wb3J0SWQiOiIifSx7IiRpZCI6IjEyNTkiLCJJZCI6ImVmZmExNTVkLTA1NmMtNGI5Yi05ZjFjLThmNjM5MzE2Y2RmMyIsIkluZGV4Ijo4LCJHcm91cElkIjpudWxsLCJUaXRsZSI6Im5pU29EIiwiRGF0ZVRpbWUiOiIyMDI0LTAyLTIwVDIzOjU5OjAwIiwiUGVyY2VudGFnZUNvbXBsZXRlIjpudWxsLCJOb3RlIjpudWxsLCJTdHlsZSI6eyIkaWQiOiIxMjYwIiwiVGl0bGVQb3NpdGlvbiI6IlJpZ2h0IiwiRGF0ZVBvc2l0aW9uIjoiTGVmdCIsIlNoYXBlVHlwZSI6MiwiU2hhcGVTaXplIjowLCJTcGFjaW5nIjo1LCJTaGFwZVN0eWxlIjp7IiRpZCI6IjEyNjEiLCJNYXJnaW4iOnsiJHJlZiI6IjE4MSJ9LCJQYWRkaW5nIjp7IiRyZWYiOiIxODIifSwiQmFja2dyb3VuZCI6eyIkaWQiOiIxMjYyIiwiQ29sb3IiOnsiJGlkIjoiMTI2MyIsIkEiOjI1NSwiUiI6MjU1LCJHIjoxOTIsIkIiOjB9fSwiSXNWaXNpYmxlIjp0cnVlLCJXaWR0aCI6OC4wLCJIZWlnaHQiOjguMCwiQm9yZGVyU3R5bGUiOnsiJGlkIjoiMTI2NCIsIkxpbmVDb2xvciI6eyIkaWQiOiIxMjY1IiwiJHR5cGUiOiJOTFJFLkNvbW1vbi5Eb20uU29saWRDb2xvckJydXNoLCBOTFJFLkNvbW1vbiIsIkNvbG9yIjp7IiRpZCI6IjEyNjYiLCJBIjoyNTUsIlIiOjI1NSwiRyI6MCwiQiI6MH19LCJMaW5lV2VpZ2h0IjowLjAsIkxpbmVUeXBlIjowLCJQYXJlbnRTdHlsZSI6bnVsbH0sIlBhcmVudFN0eWxlIjpudWxsfSwiVGl0bGVTdHlsZSI6eyIkaWQiOiIxMjY3IiwiRm9udFNldHRpbmdzIjp7IiRpZCI6IjEyNjgiLCJGb250U2l6ZSI6OCwiRm9udE5hbWUiOiJDYWxpYnJpIiwiSXNCb2xkIjp0cnVlLCJJc0l0YWxpYyI6ZmFsc2UsIklzVW5kZXJsaW5lZCI6ZmFsc2UsIlBhcmVudFN0eWxlIjpudWxsfSwiQXV0b1NpemUiOjAsIkZvcmVncm91bmQiOnsiJGlkIjoiMTI2OSIsIkNvbG9yIjp7IiRpZCI6IjEyNzAiLCJBIjoyNTUsIlIiOjAsIkciOjAsIkIiOjB9fSwiTWF4V2lkdGgiOjIwMC4wLCJNYXhIZWlnaHQiOiJJbmZpbml0eSIsIlNtYXJ0Rm9yZWdyb3VuZElzQWN0aXZlIjpmYWxzZSwiSG9yaXpvbnRhbEFsaWdubWVudCI6MCwiVmVydGljYWxBbGlnbm1lbnQiOjAsIlNtYXJ0Rm9yZWdyb3VuZCI6bnVsbCwiQmFja2dyb3VuZEZpbGxUeXBlIjowLCJNYXJnaW4iOnsiJHJlZiI6IjE5MiJ9LCJQYWRkaW5nIjp7IiRyZWYiOiIxOTMifSwiQmFja2dyb3VuZCI6eyIkaWQiOiIxMjcxIiwiQ29sb3IiOnsiJGlkIjoiMTI3MiIsIkEiOjAsIlIiOjI1NSwiRyI6MjU1LCJCIjoyNTV9fSwiSXNWaXNpYmxlIjp0cnVlLCJXaWR0aCI6MC4wLCJIZWlnaHQiOjAuMCwiQm9yZGVyU3R5bGUiOm51bGwsIlBhcmVudFN0eWxlIjpudWxsfSwiRGF0ZVN0eWxlIjp7IiRpZCI6IjEyNzMiLCJGb250U2V0dGluZ3MiOnsiJGlkIjoiMTI3NCIsIkZvbnRTaXplIjoxMCwiRm9udE5hbWUiOiJDYWxpYnJpIiwiSXNCb2xkIjpmYWxzZSwiSXNJdGFsaWMiOmZhbHNlLCJJc1VuZGVybGluZWQiOmZhbHNlLCJQYXJlbnRTdHlsZSI6bnVsbH0sIkF1dG9TaXplIjowLCJGb3JlZ3JvdW5kIjp7IiRpZCI6IjEyNzUiLCJDb2xvciI6eyIkaWQiOiIxMjc2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cmVmIjoiMjAwIn0sIlBhZGRpbmciOnsiJHJlZiI6IjIwMSJ9LCJCYWNrZ3JvdW5kIjp7IiRpZCI6IjEyNzciLCJDb2xvciI6eyIkaWQiOiIxMjc4IiwiQSI6MCwiUiI6MjU1LCJHIjoyNTUsIkIiOjI1NX19LCJJc1Zpc2libGUiOmZhbHNlLCJXaWR0aCI6MC4wLCJIZWlnaHQiOjAuMCwiQm9yZGVyU3R5bGUiOm51bGwsIlBhcmVudFN0eWxlIjpudWxsfSwiRGF0ZUZvcm1hdCI6eyIkaWQiOiIxMjc5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yODAiLCJGb3JtYXQiOjAsIklzVmlzaWJsZSI6ZmFsc2UsIkxhc3RLbm93blZpc2liaWxpdHlTdGF0ZSI6ZmFsc2V9LCJJc1Zpc2libGUiOnRydWUsIlBhcmVudFN0eWxlIjpudWxsfSwiSHlwZXJsaW5rIjpudWxsLCJJbXBvcnRJZCI6IiJ9LHsiJGlkIjoiMTI4MSIsIklkIjoiYjkwYzM5ZDgtMzM4YS00NTZmLTliYTctNWU4Nzg3MGFhZjAyIiwiSW5kZXgiOjMsIkdyb3VwSWQiOm51bGwsIlRpdGxlIjoiUG9DQyIsIkRhdGVUaW1lIjoiMjAyOC0xMS0xMVQyMzo1OTowMCIsIlBlcmNlbnRhZ2VDb21wbGV0ZSI6bnVsbCwiTm90ZSI6bnVsbCwiU3R5bGUiOnsiJGlkIjoiMTI4MiIsIlRpdGxlUG9zaXRpb24iOiJSaWdodCIsIkRhdGVQb3NpdGlvbiI6IkxlZnQiLCJTaGFwZVR5cGUiOjEzLCJTaGFwZVNpemUiOjAsIlNwYWNpbmciOjUsIlNoYXBlU3R5bGUiOnsiJGlkIjoiMTI4MyIsIk1hcmdpbiI6eyIkcmVmIjoiMTgxIn0sIlBhZGRpbmciOnsiJHJlZiI6IjE4MiJ9LCJCYWNrZ3JvdW5kIjp7IiRpZCI6IjEyODQiLCJDb2xvciI6eyIkaWQiOiIxMjg1IiwiQSI6MjU1LCJSIjoyNTUsIkciOjE5MiwiQiI6MH19LCJJc1Zpc2libGUiOnRydWUsIldpZHRoIjoxMi4wLCJIZWlnaHQiOjE0LjAsIkJvcmRlclN0eWxlIjp7IiRpZCI6IjEyODYiLCJMaW5lQ29sb3IiOnsiJGlkIjoiMTI4NyIsIiR0eXBlIjoiTkxSRS5Db21tb24uRG9tLlNvbGlkQ29sb3JCcnVzaCwgTkxSRS5Db21tb24iLCJDb2xvciI6eyIkaWQiOiIxMjg4IiwiQSI6MjU1LCJSIjoyNTUsIkciOjAsIkIiOjB9fSwiTGluZVdlaWdodCI6MC4wLCJMaW5lVHlwZSI6MCwiUGFyZW50U3R5bGUiOm51bGx9LCJQYXJlbnRTdHlsZSI6bnVsbH0sIlRpdGxlU3R5bGUiOnsiJGlkIjoiMTI4OSIsIkZvbnRTZXR0aW5ncyI6eyIkaWQiOiIxMjkwIiwiRm9udFNpemUiOjgsIkZvbnROYW1lIjoiQ2FsaWJyaSIsIklzQm9sZCI6dHJ1ZSwiSXNJdGFsaWMiOmZhbHNlLCJJc1VuZGVybGluZWQiOmZhbHNlLCJQYXJlbnRTdHlsZSI6bnVsbH0sIkF1dG9TaXplIjowLCJGb3JlZ3JvdW5kIjp7IiRpZCI6IjEyOTEiLCJDb2xvciI6eyIkaWQiOiIxMjkyIiwiQSI6MjU1LCJSIjowLCJHIjowLCJCIjowfX0sIk1heFdpZHRoIjoyMDAuMCwiTWF4SGVpZ2h0IjoiSW5maW5pdHkiLCJTbWFydEZvcmVncm91bmRJc0FjdGl2ZSI6ZmFsc2UsIkhvcml6b250YWxBbGlnbm1lbnQiOjAsIlZlcnRpY2FsQWxpZ25tZW50IjowLCJTbWFydEZvcmVncm91bmQiOm51bGwsIkJhY2tncm91bmRGaWxsVHlwZSI6MCwiTWFyZ2luIjp7IiRyZWYiOiIxOTIifSwiUGFkZGluZyI6eyIkcmVmIjoiMTkzIn0sIkJhY2tncm91bmQiOnsiJGlkIjoiMTI5MyIsIkNvbG9yIjp7IiRpZCI6IjEyOTQiLCJBIjowLCJSIjoyNTUsIkciOjI1NSwiQiI6MjU1fX0sIklzVmlzaWJsZSI6dHJ1ZSwiV2lkdGgiOjAuMCwiSGVpZ2h0IjowLjAsIkJvcmRlclN0eWxlIjpudWxsLCJQYXJlbnRTdHlsZSI6bnVsbH0sIkRhdGVTdHlsZSI6eyIkaWQiOiIxMjk1IiwiRm9udFNldHRpbmdzIjp7IiRpZCI6IjEyOTYiLCJGb250U2l6ZSI6MTAsIkZvbnROYW1lIjoiQ2FsaWJyaSIsIklzQm9sZCI6ZmFsc2UsIklzSXRhbGljIjpmYWxzZSwiSXNVbmRlcmxpbmVkIjpmYWxzZSwiUGFyZW50U3R5bGUiOm51bGx9LCJBdXRvU2l6ZSI6MCwiRm9yZWdyb3VuZCI6eyIkaWQiOiIxMjk3IiwiQ29sb3IiOnsiJGlkIjoiMTI5OC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wMCJ9LCJQYWRkaW5nIjp7IiRyZWYiOiIyMDEifSwiQmFja2dyb3VuZCI6eyIkaWQiOiIxMjk5IiwiQ29sb3IiOnsiJGlkIjoiMTMwMCIsIkEiOjAsIlIiOjI1NSwiRyI6MjU1LCJCIjoyNTV9fSwiSXNWaXNpYmxlIjpmYWxzZSwiV2lkdGgiOjAuMCwiSGVpZ2h0IjowLjAsIkJvcmRlclN0eWxlIjpudWxsLCJQYXJlbnRTdHlsZSI6bnVsbH0sIkRhdGVGb3JtYXQiOnsiJGlkIjoiMTMwM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AyIiwiRm9ybWF0IjowLCJJc1Zpc2libGUiOmZhbHNlLCJMYXN0S25vd25WaXNpYmlsaXR5U3RhdGUiOmZhbHNlfSwiSXNWaXNpYmxlIjp0cnVlLCJQYXJlbnRTdHlsZSI6bnVsbH0sIkh5cGVybGluayI6bnVsbCwiSW1wb3J0SWQiOiIifSx7IiRpZCI6IjEzMDMiLCJJZCI6ImRkMmM3NzkzLTRjYjgtNDk3Ni05YTE5LTY0NjkyY2YyNzQ2ZiIsIkluZGV4Ijo0LCJHcm91cElkIjpudWxsLCJUaXRsZSI6IkFwcHJvdmFsIFVTIiwiRGF0ZVRpbWUiOiIyMDMzLTA1LTMxVDIzOjU5OjAwIiwiUGVyY2VudGFnZUNvbXBsZXRlIjpudWxsLCJOb3RlIjpudWxsLCJTdHlsZSI6eyIkaWQiOiIxMzA0IiwiVGl0bGVQb3NpdGlvbiI6IlJpZ2h0IiwiRGF0ZVBvc2l0aW9uIjoiTGVmdCIsIlNoYXBlVHlwZSI6MTMsIlNoYXBlU2l6ZSI6MCwiU3BhY2luZyI6NSwiU2hhcGVTdHlsZSI6eyIkaWQiOiIxMzA1IiwiTWFyZ2luIjp7IiRyZWYiOiIxODEifSwiUGFkZGluZyI6eyIkcmVmIjoiMTgyIn0sIkJhY2tncm91bmQiOnsiJGlkIjoiMTMwNiIsIkNvbG9yIjp7IiRpZCI6IjEzMDciLCJBIjoyNTUsIlIiOjI1NSwiRyI6MTkyLCJCIjowfX0sIklzVmlzaWJsZSI6dHJ1ZSwiV2lkdGgiOjEyLjAsIkhlaWdodCI6MTQuMCwiQm9yZGVyU3R5bGUiOnsiJGlkIjoiMTMwOCIsIkxpbmVDb2xvciI6eyIkaWQiOiIxMzA5IiwiJHR5cGUiOiJOTFJFLkNvbW1vbi5Eb20uU29saWRDb2xvckJydXNoLCBOTFJFLkNvbW1vbiIsIkNvbG9yIjp7IiRpZCI6IjEzMTAiLCJBIjoyNTUsIlIiOjI1NSwiRyI6MCwiQiI6MH19LCJMaW5lV2VpZ2h0IjowLjAsIkxpbmVUeXBlIjowLCJQYXJlbnRTdHlsZSI6bnVsbH0sIlBhcmVudFN0eWxlIjpudWxsfSwiVGl0bGVTdHlsZSI6eyIkaWQiOiIxMzExIiwiRm9udFNldHRpbmdzIjp7IiRpZCI6IjEzMTIiLCJGb250U2l6ZSI6OCwiRm9udE5hbWUiOiJDYWxpYnJpIiwiSXNCb2xkIjp0cnVlLCJJc0l0YWxpYyI6ZmFsc2UsIklzVW5kZXJsaW5lZCI6ZmFsc2UsIlBhcmVudFN0eWxlIjpudWxsfSwiQXV0b1NpemUiOjAsIkZvcmVncm91bmQiOnsiJGlkIjoiMTMxMyIsIkNvbG9yIjp7IiRpZCI6IjEzMTQiLCJBIjoyNTUsIlIiOjAsIkciOjAsIkIiOjB9fSwiTWF4V2lkdGgiOjIwMC4wLCJNYXhIZWlnaHQiOiJJbmZpbml0eSIsIlNtYXJ0Rm9yZWdyb3VuZElzQWN0aXZlIjpmYWxzZSwiSG9yaXpvbnRhbEFsaWdubWVudCI6MCwiVmVydGljYWxBbGlnbm1lbnQiOjAsIlNtYXJ0Rm9yZWdyb3VuZCI6bnVsbCwiQmFja2dyb3VuZEZpbGxUeXBlIjowLCJNYXJnaW4iOnsiJHJlZiI6IjE5MiJ9LCJQYWRkaW5nIjp7IiRyZWYiOiIxOTMifSwiQmFja2dyb3VuZCI6eyIkaWQiOiIxMzE1IiwiQ29sb3IiOnsiJGlkIjoiMTMxNiIsIkEiOjAsIlIiOjI1NSwiRyI6MjU1LCJCIjoyNTV9fSwiSXNWaXNpYmxlIjp0cnVlLCJXaWR0aCI6MC4wLCJIZWlnaHQiOjAuMCwiQm9yZGVyU3R5bGUiOm51bGwsIlBhcmVudFN0eWxlIjpudWxsfSwiRGF0ZVN0eWxlIjp7IiRpZCI6IjEzMTciLCJGb250U2V0dGluZ3MiOnsiJGlkIjoiMTMxOCIsIkZvbnRTaXplIjoxMCwiRm9udE5hbWUiOiJDYWxpYnJpIiwiSXNCb2xkIjpmYWxzZSwiSXNJdGFsaWMiOmZhbHNlLCJJc1VuZGVybGluZWQiOmZhbHNlLCJQYXJlbnRTdHlsZSI6bnVsbH0sIkF1dG9TaXplIjowLCJGb3JlZ3JvdW5kIjp7IiRpZCI6IjEzMTkiLCJDb2xvciI6eyIkaWQiOiIxMzIw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cmVmIjoiMjAwIn0sIlBhZGRpbmciOnsiJHJlZiI6IjIwMSJ9LCJCYWNrZ3JvdW5kIjp7IiRpZCI6IjEzMjEiLCJDb2xvciI6eyIkaWQiOiIxMzIyIiwiQSI6MCwiUiI6MjU1LCJHIjoyNTUsIkIiOjI1NX19LCJJc1Zpc2libGUiOmZhbHNlLCJXaWR0aCI6MC4wLCJIZWlnaHQiOjAuMCwiQm9yZGVyU3R5bGUiOm51bGwsIlBhcmVudFN0eWxlIjpudWxsfSwiRGF0ZUZvcm1hdCI6eyIkaWQiOiIxMzIz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zMjQiLCJGb3JtYXQiOjAsIklzVmlzaWJsZSI6ZmFsc2UsIkxhc3RLbm93blZpc2liaWxpdHlTdGF0ZSI6ZmFsc2V9LCJJc1Zpc2libGUiOnRydWUsIlBhcmVudFN0eWxlIjpudWxsfSwiSHlwZXJsaW5rIjpudWxsLCJJbXBvcnRJZCI6IiJ9XSwiSWQiOiIxYjkwOWFiOS0wMWRjLTRmNWUtODVlZS0zZWE5ZTBiNTVlMDMiLCJJc1NpbmdsZUl0ZW1Sb3ciOmZhbHNlfV0sIkluZGV4IjozNywiSWQiOiIzNTU5M2FmNi1mMDJlLTQ1ZWQtYWM3MS0xOTQ5MGUwY2NlNTQiLCJIZWFkZXJUZXh0IjoiUFRTRCIsIklzRGVmYXVsdCI6ZmFsc2UsIlN0eWxlIjp7IiRpZCI6IjEzMjUiLCJIZWFkZXJTdHlsZSI6eyIkaWQiOiIxMzI2IiwiVGV4dFN0eWxlIjp7IiRpZCI6IjEzMjciLCJGb250U2V0dGluZ3MiOnsiJGlkIjoiMTMyOCIsIkZvbnRTaXplIjoxMSwiRm9udE5hbWUiOiJDYWxpYnJpIiwiSXNCb2xkIjpmYWxzZSwiSXNJdGFsaWMiOmZhbHNlLCJJc1VuZGVybGluZWQiOmZhbHNlLCJQYXJlbnRTdHlsZSI6bnVsbH0sIkF1dG9TaXplIjoyLCJGb3JlZ3JvdW5kIjp7IiRpZCI6IjEzMjkiLCJDb2xvciI6eyIkaWQiOiIxMzMwIiwiQSI6MjU1LCJSIjowLCJHIjowLCJCIjowfX0sIk1heFdpZHRoIjo1My43NDY2NjY2NjY2NjY2NywiTWF4SGVpZ2h0IjoiSW5maW5pdHkiLCJTbWFydEZvcmVncm91bmRJc0FjdGl2ZSI6ZmFsc2UsIkhvcml6b250YWxBbGlnbm1lbnQiOjAsIlZlcnRpY2FsQWxpZ25tZW50IjowLCJTbWFydEZvcmVncm91bmQiOm51bGwsIkJhY2tncm91bmRGaWxsVHlwZSI6MCwiTWFyZ2luIjp7IiRpZCI6IjEzMzEiLCJUb3AiOjAuMCwiTGVmdCI6MC4wLCJSaWdodCI6MC4wLCJCb3R0b20iOjAuMH0sIlBhZGRpbmciOnsiJGlkIjoiMTMzMiIsIlRvcCI6MC4wLCJMZWZ0IjowLjAsIlJpZ2h0IjowLjAsIkJvdHRvbSI6MC4wfSwiQmFja2dyb3VuZCI6bnVsbCwiSXNWaXNpYmxlIjp0cnVlLCJXaWR0aCI6MC4wLCJIZWlnaHQiOjAuMCwiQm9yZGVyU3R5bGUiOm51bGwsIlBhcmVudFN0eWxlIjpudWxsfSwiUmVjdGFuZ2xlU3R5bGUiOnsiJGlkIjoiMTMzMyIsIk1hcmdpbiI6eyIkaWQiOiIxMzM0IiwiVG9wIjowLjAsIkxlZnQiOjAuMCwiUmlnaHQiOjAuMCwiQm90dG9tIjowLjB9LCJQYWRkaW5nIjp7IiRpZCI6IjEzMzUiLCJUb3AiOjAuMCwiTGVmdCI6MC4wLCJSaWdodCI6MC4wLCJCb3R0b20iOjAuMH0sIkJhY2tncm91bmQiOnsiJGlkIjoiMTMzNiIsIkNvbG9yIjp7IiRpZCI6IjEzMzciLCJBIjo2MywiUiI6MjU0LCJHIjoxODYsIkIiOjEwfX0sIklzVmlzaWJsZSI6dHJ1ZSwiV2lkdGgiOjAuMCwiSGVpZ2h0IjowLjAsIkJvcmRlclN0eWxlIjp7IiRpZCI6IjEzMzgiLCJMaW5lQ29sb3IiOnsiJGlkIjoiMTMzOSIsIiR0eXBlIjoiTkxSRS5Db21tb24uRG9tLlNvbGlkQ29sb3JCcnVzaCwgTkxSRS5Db21tb24iLCJDb2xvciI6eyIkaWQiOiIxMzQwIiwiQSI6MjU1LCJSIjoyNTUsIkciOjAsIkIiOjB9fSwiTGluZVdlaWdodCI6MC4wLCJMaW5lVHlwZSI6MCwiUGFyZW50U3R5bGUiOm51bGx9LCJQYXJlbnRTdHlsZSI6bnVsbH0sIk1hcmdpbiI6eyIkaWQiOiIxMzQxIiwiVG9wIjowLjAsIkxlZnQiOjAuMCwiUmlnaHQiOjAuMCwiQm90dG9tIjowLjB9LCJQYWRkaW5nIjp7IiRpZCI6IjEzNDIiLCJUb3AiOjAuMCwiTGVmdCI6MC4wLCJSaWdodCI6MC4wLCJCb3R0b20iOjAuMH0sIkJhY2tncm91bmQiOm51bGwsIklzVmlzaWJsZSI6dHJ1ZSwiV2lkdGgiOjAuMCwiSGVpZ2h0IjowLjAsIkJvcmRlclN0eWxlIjpudWxsLCJQYXJlbnRTdHlsZSI6bnVsbH0sIkJhY2tncm91bmRTdHlsZSI6eyIkaWQiOiIxMzQzIiwiTWFyZ2luIjp7IiRpZCI6IjEzNDQiLCJUb3AiOjAuMCwiTGVmdCI6MC4wLCJSaWdodCI6MC4wLCJCb3R0b20iOjAuMH0sIlBhZGRpbmciOnsiJGlkIjoiMTM0NSIsIlRvcCI6MC4wLCJMZWZ0IjowLjAsIlJpZ2h0IjowLjAsIkJvdHRvbSI6MC4wfSwiQmFja2dyb3VuZCI6eyIkaWQiOiIxMzQ2IiwiQ29sb3IiOnsiJGlkIjoiMTM0NyIsIkEiOjUxLCJSIjoxOTcsIkciOjE5NSwiQiI6MjM4fX0sIklzVmlzaWJsZSI6dHJ1ZSwiV2lkdGgiOjAuMCwiSGVpZ2h0IjowLjAsIkJvcmRlclN0eWxlIjp7IiRpZCI6IjEzNDgiLCJMaW5lQ29sb3IiOnsiJGlkIjoiMTM0OSIsIiR0eXBlIjoiTkxSRS5Db21tb24uRG9tLlNvbGlkQ29sb3JCcnVzaCwgTkxSRS5Db21tb24iLCJDb2xvciI6eyIkaWQiOiIxMzUwIiwiQSI6MjU1LCJSIjoyNTUsIkciOjAsIkIiOjB9fSwiTGluZVdlaWdodCI6MC4wLCJMaW5lVHlwZSI6MCwiUGFyZW50U3R5bGUiOm51bGx9LCJQYXJlbnRTdHlsZSI6bnVsbH0sIk1hcmdpbiI6eyIkaWQiOiIxMzUxIiwiVG9wIjowLjAsIkxlZnQiOjAuMCwiUmlnaHQiOjAuMCwiQm90dG9tIjowLjB9LCJQYWRkaW5nIjp7IiRpZCI6IjEzNTIiLCJUb3AiOjAuMCwiTGVmdCI6MC4wLCJSaWdodCI6MC4wLCJCb3R0b20iOjAuMH0sIklzVmlzaWJsZSI6ZmFsc2UsIldpZHRoIjowLjAsIkhlaWdodCI6MC4wLCJCb3JkZXJTdHlsZSI6bnVsbCwiUGFyZW50U3R5bGUiOm51bGx9fSx7IiRpZCI6IjEzNTMiLCJfcm93cyI6W3siJGlkIjoiMTM1NCIsIl90YXNrcyI6W3siJGlkIjoiMTM1NSIsIl9hdHRhY2hlZE1pbGVzdG9uZXMiOltdLCJUYXNrRGVmaW5pdGlvbiI6eyIkaWQiOiIxMzU2IiwiR3JvdXBOYW1lIjpudWxsLCJTdGFydERhdGUiOiIyMDI3LTAxLTE1VDAwOjAwOjAwWiIsIkVuZERhdGUiOiIyMDI4LTAxLTE1VDIzOjU5OjAwWiIsIlBlcmNlbnRhZ2VDb21wbGV0ZSI6bnVsbCwiU3R5bGUiOnsiJGlkIjoiMTM1NyIsIlNoYXBlIjoyLCJTaGFwZVRoaWNrbmVzcyI6MCwiRHVyYXRpb25Gb3JtYXQiOjAsIkluY2x1ZGVOb25Xb3JraW5nRGF5c0luRHVyYXRpb24iOmZhbHNlLCJQZXJjZW50YWdlQ29tcGxldGVTdHlsZSI6eyIkaWQiOiIxMzU4IiwiRm9udFNldHRpbmdzIjp7IiRpZCI6IjEzNTkiLCJGb250U2l6ZSI6MTAsIkZvbnROYW1lIjoiQ2FsaWJyaSIsIklzQm9sZCI6ZmFsc2UsIklzSXRhbGljIjpmYWxzZSwiSXNVbmRlcmxpbmVkIjpmYWxzZSwiUGFyZW50U3R5bGUiOm51bGx9LCJBdXRvU2l6ZSI6MCwiRm9yZWdyb3VuZCI6eyIkcmVmIjoiNzYifSwiTWF4V2lkdGgiOjIwMC4wLCJNYXhIZWlnaHQiOiJJbmZpbml0eSIsIlNtYXJ0Rm9yZWdyb3VuZElzQWN0aXZlIjpmYWxzZSwiSG9yaXpvbnRhbEFsaWdubWVudCI6MCwiVmVydGljYWxBbGlnbm1lbnQiOjAsIlNtYXJ0Rm9yZWdyb3VuZCI6bnVsbCwiQmFja2dyb3VuZEZpbGxUeXBlIjowLCJNYXJnaW4iOnsiJHJlZiI6Ijc4In0sIlBhZGRpbmciOnsiJHJlZiI6Ijc5In0sIkJhY2tncm91bmQiOnsiJHJlZiI6IjI3OCJ9LCJJc1Zpc2libGUiOnRydWUsIldpZHRoIjowLjAsIkhlaWdodCI6MC4wLCJCb3JkZXJTdHlsZSI6eyIkaWQiOiIxMzYwIiwiTGluZUNvbG9yIjpudWxsLCJMaW5lV2VpZ2h0IjowLjAsIkxpbmVUeXBlIjowLCJQYXJlbnRTdHlsZSI6bnVsbH0sIlBhcmVudFN0eWxlIjpudWxsfSwiRHVyYXRpb25TdHlsZSI6eyIkaWQiOiIxMzYxIiwiRm9udFNldHRpbmdzIjp7IiRpZCI6IjEzNjIiLCJGb250U2l6ZSI6MTAsIkZvbnROYW1lIjoiQ2FsaWJyaSIsIklzQm9sZCI6ZmFsc2UsIklzSXRhbGljIjpmYWxzZSwiSXNVbmRlcmxpbmVkIjpmYWxzZSwiUGFyZW50U3R5bGUiOm51bGx9LCJBdXRvU2l6ZSI6MCwiRm9yZWdyb3VuZCI6eyIkcmVmIjoiODUifSwiTWF4V2lkdGgiOjIwMC4wLCJNYXhIZWlnaHQiOiJJbmZpbml0eSIsIlNtYXJ0Rm9yZWdyb3VuZElzQWN0aXZlIjpmYWxzZSwiSG9yaXpvbnRhbEFsaWdubWVudCI6MCwiVmVydGljYWxBbGlnbm1lbnQiOjAsIlNtYXJ0Rm9yZWdyb3VuZCI6bnVsbCwiQmFja2dyb3VuZEZpbGxUeXBlIjowLCJNYXJnaW4iOnsiJHJlZiI6Ijg3In0sIlBhZGRpbmciOnsiJHJlZiI6Ijg4In0sIkJhY2tncm91bmQiOnsiJHJlZiI6Ijg5In0sIklzVmlzaWJsZSI6dHJ1ZSwiV2lkdGgiOjAuMCwiSGVpZ2h0IjowLjAsIkJvcmRlclN0eWxlIjp7IiRpZCI6IjEzNjMiLCJMaW5lQ29sb3IiOm51bGwsIkxpbmVXZWlnaHQiOjAuMCwiTGluZVR5cGUiOjAsIlBhcmVudFN0eWxlIjpudWxsfSwiUGFyZW50U3R5bGUiOm51bGx9LCJIb3Jpem9udGFsQ29ubmVjdG9yU3R5bGUiOnsiJGlkIjoiMTM2NCIsIkxpbmVDb2xvciI6eyIkcmVmIjoiOTMifSwiTGluZVdlaWdodCI6MS4wLCJMaW5lVHlwZSI6MCwiUGFyZW50U3R5bGUiOm51bGx9LCJWZXJ0aWNhbENvbm5lY3RvclN0eWxlIjp7IiRpZCI6IjEzNjUiLCJMaW5lQ29sb3IiOnsiJHJlZiI6Ijk2In0sIkxpbmVXZWlnaHQiOjAuMCwiTGluZVR5cGUiOjAsIlBhcmVudFN0eWxlIjpudWxsfSwiTWFyZ2luIjpudWxsLCJTdGFydERhdGVQb3NpdGlvbiI6NiwiRW5kRGF0ZVBvc2l0aW9uIjo2LCJEYXRlSXNWaXNpYmxlIjpmYWxzZSwiVGl0bGVQb3NpdGlvbiI6MiwiRHVyYXRpb25Qb3NpdGlvbiI6NiwiUGVyY2VudGFnZUNvbXBsZXRlZFBvc2l0aW9uIjo2LCJTcGFjaW5nIjozLCJJc0JlbG93VGltZWJhbmQiOnRydWUsIlBlcmNlbnRhZ2VDb21wbGV0ZVNoYXBlT3BhY2l0eSI6MzUsIlNoYXBlU3R5bGUiOnsiJGlkIjoiMTM2NiIsIk1hcmdpbiI6eyIkcmVmIjoiOTkifSwiUGFkZGluZyI6eyIkcmVmIjoiMTAwIn0sIkJhY2tncm91bmQiOnsiJGlkIjoiMTM2NyIsIkNvbG9yIjp7IiRpZCI6IjEzNjgiLCJBIjoyNTUsIlIiOjI1MCwiRyI6MTQwLCJCIjoxNDR9fSwiSXNWaXNpYmxlIjp0cnVlLCJXaWR0aCI6MC4wLCJIZWlnaHQiOjEwLjAsIkJvcmRlclN0eWxlIjp7IiRpZCI6IjEzNjkiLCJMaW5lQ29sb3IiOnsiJGlkIjoiMTM3MCIsIiR0eXBlIjoiTkxSRS5Db21tb24uRG9tLlNvbGlkQ29sb3JCcnVzaCwgTkxSRS5Db21tb24iLCJDb2xvciI6eyIkaWQiOiIxMzcxIiwiQSI6MjU1LCJSIjoyNTUsIkciOjAsIkIiOjB9fSwiTGluZVdlaWdodCI6MC4wLCJMaW5lVHlwZSI6MCwiUGFyZW50U3R5bGUiOm51bGx9LCJQYXJlbnRTdHlsZSI6bnVsbH0sIlRpdGxlU3R5bGUiOnsiJGlkIjoiMTM3MiIsIkZvbnRTZXR0aW5ncyI6eyIkaWQiOiIxMzczIiwiRm9udFNpemUiOjgsIkZvbnROYW1lIjoiQ2FsaWJyaSIsIklzQm9sZCI6dHJ1ZSwiSXNJdGFsaWMiOmZhbHNlLCJJc1VuZGVybGluZWQiOmZhbHNlLCJQYXJlbnRTdHlsZSI6bnVsbH0sIkF1dG9TaXplIjoyLCJGb3JlZ3JvdW5kIjp7IiRpZCI6IjEzNzQiLCJDb2xvciI6eyIkaWQiOiIxMzc1IiwiQSI6MjU1LCJSIjowLCJHIjowLCJCIjowfX0sIk1heFdpZHRoIjoxOS4wLCJNYXhIZWlnaHQiOiJJbmZpbml0eSIsIlNtYXJ0Rm9yZWdyb3VuZElzQWN0aXZlIjpmYWxzZSwiSG9yaXpvbnRhbEFsaWdubWVudCI6MSwiVmVydGljYWxBbGlnbm1lbnQiOjAsIlNtYXJ0Rm9yZWdyb3VuZCI6bnVsbCwiQmFja2dyb3VuZEZpbGxUeXBlIjowLCJNYXJnaW4iOnsiJHJlZiI6IjExMCJ9LCJQYWRkaW5nIjp7IiRyZWYiOiIxMTEifSwiQmFja2dyb3VuZCI6eyIkaWQiOiIxMzc2IiwiQ29sb3IiOnsiJGlkIjoiMTM3NyIsIkEiOjAsIlIiOjI1NSwiRyI6MjU1LCJCIjoyNTV9fSwiSXNWaXNpYmxlIjp0cnVlLCJXaWR0aCI6MC4wLCJIZWlnaHQiOjAuMCwiQm9yZGVyU3R5bGUiOnsiJGlkIjoiMTM3OCIsIkxpbmVDb2xvciI6bnVsbCwiTGluZVdlaWdodCI6MC4wLCJMaW5lVHlwZSI6MCwiUGFyZW50U3R5bGUiOm51bGx9LCJQYXJlbnRTdHlsZSI6bnVsbH0sIkRhdGVTdHlsZSI6eyIkaWQiOiIxMzc5IiwiRm9udFNldHRpbmdzIjp7IiRpZCI6IjEzODAiLCJGb250U2l6ZSI6MTAsIkZvbnROYW1lIjoiQ2FsaWJyaSIsIklzQm9sZCI6ZmFsc2UsIklzSXRhbGljIjpmYWxzZSwiSXNVbmRlcmxpbmVkIjpmYWxzZSwiUGFyZW50U3R5bGUiOm51bGx9LCJBdXRvU2l6ZSI6MCwiRm9yZWdyb3VuZCI6eyIkaWQiOiIxMzgxIiwiQ29sb3IiOnsiJGlkIjoiMTM4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ExOSJ9LCJQYWRkaW5nIjp7IiRyZWYiOiIxMjAifSwiQmFja2dyb3VuZCI6eyIkaWQiOiIxMzgzIiwiQ29sb3IiOnsiJGlkIjoiMTM4NCIsIkEiOjAsIlIiOjI1NSwiRyI6MjU1LCJCIjoyNTV9fSwiSXNWaXNpYmxlIjp0cnVlLCJXaWR0aCI6MC4wLCJIZWlnaHQiOjAuMCwiQm9yZGVyU3R5bGUiOnsiJGlkIjoiMTM4NSIsIkxpbmVDb2xvciI6bnVsbCwiTGluZVdlaWdodCI6MC4wLCJMaW5lVHlwZSI6MCwiUGFyZW50U3R5bGUiOm51bGx9LCJQYXJlbnRTdHlsZSI6bnVsbH0sIkRhdGVGb3JtYXQiOnsiJGlkIjoiMTM4N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Mzg3IiwiRm9ybWF0IjowLCJJc1Zpc2libGUiOmZhbHNlLCJMYXN0S25vd25WaXNpYmlsaXR5U3RhdGUiOmZhbHNlfSwiSXNWaXNpYmxlIjp0cnVlLCJQYXJlbnRTdHlsZSI6bnVsbH0sIkluZGV4Ijo1LCJTbWFydER1cmF0aW9uQWN0aXZhdGVkIjpmYWxzZSwiRGF0ZUZvcm1hdCI6eyIkcmVmIjoiMTM4NiJ9LCJXZWVrTnVtYmVyaW5nIjp7IiRpZCI6IjEzODgiLCJGb3JtYXQiOjAsIklzVmlzaWJsZSI6ZmFsc2UsIkxhc3RLbm93blZpc2liaWxpdHlTdGF0ZSI6ZmFsc2V9LCJJZCI6Ijc4NTJjOTY3LTlhZTktNGIxNi04MDY0LTBjNTkyZjc0YTk1NSIsIkltcG9ydElkIjpudWxsLCJUaXRsZSI6IlBoIElJYSIsIk5vdGUiOm51bGwsIkh5cGVybGluayI6eyIkaWQiOiIxMzg5IiwiQWRkcmVzcyI6bnVsbCwiU3ViQWRkcmVzcyI6bnVsbH0sIklzQ2hhbmdlZCI6ZmFsc2UsIklzTmV3IjpmYWxzZX19LHsiJGlkIjoiMTM5MCIsIl9hdHRhY2hlZE1pbGVzdG9uZXMiOlt7IiRpZCI6IjEzOTEiLCJEYXRlIjoiMjAyOC0wMS0xNVQyMzo1OTowMFoiLCJTdHlsZSI6eyIkaWQiOiIxMzkyIiwiU2hhcGUiOjAsIkNvbm5lY3Rvck1hcmdpbiI6eyIkaWQiOiIxMzkzIiwiVG9wIjowLjAsIkxlZnQiOjIuMCwiUmlnaHQiOjIuMCwiQm90dG9tIjowLjB9LCJDb25uZWN0b3JTdHlsZSI6eyIkaWQiOiIxMzk0IiwiTGluZUNvbG9yIjp7IiRyZWYiOiIzOSJ9LCJMaW5lV2VpZ2h0IjoxLjAsIkxpbmVUeXBlIjowLCJQYXJlbnRTdHlsZSI6bnVsbH0sIklzQmVsb3dUaW1lYmFuZCI6dHJ1ZSwiUG9zaXRpb25PblRhc2siOjMsIkhpZGVEYXRlIjpmYWxzZSwiU2hhcGVTaXplIjowLCJTcGFjaW5nIjoyLjAsIlBhZGRpbmciOnsiJHJlZiI6IjQxIn0sIlNoYXBlU3R5bGUiOnsiJGlkIjoiMTM5NSIsIk1hcmdpbiI6eyIkcmVmIjoiMTMxIn0sIlBhZGRpbmciOnsiJHJlZiI6IjEzMiJ9LCJCYWNrZ3JvdW5kIjp7IiRpZCI6IjEzOTYiLCJDb2xvciI6eyIkaWQiOiIxMzk3IiwiQSI6MjU1LCJSIjoyNTUsIkciOjE5MiwiQiI6MH19LCJJc1Zpc2libGUiOnRydWUsIldpZHRoIjoxMi4wLCJIZWlnaHQiOjE0LjAsIkJvcmRlclN0eWxlIjp7IiRpZCI6IjEzOTgiLCJMaW5lQ29sb3IiOnsiJGlkIjoiMTM5OSIsIiR0eXBlIjoiTkxSRS5Db21tb24uRG9tLlNvbGlkQ29sb3JCcnVzaCwgTkxSRS5Db21tb24iLCJDb2xvciI6eyIkaWQiOiIxNDAwIiwiQSI6MjU1LCJSIjoyNTUsIkciOjAsIkIiOjB9fSwiTGluZVdlaWdodCI6MC4wLCJMaW5lVHlwZSI6MCwiUGFyZW50U3R5bGUiOm51bGx9LCJQYXJlbnRTdHlsZSI6bnVsbH0sIlRpdGxlU3R5bGUiOnsiJGlkIjoiMTQwMSIsIkZvbnRTZXR0aW5ncyI6eyIkaWQiOiIxNDAyIiwiRm9udFNpemUiOjgsIkZvbnROYW1lIjoiQ2FsaWJyaSIsIklzQm9sZCI6dHJ1ZSwiSXNJdGFsaWMiOmZhbHNlLCJJc1VuZGVybGluZWQiOmZhbHNlLCJQYXJlbnRTdHlsZSI6bnVsbH0sIkF1dG9TaXplIjowLCJGb3JlZ3JvdW5kIjp7IiRpZCI6IjE0MDMiLCJDb2xvciI6eyIkaWQiOiIxNDA0IiwiQSI6MjU1LCJSIjowLCJHIjowLCJCIjowfX0sIk1heFdpZHRoIjoyMDAuMCwiTWF4SGVpZ2h0IjoiSW5maW5pdHkiLCJTbWFydEZvcmVncm91bmRJc0FjdGl2ZSI6ZmFsc2UsIkhvcml6b250YWxBbGlnbm1lbnQiOjEsIlZlcnRpY2FsQWxpZ25tZW50IjowLCJTbWFydEZvcmVncm91bmQiOm51bGwsIkJhY2tncm91bmRGaWxsVHlwZSI6MCwiTWFyZ2luIjp7IiRyZWYiOiIxNDIifSwiUGFkZGluZyI6eyIkcmVmIjoiMTQzIn0sIkJhY2tncm91bmQiOnsiJGlkIjoiMTQwNSIsIkNvbG9yIjp7IiRpZCI6IjE0MDYiLCJBIjowLCJSIjoyNTUsIkciOjI1NSwiQiI6MjU1fX0sIklzVmlzaWJsZSI6ZmFsc2UsIldpZHRoIjowLjAsIkhlaWdodCI6MC4wLCJCb3JkZXJTdHlsZSI6eyIkaWQiOiIxNDA3IiwiTGluZUNvbG9yIjpudWxsLCJMaW5lV2VpZ2h0IjowLjAsIkxpbmVUeXBlIjowLCJQYXJlbnRTdHlsZSI6bnVsbH0sIlBhcmVudFN0eWxlIjpudWxsfSwiRGF0ZVN0eWxlIjp7IiRpZCI6IjE0MDgiLCJGb250U2V0dGluZ3MiOnsiJGlkIjoiMTQwOSIsIkZvbnRTaXplIjoxMCwiRm9udE5hbWUiOiJDYWxpYnJpIiwiSXNCb2xkIjpmYWxzZSwiSXNJdGFsaWMiOmZhbHNlLCJJc1VuZGVybGluZWQiOmZhbHNlLCJQYXJlbnRTdHlsZSI6bnVsbH0sIkF1dG9TaXplIjowLCJGb3JlZ3JvdW5kIjp7IiRpZCI6IjE0MTAiLCJDb2xvciI6eyIkaWQiOiIxNDEx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cmVmIjoiMTUwIn0sIlBhZGRpbmciOnsiJHJlZiI6IjE1MSJ9LCJCYWNrZ3JvdW5kIjp7IiRpZCI6IjE0MTIiLCJDb2xvciI6eyIkaWQiOiIxNDEzIiwiQSI6MCwiUiI6MjU1LCJHIjoyNTUsIkIiOjI1NX19LCJJc1Zpc2libGUiOmZhbHNlLCJXaWR0aCI6MC4wLCJIZWlnaHQiOjAuMCwiQm9yZGVyU3R5bGUiOnsiJGlkIjoiMTQxNCIsIkxpbmVDb2xvciI6bnVsbCwiTGluZVdlaWdodCI6MC4wLCJMaW5lVHlwZSI6MCwiUGFyZW50U3R5bGUiOm51bGx9LCJQYXJlbnRTdHlsZSI6bnVsbH0sIkRhdGVGb3JtYXQiOnsiJGlkIjoiMTQxNS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DE2IiwiRm9ybWF0IjowLCJJc1Zpc2libGUiOmZhbHNlLCJMYXN0S25vd25WaXNpYmlsaXR5U3RhdGUiOmZhbHNlfSwiSXNWaXNpYmxlIjp0cnVlLCJQYXJlbnRTdHlsZSI6bnVsbH0sIkluZGV4Ijo5LCJQZXJjZW50YWdlQ29tcGxldGUiOm51bGwsIlBvc2l0aW9uIjp7IlJhdGlvIjowLjAsIklzQ3VzdG9tIjpmYWxzZX0sIkRhdGVGb3JtYXQiOnsiJHJlZiI6IjE0MTUifSwiV2Vla051bWJlcmluZyI6eyIkaWQiOiIxNDE3IiwiRm9ybWF0IjowLCJJc1Zpc2libGUiOmZhbHNlLCJMYXN0S25vd25WaXNpYmlsaXR5U3RhdGUiOmZhbHNlfSwiUmVsYXRlZFRhc2tJZCI6IjExY2ZiM2Q3LWNlMWMtNDlmMy1iNjg2LTk2ZjEzM2IwMzY5NCIsIklkIjoiNDQzMzJlOTUtOGY2Mi00ZDAxLTgyNGYtMThmNjQzZjQwYTQxIiwiSW1wb3J0SWQiOm51bGwsIlRpdGxlIjoiUG9DUCIsIk5vdGUiOm51bGwsIkh5cGVybGluayI6eyIkaWQiOiIxNDE4IiwiQWRkcmVzcyI6IiIsIlN1YkFkZHJlc3MiOiIifSwiSXNDaGFuZ2VkIjpmYWxzZSwiSXNOZXciOmZhbHNlfV0sIlRhc2tEZWZpbml0aW9uIjp7IiRpZCI6IjE0MTkiLCJHcm91cE5hbWUiOm51bGwsIlN0YXJ0RGF0ZSI6IjIwMjgtMDEtMTVUMDA6MDA6MDBaIiwiRW5kRGF0ZSI6IjIwMjgtMTEtMTBUMjM6NTk6MDBaIiwiUGVyY2VudGFnZUNvbXBsZXRlIjpudWxsLCJTdHlsZSI6eyIkaWQiOiIxNDIwIiwiU2hhcGUiOjIsIlNoYXBlVGhpY2tuZXNzIjowLCJEdXJhdGlvbkZvcm1hdCI6MCwiSW5jbHVkZU5vbldvcmtpbmdEYXlzSW5EdXJhdGlvbiI6ZmFsc2UsIlBlcmNlbnRhZ2VDb21wbGV0ZVN0eWxlIjp7IiRpZCI6IjE0MjEiLCJGb250U2V0dGluZ3MiOnsiJGlkIjoiMTQyMiIsIkZvbnRTaXplIjoxMCwiRm9udE5hbWUiOiJDYWxpYnJpIiwiSXNCb2xkIjpmYWxzZSwiSXNJdGFsaWMiOmZhbHNlLCJJc1VuZGVybGluZWQiOmZhbHNlLCJQYXJlbnRTdHlsZSI6bnVsbH0sIkF1dG9TaXplIjowLCJGb3JlZ3JvdW5kIjp7IiRpZCI6IjE0MjMiLCJDb2xvciI6eyIkaWQiOiIxNDI0IiwiQSI6MjU1LCJSIjoxOTIsIkciOjgwLCJCIjo3N319LCJNYXhXaWR0aCI6MjAwLjAsIk1heEhlaWdodCI6IkluZmluaXR5IiwiU21hcnRGb3JlZ3JvdW5kSXNBY3RpdmUiOmZhbHNlLCJIb3Jpem9udGFsQWxpZ25tZW50IjowLCJWZXJ0aWNhbEFsaWdubWVudCI6MCwiU21hcnRGb3JlZ3JvdW5kIjpudWxsLCJCYWNrZ3JvdW5kRmlsbFR5cGUiOjAsIk1hcmdpbiI6eyIkcmVmIjoiNzgifSwiUGFkZGluZyI6eyIkcmVmIjoiNzkifSwiQmFja2dyb3VuZCI6eyIkcmVmIjoiMjc4In0sIklzVmlzaWJsZSI6dHJ1ZSwiV2lkdGgiOjAuMCwiSGVpZ2h0IjowLjAsIkJvcmRlclN0eWxlIjp7IiRpZCI6IjE0MjUiLCJMaW5lQ29sb3IiOm51bGwsIkxpbmVXZWlnaHQiOjAuMCwiTGluZVR5cGUiOjAsIlBhcmVudFN0eWxlIjpudWxsfSwiUGFyZW50U3R5bGUiOm51bGx9LCJEdXJhdGlvblN0eWxlIjp7IiRpZCI6IjE0MjYiLCJGb250U2V0dGluZ3MiOnsiJGlkIjoiMTQyNyIsIkZvbnRTaXplIjoxMCwiRm9udE5hbWUiOiJDYWxpYnJpIiwiSXNCb2xkIjpmYWxzZSwiSXNJdGFsaWMiOmZhbHNlLCJJc1VuZGVybGluZWQiOmZhbHNlLCJQYXJlbnRTdHlsZSI6bnVsbH0sIkF1dG9TaXplIjoyLCJGb3JlZ3JvdW5kIjp7IiRpZCI6IjE0MjgiLCJDb2xvciI6eyIkaWQiOiIxNDI5IiwiQSI6MjU1LCJSIjoyMzcsIkciOjEyNSwiQiI6NDl9fSwiTWF4V2lkdGgiOjIwMC4wLCJNYXhIZWlnaHQiOiJJbmZpbml0eSIsIlNtYXJ0Rm9yZWdyb3VuZElzQWN0aXZlIjpmYWxzZSwiSG9yaXpvbnRhbEFsaWdubWVudCI6MCwiVmVydGljYWxBbGlnbm1lbnQiOjAsIlNtYXJ0Rm9yZWdyb3VuZCI6bnVsbCwiQmFja2dyb3VuZEZpbGxUeXBlIjowLCJNYXJnaW4iOnsiJHJlZiI6Ijg3In0sIlBhZGRpbmciOnsiJHJlZiI6Ijg4In0sIkJhY2tncm91bmQiOnsiJHJlZiI6Ijg5In0sIklzVmlzaWJsZSI6ZmFsc2UsIldpZHRoIjowLjAsIkhlaWdodCI6MC4wLCJCb3JkZXJTdHlsZSI6eyIkaWQiOiIxNDMwIiwiTGluZUNvbG9yIjpudWxsLCJMaW5lV2VpZ2h0IjowLjAsIkxpbmVUeXBlIjowLCJQYXJlbnRTdHlsZSI6bnVsbH0sIlBhcmVudFN0eWxlIjpudWxsfSwiSG9yaXpvbnRhbENvbm5lY3RvclN0eWxlIjp7IiRpZCI6IjE0MzEiLCJMaW5lQ29sb3IiOnsiJHJlZiI6IjkzIn0sIkxpbmVXZWlnaHQiOjEuMCwiTGluZVR5cGUiOjAsIlBhcmVudFN0eWxlIjpudWxsfSwiVmVydGljYWxDb25uZWN0b3JTdHlsZSI6eyIkaWQiOiIxNDMyIiwiTGluZUNvbG9yIjp7IiRyZWYiOiI5Ni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TaGFwZVN0eWxlIjp7IiRpZCI6IjE0MzMiLCJNYXJnaW4iOnsiJHJlZiI6Ijk5In0sIlBhZGRpbmciOnsiJHJlZiI6IjEwMCJ9LCJCYWNrZ3JvdW5kIjp7IiRpZCI6IjE0MzQiLCJDb2xvciI6eyIkaWQiOiIxNDM1IiwiQSI6MjU1LCJSIjoyMzQsIkciOjIyLCJCIjozMH19LCJJc1Zpc2libGUiOnRydWUsIldpZHRoIjo4OS4wLCJIZWlnaHQiOjEwLjAsIkJvcmRlclN0eWxlIjp7IiRpZCI6IjE0MzYiLCJMaW5lQ29sb3IiOnsiJGlkIjoiMTQzNyIsIiR0eXBlIjoiTkxSRS5Db21tb24uRG9tLlNvbGlkQ29sb3JCcnVzaCwgTkxSRS5Db21tb24iLCJDb2xvciI6eyIkaWQiOiIxNDM4IiwiQSI6MjU1LCJSIjoyNTUsIkciOjAsIkIiOjB9fSwiTGluZVdlaWdodCI6MC4wLCJMaW5lVHlwZSI6MCwiUGFyZW50U3R5bGUiOm51bGx9LCJQYXJlbnRTdHlsZSI6bnVsbH0sIlRpdGxlU3R5bGUiOnsiJGlkIjoiMTQzOSIsIkZvbnRTZXR0aW5ncyI6eyIkaWQiOiIxNDQwIiwiRm9udFNpemUiOjgsIkZvbnROYW1lIjoiQ2FsaWJyaSIsIklzQm9sZCI6dHJ1ZSwiSXNJdGFsaWMiOmZhbHNlLCJJc1VuZGVybGluZWQiOmZhbHNlLCJQYXJlbnRTdHlsZSI6bnVsbH0sIkF1dG9TaXplIjowLCJGb3JlZ3JvdW5kIjp7IiRpZCI6IjE0NDEiLCJDb2xvciI6eyIkaWQiOiIxNDQyIiwiQSI6MjU1LCJSIjoyNTUsIkciOjI1NSwiQiI6MjU1fX0sIk1heFdpZHRoIjo4MTAuMCwiTWF4SGVpZ2h0IjoiSW5maW5pdHkiLCJTbWFydEZvcmVncm91bmRJc0FjdGl2ZSI6ZmFsc2UsIkhvcml6b250YWxBbGlnbm1lbnQiOjEsIlZlcnRpY2FsQWxpZ25tZW50IjowLCJTbWFydEZvcmVncm91bmQiOm51bGwsIkJhY2tncm91bmRGaWxsVHlwZSI6MCwiTWFyZ2luIjp7IiRyZWYiOiIxMTAifSwiUGFkZGluZyI6eyIkcmVmIjoiMTExIn0sIkJhY2tncm91bmQiOnsiJGlkIjoiMTQ0MyIsIkNvbG9yIjp7IiRpZCI6IjE0NDQiLCJBIjowLCJSIjoyNTUsIkciOjI1NSwiQiI6MjU1fX0sIklzVmlzaWJsZSI6dHJ1ZSwiV2lkdGgiOjAuMCwiSGVpZ2h0IjowLjAsIkJvcmRlclN0eWxlIjp7IiRpZCI6IjE0NDUiLCJMaW5lQ29sb3IiOm51bGwsIkxpbmVXZWlnaHQiOjAuMCwiTGluZVR5cGUiOjAsIlBhcmVudFN0eWxlIjpudWxsfSwiUGFyZW50U3R5bGUiOm51bGx9LCJEYXRlU3R5bGUiOnsiJGlkIjoiMTQ0NiIsIkZvbnRTZXR0aW5ncyI6eyIkaWQiOiIxNDQ3IiwiRm9udFNpemUiOjEwLCJGb250TmFtZSI6IkNhbGlicmkiLCJJc0JvbGQiOmZhbHNlLCJJc0l0YWxpYyI6ZmFsc2UsIklzVW5kZXJsaW5lZCI6ZmFsc2UsIlBhcmVudFN0eWxlIjpudWxsfSwiQXV0b1NpemUiOjAsIkZvcmVncm91bmQiOnsiJGlkIjoiMTQ0OCIsIkNvbG9yIjp7IiRpZCI6IjE0ND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GlkIjoiMTQ1MCIsIkNvbG9yIjp7IiRpZCI6IjE0NTEiLCJBIjowLCJSIjoyNTUsIkciOjI1NSwiQiI6MjU1fX0sIklzVmlzaWJsZSI6dHJ1ZSwiV2lkdGgiOjAuMCwiSGVpZ2h0IjowLjAsIkJvcmRlclN0eWxlIjp7IiRpZCI6IjE0NTIiLCJMaW5lQ29sb3IiOm51bGwsIkxpbmVXZWlnaHQiOjAuMCwiTGluZVR5cGUiOjAsIlBhcmVudFN0eWxlIjpudWxsfSwiUGFyZW50U3R5bGUiOm51bGx9LCJEYXRlRm9ybWF0Ijp7IiRpZCI6IjE0NT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Q1NCIsIkZvcm1hdCI6MCwiSXNWaXNpYmxlIjpmYWxzZSwiTGFzdEtub3duVmlzaWJpbGl0eVN0YXRlIjpmYWxzZX0sIklzVmlzaWJsZSI6dHJ1ZSwiUGFyZW50U3R5bGUiOm51bGx9LCJJbmRleCI6NiwiU21hcnREdXJhdGlvbkFjdGl2YXRlZCI6ZmFsc2UsIkRhdGVGb3JtYXQiOnsiJHJlZiI6IjE0NTMifSwiV2Vla051bWJlcmluZyI6eyIkaWQiOiIxNDU1IiwiRm9ybWF0IjowLCJJc1Zpc2libGUiOmZhbHNlLCJMYXN0S25vd25WaXNpYmlsaXR5U3RhdGUiOmZhbHNlfSwiSWQiOiIxMWNmYjNkNy1jZTFjLTQ5ZjMtYjY4Ni05NmYxMzNiMDM2OTQiLCJJbXBvcnRJZCI6bnVsbCwiVGl0bGUiOiJEUkYiLCJOb3RlIjpudWxsLCJIeXBlcmxpbmsiOnsiJGlkIjoiMTQ1NiIsIkFkZHJlc3MiOm51bGwsIlN1YkFkZHJlc3MiOm51bGx9LCJJc0NoYW5nZWQiOmZhbHNlLCJJc05ldyI6ZmFsc2V9fSx7IiRpZCI6IjE0NTciLCJfYXR0YWNoZWRNaWxlc3RvbmVzIjpbXSwiVGFza0RlZmluaXRpb24iOnsiJGlkIjoiMTQ1OCIsIkdyb3VwTmFtZSI6bnVsbCwiU3RhcnREYXRlIjoiMjAyOS0xMC0wMVQwMDowMDowMFoiLCJFbmREYXRlIjoiMjAzMi0wNC0wMVQyMzo1OTowMFoiLCJQZXJjZW50YWdlQ29tcGxldGUiOm51bGwsIlN0eWxlIjp7IiRpZCI6IjE0NTkiLCJTaGFwZSI6MiwiU2hhcGVUaGlja25lc3MiOjAsIkR1cmF0aW9uRm9ybWF0IjowLCJJbmNsdWRlTm9uV29ya2luZ0RheXNJbkR1cmF0aW9uIjpmYWxzZSwiUGVyY2VudGFnZUNvbXBsZXRlU3R5bGUiOnsiJGlkIjoiMTQ2MCIsIkZvbnRTZXR0aW5ncyI6eyIkaWQiOiIxNDYxIiwiRm9udFNpemUiOjEwLCJGb250TmFtZSI6IkNhbGlicmkiLCJJc0JvbGQiOmZhbHNlLCJJc0l0YWxpYyI6ZmFsc2UsIklzVW5kZXJsaW5lZCI6ZmFsc2UsIlBhcmVudFN0eWxlIjpudWxsfSwiQXV0b1NpemUiOjAsIkZvcmVncm91bmQiOnsiJHJlZiI6Ijc2In0sIk1heFdpZHRoIjoyMDAuMCwiTWF4SGVpZ2h0IjoiSW5maW5pdHkiLCJTbWFydEZvcmVncm91bmRJc0FjdGl2ZSI6ZmFsc2UsIkhvcml6b250YWxBbGlnbm1lbnQiOjAsIlZlcnRpY2FsQWxpZ25tZW50IjowLCJTbWFydEZvcmVncm91bmQiOm51bGwsIkJhY2tncm91bmRGaWxsVHlwZSI6MCwiTWFyZ2luIjp7IiRyZWYiOiI3OCJ9LCJQYWRkaW5nIjp7IiRyZWYiOiI3OSJ9LCJCYWNrZ3JvdW5kIjp7IiRyZWYiOiIyNzgifSwiSXNWaXNpYmxlIjp0cnVlLCJXaWR0aCI6MC4wLCJIZWlnaHQiOjAuMCwiQm9yZGVyU3R5bGUiOnsiJGlkIjoiMTQ2MiIsIkxpbmVDb2xvciI6bnVsbCwiTGluZVdlaWdodCI6MC4wLCJMaW5lVHlwZSI6MCwiUGFyZW50U3R5bGUiOm51bGx9LCJQYXJlbnRTdHlsZSI6bnVsbH0sIkR1cmF0aW9uU3R5bGUiOnsiJGlkIjoiMTQ2MyIsIkZvbnRTZXR0aW5ncyI6eyIkaWQiOiIxNDY0IiwiRm9udFNpemUiOjEwLCJGb250TmFtZSI6IkNhbGlicmkiLCJJc0JvbGQiOmZhbHNlLCJJc0l0YWxpYyI6ZmFsc2UsIklzVW5kZXJsaW5lZCI6ZmFsc2UsIlBhcmVudFN0eWxlIjpudWxsfSwiQXV0b1NpemUiOjAsIkZvcmVncm91bmQiOnsiJHJlZiI6Ijg1In0sIk1heFdpZHRoIjoyMDAuMCwiTWF4SGVpZ2h0IjoiSW5maW5pdHkiLCJTbWFydEZvcmVncm91bmRJc0FjdGl2ZSI6ZmFsc2UsIkhvcml6b250YWxBbGlnbm1lbnQiOjAsIlZlcnRpY2FsQWxpZ25tZW50IjowLCJTbWFydEZvcmVncm91bmQiOm51bGwsIkJhY2tncm91bmRGaWxsVHlwZSI6MCwiTWFyZ2luIjp7IiRyZWYiOiI4NyJ9LCJQYWRkaW5nIjp7IiRyZWYiOiI4OCJ9LCJCYWNrZ3JvdW5kIjp7IiRyZWYiOiI4OSJ9LCJJc1Zpc2libGUiOnRydWUsIldpZHRoIjowLjAsIkhlaWdodCI6MC4wLCJCb3JkZXJTdHlsZSI6eyIkaWQiOiIxNDY1IiwiTGluZUNvbG9yIjpudWxsLCJMaW5lV2VpZ2h0IjowLjAsIkxpbmVUeXBlIjowLCJQYXJlbnRTdHlsZSI6bnVsbH0sIlBhcmVudFN0eWxlIjpudWxsfSwiSG9yaXpvbnRhbENvbm5lY3RvclN0eWxlIjp7IiRpZCI6IjE0NjYiLCJMaW5lQ29sb3IiOnsiJHJlZiI6IjkzIn0sIkxpbmVXZWlnaHQiOjEuMCwiTGluZVR5cGUiOjAsIlBhcmVudFN0eWxlIjpudWxsfSwiVmVydGljYWxDb25uZWN0b3JTdHlsZSI6eyIkaWQiOiIxNDY3IiwiTGluZUNvbG9yIjp7IiRyZWYiOiI5NiJ9LCJMaW5lV2VpZ2h0IjowLjAsIkxpbmVUeXBlIjowLCJQYXJlbnRTdHlsZSI6bnVsbH0sIk1hcmdpbiI6bnVsbCwiU3RhcnREYXRlUG9zaXRpb24iOjYsIkVuZERhdGVQb3NpdGlvbiI6NiwiRGF0ZUlzVmlzaWJsZSI6ZmFsc2UsIlRpdGxlUG9zaXRpb24iOjIsIkR1cmF0aW9uUG9zaXRpb24iOjYsIlBlcmNlbnRhZ2VDb21wbGV0ZWRQb3NpdGlvbiI6NiwiU3BhY2luZyI6MywiSXNCZWxvd1RpbWViYW5kIjp0cnVlLCJQZXJjZW50YWdlQ29tcGxldGVTaGFwZU9wYWNpdHkiOjM1LCJTaGFwZVN0eWxlIjp7IiRpZCI6IjE0NjgiLCJNYXJnaW4iOnsiJHJlZiI6Ijk5In0sIlBhZGRpbmciOnsiJHJlZiI6IjEwMCJ9LCJCYWNrZ3JvdW5kIjp7IiRpZCI6IjE0NjkiLCJDb2xvciI6eyIkaWQiOiIxNDcwIiwiQSI6MjU1LCJSIjoyMzQsIkciOjIyLCJCIjozMH19LCJJc1Zpc2libGUiOnRydWUsIldpZHRoIjowLjAsIkhlaWdodCI6MTAuMCwiQm9yZGVyU3R5bGUiOnsiJGlkIjoiMTQ3MSIsIkxpbmVDb2xvciI6eyIkaWQiOiIxNDcyIiwiJHR5cGUiOiJOTFJFLkNvbW1vbi5Eb20uU29saWRDb2xvckJydXNoLCBOTFJFLkNvbW1vbiIsIkNvbG9yIjp7IiRpZCI6IjE0NzMiLCJBIjoyNTUsIlIiOjI1NSwiRyI6MCwiQiI6MH19LCJMaW5lV2VpZ2h0IjowLjAsIkxpbmVUeXBlIjowLCJQYXJlbnRTdHlsZSI6bnVsbH0sIlBhcmVudFN0eWxlIjpudWxsfSwiVGl0bGVTdHlsZSI6eyIkaWQiOiIxNDc0IiwiRm9udFNldHRpbmdzIjp7IiRpZCI6IjE0NzUiLCJGb250U2l6ZSI6OCwiRm9udE5hbWUiOiJDYWxpYnJpIiwiSXNCb2xkIjp0cnVlLCJJc0l0YWxpYyI6ZmFsc2UsIklzVW5kZXJsaW5lZCI6ZmFsc2UsIlBhcmVudFN0eWxlIjpudWxsfSwiQXV0b1NpemUiOjIsIkZvcmVncm91bmQiOnsiJGlkIjoiMTQ3NiIsIkNvbG9yIjp7IiRpZCI6IjE0NzciLCJBIjoyNTUsIlIiOjI1NSwiRyI6MjU1LCJCIjoyNTV9fSwiTWF4V2lkdGgiOjQ3LjAsIk1heEhlaWdodCI6IkluZmluaXR5IiwiU21hcnRGb3JlZ3JvdW5kSXNBY3RpdmUiOmZhbHNlLCJIb3Jpem9udGFsQWxpZ25tZW50IjoxLCJWZXJ0aWNhbEFsaWdubWVudCI6MCwiU21hcnRGb3JlZ3JvdW5kIjpudWxsLCJCYWNrZ3JvdW5kRmlsbFR5cGUiOjAsIk1hcmdpbiI6eyIkcmVmIjoiMTEwIn0sIlBhZGRpbmciOnsiJHJlZiI6IjExMSJ9LCJCYWNrZ3JvdW5kIjp7IiRpZCI6IjE0NzgiLCJDb2xvciI6eyIkaWQiOiIxNDc5IiwiQSI6MCwiUiI6MjU1LCJHIjoyNTUsIkIiOjI1NX19LCJJc1Zpc2libGUiOnRydWUsIldpZHRoIjowLjAsIkhlaWdodCI6MC4wLCJCb3JkZXJTdHlsZSI6eyIkaWQiOiIxNDgwIiwiTGluZUNvbG9yIjpudWxsLCJMaW5lV2VpZ2h0IjowLjAsIkxpbmVUeXBlIjowLCJQYXJlbnRTdHlsZSI6bnVsbH0sIlBhcmVudFN0eWxlIjpudWxsfSwiRGF0ZVN0eWxlIjp7IiRpZCI6IjE0ODEiLCJGb250U2V0dGluZ3MiOnsiJGlkIjoiMTQ4MiIsIkZvbnRTaXplIjoxMCwiRm9udE5hbWUiOiJDYWxpYnJpIiwiSXNCb2xkIjpmYWxzZSwiSXNJdGFsaWMiOmZhbHNlLCJJc1VuZGVybGluZWQiOmZhbHNlLCJQYXJlbnRTdHlsZSI6bnVsbH0sIkF1dG9TaXplIjowLCJGb3JlZ3JvdW5kIjp7IiRpZCI6IjE0ODMiLCJDb2xvciI6eyIkaWQiOiIxNDg0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E5In0sIlBhZGRpbmciOnsiJHJlZiI6IjEyMCJ9LCJCYWNrZ3JvdW5kIjp7IiRpZCI6IjE0ODUiLCJDb2xvciI6eyIkaWQiOiIxNDg2IiwiQSI6MCwiUiI6MjU1LCJHIjoyNTUsIkIiOjI1NX19LCJJc1Zpc2libGUiOnRydWUsIldpZHRoIjowLjAsIkhlaWdodCI6MC4wLCJCb3JkZXJTdHlsZSI6eyIkaWQiOiIxNDg3IiwiTGluZUNvbG9yIjpudWxsLCJMaW5lV2VpZ2h0IjowLjAsIkxpbmVUeXBlIjowLCJQYXJlbnRTdHlsZSI6bnVsbH0sIlBhcmVudFN0eWxlIjpudWxsfSwiRGF0ZUZvcm1hdCI6eyIkaWQiOiIxNDg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0ODkiLCJGb3JtYXQiOjAsIklzVmlzaWJsZSI6ZmFsc2UsIkxhc3RLbm93blZpc2liaWxpdHlTdGF0ZSI6ZmFsc2V9LCJJc1Zpc2libGUiOnRydWUsIlBhcmVudFN0eWxlIjpudWxsfSwiSW5kZXgiOjcsIlNtYXJ0RHVyYXRpb25BY3RpdmF0ZWQiOmZhbHNlLCJEYXRlRm9ybWF0Ijp7IiRyZWYiOiIxNDg4In0sIldlZWtOdW1iZXJpbmciOnsiJGlkIjoiMTQ5MCIsIkZvcm1hdCI6MCwiSXNWaXNpYmxlIjpmYWxzZSwiTGFzdEtub3duVmlzaWJpbGl0eVN0YXRlIjpmYWxzZX0sIklkIjoiYzBhOGFjNDQtNjI1YS00MTg1LWE0Y2QtYzVlNjFkZTMzMzFlIiwiSW1wb3J0SWQiOm51bGwsIlRpdGxlIjoiUGggSUlJIHByb2dyYW0iLCJOb3RlIjpudWxsLCJIeXBlcmxpbmsiOnsiJGlkIjoiMTQ5MSIsIkFkZHJlc3MiOm51bGwsIlN1YkFkZHJlc3MiOm51bGx9LCJJc0NoYW5nZWQiOmZhbHNlLCJJc05ldyI6ZmFsc2V9fV0sIl9taWxlc3RvbmVzIjpbeyIkaWQiOiIxNDkyIiwiSWQiOiI1NzA2ZWYyMS1kOThiLTQyZmQtOGY4Zi04MzIwNDU0MGM1ZmMiLCJJbmRleCI6MSwiR3JvdXBJZCI6bnVsbCwiVGl0bGUiOiJwcmUtSU5EIiwiRGF0ZVRpbWUiOiIyMDI2LTA3LTE1VDIzOjU5OjAwIiwiUGVyY2VudGFnZUNvbXBsZXRlIjpudWxsLCJOb3RlIjpudWxsLCJTdHlsZSI6eyIkaWQiOiIxNDkzIiwiVGl0bGVQb3NpdGlvbiI6IkxlZnQiLCJEYXRlUG9zaXRpb24iOiJMZWZ0IiwiU2hhcGVUeXBlIjoxLCJTaGFwZVNpemUiOjAsIlNwYWNpbmciOjUsIlNoYXBlU3R5bGUiOnsiJGlkIjoiMTQ5NCIsIk1hcmdpbiI6eyIkcmVmIjoiMTgxIn0sIlBhZGRpbmciOnsiJHJlZiI6IjE4MiJ9LCJCYWNrZ3JvdW5kIjp7IiRpZCI6IjE0OTUiLCJDb2xvciI6eyIkaWQiOiIxNDk2IiwiQSI6MjU1LCJSIjoyNTUsIkciOjE5MiwiQiI6MH19LCJJc1Zpc2libGUiOnRydWUsIldpZHRoIjoxMi4wLCJIZWlnaHQiOjE0LjAsIkJvcmRlclN0eWxlIjp7IiRpZCI6IjE0OTciLCJMaW5lQ29sb3IiOnsiJGlkIjoiMTQ5OCIsIiR0eXBlIjoiTkxSRS5Db21tb24uRG9tLlNvbGlkQ29sb3JCcnVzaCwgTkxSRS5Db21tb24iLCJDb2xvciI6eyIkaWQiOiIxNDk5IiwiQSI6MjU1LCJSIjoyNTUsIkciOjAsIkIiOjB9fSwiTGluZVdlaWdodCI6MC4wLCJMaW5lVHlwZSI6MCwiUGFyZW50U3R5bGUiOm51bGx9LCJQYXJlbnRTdHlsZSI6bnVsbH0sIlRpdGxlU3R5bGUiOnsiJGlkIjoiMTUwMCIsIkZvbnRTZXR0aW5ncyI6eyIkaWQiOiIxNTAxIiwiRm9udFNpemUiOjgsIkZvbnROYW1lIjoiQ2FsaWJyaSIsIklzQm9sZCI6dHJ1ZSwiSXNJdGFsaWMiOmZhbHNlLCJJc1VuZGVybGluZWQiOmZhbHNlLCJQYXJlbnRTdHlsZSI6bnVsbH0sIkF1dG9TaXplIjowLCJGb3JlZ3JvdW5kIjp7IiRpZCI6IjE1MDIiLCJDb2xvciI6eyIkaWQiOiIxNTAzIiwiQSI6MjU1LCJSIjowLCJHIjowLCJCIjowfX0sIk1heFdpZHRoIjoyMDAuMCwiTWF4SGVpZ2h0IjoiSW5maW5pdHkiLCJTbWFydEZvcmVncm91bmRJc0FjdGl2ZSI6ZmFsc2UsIkhvcml6b250YWxBbGlnbm1lbnQiOjIsIlZlcnRpY2FsQWxpZ25tZW50IjowLCJTbWFydEZvcmVncm91bmQiOm51bGwsIkJhY2tncm91bmRGaWxsVHlwZSI6MCwiTWFyZ2luIjp7IiRyZWYiOiIxOTIifSwiUGFkZGluZyI6eyIkcmVmIjoiMTkzIn0sIkJhY2tncm91bmQiOnsiJGlkIjoiMTUwNCIsIkNvbG9yIjp7IiRpZCI6IjE1MDUiLCJBIjowLCJSIjoyNTUsIkciOjI1NSwiQiI6MjU1fX0sIklzVmlzaWJsZSI6dHJ1ZSwiV2lkdGgiOjAuMCwiSGVpZ2h0IjowLjAsIkJvcmRlclN0eWxlIjpudWxsLCJQYXJlbnRTdHlsZSI6bnVsbH0sIkRhdGVTdHlsZSI6eyIkaWQiOiIxNTA2IiwiRm9udFNldHRpbmdzIjp7IiRpZCI6IjE1MDciLCJGb250U2l6ZSI6MTAsIkZvbnROYW1lIjoiQ2FsaWJyaSIsIklzQm9sZCI6ZmFsc2UsIklzSXRhbGljIjpmYWxzZSwiSXNVbmRlcmxpbmVkIjpmYWxzZSwiUGFyZW50U3R5bGUiOm51bGx9LCJBdXRvU2l6ZSI6MCwiRm9yZWdyb3VuZCI6eyIkaWQiOiIxNTA4IiwiQ29sb3IiOnsiJGlkIjoiMTUwO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wMCJ9LCJQYWRkaW5nIjp7IiRyZWYiOiIyMDEifSwiQmFja2dyb3VuZCI6eyIkaWQiOiIxNTEwIiwiQ29sb3IiOnsiJGlkIjoiMTUxMSIsIkEiOjAsIlIiOjI1NSwiRyI6MjU1LCJCIjoyNTV9fSwiSXNWaXNpYmxlIjpmYWxzZSwiV2lkdGgiOjAuMCwiSGVpZ2h0IjowLjAsIkJvcmRlclN0eWxlIjpudWxsLCJQYXJlbnRTdHlsZSI6bnVsbH0sIkRhdGVGb3JtYXQiOnsiJGlkIjoiMTUxMi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TEzIiwiRm9ybWF0IjowLCJJc1Zpc2libGUiOmZhbHNlLCJMYXN0S25vd25WaXNpYmlsaXR5U3RhdGUiOmZhbHNlfSwiSXNWaXNpYmxlIjp0cnVlLCJQYXJlbnRTdHlsZSI6bnVsbH0sIkh5cGVybGluayI6bnVsbCwiSW1wb3J0SWQiOiIifSx7IiRpZCI6IjE1MTQiLCJJZCI6ImIzOGJhMjcwLTI1ZDUtNDUzZi1hMTI5LTA0Y2U1ZDQzZDA4YyIsIkluZGV4IjoyLCJHcm91cElkIjpudWxsLCJUaXRsZSI6Ik5EQSIsIkRhdGVUaW1lIjoiMjAzMi0wNS0zMVQyMzo1OTowMCIsIlBlcmNlbnRhZ2VDb21wbGV0ZSI6bnVsbCwiTm90ZSI6bnVsbCwiU3R5bGUiOnsiJGlkIjoiMTUxNSIsIlRpdGxlUG9zaXRpb24iOiJSaWdodCIsIkRhdGVQb3NpdGlvbiI6IkxlZnQiLCJTaGFwZVR5cGUiOjEzLCJTaGFwZVNpemUiOjAsIlNwYWNpbmciOjUsIlNoYXBlU3R5bGUiOnsiJGlkIjoiMTUxNiIsIk1hcmdpbiI6eyIkcmVmIjoiMTgxIn0sIlBhZGRpbmciOnsiJHJlZiI6IjE4MiJ9LCJCYWNrZ3JvdW5kIjp7IiRpZCI6IjE1MTciLCJDb2xvciI6eyIkaWQiOiIxNTE4IiwiQSI6MjU1LCJSIjoyNTUsIkciOjE5MiwiQiI6MH19LCJJc1Zpc2libGUiOnRydWUsIldpZHRoIjoxMi4wLCJIZWlnaHQiOjE0LjAsIkJvcmRlclN0eWxlIjp7IiRpZCI6IjE1MTkiLCJMaW5lQ29sb3IiOnsiJHJlZiI6IjEyNDMifSwiTGluZVdlaWdodCI6MC4wLCJMaW5lVHlwZSI6MCwiUGFyZW50U3R5bGUiOm51bGx9LCJQYXJlbnRTdHlsZSI6bnVsbH0sIlRpdGxlU3R5bGUiOnsiJGlkIjoiMTUyMCIsIkZvbnRTZXR0aW5ncyI6eyIkaWQiOiIxNTIxIiwiRm9udFNpemUiOjgsIkZvbnROYW1lIjoiQ2FsaWJyaSIsIklzQm9sZCI6dHJ1ZSwiSXNJdGFsaWMiOmZhbHNlLCJJc1VuZGVybGluZWQiOmZhbHNlLCJQYXJlbnRTdHlsZSI6bnVsbH0sIkF1dG9TaXplIjowLCJGb3JlZ3JvdW5kIjp7IiRpZCI6IjE1MjIiLCJDb2xvciI6eyIkaWQiOiIxNTIzIiwiQSI6MjU1LCJSIjowLCJHIjowLCJCIjowfX0sIk1heFdpZHRoIjoyMDAuMCwiTWF4SGVpZ2h0IjoiSW5maW5pdHkiLCJTbWFydEZvcmVncm91bmRJc0FjdGl2ZSI6ZmFsc2UsIkhvcml6b250YWxBbGlnbm1lbnQiOjAsIlZlcnRpY2FsQWxpZ25tZW50IjowLCJTbWFydEZvcmVncm91bmQiOm51bGwsIkJhY2tncm91bmRGaWxsVHlwZSI6MCwiTWFyZ2luIjp7IiRyZWYiOiIxOTIifSwiUGFkZGluZyI6eyIkcmVmIjoiMTkzIn0sIkJhY2tncm91bmQiOnsiJGlkIjoiMTUyNCIsIkNvbG9yIjp7IiRpZCI6IjE1MjUiLCJBIjowLCJSIjoyNTUsIkciOjI1NSwiQiI6MjU1fX0sIklzVmlzaWJsZSI6dHJ1ZSwiV2lkdGgiOjAuMCwiSGVpZ2h0IjowLjAsIkJvcmRlclN0eWxlIjpudWxsLCJQYXJlbnRTdHlsZSI6bnVsbH0sIkRhdGVTdHlsZSI6eyIkaWQiOiIxNTI2IiwiRm9udFNldHRpbmdzIjp7IiRpZCI6IjE1MjciLCJGb250U2l6ZSI6MTAsIkZvbnROYW1lIjoiQ2FsaWJyaSIsIklzQm9sZCI6ZmFsc2UsIklzSXRhbGljIjpmYWxzZSwiSXNVbmRlcmxpbmVkIjpmYWxzZSwiUGFyZW50U3R5bGUiOm51bGx9LCJBdXRvU2l6ZSI6MCwiRm9yZWdyb3VuZCI6eyIkaWQiOiIxNTI4IiwiQ29sb3IiOnsiJGlkIjoiMTUyOS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IwMCJ9LCJQYWRkaW5nIjp7IiRyZWYiOiIyMDEifSwiQmFja2dyb3VuZCI6eyIkaWQiOiIxNTMwIiwiQ29sb3IiOnsiJGlkIjoiMTUzMSIsIkEiOjAsIlIiOjI1NSwiRyI6MjU1LCJCIjoyNTV9fSwiSXNWaXNpYmxlIjpmYWxzZSwiV2lkdGgiOjAuMCwiSGVpZ2h0IjowLjAsIkJvcmRlclN0eWxlIjpudWxsLCJQYXJlbnRTdHlsZSI6bnVsbH0sIkRhdGVGb3JtYXQiOnsiJHJlZiI6IjEyNTcifSwiV2Vla051bWJlcmluZyI6eyIkaWQiOiIxNTMyIiwiRm9ybWF0IjowLCJJc1Zpc2libGUiOmZhbHNlLCJMYXN0S25vd25WaXNpYmlsaXR5U3RhdGUiOmZhbHNlfSwiSXNWaXNpYmxlIjp0cnVlLCJQYXJlbnRTdHlsZSI6bnVsbH0sIkh5cGVybGluayI6bnVsbCwiSW1wb3J0SWQiOiIifSx7IiRpZCI6IjE1MzMiLCJJZCI6IjU2NjljNDgyLWI0NzgtNDI5Mi1hMWU2LWU4Nzc5NjVkMmEzNiIsIkluZGV4Ijo4LCJHcm91cElkIjpudWxsLCJUaXRsZSI6Im5pU29EIiwiRGF0ZVRpbWUiOiIyMDI0LTAyLTIwVDIzOjU5OjAwIiwiUGVyY2VudGFnZUNvbXBsZXRlIjpudWxsLCJOb3RlIjpudWxsLCJTdHlsZSI6eyIkaWQiOiIxNTM0IiwiVGl0bGVQb3NpdGlvbiI6IlJpZ2h0IiwiRGF0ZVBvc2l0aW9uIjoiTGVmdCIsIlNoYXBlVHlwZSI6MiwiU2hhcGVTaXplIjowLCJTcGFjaW5nIjo1LCJTaGFwZVN0eWxlIjp7IiRpZCI6IjE1MzUiLCJNYXJnaW4iOnsiJHJlZiI6IjE4MSJ9LCJQYWRkaW5nIjp7IiRyZWYiOiIxODIifSwiQmFja2dyb3VuZCI6eyIkaWQiOiIxNTM2IiwiQ29sb3IiOnsiJGlkIjoiMTUzNyIsIkEiOjI1NSwiUiI6MjU1LCJHIjoxOTIsIkIiOjB9fSwiSXNWaXNpYmxlIjp0cnVlLCJXaWR0aCI6OC4wLCJIZWlnaHQiOjguMCwiQm9yZGVyU3R5bGUiOnsiJGlkIjoiMTUzOCIsIkxpbmVDb2xvciI6eyIkcmVmIjoiMTI2NSJ9LCJMaW5lV2VpZ2h0IjowLjAsIkxpbmVUeXBlIjowLCJQYXJlbnRTdHlsZSI6bnVsbH0sIlBhcmVudFN0eWxlIjpudWxsfSwiVGl0bGVTdHlsZSI6eyIkaWQiOiIxNTM5IiwiRm9udFNldHRpbmdzIjp7IiRpZCI6IjE1NDAiLCJGb250U2l6ZSI6OCwiRm9udE5hbWUiOiJDYWxpYnJpIiwiSXNCb2xkIjp0cnVlLCJJc0l0YWxpYyI6ZmFsc2UsIklzVW5kZXJsaW5lZCI6ZmFsc2UsIlBhcmVudFN0eWxlIjpudWxsfSwiQXV0b1NpemUiOjAsIkZvcmVncm91bmQiOnsiJGlkIjoiMTU0MSIsIkNvbG9yIjp7IiRpZCI6IjE1NDIiLCJBIjoyNTUsIlIiOjAsIkciOjAsIkIiOjB9fSwiTWF4V2lkdGgiOjIwMC4wLCJNYXhIZWlnaHQiOiJJbmZpbml0eSIsIlNtYXJ0Rm9yZWdyb3VuZElzQWN0aXZlIjpmYWxzZSwiSG9yaXpvbnRhbEFsaWdubWVudCI6MCwiVmVydGljYWxBbGlnbm1lbnQiOjAsIlNtYXJ0Rm9yZWdyb3VuZCI6bnVsbCwiQmFja2dyb3VuZEZpbGxUeXBlIjowLCJNYXJnaW4iOnsiJHJlZiI6IjE5MiJ9LCJQYWRkaW5nIjp7IiRyZWYiOiIxOTMifSwiQmFja2dyb3VuZCI6eyIkaWQiOiIxNTQzIiwiQ29sb3IiOnsiJGlkIjoiMTU0NCIsIkEiOjAsIlIiOjI1NSwiRyI6MjU1LCJCIjoyNTV9fSwiSXNWaXNpYmxlIjp0cnVlLCJXaWR0aCI6MC4wLCJIZWlnaHQiOjAuMCwiQm9yZGVyU3R5bGUiOm51bGwsIlBhcmVudFN0eWxlIjpudWxsfSwiRGF0ZVN0eWxlIjp7IiRpZCI6IjE1NDUiLCJGb250U2V0dGluZ3MiOnsiJGlkIjoiMTU0NiIsIkZvbnRTaXplIjoxMCwiRm9udE5hbWUiOiJDYWxpYnJpIiwiSXNCb2xkIjpmYWxzZSwiSXNJdGFsaWMiOmZhbHNlLCJJc1VuZGVybGluZWQiOmZhbHNlLCJQYXJlbnRTdHlsZSI6bnVsbH0sIkF1dG9TaXplIjowLCJGb3JlZ3JvdW5kIjp7IiRpZCI6IjE1NDciLCJDb2xvciI6eyIkaWQiOiIxNTQ4IiwiQSI6MjU1LCJSIjo2OCwiRyI6ODQsIkIiOjEwNn19LCJNYXhXaWR0aCI6MjAwLjAsIk1heEhlaWdodCI6IkluZmluaXR5IiwiU21hcnRGb3JlZ3JvdW5kSXNBY3RpdmUiOmZhbHNlLCJIb3Jpem9udGFsQWxpZ25tZW50IjoyLCJWZXJ0aWNhbEFsaWdubWVudCI6MCwiU21hcnRGb3JlZ3JvdW5kIjpudWxsLCJCYWNrZ3JvdW5kRmlsbFR5cGUiOjAsIk1hcmdpbiI6eyIkcmVmIjoiMjAwIn0sIlBhZGRpbmciOnsiJHJlZiI6IjIwMSJ9LCJCYWNrZ3JvdW5kIjp7IiRpZCI6IjE1NDkiLCJDb2xvciI6eyIkaWQiOiIxNTUwIiwiQSI6MCwiUiI6MjU1LCJHIjoyNTUsIkIiOjI1NX19LCJJc1Zpc2libGUiOmZhbHNlLCJXaWR0aCI6MC4wLCJIZWlnaHQiOjAuMCwiQm9yZGVyU3R5bGUiOm51bGwsIlBhcmVudFN0eWxlIjpudWxsfSwiRGF0ZUZvcm1hdCI6eyIkcmVmIjoiMTI3OSJ9LCJXZWVrTnVtYmVyaW5nIjp7IiRpZCI6IjE1NTEiLCJGb3JtYXQiOjAsIklzVmlzaWJsZSI6ZmFsc2UsIkxhc3RLbm93blZpc2liaWxpdHlTdGF0ZSI6ZmFsc2V9LCJJc1Zpc2libGUiOnRydWUsIlBhcmVudFN0eWxlIjpudWxsfSwiSHlwZXJsaW5rIjpudWxsLCJJbXBvcnRJZCI6IiJ9LHsiJGlkIjoiMTU1MiIsIklkIjoiZDUzYjcyZmItNWE3ZC00YTQ1LWFkYTEtMTY0ZTk0OTc5ZjlmIiwiSW5kZXgiOjMsIkdyb3VwSWQiOm51bGwsIlRpdGxlIjoiUG9DQyIsIkRhdGVUaW1lIjoiMjAyOC0xMS0xMVQyMzo1OTowMCIsIlBlcmNlbnRhZ2VDb21wbGV0ZSI6bnVsbCwiTm90ZSI6bnVsbCwiU3R5bGUiOnsiJGlkIjoiMTU1MyIsIlRpdGxlUG9zaXRpb24iOiJSaWdodCIsIkRhdGVQb3NpdGlvbiI6IkxlZnQiLCJTaGFwZVR5cGUiOjEzLCJTaGFwZVNpemUiOjAsIlNwYWNpbmciOjUsIlNoYXBlU3R5bGUiOnsiJGlkIjoiMTU1NCIsIk1hcmdpbiI6eyIkcmVmIjoiMTMxIn0sIlBhZGRpbmciOnsiJHJlZiI6IjEzMiJ9LCJCYWNrZ3JvdW5kIjp7IiRpZCI6IjE1NTUiLCJDb2xvciI6eyIkaWQiOiIxNTU2IiwiQSI6MjU1LCJSIjoyNTUsIkciOjE5MiwiQiI6MH19LCJJc1Zpc2libGUiOnRydWUsIldpZHRoIjoxMi4wLCJIZWlnaHQiOjE0LjAsIkJvcmRlclN0eWxlIjp7IiRpZCI6IjE1NTciLCJMaW5lQ29sb3IiOnsiJHJlZiI6IjEzOTkifSwiTGluZVdlaWdodCI6MC4wLCJMaW5lVHlwZSI6MCwiUGFyZW50U3R5bGUiOm51bGx9LCJQYXJlbnRTdHlsZSI6bnVsbH0sIlRpdGxlU3R5bGUiOnsiJGlkIjoiMTU1OCIsIkZvbnRTZXR0aW5ncyI6eyIkaWQiOiIxNTU5IiwiRm9udFNpemUiOjgsIkZvbnROYW1lIjoiQ2FsaWJyaSIsIklzQm9sZCI6dHJ1ZSwiSXNJdGFsaWMiOmZhbHNlLCJJc1VuZGVybGluZWQiOmZhbHNlLCJQYXJlbnRTdHlsZSI6bnVsbH0sIkF1dG9TaXplIjowLCJGb3JlZ3JvdW5kIjp7IiRpZCI6IjE1NjAiLCJDb2xvciI6eyIkaWQiOiIxNTYxIiwiQSI6MjU1LCJSIjowLCJHIjowLCJCIjowfX0sIk1heFdpZHRoIjoyMDAuMCwiTWF4SGVpZ2h0IjoiSW5maW5pdHkiLCJTbWFydEZvcmVncm91bmRJc0FjdGl2ZSI6ZmFsc2UsIkhvcml6b250YWxBbGlnbm1lbnQiOjAsIlZlcnRpY2FsQWxpZ25tZW50IjowLCJTbWFydEZvcmVncm91bmQiOm51bGwsIkJhY2tncm91bmRGaWxsVHlwZSI6MCwiTWFyZ2luIjp7IiRyZWYiOiIxNDIifSwiUGFkZGluZyI6eyIkcmVmIjoiMTQzIn0sIkJhY2tncm91bmQiOnsiJGlkIjoiMTU2MiIsIkNvbG9yIjp7IiRpZCI6IjE1NjMiLCJBIjowLCJSIjoyNTUsIkciOjI1NSwiQiI6MjU1fX0sIklzVmlzaWJsZSI6dHJ1ZSwiV2lkdGgiOjAuMCwiSGVpZ2h0IjowLjAsIkJvcmRlclN0eWxlIjpudWxsLCJQYXJlbnRTdHlsZSI6bnVsbH0sIkRhdGVTdHlsZSI6eyIkaWQiOiIxNTY0IiwiRm9udFNldHRpbmdzIjp7IiRpZCI6IjE1NjUiLCJGb250U2l6ZSI6MTAsIkZvbnROYW1lIjoiQ2FsaWJyaSIsIklzQm9sZCI6ZmFsc2UsIklzSXRhbGljIjpmYWxzZSwiSXNVbmRlcmxpbmVkIjpmYWxzZSwiUGFyZW50U3R5bGUiOm51bGx9LCJBdXRvU2l6ZSI6MCwiRm9yZWdyb3VuZCI6eyIkaWQiOiIxNTY2IiwiQ29sb3IiOnsiJGlkIjoiMTU2NyIsIkEiOjI1NSwiUiI6NjgsIkciOjg0LCJCIjoxMDZ9fSwiTWF4V2lkdGgiOjIwMC4wLCJNYXhIZWlnaHQiOiJJbmZpbml0eSIsIlNtYXJ0Rm9yZWdyb3VuZElzQWN0aXZlIjpmYWxzZSwiSG9yaXpvbnRhbEFsaWdubWVudCI6MiwiVmVydGljYWxBbGlnbm1lbnQiOjAsIlNtYXJ0Rm9yZWdyb3VuZCI6bnVsbCwiQmFja2dyb3VuZEZpbGxUeXBlIjowLCJNYXJnaW4iOnsiJHJlZiI6IjE1MCJ9LCJQYWRkaW5nIjp7IiRyZWYiOiIxNTEifSwiQmFja2dyb3VuZCI6eyIkaWQiOiIxNTY4IiwiQ29sb3IiOnsiJGlkIjoiMTU2OSIsIkEiOjAsIlIiOjI1NSwiRyI6MjU1LCJCIjoyNTV9fSwiSXNWaXNpYmxlIjpmYWxzZSwiV2lkdGgiOjAuMCwiSGVpZ2h0IjowLjAsIkJvcmRlclN0eWxlIjpudWxsLCJQYXJlbnRTdHlsZSI6bnVsbH0sIkRhdGVGb3JtYXQiOnsiJHJlZiI6IjEzMDEifSwiV2Vla051bWJlcmluZyI6eyIkaWQiOiIxNTcwIiwiRm9ybWF0IjowLCJJc1Zpc2libGUiOmZhbHNlLCJMYXN0S25vd25WaXNpYmlsaXR5U3RhdGUiOmZhbHNlfSwiSXNWaXNpYmxlIjp0cnVlLCJQYXJlbnRTdHlsZSI6bnVsbH0sIkh5cGVybGluayI6bnVsbCwiSW1wb3J0SWQiOm51bGx9LHsiJGlkIjoiMTU3MSIsIklkIjoiMTEzOWQ0NzAtYjBkOC00MTgxLTg0MWQtMWZhMzFmMmNkMzQzIiwiSW5kZXgiOjQsIkdyb3VwSWQiOm51bGwsIlRpdGxlIjoiQXBwcm92YWwgVVMiLCJEYXRlVGltZSI6IjIwMzMtMDUtMzFUMjM6NTk6MDAiLCJQZXJjZW50YWdlQ29tcGxldGUiOm51bGwsIk5vdGUiOm51bGwsIlN0eWxlIjp7IiRpZCI6IjE1NzIiLCJUaXRsZVBvc2l0aW9uIjoiUmlnaHQiLCJEYXRlUG9zaXRpb24iOiJMZWZ0IiwiU2hhcGVUeXBlIjoxMywiU2hhcGVTaXplIjowLCJTcGFjaW5nIjo1LCJTaGFwZVN0eWxlIjp7IiRpZCI6IjE1NzMiLCJNYXJnaW4iOnsiJHJlZiI6IjE4MSJ9LCJQYWRkaW5nIjp7IiRyZWYiOiIxODIifSwiQmFja2dyb3VuZCI6eyIkaWQiOiIxNTc0IiwiQ29sb3IiOnsiJGlkIjoiMTU3NSIsIkEiOjI1NSwiUiI6MjU1LCJHIjoxOTIsIkIiOjB9fSwiSXNWaXNpYmxlIjp0cnVlLCJXaWR0aCI6MTIuMCwiSGVpZ2h0IjoxNC4wLCJCb3JkZXJTdHlsZSI6eyIkaWQiOiIxNTc2IiwiTGluZUNvbG9yIjp7IiRyZWYiOiIxMzA5In0sIkxpbmVXZWlnaHQiOjAuMCwiTGluZVR5cGUiOjAsIlBhcmVudFN0eWxlIjpudWxsfSwiUGFyZW50U3R5bGUiOm51bGx9LCJUaXRsZVN0eWxlIjp7IiRpZCI6IjE1NzciLCJGb250U2V0dGluZ3MiOnsiJGlkIjoiMTU3OCIsIkZvbnRTaXplIjo4LCJGb250TmFtZSI6IkNhbGlicmkiLCJJc0JvbGQiOnRydWUsIklzSXRhbGljIjpmYWxzZSwiSXNVbmRlcmxpbmVkIjpmYWxzZSwiUGFyZW50U3R5bGUiOm51bGx9LCJBdXRvU2l6ZSI6MCwiRm9yZWdyb3VuZCI6eyIkaWQiOiIxNTc5IiwiQ29sb3IiOnsiJGlkIjoiMTU4MCIsIkEiOjI1NSwiUiI6MCwiRyI6MCwiQiI6MH19LCJNYXhXaWR0aCI6MjAwLjAsIk1heEhlaWdodCI6IkluZmluaXR5IiwiU21hcnRGb3JlZ3JvdW5kSXNBY3RpdmUiOmZhbHNlLCJIb3Jpem9udGFsQWxpZ25tZW50IjowLCJWZXJ0aWNhbEFsaWdubWVudCI6MCwiU21hcnRGb3JlZ3JvdW5kIjpudWxsLCJCYWNrZ3JvdW5kRmlsbFR5cGUiOjAsIk1hcmdpbiI6eyIkcmVmIjoiMTkyIn0sIlBhZGRpbmciOnsiJHJlZiI6IjE5MyJ9LCJCYWNrZ3JvdW5kIjp7IiRpZCI6IjE1ODEiLCJDb2xvciI6eyIkaWQiOiIxNTgyIiwiQSI6MCwiUiI6MjU1LCJHIjoyNTUsIkIiOjI1NX19LCJJc1Zpc2libGUiOnRydWUsIldpZHRoIjowLjAsIkhlaWdodCI6MC4wLCJCb3JkZXJTdHlsZSI6bnVsbCwiUGFyZW50U3R5bGUiOm51bGx9LCJEYXRlU3R5bGUiOnsiJGlkIjoiMTU4MyIsIkZvbnRTZXR0aW5ncyI6eyIkaWQiOiIxNTg0IiwiRm9udFNpemUiOjEwLCJGb250TmFtZSI6IkNhbGlicmkiLCJJc0JvbGQiOmZhbHNlLCJJc0l0YWxpYyI6ZmFsc2UsIklzVW5kZXJsaW5lZCI6ZmFsc2UsIlBhcmVudFN0eWxlIjpudWxsfSwiQXV0b1NpemUiOjAsIkZvcmVncm91bmQiOnsiJGlkIjoiMTU4NSIsIkNvbG9yIjp7IiRpZCI6IjE1ODYiLCJBIjoyNTUsIlIiOjY4LCJHIjo4NCwiQiI6MTA2fX0sIk1heFdpZHRoIjoyMDAuMCwiTWF4SGVpZ2h0IjoiSW5maW5pdHkiLCJTbWFydEZvcmVncm91bmRJc0FjdGl2ZSI6ZmFsc2UsIkhvcml6b250YWxBbGlnbm1lbnQiOjIsIlZlcnRpY2FsQWxpZ25tZW50IjowLCJTbWFydEZvcmVncm91bmQiOm51bGwsIkJhY2tncm91bmRGaWxsVHlwZSI6MCwiTWFyZ2luIjp7IiRyZWYiOiIyMDAifSwiUGFkZGluZyI6eyIkcmVmIjoiMjAxIn0sIkJhY2tncm91bmQiOnsiJGlkIjoiMTU4NyIsIkNvbG9yIjp7IiRpZCI6IjE1ODgiLCJBIjowLCJSIjoyNTUsIkciOjI1NSwiQiI6MjU1fX0sIklzVmlzaWJsZSI6ZmFsc2UsIldpZHRoIjowLjAsIkhlaWdodCI6MC4wLCJCb3JkZXJTdHlsZSI6bnVsbCwiUGFyZW50U3R5bGUiOm51bGx9LCJEYXRlRm9ybWF0Ijp7IiRyZWYiOiIxMzIzIn0sIldlZWtOdW1iZXJpbmciOnsiJGlkIjoiMTU4OSIsIkZvcm1hdCI6MCwiSXNWaXNpYmxlIjpmYWxzZSwiTGFzdEtub3duVmlzaWJpbGl0eVN0YXRlIjpmYWxzZX0sIklzVmlzaWJsZSI6dHJ1ZSwiUGFyZW50U3R5bGUiOm51bGx9LCJIeXBlcmxpbmsiOm51bGwsIkltcG9ydElkIjoiIn1dLCJJZCI6IjBhNTY2MGFlLWRlZWUtNDM0NS1hMjcwLWQ4ODU2OTRmMzE1ZSIsIklzU2luZ2xlSXRlbVJvdyI6ZmFsc2V9XSwiSW5kZXgiOjQ3LCJJZCI6Ijg3YzM2Y2RkLTg4MGItNDNjNy05MTAwLWM0MmMzNDM3NTZmMCIsIkhlYWRlclRleHQiOiJPQ0QiLCJJc0RlZmF1bHQiOmZhbHNlLCJTdHlsZSI6eyIkaWQiOiIxNTkwIiwiSGVhZGVyU3R5bGUiOnsiJGlkIjoiMTU5MSIsIlRleHRTdHlsZSI6eyIkaWQiOiIxNTkyIiwiRm9udFNldHRpbmdzIjp7IiRpZCI6IjE1OTMiLCJGb250U2l6ZSI6MTEsIkZvbnROYW1lIjoiQ2FsaWJyaSIsIklzQm9sZCI6ZmFsc2UsIklzSXRhbGljIjpmYWxzZSwiSXNVbmRlcmxpbmVkIjpmYWxzZSwiUGFyZW50U3R5bGUiOm51bGx9LCJBdXRvU2l6ZSI6MiwiRm9yZWdyb3VuZCI6eyIkcmVmIjoiMTMyOSJ9LCJNYXhXaWR0aCI6NTMuNzQ2NjY2NjY2NjY2NjcsIk1heEhlaWdodCI6IkluZmluaXR5IiwiU21hcnRGb3JlZ3JvdW5kSXNBY3RpdmUiOmZhbHNlLCJIb3Jpem9udGFsQWxpZ25tZW50IjowLCJWZXJ0aWNhbEFsaWdubWVudCI6MCwiU21hcnRGb3JlZ3JvdW5kIjpudWxsLCJCYWNrZ3JvdW5kRmlsbFR5cGUiOjAsIk1hcmdpbiI6eyIkcmVmIjoiMTMzMSJ9LCJQYWRkaW5nIjp7IiRyZWYiOiIxMzMyIn0sIkJhY2tncm91bmQiOm51bGwsIklzVmlzaWJsZSI6dHJ1ZSwiV2lkdGgiOjAuMCwiSGVpZ2h0IjowLjAsIkJvcmRlclN0eWxlIjpudWxsLCJQYXJlbnRTdHlsZSI6bnVsbH0sIlJlY3RhbmdsZVN0eWxlIjp7IiRpZCI6IjE1OTQiLCJNYXJnaW4iOnsiJHJlZiI6IjEzMzQifSwiUGFkZGluZyI6eyIkcmVmIjoiMTMzNSJ9LCJCYWNrZ3JvdW5kIjp7IiRyZWYiOiIxMzM2In0sIklzVmlzaWJsZSI6dHJ1ZSwiV2lkdGgiOjAuMCwiSGVpZ2h0IjowLjAsIkJvcmRlclN0eWxlIjp7IiRpZCI6IjE1OTUiLCJMaW5lQ29sb3IiOnsiJHJlZiI6IjEzMzkifSwiTGluZVdlaWdodCI6MC4wLCJMaW5lVHlwZSI6MCwiUGFyZW50U3R5bGUiOm51bGx9LCJQYXJlbnRTdHlsZSI6bnVsbH0sIk1hcmdpbiI6eyIkcmVmIjoiMTM0MSJ9LCJQYWRkaW5nIjp7IiRyZWYiOiIxMzQyIn0sIkJhY2tncm91bmQiOm51bGwsIklzVmlzaWJsZSI6dHJ1ZSwiV2lkdGgiOjAuMCwiSGVpZ2h0IjowLjAsIkJvcmRlclN0eWxlIjpudWxsLCJQYXJlbnRTdHlsZSI6bnVsbH0sIkJhY2tncm91bmRTdHlsZSI6eyIkaWQiOiIxNTk2IiwiTWFyZ2luIjp7IiRyZWYiOiIxMzQ0In0sIlBhZGRpbmciOnsiJHJlZiI6IjEzNDUifSwiQmFja2dyb3VuZCI6eyIkcmVmIjoiMTM0NiJ9LCJJc1Zpc2libGUiOnRydWUsIldpZHRoIjowLjAsIkhlaWdodCI6MC4wLCJCb3JkZXJTdHlsZSI6eyIkaWQiOiIxNTk3IiwiTGluZUNvbG9yIjp7IiRyZWYiOiIxMzQ5In0sIkxpbmVXZWlnaHQiOjAuMCwiTGluZVR5cGUiOjAsIlBhcmVudFN0eWxlIjpudWxsfSwiUGFyZW50U3R5bGUiOm51bGx9LCJNYXJnaW4iOnsiJHJlZiI6IjEzNTEifSwiUGFkZGluZyI6eyIkcmVmIjoiMTM1MiJ9LCJJc1Zpc2libGUiOmZhbHNlLCJXaWR0aCI6MC4wLCJIZWlnaHQiOjAuMCwiQm9yZGVyU3R5bGUiOm51bGwsIlBhcmVudFN0eWxlIjpudWxsfX1dLCJJZCI6IjEwMjU5NDMxLTEwOGUtNDY3Yy04M2NiLWY2ZjJmYzU1YWRjMyIsIkluZGV4IjowLCJIZWFkZXJUZXh0IjoiSW5kaWNhdGlvbiIsIlN0eWxlIjp7IiRpZCI6IjE1OTgiLCJIZWFkZXJTdHlsZSI6eyIkaWQiOiIxNTk5IiwiVGV4dElzVmVydGljYWwiOmZhbHNlLCJUZXh0U3R5bGUiOnsiJGlkIjoiMTYwMCIsIkZvbnRTZXR0aW5ncyI6eyIkaWQiOiIxNjAxIiwiRm9udFNpemUiOjEyLCJGb250TmFtZSI6IkNhbGlicmkiLCJJc0JvbGQiOmZhbHNlLCJJc0l0YWxpYyI6ZmFsc2UsIklzVW5kZXJsaW5lZCI6ZmFsc2UsIlBhcmVudFN0eWxlIjpudWxsfSwiQXV0b1NpemUiOjIsIkZvcmVncm91bmQiOnsiJGlkIjoiMTYwMiIsIkNvbG9yIjp7IiRpZCI6IjE2MDMiLCJBIjoyNTUsIlIiOjI1NSwiRyI6MjU1LCJCIjoyNTV9fSwiTWF4V2lkdGgiOjYzLjc0NjY2NjY2NjY2NjY3LCJNYXhIZWlnaHQiOjAuMCwiU21hcnRGb3JlZ3JvdW5kSXNBY3RpdmUiOmZhbHNlLCJIb3Jpem9udGFsQWxpZ25tZW50IjowLCJWZXJ0aWNhbEFsaWdubWVudCI6MCwiU21hcnRGb3JlZ3JvdW5kIjpudWxsLCJCYWNrZ3JvdW5kRmlsbFR5cGUiOjAsIk1hcmdpbiI6eyIkaWQiOiIxNjA0IiwiVG9wIjowLjAsIkxlZnQiOjAuMCwiUmlnaHQiOjAuMCwiQm90dG9tIjowLjB9LCJQYWRkaW5nIjp7IiRpZCI6IjE2MDUiLCJUb3AiOjAuMCwiTGVmdCI6MC4wLCJSaWdodCI6MC4wLCJCb3R0b20iOjAuMH0sIkJhY2tncm91bmQiOm51bGwsIklzVmlzaWJsZSI6dHJ1ZSwiV2lkdGgiOjAuMCwiSGVpZ2h0IjowLjAsIkJvcmRlclN0eWxlIjpudWxsLCJQYXJlbnRTdHlsZSI6bnVsbH0sIlJlY3RhbmdsZVN0eWxlIjp7IiRpZCI6IjE2MDYiLCJNYXJnaW4iOnsiJGlkIjoiMTYwNyIsIlRvcCI6MC4wLCJMZWZ0IjowLjAsIlJpZ2h0IjowLjAsIkJvdHRvbSI6MC4wfSwiUGFkZGluZyI6eyIkaWQiOiIxNjA4IiwiVG9wIjowLjAsIkxlZnQiOjAuMCwiUmlnaHQiOjAuMCwiQm90dG9tIjowLjB9LCJCYWNrZ3JvdW5kIjp7IiRpZCI6IjE2MDkiLCJDb2xvciI6eyIkaWQiOiIxNjEwIiwiQSI6MjU1LCJSIjoyNTQsIkciOjE4NiwiQiI6MTB9fSwiSXNWaXNpYmxlIjp0cnVlLCJXaWR0aCI6MC4wLCJIZWlnaHQiOjAuMCwiQm9yZGVyU3R5bGUiOnsiJGlkIjoiMTYxMSIsIkxpbmVDb2xvciI6eyIkaWQiOiIxNjEyIiwiJHR5cGUiOiJOTFJFLkNvbW1vbi5Eb20uU29saWRDb2xvckJydXNoLCBOTFJFLkNvbW1vbiIsIkNvbG9yIjp7IiRpZCI6IjE2MTMiLCJBIjoyNTUsIlIiOjAsIkciOjM1LCJCIjo3M319LCJMaW5lV2VpZ2h0IjowLjAsIkxpbmVUeXBlIjowLCJQYXJlbnRTdHlsZSI6bnVsbH0sIlBhcmVudFN0eWxlIjpudWxsfSwiTWFyZ2luIjp7IiRpZCI6IjE2MTQiLCJUb3AiOjAuMCwiTGVmdCI6MC4wLCJSaWdodCI6MC4wLCJCb3R0b20iOjAuMH0sIlBhZGRpbmciOnsiJGlkIjoiMTYxNSIsIlRvcCI6MC4wLCJMZWZ0IjowLjAsIlJpZ2h0IjowLjAsIkJvdHRvbSI6MC4wfSwiQmFja2dyb3VuZCI6bnVsbCwiSXNWaXNpYmxlIjp0cnVlLCJXaWR0aCI6MC4wLCJIZWlnaHQiOjAuMCwiQm9yZGVyU3R5bGUiOm51bGwsIlBhcmVudFN0eWxlIjpudWxsfSwiQmFja2dyb3VuZFN0eWxlIjp7IiRpZCI6IjE2MTYiLCJNYXJnaW4iOnsiJGlkIjoiMTYxNyIsIlRvcCI6MC4wLCJMZWZ0IjowLjAsIlJpZ2h0IjowLjAsIkJvdHRvbSI6MC4wfSwiUGFkZGluZyI6eyIkaWQiOiIxNjE4IiwiVG9wIjowLjAsIkxlZnQiOjAuMCwiUmlnaHQiOjAuMCwiQm90dG9tIjowLjB9LCJCYWNrZ3JvdW5kIjp7IiRpZCI6IjE2MTkiLCJDb2xvciI6eyIkaWQiOiIxNjIwIiwiQSI6NTEsIlIiOjE5NywiRyI6MTk1LCJCIjoyMzh9fSwiSXNWaXNpYmxlIjp0cnVlLCJXaWR0aCI6MC4wLCJIZWlnaHQiOjAuMCwiQm9yZGVyU3R5bGUiOnsiJGlkIjoiMTYyMSIsIkxpbmVDb2xvciI6eyIkaWQiOiIxNjIyIiwiJHR5cGUiOiJOTFJFLkNvbW1vbi5Eb20uU29saWRDb2xvckJydXNoLCBOTFJFLkNvbW1vbiIsIkNvbG9yIjp7IiRpZCI6IjE2MjMiLCJBIjoyNTUsIlIiOjIxLCJHIjozNywiQiI6NjZ9fSwiTGluZVdlaWdodCI6MC4wLCJMaW5lVHlwZSI6MCwiUGFyZW50U3R5bGUiOm51bGx9LCJQYXJlbnRTdHlsZSI6bnVsbH0sIklzQWJvdmVUaW1lYmFuZCI6ZmFsc2UsIlNwYWNpbmciOjUsIk1hcmdpbiI6eyIkaWQiOiIxNjI0IiwiVG9wIjowLjAsIkxlZnQiOjAuMCwiUmlnaHQiOjAuMCwiQm90dG9tIjowLjB9LCJQYWRkaW5nIjp7IiRpZCI6IjE2MjUiLCJUb3AiOjAuMCwiTGVmdCI6MC4wLCJSaWdodCI6MC4wLCJCb3R0b20iOjAuMH0sIklzVmlzaWJsZSI6dHJ1ZSwiV2lkdGgiOjAuMCwiSGVpZ2h0IjowLjAsIkJvcmRlclN0eWxlIjp7IiRpZCI6IjE2MjYiLCJMaW5lQ29sb3IiOm51bGwsIkxpbmVXZWlnaHQiOjAuMCwiTGluZVR5cGUiOjAsIlBhcmVudFN0eWxlIjpudWxsfSwiUGFyZW50U3R5bGUiOm51bGx9fSx7IiRpZCI6IjE2MjciLCJfYWN0aXZpdGllcyI6W3siJGlkIjoiMTYyOCIsIl9yb3dzIjpbeyIkaWQiOiIxNjI5IiwiX3Rhc2tzIjpbeyIkaWQiOiIxNjMwIiwiX2F0dGFjaGVkTWlsZXN0b25lcyI6W10sIlRhc2tEZWZpbml0aW9uIjp7IiRpZCI6IjE2MzEiLCJHcm91cE5hbWUiOm51bGwsIlN0YXJ0RGF0ZSI6IjIwMjQtMDUtMTNUMDA6MDA6MDBaIiwiRW5kRGF0ZSI6IjIwMjQtMTEtMDRUMjM6NTk6MDBaIiwiUGVyY2VudGFnZUNvbXBsZXRlIjpudWxsLCJTdHlsZSI6eyIkaWQiOiIxNjMyIiwiU2hhcGUiOjIsIlNoYXBlVGhpY2tuZXNzIjowLCJEdXJhdGlvbkZvcm1hdCI6MCwiSW5jbHVkZU5vbldvcmtpbmdEYXlzSW5EdXJhdGlvbiI6ZmFsc2UsIlBlcmNlbnRhZ2VDb21wbGV0ZVN0eWxlIjp7IiRpZCI6IjE2MzMiLCJGb250U2V0dGluZ3MiOnsiJGlkIjoiMTYzNCIsIkZvbnRTaXplIjoxMCwiRm9udE5hbWUiOiJDYWxpYnJpIiwiSXNCb2xkIjpmYWxzZSwiSXNJdGFsaWMiOmZhbHNlLCJJc1VuZGVybGluZWQiOmZhbHNlLCJQYXJlbnRTdHlsZSI6bnVsbH0sIkF1dG9TaXplIjowLCJGb3JlZ3JvdW5kIjp7IiRyZWYiOiI3NiJ9LCJNYXhXaWR0aCI6MjAwLjAsIk1heEhlaWdodCI6IkluZmluaXR5IiwiU21hcnRGb3JlZ3JvdW5kSXNBY3RpdmUiOmZhbHNlLCJIb3Jpem9udGFsQWxpZ25tZW50IjowLCJWZXJ0aWNhbEFsaWdubWVudCI6MCwiU21hcnRGb3JlZ3JvdW5kIjpudWxsLCJCYWNrZ3JvdW5kRmlsbFR5cGUiOjAsIk1hcmdpbiI6eyIkcmVmIjoiNzgifSwiUGFkZGluZyI6eyIkcmVmIjoiNzkifSwiQmFja2dyb3VuZCI6eyIkcmVmIjoiMjc4In0sIklzVmlzaWJsZSI6dHJ1ZSwiV2lkdGgiOjAuMCwiSGVpZ2h0IjowLjAsIkJvcmRlclN0eWxlIjp7IiRpZCI6IjE2MzUiLCJMaW5lQ29sb3IiOm51bGwsIkxpbmVXZWlnaHQiOjAuMCwiTGluZVR5cGUiOjAsIlBhcmVudFN0eWxlIjpudWxsfSwiUGFyZW50U3R5bGUiOm51bGx9LCJEdXJhdGlvblN0eWxlIjp7IiRpZCI6IjE2MzYiLCJGb250U2V0dGluZ3MiOnsiJGlkIjoiMTYzNyIsIkZvbnRTaXplIjoxMCwiRm9udE5hbWUiOiJDYWxpYnJpIiwiSXNCb2xkIjpmYWxzZSwiSXNJdGFsaWMiOmZhbHNlLCJJc1VuZGVybGluZWQiOmZhbHNlLCJQYXJlbnRTdHlsZSI6bnVsbH0sIkF1dG9TaXplIjowLCJGb3JlZ3JvdW5kIjp7IiRyZWYiOiI4NSJ9LCJNYXhXaWR0aCI6MjAwLjAsIk1heEhlaWdodCI6IkluZmluaXR5IiwiU21hcnRGb3JlZ3JvdW5kSXNBY3RpdmUiOmZhbHNlLCJIb3Jpem9udGFsQWxpZ25tZW50IjowLCJWZXJ0aWNhbEFsaWdubWVudCI6MCwiU21hcnRGb3JlZ3JvdW5kIjpudWxsLCJCYWNrZ3JvdW5kRmlsbFR5cGUiOjAsIk1hcmdpbiI6eyIkcmVmIjoiODcifSwiUGFkZGluZyI6eyIkcmVmIjoiODgifSwiQmFja2dyb3VuZCI6eyIkcmVmIjoiODkifSwiSXNWaXNpYmxlIjp0cnVlLCJXaWR0aCI6MC4wLCJIZWlnaHQiOjAuMCwiQm9yZGVyU3R5bGUiOnsiJGlkIjoiMTYzOCIsIkxpbmVDb2xvciI6bnVsbCwiTGluZVdlaWdodCI6MC4wLCJMaW5lVHlwZSI6MCwiUGFyZW50U3R5bGUiOm51bGx9LCJQYXJlbnRTdHlsZSI6bnVsbH0sIkhvcml6b250YWxDb25uZWN0b3JTdHlsZSI6eyIkaWQiOiIxNjM5IiwiTGluZUNvbG9yIjp7IiRyZWYiOiI5MyJ9LCJMaW5lV2VpZ2h0IjoxLjAsIkxpbmVUeXBlIjowLCJQYXJlbnRTdHlsZSI6bnVsbH0sIlZlcnRpY2FsQ29ubmVjdG9yU3R5bGUiOnsiJGlkIjoiMTY0MCIsIkxpbmVDb2xvciI6eyIkcmVmIjoiOTYifSwiTGluZVdlaWdodCI6MC4wLCJMaW5lVHlwZSI6MCwiUGFyZW50U3R5bGUiOm51bGx9LCJNYXJnaW4iOm51bGwsIlN0YXJ0RGF0ZVBvc2l0aW9uIjo2LCJFbmREYXRlUG9zaXRpb24iOjYsIkRhdGVJc1Zpc2libGUiOmZhbHNlLCJUaXRsZVBvc2l0aW9uIjo0LCJEdXJhdGlvblBvc2l0aW9uIjo2LCJQZXJjZW50YWdlQ29tcGxldGVkUG9zaXRpb24iOjYsIlNwYWNpbmciOjMsIklzQmVsb3dUaW1lYmFuZCI6dHJ1ZSwiUGVyY2VudGFnZUNvbXBsZXRlU2hhcGVPcGFjaXR5IjozNSwiU2hhcGVTdHlsZSI6eyIkaWQiOiIxNjQxIiwiTWFyZ2luIjp7IiRyZWYiOiI5OSJ9LCJQYWRkaW5nIjp7IiRyZWYiOiIxMDAifSwiQmFja2dyb3VuZCI6eyIkaWQiOiIxNjQyIiwiQ29sb3IiOnsiJGlkIjoiMTY0MyIsIkEiOjI1NSwiUiI6MjM0LCJHIjoyMiwiQiI6MzB9fSwiSXNWaXNpYmxlIjp0cnVlLCJXaWR0aCI6MC4wLCJIZWlnaHQiOjEwLjAsIkJvcmRlclN0eWxlIjp7IiRpZCI6IjE2NDQiLCJMaW5lQ29sb3IiOnsiJGlkIjoiMTY0NSIsIiR0eXBlIjoiTkxSRS5Db21tb24uRG9tLlNvbGlkQ29sb3JCcnVzaCwgTkxSRS5Db21tb24iLCJDb2xvciI6eyIkaWQiOiIxNjQ2IiwiQSI6MjU1LCJSIjowLCJHIjozNSwiQiI6NzN9fSwiTGluZVdlaWdodCI6MC4wLCJMaW5lVHlwZSI6MCwiUGFyZW50U3R5bGUiOm51bGx9LCJQYXJlbnRTdHlsZSI6bnVsbH0sIlRpdGxlU3R5bGUiOnsiJGlkIjoiMTY0NyIsIkZvbnRTZXR0aW5ncyI6eyIkaWQiOiIxNjQ4IiwiRm9udFNpemUiOjksIkZvbnROYW1lIjoiQ2FsaWJyaSIsIklzQm9sZCI6dHJ1ZSwiSXNJdGFsaWMiOmZhbHNlLCJJc1VuZGVybGluZWQiOmZhbHNlLCJQYXJlbnRTdHlsZSI6bnVsbH0sIkF1dG9TaXplIjowLCJGb3JlZ3JvdW5kIjp7IiRpZCI6IjE2NDkiLCJDb2xvciI6eyIkaWQiOiIxNjUw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AifSwiUGFkZGluZyI6eyIkcmVmIjoiMTExIn0sIkJhY2tncm91bmQiOnsiJGlkIjoiMTY1MSIsIkNvbG9yIjp7IiRpZCI6IjE2NTIiLCJBIjowLCJSIjoyNTUsIkciOjI1NSwiQiI6MjU1fX0sIklzVmlzaWJsZSI6dHJ1ZSwiV2lkdGgiOjAuMCwiSGVpZ2h0IjowLjAsIkJvcmRlclN0eWxlIjp7IiRpZCI6IjE2NTMiLCJMaW5lQ29sb3IiOm51bGwsIkxpbmVXZWlnaHQiOjAuMCwiTGluZVR5cGUiOjAsIlBhcmVudFN0eWxlIjpudWxsfSwiUGFyZW50U3R5bGUiOm51bGx9LCJEYXRlU3R5bGUiOnsiJGlkIjoiMTY1NCIsIkZvbnRTZXR0aW5ncyI6eyIkaWQiOiIxNjU1IiwiRm9udFNpemUiOjEwLCJGb250TmFtZSI6IkNhbGlicmkiLCJJc0JvbGQiOmZhbHNlLCJJc0l0YWxpYyI6ZmFsc2UsIklzVW5kZXJsaW5lZCI6ZmFsc2UsIlBhcmVudFN0eWxlIjpudWxsfSwiQXV0b1NpemUiOjAsIkZvcmVncm91bmQiOnsiJGlkIjoiMTY1NiIsIkNvbG9yIjp7IiRpZCI6IjE2NTc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GlkIjoiMTY1OCIsIkNvbG9yIjp7IiRpZCI6IjE2NTkiLCJBIjowLCJSIjoyNTUsIkciOjI1NSwiQiI6MjU1fX0sIklzVmlzaWJsZSI6dHJ1ZSwiV2lkdGgiOjAuMCwiSGVpZ2h0IjowLjAsIkJvcmRlclN0eWxlIjp7IiRpZCI6IjE2NjAiLCJMaW5lQ29sb3IiOm51bGwsIkxpbmVXZWlnaHQiOjAuMCwiTGluZVR5cGUiOjAsIlBhcmVudFN0eWxlIjpudWxsfSwiUGFyZW50U3R5bGUiOm51bGx9LCJEYXRlRm9ybWF0Ijp7IiRpZCI6IjE2NjE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Y2MiIsIkZvcm1hdCI6MCwiSXNWaXNpYmxlIjpmYWxzZSwiTGFzdEtub3duVmlzaWJpbGl0eVN0YXRlIjpmYWxzZX0sIklzVmlzaWJsZSI6dHJ1ZSwiUGFyZW50U3R5bGUiOm51bGx9LCJJbmRleCI6NTgsIlNtYXJ0RHVyYXRpb25BY3RpdmF0ZWQiOmZhbHNlLCJEYXRlRm9ybWF0Ijp7IiRyZWYiOiIxNjYxIn0sIldlZWtOdW1iZXJpbmciOnsiJGlkIjoiMTY2MyIsIkZvcm1hdCI6MCwiSXNWaXNpYmxlIjpmYWxzZSwiTGFzdEtub3duVmlzaWJpbGl0eVN0YXRlIjpmYWxzZX0sIklkIjoiMzc0YTVkZDAtNmZjMi00YTJjLTgwZjEtYWVhNGMwNGI3ZTQ1IiwiSW1wb3J0SWQiOm51bGwsIlRpdGxlIjoiMTQ0Ny0wMDA3OiBEREkgaW5kdWN0aW9uIHBvdGVudGlhbCBvZiBDWVAyQjYgJiBDWVAzQTQiLCJOb3RlIjpudWxsLCJIeXBlcmxpbmsiOnsiJGlkIjoiMTY2NCIsIkFkZHJlc3MiOm51bGwsIlN1YkFkZHJlc3MiOm51bGx9LCJJc0NoYW5nZWQiOmZhbHNlLCJJc05ldyI6ZmFsc2V9fV0sIl9taWxlc3RvbmVzIjpbXSwiSWQiOiIwMDAwMDAwMC0wMDAwLTAwMDAtMDAwMC0wMDAwMDAwMDAwMDAiLCJJc1NpbmdsZUl0ZW1Sb3ciOnRydWV9LHsiJGlkIjoiMTY2NSIsIl90YXNrcyI6W3siJGlkIjoiMTY2NiIsIl9hdHRhY2hlZE1pbGVzdG9uZXMiOltdLCJUYXNrRGVmaW5pdGlvbiI6eyIkaWQiOiIxNjY3IiwiR3JvdXBOYW1lIjpudWxsLCJTdGFydERhdGUiOiIyMDI0LTA5LTE5VDAwOjAwOjAwWiIsIkVuZERhdGUiOiIyMDI1LTA4LTExVDIzOjU5OjAwWiIsIlBlcmNlbnRhZ2VDb21wbGV0ZSI6bnVsbCwiU3R5bGUiOnsiJGlkIjoiMTY2OCIsIlNoYXBlIjoyLCJTaGFwZVRoaWNrbmVzcyI6MCwiRHVyYXRpb25Gb3JtYXQiOjAsIkluY2x1ZGVOb25Xb3JraW5nRGF5c0luRHVyYXRpb24iOmZhbHNlLCJQZXJjZW50YWdlQ29tcGxldGVTdHlsZSI6eyIkaWQiOiIxNjY5IiwiRm9udFNldHRpbmdzIjp7IiRpZCI6IjE2NzAiLCJGb250U2l6ZSI6MTAsIkZvbnROYW1lIjoiQ2FsaWJyaSIsIklzQm9sZCI6ZmFsc2UsIklzSXRhbGljIjpmYWxzZSwiSXNVbmRlcmxpbmVkIjpmYWxzZSwiUGFyZW50U3R5bGUiOm51bGx9LCJBdXRvU2l6ZSI6MCwiRm9yZWdyb3VuZCI6eyIkcmVmIjoiNzYifSwiTWF4V2lkdGgiOjIwMC4wLCJNYXhIZWlnaHQiOiJJbmZpbml0eSIsIlNtYXJ0Rm9yZWdyb3VuZElzQWN0aXZlIjpmYWxzZSwiSG9yaXpvbnRhbEFsaWdubWVudCI6MCwiVmVydGljYWxBbGlnbm1lbnQiOjAsIlNtYXJ0Rm9yZWdyb3VuZCI6bnVsbCwiQmFja2dyb3VuZEZpbGxUeXBlIjowLCJNYXJnaW4iOnsiJHJlZiI6Ijc4In0sIlBhZGRpbmciOnsiJHJlZiI6Ijc5In0sIkJhY2tncm91bmQiOnsiJHJlZiI6IjI3OCJ9LCJJc1Zpc2libGUiOnRydWUsIldpZHRoIjowLjAsIkhlaWdodCI6MC4wLCJCb3JkZXJTdHlsZSI6eyIkaWQiOiIxNjcxIiwiTGluZUNvbG9yIjpudWxsLCJMaW5lV2VpZ2h0IjowLjAsIkxpbmVUeXBlIjowLCJQYXJlbnRTdHlsZSI6bnVsbH0sIlBhcmVudFN0eWxlIjpudWxsfSwiRHVyYXRpb25TdHlsZSI6eyIkaWQiOiIxNjcyIiwiRm9udFNldHRpbmdzIjp7IiRpZCI6IjE2NzMiLCJGb250U2l6ZSI6MTAsIkZvbnROYW1lIjoiQ2FsaWJyaSIsIklzQm9sZCI6ZmFsc2UsIklzSXRhbGljIjpmYWxzZSwiSXNVbmRlcmxpbmVkIjpmYWxzZSwiUGFyZW50U3R5bGUiOm51bGx9LCJBdXRvU2l6ZSI6MCwiRm9yZWdyb3VuZCI6eyIkcmVmIjoiODUifSwiTWF4V2lkdGgiOjIwMC4wLCJNYXhIZWlnaHQiOiJJbmZpbml0eSIsIlNtYXJ0Rm9yZWdyb3VuZElzQWN0aXZlIjpmYWxzZSwiSG9yaXpvbnRhbEFsaWdubWVudCI6MCwiVmVydGljYWxBbGlnbm1lbnQiOjAsIlNtYXJ0Rm9yZWdyb3VuZCI6bnVsbCwiQmFja2dyb3VuZEZpbGxUeXBlIjowLCJNYXJnaW4iOnsiJHJlZiI6Ijg3In0sIlBhZGRpbmciOnsiJHJlZiI6Ijg4In0sIkJhY2tncm91bmQiOnsiJHJlZiI6Ijg5In0sIklzVmlzaWJsZSI6dHJ1ZSwiV2lkdGgiOjAuMCwiSGVpZ2h0IjowLjAsIkJvcmRlclN0eWxlIjp7IiRpZCI6IjE2NzQiLCJMaW5lQ29sb3IiOm51bGwsIkxpbmVXZWlnaHQiOjAuMCwiTGluZVR5cGUiOjAsIlBhcmVudFN0eWxlIjpudWxsfSwiUGFyZW50U3R5bGUiOm51bGx9LCJIb3Jpem9udGFsQ29ubmVjdG9yU3R5bGUiOnsiJGlkIjoiMTY3NSIsIkxpbmVDb2xvciI6eyIkcmVmIjoiOTMifSwiTGluZVdlaWdodCI6MS4wLCJMaW5lVHlwZSI6MCwiUGFyZW50U3R5bGUiOm51bGx9LCJWZXJ0aWNhbENvbm5lY3RvclN0eWxlIjp7IiRpZCI6IjE2NzYiLCJMaW5lQ29sb3IiOnsiJHJlZiI6Ijk2In0sIkxpbmVXZWlnaHQiOjAuMCwiTGluZVR5cGUiOjAsIlBhcmVudFN0eWxlIjpudWxsfSwiTWFyZ2luIjpudWxsLCJTdGFydERhdGVQb3NpdGlvbiI6NiwiRW5kRGF0ZVBvc2l0aW9uIjo2LCJEYXRlSXNWaXNpYmxlIjpmYWxzZSwiVGl0bGVQb3NpdGlvbiI6NCwiRHVyYXRpb25Qb3NpdGlvbiI6NiwiUGVyY2VudGFnZUNvbXBsZXRlZFBvc2l0aW9uIjo2LCJTcGFjaW5nIjozLCJJc0JlbG93VGltZWJhbmQiOnRydWUsIlBlcmNlbnRhZ2VDb21wbGV0ZVNoYXBlT3BhY2l0eSI6MzUsIlNoYXBlU3R5bGUiOnsiJGlkIjoiMTY3NyIsIk1hcmdpbiI6eyIkcmVmIjoiOTkifSwiUGFkZGluZyI6eyIkcmVmIjoiMTAwIn0sIkJhY2tncm91bmQiOnsiJGlkIjoiMTY3OCIsIkNvbG9yIjp7IiRpZCI6IjE2NzkiLCJBIjoyNTUsIlIiOjIzNCwiRyI6MjIsIkIiOjMwfX0sIklzVmlzaWJsZSI6dHJ1ZSwiV2lkdGgiOjAuMCwiSGVpZ2h0IjoxMC4wLCJCb3JkZXJTdHlsZSI6eyIkaWQiOiIxNjgwIiwiTGluZUNvbG9yIjp7IiRyZWYiOiI0MzQifSwiTGluZVdlaWdodCI6MC4wLCJMaW5lVHlwZSI6MCwiUGFyZW50U3R5bGUiOm51bGx9LCJQYXJlbnRTdHlsZSI6bnVsbH0sIlRpdGxlU3R5bGUiOnsiJGlkIjoiMTY4MSIsIkZvbnRTZXR0aW5ncyI6eyIkaWQiOiIxNjgyIiwiRm9udFNpemUiOjksIkZvbnROYW1lIjoiQ2FsaWJyaSIsIklzQm9sZCI6dHJ1ZSwiSXNJdGFsaWMiOmZhbHNlLCJJc1VuZGVybGluZWQiOmZhbHNlLCJQYXJlbnRTdHlsZSI6bnVsbH0sIkF1dG9TaXplIjowLCJGb3JlZ3JvdW5kIjp7IiRpZCI6IjE2ODMiLCJDb2xvciI6eyIkaWQiOiIxNjg0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AifSwiUGFkZGluZyI6eyIkcmVmIjoiMTExIn0sIkJhY2tncm91bmQiOnsiJGlkIjoiMTY4NSIsIkNvbG9yIjp7IiRpZCI6IjE2ODYiLCJBIjowLCJSIjoyNTUsIkciOjI1NSwiQiI6MjU1fX0sIklzVmlzaWJsZSI6dHJ1ZSwiV2lkdGgiOjAuMCwiSGVpZ2h0IjowLjAsIkJvcmRlclN0eWxlIjp7IiRpZCI6IjE2ODciLCJMaW5lQ29sb3IiOm51bGwsIkxpbmVXZWlnaHQiOjAuMCwiTGluZVR5cGUiOjAsIlBhcmVudFN0eWxlIjpudWxsfSwiUGFyZW50U3R5bGUiOm51bGx9LCJEYXRlU3R5bGUiOnsiJGlkIjoiMTY4OCIsIkZvbnRTZXR0aW5ncyI6eyIkaWQiOiIxNjg5IiwiRm9udFNpemUiOjEwLCJGb250TmFtZSI6IkNhbGlicmkiLCJJc0JvbGQiOmZhbHNlLCJJc0l0YWxpYyI6ZmFsc2UsIklzVW5kZXJsaW5lZCI6ZmFsc2UsIlBhcmVudFN0eWxlIjpudWxsfSwiQXV0b1NpemUiOjAsIkZvcmVncm91bmQiOnsiJHJlZiI6IjQ0NSJ9LCJNYXhXaWR0aCI6MjAwLjAsIk1heEhlaWdodCI6IkluZmluaXR5IiwiU21hcnRGb3JlZ3JvdW5kSXNBY3RpdmUiOmZhbHNlLCJIb3Jpem9udGFsQWxpZ25tZW50IjowLCJWZXJ0aWNhbEFsaWdubWVudCI6MCwiU21hcnRGb3JlZ3JvdW5kIjpudWxsLCJCYWNrZ3JvdW5kRmlsbFR5cGUiOjAsIk1hcmdpbiI6eyIkcmVmIjoiMTE5In0sIlBhZGRpbmciOnsiJHJlZiI6IjEyMCJ9LCJCYWNrZ3JvdW5kIjp7IiRyZWYiOiI0NDcifSwiSXNWaXNpYmxlIjp0cnVlLCJXaWR0aCI6MC4wLCJIZWlnaHQiOjAuMCwiQm9yZGVyU3R5bGUiOnsiJGlkIjoiMTY5MCIsIkxpbmVDb2xvciI6bnVsbCwiTGluZVdlaWdodCI6MC4wLCJMaW5lVHlwZSI6MCwiUGFyZW50U3R5bGUiOm51bGx9LCJQYXJlbnRTdHlsZSI6bnVsbH0sIkRhdGVGb3JtYXQiOnsiJHJlZiI6IjQ0OSJ9LCJXZWVrTnVtYmVyaW5nIjp7IiRpZCI6IjE2OTEiLCJGb3JtYXQiOjAsIklzVmlzaWJsZSI6ZmFsc2UsIkxhc3RLbm93blZpc2liaWxpdHlTdGF0ZSI6ZmFsc2V9LCJJc1Zpc2libGUiOnRydWUsIlBhcmVudFN0eWxlIjpudWxsfSwiSW5kZXgiOjU5LCJTbWFydER1cmF0aW9uQWN0aXZhdGVkIjpmYWxzZSwiRGF0ZUZvcm1hdCI6eyIkcmVmIjoiNDQ5In0sIldlZWtOdW1iZXJpbmciOnsiJGlkIjoiMTY5MiIsIkZvcm1hdCI6MCwiSXNWaXNpYmxlIjpmYWxzZSwiTGFzdEtub3duVmlzaWJpbGl0eVN0YXRlIjpmYWxzZX0sIklkIjoiYWNhMmM5ZjctOGFhYS00MjBmLThmMzQtNTUzMDE5ZjE0ZTgzIiwiSW1wb3J0SWQiOm51bGwsIlRpdGxlIjoiMTQ0Ny0wMDEwOyBIdW1hbiBBRE1FL0Fic29sdXRlIEJBIiwiTm90ZSI6bnVsbCwiSHlwZXJsaW5rIjp7IiRpZCI6IjE2OTMiLCJBZGRyZXNzIjpudWxsLCJTdWJBZGRyZXNzIjpudWxsfSwiSXNDaGFuZ2VkIjpmYWxzZSwiSXNOZXciOmZhbHNlfX1dLCJfbWlsZXN0b25lcyI6W10sIklkIjoiMDAwMDAwMDAtMDAwMC0wMDAwLTAwMDAtMDAwMDAwMDAwMDAwIiwiSXNTaW5nbGVJdGVtUm93Ijp0cnVlfSx7IiRpZCI6IjE2OTQiLCJfdGFza3MiOlt7IiRpZCI6IjE2OTUiLCJfYXR0YWNoZWRNaWxlc3RvbmVzIjpbXSwiVGFza0RlZmluaXRpb24iOnsiJGlkIjoiMTY5NiIsIkdyb3VwTmFtZSI6bnVsbCwiU3RhcnREYXRlIjoiMjAyNS0wNy0yMlQwMDowMDowMFoiLCJFbmREYXRlIjoiMjAyNi0wMS0yOVQyMzo1OTowMFoiLCJQZXJjZW50YWdlQ29tcGxldGUiOm51bGwsIlN0eWxlIjp7IiRpZCI6IjE2OTciLCJTaGFwZSI6MiwiU2hhcGVUaGlja25lc3MiOjAsIkR1cmF0aW9uRm9ybWF0IjowLCJJbmNsdWRlTm9uV29ya2luZ0RheXNJbkR1cmF0aW9uIjpmYWxzZSwiUGVyY2VudGFnZUNvbXBsZXRlU3R5bGUiOnsiJGlkIjoiMTY5OCIsIkZvbnRTZXR0aW5ncyI6eyIkaWQiOiIxNjk5IiwiRm9udFNpemUiOjEwLCJGb250TmFtZSI6IkNhbGlicmkiLCJJc0JvbGQiOmZhbHNlLCJJc0l0YWxpYyI6ZmFsc2UsIklzVW5kZXJsaW5lZCI6ZmFsc2UsIlBhcmVudFN0eWxlIjpudWxsfSwiQXV0b1NpemUiOjAsIkZvcmVncm91bmQiOnsiJHJlZiI6Ijc2In0sIk1heFdpZHRoIjoyMDAuMCwiTWF4SGVpZ2h0IjoiSW5maW5pdHkiLCJTbWFydEZvcmVncm91bmRJc0FjdGl2ZSI6ZmFsc2UsIkhvcml6b250YWxBbGlnbm1lbnQiOjAsIlZlcnRpY2FsQWxpZ25tZW50IjowLCJTbWFydEZvcmVncm91bmQiOm51bGwsIkJhY2tncm91bmRGaWxsVHlwZSI6MCwiTWFyZ2luIjp7IiRyZWYiOiI3OCJ9LCJQYWRkaW5nIjp7IiRyZWYiOiI3OSJ9LCJCYWNrZ3JvdW5kIjp7IiRpZCI6IjE3MDAiLCJDb2xvciI6eyIkaWQiOiIxNzAxIiwiQSI6ODksIlIiOjM4LCJHIjozOCwiQiI6Mzh9fSwiSXNWaXNpYmxlIjp0cnVlLCJXaWR0aCI6MC4wLCJIZWlnaHQiOjAuMCwiQm9yZGVyU3R5bGUiOnsiJGlkIjoiMTcwMiIsIkxpbmVDb2xvciI6bnVsbCwiTGluZVdlaWdodCI6MC4wLCJMaW5lVHlwZSI6MCwiUGFyZW50U3R5bGUiOm51bGx9LCJQYXJlbnRTdHlsZSI6bnVsbH0sIkR1cmF0aW9uU3R5bGUiOnsiJGlkIjoiMTcwMyIsIkZvbnRTZXR0aW5ncyI6eyIkaWQiOiIxNzA0IiwiRm9udFNpemUiOjEwLCJGb250TmFtZSI6IkNhbGlicmkiLCJJc0JvbGQiOmZhbHNlLCJJc0l0YWxpYyI6ZmFsc2UsIklzVW5kZXJsaW5lZCI6ZmFsc2UsIlBhcmVudFN0eWxlIjpudWxsfSwiQXV0b1NpemUiOjAsIkZvcmVncm91bmQiOnsiJHJlZiI6Ijg1In0sIk1heFdpZHRoIjoyMDAuMCwiTWF4SGVpZ2h0IjoiSW5maW5pdHkiLCJTbWFydEZvcmVncm91bmRJc0FjdGl2ZSI6ZmFsc2UsIkhvcml6b250YWxBbGlnbm1lbnQiOjAsIlZlcnRpY2FsQWxpZ25tZW50IjowLCJTbWFydEZvcmVncm91bmQiOm51bGwsIkJhY2tncm91bmRGaWxsVHlwZSI6MCwiTWFyZ2luIjp7IiRyZWYiOiI4NyJ9LCJQYWRkaW5nIjp7IiRyZWYiOiI4OCJ9LCJCYWNrZ3JvdW5kIjp7IiRyZWYiOiI4OSJ9LCJJc1Zpc2libGUiOnRydWUsIldpZHRoIjowLjAsIkhlaWdodCI6MC4wLCJCb3JkZXJTdHlsZSI6eyIkaWQiOiIxNzA1IiwiTGluZUNvbG9yIjpudWxsLCJMaW5lV2VpZ2h0IjowLjAsIkxpbmVUeXBlIjowLCJQYXJlbnRTdHlsZSI6bnVsbH0sIlBhcmVudFN0eWxlIjpudWxsfSwiSG9yaXpvbnRhbENvbm5lY3RvclN0eWxlIjp7IiRpZCI6IjE3MDYiLCJMaW5lQ29sb3IiOnsiJHJlZiI6IjkzIn0sIkxpbmVXZWlnaHQiOjEuMCwiTGluZVR5cGUiOjAsIlBhcmVudFN0eWxlIjpudWxsfSwiVmVydGljYWxDb25uZWN0b3JTdHlsZSI6eyIkaWQiOiIxNzA3IiwiTGluZUNvbG9yIjp7IiRyZWYiOiI5NiJ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MywiSXNCZWxvd1RpbWViYW5kIjp0cnVlLCJQZXJjZW50YWdlQ29tcGxldGVTaGFwZU9wYWNpdHkiOjM1LCJTaGFwZVN0eWxlIjp7IiRpZCI6IjE3MDgiLCJNYXJnaW4iOnsiJHJlZiI6Ijk5In0sIlBhZGRpbmciOnsiJHJlZiI6IjEwMCJ9LCJCYWNrZ3JvdW5kIjp7IiRpZCI6IjE3MDkiLCJDb2xvciI6eyIkaWQiOiIxNzEwIiwiQSI6MjU1LCJSIjoyMzQsIkciOjIyLCJCIjozMH19LCJJc1Zpc2libGUiOnRydWUsIldpZHRoIjowLjAsIkhlaWdodCI6MTAuMCwiQm9yZGVyU3R5bGUiOnsiJGlkIjoiMTcxMSIsIkxpbmVDb2xvciI6eyIkaWQiOiIxNzEyIiwiJHR5cGUiOiJOTFJFLkNvbW1vbi5Eb20uU29saWRDb2xvckJydXNoLCBOTFJFLkNvbW1vbiIsIkNvbG9yIjp7IiRpZCI6IjE3MTMiLCJBIjoyNTUsIlIiOjAsIkciOjM1LCJCIjo3M319LCJMaW5lV2VpZ2h0IjowLjAsIkxpbmVUeXBlIjowLCJQYXJlbnRTdHlsZSI6bnVsbH0sIlBhcmVudFN0eWxlIjpudWxsfSwiVGl0bGVTdHlsZSI6eyIkaWQiOiIxNzE0IiwiRm9udFNldHRpbmdzIjp7IiRpZCI6IjE3MTUiLCJGb250U2l6ZSI6OSwiRm9udE5hbWUiOiJDYWxpYnJpIiwiSXNCb2xkIjp0cnVlLCJJc0l0YWxpYyI6ZmFsc2UsIklzVW5kZXJsaW5lZCI6ZmFsc2UsIlBhcmVudFN0eWxlIjpudWxsfSwiQXV0b1NpemUiOjAsIkZvcmVncm91bmQiOnsiJGlkIjoiMTcxNiIsIkNvbG9yIjp7IiRpZCI6IjE3MTciLCJBIjoyNTUsIlIiOjAsIkciOjAsIkIiOjB9fSwiTWF4V2lkdGgiOjcyMC4wLCJNYXhIZWlnaHQiOiJJbmZpbml0eSIsIlNtYXJ0Rm9yZWdyb3VuZElzQWN0aXZlIjpmYWxzZSwiSG9yaXpvbnRhbEFsaWdubWVudCI6MCwiVmVydGljYWxBbGlnbm1lbnQiOjAsIlNtYXJ0Rm9yZWdyb3VuZCI6bnVsbCwiQmFja2dyb3VuZEZpbGxUeXBlIjowLCJNYXJnaW4iOnsiJHJlZiI6IjExMCJ9LCJQYWRkaW5nIjp7IiRyZWYiOiIxMTEifSwiQmFja2dyb3VuZCI6eyIkaWQiOiIxNzE4IiwiQ29sb3IiOnsiJGlkIjoiMTcxOSIsIkEiOjAsIlIiOjI1NSwiRyI6MjU1LCJCIjoyNTV9fSwiSXNWaXNpYmxlIjp0cnVlLCJXaWR0aCI6MC4wLCJIZWlnaHQiOjAuMCwiQm9yZGVyU3R5bGUiOnsiJGlkIjoiMTcyMCIsIkxpbmVDb2xvciI6bnVsbCwiTGluZVdlaWdodCI6MC4wLCJMaW5lVHlwZSI6MCwiUGFyZW50U3R5bGUiOm51bGx9LCJQYXJlbnRTdHlsZSI6bnVsbH0sIkRhdGVTdHlsZSI6eyIkaWQiOiIxNzIxIiwiRm9udFNldHRpbmdzIjp7IiRpZCI6IjE3MjIiLCJGb250U2l6ZSI6MTAsIkZvbnROYW1lIjoiQ2FsaWJyaSIsIklzQm9sZCI6ZmFsc2UsIklzSXRhbGljIjpmYWxzZSwiSXNVbmRlcmxpbmVkIjpmYWxzZSwiUGFyZW50U3R5bGUiOm51bGx9LCJBdXRvU2l6ZSI6MCwiRm9yZWdyb3VuZCI6eyIkaWQiOiIxNzIzIiwiQ29sb3IiOnsiJGlkIjoiMTcyN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ExOSJ9LCJQYWRkaW5nIjp7IiRyZWYiOiIxMjAifSwiQmFja2dyb3VuZCI6eyIkaWQiOiIxNzI1IiwiQ29sb3IiOnsiJGlkIjoiMTcyNiIsIkEiOjAsIlIiOjI1NSwiRyI6MjU1LCJCIjoyNTV9fSwiSXNWaXNpYmxlIjp0cnVlLCJXaWR0aCI6MC4wLCJIZWlnaHQiOjAuMCwiQm9yZGVyU3R5bGUiOnsiJGlkIjoiMTcyNyIsIkxpbmVDb2xvciI6bnVsbCwiTGluZVdlaWdodCI6MC4wLCJMaW5lVHlwZSI6MCwiUGFyZW50U3R5bGUiOm51bGx9LCJQYXJlbnRTdHlsZSI6bnVsbH0sIkRhdGVGb3JtYXQiOnsiJGlkIjoiMTcyO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xNzI5IiwiRm9ybWF0IjowLCJJc1Zpc2libGUiOmZhbHNlLCJMYXN0S25vd25WaXNpYmlsaXR5U3RhdGUiOmZhbHNlfSwiSXNWaXNpYmxlIjp0cnVlLCJQYXJlbnRTdHlsZSI6bnVsbH0sIkluZGV4Ijo2MCwiU21hcnREdXJhdGlvbkFjdGl2YXRlZCI6ZmFsc2UsIkRhdGVGb3JtYXQiOnsiJHJlZiI6IjE3MjgifSwiV2Vla051bWJlcmluZyI6eyIkaWQiOiIxNzMwIiwiRm9ybWF0IjowLCJJc1Zpc2libGUiOmZhbHNlLCJMYXN0S25vd25WaXNpYmlsaXR5U3RhdGUiOmZhbHNlfSwiSWQiOiJmYzk4OGJhYy00OTI0LTRjNWYtYjAzYy1lZGZjYjVkODc0ZWQiLCJJbXBvcnRJZCI6bnVsbCwiVGl0bGUiOiIxNDQ3LTAwMDY6IERESSB2aWN0aW0gb2YgQ1lQMkoyIGluaGliaXRpb24iLCJOb3RlIjpudWxsLCJIeXBlcmxpbmsiOnsiJGlkIjoiMTczMSIsIkFkZHJlc3MiOm51bGwsIlN1YkFkZHJlc3MiOm51bGx9LCJJc0NoYW5nZWQiOmZhbHNlLCJJc05ldyI6ZmFsc2V9fV0sIl9taWxlc3RvbmVzIjpbXSwiSWQiOiIwMDAwMDAwMC0wMDAwLTAwMDAtMDAwMC0wMDAwMDAwMDAwMDAiLCJJc1NpbmdsZUl0ZW1Sb3ciOnRydWV9LHsiJGlkIjoiMTczMiIsIl90YXNrcyI6W3siJGlkIjoiMTczMyIsIl9hdHRhY2hlZE1pbGVzdG9uZXMiOltdLCJUYXNrRGVmaW5pdGlvbiI6eyIkaWQiOiIxNzM0IiwiR3JvdXBOYW1lIjpudWxsLCJTdGFydERhdGUiOiIyMDI2LTEwLTI1VDAwOjAwOjAwWiIsIkVuZERhdGUiOiIyMDI3LTA0LTA1VDIzOjU5OjAwWiIsIlBlcmNlbnRhZ2VDb21wbGV0ZSI6bnVsbCwiU3R5bGUiOnsiJGlkIjoiMTczNSIsIlNoYXBlIjoyLCJTaGFwZVRoaWNrbmVzcyI6MCwiRHVyYXRpb25Gb3JtYXQiOjAsIkluY2x1ZGVOb25Xb3JraW5nRGF5c0luRHVyYXRpb24iOmZhbHNlLCJQZXJjZW50YWdlQ29tcGxldGVTdHlsZSI6eyIkaWQiOiIxNzM2IiwiRm9udFNldHRpbmdzIjp7IiRpZCI6IjE3MzciLCJGb250U2l6ZSI6MTAsIkZvbnROYW1lIjoiQ2FsaWJyaSIsIklzQm9sZCI6ZmFsc2UsIklzSXRhbGljIjpmYWxzZSwiSXNVbmRlcmxpbmVkIjpmYWxzZSwiUGFyZW50U3R5bGUiOm51bGx9LCJBdXRvU2l6ZSI6MCwiRm9yZWdyb3VuZCI6eyIkcmVmIjoiNzYifSwiTWF4V2lkdGgiOjIwMC4wLCJNYXhIZWlnaHQiOiJJbmZpbml0eSIsIlNtYXJ0Rm9yZWdyb3VuZElzQWN0aXZlIjpmYWxzZSwiSG9yaXpvbnRhbEFsaWdubWVudCI6MCwiVmVydGljYWxBbGlnbm1lbnQiOjAsIlNtYXJ0Rm9yZWdyb3VuZCI6bnVsbCwiQmFja2dyb3VuZEZpbGxUeXBlIjowLCJNYXJnaW4iOnsiJHJlZiI6Ijc4In0sIlBhZGRpbmciOnsiJHJlZiI6Ijc5In0sIkJhY2tncm91bmQiOnsiJHJlZiI6IjI3OCJ9LCJJc1Zpc2libGUiOnRydWUsIldpZHRoIjowLjAsIkhlaWdodCI6MC4wLCJCb3JkZXJTdHlsZSI6eyIkaWQiOiIxNzM4IiwiTGluZUNvbG9yIjpudWxsLCJMaW5lV2VpZ2h0IjowLjAsIkxpbmVUeXBlIjowLCJQYXJlbnRTdHlsZSI6bnVsbH0sIlBhcmVudFN0eWxlIjpudWxsfSwiRHVyYXRpb25TdHlsZSI6eyIkaWQiOiIxNzM5IiwiRm9udFNldHRpbmdzIjp7IiRpZCI6IjE3NDAiLCJGb250U2l6ZSI6MTAsIkZvbnROYW1lIjoiQ2FsaWJyaSIsIklzQm9sZCI6ZmFsc2UsIklzSXRhbGljIjpmYWxzZSwiSXNVbmRlcmxpbmVkIjpmYWxzZSwiUGFyZW50U3R5bGUiOm51bGx9LCJBdXRvU2l6ZSI6MCwiRm9yZWdyb3VuZCI6eyIkcmVmIjoiODUifSwiTWF4V2lkdGgiOjIwMC4wLCJNYXhIZWlnaHQiOiJJbmZpbml0eSIsIlNtYXJ0Rm9yZWdyb3VuZElzQWN0aXZlIjpmYWxzZSwiSG9yaXpvbnRhbEFsaWdubWVudCI6MCwiVmVydGljYWxBbGlnbm1lbnQiOjAsIlNtYXJ0Rm9yZWdyb3VuZCI6bnVsbCwiQmFja2dyb3VuZEZpbGxUeXBlIjowLCJNYXJnaW4iOnsiJHJlZiI6Ijg3In0sIlBhZGRpbmciOnsiJHJlZiI6Ijg4In0sIkJhY2tncm91bmQiOnsiJHJlZiI6Ijg5In0sIklzVmlzaWJsZSI6dHJ1ZSwiV2lkdGgiOjAuMCwiSGVpZ2h0IjowLjAsIkJvcmRlclN0eWxlIjp7IiRpZCI6IjE3NDEiLCJMaW5lQ29sb3IiOm51bGwsIkxpbmVXZWlnaHQiOjAuMCwiTGluZVR5cGUiOjAsIlBhcmVudFN0eWxlIjpudWxsfSwiUGFyZW50U3R5bGUiOm51bGx9LCJIb3Jpem9udGFsQ29ubmVjdG9yU3R5bGUiOnsiJGlkIjoiMTc0MiIsIkxpbmVDb2xvciI6eyIkcmVmIjoiOTMifSwiTGluZVdlaWdodCI6MS4wLCJMaW5lVHlwZSI6MCwiUGFyZW50U3R5bGUiOm51bGx9LCJWZXJ0aWNhbENvbm5lY3RvclN0eWxlIjp7IiRpZCI6IjE3NDMiLCJMaW5lQ29sb3IiOnsiJHJlZiI6Ijk2In0sIkxpbmVXZWlnaHQiOjAuMCwiTGluZVR5cGUiOjAsIlBhcmVudFN0eWxlIjpudWxsfSwiTWFyZ2luIjpudWxsLCJTdGFydERhdGVQb3NpdGlvbiI6NiwiRW5kRGF0ZVBvc2l0aW9uIjo2LCJEYXRlSXNWaXNpYmxlIjpmYWxzZSwiVGl0bGVQb3NpdGlvbiI6NCwiRHVyYXRpb25Qb3NpdGlvbiI6NiwiUGVyY2VudGFnZUNvbXBsZXRlZFBvc2l0aW9uIjo2LCJTcGFjaW5nIjozLCJJc0JlbG93VGltZWJhbmQiOnRydWUsIlBlcmNlbnRhZ2VDb21wbGV0ZVNoYXBlT3BhY2l0eSI6MzUsIlNoYXBlU3R5bGUiOnsiJGlkIjoiMTc0NCIsIk1hcmdpbiI6eyIkcmVmIjoiOTkifSwiUGFkZGluZyI6eyIkcmVmIjoiMTAwIn0sIkJhY2tncm91bmQiOnsiJGlkIjoiMTc0NSIsIkNvbG9yIjp7IiRpZCI6IjE3NDYiLCJBIjoyNTUsIlIiOjIzNCwiRyI6MjIsIkIiOjMwfX0sIklzVmlzaWJsZSI6dHJ1ZSwiV2lkdGgiOjAuMCwiSGVpZ2h0IjoxMC4wLCJCb3JkZXJTdHlsZSI6eyIkaWQiOiIxNzQ3IiwiTGluZUNvbG9yIjp7IiRyZWYiOiI0MzQifSwiTGluZVdlaWdodCI6MC4wLCJMaW5lVHlwZSI6MCwiUGFyZW50U3R5bGUiOm51bGx9LCJQYXJlbnRTdHlsZSI6bnVsbH0sIlRpdGxlU3R5bGUiOnsiJGlkIjoiMTc0OCIsIkZvbnRTZXR0aW5ncyI6eyIkaWQiOiIxNzQ5IiwiRm9udFNpemUiOjksIkZvbnROYW1lIjoiQ2FsaWJyaSIsIklzQm9sZCI6dHJ1ZSwiSXNJdGFsaWMiOmZhbHNlLCJJc1VuZGVybGluZWQiOmZhbHNlLCJQYXJlbnRTdHlsZSI6bnVsbH0sIkF1dG9TaXplIjowLCJGb3JlZ3JvdW5kIjp7IiRpZCI6IjE3NTAiLCJDb2xvciI6eyIkaWQiOiIxNzUx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AifSwiUGFkZGluZyI6eyIkcmVmIjoiMTExIn0sIkJhY2tncm91bmQiOnsiJGlkIjoiMTc1MiIsIkNvbG9yIjp7IiRpZCI6IjE3NTMiLCJBIjowLCJSIjoyNTUsIkciOjI1NSwiQiI6MjU1fX0sIklzVmlzaWJsZSI6dHJ1ZSwiV2lkdGgiOjAuMCwiSGVpZ2h0IjowLjAsIkJvcmRlclN0eWxlIjp7IiRpZCI6IjE3NTQiLCJMaW5lQ29sb3IiOm51bGwsIkxpbmVXZWlnaHQiOjAuMCwiTGluZVR5cGUiOjAsIlBhcmVudFN0eWxlIjpudWxsfSwiUGFyZW50U3R5bGUiOm51bGx9LCJEYXRlU3R5bGUiOnsiJGlkIjoiMTc1NSIsIkZvbnRTZXR0aW5ncyI6eyIkaWQiOiIxNzU2IiwiRm9udFNpemUiOjEwLCJGb250TmFtZSI6IkNhbGlicmkiLCJJc0JvbGQiOmZhbHNlLCJJc0l0YWxpYyI6ZmFsc2UsIklzVW5kZXJsaW5lZCI6ZmFsc2UsIlBhcmVudFN0eWxlIjpudWxsfSwiQXV0b1NpemUiOjAsIkZvcmVncm91bmQiOnsiJHJlZiI6IjQ0NSJ9LCJNYXhXaWR0aCI6MjAwLjAsIk1heEhlaWdodCI6IkluZmluaXR5IiwiU21hcnRGb3JlZ3JvdW5kSXNBY3RpdmUiOmZhbHNlLCJIb3Jpem9udGFsQWxpZ25tZW50IjowLCJWZXJ0aWNhbEFsaWdubWVudCI6MCwiU21hcnRGb3JlZ3JvdW5kIjpudWxsLCJCYWNrZ3JvdW5kRmlsbFR5cGUiOjAsIk1hcmdpbiI6eyIkcmVmIjoiMTE5In0sIlBhZGRpbmciOnsiJHJlZiI6IjEyMCJ9LCJCYWNrZ3JvdW5kIjp7IiRyZWYiOiI0NDcifSwiSXNWaXNpYmxlIjp0cnVlLCJXaWR0aCI6MC4wLCJIZWlnaHQiOjAuMCwiQm9yZGVyU3R5bGUiOnsiJGlkIjoiMTc1NyIsIkxpbmVDb2xvciI6bnVsbCwiTGluZVdlaWdodCI6MC4wLCJMaW5lVHlwZSI6MCwiUGFyZW50U3R5bGUiOm51bGx9LCJQYXJlbnRTdHlsZSI6bnVsbH0sIkRhdGVGb3JtYXQiOnsiJHJlZiI6IjQ0OSJ9LCJXZWVrTnVtYmVyaW5nIjp7IiRpZCI6IjE3NTgiLCJGb3JtYXQiOjAsIklzVmlzaWJsZSI6ZmFsc2UsIkxhc3RLbm93blZpc2liaWxpdHlTdGF0ZSI6ZmFsc2V9LCJJc1Zpc2libGUiOnRydWUsIlBhcmVudFN0eWxlIjpudWxsfSwiSW5kZXgiOjYxLCJTbWFydER1cmF0aW9uQWN0aXZhdGVkIjpmYWxzZSwiRGF0ZUZvcm1hdCI6eyIkcmVmIjoiNDQ5In0sIldlZWtOdW1iZXJpbmciOnsiJGlkIjoiMTc1OSIsIkZvcm1hdCI6MCwiSXNWaXNpYmxlIjpmYWxzZSwiTGFzdEtub3duVmlzaWJpbGl0eVN0YXRlIjpmYWxzZX0sIklkIjoiY2I3YjM4YjQtODYxMy00YTkyLWE3NTYtNWIyZDU0NmRiNTQ3IiwiSW1wb3J0SWQiOm51bGwsIlRpdGxlIjoiSGVwYXRpYyBpbXBhaXJtZW50IiwiTm90ZSI6bnVsbCwiSHlwZXJsaW5rIjp7IiRpZCI6IjE3NjAiLCJBZGRyZXNzIjpudWxsLCJTdWJBZGRyZXNzIjpudWxsfSwiSXNDaGFuZ2VkIjpmYWxzZSwiSXNOZXciOmZhbHNlfX1dLCJfbWlsZXN0b25lcyI6W10sIklkIjoiMDAwMDAwMDAtMDAwMC0wMDAwLTAwMDAtMDAwMDAwMDAwMDAwIiwiSXNTaW5nbGVJdGVtUm93Ijp0cnVlfSx7IiRpZCI6IjE3NjEiLCJfdGFza3MiOlt7IiRpZCI6IjE3NjIiLCJfYXR0YWNoZWRNaWxlc3RvbmVzIjpbXSwiVGFza0RlZmluaXRpb24iOnsiJGlkIjoiMTc2MyIsIkdyb3VwTmFtZSI6bnVsbCwiU3RhcnREYXRlIjoiMjAyNi0xMC0yNVQwMDowMDowMFoiLCJFbmREYXRlIjoiMjAyNy0wNC0wNVQyMzo1OTowMFoiLCJQZXJjZW50YWdlQ29tcGxldGUiOm51bGwsIlN0eWxlIjp7IiRpZCI6IjE3NjQiLCJTaGFwZSI6MiwiU2hhcGVUaGlja25lc3MiOjAsIkR1cmF0aW9uRm9ybWF0IjowLCJJbmNsdWRlTm9uV29ya2luZ0RheXNJbkR1cmF0aW9uIjpmYWxzZSwiUGVyY2VudGFnZUNvbXBsZXRlU3R5bGUiOnsiJGlkIjoiMTc2NSIsIkZvbnRTZXR0aW5ncyI6eyIkaWQiOiIxNzY2IiwiRm9udFNpemUiOjEwLCJGb250TmFtZSI6IkNhbGlicmkiLCJJc0JvbGQiOmZhbHNlLCJJc0l0YWxpYyI6ZmFsc2UsIklzVW5kZXJsaW5lZCI6ZmFsc2UsIlBhcmVudFN0eWxlIjpudWxsfSwiQXV0b1NpemUiOjAsIkZvcmVncm91bmQiOnsiJHJlZiI6Ijc2In0sIk1heFdpZHRoIjoyMDAuMCwiTWF4SGVpZ2h0IjoiSW5maW5pdHkiLCJTbWFydEZvcmVncm91bmRJc0FjdGl2ZSI6ZmFsc2UsIkhvcml6b250YWxBbGlnbm1lbnQiOjAsIlZlcnRpY2FsQWxpZ25tZW50IjowLCJTbWFydEZvcmVncm91bmQiOm51bGwsIkJhY2tncm91bmRGaWxsVHlwZSI6MCwiTWFyZ2luIjp7IiRyZWYiOiI3OCJ9LCJQYWRkaW5nIjp7IiRyZWYiOiI3OSJ9LCJCYWNrZ3JvdW5kIjp7IiRyZWYiOiIyNzgifSwiSXNWaXNpYmxlIjp0cnVlLCJXaWR0aCI6MC4wLCJIZWlnaHQiOjAuMCwiQm9yZGVyU3R5bGUiOnsiJGlkIjoiMTc2NyIsIkxpbmVDb2xvciI6bnVsbCwiTGluZVdlaWdodCI6MC4wLCJMaW5lVHlwZSI6MCwiUGFyZW50U3R5bGUiOm51bGx9LCJQYXJlbnRTdHlsZSI6bnVsbH0sIkR1cmF0aW9uU3R5bGUiOnsiJGlkIjoiMTc2OCIsIkZvbnRTZXR0aW5ncyI6eyIkaWQiOiIxNzY5IiwiRm9udFNpemUiOjEwLCJGb250TmFtZSI6IkNhbGlicmkiLCJJc0JvbGQiOmZhbHNlLCJJc0l0YWxpYyI6ZmFsc2UsIklzVW5kZXJsaW5lZCI6ZmFsc2UsIlBhcmVudFN0eWxlIjpudWxsfSwiQXV0b1NpemUiOjAsIkZvcmVncm91bmQiOnsiJHJlZiI6Ijg1In0sIk1heFdpZHRoIjoyMDAuMCwiTWF4SGVpZ2h0IjoiSW5maW5pdHkiLCJTbWFydEZvcmVncm91bmRJc0FjdGl2ZSI6ZmFsc2UsIkhvcml6b250YWxBbGlnbm1lbnQiOjAsIlZlcnRpY2FsQWxpZ25tZW50IjowLCJTbWFydEZvcmVncm91bmQiOm51bGwsIkJhY2tncm91bmRGaWxsVHlwZSI6MCwiTWFyZ2luIjp7IiRyZWYiOiI4NyJ9LCJQYWRkaW5nIjp7IiRyZWYiOiI4OCJ9LCJCYWNrZ3JvdW5kIjp7IiRyZWYiOiI4OSJ9LCJJc1Zpc2libGUiOnRydWUsIldpZHRoIjowLjAsIkhlaWdodCI6MC4wLCJCb3JkZXJTdHlsZSI6eyIkaWQiOiIxNzcwIiwiTGluZUNvbG9yIjpudWxsLCJMaW5lV2VpZ2h0IjowLjAsIkxpbmVUeXBlIjowLCJQYXJlbnRTdHlsZSI6bnVsbH0sIlBhcmVudFN0eWxlIjpudWxsfSwiSG9yaXpvbnRhbENvbm5lY3RvclN0eWxlIjp7IiRpZCI6IjE3NzEiLCJMaW5lQ29sb3IiOnsiJHJlZiI6IjkzIn0sIkxpbmVXZWlnaHQiOjEuMCwiTGluZVR5cGUiOjAsIlBhcmVudFN0eWxlIjpudWxsfSwiVmVydGljYWxDb25uZWN0b3JTdHlsZSI6eyIkaWQiOiIxNzcyIiwiTGluZUNvbG9yIjp7IiRyZWYiOiI5NiJ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MywiSXNCZWxvd1RpbWViYW5kIjp0cnVlLCJQZXJjZW50YWdlQ29tcGxldGVTaGFwZU9wYWNpdHkiOjM1LCJTaGFwZVN0eWxlIjp7IiRpZCI6IjE3NzMiLCJNYXJnaW4iOnsiJHJlZiI6Ijk5In0sIlBhZGRpbmciOnsiJHJlZiI6IjEwMCJ9LCJCYWNrZ3JvdW5kIjp7IiRpZCI6IjE3NzQiLCJDb2xvciI6eyIkaWQiOiIxNzc1IiwiQSI6MjU1LCJSIjoyMzQsIkciOjIyLCJCIjozMH19LCJJc1Zpc2libGUiOnRydWUsIldpZHRoIjowLjAsIkhlaWdodCI6MTAuMCwiQm9yZGVyU3R5bGUiOnsiJGlkIjoiMTc3NiIsIkxpbmVDb2xvciI6eyIkcmVmIjoiNDM0In0sIkxpbmVXZWlnaHQiOjAuMCwiTGluZVR5cGUiOjAsIlBhcmVudFN0eWxlIjpudWxsfSwiUGFyZW50U3R5bGUiOm51bGx9LCJUaXRsZVN0eWxlIjp7IiRpZCI6IjE3NzciLCJGb250U2V0dGluZ3MiOnsiJGlkIjoiMTc3OCIsIkZvbnRTaXplIjo5LCJGb250TmFtZSI6IkNhbGlicmkiLCJJc0JvbGQiOnRydWUsIklzSXRhbGljIjpmYWxzZSwiSXNVbmRlcmxpbmVkIjpmYWxzZSwiUGFyZW50U3R5bGUiOm51bGx9LCJBdXRvU2l6ZSI6MCwiRm9yZWdyb3VuZCI6eyIkaWQiOiIxNzc5IiwiQ29sb3IiOnsiJGlkIjoiMTc4MC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wIn0sIlBhZGRpbmciOnsiJHJlZiI6IjExMSJ9LCJCYWNrZ3JvdW5kIjp7IiRpZCI6IjE3ODEiLCJDb2xvciI6eyIkaWQiOiIxNzgyIiwiQSI6MCwiUiI6MjU1LCJHIjoyNTUsIkIiOjI1NX19LCJJc1Zpc2libGUiOnRydWUsIldpZHRoIjowLjAsIkhlaWdodCI6MC4wLCJCb3JkZXJTdHlsZSI6eyIkaWQiOiIxNzgzIiwiTGluZUNvbG9yIjpudWxsLCJMaW5lV2VpZ2h0IjowLjAsIkxpbmVUeXBlIjowLCJQYXJlbnRTdHlsZSI6bnVsbH0sIlBhcmVudFN0eWxlIjpudWxsfSwiRGF0ZVN0eWxlIjp7IiRpZCI6IjE3ODQiLCJGb250U2V0dGluZ3MiOnsiJGlkIjoiMTc4NSIsIkZvbnRTaXplIjoxMCwiRm9udE5hbWUiOiJDYWxpYnJpIiwiSXNCb2xkIjpmYWxzZSwiSXNJdGFsaWMiOmZhbHNlLCJJc1VuZGVybGluZWQiOmZhbHNlLCJQYXJlbnRTdHlsZSI6bnVsbH0sIkF1dG9TaXplIjowLCJGb3JlZ3JvdW5kIjp7IiRyZWYiOiI0NDUifSwiTWF4V2lkdGgiOjIwMC4wLCJNYXhIZWlnaHQiOiJJbmZpbml0eSIsIlNtYXJ0Rm9yZWdyb3VuZElzQWN0aXZlIjpmYWxzZSwiSG9yaXpvbnRhbEFsaWdubWVudCI6MCwiVmVydGljYWxBbGlnbm1lbnQiOjAsIlNtYXJ0Rm9yZWdyb3VuZCI6bnVsbCwiQmFja2dyb3VuZEZpbGxUeXBlIjowLCJNYXJnaW4iOnsiJHJlZiI6IjExOSJ9LCJQYWRkaW5nIjp7IiRyZWYiOiIxMjAifSwiQmFja2dyb3VuZCI6eyIkcmVmIjoiNDQ3In0sIklzVmlzaWJsZSI6dHJ1ZSwiV2lkdGgiOjAuMCwiSGVpZ2h0IjowLjAsIkJvcmRlclN0eWxlIjp7IiRpZCI6IjE3ODYiLCJMaW5lQ29sb3IiOm51bGwsIkxpbmVXZWlnaHQiOjAuMCwiTGluZVR5cGUiOjAsIlBhcmVudFN0eWxlIjpudWxsfSwiUGFyZW50U3R5bGUiOm51bGx9LCJEYXRlRm9ybWF0Ijp7IiRyZWYiOiI0NDkifSwiV2Vla051bWJlcmluZyI6eyIkaWQiOiIxNzg3IiwiRm9ybWF0IjowLCJJc1Zpc2libGUiOmZhbHNlLCJMYXN0S25vd25WaXNpYmlsaXR5U3RhdGUiOmZhbHNlfSwiSXNWaXNpYmxlIjp0cnVlLCJQYXJlbnRTdHlsZSI6bnVsbH0sIkluZGV4Ijo2MiwiU21hcnREdXJhdGlvbkFjdGl2YXRlZCI6ZmFsc2UsIkRhdGVGb3JtYXQiOnsiJHJlZiI6IjQ0OSJ9LCJXZWVrTnVtYmVyaW5nIjp7IiRpZCI6IjE3ODgiLCJGb3JtYXQiOjAsIklzVmlzaWJsZSI6ZmFsc2UsIkxhc3RLbm93blZpc2liaWxpdHlTdGF0ZSI6ZmFsc2V9LCJJZCI6ImNiYjQ2NTY5LTMzMTgtNGJjMC05YjA0LTQ0ZTJkMmM5MjkwNCIsIkltcG9ydElkIjpudWxsLCJUaXRsZSI6IlJlbmFsICBpbXBhaXJtZW50IiwiTm90ZSI6bnVsbCwiSHlwZXJsaW5rIjp7IiRpZCI6IjE3ODkiLCJBZGRyZXNzIjpudWxsLCJTdWJBZGRyZXNzIjpudWxsfSwiSXNDaGFuZ2VkIjpmYWxzZSwiSXNOZXciOmZhbHNlfX1dLCJfbWlsZXN0b25lcyI6W10sIklkIjoiMDAwMDAwMDAtMDAwMC0wMDAwLTAwMDAtMDAwMDAwMDAwMDAwIiwiSXNTaW5nbGVJdGVtUm93Ijp0cnVlfSx7IiRpZCI6IjE3OTAiLCJfdGFza3MiOlt7IiRpZCI6IjE3OTEiLCJfYXR0YWNoZWRNaWxlc3RvbmVzIjpbXSwiVGFza0RlZmluaXRpb24iOnsiJGlkIjoiMTc5MiIsIkdyb3VwTmFtZSI6bnVsbCwiU3RhcnREYXRlIjoiMjAyNS0wNy0xOVQwMDowMDowMFoiLCJFbmREYXRlIjoiMjAyNi0wNi0yNlQyMzo1OTowMFoiLCJQZXJjZW50YWdlQ29tcGxldGUiOm51bGwsIlN0eWxlIjp7IiRpZCI6IjE3OTMiLCJTaGFwZSI6MiwiU2hhcGVUaGlja25lc3MiOjAsIkR1cmF0aW9uRm9ybWF0IjowLCJJbmNsdWRlTm9uV29ya2luZ0RheXNJbkR1cmF0aW9uIjpmYWxzZSwiUGVyY2VudGFnZUNvbXBsZXRlU3R5bGUiOnsiJGlkIjoiMTc5NCIsIkZvbnRTZXR0aW5ncyI6eyIkaWQiOiIxNzk1IiwiRm9udFNpemUiOjEwLCJGb250TmFtZSI6IkNhbGlicmkiLCJJc0JvbGQiOmZhbHNlLCJJc0l0YWxpYyI6ZmFsc2UsIklzVW5kZXJsaW5lZCI6ZmFsc2UsIlBhcmVudFN0eWxlIjpudWxsfSwiQXV0b1NpemUiOjAsIkZvcmVncm91bmQiOnsiJHJlZiI6Ijc2In0sIk1heFdpZHRoIjoyMDAuMCwiTWF4SGVpZ2h0IjoiSW5maW5pdHkiLCJTbWFydEZvcmVncm91bmRJc0FjdGl2ZSI6ZmFsc2UsIkhvcml6b250YWxBbGlnbm1lbnQiOjAsIlZlcnRpY2FsQWxpZ25tZW50IjowLCJTbWFydEZvcmVncm91bmQiOm51bGwsIkJhY2tncm91bmRGaWxsVHlwZSI6MCwiTWFyZ2luIjp7IiRyZWYiOiI3OCJ9LCJQYWRkaW5nIjp7IiRyZWYiOiI3OSJ9LCJCYWNrZ3JvdW5kIjp7IiRyZWYiOiIyNzgifSwiSXNWaXNpYmxlIjp0cnVlLCJXaWR0aCI6MC4wLCJIZWlnaHQiOjAuMCwiQm9yZGVyU3R5bGUiOnsiJGlkIjoiMTc5NiIsIkxpbmVDb2xvciI6bnVsbCwiTGluZVdlaWdodCI6MC4wLCJMaW5lVHlwZSI6MCwiUGFyZW50U3R5bGUiOm51bGx9LCJQYXJlbnRTdHlsZSI6bnVsbH0sIkR1cmF0aW9uU3R5bGUiOnsiJGlkIjoiMTc5NyIsIkZvbnRTZXR0aW5ncyI6eyIkaWQiOiIxNzk4IiwiRm9udFNpemUiOjEwLCJGb250TmFtZSI6IkNhbGlicmkiLCJJc0JvbGQiOmZhbHNlLCJJc0l0YWxpYyI6ZmFsc2UsIklzVW5kZXJsaW5lZCI6ZmFsc2UsIlBhcmVudFN0eWxlIjpudWxsfSwiQXV0b1NpemUiOjAsIkZvcmVncm91bmQiOnsiJHJlZiI6Ijg1In0sIk1heFdpZHRoIjoyMDAuMCwiTWF4SGVpZ2h0IjoiSW5maW5pdHkiLCJTbWFydEZvcmVncm91bmRJc0FjdGl2ZSI6ZmFsc2UsIkhvcml6b250YWxBbGlnbm1lbnQiOjAsIlZlcnRpY2FsQWxpZ25tZW50IjowLCJTbWFydEZvcmVncm91bmQiOm51bGwsIkJhY2tncm91bmRGaWxsVHlwZSI6MCwiTWFyZ2luIjp7IiRyZWYiOiI4NyJ9LCJQYWRkaW5nIjp7IiRyZWYiOiI4OCJ9LCJCYWNrZ3JvdW5kIjp7IiRyZWYiOiI4OSJ9LCJJc1Zpc2libGUiOnRydWUsIldpZHRoIjowLjAsIkhlaWdodCI6MC4wLCJCb3JkZXJTdHlsZSI6eyIkaWQiOiIxNzk5IiwiTGluZUNvbG9yIjpudWxsLCJMaW5lV2VpZ2h0IjowLjAsIkxpbmVUeXBlIjowLCJQYXJlbnRTdHlsZSI6bnVsbH0sIlBhcmVudFN0eWxlIjpudWxsfSwiSG9yaXpvbnRhbENvbm5lY3RvclN0eWxlIjp7IiRpZCI6IjE4MDAiLCJMaW5lQ29sb3IiOnsiJHJlZiI6IjkzIn0sIkxpbmVXZWlnaHQiOjEuMCwiTGluZVR5cGUiOjAsIlBhcmVudFN0eWxlIjpudWxsfSwiVmVydGljYWxDb25uZWN0b3JTdHlsZSI6eyIkaWQiOiIxODAxIiwiTGluZUNvbG9yIjp7IiRyZWYiOiI5NiJ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MywiSXNCZWxvd1RpbWViYW5kIjp0cnVlLCJQZXJjZW50YWdlQ29tcGxldGVTaGFwZU9wYWNpdHkiOjM1LCJTaGFwZVN0eWxlIjp7IiRpZCI6IjE4MDIiLCJNYXJnaW4iOnsiJHJlZiI6Ijk5In0sIlBhZGRpbmciOnsiJHJlZiI6IjEwMCJ9LCJCYWNrZ3JvdW5kIjp7IiRpZCI6IjE4MDMiLCJDb2xvciI6eyIkaWQiOiIxODA0IiwiQSI6MjU1LCJSIjoyMzQsIkciOjIyLCJCIjozMH19LCJJc1Zpc2libGUiOnRydWUsIldpZHRoIjowLjAsIkhlaWdodCI6MTAuMCwiQm9yZGVyU3R5bGUiOnsiJGlkIjoiMTgwNSIsIkxpbmVDb2xvciI6eyIkaWQiOiIxODA2IiwiJHR5cGUiOiJOTFJFLkNvbW1vbi5Eb20uU29saWRDb2xvckJydXNoLCBOTFJFLkNvbW1vbiIsIkNvbG9yIjp7IiRpZCI6IjE4MDciLCJBIjoyNTUsIlIiOjI1NSwiRyI6MCwiQiI6MH19LCJMaW5lV2VpZ2h0IjowLjAsIkxpbmVUeXBlIjowLCJQYXJlbnRTdHlsZSI6bnVsbH0sIlBhcmVudFN0eWxlIjpudWxsfSwiVGl0bGVTdHlsZSI6eyIkaWQiOiIxODA4IiwiRm9udFNldHRpbmdzIjp7IiRpZCI6IjE4MDkiLCJGb250U2l6ZSI6OSwiRm9udE5hbWUiOiJDYWxpYnJpIiwiSXNCb2xkIjp0cnVlLCJJc0l0YWxpYyI6ZmFsc2UsIklzVW5kZXJsaW5lZCI6ZmFsc2UsIlBhcmVudFN0eWxlIjpudWxsfSwiQXV0b1NpemUiOjAsIkZvcmVncm91bmQiOnsiJGlkIjoiMTgxMCIsIkNvbG9yIjp7IiRpZCI6IjE4MTEiLCJBIjoyNTUsIlIiOjAsIkciOjAsIkIiOjB9fSwiTWF4V2lkdGgiOjcyMC4wLCJNYXhIZWlnaHQiOiJJbmZpbml0eSIsIlNtYXJ0Rm9yZWdyb3VuZElzQWN0aXZlIjpmYWxzZSwiSG9yaXpvbnRhbEFsaWdubWVudCI6MCwiVmVydGljYWxBbGlnbm1lbnQiOjAsIlNtYXJ0Rm9yZWdyb3VuZCI6bnVsbCwiQmFja2dyb3VuZEZpbGxUeXBlIjowLCJNYXJnaW4iOnsiJHJlZiI6IjExMCJ9LCJQYWRkaW5nIjp7IiRyZWYiOiIxMTEifSwiQmFja2dyb3VuZCI6eyIkaWQiOiIxODEyIiwiQ29sb3IiOnsiJGlkIjoiMTgxMyIsIkEiOjAsIlIiOjI1NSwiRyI6MjU1LCJCIjoyNTV9fSwiSXNWaXNpYmxlIjp0cnVlLCJXaWR0aCI6MC4wLCJIZWlnaHQiOjAuMCwiQm9yZGVyU3R5bGUiOnsiJGlkIjoiMTgxNCIsIkxpbmVDb2xvciI6bnVsbCwiTGluZVdlaWdodCI6MC4wLCJMaW5lVHlwZSI6MCwiUGFyZW50U3R5bGUiOm51bGx9LCJQYXJlbnRTdHlsZSI6bnVsbH0sIkRhdGVTdHlsZSI6eyIkaWQiOiIxODE1IiwiRm9udFNldHRpbmdzIjp7IiRpZCI6IjE4MTYiLCJGb250U2l6ZSI6MTAsIkZvbnROYW1lIjoiQ2FsaWJyaSIsIklzQm9sZCI6ZmFsc2UsIklzSXRhbGljIjpmYWxzZSwiSXNVbmRlcmxpbmVkIjpmYWxzZSwiUGFyZW50U3R5bGUiOm51bGx9LCJBdXRvU2l6ZSI6MCwiRm9yZWdyb3VuZCI6eyIkcmVmIjoiNDQ1In0sIk1heFdpZHRoIjoyMD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HJlZiI6IjQ0NyJ9LCJJc1Zpc2libGUiOnRydWUsIldpZHRoIjowLjAsIkhlaWdodCI6MC4wLCJCb3JkZXJTdHlsZSI6eyIkaWQiOiIxODE3IiwiTGluZUNvbG9yIjpudWxsLCJMaW5lV2VpZ2h0IjowLjAsIkxpbmVUeXBlIjowLCJQYXJlbnRTdHlsZSI6bnVsbH0sIlBhcmVudFN0eWxlIjpudWxsfSwiRGF0ZUZvcm1hdCI6eyIkaWQiOiIxODE4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MTkiLCJGb3JtYXQiOjAsIklzVmlzaWJsZSI6ZmFsc2UsIkxhc3RLbm93blZpc2liaWxpdHlTdGF0ZSI6ZmFsc2V9LCJJc1Zpc2libGUiOmZhbHNlLCJQYXJlbnRTdHlsZSI6bnVsbH0sIkluZGV4Ijo2MywiU21hcnREdXJhdGlvbkFjdGl2YXRlZCI6ZmFsc2UsIkRhdGVGb3JtYXQiOnsiJHJlZiI6IjE4MTgifSwiV2Vla051bWJlcmluZyI6eyIkaWQiOiIxODIwIiwiRm9ybWF0IjowLCJJc1Zpc2libGUiOmZhbHNlLCJMYXN0S25vd25WaXNpYmlsaXR5U3RhdGUiOmZhbHNlfSwiSWQiOiIzNDQyNzI2Yy00MTdjLTQ5MmYtYTUwMC1jMGRkN2M4MmQ5YjIiLCJJbXBvcnRJZCI6bnVsbCwiVGl0bGUiOiJQaCBJSSBtb2RlIG9mIGFjdGlvbiAoYWRkLW9uKSIsIk5vdGUiOm51bGwsIkh5cGVybGluayI6eyIkaWQiOiIxODIxIiwiQWRkcmVzcyI6bnVsbCwiU3ViQWRkcmVzcyI6bnVsbH0sIklzQ2hhbmdlZCI6ZmFsc2UsIklzTmV3IjpmYWxzZX19XSwiX21pbGVzdG9uZXMiOltdLCJJZCI6IjAwMDAwMDAwLTAwMDAtMDAwMC0wMDAwLTAwMDAwMDAwMDAwMCIsIklzU2luZ2xlSXRlbVJvdyI6dHJ1ZX0seyIkaWQiOiIxODIyIiwiX3Rhc2tzIjpbeyIkaWQiOiIxODIzIiwiX2F0dGFjaGVkTWlsZXN0b25lcyI6W10sIlRhc2tEZWZpbml0aW9uIjp7IiRpZCI6IjE4MjQiLCJHcm91cE5hbWUiOm51bGwsIlN0YXJ0RGF0ZSI6IjIwMjItMTAtMTJUMDA6MDA6MDBaIiwiRW5kRGF0ZSI6IjIwMjQtMDUtMjdUMjM6NTk6MDBaIiwiUGVyY2VudGFnZUNvbXBsZXRlIjpudWxsLCJTdHlsZSI6eyIkaWQiOiIxODI1IiwiU2hhcGUiOjIsIlNoYXBlVGhpY2tuZXNzIjowLCJEdXJhdGlvbkZvcm1hdCI6MCwiSW5jbHVkZU5vbldvcmtpbmdEYXlzSW5EdXJhdGlvbiI6ZmFsc2UsIlBlcmNlbnRhZ2VDb21wbGV0ZVN0eWxlIjp7IiRpZCI6IjE4MjYiLCJGb250U2V0dGluZ3MiOnsiJGlkIjoiMTgyNyIsIkZvbnRTaXplIjoxMCwiRm9udE5hbWUiOiJDYWxpYnJpIiwiSXNCb2xkIjpmYWxzZSwiSXNJdGFsaWMiOmZhbHNlLCJJc1VuZGVybGluZWQiOmZhbHNlLCJQYXJlbnRTdHlsZSI6bnVsbH0sIkF1dG9TaXplIjowLCJGb3JlZ3JvdW5kIjp7IiRyZWYiOiI3NiJ9LCJNYXhXaWR0aCI6MjAwLjAsIk1heEhlaWdodCI6IkluZmluaXR5IiwiU21hcnRGb3JlZ3JvdW5kSXNBY3RpdmUiOmZhbHNlLCJIb3Jpem9udGFsQWxpZ25tZW50IjowLCJWZXJ0aWNhbEFsaWdubWVudCI6MCwiU21hcnRGb3JlZ3JvdW5kIjpudWxsLCJCYWNrZ3JvdW5kRmlsbFR5cGUiOjAsIk1hcmdpbiI6eyIkcmVmIjoiNzgifSwiUGFkZGluZyI6eyIkcmVmIjoiNzkifSwiQmFja2dyb3VuZCI6eyIkcmVmIjoiMjc4In0sIklzVmlzaWJsZSI6dHJ1ZSwiV2lkdGgiOjAuMCwiSGVpZ2h0IjowLjAsIkJvcmRlclN0eWxlIjp7IiRpZCI6IjE4MjgiLCJMaW5lQ29sb3IiOm51bGwsIkxpbmVXZWlnaHQiOjAuMCwiTGluZVR5cGUiOjAsIlBhcmVudFN0eWxlIjpudWxsfSwiUGFyZW50U3R5bGUiOm51bGx9LCJEdXJhdGlvblN0eWxlIjp7IiRpZCI6IjE4MjkiLCJGb250U2V0dGluZ3MiOnsiJGlkIjoiMTgzMCIsIkZvbnRTaXplIjoxMCwiRm9udE5hbWUiOiJDYWxpYnJpIiwiSXNCb2xkIjpmYWxzZSwiSXNJdGFsaWMiOmZhbHNlLCJJc1VuZGVybGluZWQiOmZhbHNlLCJQYXJlbnRTdHlsZSI6bnVsbH0sIkF1dG9TaXplIjowLCJGb3JlZ3JvdW5kIjp7IiRyZWYiOiI4NSJ9LCJNYXhXaWR0aCI6MjAwLjAsIk1heEhlaWdodCI6IkluZmluaXR5IiwiU21hcnRGb3JlZ3JvdW5kSXNBY3RpdmUiOmZhbHNlLCJIb3Jpem9udGFsQWxpZ25tZW50IjowLCJWZXJ0aWNhbEFsaWdubWVudCI6MCwiU21hcnRGb3JlZ3JvdW5kIjpudWxsLCJCYWNrZ3JvdW5kRmlsbFR5cGUiOjAsIk1hcmdpbiI6eyIkcmVmIjoiODcifSwiUGFkZGluZyI6eyIkcmVmIjoiODgifSwiQmFja2dyb3VuZCI6eyIkcmVmIjoiODkifSwiSXNWaXNpYmxlIjp0cnVlLCJXaWR0aCI6MC4wLCJIZWlnaHQiOjAuMCwiQm9yZGVyU3R5bGUiOnsiJGlkIjoiMTgzMSIsIkxpbmVDb2xvciI6bnVsbCwiTGluZVdlaWdodCI6MC4wLCJMaW5lVHlwZSI6MCwiUGFyZW50U3R5bGUiOm51bGx9LCJQYXJlbnRTdHlsZSI6bnVsbH0sIkhvcml6b250YWxDb25uZWN0b3JTdHlsZSI6eyIkaWQiOiIxODMyIiwiTGluZUNvbG9yIjp7IiRyZWYiOiI5MyJ9LCJMaW5lV2VpZ2h0IjoxLjAsIkxpbmVUeXBlIjowLCJQYXJlbnRTdHlsZSI6bnVsbH0sIlZlcnRpY2FsQ29ubmVjdG9yU3R5bGUiOnsiJGlkIjoiMTgzMyIsIkxpbmVDb2xvciI6eyIkcmVmIjoiOTYifSwiTGluZVdlaWdodCI6MC4wLCJMaW5lVHlwZSI6MCwiUGFyZW50U3R5bGUiOm51bGx9LCJNYXJnaW4iOm51bGwsIlN0YXJ0RGF0ZVBvc2l0aW9uIjo2LCJFbmREYXRlUG9zaXRpb24iOjYsIkRhdGVJc1Zpc2libGUiOmZhbHNlLCJUaXRsZVBvc2l0aW9uIjo0LCJEdXJhdGlvblBvc2l0aW9uIjo2LCJQZXJjZW50YWdlQ29tcGxldGVkUG9zaXRpb24iOjYsIlNwYWNpbmciOjMsIklzQmVsb3dUaW1lYmFuZCI6dHJ1ZSwiUGVyY2VudGFnZUNvbXBsZXRlU2hhcGVPcGFjaXR5IjozNSwiU2hhcGVTdHlsZSI6eyIkaWQiOiIxODM0IiwiTWFyZ2luIjp7IiRyZWYiOiI5OSJ9LCJQYWRkaW5nIjp7IiRyZWYiOiIxMDAifSwiQmFja2dyb3VuZCI6eyIkaWQiOiIxODM1IiwiQ29sb3IiOnsiJGlkIjoiMTgzNiIsIkEiOjI1NSwiUiI6MjM0LCJHIjoyMiwiQiI6MzB9fSwiSXNWaXNpYmxlIjp0cnVlLCJXaWR0aCI6MC4wLCJIZWlnaHQiOjEwLjAsIkJvcmRlclN0eWxlIjp7IiRpZCI6IjE4MzciLCJMaW5lQ29sb3IiOnsiJGlkIjoiMTgzOCIsIiR0eXBlIjoiTkxSRS5Db21tb24uRG9tLlNvbGlkQ29sb3JCcnVzaCwgTkxSRS5Db21tb24iLCJDb2xvciI6eyIkaWQiOiIxODM5IiwiQSI6MjU1LCJSIjowLCJHIjozNSwiQiI6NzN9fSwiTGluZVdlaWdodCI6MC4wLCJMaW5lVHlwZSI6MCwiUGFyZW50U3R5bGUiOm51bGx9LCJQYXJlbnRTdHlsZSI6bnVsbH0sIlRpdGxlU3R5bGUiOnsiJGlkIjoiMTg0MCIsIkZvbnRTZXR0aW5ncyI6eyIkaWQiOiIxODQxIiwiRm9udFNpemUiOjksIkZvbnROYW1lIjoiQ2FsaWJyaSIsIklzQm9sZCI6dHJ1ZSwiSXNJdGFsaWMiOmZhbHNlLCJJc1VuZGVybGluZWQiOmZhbHNlLCJQYXJlbnRTdHlsZSI6bnVsbH0sIkF1dG9TaXplIjowLCJGb3JlZ3JvdW5kIjp7IiRpZCI6IjE4NDIiLCJDb2xvciI6eyIkaWQiOiIxODQz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AifSwiUGFkZGluZyI6eyIkcmVmIjoiMTExIn0sIkJhY2tncm91bmQiOnsiJGlkIjoiMTg0NCIsIkNvbG9yIjp7IiRpZCI6IjE4NDUiLCJBIjowLCJSIjoyNTUsIkciOjI1NSwiQiI6MjU1fX0sIklzVmlzaWJsZSI6dHJ1ZSwiV2lkdGgiOjAuMCwiSGVpZ2h0IjowLjAsIkJvcmRlclN0eWxlIjp7IiRpZCI6IjE4NDYiLCJMaW5lQ29sb3IiOm51bGwsIkxpbmVXZWlnaHQiOjAuMCwiTGluZVR5cGUiOjAsIlBhcmVudFN0eWxlIjpudWxsfSwiUGFyZW50U3R5bGUiOm51bGx9LCJEYXRlU3R5bGUiOnsiJGlkIjoiMTg0NyIsIkZvbnRTZXR0aW5ncyI6eyIkaWQiOiIxODQ4IiwiRm9udFNpemUiOjEwLCJGb250TmFtZSI6IkNhbGlicmkiLCJJc0JvbGQiOmZhbHNlLCJJc0l0YWxpYyI6ZmFsc2UsIklzVW5kZXJsaW5lZCI6ZmFsc2UsIlBhcmVudFN0eWxlIjpudWxsfSwiQXV0b1NpemUiOjAsIkZvcmVncm91bmQiOnsiJGlkIjoiMTg0OSIsIkNvbG9yIjp7IiRpZCI6IjE4NTA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GlkIjoiMTg1MSIsIkNvbG9yIjp7IiRpZCI6IjE4NTIiLCJBIjowLCJSIjoyNTUsIkciOjI1NSwiQiI6MjU1fX0sIklzVmlzaWJsZSI6dHJ1ZSwiV2lkdGgiOjAuMCwiSGVpZ2h0IjowLjAsIkJvcmRlclN0eWxlIjp7IiRpZCI6IjE4NTMiLCJMaW5lQ29sb3IiOm51bGwsIkxpbmVXZWlnaHQiOjAuMCwiTGluZVR5cGUiOjAsIlBhcmVudFN0eWxlIjpudWxsfSwiUGFyZW50U3R5bGUiOm51bGx9LCJEYXRlRm9ybWF0Ijp7IiRpZCI6IjE4NTQ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Tg1NSIsIkZvcm1hdCI6MCwiSXNWaXNpYmxlIjpmYWxzZSwiTGFzdEtub3duVmlzaWJpbGl0eVN0YXRlIjpmYWxzZX0sIklzVmlzaWJsZSI6ZmFsc2UsIlBhcmVudFN0eWxlIjpudWxsfSwiSW5kZXgiOjY0LCJTbWFydER1cmF0aW9uQWN0aXZhdGVkIjpmYWxzZSwiRGF0ZUZvcm1hdCI6eyIkcmVmIjoiMTg1NCJ9LCJXZWVrTnVtYmVyaW5nIjp7IiRpZCI6IjE4NTYiLCJGb3JtYXQiOjAsIklzVmlzaWJsZSI6ZmFsc2UsIkxhc3RLbm93blZpc2liaWxpdHlTdGF0ZSI6ZmFsc2V9LCJJZCI6ImRjNDIwOGMyLTk3YzYtNDg0MC1iMGM0LTRkZTc5ZThmMDUxNCIsIkltcG9ydElkIjpudWxsLCJUaXRsZSI6IjE0NDctMDAwMjogTVJEIFN0dWR5IiwiTm90ZSI6bnVsbCwiSHlwZXJsaW5rIjp7IiRpZCI6IjE4NTciLCJBZGRyZXNzIjoiIiwiU3ViQWRkcmVzcyI6IiJ9LCJJc0NoYW5nZWQiOmZhbHNlLCJJc05ldyI6ZmFsc2V9fV0sIl9taWxlc3RvbmVzIjpbXSwiSWQiOiIwMDAwMDAwMC0wMDAwLTAwMDAtMDAwMC0wMDAwMDAwMDAwMDAiLCJJc1NpbmdsZUl0ZW1Sb3ciOnRydWV9LHsiJGlkIjoiMTg1OCIsIl90YXNrcyI6W3siJGlkIjoiMTg1OSIsIl9hdHRhY2hlZE1pbGVzdG9uZXMiOltdLCJUYXNrRGVmaW5pdGlvbiI6eyIkaWQiOiIxODYwIiwiR3JvdXBOYW1lIjpudWxsLCJTdGFydERhdGUiOiIyMDIyLTEyLTE0VDAwOjAwOjAwWiIsIkVuZERhdGUiOiIyMDI0LTAxLTMxVDIzOjU5OjAwWiIsIlBlcmNlbnRhZ2VDb21wbGV0ZSI6bnVsbCwiU3R5bGUiOnsiJGlkIjoiMTg2MSIsIlNoYXBlIjoyLCJTaGFwZVRoaWNrbmVzcyI6MCwiRHVyYXRpb25Gb3JtYXQiOjAsIkluY2x1ZGVOb25Xb3JraW5nRGF5c0luRHVyYXRpb24iOmZhbHNlLCJQZXJjZW50YWdlQ29tcGxldGVTdHlsZSI6eyIkaWQiOiIxODYyIiwiRm9udFNldHRpbmdzIjp7IiRpZCI6IjE4NjMiLCJGb250U2l6ZSI6MTAsIkZvbnROYW1lIjoiQ2FsaWJyaSIsIklzQm9sZCI6ZmFsc2UsIklzSXRhbGljIjpmYWxzZSwiSXNVbmRlcmxpbmVkIjpmYWxzZSwiUGFyZW50U3R5bGUiOm51bGx9LCJBdXRvU2l6ZSI6MCwiRm9yZWdyb3VuZCI6eyIkcmVmIjoiNzYifSwiTWF4V2lkdGgiOjIwMC4wLCJNYXhIZWlnaHQiOiJJbmZpbml0eSIsIlNtYXJ0Rm9yZWdyb3VuZElzQWN0aXZlIjpmYWxzZSwiSG9yaXpvbnRhbEFsaWdubWVudCI6MCwiVmVydGljYWxBbGlnbm1lbnQiOjAsIlNtYXJ0Rm9yZWdyb3VuZCI6bnVsbCwiQmFja2dyb3VuZEZpbGxUeXBlIjowLCJNYXJnaW4iOnsiJHJlZiI6Ijc4In0sIlBhZGRpbmciOnsiJHJlZiI6Ijc5In0sIkJhY2tncm91bmQiOnsiJGlkIjoiMTg2NCIsIkNvbG9yIjp7IiRpZCI6IjE4NjUiLCJBIjo4OSwiUiI6MzgsIkciOjM4LCJCIjozOH19LCJJc1Zpc2libGUiOnRydWUsIldpZHRoIjowLjAsIkhlaWdodCI6MC4wLCJCb3JkZXJTdHlsZSI6eyIkaWQiOiIxODY2IiwiTGluZUNvbG9yIjpudWxsLCJMaW5lV2VpZ2h0IjowLjAsIkxpbmVUeXBlIjowLCJQYXJlbnRTdHlsZSI6bnVsbH0sIlBhcmVudFN0eWxlIjpudWxsfSwiRHVyYXRpb25TdHlsZSI6eyIkaWQiOiIxODY3IiwiRm9udFNldHRpbmdzIjp7IiRpZCI6IjE4NjgiLCJGb250U2l6ZSI6MTAsIkZvbnROYW1lIjoiQ2FsaWJyaSIsIklzQm9sZCI6ZmFsc2UsIklzSXRhbGljIjpmYWxzZSwiSXNVbmRlcmxpbmVkIjpmYWxzZSwiUGFyZW50U3R5bGUiOm51bGx9LCJBdXRvU2l6ZSI6MCwiRm9yZWdyb3VuZCI6eyIkcmVmIjoiODUifSwiTWF4V2lkdGgiOjIwMC4wLCJNYXhIZWlnaHQiOiJJbmZpbml0eSIsIlNtYXJ0Rm9yZWdyb3VuZElzQWN0aXZlIjpmYWxzZSwiSG9yaXpvbnRhbEFsaWdubWVudCI6MCwiVmVydGljYWxBbGlnbm1lbnQiOjAsIlNtYXJ0Rm9yZWdyb3VuZCI6bnVsbCwiQmFja2dyb3VuZEZpbGxUeXBlIjowLCJNYXJnaW4iOnsiJHJlZiI6Ijg3In0sIlBhZGRpbmciOnsiJHJlZiI6Ijg4In0sIkJhY2tncm91bmQiOnsiJHJlZiI6Ijg5In0sIklzVmlzaWJsZSI6dHJ1ZSwiV2lkdGgiOjAuMCwiSGVpZ2h0IjowLjAsIkJvcmRlclN0eWxlIjp7IiRpZCI6IjE4NjkiLCJMaW5lQ29sb3IiOm51bGwsIkxpbmVXZWlnaHQiOjAuMCwiTGluZVR5cGUiOjAsIlBhcmVudFN0eWxlIjpudWxsfSwiUGFyZW50U3R5bGUiOm51bGx9LCJIb3Jpem9udGFsQ29ubmVjdG9yU3R5bGUiOnsiJGlkIjoiMTg3MCIsIkxpbmVDb2xvciI6eyIkcmVmIjoiOTMifSwiTGluZVdlaWdodCI6MS4wLCJMaW5lVHlwZSI6MCwiUGFyZW50U3R5bGUiOm51bGx9LCJWZXJ0aWNhbENvbm5lY3RvclN0eWxlIjp7IiRpZCI6IjE4NzEiLCJMaW5lQ29sb3IiOnsiJHJlZiI6Ijk2In0sIkxpbmVXZWlnaHQiOjAuMCwiTGluZVR5cGUiOjAsIlBhcmVudFN0eWxlIjpudWxsfSwiTWFyZ2luIjpudWxsLCJTdGFydERhdGVQb3NpdGlvbiI6NiwiRW5kRGF0ZVBvc2l0aW9uIjo2LCJEYXRlSXNWaXNpYmxlIjpmYWxzZSwiVGl0bGVQb3NpdGlvbiI6NCwiRHVyYXRpb25Qb3NpdGlvbiI6NiwiUGVyY2VudGFnZUNvbXBsZXRlZFBvc2l0aW9uIjo2LCJTcGFjaW5nIjozLCJJc0JlbG93VGltZWJhbmQiOnRydWUsIlBlcmNlbnRhZ2VDb21wbGV0ZVNoYXBlT3BhY2l0eSI6MzUsIlNoYXBlU3R5bGUiOnsiJGlkIjoiMTg3MiIsIk1hcmdpbiI6eyIkcmVmIjoiOTkifSwiUGFkZGluZyI6eyIkcmVmIjoiMTAwIn0sIkJhY2tncm91bmQiOnsiJGlkIjoiMTg3MyIsIkNvbG9yIjp7IiRpZCI6IjE4NzQiLCJBIjoyNTUsIlIiOjIzNCwiRyI6MjIsIkIiOjMwfX0sIklzVmlzaWJsZSI6dHJ1ZSwiV2lkdGgiOjAuMCwiSGVpZ2h0IjoxMC4wLCJCb3JkZXJTdHlsZSI6eyIkaWQiOiIxODc1IiwiTGluZUNvbG9yIjp7IiRpZCI6IjE4NzYiLCIkdHlwZSI6Ik5MUkUuQ29tbW9uLkRvbS5Tb2xpZENvbG9yQnJ1c2gsIE5MUkUuQ29tbW9uIiwiQ29sb3IiOnsiJGlkIjoiMTg3NyIsIkEiOjI1NSwiUiI6MCwiRyI6MzUsIkIiOjczfX0sIkxpbmVXZWlnaHQiOjAuMCwiTGluZVR5cGUiOjAsIlBhcmVudFN0eWxlIjpudWxsfSwiUGFyZW50U3R5bGUiOm51bGx9LCJUaXRsZVN0eWxlIjp7IiRpZCI6IjE4NzgiLCJGb250U2V0dGluZ3MiOnsiJGlkIjoiMTg3OSIsIkZvbnRTaXplIjo5LCJGb250TmFtZSI6IkNhbGlicmkiLCJJc0JvbGQiOnRydWUsIklzSXRhbGljIjpmYWxzZSwiSXNVbmRlcmxpbmVkIjpmYWxzZSwiUGFyZW50U3R5bGUiOm51bGx9LCJBdXRvU2l6ZSI6MCwiRm9yZWdyb3VuZCI6eyIkaWQiOiIxODgwIiwiQ29sb3IiOnsiJGlkIjoiMTg4MS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wIn0sIlBhZGRpbmciOnsiJHJlZiI6IjExMSJ9LCJCYWNrZ3JvdW5kIjp7IiRpZCI6IjE4ODIiLCJDb2xvciI6eyIkaWQiOiIxODgzIiwiQSI6MCwiUiI6MjU1LCJHIjoyNTUsIkIiOjI1NX19LCJJc1Zpc2libGUiOnRydWUsIldpZHRoIjowLjAsIkhlaWdodCI6MC4wLCJCb3JkZXJTdHlsZSI6eyIkaWQiOiIxODg0IiwiTGluZUNvbG9yIjpudWxsLCJMaW5lV2VpZ2h0IjowLjAsIkxpbmVUeXBlIjowLCJQYXJlbnRTdHlsZSI6bnVsbH0sIlBhcmVudFN0eWxlIjpudWxsfSwiRGF0ZVN0eWxlIjp7IiRpZCI6IjE4ODUiLCJGb250U2V0dGluZ3MiOnsiJGlkIjoiMTg4NiIsIkZvbnRTaXplIjoxMCwiRm9udE5hbWUiOiJDYWxpYnJpIiwiSXNCb2xkIjpmYWxzZSwiSXNJdGFsaWMiOmZhbHNlLCJJc1VuZGVybGluZWQiOmZhbHNlLCJQYXJlbnRTdHlsZSI6bnVsbH0sIkF1dG9TaXplIjowLCJGb3JlZ3JvdW5kIjp7IiRpZCI6IjE4ODciLCJDb2xvciI6eyIkaWQiOiIxODg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E5In0sIlBhZGRpbmciOnsiJHJlZiI6IjEyMCJ9LCJCYWNrZ3JvdW5kIjp7IiRpZCI6IjE4ODkiLCJDb2xvciI6eyIkaWQiOiIxODkwIiwiQSI6MCwiUiI6MjU1LCJHIjoyNTUsIkIiOjI1NX19LCJJc1Zpc2libGUiOnRydWUsIldpZHRoIjowLjAsIkhlaWdodCI6MC4wLCJCb3JkZXJTdHlsZSI6eyIkaWQiOiIxODkxIiwiTGluZUNvbG9yIjpudWxsLCJMaW5lV2VpZ2h0IjowLjAsIkxpbmVUeXBlIjowLCJQYXJlbnRTdHlsZSI6bnVsbH0sIlBhcmVudFN0eWxlIjpudWxsfSwiRGF0ZUZvcm1hdCI6eyIkaWQiOiIxODk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E4OTMiLCJGb3JtYXQiOjAsIklzVmlzaWJsZSI6ZmFsc2UsIkxhc3RLbm93blZpc2liaWxpdHlTdGF0ZSI6ZmFsc2V9LCJJc1Zpc2libGUiOmZhbHNlLCJQYXJlbnRTdHlsZSI6bnVsbH0sIkluZGV4Ijo2NSwiU21hcnREdXJhdGlvbkFjdGl2YXRlZCI6ZmFsc2UsIkRhdGVGb3JtYXQiOnsiJHJlZiI6IjE4OTIifSwiV2Vla051bWJlcmluZyI6eyIkaWQiOiIxODk0IiwiRm9ybWF0IjowLCJJc1Zpc2libGUiOmZhbHNlLCJMYXN0S25vd25WaXNpYmlsaXR5U3RhdGUiOmZhbHNlfSwiSWQiOiIzZTk1YzI0NC00YzU0LTQyMTItOTY4Ni03ZmNiMjBhNTQ3ZDUiLCJJbXBvcnRJZCI6bnVsbCwiVGl0bGUiOiIxNDQ3LTAwMDM6IFBvQ1AgU3R1ZHkiLCJOb3RlIjpudWxsLCJIeXBlcmxpbmsiOnsiJGlkIjoiMTg5NSIsIkFkZHJlc3MiOm51bGwsIlN1YkFkZHJlc3MiOm51bGx9LCJJc0NoYW5nZWQiOmZhbHNlLCJJc05ldyI6ZmFsc2V9fV0sIl9taWxlc3RvbmVzIjpbXSwiSWQiOiIwMDAwMDAwMC0wMDAwLTAwMDAtMDAwMC0wMDAwMDAwMDAwMDAiLCJJc1NpbmdsZUl0ZW1Sb3ciOnRydWV9LHsiJGlkIjoiMTg5NiIsIl90YXNrcyI6W3siJGlkIjoiMTg5NyIsIl9hdHRhY2hlZE1pbGVzdG9uZXMiOltdLCJUYXNrRGVmaW5pdGlvbiI6eyIkaWQiOiIxODk4IiwiR3JvdXBOYW1lIjpudWxsLCJTdGFydERhdGUiOiIyMDIyLTA5LTIwVDAwOjAwOjAwWiIsIkVuZERhdGUiOiIyMDI0LTAyLTAyVDIzOjU5OjAwWiIsIlBlcmNlbnRhZ2VDb21wbGV0ZSI6bnVsbCwiU3R5bGUiOnsiJGlkIjoiMTg5OSIsIlNoYXBlIjoyLCJTaGFwZVRoaWNrbmVzcyI6MCwiRHVyYXRpb25Gb3JtYXQiOjAsIkluY2x1ZGVOb25Xb3JraW5nRGF5c0luRHVyYXRpb24iOmZhbHNlLCJQZXJjZW50YWdlQ29tcGxldGVTdHlsZSI6eyIkaWQiOiIxOTAwIiwiRm9udFNldHRpbmdzIjp7IiRpZCI6IjE5MDEiLCJGb250U2l6ZSI6MTAsIkZvbnROYW1lIjoiQ2FsaWJyaSIsIklzQm9sZCI6ZmFsc2UsIklzSXRhbGljIjpmYWxzZSwiSXNVbmRlcmxpbmVkIjpmYWxzZSwiUGFyZW50U3R5bGUiOm51bGx9LCJBdXRvU2l6ZSI6MCwiRm9yZWdyb3VuZCI6eyIkcmVmIjoiNzYifSwiTWF4V2lkdGgiOjIwMC4wLCJNYXhIZWlnaHQiOiJJbmZpbml0eSIsIlNtYXJ0Rm9yZWdyb3VuZElzQWN0aXZlIjpmYWxzZSwiSG9yaXpvbnRhbEFsaWdubWVudCI6MCwiVmVydGljYWxBbGlnbm1lbnQiOjAsIlNtYXJ0Rm9yZWdyb3VuZCI6bnVsbCwiQmFja2dyb3VuZEZpbGxUeXBlIjowLCJNYXJnaW4iOnsiJHJlZiI6Ijc4In0sIlBhZGRpbmciOnsiJHJlZiI6Ijc5In0sIkJhY2tncm91bmQiOnsiJGlkIjoiMTkwMiIsIkNvbG9yIjp7IiRpZCI6IjE5MDMiLCJBIjo4OSwiUiI6MzgsIkciOjM4LCJCIjozOH19LCJJc1Zpc2libGUiOnRydWUsIldpZHRoIjowLjAsIkhlaWdodCI6MC4wLCJCb3JkZXJTdHlsZSI6eyIkaWQiOiIxOTA0IiwiTGluZUNvbG9yIjpudWxsLCJMaW5lV2VpZ2h0IjowLjAsIkxpbmVUeXBlIjowLCJQYXJlbnRTdHlsZSI6bnVsbH0sIlBhcmVudFN0eWxlIjpudWxsfSwiRHVyYXRpb25TdHlsZSI6eyIkaWQiOiIxOTA1IiwiRm9udFNldHRpbmdzIjp7IiRpZCI6IjE5MDYiLCJGb250U2l6ZSI6MTAsIkZvbnROYW1lIjoiQ2FsaWJyaSIsIklzQm9sZCI6ZmFsc2UsIklzSXRhbGljIjpmYWxzZSwiSXNVbmRlcmxpbmVkIjpmYWxzZSwiUGFyZW50U3R5bGUiOm51bGx9LCJBdXRvU2l6ZSI6MCwiRm9yZWdyb3VuZCI6eyIkcmVmIjoiODUifSwiTWF4V2lkdGgiOjIwMC4wLCJNYXhIZWlnaHQiOiJJbmZpbml0eSIsIlNtYXJ0Rm9yZWdyb3VuZElzQWN0aXZlIjpmYWxzZSwiSG9yaXpvbnRhbEFsaWdubWVudCI6MCwiVmVydGljYWxBbGlnbm1lbnQiOjAsIlNtYXJ0Rm9yZWdyb3VuZCI6bnVsbCwiQmFja2dyb3VuZEZpbGxUeXBlIjowLCJNYXJnaW4iOnsiJHJlZiI6Ijg3In0sIlBhZGRpbmciOnsiJHJlZiI6Ijg4In0sIkJhY2tncm91bmQiOnsiJHJlZiI6Ijg5In0sIklzVmlzaWJsZSI6dHJ1ZSwiV2lkdGgiOjAuMCwiSGVpZ2h0IjowLjAsIkJvcmRlclN0eWxlIjp7IiRpZCI6IjE5MDciLCJMaW5lQ29sb3IiOm51bGwsIkxpbmVXZWlnaHQiOjAuMCwiTGluZVR5cGUiOjAsIlBhcmVudFN0eWxlIjpudWxsfSwiUGFyZW50U3R5bGUiOm51bGx9LCJIb3Jpem9udGFsQ29ubmVjdG9yU3R5bGUiOnsiJGlkIjoiMTkwOCIsIkxpbmVDb2xvciI6eyIkcmVmIjoiOTMifSwiTGluZVdlaWdodCI6MS4wLCJMaW5lVHlwZSI6MCwiUGFyZW50U3R5bGUiOm51bGx9LCJWZXJ0aWNhbENvbm5lY3RvclN0eWxlIjp7IiRpZCI6IjE5MDkiLCJMaW5lQ29sb3IiOnsiJHJlZiI6Ijk2In0sIkxpbmVXZWlnaHQiOjAuMCwiTGluZVR5cGUiOjAsIlBhcmVudFN0eWxlIjpudWxsfSwiTWFyZ2luIjpudWxsLCJTdGFydERhdGVQb3NpdGlvbiI6NiwiRW5kRGF0ZVBvc2l0aW9uIjo2LCJEYXRlSXNWaXNpYmxlIjpmYWxzZSwiVGl0bGVQb3NpdGlvbiI6NCwiRHVyYXRpb25Qb3NpdGlvbiI6NiwiUGVyY2VudGFnZUNvbXBsZXRlZFBvc2l0aW9uIjo2LCJTcGFjaW5nIjozLCJJc0JlbG93VGltZWJhbmQiOnRydWUsIlBlcmNlbnRhZ2VDb21wbGV0ZVNoYXBlT3BhY2l0eSI6MzUsIlNoYXBlU3R5bGUiOnsiJGlkIjoiMTkxMCIsIk1hcmdpbiI6eyIkcmVmIjoiOTkifSwiUGFkZGluZyI6eyIkcmVmIjoiMTAwIn0sIkJhY2tncm91bmQiOnsiJGlkIjoiMTkxMSIsIkNvbG9yIjp7IiRpZCI6IjE5MTIiLCJBIjoyNTUsIlIiOjIzNCwiRyI6MjIsIkIiOjMwfX0sIklzVmlzaWJsZSI6dHJ1ZSwiV2lkdGgiOjAuMCwiSGVpZ2h0IjoxMC4wLCJCb3JkZXJTdHlsZSI6eyIkaWQiOiIxOTEzIiwiTGluZUNvbG9yIjp7IiRpZCI6IjE5MTQiLCIkdHlwZSI6Ik5MUkUuQ29tbW9uLkRvbS5Tb2xpZENvbG9yQnJ1c2gsIE5MUkUuQ29tbW9uIiwiQ29sb3IiOnsiJGlkIjoiMTkxNSIsIkEiOjI1NSwiUiI6MCwiRyI6MzUsIkIiOjczfX0sIkxpbmVXZWlnaHQiOjAuMCwiTGluZVR5cGUiOjAsIlBhcmVudFN0eWxlIjpudWxsfSwiUGFyZW50U3R5bGUiOm51bGx9LCJUaXRsZVN0eWxlIjp7IiRpZCI6IjE5MTYiLCJGb250U2V0dGluZ3MiOnsiJGlkIjoiMTkxNyIsIkZvbnRTaXplIjo5LCJGb250TmFtZSI6IkNhbGlicmkiLCJJc0JvbGQiOnRydWUsIklzSXRhbGljIjpmYWxzZSwiSXNVbmRlcmxpbmVkIjpmYWxzZSwiUGFyZW50U3R5bGUiOm51bGx9LCJBdXRvU2l6ZSI6MCwiRm9yZWdyb3VuZCI6eyIkaWQiOiIxOTE4IiwiQ29sb3IiOnsiJGlkIjoiMTkxOS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wIn0sIlBhZGRpbmciOnsiJHJlZiI6IjExMSJ9LCJCYWNrZ3JvdW5kIjp7IiRpZCI6IjE5MjAiLCJDb2xvciI6eyIkaWQiOiIxOTIxIiwiQSI6MCwiUiI6MjU1LCJHIjoyNTUsIkIiOjI1NX19LCJJc1Zpc2libGUiOnRydWUsIldpZHRoIjowLjAsIkhlaWdodCI6MC4wLCJCb3JkZXJTdHlsZSI6eyIkaWQiOiIxOTIyIiwiTGluZUNvbG9yIjpudWxsLCJMaW5lV2VpZ2h0IjowLjAsIkxpbmVUeXBlIjowLCJQYXJlbnRTdHlsZSI6bnVsbH0sIlBhcmVudFN0eWxlIjpudWxsfSwiRGF0ZVN0eWxlIjp7IiRpZCI6IjE5MjMiLCJGb250U2V0dGluZ3MiOnsiJGlkIjoiMTkyNCIsIkZvbnRTaXplIjoxMCwiRm9udE5hbWUiOiJDYWxpYnJpIiwiSXNCb2xkIjpmYWxzZSwiSXNJdGFsaWMiOmZhbHNlLCJJc1VuZGVybGluZWQiOmZhbHNlLCJQYXJlbnRTdHlsZSI6bnVsbH0sIkF1dG9TaXplIjowLCJGb3JlZ3JvdW5kIjp7IiRpZCI6IjE5MjUiLCJDb2xvciI6eyIkaWQiOiIxOTI2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E5In0sIlBhZGRpbmciOnsiJHJlZiI6IjEyMCJ9LCJCYWNrZ3JvdW5kIjp7IiRpZCI6IjE5MjciLCJDb2xvciI6eyIkaWQiOiIxOTI4IiwiQSI6MCwiUiI6MjU1LCJHIjoyNTUsIkIiOjI1NX19LCJJc1Zpc2libGUiOnRydWUsIldpZHRoIjowLjAsIkhlaWdodCI6MC4wLCJCb3JkZXJTdHlsZSI6eyIkaWQiOiIxOTI5IiwiTGluZUNvbG9yIjpudWxsLCJMaW5lV2VpZ2h0IjowLjAsIkxpbmVUeXBlIjowLCJQYXJlbnRTdHlsZSI6bnVsbH0sIlBhcmVudFN0eWxlIjpudWxsfSwiRGF0ZUZvcm1hdCI6eyIkcmVmIjoiMTg5MiJ9LCJXZWVrTnVtYmVyaW5nIjp7IiRpZCI6IjE5MzAiLCJGb3JtYXQiOjAsIklzVmlzaWJsZSI6ZmFsc2UsIkxhc3RLbm93blZpc2liaWxpdHlTdGF0ZSI6ZmFsc2V9LCJJc1Zpc2libGUiOmZhbHNlLCJQYXJlbnRTdHlsZSI6bnVsbH0sIkluZGV4Ijo2NiwiU21hcnREdXJhdGlvbkFjdGl2YXRlZCI6ZmFsc2UsIkRhdGVGb3JtYXQiOnsiJHJlZiI6IjE4OTIifSwiV2Vla051bWJlcmluZyI6eyIkaWQiOiIxOTMxIiwiRm9ybWF0IjowLCJJc1Zpc2libGUiOmZhbHNlLCJMYXN0S25vd25WaXNpYmlsaXR5U3RhdGUiOmZhbHNlfSwiSWQiOiIyMWQ5YzZlMS0zNjE2LTQ5YmQtYTAyZi0xODkwNjZjZTdjMmEiLCJJbXBvcnRJZCI6bnVsbCwiVGl0bGUiOiIxNDQ3LTAwMDQ6IFNSRC9NRFIgSlAgU3R1ZHkiLCJOb3RlIjpudWxsLCJIeXBlcmxpbmsiOnsiJGlkIjoiMTkzMiIsIkFkZHJlc3MiOm51bGwsIlN1YkFkZHJlc3MiOm51bGx9LCJJc0NoYW5nZWQiOmZhbHNlLCJJc05ldyI6ZmFsc2V9fV0sIl9taWxlc3RvbmVzIjpbXSwiSWQiOiIwMDAwMDAwMC0wMDAwLTAwMDAtMDAwMC0wMDAwMDAwMDAwMDAiLCJJc1NpbmdsZUl0ZW1Sb3ciOnRydWV9XSwiSW5kZXgiOjU3LCJJZCI6ImQ4MmEzNTFjLWEwNjMtNGI5OS04YWYwLWJkYzk2NmU0OGZhYSIsIkhlYWRlclRleHQiOm51bGwsIklzRGVmYXVsdCI6dHJ1ZSwiU3R5bGUiOnsiJGlkIjoiMTkzMyIsIkhlYWRlclN0eWxlIjp7IiRpZCI6IjE5MzQiLCJUZXh0U3R5bGUiOnsiJGlkIjoiMTkzNSIsIkZvbnRTZXR0aW5ncyI6eyIkaWQiOiIxOTM2IiwiRm9udFNpemUiOjExLCJGb250TmFtZSI6IkNhbGlicmkiLCJJc0JvbGQiOmZhbHNlLCJJc0l0YWxpYyI6ZmFsc2UsIklzVW5kZXJsaW5lZCI6ZmFsc2UsIlBhcmVudFN0eWxlIjpudWxsfSwiQXV0b1NpemUiOjIsIkZvcmVncm91bmQiOnsiJGlkIjoiMTkzNyIsIkNvbG9yIjp7IiRpZCI6IjE5MzgiLCJBIjoyNTUsIlIiOjAsIkciOjAsIkIiOjB9fSwiTWF4V2lkdGgiOjAuMCwiTWF4SGVpZ2h0IjoiSW5maW5pdHkiLCJTbWFydEZvcmVncm91bmRJc0FjdGl2ZSI6ZmFsc2UsIkhvcml6b250YWxBbGlnbm1lbnQiOjAsIlZlcnRpY2FsQWxpZ25tZW50IjowLCJTbWFydEZvcmVncm91bmQiOm51bGwsIkJhY2tncm91bmRGaWxsVHlwZSI6MCwiTWFyZ2luIjp7IiRpZCI6IjE5MzkiLCJUb3AiOjAuMCwiTGVmdCI6MC4wLCJSaWdodCI6MC4wLCJCb3R0b20iOjAuMH0sIlBhZGRpbmciOnsiJGlkIjoiMTk0MCIsIlRvcCI6MC4wLCJMZWZ0IjowLjAsIlJpZ2h0IjowLjAsIkJvdHRvbSI6MC4wfSwiQmFja2dyb3VuZCI6bnVsbCwiSXNWaXNpYmxlIjp0cnVlLCJXaWR0aCI6MC4wLCJIZWlnaHQiOjAuMCwiQm9yZGVyU3R5bGUiOm51bGwsIlBhcmVudFN0eWxlIjpudWxsfSwiUmVjdGFuZ2xlU3R5bGUiOnsiJGlkIjoiMTk0MSIsIk1hcmdpbiI6eyIkaWQiOiIxOTQyIiwiVG9wIjowLjAsIkxlZnQiOjAuMCwiUmlnaHQiOjAuMCwiQm90dG9tIjowLjB9LCJQYWRkaW5nIjp7IiRpZCI6IjE5NDMiLCJUb3AiOjAuMCwiTGVmdCI6MC4wLCJSaWdodCI6MC4wLCJCb3R0b20iOjAuMH0sIkJhY2tncm91bmQiOnsiJGlkIjoiMTk0NCIsIkNvbG9yIjp7IiRpZCI6IjE5NDUiLCJBIjo2MywiUiI6MzgsIkciOjE2MSwiQiI6MTgyfX0sIklzVmlzaWJsZSI6dHJ1ZSwiV2lkdGgiOjAuMCwiSGVpZ2h0IjowLjAsIkJvcmRlclN0eWxlIjp7IiRpZCI6IjE5NDYiLCJMaW5lQ29sb3IiOnsiJGlkIjoiMTk0NyIsIiR0eXBlIjoiTkxSRS5Db21tb24uRG9tLlNvbGlkQ29sb3JCcnVzaCwgTkxSRS5Db21tb24iLCJDb2xvciI6eyIkaWQiOiIxOTQ4IiwiQSI6MjU1LCJSIjowLCJHIjozNSwiQiI6NzN9fSwiTGluZVdlaWdodCI6MC4wLCJMaW5lVHlwZSI6MCwiUGFyZW50U3R5bGUiOm51bGx9LCJQYXJlbnRTdHlsZSI6bnVsbH0sIk1hcmdpbiI6eyIkaWQiOiIxOTQ5IiwiVG9wIjowLjAsIkxlZnQiOjAuMCwiUmlnaHQiOjAuMCwiQm90dG9tIjowLjB9LCJQYWRkaW5nIjp7IiRpZCI6IjE5NTAiLCJUb3AiOjAuMCwiTGVmdCI6MC4wLCJSaWdodCI6MC4wLCJCb3R0b20iOjAuMH0sIkJhY2tncm91bmQiOm51bGwsIklzVmlzaWJsZSI6dHJ1ZSwiV2lkdGgiOjAuMCwiSGVpZ2h0IjowLjAsIkJvcmRlclN0eWxlIjpudWxsLCJQYXJlbnRTdHlsZSI6bnVsbH0sIkJhY2tncm91bmRTdHlsZSI6eyIkaWQiOiIxOTUxIiwiTWFyZ2luIjp7IiRpZCI6IjE5NTIiLCJUb3AiOjAuMCwiTGVmdCI6MC4wLCJSaWdodCI6MC4wLCJCb3R0b20iOjAuMH0sIlBhZGRpbmciOnsiJGlkIjoiMTk1MyIsIlRvcCI6MC4wLCJMZWZ0IjowLjAsIlJpZ2h0IjowLjAsIkJvdHRvbSI6MC4wfSwiQmFja2dyb3VuZCI6eyIkaWQiOiIxOTU0IiwiQ29sb3IiOnsiJGlkIjoiMTk1NSIsIkEiOjUxLCJSIjoxMjUsIkciOjMzLCJCIjoxMzF9fSwiSXNWaXNpYmxlIjp0cnVlLCJXaWR0aCI6MC4wLCJIZWlnaHQiOjAuMCwiQm9yZGVyU3R5bGUiOnsiJGlkIjoiMTk1NiIsIkxpbmVDb2xvciI6eyIkaWQiOiIxOTU3IiwiJHR5cGUiOiJOTFJFLkNvbW1vbi5Eb20uU29saWRDb2xvckJydXNoLCBOTFJFLkNvbW1vbiIsIkNvbG9yIjp7IiRpZCI6IjE5NTgiLCJBIjoyNTUsIlIiOjAsIkciOjM1LCJCIjo3M319LCJMaW5lV2VpZ2h0IjowLjAsIkxpbmVUeXBlIjowLCJQYXJlbnRTdHlsZSI6bnVsbH0sIlBhcmVudFN0eWxlIjpudWxsfSwiTWFyZ2luIjp7IiRpZCI6IjE5NTkiLCJUb3AiOjAuMCwiTGVmdCI6MC4wLCJSaWdodCI6MC4wLCJCb3R0b20iOjAuMH0sIlBhZGRpbmciOnsiJGlkIjoiMTk2MCIsIlRvcCI6MC4wLCJMZWZ0IjowLjAsIlJpZ2h0IjowLjAsIkJvdHRvbSI6MC4wfSwiSXNWaXNpYmxlIjpmYWxzZSwiV2lkdGgiOjAuMCwiSGVpZ2h0IjowLjAsIkJvcmRlclN0eWxlIjpudWxsLCJQYXJlbnRTdHlsZSI6bnVsbH19XSwiSWQiOiIxNThlNjdjNi00OGY2LTQ4YjEtOTVkYi1lYjFlYTA2NzQ3MWUiLCJJbmRleCI6NTcsIkhlYWRlclRleHQiOiJDbGluaWNhbCBzdXBwb3J0aW5nIHN0dWRpZXMiLCJTdHlsZSI6eyIkaWQiOiIxOTYxIiwiSGVhZGVyU3R5bGUiOnsiJGlkIjoiMTk2MiIsIlRleHRJc1ZlcnRpY2FsIjpmYWxzZSwiVGV4dFN0eWxlIjp7IiRpZCI6IjE5NjMiLCJGb250U2V0dGluZ3MiOnsiJGlkIjoiMTk2NCIsIkZvbnRTaXplIjoxMiwiRm9udE5hbWUiOiJDYWxpYnJpIiwiSXNCb2xkIjpmYWxzZSwiSXNJdGFsaWMiOmZhbHNlLCJJc1VuZGVybGluZWQiOmZhbHNlLCJQYXJlbnRTdHlsZSI6bnVsbH0sIkF1dG9TaXplIjoyLCJGb3JlZ3JvdW5kIjp7IiRpZCI6IjE5NjUiLCJDb2xvciI6eyIkaWQiOiIxOTY2IiwiQSI6MjU1LCJSIjoyNTUsIkciOjI1NSwiQiI6MjU1fX0sIk1heFdpZHRoIjoxMjcuNDkzMzMzMzMzMzMzMzQsIk1heEhlaWdodCI6MC4wLCJTbWFydEZvcmVncm91bmRJc0FjdGl2ZSI6ZmFsc2UsIkhvcml6b250YWxBbGlnbm1lbnQiOjAsIlZlcnRpY2FsQWxpZ25tZW50IjowLCJTbWFydEZvcmVncm91bmQiOm51bGwsIkJhY2tncm91bmRGaWxsVHlwZSI6MCwiTWFyZ2luIjp7IiRpZCI6IjE5NjciLCJUb3AiOjAuMCwiTGVmdCI6MC4wLCJSaWdodCI6MC4wLCJCb3R0b20iOjAuMH0sIlBhZGRpbmciOnsiJGlkIjoiMTk2OCIsIlRvcCI6MC4wLCJMZWZ0IjowLjAsIlJpZ2h0IjowLjAsIkJvdHRvbSI6MC4wfSwiQmFja2dyb3VuZCI6bnVsbCwiSXNWaXNpYmxlIjp0cnVlLCJXaWR0aCI6MC4wLCJIZWlnaHQiOjAuMCwiQm9yZGVyU3R5bGUiOm51bGwsIlBhcmVudFN0eWxlIjpudWxsfSwiUmVjdGFuZ2xlU3R5bGUiOnsiJGlkIjoiMTk2OSIsIk1hcmdpbiI6eyIkaWQiOiIxOTcwIiwiVG9wIjowLjAsIkxlZnQiOjAuMCwiUmlnaHQiOjAuMCwiQm90dG9tIjowLjB9LCJQYWRkaW5nIjp7IiRpZCI6IjE5NzEiLCJUb3AiOjAuMCwiTGVmdCI6MC4wLCJSaWdodCI6MC4wLCJCb3R0b20iOjAuMH0sIkJhY2tncm91bmQiOnsiJGlkIjoiMTk3MiIsIkNvbG9yIjp7IiRpZCI6IjE5NzMiLCJBIjoyNTUsIlIiOjI0NywiRyI6MTUwLCJCIjo3MH19LCJJc1Zpc2libGUiOnRydWUsIldpZHRoIjowLjAsIkhlaWdodCI6MC4wLCJCb3JkZXJTdHlsZSI6eyIkaWQiOiIxOTc0IiwiTGluZUNvbG9yIjp7IiRpZCI6IjE5NzUiLCIkdHlwZSI6Ik5MUkUuQ29tbW9uLkRvbS5Tb2xpZENvbG9yQnJ1c2gsIE5MUkUuQ29tbW9uIiwiQ29sb3IiOnsiJGlkIjoiMTk3NiIsIkEiOjI1NSwiUiI6MCwiRyI6MzUsIkIiOjczfX0sIkxpbmVXZWlnaHQiOjAuMCwiTGluZVR5cGUiOjAsIlBhcmVudFN0eWxlIjpudWxsfSwiUGFyZW50U3R5bGUiOm51bGx9LCJNYXJnaW4iOnsiJGlkIjoiMTk3NyIsIlRvcCI6MC4wLCJMZWZ0IjowLjAsIlJpZ2h0IjowLjAsIkJvdHRvbSI6MC4wfSwiUGFkZGluZyI6eyIkaWQiOiIxOTc4IiwiVG9wIjowLjAsIkxlZnQiOjAuMCwiUmlnaHQiOjAuMCwiQm90dG9tIjowLjB9LCJCYWNrZ3JvdW5kIjpudWxsLCJJc1Zpc2libGUiOnRydWUsIldpZHRoIjowLjAsIkhlaWdodCI6MC4wLCJCb3JkZXJTdHlsZSI6bnVsbCwiUGFyZW50U3R5bGUiOm51bGx9LCJCYWNrZ3JvdW5kU3R5bGUiOnsiJGlkIjoiMTk3OSIsIk1hcmdpbiI6eyIkaWQiOiIxOTgwIiwiVG9wIjowLjAsIkxlZnQiOjAuMCwiUmlnaHQiOjAuMCwiQm90dG9tIjowLjB9LCJQYWRkaW5nIjp7IiRpZCI6IjE5ODEiLCJUb3AiOjAuMCwiTGVmdCI6MC4wLCJSaWdodCI6MC4wLCJCb3R0b20iOjAuMH0sIkJhY2tncm91bmQiOnsiJGlkIjoiMTk4MiIsIkNvbG9yIjp7IiRpZCI6IjE5ODMiLCJBIjo1MSwiUiI6MjU1LCJHIjoyNTUsIkIiOjI1NX19LCJJc1Zpc2libGUiOnRydWUsIldpZHRoIjowLjAsIkhlaWdodCI6MC4wLCJCb3JkZXJTdHlsZSI6eyIkaWQiOiIxOTg0IiwiTGluZUNvbG9yIjp7IiRpZCI6IjE5ODUiLCIkdHlwZSI6Ik5MUkUuQ29tbW9uLkRvbS5Tb2xpZENvbG9yQnJ1c2gsIE5MUkUuQ29tbW9uIiwiQ29sb3IiOnsiJGlkIjoiMTk4NiIsIkEiOjI1NSwiUiI6MCwiRyI6MzUsIkIiOjczfX0sIkxpbmVXZWlnaHQiOjAuMCwiTGluZVR5cGUiOjAsIlBhcmVudFN0eWxlIjpudWxsfSwiUGFyZW50U3R5bGUiOm51bGx9LCJJc0Fib3ZlVGltZWJhbmQiOmZhbHNlLCJTcGFjaW5nIjo1LCJNYXJnaW4iOnsiJGlkIjoiMTk4NyIsIlRvcCI6MC4wLCJMZWZ0IjowLjAsIlJpZ2h0IjowLjAsIkJvdHRvbSI6MC4wfSwiUGFkZGluZyI6eyIkaWQiOiIxOTg4IiwiVG9wIjowLjAsIkxlZnQiOjAuMCwiUmlnaHQiOjAuMCwiQm90dG9tIjowLjB9LCJJc1Zpc2libGUiOnRydWUsIldpZHRoIjowLjAsIkhlaWdodCI6MC4wLCJCb3JkZXJTdHlsZSI6eyIkaWQiOiIxOTg5IiwiTGluZUNvbG9yIjpudWxsLCJMaW5lV2VpZ2h0IjowLjAsIkxpbmVUeXBlIjowLCJQYXJlbnRTdHlsZSI6bnVsbH0sIlBhcmVudFN0eWxlIjpudWxsfX0seyIkaWQiOiIxOTkwIiwiX2FjdGl2aXRpZXMiOlt7IiRpZCI6IjE5OTEiLCJfcm93cyI6W3siJGlkIjoiMTk5MiIsIl90YXNrcyI6W3siJGlkIjoiMTk5MyIsIl9hdHRhY2hlZE1pbGVzdG9uZXMiOltdLCJUYXNrRGVmaW5pdGlvbiI6eyIkaWQiOiIxOTk0IiwiR3JvdXBOYW1lIjpudWxsLCJTdGFydERhdGUiOiIyMDI0LTEyLTE4VDAwOjAwOjAwWiIsIkVuZERhdGUiOiIyMDI1LTA2LTE4VDIzOjU5OjAwWiIsIlBlcmNlbnRhZ2VDb21wbGV0ZSI6bnVsbCwiU3R5bGUiOnsiJGlkIjoiMTk5NSIsIlNoYXBlIjoyLCJTaGFwZVRoaWNrbmVzcyI6MCwiRHVyYXRpb25Gb3JtYXQiOjAsIkluY2x1ZGVOb25Xb3JraW5nRGF5c0luRHVyYXRpb24iOmZhbHNlLCJQZXJjZW50YWdlQ29tcGxldGVTdHlsZSI6eyIkaWQiOiIxOTk2IiwiRm9udFNldHRpbmdzIjp7IiRpZCI6IjE5OTciLCJGb250U2l6ZSI6MTAsIkZvbnROYW1lIjoiQ2FsaWJyaSIsIklzQm9sZCI6ZmFsc2UsIklzSXRhbGljIjpmYWxzZSwiSXNVbmRlcmxpbmVkIjpmYWxzZSwiUGFyZW50U3R5bGUiOm51bGx9LCJBdXRvU2l6ZSI6MCwiRm9yZWdyb3VuZCI6eyIkcmVmIjoiNzYifSwiTWF4V2lkdGgiOjIwMC4wLCJNYXhIZWlnaHQiOiJJbmZpbml0eSIsIlNtYXJ0Rm9yZWdyb3VuZElzQWN0aXZlIjpmYWxzZSwiSG9yaXpvbnRhbEFsaWdubWVudCI6MCwiVmVydGljYWxBbGlnbm1lbnQiOjAsIlNtYXJ0Rm9yZWdyb3VuZCI6bnVsbCwiQmFja2dyb3VuZEZpbGxUeXBlIjowLCJNYXJnaW4iOnsiJHJlZiI6Ijc4In0sIlBhZGRpbmciOnsiJHJlZiI6Ijc5In0sIkJhY2tncm91bmQiOnsiJHJlZiI6IjI3OCJ9LCJJc1Zpc2libGUiOnRydWUsIldpZHRoIjowLjAsIkhlaWdodCI6MC4wLCJCb3JkZXJTdHlsZSI6eyIkaWQiOiIxOTk4IiwiTGluZUNvbG9yIjpudWxsLCJMaW5lV2VpZ2h0IjowLjAsIkxpbmVUeXBlIjowLCJQYXJlbnRTdHlsZSI6bnVsbH0sIlBhcmVudFN0eWxlIjpudWxsfSwiRHVyYXRpb25TdHlsZSI6eyIkaWQiOiIxOTk5IiwiRm9udFNldHRpbmdzIjp7IiRpZCI6IjIwMDAiLCJGb250U2l6ZSI6MTAsIkZvbnROYW1lIjoiQ2FsaWJyaSIsIklzQm9sZCI6ZmFsc2UsIklzSXRhbGljIjpmYWxzZSwiSXNVbmRlcmxpbmVkIjpmYWxzZSwiUGFyZW50U3R5bGUiOm51bGx9LCJBdXRvU2l6ZSI6MCwiRm9yZWdyb3VuZCI6eyIkcmVmIjoiODUifSwiTWF4V2lkdGgiOjIwMC4wLCJNYXhIZWlnaHQiOiJJbmZpbml0eSIsIlNtYXJ0Rm9yZWdyb3VuZElzQWN0aXZlIjpmYWxzZSwiSG9yaXpvbnRhbEFsaWdubWVudCI6MCwiVmVydGljYWxBbGlnbm1lbnQiOjAsIlNtYXJ0Rm9yZWdyb3VuZCI6bnVsbCwiQmFja2dyb3VuZEZpbGxUeXBlIjowLCJNYXJnaW4iOnsiJHJlZiI6Ijg3In0sIlBhZGRpbmciOnsiJHJlZiI6Ijg4In0sIkJhY2tncm91bmQiOnsiJHJlZiI6Ijg5In0sIklzVmlzaWJsZSI6dHJ1ZSwiV2lkdGgiOjAuMCwiSGVpZ2h0IjowLjAsIkJvcmRlclN0eWxlIjp7IiRpZCI6IjIwMDEiLCJMaW5lQ29sb3IiOm51bGwsIkxpbmVXZWlnaHQiOjAuMCwiTGluZVR5cGUiOjAsIlBhcmVudFN0eWxlIjpudWxsfSwiUGFyZW50U3R5bGUiOm51bGx9LCJIb3Jpem9udGFsQ29ubmVjdG9yU3R5bGUiOnsiJGlkIjoiMjAwMiIsIkxpbmVDb2xvciI6eyIkcmVmIjoiOTMifSwiTGluZVdlaWdodCI6MS4wLCJMaW5lVHlwZSI6MCwiUGFyZW50U3R5bGUiOm51bGx9LCJWZXJ0aWNhbENvbm5lY3RvclN0eWxlIjp7IiRpZCI6IjIwMDMiLCJMaW5lQ29sb3IiOnsiJHJlZiI6Ijk2In0sIkxpbmVXZWlnaHQiOjAuMCwiTGluZVR5cGUiOjAsIlBhcmVudFN0eWxlIjpudWxsfSwiTWFyZ2luIjpudWxsLCJTdGFydERhdGVQb3NpdGlvbiI6NiwiRW5kRGF0ZVBvc2l0aW9uIjo2LCJEYXRlSXNWaXNpYmxlIjpmYWxzZSwiVGl0bGVQb3NpdGlvbiI6NCwiRHVyYXRpb25Qb3NpdGlvbiI6NiwiUGVyY2VudGFnZUNvbXBsZXRlZFBvc2l0aW9uIjo2LCJTcGFjaW5nIjozLCJJc0JlbG93VGltZWJhbmQiOnRydWUsIlBlcmNlbnRhZ2VDb21wbGV0ZVNoYXBlT3BhY2l0eSI6MzUsIlNoYXBlU3R5bGUiOnsiJGlkIjoiMjAwNCIsIk1hcmdpbiI6eyIkcmVmIjoiOTkifSwiUGFkZGluZyI6eyIkcmVmIjoiMTAwIn0sIkJhY2tncm91bmQiOnsiJGlkIjoiMjAwNSIsIkNvbG9yIjp7IiRpZCI6IjIwMDYiLCJBIjoyNTUsIlIiOjIsIkciOjE3OCwiQiI6MjM4fX0sIklzVmlzaWJsZSI6dHJ1ZSwiV2lkdGgiOjAuMCwiSGVpZ2h0IjoxMC4wLCJCb3JkZXJTdHlsZSI6eyIkaWQiOiIyMDA3IiwiTGluZUNvbG9yIjp7IiRyZWYiOiI1MzYifSwiTGluZVdlaWdodCI6MC4wLCJMaW5lVHlwZSI6MCwiUGFyZW50U3R5bGUiOm51bGx9LCJQYXJlbnRTdHlsZSI6bnVsbH0sIlRpdGxlU3R5bGUiOnsiJGlkIjoiMjAwOCIsIkZvbnRTZXR0aW5ncyI6eyIkaWQiOiIyMDA5IiwiRm9udFNpemUiOjksIkZvbnROYW1lIjoiQ2FsaWJyaSIsIklzQm9sZCI6dHJ1ZSwiSXNJdGFsaWMiOmZhbHNlLCJJc1VuZGVybGluZWQiOmZhbHNlLCJQYXJlbnRTdHlsZSI6bnVsbH0sIkF1dG9TaXplIjowLCJGb3JlZ3JvdW5kIjp7IiRpZCI6IjIwMTAiLCJDb2xvciI6eyIkaWQiOiIyMDEx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AifSwiUGFkZGluZyI6eyIkcmVmIjoiMTExIn0sIkJhY2tncm91bmQiOnsiJGlkIjoiMjAxMiIsIkNvbG9yIjp7IiRpZCI6IjIwMTMiLCJBIjowLCJSIjoyNTUsIkciOjI1NSwiQiI6MjU1fX0sIklzVmlzaWJsZSI6dHJ1ZSwiV2lkdGgiOjAuMCwiSGVpZ2h0IjowLjAsIkJvcmRlclN0eWxlIjp7IiRpZCI6IjIwMTQiLCJMaW5lQ29sb3IiOm51bGwsIkxpbmVXZWlnaHQiOjAuMCwiTGluZVR5cGUiOjAsIlBhcmVudFN0eWxlIjpudWxsfSwiUGFyZW50U3R5bGUiOm51bGx9LCJEYXRlU3R5bGUiOnsiJGlkIjoiMjAxNSIsIkZvbnRTZXR0aW5ncyI6eyIkaWQiOiIyMDE2IiwiRm9udFNpemUiOjEwLCJGb250TmFtZSI6IkNhbGlicmkiLCJJc0JvbGQiOmZhbHNlLCJJc0l0YWxpYyI6ZmFsc2UsIklzVW5kZXJsaW5lZCI6ZmFsc2UsIlBhcmVudFN0eWxlIjpudWxsfSwiQXV0b1NpemUiOjAsIkZvcmVncm91bmQiOnsiJHJlZiI6IjQ0NSJ9LCJNYXhXaWR0aCI6MjAwLjAsIk1heEhlaWdodCI6IkluZmluaXR5IiwiU21hcnRGb3JlZ3JvdW5kSXNBY3RpdmUiOmZhbHNlLCJIb3Jpem9udGFsQWxpZ25tZW50IjowLCJWZXJ0aWNhbEFsaWdubWVudCI6MCwiU21hcnRGb3JlZ3JvdW5kIjpudWxsLCJCYWNrZ3JvdW5kRmlsbFR5cGUiOjAsIk1hcmdpbiI6eyIkcmVmIjoiMTE5In0sIlBhZGRpbmciOnsiJHJlZiI6IjEyMCJ9LCJCYWNrZ3JvdW5kIjp7IiRyZWYiOiI0NDcifSwiSXNWaXNpYmxlIjp0cnVlLCJXaWR0aCI6MC4wLCJIZWlnaHQiOjAuMCwiQm9yZGVyU3R5bGUiOnsiJGlkIjoiMjAxNyIsIkxpbmVDb2xvciI6bnVsbCwiTGluZVdlaWdodCI6MC4wLCJMaW5lVHlwZSI6MCwiUGFyZW50U3R5bGUiOm51bGx9LCJQYXJlbnRTdHlsZSI6bnVsbH0sIkRhdGVGb3JtYXQiOnsiJHJlZiI6IjU0OCJ9LCJXZWVrTnVtYmVyaW5nIjp7IiRpZCI6IjIwMTgiLCJGb3JtYXQiOjAsIklzVmlzaWJsZSI6ZmFsc2UsIkxhc3RLbm93blZpc2liaWxpdHlTdGF0ZSI6ZmFsc2V9LCJJc1Zpc2libGUiOnRydWUsIlBhcmVudFN0eWxlIjpudWxsfSwiSW5kZXgiOjY4LCJTbWFydER1cmF0aW9uQWN0aXZhdGVkIjpmYWxzZSwiRGF0ZUZvcm1hdCI6eyIkcmVmIjoiNTQ4In0sIldlZWtOdW1iZXJpbmciOnsiJGlkIjoiMjAxOSIsIkZvcm1hdCI6MCwiSXNWaXNpYmxlIjpmYWxzZSwiTGFzdEtub3duVmlzaWJpbGl0eVN0YXRlIjpmYWxzZX0sIklkIjoiZmMzNmI0ODktOTcwZC00ODdmLTk2NmMtOGMwMjFkY2E1ZDIxIiwiSW1wb3J0SWQiOm51bGwsIlRpdGxlIjoibm9uLWNsaW5pY2FsIGFidXNlIHBvdGVudGlhbCBzdHVkaWVzIiwiTm90ZSI6bnVsbCwiSHlwZXJsaW5rIjp7IiRpZCI6IjIwMjAiLCJBZGRyZXNzIjpudWxsLCJTdWJBZGRyZXNzIjpudWxsfSwiSXNDaGFuZ2VkIjpmYWxzZSwiSXNOZXciOmZhbHNlfX1dLCJfbWlsZXN0b25lcyI6W10sIklkIjoiMDAwMDAwMDAtMDAwMC0wMDAwLTAwMDAtMDAwMDAwMDAwMDAwIiwiSXNTaW5nbGVJdGVtUm93Ijp0cnVlfSx7IiRpZCI6IjIwMjEiLCJfdGFza3MiOlt7IiRpZCI6IjIwMjIiLCJfYXR0YWNoZWRNaWxlc3RvbmVzIjpbXSwiVGFza0RlZmluaXRpb24iOnsiJGlkIjoiMjAyMyIsIkdyb3VwTmFtZSI6bnVsbCwiU3RhcnREYXRlIjoiMjAyNC0xMC0xNVQwMDowMDowMFoiLCJFbmREYXRlIjoiMjAyNi0wMi0wOFQyMzo1OTowMFoiLCJQZXJjZW50YWdlQ29tcGxldGUiOm51bGwsIlN0eWxlIjp7IiRpZCI6IjIwMjQiLCJTaGFwZSI6MiwiU2hhcGVUaGlja25lc3MiOjAsIkR1cmF0aW9uRm9ybWF0IjowLCJJbmNsdWRlTm9uV29ya2luZ0RheXNJbkR1cmF0aW9uIjpmYWxzZSwiUGVyY2VudGFnZUNvbXBsZXRlU3R5bGUiOnsiJGlkIjoiMjAyNSIsIkZvbnRTZXR0aW5ncyI6eyIkaWQiOiIyMDI2IiwiRm9udFNpemUiOjEwLCJGb250TmFtZSI6IkNhbGlicmkiLCJJc0JvbGQiOmZhbHNlLCJJc0l0YWxpYyI6ZmFsc2UsIklzVW5kZXJsaW5lZCI6ZmFsc2UsIlBhcmVudFN0eWxlIjpudWxsfSwiQXV0b1NpemUiOjAsIkZvcmVncm91bmQiOnsiJHJlZiI6Ijc2In0sIk1heFdpZHRoIjoyMDAuMCwiTWF4SGVpZ2h0IjoiSW5maW5pdHkiLCJTbWFydEZvcmVncm91bmRJc0FjdGl2ZSI6ZmFsc2UsIkhvcml6b250YWxBbGlnbm1lbnQiOjAsIlZlcnRpY2FsQWxpZ25tZW50IjowLCJTbWFydEZvcmVncm91bmQiOm51bGwsIkJhY2tncm91bmRGaWxsVHlwZSI6MCwiTWFyZ2luIjp7IiRyZWYiOiI3OCJ9LCJQYWRkaW5nIjp7IiRyZWYiOiI3OSJ9LCJCYWNrZ3JvdW5kIjp7IiRyZWYiOiIyNzgifSwiSXNWaXNpYmxlIjp0cnVlLCJXaWR0aCI6MC4wLCJIZWlnaHQiOjAuMCwiQm9yZGVyU3R5bGUiOnsiJGlkIjoiMjAyNyIsIkxpbmVDb2xvciI6bnVsbCwiTGluZVdlaWdodCI6MC4wLCJMaW5lVHlwZSI6MCwiUGFyZW50U3R5bGUiOm51bGx9LCJQYXJlbnRTdHlsZSI6bnVsbH0sIkR1cmF0aW9uU3R5bGUiOnsiJGlkIjoiMjAyOCIsIkZvbnRTZXR0aW5ncyI6eyIkaWQiOiIyMDI5IiwiRm9udFNpemUiOjEwLCJGb250TmFtZSI6IkNhbGlicmkiLCJJc0JvbGQiOmZhbHNlLCJJc0l0YWxpYyI6ZmFsc2UsIklzVW5kZXJsaW5lZCI6ZmFsc2UsIlBhcmVudFN0eWxlIjpudWxsfSwiQXV0b1NpemUiOjAsIkZvcmVncm91bmQiOnsiJHJlZiI6Ijg1In0sIk1heFdpZHRoIjoyMDAuMCwiTWF4SGVpZ2h0IjoiSW5maW5pdHkiLCJTbWFydEZvcmVncm91bmRJc0FjdGl2ZSI6ZmFsc2UsIkhvcml6b250YWxBbGlnbm1lbnQiOjAsIlZlcnRpY2FsQWxpZ25tZW50IjowLCJTbWFydEZvcmVncm91bmQiOm51bGwsIkJhY2tncm91bmRGaWxsVHlwZSI6MCwiTWFyZ2luIjp7IiRyZWYiOiI4NyJ9LCJQYWRkaW5nIjp7IiRyZWYiOiI4OCJ9LCJCYWNrZ3JvdW5kIjp7IiRyZWYiOiI4OSJ9LCJJc1Zpc2libGUiOnRydWUsIldpZHRoIjowLjAsIkhlaWdodCI6MC4wLCJCb3JkZXJTdHlsZSI6eyIkaWQiOiIyMDMwIiwiTGluZUNvbG9yIjpudWxsLCJMaW5lV2VpZ2h0IjowLjAsIkxpbmVUeXBlIjowLCJQYXJlbnRTdHlsZSI6bnVsbH0sIlBhcmVudFN0eWxlIjpudWxsfSwiSG9yaXpvbnRhbENvbm5lY3RvclN0eWxlIjp7IiRpZCI6IjIwMzEiLCJMaW5lQ29sb3IiOnsiJHJlZiI6IjkzIn0sIkxpbmVXZWlnaHQiOjEuMCwiTGluZVR5cGUiOjAsIlBhcmVudFN0eWxlIjpudWxsfSwiVmVydGljYWxDb25uZWN0b3JTdHlsZSI6eyIkaWQiOiIyMDMyIiwiTGluZUNvbG9yIjp7IiRyZWYiOiI5NiJ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MywiSXNCZWxvd1RpbWViYW5kIjp0cnVlLCJQZXJjZW50YWdlQ29tcGxldGVTaGFwZU9wYWNpdHkiOjM1LCJTaGFwZVN0eWxlIjp7IiRpZCI6IjIwMzMiLCJNYXJnaW4iOnsiJHJlZiI6Ijk5In0sIlBhZGRpbmciOnsiJHJlZiI6IjEwMCJ9LCJCYWNrZ3JvdW5kIjp7IiRpZCI6IjIwMzQiLCJDb2xvciI6eyIkaWQiOiIyMDM1IiwiQSI6MjU1LCJSIjoyLCJHIjoxNzgsIkIiOjIzOH19LCJJc1Zpc2libGUiOnRydWUsIldpZHRoIjowLjAsIkhlaWdodCI6MTAuMCwiQm9yZGVyU3R5bGUiOnsiJGlkIjoiMjAzNiIsIkxpbmVDb2xvciI6eyIkcmVmIjoiNDM0In0sIkxpbmVXZWlnaHQiOjAuMCwiTGluZVR5cGUiOjAsIlBhcmVudFN0eWxlIjpudWxsfSwiUGFyZW50U3R5bGUiOm51bGx9LCJUaXRsZVN0eWxlIjp7IiRpZCI6IjIwMzciLCJGb250U2V0dGluZ3MiOnsiJGlkIjoiMjAzOCIsIkZvbnRTaXplIjo5LCJGb250TmFtZSI6IkNhbGlicmkiLCJJc0JvbGQiOnRydWUsIklzSXRhbGljIjpmYWxzZSwiSXNVbmRlcmxpbmVkIjpmYWxzZSwiUGFyZW50U3R5bGUiOm51bGx9LCJBdXRvU2l6ZSI6MCwiRm9yZWdyb3VuZCI6eyIkaWQiOiIyMDM5IiwiQ29sb3IiOnsiJGlkIjoiMjA0MC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wIn0sIlBhZGRpbmciOnsiJHJlZiI6IjExMSJ9LCJCYWNrZ3JvdW5kIjp7IiRpZCI6IjIwNDEiLCJDb2xvciI6eyIkaWQiOiIyMDQyIiwiQSI6MCwiUiI6MjU1LCJHIjoyNTUsIkIiOjI1NX19LCJJc1Zpc2libGUiOnRydWUsIldpZHRoIjowLjAsIkhlaWdodCI6MC4wLCJCb3JkZXJTdHlsZSI6eyIkaWQiOiIyMDQzIiwiTGluZUNvbG9yIjpudWxsLCJMaW5lV2VpZ2h0IjowLjAsIkxpbmVUeXBlIjowLCJQYXJlbnRTdHlsZSI6bnVsbH0sIlBhcmVudFN0eWxlIjpudWxsfSwiRGF0ZVN0eWxlIjp7IiRpZCI6IjIwNDQiLCJGb250U2V0dGluZ3MiOnsiJGlkIjoiMjA0NSIsIkZvbnRTaXplIjoxMCwiRm9udE5hbWUiOiJDYWxpYnJpIiwiSXNCb2xkIjpmYWxzZSwiSXNJdGFsaWMiOmZhbHNlLCJJc1VuZGVybGluZWQiOmZhbHNlLCJQYXJlbnRTdHlsZSI6bnVsbH0sIkF1dG9TaXplIjowLCJGb3JlZ3JvdW5kIjp7IiRyZWYiOiI0NDUifSwiTWF4V2lkdGgiOjIwMC4wLCJNYXhIZWlnaHQiOiJJbmZpbml0eSIsIlNtYXJ0Rm9yZWdyb3VuZElzQWN0aXZlIjpmYWxzZSwiSG9yaXpvbnRhbEFsaWdubWVudCI6MCwiVmVydGljYWxBbGlnbm1lbnQiOjAsIlNtYXJ0Rm9yZWdyb3VuZCI6bnVsbCwiQmFja2dyb3VuZEZpbGxUeXBlIjowLCJNYXJnaW4iOnsiJHJlZiI6IjExOSJ9LCJQYWRkaW5nIjp7IiRyZWYiOiIxMjAifSwiQmFja2dyb3VuZCI6eyIkcmVmIjoiNDQ3In0sIklzVmlzaWJsZSI6dHJ1ZSwiV2lkdGgiOjAuMCwiSGVpZ2h0IjowLjAsIkJvcmRlclN0eWxlIjp7IiRpZCI6IjIwNDYiLCJMaW5lQ29sb3IiOm51bGwsIkxpbmVXZWlnaHQiOjAuMCwiTGluZVR5cGUiOjAsIlBhcmVudFN0eWxlIjpudWxsfSwiUGFyZW50U3R5bGUiOm51bGx9LCJEYXRlRm9ybWF0Ijp7IiRyZWYiOiI0NDkifSwiV2Vla051bWJlcmluZyI6eyIkaWQiOiIyMDQ3IiwiRm9ybWF0IjowLCJJc1Zpc2libGUiOmZhbHNlLCJMYXN0S25vd25WaXNpYmlsaXR5U3RhdGUiOmZhbHNlfSwiSXNWaXNpYmxlIjp0cnVlLCJQYXJlbnRTdHlsZSI6bnVsbH0sIkluZGV4Ijo2OSwiU21hcnREdXJhdGlvbkFjdGl2YXRlZCI6ZmFsc2UsIkRhdGVGb3JtYXQiOnsiJHJlZiI6IjQ0OSJ9LCJXZWVrTnVtYmVyaW5nIjp7IiRpZCI6IjIwNDgiLCJGb3JtYXQiOjAsIklzVmlzaWJsZSI6ZmFsc2UsIkxhc3RLbm93blZpc2liaWxpdHlTdGF0ZSI6ZmFsc2V9LCJJZCI6ImMyM2RiNzA5LTYyMzQtNGU2Zi1iMWI0LTZlZDk0MTRiZDIyNCIsIkltcG9ydElkIjpudWxsLCJUaXRsZSI6Ikxvbmd0ZXJtIHRveCAoMjZ3LzM5dykgcmF0L2RvZyIsIk5vdGUiOm51bGwsIkh5cGVybGluayI6eyIkaWQiOiIyMDQ5IiwiQWRkcmVzcyI6bnVsbCwiU3ViQWRkcmVzcyI6bnVsbH0sIklzQ2hhbmdlZCI6ZmFsc2UsIklzTmV3IjpmYWxzZX19XSwiX21pbGVzdG9uZXMiOltdLCJJZCI6IjAwMDAwMDAwLTAwMDAtMDAwMC0wMDAwLTAwMDAwMDAwMDAwMCIsIklzU2luZ2xlSXRlbVJvdyI6dHJ1ZX0seyIkaWQiOiIyMDUwIiwiX3Rhc2tzIjpbeyIkaWQiOiIyMDUxIiwiX2F0dGFjaGVkTWlsZXN0b25lcyI6W10sIlRhc2tEZWZpbml0aW9uIjp7IiRpZCI6IjIwNTIiLCJHcm91cE5hbWUiOm51bGwsIlN0YXJ0RGF0ZSI6IjIwMjQtMTItMzFUMDA6MDA6MDBaIiwiRW5kRGF0ZSI6IjIwMjgtMTItMjhUMjM6NTk6MDBaIiwiUGVyY2VudGFnZUNvbXBsZXRlIjpudWxsLCJTdHlsZSI6eyIkaWQiOiIyMDUzIiwiU2hhcGUiOjIsIlNoYXBlVGhpY2tuZXNzIjowLCJEdXJhdGlvbkZvcm1hdCI6MCwiSW5jbHVkZU5vbldvcmtpbmdEYXlzSW5EdXJhdGlvbiI6ZmFsc2UsIlBlcmNlbnRhZ2VDb21wbGV0ZVN0eWxlIjp7IiRpZCI6IjIwNTQiLCJGb250U2V0dGluZ3MiOnsiJGlkIjoiMjA1NSIsIkZvbnRTaXplIjoxMCwiRm9udE5hbWUiOiJDYWxpYnJpIiwiSXNCb2xkIjpmYWxzZSwiSXNJdGFsaWMiOmZhbHNlLCJJc1VuZGVybGluZWQiOmZhbHNlLCJQYXJlbnRTdHlsZSI6bnVsbH0sIkF1dG9TaXplIjowLCJGb3JlZ3JvdW5kIjp7IiRyZWYiOiI3NiJ9LCJNYXhXaWR0aCI6MjAwLjAsIk1heEhlaWdodCI6IkluZmluaXR5IiwiU21hcnRGb3JlZ3JvdW5kSXNBY3RpdmUiOmZhbHNlLCJIb3Jpem9udGFsQWxpZ25tZW50IjowLCJWZXJ0aWNhbEFsaWdubWVudCI6MCwiU21hcnRGb3JlZ3JvdW5kIjpudWxsLCJCYWNrZ3JvdW5kRmlsbFR5cGUiOjAsIk1hcmdpbiI6eyIkcmVmIjoiNzgifSwiUGFkZGluZyI6eyIkcmVmIjoiNzkifSwiQmFja2dyb3VuZCI6eyIkcmVmIjoiMjc4In0sIklzVmlzaWJsZSI6dHJ1ZSwiV2lkdGgiOjAuMCwiSGVpZ2h0IjowLjAsIkJvcmRlclN0eWxlIjp7IiRpZCI6IjIwNTYiLCJMaW5lQ29sb3IiOm51bGwsIkxpbmVXZWlnaHQiOjAuMCwiTGluZVR5cGUiOjAsIlBhcmVudFN0eWxlIjpudWxsfSwiUGFyZW50U3R5bGUiOm51bGx9LCJEdXJhdGlvblN0eWxlIjp7IiRpZCI6IjIwNTciLCJGb250U2V0dGluZ3MiOnsiJGlkIjoiMjA1OCIsIkZvbnRTaXplIjoxMCwiRm9udE5hbWUiOiJDYWxpYnJpIiwiSXNCb2xkIjpmYWxzZSwiSXNJdGFsaWMiOmZhbHNlLCJJc1VuZGVybGluZWQiOmZhbHNlLCJQYXJlbnRTdHlsZSI6bnVsbH0sIkF1dG9TaXplIjowLCJGb3JlZ3JvdW5kIjp7IiRyZWYiOiI4NSJ9LCJNYXhXaWR0aCI6MjAwLjAsIk1heEhlaWdodCI6IkluZmluaXR5IiwiU21hcnRGb3JlZ3JvdW5kSXNBY3RpdmUiOmZhbHNlLCJIb3Jpem9udGFsQWxpZ25tZW50IjowLCJWZXJ0aWNhbEFsaWdubWVudCI6MCwiU21hcnRGb3JlZ3JvdW5kIjpudWxsLCJCYWNrZ3JvdW5kRmlsbFR5cGUiOjAsIk1hcmdpbiI6eyIkcmVmIjoiODcifSwiUGFkZGluZyI6eyIkcmVmIjoiODgifSwiQmFja2dyb3VuZCI6eyIkcmVmIjoiODkifSwiSXNWaXNpYmxlIjp0cnVlLCJXaWR0aCI6MC4wLCJIZWlnaHQiOjAuMCwiQm9yZGVyU3R5bGUiOnsiJGlkIjoiMjA1OSIsIkxpbmVDb2xvciI6bnVsbCwiTGluZVdlaWdodCI6MC4wLCJMaW5lVHlwZSI6MCwiUGFyZW50U3R5bGUiOm51bGx9LCJQYXJlbnRTdHlsZSI6bnVsbH0sIkhvcml6b250YWxDb25uZWN0b3JTdHlsZSI6eyIkaWQiOiIyMDYwIiwiTGluZUNvbG9yIjp7IiRyZWYiOiI5MyJ9LCJMaW5lV2VpZ2h0IjoxLjAsIkxpbmVUeXBlIjowLCJQYXJlbnRTdHlsZSI6bnVsbH0sIlZlcnRpY2FsQ29ubmVjdG9yU3R5bGUiOnsiJGlkIjoiMjA2MSIsIkxpbmVDb2xvciI6eyIkcmVmIjoiOTYifSwiTGluZVdlaWdodCI6MC4wLCJMaW5lVHlwZSI6MCwiUGFyZW50U3R5bGUiOm51bGx9LCJNYXJnaW4iOm51bGwsIlN0YXJ0RGF0ZVBvc2l0aW9uIjo2LCJFbmREYXRlUG9zaXRpb24iOjYsIkRhdGVJc1Zpc2libGUiOmZhbHNlLCJUaXRsZVBvc2l0aW9uIjo0LCJEdXJhdGlvblBvc2l0aW9uIjo2LCJQZXJjZW50YWdlQ29tcGxldGVkUG9zaXRpb24iOjYsIlNwYWNpbmciOjMsIklzQmVsb3dUaW1lYmFuZCI6dHJ1ZSwiUGVyY2VudGFnZUNvbXBsZXRlU2hhcGVPcGFjaXR5IjozNSwiU2hhcGVTdHlsZSI6eyIkaWQiOiIyMDYyIiwiTWFyZ2luIjp7IiRyZWYiOiI5OSJ9LCJQYWRkaW5nIjp7IiRyZWYiOiIxMDAifSwiQmFja2dyb3VuZCI6eyIkaWQiOiIyMDYzIiwiQ29sb3IiOnsiJGlkIjoiMjA2NCIsIkEiOjI1NSwiUiI6MiwiRyI6MTc4LCJCIjoyMzh9fSwiSXNWaXNpYmxlIjp0cnVlLCJXaWR0aCI6MC4wLCJIZWlnaHQiOjEwLjAsIkJvcmRlclN0eWxlIjp7IiRpZCI6IjIwNjUiLCJMaW5lQ29sb3IiOnsiJHJlZiI6IjUzNiJ9LCJMaW5lV2VpZ2h0IjowLjAsIkxpbmVUeXBlIjowLCJQYXJlbnRTdHlsZSI6bnVsbH0sIlBhcmVudFN0eWxlIjpudWxsfSwiVGl0bGVTdHlsZSI6eyIkaWQiOiIyMDY2IiwiRm9udFNldHRpbmdzIjp7IiRpZCI6IjIwNjciLCJGb250U2l6ZSI6OSwiRm9udE5hbWUiOiJDYWxpYnJpIiwiSXNCb2xkIjp0cnVlLCJJc0l0YWxpYyI6ZmFsc2UsIklzVW5kZXJsaW5lZCI6ZmFsc2UsIlBhcmVudFN0eWxlIjpudWxsfSwiQXV0b1NpemUiOjAsIkZvcmVncm91bmQiOnsiJGlkIjoiMjA2OCIsIkNvbG9yIjp7IiRpZCI6IjIwNjkiLCJBIjoyNTUsIlIiOjAsIkciOjAsIkIiOjB9fSwiTWF4V2lkdGgiOjcyMC4wLCJNYXhIZWlnaHQiOiJJbmZpbml0eSIsIlNtYXJ0Rm9yZWdyb3VuZElzQWN0aXZlIjpmYWxzZSwiSG9yaXpvbnRhbEFsaWdubWVudCI6MCwiVmVydGljYWxBbGlnbm1lbnQiOjAsIlNtYXJ0Rm9yZWdyb3VuZCI6bnVsbCwiQmFja2dyb3VuZEZpbGxUeXBlIjowLCJNYXJnaW4iOnsiJHJlZiI6IjExMCJ9LCJQYWRkaW5nIjp7IiRyZWYiOiIxMTEifSwiQmFja2dyb3VuZCI6eyIkaWQiOiIyMDcwIiwiQ29sb3IiOnsiJGlkIjoiMjA3MSIsIkEiOjAsIlIiOjI1NSwiRyI6MjU1LCJCIjoyNTV9fSwiSXNWaXNpYmxlIjp0cnVlLCJXaWR0aCI6MC4wLCJIZWlnaHQiOjAuMCwiQm9yZGVyU3R5bGUiOnsiJGlkIjoiMjA3MiIsIkxpbmVDb2xvciI6bnVsbCwiTGluZVdlaWdodCI6MC4wLCJMaW5lVHlwZSI6MCwiUGFyZW50U3R5bGUiOm51bGx9LCJQYXJlbnRTdHlsZSI6bnVsbH0sIkRhdGVTdHlsZSI6eyIkaWQiOiIyMDczIiwiRm9udFNldHRpbmdzIjp7IiRpZCI6IjIwNzQiLCJGb250U2l6ZSI6MTAsIkZvbnROYW1lIjoiQ2FsaWJyaSIsIklzQm9sZCI6ZmFsc2UsIklzSXRhbGljIjpmYWxzZSwiSXNVbmRlcmxpbmVkIjpmYWxzZSwiUGFyZW50U3R5bGUiOm51bGx9LCJBdXRvU2l6ZSI6MCwiRm9yZWdyb3VuZCI6eyIkcmVmIjoiNDQ1In0sIk1heFdpZHRoIjoyMD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HJlZiI6IjQ0NyJ9LCJJc1Zpc2libGUiOnRydWUsIldpZHRoIjowLjAsIkhlaWdodCI6MC4wLCJCb3JkZXJTdHlsZSI6eyIkaWQiOiIyMDc1IiwiTGluZUNvbG9yIjpudWxsLCJMaW5lV2VpZ2h0IjowLjAsIkxpbmVUeXBlIjowLCJQYXJlbnRTdHlsZSI6bnVsbH0sIlBhcmVudFN0eWxlIjpudWxsfSwiRGF0ZUZvcm1hdCI6eyIkcmVmIjoiNTQ4In0sIldlZWtOdW1iZXJpbmciOnsiJGlkIjoiMjA3NiIsIkZvcm1hdCI6MCwiSXNWaXNpYmxlIjpmYWxzZSwiTGFzdEtub3duVmlzaWJpbGl0eVN0YXRlIjpmYWxzZX0sIklzVmlzaWJsZSI6dHJ1ZSwiUGFyZW50U3R5bGUiOm51bGx9LCJJbmRleCI6NzAsIlNtYXJ0RHVyYXRpb25BY3RpdmF0ZWQiOmZhbHNlLCJEYXRlRm9ybWF0Ijp7IiRyZWYiOiI1NDgifSwiV2Vla051bWJlcmluZyI6eyIkaWQiOiIyMDc3IiwiRm9ybWF0IjowLCJJc1Zpc2libGUiOmZhbHNlLCJMYXN0S25vd25WaXNpYmlsaXR5U3RhdGUiOmZhbHNlfSwiSWQiOiJjYTlmYTVhZC03MjkwLTQyNjQtYjNjOC01MzA5YmVmNmVmZTgiLCJJbXBvcnRJZCI6bnVsbCwiVGl0bGUiOiJDYXJjaW5vZ2VuaWNpdHkgU3R1ZGllcyIsIk5vdGUiOm51bGwsIkh5cGVybGluayI6eyIkaWQiOiIyMDc4IiwiQWRkcmVzcyI6bnVsbCwiU3ViQWRkcmVzcyI6bnVsbH0sIklzQ2hhbmdlZCI6ZmFsc2UsIklzTmV3IjpmYWxzZX19XSwiX21pbGVzdG9uZXMiOltdLCJJZCI6IjAwMDAwMDAwLTAwMDAtMDAwMC0wMDAwLTAwMDAwMDAwMDAwMCIsIklzU2luZ2xlSXRlbVJvdyI6dHJ1ZX0seyIkaWQiOiIyMDc5IiwiX3Rhc2tzIjpbeyIkaWQiOiIyMDgwIiwiX2F0dGFjaGVkTWlsZXN0b25lcyI6W10sIlRhc2tEZWZpbml0aW9uIjp7IiRpZCI6IjIwODEiLCJHcm91cE5hbWUiOm51bGwsIlN0YXJ0RGF0ZSI6IjIwMjItMDgtMTNUMDA6MDA6MDBaIiwiRW5kRGF0ZSI6IjIwMjMtMDctMTlUMjM6NTk6MDBaIiwiUGVyY2VudGFnZUNvbXBsZXRlIjpudWxsLCJTdHlsZSI6eyIkaWQiOiIyMDgyIiwiU2hhcGUiOjIsIlNoYXBlVGhpY2tuZXNzIjowLCJEdXJhdGlvbkZvcm1hdCI6MCwiSW5jbHVkZU5vbldvcmtpbmdEYXlzSW5EdXJhdGlvbiI6ZmFsc2UsIlBlcmNlbnRhZ2VDb21wbGV0ZVN0eWxlIjp7IiRpZCI6IjIwODMiLCJGb250U2V0dGluZ3MiOnsiJGlkIjoiMjA4NCIsIkZvbnRTaXplIjoxMCwiRm9udE5hbWUiOiJDYWxpYnJpIiwiSXNCb2xkIjpmYWxzZSwiSXNJdGFsaWMiOmZhbHNlLCJJc1VuZGVybGluZWQiOmZhbHNlLCJQYXJlbnRTdHlsZSI6bnVsbH0sIkF1dG9TaXplIjowLCJGb3JlZ3JvdW5kIjp7IiRyZWYiOiI3NiJ9LCJNYXhXaWR0aCI6MjAwLjAsIk1heEhlaWdodCI6IkluZmluaXR5IiwiU21hcnRGb3JlZ3JvdW5kSXNBY3RpdmUiOmZhbHNlLCJIb3Jpem9udGFsQWxpZ25tZW50IjowLCJWZXJ0aWNhbEFsaWdubWVudCI6MCwiU21hcnRGb3JlZ3JvdW5kIjpudWxsLCJCYWNrZ3JvdW5kRmlsbFR5cGUiOjAsIk1hcmdpbiI6eyIkcmVmIjoiNzgifSwiUGFkZGluZyI6eyIkcmVmIjoiNzkifSwiQmFja2dyb3VuZCI6eyIkaWQiOiIyMDg1IiwiQ29sb3IiOnsiJGlkIjoiMjA4NiIsIkEiOjg5LCJSIjozOCwiRyI6MzgsIkIiOjM4fX0sIklzVmlzaWJsZSI6dHJ1ZSwiV2lkdGgiOjAuMCwiSGVpZ2h0IjowLjAsIkJvcmRlclN0eWxlIjp7IiRpZCI6IjIwODciLCJMaW5lQ29sb3IiOm51bGwsIkxpbmVXZWlnaHQiOjAuMCwiTGluZVR5cGUiOjAsIlBhcmVudFN0eWxlIjpudWxsfSwiUGFyZW50U3R5bGUiOm51bGx9LCJEdXJhdGlvblN0eWxlIjp7IiRpZCI6IjIwODgiLCJGb250U2V0dGluZ3MiOnsiJGlkIjoiMjA4OSIsIkZvbnRTaXplIjoxMCwiRm9udE5hbWUiOiJDYWxpYnJpIiwiSXNCb2xkIjpmYWxzZSwiSXNJdGFsaWMiOmZhbHNlLCJJc1VuZGVybGluZWQiOmZhbHNlLCJQYXJlbnRTdHlsZSI6bnVsbH0sIkF1dG9TaXplIjowLCJGb3JlZ3JvdW5kIjp7IiRyZWYiOiI4NSJ9LCJNYXhXaWR0aCI6MjAwLjAsIk1heEhlaWdodCI6IkluZmluaXR5IiwiU21hcnRGb3JlZ3JvdW5kSXNBY3RpdmUiOmZhbHNlLCJIb3Jpem9udGFsQWxpZ25tZW50IjowLCJWZXJ0aWNhbEFsaWdubWVudCI6MCwiU21hcnRGb3JlZ3JvdW5kIjpudWxsLCJCYWNrZ3JvdW5kRmlsbFR5cGUiOjAsIk1hcmdpbiI6eyIkcmVmIjoiODcifSwiUGFkZGluZyI6eyIkcmVmIjoiODgifSwiQmFja2dyb3VuZCI6eyIkcmVmIjoiODkifSwiSXNWaXNpYmxlIjp0cnVlLCJXaWR0aCI6MC4wLCJIZWlnaHQiOjAuMCwiQm9yZGVyU3R5bGUiOnsiJGlkIjoiMjA5MCIsIkxpbmVDb2xvciI6bnVsbCwiTGluZVdlaWdodCI6MC4wLCJMaW5lVHlwZSI6MCwiUGFyZW50U3R5bGUiOm51bGx9LCJQYXJlbnRTdHlsZSI6bnVsbH0sIkhvcml6b250YWxDb25uZWN0b3JTdHlsZSI6eyIkaWQiOiIyMDkxIiwiTGluZUNvbG9yIjp7IiRyZWYiOiI5MyJ9LCJMaW5lV2VpZ2h0IjoxLjAsIkxpbmVUeXBlIjowLCJQYXJlbnRTdHlsZSI6bnVsbH0sIlZlcnRpY2FsQ29ubmVjdG9yU3R5bGUiOnsiJGlkIjoiMjA5MiIsIkxpbmVDb2xvciI6eyIkcmVmIjoiOTYifSwiTGluZVdlaWdodCI6MC4wLCJMaW5lVHlwZSI6MCwiUGFyZW50U3R5bGUiOm51bGx9LCJNYXJnaW4iOm51bGwsIlN0YXJ0RGF0ZVBvc2l0aW9uIjo2LCJFbmREYXRlUG9zaXRpb24iOjYsIkRhdGVJc1Zpc2libGUiOmZhbHNlLCJUaXRsZVBvc2l0aW9uIjo0LCJEdXJhdGlvblBvc2l0aW9uIjo2LCJQZXJjZW50YWdlQ29tcGxldGVkUG9zaXRpb24iOjYsIlNwYWNpbmciOjMsIklzQmVsb3dUaW1lYmFuZCI6dHJ1ZSwiUGVyY2VudGFnZUNvbXBsZXRlU2hhcGVPcGFjaXR5IjozNSwiU2hhcGVTdHlsZSI6eyIkaWQiOiIyMDkzIiwiTWFyZ2luIjp7IiRyZWYiOiI5OSJ9LCJQYWRkaW5nIjp7IiRyZWYiOiIxMDAifSwiQmFja2dyb3VuZCI6eyIkaWQiOiIyMDk0IiwiQ29sb3IiOnsiJGlkIjoiMjA5NSIsIkEiOjI1NSwiUiI6MiwiRyI6MTc4LCJCIjoyMzh9fSwiSXNWaXNpYmxlIjp0cnVlLCJXaWR0aCI6MC4wLCJIZWlnaHQiOjEwLjAsIkJvcmRlclN0eWxlIjp7IiRpZCI6IjIwOTYiLCJMaW5lQ29sb3IiOnsiJGlkIjoiMjA5NyIsIiR0eXBlIjoiTkxSRS5Db21tb24uRG9tLlNvbGlkQ29sb3JCcnVzaCwgTkxSRS5Db21tb24iLCJDb2xvciI6eyIkaWQiOiIyMDk4IiwiQSI6MjU1LCJSIjowLCJHIjozNSwiQiI6NzN9fSwiTGluZVdlaWdodCI6MC4wLCJMaW5lVHlwZSI6MCwiUGFyZW50U3R5bGUiOm51bGx9LCJQYXJlbnRTdHlsZSI6bnVsbH0sIlRpdGxlU3R5bGUiOnsiJGlkIjoiMjA5OSIsIkZvbnRTZXR0aW5ncyI6eyIkaWQiOiIyMTAwIiwiRm9udFNpemUiOjksIkZvbnROYW1lIjoiQ2FsaWJyaSIsIklzQm9sZCI6dHJ1ZSwiSXNJdGFsaWMiOmZhbHNlLCJJc1VuZGVybGluZWQiOmZhbHNlLCJQYXJlbnRTdHlsZSI6bnVsbH0sIkF1dG9TaXplIjowLCJGb3JlZ3JvdW5kIjp7IiRpZCI6IjIxMDEiLCJDb2xvciI6eyIkaWQiOiIyMTAyIiwiQSI6MjU1LCJSIjowLCJHIjowLCJCIjowfX0sIk1heFdpZHRoIjo3MjAuMCwiTWF4SGVpZ2h0IjoiSW5maW5pdHkiLCJTbWFydEZvcmVncm91bmRJc0FjdGl2ZSI6ZmFsc2UsIkhvcml6b250YWxBbGlnbm1lbnQiOjAsIlZlcnRpY2FsQWxpZ25tZW50IjowLCJTbWFydEZvcmVncm91bmQiOm51bGwsIkJhY2tncm91bmRGaWxsVHlwZSI6MCwiTWFyZ2luIjp7IiRyZWYiOiIxMTAifSwiUGFkZGluZyI6eyIkcmVmIjoiMTExIn0sIkJhY2tncm91bmQiOnsiJGlkIjoiMjEwMyIsIkNvbG9yIjp7IiRpZCI6IjIxMDQiLCJBIjowLCJSIjoyNTUsIkciOjI1NSwiQiI6MjU1fX0sIklzVmlzaWJsZSI6dHJ1ZSwiV2lkdGgiOjAuMCwiSGVpZ2h0IjowLjAsIkJvcmRlclN0eWxlIjp7IiRpZCI6IjIxMDUiLCJMaW5lQ29sb3IiOm51bGwsIkxpbmVXZWlnaHQiOjAuMCwiTGluZVR5cGUiOjAsIlBhcmVudFN0eWxlIjpudWxsfSwiUGFyZW50U3R5bGUiOm51bGx9LCJEYXRlU3R5bGUiOnsiJGlkIjoiMjEwNiIsIkZvbnRTZXR0aW5ncyI6eyIkaWQiOiIyMTA3IiwiRm9udFNpemUiOjEwLCJGb250TmFtZSI6IkNhbGlicmkiLCJJc0JvbGQiOmZhbHNlLCJJc0l0YWxpYyI6ZmFsc2UsIklzVW5kZXJsaW5lZCI6ZmFsc2UsIlBhcmVudFN0eWxlIjpudWxsfSwiQXV0b1NpemUiOjAsIkZvcmVncm91bmQiOnsiJGlkIjoiMjEwOCIsIkNvbG9yIjp7IiRpZCI6IjIxMDk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GlkIjoiMjExMCIsIkNvbG9yIjp7IiRpZCI6IjIxMTEiLCJBIjowLCJSIjoyNTUsIkciOjI1NSwiQiI6MjU1fX0sIklzVmlzaWJsZSI6dHJ1ZSwiV2lkdGgiOjAuMCwiSGVpZ2h0IjowLjAsIkJvcmRlclN0eWxlIjp7IiRpZCI6IjIxMTIiLCJMaW5lQ29sb3IiOm51bGwsIkxpbmVXZWlnaHQiOjAuMCwiTGluZVR5cGUiOjAsIlBhcmVudFN0eWxlIjpudWxsfSwiUGFyZW50U3R5bGUiOm51bGx9LCJEYXRlRm9ybWF0Ijp7IiRpZCI6IjIxMTMiLCJGb3JtYXRTdHJpbmciOiJNTU0gZCIsIlNlcGFyYXRvciI6Ii8iLCJVc2VJbnRlcm5hdGlvbmFsRGF0ZUZvcm1hdCI6ZmFsc2UsIkRhdGVJc1Zpc2libGUiOnRydWUsIlRpbWVJc1Zpc2libGUiOmZhbHNlLCJIb3VyRGlnaXRzIjoxLCJBbVBtRGVzaWduYXRvciI6MiwiVHJpbTAwTWludXRlcyI6ZmFsc2UsIkxhc3RLbm93blZpc2liaWxpdHlTdGF0ZSI6bnVsbH0sIldlZWtOdW1iZXJpbmciOnsiJGlkIjoiMjExNCIsIkZvcm1hdCI6MCwiSXNWaXNpYmxlIjpmYWxzZSwiTGFzdEtub3duVmlzaWJpbGl0eVN0YXRlIjpmYWxzZX0sIklzVmlzaWJsZSI6ZmFsc2UsIlBhcmVudFN0eWxlIjpudWxsfSwiSW5kZXgiOjcxLCJTbWFydER1cmF0aW9uQWN0aXZhdGVkIjpmYWxzZSwiRGF0ZUZvcm1hdCI6eyIkcmVmIjoiMjExMyJ9LCJXZWVrTnVtYmVyaW5nIjp7IiRpZCI6IjIxMTUiLCJGb3JtYXQiOjAsIklzVmlzaWJsZSI6ZmFsc2UsIkxhc3RLbm93blZpc2liaWxpdHlTdGF0ZSI6ZmFsc2V9LCJJZCI6IjU4ZWEwOWRmLTYxYjUtNGIzOC1iZTM5LTIwOGU0NTJiMTAxNSIsIkltcG9ydElkIjpudWxsLCJUaXRsZSI6IjEzdyB0b3ggcmF0L2RvZyAoaW5jbCBQcmUtVHJlYXRtZW50KSIsIk5vdGUiOm51bGwsIkh5cGVybGluayI6eyIkaWQiOiIyMTE2IiwiQWRkcmVzcyI6bnVsbCwiU3ViQWRkcmVzcyI6bnVsbH0sIklzQ2hhbmdlZCI6ZmFsc2UsIklzTmV3IjpmYWxzZX19XSwiX21pbGVzdG9uZXMiOltdLCJJZCI6IjAwMDAwMDAwLTAwMDAtMDAwMC0wMDAwLTAwMDAwMDAwMDAwMCIsIklzU2luZ2xlSXRlbVJvdyI6dHJ1ZX1dLCJJbmRleCI6NjcsIklkIjoiYmE0MTRhOGEtYWRhOS00MWM0LWFiYjQtNDhjMTQwZDM4MTQwIiwiSGVhZGVyVGV4dCI6bnVsbCwiSXNEZWZhdWx0Ijp0cnVlLCJTdHlsZSI6eyIkaWQiOiIyMTE3IiwiSGVhZGVyU3R5bGUiOnsiJGlkIjoiMjExOCIsIlRleHRTdHlsZSI6eyIkaWQiOiIyMTE5IiwiRm9udFNldHRpbmdzIjp7IiRpZCI6IjIxMjAiLCJGb250U2l6ZSI6MTEsIkZvbnROYW1lIjoiQ2FsaWJyaSIsIklzQm9sZCI6ZmFsc2UsIklzSXRhbGljIjpmYWxzZSwiSXNVbmRlcmxpbmVkIjpmYWxzZSwiUGFyZW50U3R5bGUiOm51bGx9LCJBdXRvU2l6ZSI6MiwiRm9yZWdyb3VuZCI6eyIkaWQiOiIyMTIxIiwiQ29sb3IiOnsiJGlkIjoiMjEyMiIsIkEiOjI1NSwiUiI6MCwiRyI6MCwiQiI6MH19LCJNYXhXaWR0aCI6MC4wLCJNYXhIZWlnaHQiOiJJbmZpbml0eSIsIlNtYXJ0Rm9yZWdyb3VuZElzQWN0aXZlIjpmYWxzZSwiSG9yaXpvbnRhbEFsaWdubWVudCI6MCwiVmVydGljYWxBbGlnbm1lbnQiOjAsIlNtYXJ0Rm9yZWdyb3VuZCI6bnVsbCwiQmFja2dyb3VuZEZpbGxUeXBlIjowLCJNYXJnaW4iOnsiJGlkIjoiMjEyMyIsIlRvcCI6MC4wLCJMZWZ0IjowLjAsIlJpZ2h0IjowLjAsIkJvdHRvbSI6MC4wfSwiUGFkZGluZyI6eyIkaWQiOiIyMTI0IiwiVG9wIjowLjAsIkxlZnQiOjAuMCwiUmlnaHQiOjAuMCwiQm90dG9tIjowLjB9LCJCYWNrZ3JvdW5kIjpudWxsLCJJc1Zpc2libGUiOnRydWUsIldpZHRoIjowLjAsIkhlaWdodCI6MC4wLCJCb3JkZXJTdHlsZSI6bnVsbCwiUGFyZW50U3R5bGUiOm51bGx9LCJSZWN0YW5nbGVTdHlsZSI6eyIkaWQiOiIyMTI1IiwiTWFyZ2luIjp7IiRpZCI6IjIxMjYiLCJUb3AiOjAuMCwiTGVmdCI6MC4wLCJSaWdodCI6MC4wLCJCb3R0b20iOjAuMH0sIlBhZGRpbmciOnsiJGlkIjoiMjEyNyIsIlRvcCI6MC4wLCJMZWZ0IjowLjAsIlJpZ2h0IjowLjAsIkJvdHRvbSI6MC4wfSwiQmFja2dyb3VuZCI6eyIkaWQiOiIyMTI4IiwiQ29sb3IiOnsiJGlkIjoiMjEyOSIsIkEiOjYzLCJSIjoxMjUsIkciOjMzLCJCIjoxMzF9fSwiSXNWaXNpYmxlIjp0cnVlLCJXaWR0aCI6MC4wLCJIZWlnaHQiOjAuMCwiQm9yZGVyU3R5bGUiOnsiJGlkIjoiMjEzMCIsIkxpbmVDb2xvciI6eyIkaWQiOiIyMTMxIiwiJHR5cGUiOiJOTFJFLkNvbW1vbi5Eb20uU29saWRDb2xvckJydXNoLCBOTFJFLkNvbW1vbiIsIkNvbG9yIjp7IiRpZCI6IjIxMzIiLCJBIjoyNTUsIlIiOjAsIkciOjM1LCJCIjo3M319LCJMaW5lV2VpZ2h0IjowLjAsIkxpbmVUeXBlIjowLCJQYXJlbnRTdHlsZSI6bnVsbH0sIlBhcmVudFN0eWxlIjpudWxsfSwiTWFyZ2luIjp7IiRpZCI6IjIxMzMiLCJUb3AiOjAuMCwiTGVmdCI6MC4wLCJSaWdodCI6MC4wLCJCb3R0b20iOjAuMH0sIlBhZGRpbmciOnsiJGlkIjoiMjEzNCIsIlRvcCI6MC4wLCJMZWZ0IjowLjAsIlJpZ2h0IjowLjAsIkJvdHRvbSI6MC4wfSwiQmFja2dyb3VuZCI6bnVsbCwiSXNWaXNpYmxlIjp0cnVlLCJXaWR0aCI6MC4wLCJIZWlnaHQiOjAuMCwiQm9yZGVyU3R5bGUiOm51bGwsIlBhcmVudFN0eWxlIjpudWxsfSwiQmFja2dyb3VuZFN0eWxlIjp7IiRpZCI6IjIxMzUiLCJNYXJnaW4iOnsiJGlkIjoiMjEzNiIsIlRvcCI6MC4wLCJMZWZ0IjowLjAsIlJpZ2h0IjowLjAsIkJvdHRvbSI6MC4wfSwiUGFkZGluZyI6eyIkaWQiOiIyMTM3IiwiVG9wIjowLjAsIkxlZnQiOjAuMCwiUmlnaHQiOjAuMCwiQm90dG9tIjowLjB9LCJCYWNrZ3JvdW5kIjp7IiRpZCI6IjIxMzgiLCJDb2xvciI6eyIkaWQiOiIyMTM5IiwiQSI6NTEsIlIiOjEyNSwiRyI6MzMsIkIiOjEzMX19LCJJc1Zpc2libGUiOnRydWUsIldpZHRoIjowLjAsIkhlaWdodCI6MC4wLCJCb3JkZXJTdHlsZSI6eyIkaWQiOiIyMTQwIiwiTGluZUNvbG9yIjp7IiRpZCI6IjIxNDEiLCIkdHlwZSI6Ik5MUkUuQ29tbW9uLkRvbS5Tb2xpZENvbG9yQnJ1c2gsIE5MUkUuQ29tbW9uIiwiQ29sb3IiOnsiJGlkIjoiMjE0MiIsIkEiOjI1NSwiUiI6MCwiRyI6MzUsIkIiOjczfX0sIkxpbmVXZWlnaHQiOjAuMCwiTGluZVR5cGUiOjAsIlBhcmVudFN0eWxlIjpudWxsfSwiUGFyZW50U3R5bGUiOm51bGx9LCJNYXJnaW4iOnsiJGlkIjoiMjE0MyIsIlRvcCI6MC4wLCJMZWZ0IjowLjAsIlJpZ2h0IjowLjAsIkJvdHRvbSI6MC4wfSwiUGFkZGluZyI6eyIkaWQiOiIyMTQ0IiwiVG9wIjowLjAsIkxlZnQiOjAuMCwiUmlnaHQiOjAuMCwiQm90dG9tIjowLjB9LCJJc1Zpc2libGUiOmZhbHNlLCJXaWR0aCI6MC4wLCJIZWlnaHQiOjAuMCwiQm9yZGVyU3R5bGUiOm51bGwsIlBhcmVudFN0eWxlIjpudWxsfX1dLCJJZCI6ImFmM2I2NWY5LTcxMGQtNDQ4YS05MjRhLTA4N2MyMGU2NzdhMyIsIkluZGV4Ijo2NywiSGVhZGVyVGV4dCI6Ik5EUyIsIlN0eWxlIjp7IiRpZCI6IjIxNDUiLCJIZWFkZXJTdHlsZSI6eyIkaWQiOiIyMTQ2IiwiVGV4dElzVmVydGljYWwiOmZhbHNlLCJUZXh0U3R5bGUiOnsiJGlkIjoiMjE0NyIsIkZvbnRTZXR0aW5ncyI6eyIkaWQiOiIyMTQ4IiwiRm9udFNpemUiOjEyLCJGb250TmFtZSI6IkNhbGlicmkiLCJJc0JvbGQiOmZhbHNlLCJJc0l0YWxpYyI6ZmFsc2UsIklzVW5kZXJsaW5lZCI6ZmFsc2UsIlBhcmVudFN0eWxlIjpudWxsfSwiQXV0b1NpemUiOjIsIkZvcmVncm91bmQiOnsiJGlkIjoiMjE0OSIsIkNvbG9yIjp7IiRpZCI6IjIxNTAiLCJBIjoyNTUsIlIiOjQ3LCJHIjo1NCwiQiI6MTUzfX0sIk1heFdpZHRoIjoxMjcuNDkzMzMzMzMzMzMzMzQsIk1heEhlaWdodCI6MC4wLCJTbWFydEZvcmVncm91bmRJc0FjdGl2ZSI6ZmFsc2UsIkhvcml6b250YWxBbGlnbm1lbnQiOjAsIlZlcnRpY2FsQWxpZ25tZW50IjowLCJTbWFydEZvcmVncm91bmQiOm51bGwsIkJhY2tncm91bmRGaWxsVHlwZSI6MCwiTWFyZ2luIjp7IiRyZWYiOiIxOTY3In0sIlBhZGRpbmciOnsiJHJlZiI6IjE5NjgifSwiQmFja2dyb3VuZCI6bnVsbCwiSXNWaXNpYmxlIjp0cnVlLCJXaWR0aCI6MC4wLCJIZWlnaHQiOjAuMCwiQm9yZGVyU3R5bGUiOm51bGwsIlBhcmVudFN0eWxlIjpudWxsfSwiUmVjdGFuZ2xlU3R5bGUiOnsiJGlkIjoiMjE1MSIsIk1hcmdpbiI6eyIkaWQiOiIyMTUyIiwiVG9wIjowLjAsIkxlZnQiOjAuMCwiUmlnaHQiOjAuMCwiQm90dG9tIjowLjB9LCJQYWRkaW5nIjp7IiRpZCI6IjIxNTMiLCJUb3AiOjAuMCwiTGVmdCI6MC4wLCJSaWdodCI6MC4wLCJCb3R0b20iOjAuMH0sIkJhY2tncm91bmQiOnsiJGlkIjoiMjE1NCIsIkNvbG9yIjp7IiRpZCI6IjIxNTUiLCJBIjoyNTUsIlIiOjEwNiwiRyI6MjAzLCJCIjoyNDJ9fSwiSXNWaXNpYmxlIjp0cnVlLCJXaWR0aCI6MC4wLCJIZWlnaHQiOjAuMCwiQm9yZGVyU3R5bGUiOnsiJGlkIjoiMjE1NiIsIkxpbmVDb2xvciI6eyIkaWQiOiIyMTU3IiwiJHR5cGUiOiJOTFJFLkNvbW1vbi5Eb20uU29saWRDb2xvckJydXNoLCBOTFJFLkNvbW1vbiIsIkNvbG9yIjp7IiRpZCI6IjIxNTgiLCJBIjoyNTUsIlIiOjAsIkciOjM1LCJCIjo3M319LCJMaW5lV2VpZ2h0IjowLjAsIkxpbmVUeXBlIjowLCJQYXJlbnRTdHlsZSI6bnVsbH0sIlBhcmVudFN0eWxlIjpudWxsfSwiTWFyZ2luIjp7IiRpZCI6IjIxNTkiLCJUb3AiOjAuMCwiTGVmdCI6MC4wLCJSaWdodCI6MC4wLCJCb3R0b20iOjAuMH0sIlBhZGRpbmciOnsiJGlkIjoiMjE2MCIsIlRvcCI6MC4wLCJMZWZ0IjowLjAsIlJpZ2h0IjowLjAsIkJvdHRvbSI6MC4wfSwiQmFja2dyb3VuZCI6bnVsbCwiSXNWaXNpYmxlIjp0cnVlLCJXaWR0aCI6MC4wLCJIZWlnaHQiOjAuMCwiQm9yZGVyU3R5bGUiOm51bGwsIlBhcmVudFN0eWxlIjpudWxsfSwiQmFja2dyb3VuZFN0eWxlIjp7IiRpZCI6IjIxNjEiLCJNYXJnaW4iOnsiJGlkIjoiMjE2MiIsIlRvcCI6MC4wLCJMZWZ0IjowLjAsIlJpZ2h0IjowLjAsIkJvdHRvbSI6MC4wfSwiUGFkZGluZyI6eyIkaWQiOiIyMTYzIiwiVG9wIjowLjAsIkxlZnQiOjAuMCwiUmlnaHQiOjAuMCwiQm90dG9tIjowLjB9LCJCYWNrZ3JvdW5kIjp7IiRpZCI6IjIxNjQiLCJDb2xvciI6eyIkaWQiOiIyMTY1IiwiQSI6NTEsIlIiOjI1NSwiRyI6MjU1LCJCIjoyNTV9fSwiSXNWaXNpYmxlIjp0cnVlLCJXaWR0aCI6MC4wLCJIZWlnaHQiOjAuMCwiQm9yZGVyU3R5bGUiOnsiJGlkIjoiMjE2NiIsIkxpbmVDb2xvciI6eyIkaWQiOiIyMTY3IiwiJHR5cGUiOiJOTFJFLkNvbW1vbi5Eb20uU29saWRDb2xvckJydXNoLCBOTFJFLkNvbW1vbiIsIkNvbG9yIjp7IiRpZCI6IjIxNjgiLCJBIjoyNTUsIlIiOjAsIkciOjM1LCJCIjo3M319LCJMaW5lV2VpZ2h0IjowLjAsIkxpbmVUeXBlIjowLCJQYXJlbnRTdHlsZSI6bnVsbH0sIlBhcmVudFN0eWxlIjpudWxsfSwiSXNBYm92ZVRpbWViYW5kIjpmYWxzZSwiU3BhY2luZyI6NSwiTWFyZ2luIjp7IiRpZCI6IjIxNjkiLCJUb3AiOjAuMCwiTGVmdCI6MC4wLCJSaWdodCI6MC4wLCJCb3R0b20iOjAuMH0sIlBhZGRpbmciOnsiJGlkIjoiMjE3MCIsIlRvcCI6MC4wLCJMZWZ0IjowLjAsIlJpZ2h0IjowLjAsIkJvdHRvbSI6MC4wfSwiSXNWaXNpYmxlIjp0cnVlLCJXaWR0aCI6MC4wLCJIZWlnaHQiOjAuMCwiQm9yZGVyU3R5bGUiOnsiJGlkIjoiMjE3MSIsIkxpbmVDb2xvciI6bnVsbCwiTGluZVdlaWdodCI6MC4wLCJMaW5lVHlwZSI6MCwiUGFyZW50U3R5bGUiOm51bGx9LCJQYXJlbnRTdHlsZSI6bnVsbH19LHsiJGlkIjoiMjE3MiIsIl9hY3Rpdml0aWVzIjpbeyIkaWQiOiIyMTczIiwiX3Jvd3MiOlt7IiRpZCI6IjIxNzQiLCJfdGFza3MiOlt7IiRpZCI6IjIxNzUiLCJfYXR0YWNoZWRNaWxlc3RvbmVzIjpbXSwiVGFza0RlZmluaXRpb24iOnsiJGlkIjoiMjE3NiIsIkdyb3VwTmFtZSI6bnVsbCwiU3RhcnREYXRlIjoiMjAyNC0wNC0yNFQwMDowMDowMFoiLCJFbmREYXRlIjoiMjAyNS0wNC0yNFQyMzo1OTowMFoiLCJQZXJjZW50YWdlQ29tcGxldGUiOm51bGwsIlN0eWxlIjp7IiRpZCI6IjIxNzciLCJTaGFwZSI6MiwiU2hhcGVUaGlja25lc3MiOjAsIkR1cmF0aW9uRm9ybWF0IjowLCJJbmNsdWRlTm9uV29ya2luZ0RheXNJbkR1cmF0aW9uIjpmYWxzZSwiUGVyY2VudGFnZUNvbXBsZXRlU3R5bGUiOnsiJGlkIjoiMjE3OCIsIkZvbnRTZXR0aW5ncyI6eyIkaWQiOiIyMTc5IiwiRm9udFNpemUiOjEwLCJGb250TmFtZSI6IkNhbGlicmkiLCJJc0JvbGQiOmZhbHNlLCJJc0l0YWxpYyI6ZmFsc2UsIklzVW5kZXJsaW5lZCI6ZmFsc2UsIlBhcmVudFN0eWxlIjpudWxsfSwiQXV0b1NpemUiOjAsIkZvcmVncm91bmQiOnsiJGlkIjoiMjE4MCIsIkNvbG9yIjp7IiRpZCI6IjIxODE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yZWYiOiI3OCJ9LCJQYWRkaW5nIjp7IiRyZWYiOiI3OSJ9LCJCYWNrZ3JvdW5kIjp7IiRpZCI6IjIxODIiLCJDb2xvciI6eyIkaWQiOiIyMTgzIiwiQSI6ODksIlIiOjM4LCJHIjozOCwiQiI6Mzh9fSwiSXNWaXNpYmxlIjp0cnVlLCJXaWR0aCI6MC4wLCJIZWlnaHQiOjAuMCwiQm9yZGVyU3R5bGUiOnsiJGlkIjoiMjE4NCIsIkxpbmVDb2xvciI6bnVsbCwiTGluZVdlaWdodCI6MC4wLCJMaW5lVHlwZSI6MCwiUGFyZW50U3R5bGUiOm51bGx9LCJQYXJlbnRTdHlsZSI6bnVsbH0sIkR1cmF0aW9uU3R5bGUiOnsiJGlkIjoiMjE4NSIsIkZvbnRTZXR0aW5ncyI6eyIkaWQiOiIyMTg2IiwiRm9udFNpemUiOjEwLCJGb250TmFtZSI6IkNhbGlicmkiLCJJc0JvbGQiOmZhbHNlLCJJc0l0YWxpYyI6ZmFsc2UsIklzVW5kZXJsaW5lZCI6ZmFsc2UsIlBhcmVudFN0eWxlIjpudWxsfSwiQXV0b1NpemUiOjAsIkZvcmVncm91bmQiOnsiJHJlZiI6Ijg1In0sIk1heFdpZHRoIjoyMDAuMCwiTWF4SGVpZ2h0IjoiSW5maW5pdHkiLCJTbWFydEZvcmVncm91bmRJc0FjdGl2ZSI6ZmFsc2UsIkhvcml6b250YWxBbGlnbm1lbnQiOjAsIlZlcnRpY2FsQWxpZ25tZW50IjowLCJTbWFydEZvcmVncm91bmQiOm51bGwsIkJhY2tncm91bmRGaWxsVHlwZSI6MCwiTWFyZ2luIjp7IiRyZWYiOiI4NyJ9LCJQYWRkaW5nIjp7IiRyZWYiOiI4OCJ9LCJCYWNrZ3JvdW5kIjp7IiRyZWYiOiI4OSJ9LCJJc1Zpc2libGUiOnRydWUsIldpZHRoIjowLjAsIkhlaWdodCI6MC4wLCJCb3JkZXJTdHlsZSI6eyIkaWQiOiIyMTg3IiwiTGluZUNvbG9yIjpudWxsLCJMaW5lV2VpZ2h0IjowLjAsIkxpbmVUeXBlIjowLCJQYXJlbnRTdHlsZSI6bnVsbH0sIlBhcmVudFN0eWxlIjpudWxsfSwiSG9yaXpvbnRhbENvbm5lY3RvclN0eWxlIjp7IiRpZCI6IjIxODgiLCJMaW5lQ29sb3IiOnsiJHJlZiI6IjkzIn0sIkxpbmVXZWlnaHQiOjEuMCwiTGluZVR5cGUiOjAsIlBhcmVudFN0eWxlIjpudWxsfSwiVmVydGljYWxDb25uZWN0b3JTdHlsZSI6eyIkaWQiOiIyMTg5IiwiTGluZUNvbG9yIjp7IiRyZWYiOiI5NiJ9LCJMaW5lV2VpZ2h0IjowLjAsIkxpbmVUeXBlIjowLCJQYXJlbnRTdHlsZSI6bnVsbH0sIk1hcmdpbiI6bnVsbCwiU3RhcnREYXRlUG9zaXRpb24iOjYsIkVuZERhdGVQb3NpdGlvbiI6NiwiRGF0ZUlzVmlzaWJsZSI6ZmFsc2UsIlRpdGxlUG9zaXRpb24iOjQsIkR1cmF0aW9uUG9zaXRpb24iOjYsIlBlcmNlbnRhZ2VDb21wbGV0ZWRQb3NpdGlvbiI6NiwiU3BhY2luZyI6MywiSXNCZWxvd1RpbWViYW5kIjp0cnVlLCJQZXJjZW50YWdlQ29tcGxldGVTaGFwZU9wYWNpdHkiOjM1LCJTaGFwZVN0eWxlIjp7IiRpZCI6IjIxOTAiLCJNYXJnaW4iOnsiJHJlZiI6Ijk5In0sIlBhZGRpbmciOnsiJHJlZiI6IjEwMCJ9LCJCYWNrZ3JvdW5kIjp7IiRpZCI6IjIxOTEiLCJDb2xvciI6eyIkaWQiOiIyMTkyIiwiQSI6MjU1LCJSIjoyNTUsIkciOjE5MiwiQiI6MH19LCJJc1Zpc2libGUiOnRydWUsIldpZHRoIjowLjAsIkhlaWdodCI6MTAuMCwiQm9yZGVyU3R5bGUiOnsiJGlkIjoiMjE5MyIsIkxpbmVDb2xvciI6eyIkaWQiOiIyMTk0IiwiJHR5cGUiOiJOTFJFLkNvbW1vbi5Eb20uU29saWRDb2xvckJydXNoLCBOTFJFLkNvbW1vbiIsIkNvbG9yIjp7IiRpZCI6IjIxOTUiLCJBIjoyNTUsIlIiOjAsIkciOjM1LCJCIjo3M319LCJMaW5lV2VpZ2h0IjowLjAsIkxpbmVUeXBlIjowLCJQYXJlbnRTdHlsZSI6bnVsbH0sIlBhcmVudFN0eWxlIjpudWxsfSwiVGl0bGVTdHlsZSI6eyIkaWQiOiIyMTk2IiwiRm9udFNldHRpbmdzIjp7IiRpZCI6IjIxOTciLCJGb250U2l6ZSI6OSwiRm9udE5hbWUiOiJDYWxpYnJpIiwiSXNCb2xkIjp0cnVlLCJJc0l0YWxpYyI6ZmFsc2UsIklzVW5kZXJsaW5lZCI6ZmFsc2UsIlBhcmVudFN0eWxlIjpudWxsfSwiQXV0b1NpemUiOjAsIkZvcmVncm91bmQiOnsiJGlkIjoiMjE5OCIsIkNvbG9yIjp7IiRpZCI6IjIxOTkiLCJBIjoyNTUsIlIiOjAsIkciOjAsIkIiOjB9fSwiTWF4V2lkdGgiOjcyMC4wLCJNYXhIZWlnaHQiOiJJbmZpbml0eSIsIlNtYXJ0Rm9yZWdyb3VuZElzQWN0aXZlIjpmYWxzZSwiSG9yaXpvbnRhbEFsaWdubWVudCI6MCwiVmVydGljYWxBbGlnbm1lbnQiOjAsIlNtYXJ0Rm9yZWdyb3VuZCI6bnVsbCwiQmFja2dyb3VuZEZpbGxUeXBlIjowLCJNYXJnaW4iOnsiJHJlZiI6IjExMCJ9LCJQYWRkaW5nIjp7IiRyZWYiOiIxMTEifSwiQmFja2dyb3VuZCI6eyIkaWQiOiIyMjAwIiwiQ29sb3IiOnsiJGlkIjoiMjIwMSIsIkEiOjAsIlIiOjI1NSwiRyI6MjU1LCJCIjoyNTV9fSwiSXNWaXNpYmxlIjp0cnVlLCJXaWR0aCI6MC4wLCJIZWlnaHQiOjAuMCwiQm9yZGVyU3R5bGUiOnsiJGlkIjoiMjIwMiIsIkxpbmVDb2xvciI6bnVsbCwiTGluZVdlaWdodCI6MC4wLCJMaW5lVHlwZSI6MCwiUGFyZW50U3R5bGUiOm51bGx9LCJQYXJlbnRTdHlsZSI6bnVsbH0sIkRhdGVTdHlsZSI6eyIkaWQiOiIyMjAzIiwiRm9udFNldHRpbmdzIjp7IiRpZCI6IjIyMDQiLCJGb250U2l6ZSI6MTAsIkZvbnROYW1lIjoiQ2FsaWJyaSIsIklzQm9sZCI6ZmFsc2UsIklzSXRhbGljIjpmYWxzZSwiSXNVbmRlcmxpbmVkIjpmYWxzZSwiUGFyZW50U3R5bGUiOm51bGx9LCJBdXRvU2l6ZSI6MCwiRm9yZWdyb3VuZCI6eyIkaWQiOiIyMjA1IiwiQ29sb3IiOnsiJGlkIjoiMjIwN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ExOSJ9LCJQYWRkaW5nIjp7IiRyZWYiOiIxMjAifSwiQmFja2dyb3VuZCI6eyIkaWQiOiIyMjA3IiwiQ29sb3IiOnsiJGlkIjoiMjIwOCIsIkEiOjAsIlIiOjI1NSwiRyI6MjU1LCJCIjoyNTV9fSwiSXNWaXNpYmxlIjp0cnVlLCJXaWR0aCI6MC4wLCJIZWlnaHQiOjAuMCwiQm9yZGVyU3R5bGUiOnsiJGlkIjoiMjIwOSIsIkxpbmVDb2xvciI6bnVsbCwiTGluZVdlaWdodCI6MC4wLCJMaW5lVHlwZSI6MCwiUGFyZW50U3R5bGUiOm51bGx9LCJQYXJlbnRTdHlsZSI6bnVsbH0sIkRhdGVGb3JtYXQiOnsiJGlkIjoiMjIxM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MjExIiwiRm9ybWF0IjowLCJJc1Zpc2libGUiOmZhbHNlLCJMYXN0S25vd25WaXNpYmlsaXR5U3RhdGUiOmZhbHNlfSwiSXNWaXNpYmxlIjp0cnVlLCJQYXJlbnRTdHlsZSI6bnVsbH0sIkluZGV4Ijo3MywiU21hcnREdXJhdGlvbkFjdGl2YXRlZCI6ZmFsc2UsIkRhdGVGb3JtYXQiOnsiJHJlZiI6IjIyMTAifSwiV2Vla051bWJlcmluZyI6eyIkaWQiOiIyMjEyIiwiRm9ybWF0IjowLCJJc1Zpc2libGUiOmZhbHNlLCJMYXN0S25vd25WaXNpYmlsaXR5U3RhdGUiOmZhbHNlfSwiSWQiOiJjMGE4OWFkYi1iNzE3LTQwMjEtYmQ2My1lOGQyNTVmOGVkMTgiLCJJbXBvcnRJZCI6bnVsbCwiVGl0bGUiOiJEZXZlbG9wbWVudCBpQ0Ygc29saWQgb3JhbCIsIk5vdGUiOm51bGwsIkh5cGVybGluayI6eyIkaWQiOiIyMjEzIiwiQWRkcmVzcyI6bnVsbCwiU3ViQWRkcmVzcyI6bnVsbH0sIklzQ2hhbmdlZCI6ZmFsc2UsIklzTmV3IjpmYWxzZX19XSwiX21pbGVzdG9uZXMiOltdLCJJZCI6IjAwMDAwMDAwLTAwMDAtMDAwMC0wMDAwLTAwMDAwMDAwMDAwMCIsIklzU2luZ2xlSXRlbVJvdyI6dHJ1ZX0seyIkaWQiOiIyMjE0IiwiX3Rhc2tzIjpbeyIkaWQiOiIyMjE1IiwiX2F0dGFjaGVkTWlsZXN0b25lcyI6W10sIlRhc2tEZWZpbml0aW9uIjp7IiRpZCI6IjIyMTYiLCJHcm91cE5hbWUiOm51bGwsIlN0YXJ0RGF0ZSI6IjIwMjUtMDQtMjRUMDA6MDA6MDBaIiwiRW5kRGF0ZSI6IjIwMjYtMDQtMjRUMjM6NTk6MDBaIiwiUGVyY2VudGFnZUNvbXBsZXRlIjpudWxsLCJTdHlsZSI6eyIkaWQiOiIyMjE3IiwiU2hhcGUiOjIsIlNoYXBlVGhpY2tuZXNzIjowLCJEdXJhdGlvbkZvcm1hdCI6MCwiSW5jbHVkZU5vbldvcmtpbmdEYXlzSW5EdXJhdGlvbiI6ZmFsc2UsIlBlcmNlbnRhZ2VDb21wbGV0ZVN0eWxlIjp7IiRpZCI6IjIyMTgiLCJGb250U2V0dGluZ3MiOnsiJGlkIjoiMjIxOSIsIkZvbnRTaXplIjoxMCwiRm9udE5hbWUiOiJDYWxpYnJpIiwiSXNCb2xkIjpmYWxzZSwiSXNJdGFsaWMiOmZhbHNlLCJJc1VuZGVybGluZWQiOmZhbHNlLCJQYXJlbnRTdHlsZSI6bnVsbH0sIkF1dG9TaXplIjowLCJGb3JlZ3JvdW5kIjp7IiRyZWYiOiI3NiJ9LCJNYXhXaWR0aCI6MjAwLjAsIk1heEhlaWdodCI6IkluZmluaXR5IiwiU21hcnRGb3JlZ3JvdW5kSXNBY3RpdmUiOmZhbHNlLCJIb3Jpem9udGFsQWxpZ25tZW50IjowLCJWZXJ0aWNhbEFsaWdubWVudCI6MCwiU21hcnRGb3JlZ3JvdW5kIjpudWxsLCJCYWNrZ3JvdW5kRmlsbFR5cGUiOjAsIk1hcmdpbiI6eyIkcmVmIjoiNzgifSwiUGFkZGluZyI6eyIkcmVmIjoiNzkifSwiQmFja2dyb3VuZCI6eyIkcmVmIjoiMjc4In0sIklzVmlzaWJsZSI6dHJ1ZSwiV2lkdGgiOjAuMCwiSGVpZ2h0IjowLjAsIkJvcmRlclN0eWxlIjp7IiRpZCI6IjIyMjAiLCJMaW5lQ29sb3IiOm51bGwsIkxpbmVXZWlnaHQiOjAuMCwiTGluZVR5cGUiOjAsIlBhcmVudFN0eWxlIjpudWxsfSwiUGFyZW50U3R5bGUiOm51bGx9LCJEdXJhdGlvblN0eWxlIjp7IiRpZCI6IjIyMjEiLCJGb250U2V0dGluZ3MiOnsiJGlkIjoiMjIyMiIsIkZvbnRTaXplIjoxMCwiRm9udE5hbWUiOiJDYWxpYnJpIiwiSXNCb2xkIjpmYWxzZSwiSXNJdGFsaWMiOmZhbHNlLCJJc1VuZGVybGluZWQiOmZhbHNlLCJQYXJlbnRTdHlsZSI6bnVsbH0sIkF1dG9TaXplIjowLCJGb3JlZ3JvdW5kIjp7IiRyZWYiOiI4NSJ9LCJNYXhXaWR0aCI6MjAwLjAsIk1heEhlaWdodCI6IkluZmluaXR5IiwiU21hcnRGb3JlZ3JvdW5kSXNBY3RpdmUiOmZhbHNlLCJIb3Jpem9udGFsQWxpZ25tZW50IjowLCJWZXJ0aWNhbEFsaWdubWVudCI6MCwiU21hcnRGb3JlZ3JvdW5kIjpudWxsLCJCYWNrZ3JvdW5kRmlsbFR5cGUiOjAsIk1hcmdpbiI6eyIkcmVmIjoiODcifSwiUGFkZGluZyI6eyIkcmVmIjoiODgifSwiQmFja2dyb3VuZCI6eyIkcmVmIjoiODkifSwiSXNWaXNpYmxlIjp0cnVlLCJXaWR0aCI6MC4wLCJIZWlnaHQiOjAuMCwiQm9yZGVyU3R5bGUiOnsiJGlkIjoiMjIyMyIsIkxpbmVDb2xvciI6bnVsbCwiTGluZVdlaWdodCI6MC4wLCJMaW5lVHlwZSI6MCwiUGFyZW50U3R5bGUiOm51bGx9LCJQYXJlbnRTdHlsZSI6bnVsbH0sIkhvcml6b250YWxDb25uZWN0b3JTdHlsZSI6eyIkaWQiOiIyMjI0IiwiTGluZUNvbG9yIjp7IiRyZWYiOiI5MyJ9LCJMaW5lV2VpZ2h0IjoxLjAsIkxpbmVUeXBlIjowLCJQYXJlbnRTdHlsZSI6bnVsbH0sIlZlcnRpY2FsQ29ubmVjdG9yU3R5bGUiOnsiJGlkIjoiMjIyNSIsIkxpbmVDb2xvciI6eyIkcmVmIjoiOTYifSwiTGluZVdlaWdodCI6MC4wLCJMaW5lVHlwZSI6MCwiUGFyZW50U3R5bGUiOm51bGx9LCJNYXJnaW4iOm51bGwsIlN0YXJ0RGF0ZVBvc2l0aW9uIjo2LCJFbmREYXRlUG9zaXRpb24iOjYsIkRhdGVJc1Zpc2libGUiOmZhbHNlLCJUaXRsZVBvc2l0aW9uIjo0LCJEdXJhdGlvblBvc2l0aW9uIjo2LCJQZXJjZW50YWdlQ29tcGxldGVkUG9zaXRpb24iOjYsIlNwYWNpbmciOjMsIklzQmVsb3dUaW1lYmFuZCI6dHJ1ZSwiUGVyY2VudGFnZUNvbXBsZXRlU2hhcGVPcGFjaXR5IjozNSwiU2hhcGVTdHlsZSI6eyIkaWQiOiIyMjI2IiwiTWFyZ2luIjp7IiRyZWYiOiI5OSJ9LCJQYWRkaW5nIjp7IiRyZWYiOiIxMDAifSwiQmFja2dyb3VuZCI6eyIkaWQiOiIyMjI3IiwiQ29sb3IiOnsiJGlkIjoiMjIyOCIsIkEiOjI1NSwiUiI6MjU1LCJHIjoxOTIsIkIiOjB9fSwiSXNWaXNpYmxlIjp0cnVlLCJXaWR0aCI6MC4wLCJIZWlnaHQiOjEwLjAsIkJvcmRlclN0eWxlIjp7IiRpZCI6IjIyMjkiLCJMaW5lQ29sb3IiOnsiJHJlZiI6IjUzNiJ9LCJMaW5lV2VpZ2h0IjowLjAsIkxpbmVUeXBlIjowLCJQYXJlbnRTdHlsZSI6bnVsbH0sIlBhcmVudFN0eWxlIjpudWxsfSwiVGl0bGVTdHlsZSI6eyIkaWQiOiIyMjMwIiwiRm9udFNldHRpbmdzIjp7IiRpZCI6IjIyMzEiLCJGb250U2l6ZSI6OSwiRm9udE5hbWUiOiJDYWxpYnJpIiwiSXNCb2xkIjp0cnVlLCJJc0l0YWxpYyI6ZmFsc2UsIklzVW5kZXJsaW5lZCI6ZmFsc2UsIlBhcmVudFN0eWxlIjpudWxsfSwiQXV0b1NpemUiOjAsIkZvcmVncm91bmQiOnsiJGlkIjoiMjIzMiIsIkNvbG9yIjp7IiRpZCI6IjIyMzMiLCJBIjoyNTUsIlIiOjAsIkciOjAsIkIiOjB9fSwiTWF4V2lkdGgiOjcyMC4wLCJNYXhIZWlnaHQiOiJJbmZpbml0eSIsIlNtYXJ0Rm9yZWdyb3VuZElzQWN0aXZlIjpmYWxzZSwiSG9yaXpvbnRhbEFsaWdubWVudCI6MCwiVmVydGljYWxBbGlnbm1lbnQiOjAsIlNtYXJ0Rm9yZWdyb3VuZCI6bnVsbCwiQmFja2dyb3VuZEZpbGxUeXBlIjowLCJNYXJnaW4iOnsiJHJlZiI6IjExMCJ9LCJQYWRkaW5nIjp7IiRyZWYiOiIxMTEifSwiQmFja2dyb3VuZCI6eyIkaWQiOiIyMjM0IiwiQ29sb3IiOnsiJGlkIjoiMjIzNSIsIkEiOjAsIlIiOjI1NSwiRyI6MjU1LCJCIjoyNTV9fSwiSXNWaXNpYmxlIjp0cnVlLCJXaWR0aCI6MC4wLCJIZWlnaHQiOjAuMCwiQm9yZGVyU3R5bGUiOnsiJGlkIjoiMjIzNiIsIkxpbmVDb2xvciI6bnVsbCwiTGluZVdlaWdodCI6MC4wLCJMaW5lVHlwZSI6MCwiUGFyZW50U3R5bGUiOm51bGx9LCJQYXJlbnRTdHlsZSI6bnVsbH0sIkRhdGVTdHlsZSI6eyIkaWQiOiIyMjM3IiwiRm9udFNldHRpbmdzIjp7IiRpZCI6IjIyMzgiLCJGb250U2l6ZSI6MTAsIkZvbnROYW1lIjoiQ2FsaWJyaSIsIklzQm9sZCI6ZmFsc2UsIklzSXRhbGljIjpmYWxzZSwiSXNVbmRlcmxpbmVkIjpmYWxzZSwiUGFyZW50U3R5bGUiOm51bGx9LCJBdXRvU2l6ZSI6MCwiRm9yZWdyb3VuZCI6eyIkcmVmIjoiNDQ1In0sIk1heFdpZHRoIjoyMDAuMCwiTWF4SGVpZ2h0IjoiSW5maW5pdHkiLCJTbWFydEZvcmVncm91bmRJc0FjdGl2ZSI6ZmFsc2UsIkhvcml6b250YWxBbGlnbm1lbnQiOjAsIlZlcnRpY2FsQWxpZ25tZW50IjowLCJTbWFydEZvcmVncm91bmQiOm51bGwsIkJhY2tncm91bmRGaWxsVHlwZSI6MCwiTWFyZ2luIjp7IiRyZWYiOiIxMTkifSwiUGFkZGluZyI6eyIkcmVmIjoiMTIwIn0sIkJhY2tncm91bmQiOnsiJHJlZiI6IjQ0NyJ9LCJJc1Zpc2libGUiOnRydWUsIldpZHRoIjowLjAsIkhlaWdodCI6MC4wLCJCb3JkZXJTdHlsZSI6eyIkaWQiOiIyMjM5IiwiTGluZUNvbG9yIjpudWxsLCJMaW5lV2VpZ2h0IjowLjAsIkxpbmVUeXBlIjowLCJQYXJlbnRTdHlsZSI6bnVsbH0sIlBhcmVudFN0eWxlIjpudWxsfSwiRGF0ZUZvcm1hdCI6eyIkcmVmIjoiNTQ4In0sIldlZWtOdW1iZXJpbmciOnsiJGlkIjoiMjI0MCIsIkZvcm1hdCI6MCwiSXNWaXNpYmxlIjpmYWxzZSwiTGFzdEtub3duVmlzaWJpbGl0eVN0YXRlIjpmYWxzZX0sIklzVmlzaWJsZSI6dHJ1ZSwiUGFyZW50U3R5bGUiOm51bGx9LCJJbmRleCI6NzQsIlNtYXJ0RHVyYXRpb25BY3RpdmF0ZWQiOmZhbHNlLCJEYXRlRm9ybWF0Ijp7IiRyZWYiOiI1NDgifSwiV2Vla051bWJlcmluZyI6eyIkaWQiOiIyMjQxIiwiRm9ybWF0IjowLCJJc1Zpc2libGUiOmZhbHNlLCJMYXN0S25vd25WaXNpYmlsaXR5U3RhdGUiOmZhbHNlfSwiSWQiOiJiYzIyMWE2NS0yZGUzLTQyYmMtYjAwOS1kZjg0ZDdhYjk4NTciLCJJbXBvcnRJZCI6bnVsbCwiVGl0bGUiOiJQcm9jZXNzIGRldmVsb3BtZW50ICYgc2NhbGUtdXAiLCJOb3RlIjpudWxsLCJIeXBlcmxpbmsiOnsiJGlkIjoiMjI0MiIsIkFkZHJlc3MiOm51bGwsIlN1YkFkZHJlc3MiOm51bGx9LCJJc0NoYW5nZWQiOmZhbHNlLCJJc05ldyI6ZmFsc2V9fV0sIl9taWxlc3RvbmVzIjpbXSwiSWQiOiIwMDAwMDAwMC0wMDAwLTAwMDAtMDAwMC0wMDAwMDAwMDAwMDAiLCJJc1NpbmdsZUl0ZW1Sb3ciOnRydWV9LHsiJGlkIjoiMjI0MyIsIl90YXNrcyI6W3siJGlkIjoiMjI0NCIsIl9hdHRhY2hlZE1pbGVzdG9uZXMiOltdLCJUYXNrRGVmaW5pdGlvbiI6eyIkaWQiOiIyMjQ1IiwiR3JvdXBOYW1lIjpudWxsLCJTdGFydERhdGUiOiIyMDIzLTA4LTA5VDAwOjAwOjAwWiIsIkVuZERhdGUiOiIyMDI0LTAzLTA3VDIzOjU5OjAwWiIsIlBlcmNlbnRhZ2VDb21wbGV0ZSI6bnVsbCwiU3R5bGUiOnsiJGlkIjoiMjI0NiIsIlNoYXBlIjoyLCJTaGFwZVRoaWNrbmVzcyI6MCwiRHVyYXRpb25Gb3JtYXQiOjAsIkluY2x1ZGVOb25Xb3JraW5nRGF5c0luRHVyYXRpb24iOmZhbHNlLCJQZXJjZW50YWdlQ29tcGxldGVTdHlsZSI6eyIkaWQiOiIyMjQ3IiwiRm9udFNldHRpbmdzIjp7IiRpZCI6IjIyNDgiLCJGb250U2l6ZSI6MTAsIkZvbnROYW1lIjoiQ2FsaWJyaSIsIklzQm9sZCI6ZmFsc2UsIklzSXRhbGljIjpmYWxzZSwiSXNVbmRlcmxpbmVkIjpmYWxzZSwiUGFyZW50U3R5bGUiOm51bGx9LCJBdXRvU2l6ZSI6MCwiRm9yZWdyb3VuZCI6eyIkcmVmIjoiNzYifSwiTWF4V2lkdGgiOjIwMC4wLCJNYXhIZWlnaHQiOiJJbmZpbml0eSIsIlNtYXJ0Rm9yZWdyb3VuZElzQWN0aXZlIjpmYWxzZSwiSG9yaXpvbnRhbEFsaWdubWVudCI6MCwiVmVydGljYWxBbGlnbm1lbnQiOjAsIlNtYXJ0Rm9yZWdyb3VuZCI6bnVsbCwiQmFja2dyb3VuZEZpbGxUeXBlIjowLCJNYXJnaW4iOnsiJHJlZiI6Ijc4In0sIlBhZGRpbmciOnsiJHJlZiI6Ijc5In0sIkJhY2tncm91bmQiOnsiJHJlZiI6IjI3OCJ9LCJJc1Zpc2libGUiOnRydWUsIldpZHRoIjowLjAsIkhlaWdodCI6MC4wLCJCb3JkZXJTdHlsZSI6eyIkaWQiOiIyMjQ5IiwiTGluZUNvbG9yIjpudWxsLCJMaW5lV2VpZ2h0IjowLjAsIkxpbmVUeXBlIjowLCJQYXJlbnRTdHlsZSI6bnVsbH0sIlBhcmVudFN0eWxlIjpudWxsfSwiRHVyYXRpb25TdHlsZSI6eyIkaWQiOiIyMjUwIiwiRm9udFNldHRpbmdzIjp7IiRpZCI6IjIyNTEiLCJGb250U2l6ZSI6MTAsIkZvbnROYW1lIjoiQ2FsaWJyaSIsIklzQm9sZCI6ZmFsc2UsIklzSXRhbGljIjpmYWxzZSwiSXNVbmRlcmxpbmVkIjpmYWxzZSwiUGFyZW50U3R5bGUiOm51bGx9LCJBdXRvU2l6ZSI6MCwiRm9yZWdyb3VuZCI6eyIkcmVmIjoiODUifSwiTWF4V2lkdGgiOjIwMC4wLCJNYXhIZWlnaHQiOiJJbmZpbml0eSIsIlNtYXJ0Rm9yZWdyb3VuZElzQWN0aXZlIjpmYWxzZSwiSG9yaXpvbnRhbEFsaWdubWVudCI6MCwiVmVydGljYWxBbGlnbm1lbnQiOjAsIlNtYXJ0Rm9yZWdyb3VuZCI6bnVsbCwiQmFja2dyb3VuZEZpbGxUeXBlIjowLCJNYXJnaW4iOnsiJHJlZiI6Ijg3In0sIlBhZGRpbmciOnsiJHJlZiI6Ijg4In0sIkJhY2tncm91bmQiOnsiJHJlZiI6Ijg5In0sIklzVmlzaWJsZSI6dHJ1ZSwiV2lkdGgiOjAuMCwiSGVpZ2h0IjowLjAsIkJvcmRlclN0eWxlIjp7IiRpZCI6IjIyNTIiLCJMaW5lQ29sb3IiOm51bGwsIkxpbmVXZWlnaHQiOjAuMCwiTGluZVR5cGUiOjAsIlBhcmVudFN0eWxlIjpudWxsfSwiUGFyZW50U3R5bGUiOm51bGx9LCJIb3Jpem9udGFsQ29ubmVjdG9yU3R5bGUiOnsiJGlkIjoiMjI1MyIsIkxpbmVDb2xvciI6eyIkcmVmIjoiOTMifSwiTGluZVdlaWdodCI6MS4wLCJMaW5lVHlwZSI6MCwiUGFyZW50U3R5bGUiOm51bGx9LCJWZXJ0aWNhbENvbm5lY3RvclN0eWxlIjp7IiRpZCI6IjIyNTQiLCJMaW5lQ29sb3IiOnsiJHJlZiI6Ijk2In0sIkxpbmVXZWlnaHQiOjAuMCwiTGluZVR5cGUiOjAsIlBhcmVudFN0eWxlIjpudWxsfSwiTWFyZ2luIjpudWxsLCJTdGFydERhdGVQb3NpdGlvbiI6NiwiRW5kRGF0ZVBvc2l0aW9uIjo2LCJEYXRlSXNWaXNpYmxlIjpmYWxzZSwiVGl0bGVQb3NpdGlvbiI6NCwiRHVyYXRpb25Qb3NpdGlvbiI6NiwiUGVyY2VudGFnZUNvbXBsZXRlZFBvc2l0aW9uIjo2LCJTcGFjaW5nIjozLCJJc0JlbG93VGltZWJhbmQiOnRydWUsIlBlcmNlbnRhZ2VDb21wbGV0ZVNoYXBlT3BhY2l0eSI6MzUsIlNoYXBlU3R5bGUiOnsiJGlkIjoiMjI1NSIsIk1hcmdpbiI6eyIkcmVmIjoiOTkifSwiUGFkZGluZyI6eyIkcmVmIjoiMTAwIn0sIkJhY2tncm91bmQiOnsiJGlkIjoiMjI1NiIsIkNvbG9yIjp7IiRpZCI6IjIyNTciLCJBIjoyNTUsIlIiOjI1NSwiRyI6MTkyLCJCIjowfX0sIklzVmlzaWJsZSI6dHJ1ZSwiV2lkdGgiOjAuMCwiSGVpZ2h0IjoxMC4wLCJCb3JkZXJTdHlsZSI6eyIkaWQiOiIyMjU4IiwiTGluZUNvbG9yIjp7IiRpZCI6IjIyNTkiLCIkdHlwZSI6Ik5MUkUuQ29tbW9uLkRvbS5Tb2xpZENvbG9yQnJ1c2gsIE5MUkUuQ29tbW9uIiwiQ29sb3IiOnsiJGlkIjoiMjI2MCIsIkEiOjI1NSwiUiI6MjU1LCJHIjowLCJCIjowfX0sIkxpbmVXZWlnaHQiOjAuMCwiTGluZVR5cGUiOjAsIlBhcmVudFN0eWxlIjpudWxsfSwiUGFyZW50U3R5bGUiOm51bGx9LCJUaXRsZVN0eWxlIjp7IiRpZCI6IjIyNjEiLCJGb250U2V0dGluZ3MiOnsiJGlkIjoiMjI2MiIsIkZvbnRTaXplIjo5LCJGb250TmFtZSI6IkNhbGlicmkiLCJJc0JvbGQiOnRydWUsIklzSXRhbGljIjpmYWxzZSwiSXNVbmRlcmxpbmVkIjpmYWxzZSwiUGFyZW50U3R5bGUiOm51bGx9LCJBdXRvU2l6ZSI6MCwiRm9yZWdyb3VuZCI6eyIkaWQiOiIyMjYzIiwiQ29sb3IiOnsiJGlkIjoiMjI2NCIsIkEiOjI1NSwiUiI6MCwiRyI6MCwiQiI6MH19LCJNYXhXaWR0aCI6NzIwLjAsIk1heEhlaWdodCI6IkluZmluaXR5IiwiU21hcnRGb3JlZ3JvdW5kSXNBY3RpdmUiOmZhbHNlLCJIb3Jpem9udGFsQWxpZ25tZW50IjowLCJWZXJ0aWNhbEFsaWdubWVudCI6MCwiU21hcnRGb3JlZ3JvdW5kIjpudWxsLCJCYWNrZ3JvdW5kRmlsbFR5cGUiOjAsIk1hcmdpbiI6eyIkcmVmIjoiMTEwIn0sIlBhZGRpbmciOnsiJHJlZiI6IjExMSJ9LCJCYWNrZ3JvdW5kIjp7IiRpZCI6IjIyNjUiLCJDb2xvciI6eyIkaWQiOiIyMjY2IiwiQSI6MCwiUiI6MjU1LCJHIjoyNTUsIkIiOjI1NX19LCJJc1Zpc2libGUiOnRydWUsIldpZHRoIjowLjAsIkhlaWdodCI6MC4wLCJCb3JkZXJTdHlsZSI6eyIkaWQiOiIyMjY3IiwiTGluZUNvbG9yIjpudWxsLCJMaW5lV2VpZ2h0IjowLjAsIkxpbmVUeXBlIjowLCJQYXJlbnRTdHlsZSI6bnVsbH0sIlBhcmVudFN0eWxlIjpudWxsfSwiRGF0ZVN0eWxlIjp7IiRpZCI6IjIyNjgiLCJGb250U2V0dGluZ3MiOnsiJGlkIjoiMjI2OSIsIkZvbnRTaXplIjoxMCwiRm9udE5hbWUiOiJDYWxpYnJpIiwiSXNCb2xkIjpmYWxzZSwiSXNJdGFsaWMiOmZhbHNlLCJJc1VuZGVybGluZWQiOmZhbHNlLCJQYXJlbnRTdHlsZSI6bnVsbH0sIkF1dG9TaXplIjowLCJGb3JlZ3JvdW5kIjp7IiRpZCI6IjIyNzAiLCJDb2xvciI6eyIkaWQiOiIyMjc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TE5In0sIlBhZGRpbmciOnsiJHJlZiI6IjEyMCJ9LCJCYWNrZ3JvdW5kIjp7IiRpZCI6IjIyNzIiLCJDb2xvciI6eyIkaWQiOiIyMjczIiwiQSI6MCwiUiI6MjU1LCJHIjoyNTUsIkIiOjI1NX19LCJJc1Zpc2libGUiOnRydWUsIldpZHRoIjowLjAsIkhlaWdodCI6MC4wLCJCb3JkZXJTdHlsZSI6eyIkaWQiOiIyMjc0IiwiTGluZUNvbG9yIjpudWxsLCJMaW5lV2VpZ2h0IjowLjAsIkxpbmVUeXBlIjowLCJQYXJlbnRTdHlsZSI6bnVsbH0sIlBhcmVudFN0eWxlIjpudWxsfSwiRGF0ZUZvcm1hdCI6eyIkaWQiOiIyMjc1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yNzYiLCJGb3JtYXQiOjAsIklzVmlzaWJsZSI6ZmFsc2UsIkxhc3RLbm93blZpc2liaWxpdHlTdGF0ZSI6ZmFsc2V9LCJJc1Zpc2libGUiOmZhbHNlLCJQYXJlbnRTdHlsZSI6bnVsbH0sIkluZGV4Ijo3NSwiU21hcnREdXJhdGlvbkFjdGl2YXRlZCI6ZmFsc2UsIkRhdGVGb3JtYXQiOnsiJHJlZiI6IjIyNzUifSwiV2Vla051bWJlcmluZyI6eyIkaWQiOiIyMjc3IiwiRm9ybWF0IjowLCJJc1Zpc2libGUiOmZhbHNlLCJMYXN0S25vd25WaXNpYmlsaXR5U3RhdGUiOmZhbHNlfSwiSWQiOiIzNjc2MjhkNS1hYzAyLTQ3ZDYtOWMwOS1hODNiMTYwNzc1ZjQiLCJJbXBvcnRJZCI6bnVsbCwiVGl0bGUiOiJDVFMgUGggSUkiLCJOb3RlIjpudWxsLCJIeXBlcmxpbmsiOnsiJGlkIjoiMjI3OCIsIkFkZHJlc3MiOiIiLCJTdWJBZGRyZXNzIjoiIn0sIklzQ2hhbmdlZCI6ZmFsc2UsIklzTmV3IjpmYWxzZX19XSwiX21pbGVzdG9uZXMiOltdLCJJZCI6IjAwMDAwMDAwLTAwMDAtMDAwMC0wMDAwLTAwMDAwMDAwMDAwMCIsIklzU2luZ2xlSXRlbVJvdyI6dHJ1ZX1dLCJJbmRleCI6NzIsIklkIjoiOTA2NTM4ODgtOWZhMi00MGNiLTgxZTUtYWQwYWRkYzdiNjc5IiwiSGVhZGVyVGV4dCI6bnVsbCwiSXNEZWZhdWx0Ijp0cnVlLCJTdHlsZSI6eyIkaWQiOiIyMjc5IiwiSGVhZGVyU3R5bGUiOnsiJGlkIjoiMjI4MCIsIlRleHRTdHlsZSI6eyIkaWQiOiIyMjgxIiwiRm9udFNldHRpbmdzIjp7IiRpZCI6IjIyODIiLCJGb250U2l6ZSI6MTEsIkZvbnROYW1lIjoiQ2FsaWJyaSIsIklzQm9sZCI6ZmFsc2UsIklzSXRhbGljIjpmYWxzZSwiSXNVbmRlcmxpbmVkIjpmYWxzZSwiUGFyZW50U3R5bGUiOm51bGx9LCJBdXRvU2l6ZSI6MiwiRm9yZWdyb3VuZCI6eyIkaWQiOiIyMjgzIiwiQ29sb3IiOnsiJGlkIjoiMjI4NCIsIkEiOjI1NSwiUiI6MCwiRyI6MCwiQiI6MH19LCJNYXhXaWR0aCI6MC4wLCJNYXhIZWlnaHQiOiJJbmZpbml0eSIsIlNtYXJ0Rm9yZWdyb3VuZElzQWN0aXZlIjpmYWxzZSwiSG9yaXpvbnRhbEFsaWdubWVudCI6MCwiVmVydGljYWxBbGlnbm1lbnQiOjAsIlNtYXJ0Rm9yZWdyb3VuZCI6bnVsbCwiQmFja2dyb3VuZEZpbGxUeXBlIjowLCJNYXJnaW4iOnsiJGlkIjoiMjI4NSIsIlRvcCI6MC4wLCJMZWZ0IjowLjAsIlJpZ2h0IjowLjAsIkJvdHRvbSI6MC4wfSwiUGFkZGluZyI6eyIkaWQiOiIyMjg2IiwiVG9wIjowLjAsIkxlZnQiOjAuMCwiUmlnaHQiOjAuMCwiQm90dG9tIjowLjB9LCJCYWNrZ3JvdW5kIjpudWxsLCJJc1Zpc2libGUiOnRydWUsIldpZHRoIjowLjAsIkhlaWdodCI6MC4wLCJCb3JkZXJTdHlsZSI6bnVsbCwiUGFyZW50U3R5bGUiOm51bGx9LCJSZWN0YW5nbGVTdHlsZSI6eyIkaWQiOiIyMjg3IiwiTWFyZ2luIjp7IiRpZCI6IjIyODgiLCJUb3AiOjAuMCwiTGVmdCI6MC4wLCJSaWdodCI6MC4wLCJCb3R0b20iOjAuMH0sIlBhZGRpbmciOnsiJGlkIjoiMjI4OSIsIlRvcCI6MC4wLCJMZWZ0IjowLjAsIlJpZ2h0IjowLjAsIkJvdHRvbSI6MC4wfSwiQmFja2dyb3VuZCI6eyIkaWQiOiIyMjkwIiwiQ29sb3IiOnsiJGlkIjoiMjI5MSIsIkEiOjYzLCJSIjowLCJHIjo1MSwiQiI6MTAyfX0sIklzVmlzaWJsZSI6dHJ1ZSwiV2lkdGgiOjAuMCwiSGVpZ2h0IjowLjAsIkJvcmRlclN0eWxlIjp7IiRpZCI6IjIyOTIiLCJMaW5lQ29sb3IiOnsiJGlkIjoiMjI5MyIsIiR0eXBlIjoiTkxSRS5Db21tb24uRG9tLlNvbGlkQ29sb3JCcnVzaCwgTkxSRS5Db21tb24iLCJDb2xvciI6eyIkaWQiOiIyMjk0IiwiQSI6MjU1LCJSIjowLCJHIjozNSwiQiI6NzN9fSwiTGluZVdlaWdodCI6MC4wLCJMaW5lVHlwZSI6MCwiUGFyZW50U3R5bGUiOm51bGx9LCJQYXJlbnRTdHlsZSI6bnVsbH0sIk1hcmdpbiI6eyIkaWQiOiIyMjk1IiwiVG9wIjowLjAsIkxlZnQiOjAuMCwiUmlnaHQiOjAuMCwiQm90dG9tIjowLjB9LCJQYWRkaW5nIjp7IiRpZCI6IjIyOTYiLCJUb3AiOjAuMCwiTGVmdCI6MC4wLCJSaWdodCI6MC4wLCJCb3R0b20iOjAuMH0sIkJhY2tncm91bmQiOm51bGwsIklzVmlzaWJsZSI6dHJ1ZSwiV2lkdGgiOjAuMCwiSGVpZ2h0IjowLjAsIkJvcmRlclN0eWxlIjpudWxsLCJQYXJlbnRTdHlsZSI6bnVsbH0sIkJhY2tncm91bmRTdHlsZSI6eyIkaWQiOiIyMjk3IiwiTWFyZ2luIjp7IiRpZCI6IjIyOTgiLCJUb3AiOjAuMCwiTGVmdCI6MC4wLCJSaWdodCI6MC4wLCJCb3R0b20iOjAuMH0sIlBhZGRpbmciOnsiJGlkIjoiMjI5OSIsIlRvcCI6MC4wLCJMZWZ0IjowLjAsIlJpZ2h0IjowLjAsIkJvdHRvbSI6MC4wfSwiQmFja2dyb3VuZCI6eyIkaWQiOiIyMzAwIiwiQ29sb3IiOnsiJGlkIjoiMjMwMSIsIkEiOjUxLCJSIjoxMjUsIkciOjMzLCJCIjoxMzF9fSwiSXNWaXNpYmxlIjp0cnVlLCJXaWR0aCI6MC4wLCJIZWlnaHQiOjAuMCwiQm9yZGVyU3R5bGUiOnsiJGlkIjoiMjMwMiIsIkxpbmVDb2xvciI6eyIkaWQiOiIyMzAzIiwiJHR5cGUiOiJOTFJFLkNvbW1vbi5Eb20uU29saWRDb2xvckJydXNoLCBOTFJFLkNvbW1vbiIsIkNvbG9yIjp7IiRpZCI6IjIzMDQiLCJBIjoyNTUsIlIiOjAsIkciOjM1LCJCIjo3M319LCJMaW5lV2VpZ2h0IjowLjAsIkxpbmVUeXBlIjowLCJQYXJlbnRTdHlsZSI6bnVsbH0sIlBhcmVudFN0eWxlIjpudWxsfSwiTWFyZ2luIjp7IiRpZCI6IjIzMDUiLCJUb3AiOjAuMCwiTGVmdCI6MC4wLCJSaWdodCI6MC4wLCJCb3R0b20iOjAuMH0sIlBhZGRpbmciOnsiJGlkIjoiMjMwNiIsIlRvcCI6MC4wLCJMZWZ0IjowLjAsIlJpZ2h0IjowLjAsIkJvdHRvbSI6MC4wfSwiSXNWaXNpYmxlIjpmYWxzZSwiV2lkdGgiOjAuMCwiSGVpZ2h0IjowLjAsIkJvcmRlclN0eWxlIjpudWxsLCJQYXJlbnRTdHlsZSI6bnVsbH19XSwiSWQiOiI0ZjU3YjdhMi0yOTc0LTRhYTUtOTAyNS0yMmFiNDEzMjgwY2UiLCJJbmRleCI6NzIsIkhlYWRlclRleHQiOiJDTUMiLCJTdHlsZSI6eyIkaWQiOiIyMzA3IiwiSGVhZGVyU3R5bGUiOnsiJGlkIjoiMjMwOCIsIlRleHRJc1ZlcnRpY2FsIjpmYWxzZSwiVGV4dFN0eWxlIjp7IiRpZCI6IjIzMDkiLCJGb250U2V0dGluZ3MiOnsiJGlkIjoiMjMxMCIsIkZvbnRTaXplIjoxMiwiRm9udE5hbWUiOiJDYWxpYnJpIiwiSXNCb2xkIjpmYWxzZSwiSXNJdGFsaWMiOmZhbHNlLCJJc1VuZGVybGluZWQiOmZhbHNlLCJQYXJlbnRTdHlsZSI6bnVsbH0sIkF1dG9TaXplIjoyLCJGb3JlZ3JvdW5kIjp7IiRyZWYiOiIxOTY1In0sIk1heFdpZHRoIjoxMjcuNDkzMzMzMzMzMzMzMzQsIk1heEhlaWdodCI6MC4wLCJTbWFydEZvcmVncm91bmRJc0FjdGl2ZSI6ZmFsc2UsIkhvcml6b250YWxBbGlnbm1lbnQiOjAsIlZlcnRpY2FsQWxpZ25tZW50IjowLCJTbWFydEZvcmVncm91bmQiOm51bGwsIkJhY2tncm91bmRGaWxsVHlwZSI6MCwiTWFyZ2luIjp7IiRyZWYiOiIxOTY3In0sIlBhZGRpbmciOnsiJHJlZiI6IjE5NjgifSwiQmFja2dyb3VuZCI6bnVsbCwiSXNWaXNpYmxlIjp0cnVlLCJXaWR0aCI6MC4wLCJIZWlnaHQiOjAuMCwiQm9yZGVyU3R5bGUiOm51bGwsIlBhcmVudFN0eWxlIjpudWxsfSwiUmVjdGFuZ2xlU3R5bGUiOnsiJGlkIjoiMjMxMSIsIk1hcmdpbiI6eyIkaWQiOiIyMzEyIiwiVG9wIjowLjAsIkxlZnQiOjAuMCwiUmlnaHQiOjAuMCwiQm90dG9tIjowLjB9LCJQYWRkaW5nIjp7IiRpZCI6IjIzMTMiLCJUb3AiOjAuMCwiTGVmdCI6MC4wLCJSaWdodCI6MC4wLCJCb3R0b20iOjAuMH0sIkJhY2tncm91bmQiOnsiJGlkIjoiMjMxNCIsIkNvbG9yIjp7IiRpZCI6IjIzMTUiLCJBIjoyNTUsIlIiOjI2LCJHIjoxNzAsIkIiOjY2fX0sIklzVmlzaWJsZSI6dHJ1ZSwiV2lkdGgiOjAuMCwiSGVpZ2h0IjowLjAsIkJvcmRlclN0eWxlIjp7IiRpZCI6IjIzMTYiLCJMaW5lQ29sb3IiOnsiJGlkIjoiMjMxNyIsIiR0eXBlIjoiTkxSRS5Db21tb24uRG9tLlNvbGlkQ29sb3JCcnVzaCwgTkxSRS5Db21tb24iLCJDb2xvciI6eyIkaWQiOiIyMzE4IiwiQSI6MjU1LCJSIjowLCJHIjozNSwiQiI6NzN9fSwiTGluZVdlaWdodCI6MC4wLCJMaW5lVHlwZSI6MCwiUGFyZW50U3R5bGUiOm51bGx9LCJQYXJlbnRTdHlsZSI6bnVsbH0sIk1hcmdpbiI6eyIkaWQiOiIyMzE5IiwiVG9wIjowLjAsIkxlZnQiOjAuMCwiUmlnaHQiOjAuMCwiQm90dG9tIjowLjB9LCJQYWRkaW5nIjp7IiRpZCI6IjIzMjAiLCJUb3AiOjAuMCwiTGVmdCI6MC4wLCJSaWdodCI6MC4wLCJCb3R0b20iOjAuMH0sIkJhY2tncm91bmQiOm51bGwsIklzVmlzaWJsZSI6dHJ1ZSwiV2lkdGgiOjAuMCwiSGVpZ2h0IjowLjAsIkJvcmRlclN0eWxlIjpudWxsLCJQYXJlbnRTdHlsZSI6bnVsbH0sIkJhY2tncm91bmRTdHlsZSI6eyIkaWQiOiIyMzIxIiwiTWFyZ2luIjp7IiRpZCI6IjIzMjIiLCJUb3AiOjAuMCwiTGVmdCI6MC4wLCJSaWdodCI6MC4wLCJCb3R0b20iOjAuMH0sIlBhZGRpbmciOnsiJGlkIjoiMjMyMyIsIlRvcCI6MC4wLCJMZWZ0IjowLjAsIlJpZ2h0IjowLjAsIkJvdHRvbSI6MC4wfSwiQmFja2dyb3VuZCI6eyIkaWQiOiIyMzI0IiwiQ29sb3IiOnsiJGlkIjoiMjMyNSIsIkEiOjUxLCJSIjoyNTUsIkciOjI1NSwiQiI6MjU1fX0sIklzVmlzaWJsZSI6dHJ1ZSwiV2lkdGgiOjAuMCwiSGVpZ2h0IjowLjAsIkJvcmRlclN0eWxlIjp7IiRpZCI6IjIzMjYiLCJMaW5lQ29sb3IiOnsiJGlkIjoiMjMyNyIsIiR0eXBlIjoiTkxSRS5Db21tb24uRG9tLlNvbGlkQ29sb3JCcnVzaCwgTkxSRS5Db21tb24iLCJDb2xvciI6eyIkaWQiOiIyMzI4IiwiQSI6MjU1LCJSIjowLCJHIjozNSwiQiI6NzN9fSwiTGluZVdlaWdodCI6MC4wLCJMaW5lVHlwZSI6MCwiUGFyZW50U3R5bGUiOm51bGx9LCJQYXJlbnRTdHlsZSI6bnVsbH0sIklzQWJvdmVUaW1lYmFuZCI6ZmFsc2UsIlNwYWNpbmciOjUsIk1hcmdpbiI6eyIkaWQiOiIyMzI5IiwiVG9wIjowLjAsIkxlZnQiOjAuMCwiUmlnaHQiOjAuMCwiQm90dG9tIjowLjB9LCJQYWRkaW5nIjp7IiRpZCI6IjIzMzAiLCJUb3AiOjAuMCwiTGVmdCI6MC4wLCJSaWdodCI6MC4wLCJCb3R0b20iOjAuMH0sIklzVmlzaWJsZSI6dHJ1ZSwiV2lkdGgiOjAuMCwiSGVpZ2h0IjowLjAsIkJvcmRlclN0eWxlIjp7IiRpZCI6IjIzMzEiLCJMaW5lQ29sb3IiOm51bGwsIkxpbmVXZWlnaHQiOjAuMCwiTGluZVR5cGUiOjAsIlBhcmVudFN0eWxlIjpudWxsfSwiUGFyZW50U3R5bGUiOm51bGx9fV0sIkN1bHR1cmVJbmZvTmFtZSI6ImVuLVVTIiwiU3R5bGVOYW1lIjpudWxsLCJWZXJzaW9uIjp7IiRpZCI6IjIzMzIiLCJWZXJzaW9uIjoiMy45LjAiLCJPcmlnaW5hbEFzc2VtYmx5VmVyc2lvbiI6bnVsbCwiRWRpdGlvbiI6bnVsbCwiTGFzdFNhdmVkRWRpdGlvbiI6MywiSXNQbHVzRWRpdGlvbiI6ZmFsc2UsIklzUHJvRWRpdGlvbiI6ZmFsc2V9LCJFZmZlY3QiOjEsIlN0eWxlIjp7IiRpZCI6IjIzMzMiLCJEZWZhdWx0RGVwZW5kZW5jeVN0eWxlIjp7IiRpZCI6IjIzMzQiLCJMaW5lU3R5bGUiOnsiJGlkIjoiMjMzNSIsIkxpbmVDb2xvciI6eyIkaWQiOiIyMzM2IiwiJHR5cGUiOiJOTFJFLkNvbW1vbi5Eb20uU29saWRDb2xvckJydXNoLCBOTFJFLkNvbW1vbiIsIkNvbG9yIjp7IiRpZCI6IjIzMzciLCJBIjoyNTUsIlIiOjAsIkciOjAsIkIiOjB9fSwiTGluZVdlaWdodCI6MS4wLCJMaW5lVHlwZSI6MCwiUGFyZW50U3R5bGUiOm51bGx9LCJFbmRBcnJvd2hlYWRMaW5lU3R5bGUiOnsiJGlkIjoiMjMzOCIsIktpbmQiOjEsIldpZHRoIjoxLCJMZW5ndGgiOjAsIlBhcmVudFN0eWxlIjpudWxsfSwiQnJpbmdUb0Zyb250Ijp0cnVlLCJFbGJvd1JhZGl1cyI6MC4wLCJNYXJnaW4iOnsiJGlkIjoiMjMzOSIsIlRvcCI6MC4wLCJMZWZ0IjowLjAsIlJpZ2h0IjowLjAsIkJvdHRvbSI6MC4wfSwiUGFkZGluZyI6eyIkaWQiOiIyMzQwIiwiVG9wIjowLjAsIkxlZnQiOjAuMCwiUmlnaHQiOjAuMCwiQm90dG9tIjowLjB9LCJCYWNrZ3JvdW5kIjpudWxsLCJJc1Zpc2libGUiOnRydWUsIldpZHRoIjowLjAsIkhlaWdodCI6MC4wLCJCb3JkZXJTdHlsZSI6bnVsbCwiUGFyZW50U3R5bGUiOm51bGx9LCJDcml0aWNhbFBhdGhTdHlsZSI6eyIkaWQiOiIyMzQxIiwiQ3JpdGljYWxQYXRoU3R5bGVPcHRpb25zIjoxNSwiTGluZVN0eWxlIjp7IiRpZCI6IjIzNDIiLCJMaW5lQ29sb3IiOnsiJGlkIjoiMjM0MyIsIiR0eXBlIjoiTkxSRS5Db21tb24uRG9tLlNvbGlkQ29sb3JCcnVzaCwgTkxSRS5Db21tb24iLCJDb2xvciI6eyIkaWQiOiIyMzQ0IiwiQSI6MjU1LCJSIjoyMjIsIkciOjUwLCJCIjo1MH19LCJMaW5lV2VpZ2h0IjoxLjAsIkxpbmVUeXBlIjowLCJQYXJlbnRTdHlsZSI6bnVsbH0sIlRpdGxlRm9yZWdyb3VuZCI6eyIkaWQiOiIyMzQ1IiwiQ29sb3IiOnsiJGlkIjoiMjM0NiIsIkEiOjI1NSwiUiI6MTc2LCJHIjoxOSwiQiI6MjV9fSwiU2hhcGVzQmFja2dyb3VuZCI6eyIkaWQiOiIyMzQ3IiwiQ29sb3IiOnsiJGlkIjoiMjM0OCIsIkEiOjI1NSwiUiI6MjUzLCJHIjoyMDMsIkIiOjIwOH19LCJTaGFwZXNCb3JkZXJTdHlsZSI6eyIkaWQiOiIyMzQ5IiwiTGluZUNvbG9yIjp7IiRpZCI6IjIzNTAiLCIkdHlwZSI6Ik5MUkUuQ29tbW9uLkRvbS5Tb2xpZENvbG9yQnJ1c2gsIE5MUkUuQ29tbW9uIiwiQ29sb3IiOnsiJGlkIjoiMjM1MSIsIkEiOjI1NSwiUiI6MjIyLCJHIjo1MCwiQiI6NTB9fSwiTGluZVdlaWdodCI6MS41LCJMaW5lVHlwZSI6MCwiUGFyZW50U3R5bGUiOm51bGx9LCJNYXJnaW4iOnsiJGlkIjoiMjM1MiIsIlRvcCI6MC4wLCJMZWZ0IjowLjAsIlJpZ2h0IjowLjAsIkJvdHRvbSI6MC4wfSwiUGFkZGluZyI6eyIkaWQiOiIyMzUzIiwiVG9wIjowLjAsIkxlZnQiOjAuMCwiUmlnaHQiOjAuMCwiQm90dG9tIjowLjB9LCJCYWNrZ3JvdW5kIjpudWxsLCJJc1Zpc2libGUiOmZhbHNlLCJXaWR0aCI6MC4wLCJIZWlnaHQiOjAuMCwiQm9yZGVyU3R5bGUiOm51bGwsIlBhcmVudFN0eWxlIjpudWxsfSwiUGFuZWxzU3BhY2luZ0RlZmluaXRpb24iOnsiJGlkIjoiMjM1NCIsIlNwYWNpbmdBYm92ZVRpbWViYW5kIjoxNiwiU3BhY2luZ0JlbG93VGltZWJhbmQiOjE2LCJTcGFjaW5nQWJvdmVCZXR3ZWVuU3dpbWxhbmVzQW5kVGFza3MiOjE2LCJTcGFjaW5nQmVsb3dCZXR3ZWVuU3dpbWxhbmVzQW5kVGFza3MiOjE2fSwiVGltZWJhbmRTdHlsZSI6eyIkaWQiOiIyMzU1IiwiU2NhbGVNYXJraW5nIjoxLCJTaGFwZSI6MCwiU2hhcGVTdHlsZSI6eyIkaWQiOiIyMzU2IiwiTWFyZ2luIjp7IiRpZCI6IjIzNTciLCJUb3AiOjAuMCwiTGVmdCI6MTAuMCwiUmlnaHQiOjEwLjAsIkJvdHRvbSI6MC4wfSwiUGFkZGluZyI6eyIkaWQiOiIyMzU4IiwiVG9wIjozLjAsIkxlZnQiOjAuMCwiUmlnaHQiOjAuMCwiQm90dG9tIjozLjB9LCJCYWNrZ3JvdW5kIjp7IiRpZCI6IjIzNTkiLCJDb2xvciI6eyIkaWQiOiIyMzYwIiwiQSI6MjU1LCJSIjo2OCwiRyI6ODQsIkIiOjEwNn19LCJJc1Zpc2libGUiOnRydWUsIldpZHRoIjo4NTguMCwiSGVpZ2h0IjoyMC4wLCJCb3JkZXJTdHlsZSI6eyIkaWQiOiIyMzYxIiwiTGluZUNvbG9yIjp7IiRpZCI6IjIzNjIiLCIkdHlwZSI6Ik5MUkUuQ29tbW9uLkRvbS5Tb2xpZENvbG9yQnJ1c2gsIE5MUkUuQ29tbW9uIiwiQ29sb3IiOnsiJGlkIjoiMjM2MyIsIkEiOjI1NSwiUiI6MjU1LCJHIjowLCJCIjowfX0sIkxpbmVXZWlnaHQiOjAuMCwiTGluZVR5cGUiOjAsIlBhcmVudFN0eWxlIjpudWxsfSwiUGFyZW50U3R5bGUiOm51bGx9LCJNaWRkbGVUaWVyU2hhcGVTdHlsZSI6eyIkaWQiOiIyMzY0IiwiTWFyZ2luIjp7IiRpZCI6IjIzNjUiLCJUb3AiOjAuMCwiTGVmdCI6MTAuMCwiUmlnaHQiOjEwLjAsIkJvdHRvbSI6MC4wfSwiUGFkZGluZyI6eyIkaWQiOiIyMzY2IiwiVG9wIjozLjAsIkxlZnQiOjAuMCwiUmlnaHQiOjAuMCwiQm90dG9tIjozLjB9LCJCYWNrZ3JvdW5kIjp7IiRpZCI6IjIzNjciLCJDb2xvciI6eyIkaWQiOiIyMzY4IiwiQSI6MjU1LCJSIjo2OCwiRyI6ODQsIkIiOjEwNn19LCJJc1Zpc2libGUiOnRydWUsIldpZHRoIjo4NTguMCwiSGVpZ2h0IjoyMC4wLCJCb3JkZXJTdHlsZSI6eyIkaWQiOiIyMzY5IiwiTGluZUNvbG9yIjp7IiRpZCI6IjIzNzAiLCIkdHlwZSI6Ik5MUkUuQ29tbW9uLkRvbS5Tb2xpZENvbG9yQnJ1c2gsIE5MUkUuQ29tbW9uIiwiQ29sb3IiOnsiJGlkIjoiMjM3MSIsIkEiOjI1NSwiUiI6MjU1LCJHIjowLCJCIjowfX0sIkxpbmVXZWlnaHQiOjAuMCwiTGluZVR5cGUiOjAsIlBhcmVudFN0eWxlIjpudWxsfSwiUGFyZW50U3R5bGUiOm51bGx9LCJCb3R0b21UaWVyU2hhcGVTdHlsZSI6eyIkaWQiOiIyMzcyIiwiTWFyZ2luIjp7IiRpZCI6IjIzNzMiLCJUb3AiOjAuMCwiTGVmdCI6MTAuMCwiUmlnaHQiOjEwLjAsIkJvdHRvbSI6MC4wfSwiUGFkZGluZyI6eyIkaWQiOiIyMzc0IiwiVG9wIjozLjAsIkxlZnQiOjAuMCwiUmlnaHQiOjAuMCwiQm90dG9tIjozLjB9LCJCYWNrZ3JvdW5kIjp7IiRpZCI6IjIzNzUiLCJDb2xvciI6eyIkaWQiOiIyMzc2IiwiQSI6MjU1LCJSIjo2OCwiRyI6ODQsIkIiOjEwNn19LCJJc1Zpc2libGUiOnRydWUsIldpZHRoIjo4NTguMCwiSGVpZ2h0IjoyMC4wLCJCb3JkZXJTdHlsZSI6eyIkaWQiOiIyMzc3IiwiTGluZUNvbG9yIjp7IiRpZCI6IjIzNzgiLCIkdHlwZSI6Ik5MUkUuQ29tbW9uLkRvbS5Tb2xpZENvbG9yQnJ1c2gsIE5MUkUuQ29tbW9uIiwiQ29sb3IiOnsiJGlkIjoiMjM3OSIsIkEiOjI1NSwiUiI6MjU1LCJHIjowLCJCIjowfX0sIkxpbmVXZWlnaHQiOjAuMCwiTGluZVR5cGUiOjAsIlBhcmVudFN0eWxlIjpudWxsfSwiUGFyZW50U3R5bGUiOm51bGx9LCJSaWdodEVuZENhcHNTdHlsZSI6eyIkaWQiOiIyMzgwIiwiRm9udFNldHRpbmdzIjp7IiRpZCI6IjIzODEiLCJGb250U2l6ZSI6MTgsIkZvbnROYW1lIjoiQ2FsaWJyaSIsIklzQm9sZCI6dHJ1ZSwiSXNJdGFsaWMiOmZhbHNlLCJJc1VuZGVybGluZWQiOmZhbHNlLCJQYXJlbnRTdHlsZSI6bnVsbH0sIkF1dG9TaXplIjowLCJGb3JlZ3JvdW5kIjp7IiRpZCI6IjIzODIiLCJDb2xvciI6eyIkaWQiOiIyMzgzIiwiQSI6MjU1LCJSIjoyMzcsIkciOjEyNSwiQiI6NDl9fSwiTWF4V2lkdGgiOiJJbmZpbml0eSIsIk1heEhlaWdodCI6IkluZmluaXR5IiwiU21hcnRGb3JlZ3JvdW5kSXNBY3RpdmUiOmZhbHNlLCJIb3Jpem9udGFsQWxpZ25tZW50IjowLCJWZXJ0aWNhbEFsaWdubWVudCI6MCwiU21hcnRGb3JlZ3JvdW5kIjpudWxsLCJCYWNrZ3JvdW5kRmlsbFR5cGUiOjAsIk1hcmdpbiI6eyIkaWQiOiIyMzg0IiwiVG9wIjowLjAsIkxlZnQiOjAuMCwiUmlnaHQiOjIwLjAsIkJvdHRvbSI6MC4wfSwiUGFkZGluZyI6eyIkaWQiOiIyMzg1IiwiVG9wIjowLjAsIkxlZnQiOjAuMCwiUmlnaHQiOjAuMCwiQm90dG9tIjowLjB9LCJCYWNrZ3JvdW5kIjp7IiRpZCI6IjIzODYiLCJDb2xvciI6eyIkcmVmIjoiOTAifX0sIklzVmlzaWJsZSI6ZmFsc2UsIldpZHRoIjowLjAsIkhlaWdodCI6MC4wLCJCb3JkZXJTdHlsZSI6bnVsbCwiUGFyZW50U3R5bGUiOm51bGx9LCJMZWZ0RW5kQ2Fwc1N0eWxlIjp7IiRpZCI6IjIzODciLCJGb250U2V0dGluZ3MiOnsiJGlkIjoiMjM4OCIsIkZvbnRTaXplIjoxOCwiRm9udE5hbWUiOiJDYWxpYnJpIiwiSXNCb2xkIjp0cnVlLCJJc0l0YWxpYyI6ZmFsc2UsIklzVW5kZXJsaW5lZCI6ZmFsc2UsIlBhcmVudFN0eWxlIjpudWxsfSwiQXV0b1NpemUiOjAsIkZvcmVncm91bmQiOnsiJGlkIjoiMjM4OSIsIkNvbG9yIjp7IiRpZCI6IjIzOTA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IzOTEiLCJUb3AiOjAuMCwiTGVmdCI6OTYuMCwiUmlnaHQiOjAuMCwiQm90dG9tIjowLjB9LCJQYWRkaW5nIjp7IiRpZCI6IjIzOTIiLCJUb3AiOjAuMCwiTGVmdCI6MC4wLCJSaWdodCI6MC4wLCJCb3R0b20iOjAuMH0sIkJhY2tncm91bmQiOnsiJGlkIjoiMjM5MyIsIkNvbG9yIjp7IiRyZWYiOiI5MCJ9fSwiSXNWaXNpYmxlIjpmYWxzZSwiV2lkdGgiOjAuMCwiSGVpZ2h0IjowLjAsIkJvcmRlclN0eWxlIjpudWxsLCJQYXJlbnRTdHlsZSI6bnVsbH0sIlRvZGF5VGV4dFN0eWxlIjp7IiRpZCI6IjIzOTQiLCJGb250U2V0dGluZ3MiOnsiJGlkIjoiMjM5NSIsIkZvbnRTaXplIjoxMiwiRm9udE5hbWUiOiJDYWxpYnJpIiwiSXNCb2xkIjpmYWxzZSwiSXNJdGFsaWMiOmZhbHNlLCJJc1VuZGVybGluZWQiOmZhbHNlLCJQYXJlbnRTdHlsZSI6bnVsbH0sIkF1dG9TaXplIjowLCJGb3JlZ3JvdW5kIjp7IiRpZCI6IjIzOTYiLCJDb2xvciI6eyIkaWQiOiIyMzk3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IzOTgiLCJUb3AiOjAuMCwiTGVmdCI6MC4wLCJSaWdodCI6MC4wLCJCb3R0b20iOjAuMH0sIlBhZGRpbmciOnsiJGlkIjoiMjM5OSIsIlRvcCI6MC4wLCJMZWZ0IjowLjAsIlJpZ2h0IjowLjAsIkJvdHRvbSI6MC4wfSwiQmFja2dyb3VuZCI6eyIkaWQiOiIyNDAwIiwiQ29sb3IiOnsiJHJlZiI6IjkwIn19LCJJc1Zpc2libGUiOnRydWUsIldpZHRoIjowLjAsIkhlaWdodCI6MC4wLCJCb3JkZXJTdHlsZSI6bnVsbCwiUGFyZW50U3R5bGUiOm51bGx9LCJUb2RheU1hcmtlclN0eWxlIjp7IiRpZCI6IjI0MDEiLCJNYXJnaW4iOnsiJGlkIjoiMjQwMiIsIlRvcCI6MC4wLCJMZWZ0IjowLjAsIlJpZ2h0IjowLjAsIkJvdHRvbSI6MC4wfSwiUGFkZGluZyI6eyIkaWQiOiIyNDAzIiwiVG9wIjowLjAsIkxlZnQiOjAuMCwiUmlnaHQiOjAuMCwiQm90dG9tIjowLjB9LCJCYWNrZ3JvdW5kIjp7IiRpZCI6IjI0MDQiLCJDb2xvciI6eyIkaWQiOiIyNDA1IiwiQSI6MjU1LCJSIjoyNTUsIkciOjAsIkIiOjB9fSwiSXNWaXNpYmxlIjp0cnVlLCJXaWR0aCI6MC4wLCJIZWlnaHQiOjAuMCwiQm9yZGVyU3R5bGUiOm51bGwsIlBhcmVudFN0eWxlIjpudWxsfSwiU2NhbGVTdHlsZSI6eyIkaWQiOiIyNDA2IiwiU2hhcGUiOjMsIlNob3dTZWdtZW50U2VwYXJhdG9ycyI6ZmFsc2UsIlNlZ21lbnRTZXBhcmF0b3JPcGFjaXR5IjozMCwiSGFzQmVlblZpc2libGVCZWZvcmUiOnRydWUsIkZvbnRTZXR0aW5ncyI6eyIkaWQiOiIyNDA3IiwiRm9udFNpemUiOjEyLCJGb250TmFtZSI6IkNhbGlicmkiLCJJc0JvbGQiOmZhbHNlLCJJc0l0YWxpYyI6ZmFsc2UsIklzVW5kZXJsaW5lZCI6ZmFsc2UsIlBhcmVudFN0eWxlIjpudWxsfSwiQXV0b1NpemUiOjAsIkZvcmVncm91bmQiOnsiJGlkIjoiMjQwOCIsIkNvbG9yIjp7IiRpZCI6IjI0MDkiLCJBIjoyNTUsIlIiOjI1NSwiRyI6MjU1LCJCIjoyNTV9fSwiTWF4V2lkdGgiOjIwMC4wLCJNYXhIZWlnaHQiOiJJbmZpbml0eSIsIlNtYXJ0Rm9yZWdyb3VuZElzQWN0aXZlIjpmYWxzZSwiSG9yaXpvbnRhbEFsaWdubWVudCI6MCwiVmVydGljYWxBbGlnbm1lbnQiOjEsIlNtYXJ0Rm9yZWdyb3VuZCI6bnVsbCwiQmFja2dyb3VuZEZpbGxUeXBlIjowLCJNYXJnaW4iOnsiJGlkIjoiMjQxMCIsIlRvcCI6MC4wLCJMZWZ0Ijo1LjAsIlJpZ2h0IjowLjAsIkJvdHRvbSI6MC4wfSwiUGFkZGluZyI6eyIkaWQiOiIyNDExIiwiVG9wIjowLjAsIkxlZnQiOjAuMCwiUmlnaHQiOjAuMCwiQm90dG9tIjowLjB9LCJCYWNrZ3JvdW5kIjp7IiRpZCI6IjI0MTIiLCJDb2xvciI6eyIkcmVmIjoiOTAifX0sIklzVmlzaWJsZSI6dHJ1ZSwiV2lkdGgiOjAuMCwiSGVpZ2h0IjowLjAsIkJvcmRlclN0eWxlIjpudWxsLCJQYXJlbnRTdHlsZSI6bnVsbH0sIlNpbmdsZVNjYWxlU2hhcGVTdHlsZSI6eyIkaWQiOiIyNDEzIiwiU2hhcGUiOjMsIkhlaWdodCI6MjAuMH0sIk1pZGRsZVRpZXJTY2FsZVN0eWxlIjp7IiRpZCI6IjI0MTQiLCJTaGFwZSI6MywiU2hvd1NlZ21lbnRTZXBhcmF0b3JzIjpmYWxzZSwiU2VnbWVudFNlcGFyYXRvck9wYWNpdHkiOjMwLCJIYXNCZWVuVmlzaWJsZUJlZm9yZSI6dHJ1ZSwiRm9udFNldHRpbmdzIjp7IiRpZCI6IjI0MTUiLCJGb250U2l6ZSI6MTIsIkZvbnROYW1lIjoiQ2FsaWJyaSIsIklzQm9sZCI6ZmFsc2UsIklzSXRhbGljIjpmYWxzZSwiSXNVbmRlcmxpbmVkIjpmYWxzZSwiUGFyZW50U3R5bGUiOm51bGx9LCJBdXRvU2l6ZSI6MCwiRm9yZWdyb3VuZCI6eyIkcmVmIjoiMjQwOCJ9LCJNYXhXaWR0aCI6MjAwLjAsIk1heEhlaWdodCI6IkluZmluaXR5IiwiU21hcnRGb3JlZ3JvdW5kSXNBY3RpdmUiOmZhbHNlLCJIb3Jpem9udGFsQWxpZ25tZW50IjowLCJWZXJ0aWNhbEFsaWdubWVudCI6MSwiU21hcnRGb3JlZ3JvdW5kIjpudWxsLCJCYWNrZ3JvdW5kRmlsbFR5cGUiOjAsIk1hcmdpbiI6eyIkaWQiOiIyNDE2IiwiVG9wIjowLjAsIkxlZnQiOjUuMCwiUmlnaHQiOjAuMCwiQm90dG9tIjowLjB9LCJQYWRkaW5nIjp7IiRpZCI6IjI0MTciLCJUb3AiOjAuMCwiTGVmdCI6MC4wLCJSaWdodCI6MC4wLCJCb3R0b20iOjAuMH0sIkJhY2tncm91bmQiOnsiJGlkIjoiMjQxOCIsIkNvbG9yIjp7IiRpZCI6IjI0MTkiLCJBIjowLCJSIjowLCJHIjowLCJCIjowfX0sIklzVmlzaWJsZSI6ZmFsc2UsIldpZHRoIjowLjAsIkhlaWdodCI6MC4wLCJCb3JkZXJTdHlsZSI6bnVsbCwiUGFyZW50U3R5bGUiOm51bGx9LCJCb3R0b21UaWVyU2NhbGVTdHlsZSI6eyIkaWQiOiIyNDIwIiwiU2hhcGUiOjMsIlNob3dTZWdtZW50U2VwYXJhdG9ycyI6ZmFsc2UsIlNlZ21lbnRTZXBhcmF0b3JPcGFjaXR5IjozMCwiSGFzQmVlblZpc2libGVCZWZvcmUiOmZhbHNlLCJGb250U2V0dGluZ3MiOnsiJGlkIjoiMjQyMSIsIkZvbnRTaXplIjoxMiwiRm9udE5hbWUiOiJDYWxpYnJpIiwiSXNCb2xkIjpmYWxzZSwiSXNJdGFsaWMiOmZhbHNlLCJJc1VuZGVybGluZWQiOmZhbHNlLCJQYXJlbnRTdHlsZSI6bnVsbH0sIkF1dG9TaXplIjowLCJGb3JlZ3JvdW5kIjp7IiRpZCI6IjI0MjIiLCJDb2xvciI6eyIkaWQiOiIyNDIz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I0MjQiLCJUb3AiOjAuMCwiTGVmdCI6NS4wLCJSaWdodCI6MC4wLCJCb3R0b20iOjAuMH0sIlBhZGRpbmciOnsiJGlkIjoiMjQyNSIsIlRvcCI6MC4wLCJMZWZ0IjowLjAsIlJpZ2h0IjowLjAsIkJvdHRvbSI6MC4wfSwiQmFja2dyb3VuZCI6eyIkaWQiOiIyNDI2IiwiQ29sb3IiOnsiJGlkIjoiMjQyNyIsIkEiOjAsIlIiOjAsIkciOjAsIkIiOjB9fSwiSXNWaXNpYmxlIjpmYWxzZSwiV2lkdGgiOjAuMCwiSGVpZ2h0IjowLjAsIkJvcmRlclN0eWxlIjpudWxsLCJQYXJlbnRTdHlsZSI6bnVsbH0sIkVsYXBzZWRUaW1lQmFja2dyb3VuZCI6eyIkaWQiOiIyNDI4IiwiQ29sb3IiOnsiJGlkIjoiMjQyOSIsIkEiOjE5MSwiUiI6MjU1LCJHIjowLCJCIjowfX0sIkFwcGVuZFllYXJPblllYXJDaGFuZ2UiOmZhbHNlLCJFbGFwc2VkVGltZUZvcm1hdCI6MCwiVG9kYXlNYXJrZXJQb3NpdGlvbiI6MCwiUXVpY2tQb3NpdGlvbiI6MywiQWJzb2x1dGVQb3NpdGlvbiI6ODEuMCwiTWFyZ2luIjp7IiRpZCI6IjI0MzAiLCJUb3AiOjAuMCwiTGVmdCI6MTAuMCwiUmlnaHQiOjEwLjAsIkJvdHRvbSI6MC4wfSwiUGFkZGluZyI6eyIkaWQiOiIyNDMxIiwiVG9wIjowLjAsIkxlZnQiOjAuMCwiUmlnaHQiOjAuMCwiQm90dG9tIjowLjB9LCJCYWNrZ3JvdW5kIjp7IiRpZCI6IjI0MzIiLCJDb2xvciI6eyIkaWQiOiIyNDMzIiwiQSI6MjU1LCJSIjo0NywiRyI6NTQsIkIiOjE1M319LCJJc1Zpc2libGUiOnRydWUsIldpZHRoIjowLjAsIkhlaWdodCI6MC4wLCJCb3JkZXJTdHlsZSI6bnVsbCwiUGFyZW50U3R5bGUiOm51bGx9LCJEZWZhdWx0TWlsZXN0b25lU3R5bGUiOnsiJGlkIjoiMjQzNCIsIlNoYXBlIjoxMywiQ29ubmVjdG9yTWFyZ2luIjp7IiRyZWYiOiIxMzkzIn0sIkNvbm5lY3RvclN0eWxlIjp7IiRpZCI6IjI0MzUiLCJMaW5lQ29sb3IiOnsiJHJlZiI6IjM5In0sIkxpbmVXZWlnaHQiOjEuMCwiTGluZVR5cGUiOjAsIlBhcmVudFN0eWxlIjpudWxsfSwiSXNCZWxvd1RpbWViYW5kIjpmYWxzZSwiUG9zaXRpb25PblRhc2siOjMsIkhpZGVEYXRlIjpmYWxzZSwiU2hhcGVTaXplIjowLCJTcGFjaW5nIjoyLjAsIlBhZGRpbmciOnsiJHJlZiI6IjQxIn0sIlNoYXBlU3R5bGUiOnsiJGlkIjoiMjQzNiIsIk1hcmdpbiI6eyIkcmVmIjoiMTMxIn0sIlBhZGRpbmciOnsiJHJlZiI6IjEzMiJ9LCJCYWNrZ3JvdW5kIjp7IiRpZCI6IjI0MzciLCJDb2xvciI6eyIkaWQiOiIyNDM4IiwiQSI6MjU1LCJSIjowLCJHIjoxMTQsIkIiOjE4OH19LCJJc1Zpc2libGUiOnRydWUsIldpZHRoIjoxMi4wLCJIZWlnaHQiOjE0LjAsIkJvcmRlclN0eWxlIjp7IiRpZCI6IjI0MzkiLCJMaW5lQ29sb3IiOnsiJGlkIjoiMjQ0MCIsIiR0eXBlIjoiTkxSRS5Db21tb24uRG9tLlNvbGlkQ29sb3JCcnVzaCwgTkxSRS5Db21tb24iLCJDb2xvciI6eyIkaWQiOiIyNDQxIiwiQSI6MjU1LCJSIjoyNTUsIkciOjAsIkIiOjB9fSwiTGluZVdlaWdodCI6MC4wLCJMaW5lVHlwZSI6MCwiUGFyZW50U3R5bGUiOm51bGx9LCJQYXJlbnRTdHlsZSI6bnVsbH0sIlRpdGxlU3R5bGUiOnsiJGlkIjoiMjQ0MiIsIkZvbnRTZXR0aW5ncyI6eyIkaWQiOiIyNDQzIiwiRm9udFNpemUiOjgsIkZvbnROYW1lIjoiQ2FsaWJyaSIsIklzQm9sZCI6dHJ1ZSwiSXNJdGFsaWMiOmZhbHNlLCJJc1VuZGVybGluZWQiOmZhbHNlLCJQYXJlbnRTdHlsZSI6bnVsbH0sIkF1dG9TaXplIjowLCJGb3JlZ3JvdW5kIjp7IiRyZWYiOiI1MiJ9LCJNYXhXaWR0aCI6MjAwLjAsIk1heEhlaWdodCI6IkluZmluaXR5IiwiU21hcnRGb3JlZ3JvdW5kSXNBY3RpdmUiOmZhbHNlLCJIb3Jpem9udGFsQWxpZ25tZW50IjowLCJWZXJ0aWNhbEFsaWdubWVudCI6MCwiU21hcnRGb3JlZ3JvdW5kIjpudWxsLCJCYWNrZ3JvdW5kRmlsbFR5cGUiOjAsIk1hcmdpbiI6eyIkcmVmIjoiMTQyIn0sIlBhZGRpbmciOnsiJHJlZiI6IjE0MyJ9LCJCYWNrZ3JvdW5kIjp7IiRpZCI6IjI0NDQiLCJDb2xvciI6eyIkcmVmIjoiOTAifX0sIklzVmlzaWJsZSI6dHJ1ZSwiV2lkdGgiOjAuMCwiSGVpZ2h0IjowLjAsIkJvcmRlclN0eWxlIjpudWxsLCJQYXJlbnRTdHlsZSI6bnVsbH0sIkRhdGVTdHlsZSI6eyIkaWQiOiIyNDQ1IiwiRm9udFNldHRpbmdzIjp7IiRpZCI6IjI0NDYiLCJGb250U2l6ZSI6MTAsIkZvbnROYW1lIjoiQ2FsaWJyaSIsIklzQm9sZCI6ZmFsc2UsIklzSXRhbGljIjpmYWxzZSwiSXNVbmRlcmxpbmVkIjpmYWxzZSwiUGFyZW50U3R5bGUiOm51bGx9LCJBdXRvU2l6ZSI6MCwiRm9yZWdyb3VuZCI6eyIkaWQiOiIyNDQ3IiwiQ29sb3IiOnsiJGlkIjoiMjQ0O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E1MCJ9LCJQYWRkaW5nIjp7IiRyZWYiOiIxNTEifSwiQmFja2dyb3VuZCI6eyIkaWQiOiIyNDQ5IiwiQ29sb3IiOnsiJHJlZiI6IjkwIn19LCJJc1Zpc2libGUiOmZhbHNlLCJXaWR0aCI6MC4wLCJIZWlnaHQiOjAuMCwiQm9yZGVyU3R5bGUiOm51bGwsIlBhcmVudFN0eWxlIjpudWxsfSwiRGF0ZUZvcm1hdCI6eyIkaWQiOiIyNDUw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0NTEiLCJGb3JtYXQiOjAsIklzVmlzaWJsZSI6ZmFsc2UsIkxhc3RLbm93blZpc2liaWxpdHlTdGF0ZSI6ZmFsc2V9LCJJc1Zpc2libGUiOnRydWUsIlBhcmVudFN0eWxlIjpudWxsfSwiRGVmYXVsdFRhc2tTdHlsZSI6eyIkaWQiOiIyNDUyIiwiU2hhcGUiOjIsIlNoYXBlVGhpY2tuZXNzIjowLCJEdXJhdGlvbkZvcm1hdCI6MCwiSW5jbHVkZU5vbldvcmtpbmdEYXlzSW5EdXJhdGlvbiI6ZmFsc2UsIlBlcmNlbnRhZ2VDb21wbGV0ZVN0eWxlIjp7IiRpZCI6IjI0NTMiLCJGb250U2V0dGluZ3MiOnsiJGlkIjoiMjQ1NCIsIkZvbnRTaXplIjoxMCwiRm9udE5hbWUiOiJDYWxpYnJpIiwiSXNCb2xkIjpmYWxzZSwiSXNJdGFsaWMiOmZhbHNlLCJJc1VuZGVybGluZWQiOmZhbHNlLCJQYXJlbnRTdHlsZSI6bnVsbH0sIkF1dG9TaXplIjowLCJGb3JlZ3JvdW5kIjp7IiRyZWYiOiI3NiJ9LCJNYXhXaWR0aCI6MjAwLjAsIk1heEhlaWdodCI6IkluZmluaXR5IiwiU21hcnRGb3JlZ3JvdW5kSXNBY3RpdmUiOmZhbHNlLCJIb3Jpem9udGFsQWxpZ25tZW50IjowLCJWZXJ0aWNhbEFsaWdubWVudCI6MCwiU21hcnRGb3JlZ3JvdW5kIjpudWxsLCJCYWNrZ3JvdW5kRmlsbFR5cGUiOjAsIk1hcmdpbiI6eyIkcmVmIjoiNzgifSwiUGFkZGluZyI6eyIkcmVmIjoiNzkifSwiQmFja2dyb3VuZCI6eyIkcmVmIjoiMjc4In0sIklzVmlzaWJsZSI6dHJ1ZSwiV2lkdGgiOjAuMCwiSGVpZ2h0IjowLjAsIkJvcmRlclN0eWxlIjpudWxsLCJQYXJlbnRTdHlsZSI6bnVsbH0sIkR1cmF0aW9uU3R5bGUiOnsiJGlkIjoiMjQ1NSIsIkZvbnRTZXR0aW5ncyI6eyIkaWQiOiIyNDU2IiwiRm9udFNpemUiOjEwLCJGb250TmFtZSI6IkNhbGlicmkiLCJJc0JvbGQiOmZhbHNlLCJJc0l0YWxpYyI6ZmFsc2UsIklzVW5kZXJsaW5lZCI6ZmFsc2UsIlBhcmVudFN0eWxlIjpudWxsfSwiQXV0b1NpemUiOjAsIkZvcmVncm91bmQiOnsiJHJlZiI6Ijg1In0sIk1heFdpZHRoIjoyMDAuMCwiTWF4SGVpZ2h0IjoiSW5maW5pdHkiLCJTbWFydEZvcmVncm91bmRJc0FjdGl2ZSI6ZmFsc2UsIkhvcml6b250YWxBbGlnbm1lbnQiOjAsIlZlcnRpY2FsQWxpZ25tZW50IjowLCJTbWFydEZvcmVncm91bmQiOm51bGwsIkJhY2tncm91bmRGaWxsVHlwZSI6MCwiTWFyZ2luIjp7IiRyZWYiOiI4NyJ9LCJQYWRkaW5nIjp7IiRyZWYiOiI4OCJ9LCJCYWNrZ3JvdW5kIjp7IiRyZWYiOiI4OSJ9LCJJc1Zpc2libGUiOnRydWUsIldpZHRoIjowLjAsIkhlaWdodCI6MC4wLCJCb3JkZXJTdHlsZSI6bnVsbCwiUGFyZW50U3R5bGUiOm51bGx9LCJIb3Jpem9udGFsQ29ubmVjdG9yU3R5bGUiOnsiJGlkIjoiMjQ1NyIsIkxpbmVDb2xvciI6eyIkcmVmIjoiOTMifSwiTGluZVdlaWdodCI6MS4wLCJMaW5lVHlwZSI6MCwiUGFyZW50U3R5bGUiOm51bGx9LCJWZXJ0aWNhbENvbm5lY3RvclN0eWxlIjp7IiRpZCI6IjI0NTgiLCJMaW5lQ29sb3IiOnsiJHJlZiI6Ijk2In0sIkxpbmVXZWlnaHQiOjAuMCwiTGluZVR5cGUiOjAsIlBhcmVudFN0eWxlIjpudWxsfSwiTWFyZ2luIjpudWxsLCJTdGFydERhdGVQb3NpdGlvbiI6MywiRW5kRGF0ZVBvc2l0aW9uIjozLCJEYXRlSXNWaXNpYmxlIjp0cnVlLCJUaXRsZVBvc2l0aW9uIjoyLCJEdXJhdGlvblBvc2l0aW9uIjo2LCJQZXJjZW50YWdlQ29tcGxldGVkUG9zaXRpb24iOjYsIlNwYWNpbmciOjMsIklzQmVsb3dUaW1lYmFuZCI6ZmFsc2UsIlBlcmNlbnRhZ2VDb21wbGV0ZVNoYXBlT3BhY2l0eSI6MzUsIlNoYXBlU3R5bGUiOnsiJGlkIjoiMjQ1OSIsIk1hcmdpbiI6eyIkcmVmIjoiOTkifSwiUGFkZGluZyI6eyIkcmVmIjoiMTAwIn0sIkJhY2tncm91bmQiOnsiJGlkIjoiMjQ2MCIsIkNvbG9yIjp7IiRpZCI6IjI0NjEiLCJBIjoyNTUsIlIiOjAsIkciOjExNCwiQiI6MTg4fX0sIklzVmlzaWJsZSI6dHJ1ZSwiV2lkdGgiOjAuMCwiSGVpZ2h0IjoxMC4wLCJCb3JkZXJTdHlsZSI6eyIkaWQiOiIyNDYyIiwiTGluZUNvbG9yIjp7IiRpZCI6IjI0NjMiLCIkdHlwZSI6Ik5MUkUuQ29tbW9uLkRvbS5Tb2xpZENvbG9yQnJ1c2gsIE5MUkUuQ29tbW9uIiwiQ29sb3IiOnsiJGlkIjoiMjQ2NCIsIkEiOjI1NSwiUiI6MjU1LCJHIjowLCJCIjowfX0sIkxpbmVXZWlnaHQiOjAuMCwiTGluZVR5cGUiOjAsIlBhcmVudFN0eWxlIjpudWxsfSwiUGFyZW50U3R5bGUiOm51bGx9LCJUaXRsZVN0eWxlIjp7IiRpZCI6IjI0NjUiLCJGb250U2V0dGluZ3MiOnsiJGlkIjoiMjQ2NiIsIkZvbnRTaXplIjoxMSwiRm9udE5hbWUiOiJDYWxpYnJpIiwiSXNCb2xkIjp0cnVlLCJJc0l0YWxpYyI6ZmFsc2UsIklzVW5kZXJsaW5lZCI6ZmFsc2UsIlBhcmVudFN0eWxlIjpudWxsfSwiQXV0b1NpemUiOjAsIkZvcmVncm91bmQiOnsiJGlkIjoiMjQ2NyIsIkNvbG9yIjp7IiRpZCI6IjI0NjgiLCJBIjoyNTUsIlIiOjAsIkciOjAsIkIiOjB9fSwiTWF4V2lkdGgiOjk2MC4wLCJNYXhIZWlnaHQiOiJJbmZpbml0eSIsIlNtYXJ0Rm9yZWdyb3VuZElzQWN0aXZlIjpmYWxzZSwiSG9yaXpvbnRhbEFsaWdubWVudCI6MSwiVmVydGljYWxBbGlnbm1lbnQiOjAsIlNtYXJ0Rm9yZWdyb3VuZCI6bnVsbCwiQmFja2dyb3VuZEZpbGxUeXBlIjowLCJNYXJnaW4iOnsiJHJlZiI6IjExMCJ9LCJQYWRkaW5nIjp7IiRyZWYiOiIxMTEifSwiQmFja2dyb3VuZCI6eyIkaWQiOiIyNDY5IiwiQ29sb3IiOnsiJHJlZiI6IjkwIn19LCJJc1Zpc2libGUiOnRydWUsIldpZHRoIjowLjAsIkhlaWdodCI6MC4wLCJCb3JkZXJTdHlsZSI6bnVsbCwiUGFyZW50U3R5bGUiOm51bGx9LCJEYXRlU3R5bGUiOnsiJGlkIjoiMjQ3MCIsIkZvbnRTZXR0aW5ncyI6eyIkaWQiOiIyNDcxIiwiRm9udFNpemUiOjEwLCJGb250TmFtZSI6IkNhbGlicmkiLCJJc0JvbGQiOmZhbHNlLCJJc0l0YWxpYyI6ZmFsc2UsIklzVW5kZXJsaW5lZCI6ZmFsc2UsIlBhcmVudFN0eWxlIjpudWxsfSwiQXV0b1NpemUiOjAsIkZvcmVncm91bmQiOnsiJHJlZiI6IjQ0NSJ9LCJNYXhXaWR0aCI6MjAwLjAsIk1heEhlaWdodCI6IkluZmluaXR5IiwiU21hcnRGb3JlZ3JvdW5kSXNBY3RpdmUiOmZhbHNlLCJIb3Jpem9udGFsQWxpZ25tZW50IjoyLCJWZXJ0aWNhbEFsaWdubWVudCI6MCwiU21hcnRGb3JlZ3JvdW5kIjpudWxsLCJCYWNrZ3JvdW5kRmlsbFR5cGUiOjAsIk1hcmdpbiI6eyIkcmVmIjoiMTE5In0sIlBhZGRpbmciOnsiJHJlZiI6IjEyMCJ9LCJCYWNrZ3JvdW5kIjp7IiRyZWYiOiI0NDcifSwiSXNWaXNpYmxlIjp0cnVlLCJXaWR0aCI6MC4wLCJIZWlnaHQiOjAuMCwiQm9yZGVyU3R5bGUiOm51bGwsIlBhcmVudFN0eWxlIjpudWxsfSwiRGF0ZUZvcm1hdCI6eyIkaWQiOiIyNDcyIiwiRm9ybWF0U3RyaW5nIjoiTU1NIGQiLCJTZXBhcmF0b3IiOiIvIiwiVXNlSW50ZXJuYXRpb25hbERhdGVGb3JtYXQiOmZhbHNlLCJEYXRlSXNWaXNpYmxlIjp0cnVlLCJUaW1lSXNWaXNpYmxlIjpmYWxzZSwiSG91ckRpZ2l0cyI6MSwiQW1QbURlc2lnbmF0b3IiOjIsIlRyaW0wME1pbnV0ZXMiOmZhbHNlLCJMYXN0S25vd25WaXNpYmlsaXR5U3RhdGUiOm51bGx9LCJXZWVrTnVtYmVyaW5nIjp7IiRpZCI6IjI0NzMiLCJGb3JtYXQiOjAsIklzVmlzaWJsZSI6ZmFsc2UsIkxhc3RLbm93blZpc2liaWxpdHlTdGF0ZSI6ZmFsc2V9LCJJc1Zpc2libGUiOnRydWUsIlBhcmVudFN0eWxlIjpudWxsLCJfZXhwbGljaXRseVNldCI6eyIkaWQiOiIyNDc0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mZhbHNlLCJTcGFjaW5nIjpmYWxzZSwiSXNCZWxvd1RpbWViYW5kIjpmYWxzZSwiRGF0ZUZvcm1hdCI6ZmFsc2UsIldlZWtOdW1iZXJpbmciOmZhbHNlLCJJc1Zpc2libGUiOmZhbHNlfX0sIkRlZmF1bHRTd2ltbGFuZU1pbGVzdG9uZVN0eWxlIjp7IiRpZCI6IjI0NzUiLCJUaXRsZVBvc2l0aW9uIjoiUmlnaHQiLCJEYXRlUG9zaXRpb24iOiJMZWZ0IiwiU2hhcGVUeXBlIjoxMywiU2hhcGVTaXplIjowLCJTcGFjaW5nIjo1LCJTaGFwZVN0eWxlIjp7IiRpZCI6IjI0NzYiLCJNYXJnaW4iOnsiJHJlZiI6IjE4MSJ9LCJQYWRkaW5nIjp7IiRyZWYiOiIxODIifSwiQmFja2dyb3VuZCI6eyIkaWQiOiIyNDc3IiwiQ29sb3IiOnsiJGlkIjoiMjQ3OCIsIkEiOjI1NSwiUiI6MCwiRyI6MTE0LCJCIjoxODh9fSwiSXNWaXNpYmxlIjp0cnVlLCJXaWR0aCI6MTIuMCwiSGVpZ2h0IjoxNC4wLCJCb3JkZXJTdHlsZSI6eyIkaWQiOiIyNDc5IiwiTGluZUNvbG9yIjp7IiRpZCI6IjI0ODAiLCIkdHlwZSI6Ik5MUkUuQ29tbW9uLkRvbS5Tb2xpZENvbG9yQnJ1c2gsIE5MUkUuQ29tbW9uIiwiQ29sb3IiOnsiJGlkIjoiMjQ4MSIsIkEiOjI1NSwiUiI6MjU1LCJHIjowLCJCIjowfX0sIkxpbmVXZWlnaHQiOjAuMCwiTGluZVR5cGUiOjAsIlBhcmVudFN0eWxlIjpudWxsfSwiUGFyZW50U3R5bGUiOm51bGx9LCJUaXRsZVN0eWxlIjp7IiRpZCI6IjI0ODIiLCJGb250U2V0dGluZ3MiOnsiJGlkIjoiMjQ4MyIsIkZvbnRTaXplIjo4LCJGb250TmFtZSI6IkNhbGlicmkiLCJJc0JvbGQiOnRydWUsIklzSXRhbGljIjpmYWxzZSwiSXNVbmRlcmxpbmVkIjpmYWxzZSwiUGFyZW50U3R5bGUiOm51bGx9LCJBdXRvU2l6ZSI6MCwiRm9yZWdyb3VuZCI6eyIkaWQiOiIyNDg0IiwiQ29sb3IiOnsiJGlkIjoiMjQ4NSIsIkEiOjI1NSwiUiI6MCwiRyI6MCwiQiI6MH19LCJNYXhXaWR0aCI6MjAwLjAsIk1heEhlaWdodCI6IkluZmluaXR5IiwiU21hcnRGb3JlZ3JvdW5kSXNBY3RpdmUiOmZhbHNlLCJIb3Jpem9udGFsQWxpZ25tZW50IjowLCJWZXJ0aWNhbEFsaWdubWVudCI6MCwiU21hcnRGb3JlZ3JvdW5kIjpudWxsLCJCYWNrZ3JvdW5kRmlsbFR5cGUiOjAsIk1hcmdpbiI6eyIkcmVmIjoiMTkyIn0sIlBhZGRpbmciOnsiJHJlZiI6IjE5MyJ9LCJCYWNrZ3JvdW5kIjp7IiRpZCI6IjI0ODYiLCJDb2xvciI6eyIkaWQiOiIyNDg3IiwiQSI6ODksIlIiOjAsIkciOjAsIkIiOjB9fSwiSXNWaXNpYmxlIjp0cnVlLCJXaWR0aCI6MC4wLCJIZWlnaHQiOjAuMCwiQm9yZGVyU3R5bGUiOm51bGwsIlBhcmVudFN0eWxlIjpudWxsfSwiRGF0ZVN0eWxlIjp7IiRpZCI6IjI0ODgiLCJGb250U2V0dGluZ3MiOnsiJGlkIjoiMjQ4OSIsIkZvbnRTaXplIjoxMCwiRm9udE5hbWUiOiJDYWxpYnJpIiwiSXNCb2xkIjpmYWxzZSwiSXNJdGFsaWMiOmZhbHNlLCJJc1VuZGVybGluZWQiOmZhbHNlLCJQYXJlbnRTdHlsZSI6bnVsbH0sIkF1dG9TaXplIjowLCJGb3JlZ3JvdW5kIjp7IiRpZCI6IjI0OTAiLCJDb2xvciI6eyIkaWQiOiIyNDkx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jAwIn0sIlBhZGRpbmciOnsiJHJlZiI6IjIwMSJ9LCJCYWNrZ3JvdW5kIjp7IiRpZCI6IjI0OTIiLCJDb2xvciI6eyIkaWQiOiIyNDkzIiwiQSI6ODksIlIiOjAsIkciOjAsIkIiOjB9fSwiSXNWaXNpYmxlIjpmYWxzZSwiV2lkdGgiOjAuMCwiSGVpZ2h0IjowLjAsIkJvcmRlclN0eWxlIjpudWxsLCJQYXJlbnRTdHlsZSI6bnVsbH0sIkRhdGVGb3JtYXQiOnsiJGlkIjoiMjQ5NCIsIkZvcm1hdFN0cmluZyI6Ik1NTSBkIiwiU2VwYXJhdG9yIjoiLyIsIlVzZUludGVybmF0aW9uYWxEYXRlRm9ybWF0IjpmYWxzZSwiRGF0ZUlzVmlzaWJsZSI6dHJ1ZSwiVGltZUlzVmlzaWJsZSI6ZmFsc2UsIkhvdXJEaWdpdHMiOjEsIkFtUG1EZXNpZ25hdG9yIjoyLCJUcmltMDBNaW51dGVzIjpmYWxzZSwiTGFzdEtub3duVmlzaWJpbGl0eVN0YXRlIjpudWxsfSwiV2Vla051bWJlcmluZyI6eyIkaWQiOiIyNDk1IiwiRm9ybWF0IjowLCJJc1Zpc2libGUiOmZhbHNlLCJMYXN0S25vd25WaXNpYmlsaXR5U3RhdGUiOmZhbHNlfSwiSXNWaXNpYmxlIjp0cnVlLCJQYXJlbnRTdHlsZSI6bnVsbH0sIkdyaWRsaW5lUGFuZWxTdHlsZSI6eyIkaWQiOiIyNDk2IiwiR3JpZGxpbmVTdHlsZSI6eyIkaWQiOiIyNDk3IiwiTGluZUNvbG9yIjp7IiRpZCI6IjI0OTgiLCIkdHlwZSI6Ik5MUkUuQ29tbW9uLkRvbS5Tb2xpZENvbG9yQnJ1c2gsIE5MUkUuQ29tbW9uIiwiQ29sb3IiOnsiJGlkIjoiMjQ5OSIsIkEiOjM4LCJSIjoxOTcsIkciOjE1MywiQiI6NH19LCJMaW5lV2VpZ2h0IjoxLjUsIkxpbmVUeXBlIjowLCJQYXJlbnRTdHlsZSI6bnVsbH0sIk1hcmdpbiI6eyIkaWQiOiIyNTAwIiwiVG9wIjowLjAsIkxlZnQiOjAuMCwiUmlnaHQiOjAuMCwiQm90dG9tIjowLjB9LCJQYWRkaW5nIjp7IiRpZCI6IjI1MDEiLCJUb3AiOjAuMCwiTGVmdCI6MC4wLCJSaWdodCI6MC4wLCJCb3R0b20iOjAuMH0sIkJhY2tncm91bmQiOm51bGwsIklzVmlzaWJsZSI6dHJ1ZSwiV2lkdGgiOjAuMCwiSGVpZ2h0IjowLjAsIkJvcmRlclN0eWxlIjp7IiRpZCI6IjI1MDIiLCJMaW5lQ29sb3IiOm51bGwsIkxpbmVXZWlnaHQiOjAuMCwiTGluZVR5cGUiOjAsIlBhcmVudFN0eWxlIjpudWxsfSwiUGFyZW50U3R5bGUiOm51bGx9LCJBY3Rpdml0eUxpbmVQYW5lbFN0eWxlIjp7IiRpZCI6IjI1MDMiLCJBY3Rpdml0eUxpbmVTdHlsZSI6eyIkaWQiOiIyNTA0IiwiTGluZUNvbG9yIjp7IiRpZCI6IjI1MDUiLCIkdHlwZSI6Ik5MUkUuQ29tbW9uLkRvbS5Tb2xpZENvbG9yQnJ1c2gsIE5MUkUuQ29tbW9uIiwiQ29sb3IiOnsiJGlkIjoiMjUwNiIsIkEiOjM4LCJSIjowLCJHIjo1MSwiQiI6MTAyfX0sIkxpbmVXZWlnaHQiOjEuNSwiTGluZVR5cGUiOjAsIlBhcmVudFN0eWxlIjpudWxsfSwiTWFyZ2luIjp7IiRpZCI6IjI1MDciLCJUb3AiOjAuMCwiTGVmdCI6MC4wLCJSaWdodCI6MC4wLCJCb3R0b20iOjAuMH0sIlBhZGRpbmciOnsiJGlkIjoiMjUwOCIsIlRvcCI6MC4wLCJMZWZ0IjowLjAsIlJpZ2h0IjowLjAsIkJvdHRvbSI6MC4wfSwiQmFja2dyb3VuZCI6bnVsbCwiSXNWaXNpYmxlIjp0cnVlLCJXaWR0aCI6MC4wLCJIZWlnaHQiOjAuMCwiQm9yZGVyU3R5bGUiOnsiJGlkIjoiMjUwOSIsIkxpbmVDb2xvciI6bnVsbCwiTGluZVdlaWdodCI6MC4wLCJMaW5lVHlwZSI6MCwiUGFyZW50U3R5bGUiOm51bGx9LCJQYXJlbnRTdHlsZSI6bnVsbH0sIlNob3dFbGFwc2VkVGltZUdyYWRpZW50U3R5bGUiOmZhbHNlLCJUaW1lYmFuZFJlc2VydmVkTGVmdEFyZWFTdHlsZSI6eyIkaWQiOiIyNTEwIiwiQWN0aXZpdHlIZWFkZXJXaWR0aCI6NjMuNzQ2NjY2NjY2NjY2NjcsIklzU2V0Ijp0cnVlfSwiRGVmYXVsdFN3aW1sYW5lU3R5bGUiOm51bGwsIkRlZmF1bHRTd2ltbGFuZVYyU3R5bGUiOnsiJGlkIjoiMjUxMSIsIkhlYWRlclN0eWxlIjp7IiRpZCI6IjI1MTIiLCJUZXh0SXNWZXJ0aWNhbCI6ZmFsc2UsIlRleHRTdHlsZSI6eyIkaWQiOiIyNTEzIiwiRm9udFNldHRpbmdzIjp7IiRpZCI6IjI1MTQiLCJGb250U2l6ZSI6MTIsIkZvbnROYW1lIjoiQ2FsaWJyaSIsIklzQm9sZCI6ZmFsc2UsIklzSXRhbGljIjpmYWxzZSwiSXNVbmRlcmxpbmVkIjpmYWxzZSwiUGFyZW50U3R5bGUiOm51bGx9LCJBdXRvU2l6ZSI6MiwiRm9yZWdyb3VuZCI6eyIkaWQiOiIyNTE1IiwiQ29sb3IiOnsiJGlkIjoiMjUxNiIsIkEiOjI1NSwiUiI6MjU1LCJHIjoyNTUsIkIiOjI1NX19LCJNYXhXaWR0aCI6IkluZmluaXR5IiwiTWF4SGVpZ2h0IjoiSW5maW5pdHkiLCJTbWFydEZvcmVncm91bmRJc0FjdGl2ZSI6ZmFsc2UsIkhvcml6b250YWxBbGlnbm1lbnQiOjAsIlZlcnRpY2FsQWxpZ25tZW50IjowLCJTbWFydEZvcmVncm91bmQiOm51bGwsIkJhY2tncm91bmRGaWxsVHlwZSI6MCwiTWFyZ2luIjp7IiRpZCI6IjI1MTciLCJUb3AiOjAuMCwiTGVmdCI6MC4wLCJSaWdodCI6MC4wLCJCb3R0b20iOjAuMH0sIlBhZGRpbmciOnsiJGlkIjoiMjUxOCIsIlRvcCI6MC4wLCJMZWZ0IjowLjAsIlJpZ2h0IjowLjAsIkJvdHRvbSI6MC4wfSwiQmFja2dyb3VuZCI6bnVsbCwiSXNWaXNpYmxlIjp0cnVlLCJXaWR0aCI6MC4wLCJIZWlnaHQiOjAuMCwiQm9yZGVyU3R5bGUiOm51bGwsIlBhcmVudFN0eWxlIjpudWxsfSwiUmVjdGFuZ2xlU3R5bGUiOnsiJGlkIjoiMjUxOSIsIk1hcmdpbiI6eyIkaWQiOiIyNTIwIiwiVG9wIjowLjAsIkxlZnQiOjAuMCwiUmlnaHQiOjAuMCwiQm90dG9tIjowLjB9LCJQYWRkaW5nIjp7IiRpZCI6IjI1MjEiLCJUb3AiOjAuMCwiTGVmdCI6MC4wLCJSaWdodCI6MC4wLCJCb3R0b20iOjAuMH0sIkJhY2tncm91bmQiOnsiJGlkIjoiMjUyMiIsIkNvbG9yIjp7IiRpZCI6IjI1MjMiLCJBIjoyNTUsIlIiOjgsIkciOjQ5LCJCIjo0Mn19LCJJc1Zpc2libGUiOnRydWUsIldpZHRoIjowLjAsIkhlaWdodCI6MC4wLCJCb3JkZXJTdHlsZSI6eyIkaWQiOiIyNTI0IiwiTGluZUNvbG9yIjp7IiRpZCI6IjI1MjUiLCIkdHlwZSI6Ik5MUkUuQ29tbW9uLkRvbS5Tb2xpZENvbG9yQnJ1c2gsIE5MUkUuQ29tbW9uIiwiQ29sb3IiOnsiJGlkIjoiMjUyNiIsIkEiOjI1NSwiUiI6MjU1LCJHIjowLCJCIjowfX0sIkxpbmVXZWlnaHQiOjAuMCwiTGluZVR5cGUiOjAsIlBhcmVudFN0eWxlIjpudWxsfSwiUGFyZW50U3R5bGUiOm51bGx9LCJNYXJnaW4iOnsiJGlkIjoiMjUyNyIsIlRvcCI6MC4wLCJMZWZ0IjowLjAsIlJpZ2h0IjowLjAsIkJvdHRvbSI6MC4wfSwiUGFkZGluZyI6eyIkaWQiOiIyNTI4IiwiVG9wIjowLjAsIkxlZnQiOjAuMCwiUmlnaHQiOjAuMCwiQm90dG9tIjowLjB9LCJCYWNrZ3JvdW5kIjpudWxsLCJJc1Zpc2libGUiOnRydWUsIldpZHRoIjowLjAsIkhlaWdodCI6MC4wLCJCb3JkZXJTdHlsZSI6bnVsbCwiUGFyZW50U3R5bGUiOm51bGx9LCJCYWNrZ3JvdW5kU3R5bGUiOnsiJGlkIjoiMjUyOSIsIk1hcmdpbiI6eyIkaWQiOiIyNTMwIiwiVG9wIjowLjAsIkxlZnQiOjAuMCwiUmlnaHQiOjAuMCwiQm90dG9tIjowLjB9LCJQYWRkaW5nIjp7IiRpZCI6IjI1MzEiLCJUb3AiOjAuMCwiTGVmdCI6MC4wLCJSaWdodCI6MC4wLCJCb3R0b20iOjAuMH0sIkJhY2tncm91bmQiOnsiJGlkIjoiMjUzMiIsIkNvbG9yIjp7IiRpZCI6IjI1MzMiLCJBIjo1MSwiUiI6MTk3LCJHIjoxOTUsIkIiOjIzOH19LCJJc1Zpc2libGUiOnRydWUsIldpZHRoIjowLjAsIkhlaWdodCI6MC4wLCJCb3JkZXJTdHlsZSI6eyIkaWQiOiIyNTM0IiwiTGluZUNvbG9yIjp7IiRpZCI6IjI1MzUiLCIkdHlwZSI6Ik5MUkUuQ29tbW9uLkRvbS5Tb2xpZENvbG9yQnJ1c2gsIE5MUkUuQ29tbW9uIiwiQ29sb3IiOnsiJGlkIjoiMjUzNiIsIkEiOjI1NSwiUiI6MjU1LCJHIjowLCJCIjowfX0sIkxpbmVXZWlnaHQiOjAuMCwiTGluZVR5cGUiOjAsIlBhcmVudFN0eWxlIjpudWxsfSwiUGFyZW50U3R5bGUiOm51bGx9LCJJc0Fib3ZlVGltZWJhbmQiOmZhbHNlLCJTcGFjaW5nIjo1LCJNYXJnaW4iOnsiJGlkIjoiMjUzNyIsIlRvcCI6MC4wLCJMZWZ0IjowLjAsIlJpZ2h0IjowLjAsIkJvdHRvbSI6MC4wfSwiUGFkZGluZyI6eyIkaWQiOiIyNTM4IiwiVG9wIjowLjAsIkxlZnQiOjAuMCwiUmlnaHQiOjAuMCwiQm90dG9tIjowLjB9LCJJc1Zpc2libGUiOnRydWUsIldpZHRoIjowLjAsIkhlaWdodCI6MC4wLCJCb3JkZXJTdHlsZSI6eyIkaWQiOiIyNTM5IiwiTGluZUNvbG9yIjpudWxsLCJMaW5lV2VpZ2h0IjowLjAsIkxpbmVUeXBlIjowLCJQYXJlbnRTdHlsZSI6bnVsbH0sIlBhcmVudFN0eWxlIjpudWxsfX0sIlNjYWxlIjpudWxsLCJTY2FsZVYyIjp7IiRpZCI6IjI1NDAiLCJTdGFydERhdGUiOiIwMDAxLTAxLTAxVDAwOjAwOjAwIiwiRW5kRGF0ZSI6IjIwMzMtMDctMDFUMjM6NTk6MDAiLCJBdXRvRGF0ZVJhbmdlIjp0cnVlLCJXb3JraW5nRGF5cyI6MzEsIkZpc2NhbFllYXIiOnsiJGlkIjoiMjU0MSIsIlN0YXJ0TW9udGgiOjEsIlVzZVN0YXJ0aW5nWWVhckZvck51bWJlcmluZyI6dHJ1ZSwiU2hvd0Zpc2NhbFllYXJMYWJlbCI6dHJ1ZX0sIlRvZGF5TWFya2VyVGV4dCI6IlRvZGF5IiwiQXV0b1NjYWxlVHlwZSI6ZmFsc2UsIlRpbWViYW5kU2NhbGVzIjp7IiRpZCI6IjI1NDIiLCJUb3BTY2FsZUxheWVyIjp7IiRpZCI6IjI1NDMiLCJGb3JtYXQiOiJNTU0iLCJUeXBlIjo0fSwiTWlkZGxlU2NhbGVMYXllciI6eyIkaWQiOiIyNTQ0IiwiRm9ybWF0IjoiTU1NIiwiVHlwZSI6M30sIkJvdHRvbVNjYWxlTGF5ZXIiOnsiJGlkIjoiMjU0NSIsIkZvcm1hdCI6bnVsbCwiVHlwZSI6MH19fSwiTWlsZXN0b25lcyI6W10sIlRhc2tzIjpbXSwiU3dpbWxhbmVzIjpbXSwiTXNQcm9qZWN0SXRlbXNUcmVlIjp7IiRpZCI6IjI1NDYiLCJSb290Ijp7IkltcG9ydElkIjpudWxsLCJJc0ltcG9ydGVkIjpmYWxzZSwiQ2hpbGRyZW4iOltdfX0sIk1ldGFkYXRhIjp7IiRpZCI6IjI1NDciLCJFeGNlbFNoZWV0TmFtZSI6IlRhYmVsbGUxIiwiSXRlbXNUaXRsZXMiOiJbXCIxNDAyLTAwMTI7IFBoIElJOyBCUERcIixcIlBvQ0MgKEJQRClcIixcIkVvUGhJSSBtZWV0aW5nIChCUEQpXCIsXCJSb0ZEIChCUEQpXCIsXCJJTkQvQ1RBIFBoIElJSSAoQlBEKVwiLFwiMTQwMi0wMDIxOyBQaCBJSUkgQlBEOiBQaXZvdGFsIHNob3J0LXRlcm1cIixcIjE0MDItMDAyNDsgUGggSUlJIEJQRDogUGl2b3RhbCBzaG9ydC10ZXJtXCIsXCIxNDAyLTAwMjI7IFBoIElJSSBCUEQgTG9uZy10ZXJtIGVmZmljYWN5IGFuZCBzYWZldHlcIixcIjE0MDItMDAyMzsgUGggSUlJIEJQRDogbG9uZy10ZXJtOyBvcGVuLWxhYmVsOyBzYWZldHkgc3R1ZHlcIixcIkNvbXAgJiBzdWJtIE5EQSAoQlBEKVwiLFwiU3VibWlzc2lvbiBOREEgKEJQRClcIixcIkFwcHJvdmFsIChVUykgKEJQRClcIixcIkxhdW5jaCAoVVMpIChCUEQpXCIsXCIxNDAyLTAwMTE7IFBoIElJOyBNRERcIixcIlBvQ0MgKE1ERClcIixcIkVvUGhJSSBtZWV0aW5nIChNREQpXCIsXCJSb0ZEIChNREQpXCIsXCJJTkQvQ1RBIFBoIElJSSAoTUREKVwiLFwiMTQwMi0wMDI1OyBQaCBJSUkgTUREOiBQaXZvdGFsIHNob3J0LXRlcm1cIixcIjE0MDItMDAyNjsgUGggSUlJIE1ERDogUGl2b3RhbCBzaG9ydC10ZXJtXCIsXCIxNDAyLTAwMjc7IFBoIElJSSBNREQ6IFBpdm90YWwgc2hvcnQtdGVybVwiLFwiMTQwMi0wMDI4OyBQaCBJSUkgTUREOiByYW5kb21pemVkIHdpdGhkcmF3YWwgc3R1ZHlcIixcIjE0MDItMDAyOTsgUGggSUlJIE1ERDogbG9uZy10ZXJtOyBvcGVuLWxhYmVsOyBzYWZldHkgc3R1ZHlcIixcIkNvbXAgJiBzdWJtIE5EQSAoTUREKVwiLFwiU3VibWlzc2lvbiBOREEgKE1ERClcIixcIkFwcHJvdmFsIChVUykgKE1ERClcIixcIkxhdW5jaCAoVVMpIChNREQpXCIsXCIxNDAyLTAwMzA7IFBoIElJIFBUU0RcIixcIlBvQ0MgKFBUU0QpXCIsXCJFb1BoSUkgbWVldGluZyAoUFRTRClcIixcIlJvRkQgKFBUU0QpXCIsXCJJTkQvQ1RBIFBoIElJSSAoUFRTRClcIixcIjE0MDItMDAzMTsgUGggSUliL0lJSSBzaG9ydC10ZXJtIHBpdm90YWwgc3R1ZGllc1wiLFwiMTQwMi0wMDMzOyBQaCBJSUkgUFRTRCBsb25nLXRlcm07IG9wZW4tbGFibGUgc2FmZXR5IHN0dWR5XCIsXCIxNDAyLTAwMzI7IFBoIElJSSBQVFNEIHBpdm90YWwgdHJpYWwgb24gbG9uZy10ZXJtIGVmZmljYWN5ICYgc2FmZXR5XCIsXCJDb21wICYgc3VibSBOREEgKFBUU0QpXCIsXCJTdWJtaXNzaW9uIE5EQSAoUFRTRClcIixcIkFwcHJvdmFsIChVUykgKFBUU0QpXCIsXCJMYXVuY2ggKFVTKSAoUFRTRClcIixcIjE0MDItMDAyMDsgUmVsLiBCQSBzdHVkeSBURjIgdG8gaUNGXCIsXCIxNDAyLTAwMTk7IERESSBzdHVkeSB3aXRoIG9yYWwgY29udHJhY2VwdGl2ZXNcIixcIjE0MDItMDAzNzsgRERJIHN0dWR5IHdpdGggQ2FyYmFtYXplcGluIChQbGFjZWhvbGRlcilcIixcIlJlbC4gQkEgc3R1ZHkgc2lkZSBiYXRjaGVzXCIsXCJSZWwuIEJBIGJyaWRnaW5nIHN0dWR5IGZpbG0tY29hdGluZyAoUGxhY2Vob2xkZXIpXCJdIiwiSXRlbXNTd2ltbGFuZXMiOiJb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JbmRpY2F0aW9uXCIsXCJTdXBwb3J0aW5nIHN0dWRpZXNcIixcIlN1cHBvcnRpbmcgc3R1ZGllc1wiLFwiU3VwcG9ydGluZyBzdHVkaWVzXCIsXCJTdXBwb3J0aW5nIHN0dWRpZXNcIixcIlN1cHBvcnRpbmcgc3R1ZGllc1wiXSIsIk1zZUxhdGVzdEltcG9ydEl0ZW1zIjoie1wiJGlkXCI6XCIxXCIsXCJSb290XCI6e1wiSW1wb3J0SWRcIjpudWxsLFwiSXNJbXBvcnRlZFwiOmZhbHNlLFwiQ2hpbGRyZW5cIjpbe1wiJGlkXCI6XCIyXCIsXCJJbXBvcnRJZFwiOlwiMTQwMi0wMDEyOyBQaCBJSTsgQlBEXCIsXCJJc0ltcG9ydGVkXCI6dHJ1ZSxcIkNoaWxkcmVuXCI6W119LHtcIiRpZFwiOlwiM1wiLFwiSW1wb3J0SWRcIjpcIlBvQ0MgKEJQRClcIixcIklzSW1wb3J0ZWRcIjp0cnVlLFwiQ2hpbGRyZW5cIjpbXX0se1wiJGlkXCI6XCI0XCIsXCJJbXBvcnRJZFwiOlwiRW9QaElJIG1lZXRpbmcgKEJQRClcIixcIklzSW1wb3J0ZWRcIjp0cnVlLFwiQ2hpbGRyZW5cIjpbXX0se1wiJGlkXCI6XCI1XCIsXCJJbXBvcnRJZFwiOlwiUm9GRCAoQlBEKVwiLFwiSXNJbXBvcnRlZFwiOnRydWUsXCJDaGlsZHJlblwiOltdfSx7XCIkaWRcIjpcIjZcIixcIkltcG9ydElkXCI6XCJJTkQvQ1RBIFBoIElJSSAoQlBEKVwiLFwiSXNJbXBvcnRlZFwiOnRydWUsXCJDaGlsZHJlblwiOltdfSx7XCIkaWRcIjpcIjdcIixcIkltcG9ydElkXCI6XCIxNDAyLTAwMjE7IFBoIElJSSBCUEQ6IFBpdm90YWwgc2hvcnQtdGVybVwiLFwiSXNJbXBvcnRlZFwiOnRydWUsXCJDaGlsZHJlblwiOltdfSx7XCIkaWRcIjpcIjhcIixcIkltcG9ydElkXCI6XCIxNDAyLTAwMjQ7IFBoIElJSSBCUEQ6IFBpdm90YWwgc2hvcnQtdGVybVwiLFwiSXNJbXBvcnRlZFwiOnRydWUsXCJDaGlsZHJlblwiOltdfSx7XCIkaWRcIjpcIjlcIixcIkltcG9ydElkXCI6XCIxNDAyLTAwMjI7IFBoIElJSSBCUEQgTG9uZy10ZXJtIGVmZmljYWN5IGFuZCBzYWZldHlcIixcIklzSW1wb3J0ZWRcIjp0cnVlLFwiQ2hpbGRyZW5cIjpbXX0se1wiJGlkXCI6XCIxMFwiLFwiSW1wb3J0SWRcIjpcIjE0MDItMDAyMzsgUGggSUlJIEJQRDogbG9uZy10ZXJtOyBvcGVuLWxhYmVsOyBzYWZldHkgc3R1ZHlcIixcIklzSW1wb3J0ZWRcIjp0cnVlLFwiQ2hpbGRyZW5cIjpbXX0se1wiJGlkXCI6XCIxMVwiLFwiSW1wb3J0SWRcIjpcIkNvbXAgJiBzdWJtIE5EQSAoQlBEKVwiLFwiSXNJbXBvcnRlZFwiOnRydWUsXCJDaGlsZHJlblwiOltdfSx7XCIkaWRcIjpcIjEyXCIsXCJJbXBvcnRJZFwiOlwiU3VibWlzc2lvbiBOREEgKEJQRClcIixcIklzSW1wb3J0ZWRcIjp0cnVlLFwiQ2hpbGRyZW5cIjpbXX0se1wiJGlkXCI6XCIxM1wiLFwiSW1wb3J0SWRcIjpcIkFwcHJvdmFsIChVUykgKEJQRClcIixcIklzSW1wb3J0ZWRcIjp0cnVlLFwiQ2hpbGRyZW5cIjpbXX0se1wiJGlkXCI6XCIxNFwiLFwiSW1wb3J0SWRcIjpcIkxhdW5jaCAoVVMpIChCUEQpXCIsXCJJc0ltcG9ydGVkXCI6dHJ1ZSxcIkNoaWxkcmVuXCI6W119LHtcIiRpZFwiOlwiMTVcIixcIkltcG9ydElkXCI6XCIxNDAyLTAwMTE7IFBoIElJOyBNRERcIixcIklzSW1wb3J0ZWRcIjp0cnVlLFwiQ2hpbGRyZW5cIjpbXX0se1wiJGlkXCI6XCIxNlwiLFwiSW1wb3J0SWRcIjpcIlBvQ0MgKE1ERClcIixcIklzSW1wb3J0ZWRcIjp0cnVlLFwiQ2hpbGRyZW5cIjpbXX0se1wiJGlkXCI6XCIxN1wiLFwiSW1wb3J0SWRcIjpcIkVvUGhJSSBtZWV0aW5nIChNREQpXCIsXCJJc0ltcG9ydGVkXCI6dHJ1ZSxcIkNoaWxkcmVuXCI6W119LHtcIiRpZFwiOlwiMThcIixcIkltcG9ydElkXCI6XCJSb0ZEIChNREQpXCIsXCJJc0ltcG9ydGVkXCI6dHJ1ZSxcIkNoaWxkcmVuXCI6W119LHtcIiRpZFwiOlwiMTlcIixcIkltcG9ydElkXCI6XCJJTkQvQ1RBIFBoIElJSSAoTUREKVwiLFwiSXNJbXBvcnRlZFwiOnRydWUsXCJDaGlsZHJlblwiOltdfSx7XCIkaWRcIjpcIjIwXCIsXCJJbXBvcnRJZFwiOlwiMTQwMi0wMDI1OyBQaCBJSUkgTUREOiBQaXZvdGFsIHNob3J0LXRlcm1cIixcIklzSW1wb3J0ZWRcIjp0cnVlLFwiQ2hpbGRyZW5cIjpbXX0se1wiJGlkXCI6XCIyMVwiLFwiSW1wb3J0SWRcIjpcIjE0MDItMDAyNjsgUGggSUlJIE1ERDogUGl2b3RhbCBzaG9ydC10ZXJtXCIsXCJJc0ltcG9ydGVkXCI6dHJ1ZSxcIkNoaWxkcmVuXCI6W119LHtcIiRpZFwiOlwiMjJcIixcIkltcG9ydElkXCI6XCIxNDAyLTAwMjc7IFBoIElJSSBNREQ6IFBpdm90YWwgc2hvcnQtdGVybVwiLFwiSXNJbXBvcnRlZFwiOnRydWUsXCJDaGlsZHJlblwiOltdfSx7XCIkaWRcIjpcIjIzXCIsXCJJbXBvcnRJZFwiOlwiMTQwMi0wMDI4OyBQaCBJSUkgTUREOiByYW5kb21pemVkIHdpdGhkcmF3YWwgc3R1ZHlcIixcIklzSW1wb3J0ZWRcIjp0cnVlLFwiQ2hpbGRyZW5cIjpbXX0se1wiJGlkXCI6XCIyNFwiLFwiSW1wb3J0SWRcIjpcIjE0MDItMDAyOTsgUGggSUlJIE1ERDogbG9uZy10ZXJtOyBvcGVuLWxhYmVsOyBzYWZldHkgc3R1ZHlcIixcIklzSW1wb3J0ZWRcIjp0cnVlLFwiQ2hpbGRyZW5cIjpbXX0se1wiJGlkXCI6XCIyNVwiLFwiSW1wb3J0SWRcIjpcIkNvbXAgJiBzdWJtIE5EQSAoTUREKVwiLFwiSXNJbXBvcnRlZFwiOnRydWUsXCJDaGlsZHJlblwiOltdfSx7XCIkaWRcIjpcIjI2XCIsXCJJbXBvcnRJZFwiOlwiU3VibWlzc2lvbiBOREEgKE1ERClcIixcIklzSW1wb3J0ZWRcIjp0cnVlLFwiQ2hpbGRyZW5cIjpbXX0se1wiJGlkXCI6XCIyN1wiLFwiSW1wb3J0SWRcIjpcIkFwcHJvdmFsIChVUykgKE1ERClcIixcIklzSW1wb3J0ZWRcIjp0cnVlLFwiQ2hpbGRyZW5cIjpbXX0se1wiJGlkXCI6XCIyOFwiLFwiSW1wb3J0SWRcIjpcIkxhdW5jaCAoVVMpIChNREQpXCIsXCJJc0ltcG9ydGVkXCI6dHJ1ZSxcIkNoaWxkcmVuXCI6W119LHtcIiRpZFwiOlwiMjlcIixcIkltcG9ydElkXCI6XCIxNDAyLTAwMzA7IFBoIElJIFBUU0RcIixcIklzSW1wb3J0ZWRcIjp0cnVlLFwiQ2hpbGRyZW5cIjpbXX0se1wiJGlkXCI6XCIzMFwiLFwiSW1wb3J0SWRcIjpcIlBvQ0MgKFBUU0QpXCIsXCJJc0ltcG9ydGVkXCI6dHJ1ZSxcIkNoaWxkcmVuXCI6W119LHtcIiRpZFwiOlwiMzFcIixcIkltcG9ydElkXCI6XCJFb1BoSUkgbWVldGluZyAoUFRTRClcIixcIklzSW1wb3J0ZWRcIjp0cnVlLFwiQ2hpbGRyZW5cIjpbXX0se1wiJGlkXCI6XCIzMlwiLFwiSW1wb3J0SWRcIjpcIlJvRkQgKFBUU0QpXCIsXCJJc0ltcG9ydGVkXCI6dHJ1ZSxcIkNoaWxkcmVuXCI6W119LHtcIiRpZFwiOlwiMzNcIixcIkltcG9ydElkXCI6XCJJTkQvQ1RBIFBoIElJSSAoUFRTRClcIixcIklzSW1wb3J0ZWRcIjp0cnVlLFwiQ2hpbGRyZW5cIjpbXX0se1wiJGlkXCI6XCIzNFwiLFwiSW1wb3J0SWRcIjpcIjE0MDItMDAzMTsgUGggSUliL0lJSSBzaG9ydC10ZXJtIHBpdm90YWwgc3R1ZGllc1wiLFwiSXNJbXBvcnRlZFwiOnRydWUsXCJDaGlsZHJlblwiOltdfSx7XCIkaWRcIjpcIjM1XCIsXCJJbXBvcnRJZFwiOlwiMTQwMi0wMDMzOyBQaCBJSUkgUFRTRCBsb25nLXRlcm07IG9wZW4tbGFibGUgc2FmZXR5IHN0dWR5XCIsXCJJc0ltcG9ydGVkXCI6dHJ1ZSxcIkNoaWxkcmVuXCI6W119LHtcIiRpZFwiOlwiMzZcIixcIkltcG9ydElkXCI6XCIxNDAyLTAwMzI7IFBoIElJSSBQVFNEIHBpdm90YWwgdHJpYWwgb24gbG9uZy10ZXJtIGVmZmljYWN5ICYgc2FmZXR5XCIsXCJJc0ltcG9ydGVkXCI6dHJ1ZSxcIkNoaWxkcmVuXCI6W119LHtcIiRpZFwiOlwiMzdcIixcIkltcG9ydElkXCI6XCJDb21wICYgc3VibSBOREEgKFBUU0QpXCIsXCJJc0ltcG9ydGVkXCI6dHJ1ZSxcIkNoaWxkcmVuXCI6W119LHtcIiRpZFwiOlwiMzhcIixcIkltcG9ydElkXCI6XCJTdWJtaXNzaW9uIE5EQSAoUFRTRClcIixcIklzSW1wb3J0ZWRcIjp0cnVlLFwiQ2hpbGRyZW5cIjpbXX0se1wiJGlkXCI6XCIzOVwiLFwiSW1wb3J0SWRcIjpcIkFwcHJvdmFsIChVUykgKFBUU0QpXCIsXCJJc0ltcG9ydGVkXCI6dHJ1ZSxcIkNoaWxkcmVuXCI6W119LHtcIiRpZFwiOlwiNDBcIixcIkltcG9ydElkXCI6XCJMYXVuY2ggKFVTKSAoUFRTRClcIixcIklzSW1wb3J0ZWRcIjp0cnVlLFwiQ2hpbGRyZW5cIjpbXX0se1wiJGlkXCI6XCI0MVwiLFwiSW1wb3J0SWRcIjpcIjE0MDItMDAyMDsgUmVsLiBCQSBzdHVkeSBURjIgdG8gaUNGXCIsXCJJc0ltcG9ydGVkXCI6dHJ1ZSxcIkNoaWxkcmVuXCI6W119LHtcIiRpZFwiOlwiNDJcIixcIkltcG9ydElkXCI6XCIxNDAyLTAwMTk7IERESSBzdHVkeSB3aXRoIG9yYWwgY29udHJhY2VwdGl2ZXNcIixcIklzSW1wb3J0ZWRcIjp0cnVlLFwiQ2hpbGRyZW5cIjpbXX0se1wiJGlkXCI6XCI0M1wiLFwiSW1wb3J0SWRcIjpcIjE0MDItMDAzNzsgRERJIHN0dWR5IHdpdGggQ2FyYmFtYXplcGluIChQbGFjZWhvbGRlcilcIixcIklzSW1wb3J0ZWRcIjp0cnVlLFwiQ2hpbGRyZW5cIjpbXX0se1wiJGlkXCI6XCI0NFwiLFwiSW1wb3J0SWRcIjpcIlJlbC4gQkEgc3R1ZHkgc2lkZSBiYXRjaGVzXCIsXCJJc0ltcG9ydGVkXCI6dHJ1ZSxcIkNoaWxkcmVuXCI6W119LHtcIiRpZFwiOlwiNDVcIixcIkltcG9ydElkXCI6XCJSZWwuIEJBIGJyaWRnaW5nIHN0dWR5IGZpbG0tY29hdGluZyAoUGxhY2Vob2xkZXIpXCIsXCJJc0ltcG9ydGVkXCI6dHJ1ZSxcIkNoaWxkcmVuXCI6W119XX19IiwiQ29sdW1uc01hcHBpbmciOiJbe1wiJGlkXCI6XCIxXCIsXCJTZWxlY3RlZE1hcHBpbmdcIjoxLFwiQ29sdW1uSGVhZGVyXCI6XCJDb2x1bW4wXCIsXCJDb2x1bW5GcmllbmRseU5hbWVcIjpcIkNsaW5pY2FsIFByb2dyYW1cIn0se1wiJGlkXCI6XCIyXCIsXCJTZWxlY3RlZE1hcHBpbmdcIjo3LFwiQ29sdW1uSGVhZGVyXCI6XCJDb2x1bW4xXCIsXCJDb2x1bW5GcmllbmRseU5hbWVcIjpcIlwifSx7XCIkaWRcIjpcIjNcIixcIlNlbGVjdGVkTWFwcGluZ1wiOjMsXCJDb2x1bW5IZWFkZXJcIjpcIkNvbHVtbjJcIixcIkNvbHVtbkZyaWVuZGx5TmFtZVwiOlwiXCJ9LHtcIiRpZFwiOlwiNFwiLFwiU2VsZWN0ZWRNYXBwaW5nXCI6NCxcIkNvbHVtbkhlYWRlclwiOlwiQ29sdW1uM1wiLFwiQ29sdW1uRnJpZW5kbHlOYW1lXCI6XCJcIn0se1wiJGlkXCI6XCI1XCIsXCJTZWxlY3RlZE1hcHBpbmdcIjoyLFwiQ29sdW1uSGVhZGVyXCI6XCJDb2x1bW43XCIsXCJDb2x1bW5GcmllbmRseU5hbWVcIjpcIlwifV0iLCJIZWFkZXJSb3dJbmRleCI6IjAiLCJNc2VTeW5jQnlVaWQiOiJGYWxzZSIsIlNvdXJjZVRlbXBsYXRlIjoie1wiJGlkXCI6XCIxXCIsXCJJZFwiOlwiY2MyNmY4NjMtMjdjZS00ODBlLWE1ODktYjNmMTJmMmQ2ZWIwXCIsXCJDdWx0dXJlSW5mb05hbWVcIjpcImVuLVVTXCIsXCJWZXJzaW9uXCI6e1wiJGlkXCI6XCIyXCIsXCJUZW1wbGF0ZURvbVZlcnNpb25cIjpcIjEuMi4wXCJ9LFwiRWZmZWN0XCI6MSxcIlN0eWxlXCI6e1wiJGlkXCI6XCIzXCIsXCJUaW1lYmFuZFN0eWxlXCI6e1wiJGlkXCI6XCI0XCIsXCJTY2FsZU1hcmtpbmdcIjoxLFwiU2hhcGVcIjoxMCxcIlNoYXBlU3R5bGVcIjp7XCIkaWRcIjpcIjVcIixcIk1hcmdpblwiOntcIiRpZFwiOlwiNlwiLFwiVG9wXCI6MC4wLFwiTGVmdFwiOjEwLjAsXCJSaWdodFwiOjEwLjAsXCJCb3R0b21cIjowLjB9LFwiUGFkZGluZ1wiOntcIiRpZFwiOlwiN1wiLFwiVG9wXCI6My4wLFwiTGVmdFwiOjAuMCxcIlJpZ2h0XCI6MC4wLFwiQm90dG9tXCI6My4wfSxcIkJhY2tncm91bmRcIjp7XCIkaWRcIjpcIjhcIixcIkNvbG9yXCI6e1wiJGlkXCI6XCI5XCIsXCJBXCI6MjU1LFwiUlwiOjY4LFwiR1wiOjg0LFwiQlwiOjEwNn19LFwiSXNWaXNpYmxlXCI6dHJ1ZSxcIldpZHRoXCI6ODU4LjAsXCJIZWlnaHRcIjoyMC4wLFwiQm9yZGVyU3R5bGVcIjp7XCIkaWRcIjpcIjEwXCIsXCJMaW5lQ29sb3JcIjp7XCIkaWRcIjpcIjExXCIsXCIkdHlwZVwiOlwiTkxSRS5Db21tb24uRG9tLlNvbGlkQ29sb3JCcnVzaCwgTkxSRS5Db21tb25cIixcIkNvbG9yXCI6e1wiJGlkXCI6XCIxMlwiLFwiQVwiOjI1NSxcIlJcIjoyNTUsXCJHXCI6MCxcIkJcIjowfX0sXCJMaW5lV2VpZ2h0XCI6MC4wLFwiTGluZVR5cGVcIjowfX0sXCJNaWRkbGVUaWVyU2hhcGVTdHlsZVwiOntcIiRpZFwiOlwiMTNcIixcIk1hcmdpblwiOntcIiRpZFwiOlwiMTRcIixcIlRvcFwiOjAuMCxcIkxlZnRcIjoxMC4wLFwiUmlnaHRcIjoxMC4wLFwiQm90dG9tXCI6MC4wfSxcIlBhZGRpbmdcIjp7XCIkaWRcIjpcIjE1XCIsXCJUb3BcIjozLjAsXCJMZWZ0XCI6MC4wLFwiUmlnaHRcIjowLjAsXCJCb3R0b21cIjozLjB9LFwiQmFja2dyb3VuZFwiOntcIiRpZFwiOlwiMTZcIixcIkNvbG9yXCI6e1wiJGlkXCI6XCIxN1wiLFwiQVwiOjI1NSxcIlJcIjo2OCxcIkdcIjo4NCxcIkJcIjoxMDZ9fSxcIklzVmlzaWJsZVwiOnRydWUsXCJXaWR0aFwiOjg1OC4wLFwiSGVpZ2h0XCI6MjAuMCxcIkJvcmRlclN0eWxlXCI6e1wiJGlkXCI6XCIxOFwiLFwiTGluZUNvbG9yXCI6e1wiJGlkXCI6XCIxOVwiLFwiJHR5cGVcIjpcIk5MUkUuQ29tbW9uLkRvbS5Tb2xpZENvbG9yQnJ1c2gsIE5MUkUuQ29tbW9uXCIsXCJDb2xvclwiOntcIiRpZFwiOlwiMjBcIixcIkFcIjoyNTUsXCJSXCI6MjU1LFwiR1wiOjAsXCJCXCI6MH19LFwiTGluZVdlaWdodFwiOjAuMCxcIkxpbmVUeXBlXCI6MH19LFwiQm90dG9tVGllclNoYXBlU3R5bGVcIjp7XCIkaWRcIjpcIjIxXCIsXCJNYXJnaW5cIjp7XCIkaWRcIjpcIjIyXCIsXCJUb3BcIjowLjAsXCJMZWZ0XCI6MTAuMCxcIlJpZ2h0XCI6MTAuMCxcIkJvdHRvbVwiOjAuMH0sXCJQYWRkaW5nXCI6e1wiJGlkXCI6XCIyM1wiLFwiVG9wXCI6My4wLFwiTGVmdFwiOjAuMCxcIlJpZ2h0XCI6MC4wLFwiQm90dG9tXCI6My4wfSxcIkJhY2tncm91bmRcIjp7XCIkaWRcIjpcIjI0XCIsXCJDb2xvclwiOntcIiRpZFwiOlwiMjVcIixcIkFcIjoyNTUsXCJSXCI6NjgsXCJHXCI6ODQsXCJCXCI6MTA2fX0sXCJJc1Zpc2libGVcIjp0cnVlLFwiV2lkdGhcIjo4NTguMCxcIkhlaWdodFwiOjIwLjAsXCJCb3JkZXJTdHlsZVwiOntcIiRpZFwiOlwiMjZcIixcIkxpbmVDb2xvclwiOntcIiRpZFwiOlwiMjdcIixcIiR0eXBlXCI6XCJOTFJFLkNvbW1vbi5Eb20uU29saWRDb2xvckJydXNoLCBOTFJFLkNvbW1vblwiLFwiQ29sb3JcIjp7XCIkaWRcIjpcIjI4XCIsXCJBXCI6MjU1LFwiUlwiOjI1NSxcIkdcIjowLFwiQlwiOjB9fSxcIkxpbmVXZWlnaHRcIjowLjAsXCJMaW5lVHlwZVwiOjB9fSxcIlJpZ2h0RW5kQ2Fwc1N0eWxlXCI6e1wiJGlkXCI6XCIyOVwiLFwiRm9udFNldHRpbmdzXCI6e1wiJGlkXCI6XCIzMFwiLFwiRm9udFNpemVcIjoxOCxcIkZvbnROYW1lXCI6XCJDYWxpYnJpXCIsXCJJc0JvbGRcIjp0cnVlLFwiSXNJdGFsaWNcIjpmYWxzZSxcIklzVW5kZXJsaW5lZFwiOmZhbHNlfSxcIkF1dG9TaXplXCI6MCxcIkZvcmVncm91bmRcIjp7XCIkaWRcIjpcIjMxXCIsXCJDb2xvclwiOntcIiRpZFwiOlwiMzJcIixcIkFcIjoyNTUsXCJSXCI6MjM3LFwiR1wiOjEyNSxcIkJcIjo0OX19LFwiQmFja2dyb3VuZEZpbGxUeXBlXCI6MCxcIk1heFdpZHRoXCI6XCJJbmZpbml0eVwiLFwiTWF4SGVpZ2h0XCI6XCJJbmZpbml0eVwiLFwiU21hcnRGb3JlZ3JvdW5kSXNBY3RpdmVcIjpmYWxzZSxcIkhvcml6b250YWxBbGlnbm1lbnRcIjowLFwiVmVydGljYWxBbGlnbm1lbnRcIjowLFwiU21hcnRGb3JlZ3JvdW5kXCI6bnVsbCxcIk1hcmdpblwiOntcIiRpZFwiOlwiMzNcIixcIlRvcFwiOjAuMCxcIkxlZnRcIjowLjAsXCJSaWdodFwiOjIwLjAsXCJCb3R0b21cIjowLjB9LFwiUGFkZGluZ1wiOntcIiRpZFwiOlwiMzRcIixcIlRvcFwiOjAuMCxcIkxlZnRcIjowLjAsXCJSaWdodFwiOjAuMCxcIkJvdHRvbVwiOjAuMH0sXCJCYWNrZ3JvdW5kXCI6e1wiJGlkXCI6XCIzNVwiLFwiQ29sb3JcIjp7XCIkaWRcIjpcIjM2XCIsXCJBXCI6MCxcIlJcIjowLFwiR1wiOjAsXCJCXCI6MH19LFwiSXNWaXNpYmxlXCI6dHJ1ZSxcIldpZHRoXCI6MC4wLFwiSGVpZ2h0XCI6MC4wLFwiQm9yZGVyU3R5bGVcIjpudWxsfSxcIkxlZnRFbmRDYXBzU3R5bGVcIjp7XCIkaWRcIjpcIjM3XCIsXCJGb250U2V0dGluZ3NcIjp7XCIkaWRcIjpcIjM4XCIsXCJGb250U2l6ZVwiOjE4LFwiRm9udE5hbWVcIjpcIkNhbGlicmlcIixcIklzQm9sZFwiOnRydWUsXCJJc0l0YWxpY1wiOmZhbHNlLFwiSXNVbmRlcmxpbmVkXCI6ZmFsc2V9LFwiQXV0b1NpemVcIjowLFwiRm9yZWdyb3VuZFwiOntcIiRpZFwiOlwiMzlcIixcIkNvbG9yXCI6e1wiJGlkXCI6XCI0MFwiLFwiQVwiOjI1NSxcIlJcIjoyMzcsXCJHXCI6MTI1LFwiQlwiOjQ5fX0sXCJCYWNrZ3JvdW5kRmlsbFR5cGVcIjowLFwiTWF4V2lkdGhcIjpcIkluZmluaXR5XCIsXCJNYXhIZWlnaHRcIjpcIkluZmluaXR5XCIsXCJTbWFydEZvcmVncm91bmRJc0FjdGl2ZVwiOmZhbHNlLFwiSG9yaXpvbnRhbEFsaWdubWVudFwiOjAsXCJWZXJ0aWNhbEFsaWdubWVudFwiOjAsXCJTbWFydEZvcmVncm91bmRcIjpudWxsLFwiTWFyZ2luXCI6e1wiJGlkXCI6XCI0MVwiLFwiVG9wXCI6MC4wLFwiTGVmdFwiOjIwLjAsXCJSaWdodFwiOjAuMCxcIkJvdHRvbVwiOjAuMH0sXCJQYWRkaW5nXCI6e1wiJGlkXCI6XCI0MlwiLFwiVG9wXCI6MC4wLFwiTGVmdFwiOjAuMCxcIlJpZ2h0XCI6MC4wLFwiQm90dG9tXCI6MC4wfSxcIkJhY2tncm91bmRcIjp7XCIkaWRcIjpcIjQzXCIsXCJDb2xvclwiOntcIiRyZWZcIjpcIjM2XCJ9fSxcIklzVmlzaWJsZVwiOmZhbHNlLFwiV2lkdGhcIjowLjAsXCJIZWlnaHRcIjowLjAsXCJCb3JkZXJTdHlsZVwiOm51bGx9LFwiVG9kYXlUZXh0U3R5bGVcIjp7XCIkaWRcIjpcIjQ0XCIsXCJGb250U2V0dGluZ3NcIjp7XCIkaWRcIjpcIjQ1XCIsXCJGb250U2l6ZVwiOjEyLFwiRm9udE5hbWVcIjpcIkNhbGlicmlcIixcIklzQm9sZFwiOmZhbHNlLFwiSXNJdGFsaWNcIjpmYWxzZSxcIklzVW5kZXJsaW5lZFwiOmZhbHNlfSxcIkF1dG9TaXplXCI6MCxcIkZvcmVncm91bmRcIjp7XCIkaWRcIjpcIjQ2XCIsXCJDb2xvclwiOntcIiRpZFwiOlwiNDdcIixcIkFcIjoyNTUsXCJSXCI6MCxcIkdcIjowLFwiQlwiOjB9fSxcIkJhY2tncm91bmRGaWxsVHlwZVwiOjAsXCJNYXhXaWR0aFwiOjIwMC4wLFwiTWF4SGVpZ2h0XCI6XCJJbmZpbml0eVwiLFwiU21hcnRGb3JlZ3JvdW5kSXNBY3RpdmVcIjpmYWxzZSxcIkhvcml6b250YWxBbGlnbm1lbnRcIjowLFwiVmVydGljYWxBbGlnbm1lbnRcIjowLFwiU21hcnRGb3JlZ3JvdW5kXCI6bnVsbCxcIk1hcmdpblwiOntcIiRpZFwiOlwiNDhcIixcIlRvcFwiOjAuMCxcIkxlZnRcIjowLjAsXCJSaWdodFwiOjAuMCxcIkJvdHRvbVwiOjAuMH0sXCJQYWRkaW5nXCI6e1wiJGlkXCI6XCI0OVwiLFwiVG9wXCI6MC4wLFwiTGVmdFwiOjAuMCxcIlJpZ2h0XCI6MC4wLFwiQm90dG9tXCI6MC4wfSxcIkJhY2tncm91bmRcIjp7XCIkaWRcIjpcIjUwXCIsXCJDb2xvclwiOntcIiRyZWZcIjpcIjM2XCJ9fSxcIklzVmlzaWJsZVwiOnRydWUsXCJXaWR0aFwiOjAuMCxcIkhlaWdodFwiOjAuMCxcIkJvcmRlclN0eWxlXCI6bnVsbH0sXCJUb2RheU1hcmtlclN0eWxlXCI6e1wiJGlkXCI6XCI1MVwiLFwiTWFyZ2luXCI6e1wiJGlkXCI6XCI1MlwiLFwiVG9wXCI6MC4wLFwiTGVmdFwiOjAuMCxcIlJpZ2h0XCI6MC4wLFwiQm90dG9tXCI6MC4wfSxcIlBhZGRpbmdcIjp7XCIkaWRcIjpcIjUzXCIsXCJUb3BcIjowLjAsXCJMZWZ0XCI6MC4wLFwiUmlnaHRcIjowLjAsXCJCb3R0b21cIjowLjB9LFwiQmFja2dyb3VuZFwiOntcIiRpZFwiOlwiNTRcIixcIkNvbG9yXCI6e1wiJGlkXCI6XCI1NVwiLFwiQVwiOjI1NSxcIlJcIjoyNTUsXCJHXCI6MCxcIkJcIjowfX0sXCJJc1Zpc2libGVcIjp0cnVlLFwiV2lkdGhcIjowLjAsXCJIZWlnaHRcIjowLjAsXCJCb3JkZXJTdHlsZVwiOm51bGx9LFwiU2NhbGVTdHlsZVwiOntcIiRpZFwiOlwiNTZcIixcIlNob3dTZWdtZW50U2VwYXJhdG9yc1wiOmZhbHNlLFwiU2VnbWVudFNlcGFyYXRvck9wYWNpdHlcIjozMCxcIlNoYXBlXCI6MyxcIkhhc0JlZW5WaXNpYmxlQmVmb3JlXCI6dHJ1ZSxcIkZvbnRTZXR0aW5nc1wiOntcIiRpZFwiOlwiNTdcIixcIkZvbnRTaXplXCI6MTIsXCJGb250TmFtZVwiOlwiQ2FsaWJyaVwiLFwiSXNCb2xkXCI6ZmFsc2UsXCJJc0l0YWxpY1wiOmZhbHNlLFwiSXNVbmRlcmxpbmVkXCI6ZmFsc2V9LFwiQXV0b1NpemVcIjowLFwiRm9yZWdyb3VuZFwiOntcIiRpZFwiOlwiNThcIixcIkNvbG9yXCI6e1wiJGlkXCI6XCI1OV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2MFwiLFwiVG9wXCI6MC4wLFwiTGVmdFwiOjUuMCxcIlJpZ2h0XCI6MC4wLFwiQm90dG9tXCI6MC4wfSxcIlBhZGRpbmdcIjp7XCIkaWRcIjpcIjYxXCIsXCJUb3BcIjowLjAsXCJMZWZ0XCI6MC4wLFwiUmlnaHRcIjowLjAsXCJCb3R0b21cIjowLjB9LFwiQmFja2dyb3VuZFwiOntcIiRpZFwiOlwiNjJcIixcIkNvbG9yXCI6e1wiJHJlZlwiOlwiMzZcIn19LFwiSXNWaXNpYmxlXCI6dHJ1ZSxcIldpZHRoXCI6MC4wLFwiSGVpZ2h0XCI6MC4wLFwiQm9yZGVyU3R5bGVcIjpudWxsfSxcIk1pZGRsZVRpZXJTY2FsZVN0eWxlXCI6e1wiJGlkXCI6XCI2M1wiLFwiU2hvd1NlZ21lbnRTZXBhcmF0b3JzXCI6ZmFsc2UsXCJTZWdtZW50U2VwYXJhdG9yT3BhY2l0eVwiOjMwLFwiU2hhcGVcIjozLFwiSGFzQmVlblZpc2libGVCZWZvcmVcIjpmYWxzZSxcIkZvbnRTZXR0aW5nc1wiOntcIiRpZFwiOlwiNjRcIixcIkZvbnRTaXplXCI6MTIsXCJGb250TmFtZVwiOlwiQ2FsaWJyaVwiLFwiSXNCb2xkXCI6ZmFsc2UsXCJJc0l0YWxpY1wiOmZhbHNlLFwiSXNVbmRlcmxpbmVkXCI6ZmFsc2V9LFwiQXV0b1NpemVcIjowLFwiRm9yZWdyb3VuZFwiOntcIiRpZFwiOlwiNjVcIixcIkNvbG9yXCI6e1wiJGlkXCI6XCI2NlwiLFwiQVwiOjI1NSxcIlJcIjoyNTUsXCJHXCI6MjU1LFwiQlwiOjI1NX19LFwiQmFja2dyb3VuZEZpbGxUeXBlXCI6MCxcIk1heFdpZHRoXCI6MjAwLjAsXCJNYXhIZWlnaHRcIjpcIkluZmluaXR5XCIsXCJTbWFydEZvcmVncm91bmRJc0FjdGl2ZVwiOmZhbHNlLFwiSG9yaXpvbnRhbEFsaWdubWVudFwiOjAsXCJWZXJ0aWNhbEFsaWdubWVudFwiOjEsXCJTbWFydEZvcmVncm91bmRcIjpudWxsLFwiTWFyZ2luXCI6e1wiJGlkXCI6XCI2N1wiLFwiVG9wXCI6MC4wLFwiTGVmdFwiOjUuMCxcIlJpZ2h0XCI6MC4wLFwiQm90dG9tXCI6MC4wfSxcIlBhZGRpbmdcIjp7XCIkaWRcIjpcIjY4XCIsXCJUb3BcIjowLjAsXCJMZWZ0XCI6MC4wLFwiUmlnaHRcIjowLjAsXCJCb3R0b21cIjowLjB9LFwiQmFja2dyb3VuZFwiOntcIiRpZFwiOlwiNjlcIixcIkNvbG9yXCI6e1wiJGlkXCI6XCI3MFwiLFwiQVwiOjAsXCJSXCI6MCxcIkdcIjowLFwiQlwiOjB9fSxcIklzVmlzaWJsZVwiOmZhbHNlLFwiV2lkdGhcIjowLjAsXCJIZWlnaHRcIjowLjAsXCJCb3JkZXJTdHlsZVwiOm51bGx9LFwiQm90dG9tVGllclNjYWxlU3R5bGVcIjp7XCIkaWRcIjpcIjcxXCIsXCJTaG93U2VnbWVudFNlcGFyYXRvcnNcIjpmYWxzZSxcIlNlZ21lbnRTZXBhcmF0b3JPcGFjaXR5XCI6MzAsXCJTaGFwZVwiOjMsXCJIYXNCZWVuVmlzaWJsZUJlZm9yZVwiOmZhbHNlLFwiRm9udFNldHRpbmdzXCI6e1wiJGlkXCI6XCI3MlwiLFwiRm9udFNpemVcIjoxMixcIkZvbnROYW1lXCI6XCJDYWxpYnJpXCIsXCJJc0JvbGRcIjpmYWxzZSxcIklzSXRhbGljXCI6ZmFsc2UsXCJJc1VuZGVybGluZWRcIjpmYWxzZX0sXCJBdXRvU2l6ZVwiOjAsXCJGb3JlZ3JvdW5kXCI6e1wiJGlkXCI6XCI3M1wiLFwiQ29sb3JcIjp7XCIkaWRcIjpcIjc0XCIsXCJBXCI6MjU1LFwiUlwiOjI1NSxcIkdcIjoyNTUsXCJCXCI6MjU1fX0sXCJCYWNrZ3JvdW5kRmlsbFR5cGVcIjowLFwiTWF4V2lkdGhcIjoyMDAuMCxcIk1heEhlaWdodFwiOlwiSW5maW5pdHlcIixcIlNtYXJ0Rm9yZWdyb3VuZElzQWN0aXZlXCI6ZmFsc2UsXCJIb3Jpem9udGFsQWxpZ25tZW50XCI6MCxcIlZlcnRpY2FsQWxpZ25tZW50XCI6MSxcIlNtYXJ0Rm9yZWdyb3VuZFwiOm51bGwsXCJNYXJnaW5cIjp7XCIkaWRcIjpcIjc1XCIsXCJUb3BcIjowLjAsXCJMZWZ0XCI6NS4wLFwiUmlnaHRcIjowLjAsXCJCb3R0b21cIjowLjB9LFwiUGFkZGluZ1wiOntcIiRpZFwiOlwiNzZcIixcIlRvcFwiOjAuMCxcIkxlZnRcIjowLjAsXCJSaWdodFwiOjAuMCxcIkJvdHRvbVwiOjAuMH0sXCJCYWNrZ3JvdW5kXCI6e1wiJGlkXCI6XCI3N1wiLFwiQ29sb3JcIjp7XCIkaWRcIjpcIjc4XCIsXCJBXCI6MCxcIlJcIjowLFwiR1wiOjAsXCJCXCI6MH19LFwiSXNWaXNpYmxlXCI6ZmFsc2UsXCJXaWR0aFwiOjAuMCxcIkhlaWdodFwiOjAuMCxcIkJvcmRlclN0eWxlXCI6bnVsbH0sXCJTaW5nbGVTY2FsZVNoYXBlU3R5bGVcIjpudWxsLFwiRWxhcHNlZFRpbWVCYWNrZ3JvdW5kXCI6e1wiJGlkXCI6XCI3OVwiLFwiQ29sb3JcIjp7XCIkaWRcIjpcIjgwXCIsXCJBXCI6MTkxLFwiUlwiOjI1NSxcIkdcIjowLFwiQlwiOjB9fSxcIkFwcGVuZFllYXJPblllYXJDaGFuZ2VcIjpmYWxzZSxcIkVsYXBzZWRUaW1lRm9ybWF0XCI6MixcIlRvZGF5TWFya2VyUG9zaXRpb25cIjozLFwiUXVpY2tQb3NpdGlvblwiOjIsXCJBYnNvbHV0ZVBvc2l0aW9uXCI6NDA1LjAsXCJNYXJnaW5cIjp7XCIkaWRcIjpcIjgxXCIsXCJUb3BcIjowLjAsXCJMZWZ0XCI6MTAuMCxcIlJpZ2h0XCI6MTAuMCxcIkJvdHRvbVwiOjAuMH0sXCJQYWRkaW5nXCI6e1wiJGlkXCI6XCI4MlwiLFwiVG9wXCI6MC4wLFwiTGVmdFwiOjAuMCxcIlJpZ2h0XCI6MC4wLFwiQm90dG9tXCI6MC4wfSxcIkJhY2tncm91bmRcIjp7XCIkaWRcIjpcIjgzXCIsXCJDb2xvclwiOntcIiRpZFwiOlwiODRcIixcIkFcIjoyNTUsXCJSXCI6NDcsXCJHXCI6NTQsXCJCXCI6MTUzfX0sXCJJc1Zpc2libGVcIjp0cnVlLFwiV2lkdGhcIjowLjAsXCJIZWlnaHRcIjowLjAsXCJCb3JkZXJTdHlsZVwiOm51bGx9LFwiRGVmYXVsdE1pbGVzdG9uZVN0eWxlXCI6e1wiJGlkXCI6XCI4NVwiLFwiU2hhcGVcIjoyLFwiQ29ubmVjdG9yTWFyZ2luXCI6e1wiJGlkXCI6XCI4NlwiLFwiVG9wXCI6MC4wLFwiTGVmdFwiOjIuMCxcIlJpZ2h0XCI6Mi4wLFwiQm90dG9tXCI6MC4wfSxcIkNvbm5lY3RvclN0eWxlXCI6e1wiJGlkXCI6XCI4N1wiLFwiTGluZUNvbG9yXCI6e1wiJGlkXCI6XCI4OFwiLFwiJHR5cGVcIjpcIk5MUkUuQ29tbW9uLkRvbS5Tb2xpZENvbG9yQnJ1c2gsIE5MUkUuQ29tbW9uXCIsXCJDb2xvclwiOntcIiRpZFwiOlwiODlcIixcIkFcIjoxMjcsXCJSXCI6NzksXCJHXCI6MTI5LFwiQlwiOjE4OX19LFwiTGluZVdlaWdodFwiOjEuMCxcIkxpbmVUeXBlXCI6MH0sXCJJc0JlbG93VGltZWJhbmRcIjpmYWxzZSxcIkhpZGVEYXRlXCI6ZmFsc2UsXCJTaGFwZVNpemVcIjoxLFwiU3BhY2luZ1wiOjIuMCxcIlBhZGRpbmdcIjp7XCIkaWRcIjpcIjkwXCIsXCJUb3BcIjo3LjAsXCJMZWZ0XCI6My4wLFwiUmlnaHRcIjowLjAsXCJCb3R0b21cIjoyLjB9LFwiUG9zaXRpb25cIjpudWxsLFwiUG9zaXRpb25PblRhc2tcIjowLFwiU2hhcGVTdHlsZVwiOntcIiRpZFwiOlwiOTFcIixcIk1hcmdpblwiOntcIiRpZFwiOlwiOTJcIixcIlRvcFwiOjAuMCxcIkxlZnRcIjowLjAsXCJSaWdodFwiOjAuMCxcIkJvdHRvbVwiOjAuMH0sXCJQYWRkaW5nXCI6e1wiJGlkXCI6XCI5M1wiLFwiVG9wXCI6MC4wLFwiTGVmdFwiOjAuMCxcIlJpZ2h0XCI6MC4wLFwiQm90dG9tXCI6MC4wfSxcIkJhY2tncm91bmRcIjp7XCIkaWRcIjpcIjk0XCIsXCJDb2xvclwiOntcIiRpZFwiOlwiOTVcIixcIkFcIjoyNTUsXCJSXCI6MCxcIkdcIjoxMTQsXCJCXCI6MTg4fX0sXCJJc1Zpc2libGVcIjp0cnVlLFwiV2lkdGhcIjoxMy4wLFwiSGVpZ2h0XCI6MTMuMCxcIkJvcmRlclN0eWxlXCI6e1wiJGlkXCI6XCI5NlwiLFwiTGluZUNvbG9yXCI6e1wiJGlkXCI6XCI5N1wiLFwiJHR5cGVcIjpcIk5MUkUuQ29tbW9uLkRvbS5Tb2xpZENvbG9yQnJ1c2gsIE5MUkUuQ29tbW9uXCIsXCJDb2xvclwiOntcIiRpZFwiOlwiOThcIixcIkFcIjoyNTUsXCJSXCI6MjU1LFwiR1wiOjAsXCJCXCI6MH19LFwiTGluZVdlaWdodFwiOjAuMCxcIkxpbmVUeXBlXCI6MH19LFwiVGl0bGVTdHlsZVwiOntcIiRpZFwiOlwiOTlcIixcIkZvbnRTZXR0aW5nc1wiOntcIiRpZFwiOlwiMTAwXCIsXCJGb250U2l6ZVwiOjExLFwiRm9udE5hbWVcIjpcIkNhbGlicmlcIixcIklzQm9sZFwiOnRydWUsXCJJc0l0YWxpY1wiOmZhbHNlLFwiSXNVbmRlcmxpbmVkXCI6ZmFsc2V9LFwiQXV0b1NpemVcIjowLFwiRm9yZWdyb3VuZFwiOntcIiRpZFwiOlwiMTAxXCIsXCJDb2xvclwiOntcIiRpZFwiOlwiMTAyXCIsXCJBXCI6MjU1LFwiUlwiOjAsXCJHXCI6MCxcIkJcIjowfX0sXCJCYWNrZ3JvdW5kRmlsbFR5cGVcIjowLFwiTWF4V2lkdGhcIjoyMDAuMCxcIk1heEhlaWdodFwiOlwiSW5maW5pdHlcIixcIlNtYXJ0Rm9yZWdyb3VuZElzQWN0aXZlXCI6ZmFsc2UsXCJIb3Jpem9udGFsQWxpZ25tZW50XCI6MCxcIlZlcnRpY2FsQWxpZ25tZW50XCI6MCxcIlNtYXJ0Rm9yZWdyb3VuZFwiOm51bGwsXCJNYXJnaW5cIjp7XCIkaWRcIjpcIjEwM1wiLFwiVG9wXCI6MC4wLFwiTGVmdFwiOjAuMCxcIlJpZ2h0XCI6MC4wLFwiQm90dG9tXCI6MC4wfSxcIlBhZGRpbmdcIjp7XCIkaWRcIjpcIjEwNFwiLFwiVG9wXCI6MC4wLFwiTGVmdFwiOjAuMCxcIlJpZ2h0XCI6MC4wLFwiQm90dG9tXCI6MC4wfSxcIkJhY2tncm91bmRcIjp7XCIkaWRcIjpcIjEwNVwiLFwiQ29sb3JcIjp7XCIkcmVmXCI6XCIzNlwifX0sXCJJc1Zpc2libGVcIjp0cnVlLFwiV2lkdGhcIjowLjAsXCJIZWlnaHRcIjowLjAsXCJCb3JkZXJTdHlsZVwiOm51bGx9LFwiRGF0ZVN0eWxlXCI6e1wiJGlkXCI6XCIxMDZcIixcIkZvbnRTZXR0aW5nc1wiOntcIiRpZFwiOlwiMTA3XCIsXCJGb250U2l6ZVwiOjEwLFwiRm9udE5hbWVcIjpcIkNhbGlicmlcIixcIklzQm9sZFwiOmZhbHNlLFwiSXNJdGFsaWNcIjpmYWxzZSxcIklzVW5kZXJsaW5lZFwiOmZhbHNlfSxcIkF1dG9TaXplXCI6MCxcIkZvcmVncm91bmRcIjp7XCIkaWRcIjpcIjEwOFwiLFwiQ29sb3JcIjp7XCIkaWRcIjpcIjEwOVwiLFwiQVwiOjI1NSxcIlJcIjo2OCxcIkdcIjo4NCxcIkJcIjoxMDZ9fSxcIkJhY2tncm91bmRGaWxsVHlwZVwiOjAsXCJNYXhXaWR0aFwiOjIwMC4wLFwiTWF4SGVpZ2h0XCI6XCJJbmZpbml0eVwiLFwiU21hcnRGb3JlZ3JvdW5kSXNBY3RpdmVcIjpmYWxzZSxcIkhvcml6b250YWxBbGlnbm1lbnRcIjowLFwiVmVydGljYWxBbGlnbm1lbnRcIjowLFwiU21hcnRGb3JlZ3JvdW5kXCI6bnVsbCxcIk1hcmdpblwiOntcIiRpZFwiOlwiMTEwXCIsXCJUb3BcIjowLjAsXCJMZWZ0XCI6MC4wLFwiUmlnaHRcIjowLjAsXCJCb3R0b21cIjowLjB9LFwiUGFkZGluZ1wiOntcIiRpZFwiOlwiMTExXCIsXCJUb3BcIjowLjAsXCJMZWZ0XCI6MC4wLFwiUmlnaHRcIjowLjAsXCJCb3R0b21cIjowLjB9LFwiQmFja2dyb3VuZFwiOntcIiRpZFwiOlwiMTEyXCIsXCJDb2xvclwiOntcIiRyZWZcIjpcIjM2XCJ9fSxcIklzVmlzaWJsZVwiOnRydWUsXCJXaWR0aFwiOjAuMCxcIkhlaWdodFwiOjAuMCxcIkJvcmRlclN0eWxlXCI6bnVsbH0sXCJEYXRlRm9ybWF0XCI6e1wiJGlkXCI6XCIxMTNcIixcIkZvcm1hdFN0cmluZ1wiOlwiTU1NIGRcIixcIlNlcGFyYXRvclwiOlwiL1wiLFwiVXNlSW50ZXJuYXRpb25hbERhdGVGb3JtYXRcIjpmYWxzZSxcIkRhdGVJc1Zpc2libGVcIjp0cnVlLFwiVGltZUlzVmlzaWJsZVwiOmZhbHNlLFwiSG91ckRpZ2l0c1wiOjEsXCJBbVBtRGVzaWduYXRvclwiOjIsXCJUcmltMDBNaW51dGVzXCI6ZmFsc2UsXCJMYXN0S25vd25WaXNpYmlsaXR5U3RhdGVcIjpudWxsfSxcIklzVmlzaWJsZVwiOnRydWV9LFwiRGVmYXVsdFRhc2tTdHlsZVwiOntcIiRpZFwiOlwiMTE0XCIsXCJTaGFwZVwiOjEsXCJTaGFwZVRoaWNrbmVzc1wiOjAsXCJEdXJhdGlvbkZvcm1hdFwiOjAsXCJQZXJjZW50YWdlQ29tcGxldGVTdHlsZVwiOntcIiRpZFwiOlwiMTE1XCIsXCJGb250U2V0dGluZ3NcIjp7XCIkaWRcIjpcIjExNlwiLFwiRm9udFNpemVcIjoxMCxcIkZvbnROYW1lXCI6XCJDYWxpYnJpXCIsXCJJc0JvbGRcIjpmYWxzZSxcIklzSXRhbGljXCI6ZmFsc2UsXCJJc1VuZGVybGluZWRcIjpmYWxzZX0sXCJBdXRvU2l6ZVwiOjAsXCJGb3JlZ3JvdW5kXCI6e1wiJGlkXCI6XCIxMTdcIixcIkNvbG9yXCI6e1wiJGlkXCI6XCIxMThcIixcIkFcIjoyNTUsXCJSXCI6MjM3LFwiR1wiOjEyNSxcIkJcIjo0OX19LFwiQmFja2dyb3VuZEZpbGxUeXBlXCI6MCxcIk1heFdpZHRoXCI6MjAwLjAsXCJNYXhIZWlnaHRcIjpcIkluZmluaXR5XCIsXCJTbWFydEZvcmVncm91bmRJc0FjdGl2ZVwiOmZhbHNlLFwiSG9yaXpvbnRhbEFsaWdubWVudFwiOjAsXCJWZXJ0aWNhbEFsaWdubWVudFwiOjAsXCJTbWFydEZvcmVncm91bmRcIjpudWxsLFwiTWFyZ2luXCI6e1wiJGlkXCI6XCIxMTlcIixcIlRvcFwiOjAuMCxcIkxlZnRcIjowLjAsXCJSaWdodFwiOjAuMCxcIkJvdHRvbVwiOjAuMH0sXCJQYWRkaW5nXCI6e1wiJGlkXCI6XCIxMjBcIixcIlRvcFwiOjAuMCxcIkxlZnRcIjowLjAsXCJSaWdodFwiOjAuMCxcIkJvdHRvbVwiOjAuMH0sXCJCYWNrZ3JvdW5kXCI6e1wiJGlkXCI6XCIxMjFcIixcIkNvbG9yXCI6e1wiJHJlZlwiOlwiMzZcIn19LFwiSXNWaXNpYmxlXCI6dHJ1ZSxcIldpZHRoXCI6MC4wLFwiSGVpZ2h0XCI6MC4wLFwiQm9yZGVyU3R5bGVcIjpudWxsfSxcIkR1cmF0aW9uU3R5bGVcIjp7XCIkaWRcIjpcIjEyMlwiLFwiRm9udFNldHRpbmdzXCI6e1wiJGlkXCI6XCIxMjNcIixcIkZvbnRTaXplXCI6MTAsXCJGb250TmFtZVwiOlwiQ2FsaWJyaVwiLFwiSXNCb2xkXCI6ZmFsc2UsXCJJc0l0YWxpY1wiOmZhbHNlLFwiSXNVbmRlcmxpbmVkXCI6ZmFsc2V9LFwiQXV0b1NpemVcIjowLFwiRm9yZWdyb3VuZFwiOntcIiRpZFwiOlwiMTI0XCIsXCJDb2xvclwiOntcIiRpZFwiOlwiMTI1XCIsXCJBXCI6MjU1LFwiUlwiOjIzNyxcIkdcIjoxMjUsXCJCXCI6NDl9fSxcIkJhY2tncm91bmRGaWxsVHlwZVwiOjAsXCJNYXhXaWR0aFwiOjIwMC4wLFwiTWF4SGVpZ2h0XCI6XCJJbmZpbml0eVwiLFwiU21hcnRGb3JlZ3JvdW5kSXNBY3RpdmVcIjpmYWxzZSxcIkhvcml6b250YWxBbGlnbm1lbnRcIjowLFwiVmVydGljYWxBbGlnbm1lbnRcIjowLFwiU21hcnRGb3JlZ3JvdW5kXCI6bnVsbCxcIk1hcmdpblwiOntcIiRpZFwiOlwiMTI2XCIsXCJUb3BcIjowLjAsXCJMZWZ0XCI6MC4wLFwiUmlnaHRcIjowLjAsXCJCb3R0b21cIjowLjB9LFwiUGFkZGluZ1wiOntcIiRpZFwiOlwiMTI3XCIsXCJUb3BcIjowLjAsXCJMZWZ0XCI6MC4wLFwiUmlnaHRcIjowLjAsXCJCb3R0b21cIjowLjB9LFwiQmFja2dyb3VuZFwiOntcIiRpZFwiOlwiMTI4XCIsXCJDb2xvclwiOntcIiRyZWZcIjpcIjM2XCJ9fSxcIklzVmlzaWJsZVwiOnRydWUsXCJXaWR0aFwiOjAuMCxcIkhlaWdodFwiOjAuMCxcIkJvcmRlclN0eWxlXCI6bnVsbH0sXCJIb3Jpem9udGFsQ29ubmVjdG9yU3R5bGVcIjp7XCIkaWRcIjpcIjEyOVwiLFwiTGluZUNvbG9yXCI6e1wiJGlkXCI6XCIxMzBcIixcIiR0eXBlXCI6XCJOTFJFLkNvbW1vbi5Eb20uU29saWRDb2xvckJydXNoLCBOTFJFLkNvbW1vblwiLFwiQ29sb3JcIjp7XCIkaWRcIjpcIjEzMVwiLFwiQVwiOjI1NSxcIlJcIjoyMDQsXCJHXCI6MjA0LFwiQlwiOjIwNH19LFwiTGluZVdlaWdodFwiOjEuMCxcIkxpbmVUeXBlXCI6MH0sXCJWZXJ0aWNhbENvbm5lY3RvclN0eWxlXCI6e1wiJGlkXCI6XCIxMzJcIixcIkxpbmVDb2xvclwiOntcIiRpZFwiOlwiMTMzXCIsXCIkdHlwZVwiOlwiTkxSRS5Db21tb24uRG9tLlNvbGlkQ29sb3JCcnVzaCwgTkxSRS5Db21tb25cIixcIkNvbG9yXCI6e1wiJGlkXCI6XCIxMzRcIixcIkFcIjoyNTUsXCJSXCI6MjA0LFwiR1wiOjIwNCxcIkJcIjoyMDR9fSxcIkxpbmVXZWlnaHRcIjowLjAsXCJMaW5lVHlwZVwiOjB9LFwiTWFyZ2luXCI6bnVsbCxcIlN0YXJ0RGF0ZVBvc2l0aW9uXCI6MyxcIkVuZERhdGVQb3NpdGlvblwiOjMsXCJUaXRsZVBvc2l0aW9uXCI6NCxcIkR1cmF0aW9uUG9zaXRpb25cIjo2LFwiUGVyY2VudGFnZUNvbXBsZXRlZFBvc2l0aW9uXCI6NixcIlNwYWNpbmdcIjo1LFwiSXNCZWxvd1RpbWViYW5kXCI6ZmFsc2UsXCJQZXJjZW50YWdlQ29tcGxldGVTaGFwZU9wYWNpdHlcIjozNSxcIkdyb3VwTmFtZVwiOm51bGwsXCJBdHRhY2hlZE1pbGVzdG9uZXNTdHlsZXNcIjpudWxsLFwiU2hhcGVTdHlsZVwiOntcIiRpZFwiOlwiMTM1XCIsXCJNYXJnaW5cIjp7XCIkaWRcIjpcIjEzNlwiLFwiVG9wXCI6MC4wLFwiTGVmdFwiOjQuMCxcIlJpZ2h0XCI6NC4wLFwiQm90dG9tXCI6MC4wfSxcIlBhZGRpbmdcIjp7XCIkaWRcIjpcIjEzN1wiLFwiVG9wXCI6MC4wLFwiTGVmdFwiOjAuMCxcIlJpZ2h0XCI6MC4wLFwiQm90dG9tXCI6MC4wfSxcIkJhY2tncm91bmRcIjp7XCIkaWRcIjpcIjEzOFwiLFwiQ29sb3JcIjp7XCIkaWRcIjpcIjEzOVwiLFwiQVwiOjI1NSxcIlJcIjowLFwiR1wiOjExNCxcIkJcIjoxODh9fSxcIklzVmlzaWJsZVwiOnRydWUsXCJXaWR0aFwiOjAuMCxcIkhlaWdodFwiOjEwLjAsXCJCb3JkZXJTdHlsZVwiOntcIiRpZFwiOlwiMTQwXCIsXCJMaW5lQ29sb3JcIjp7XCIkaWRcIjpcIjE0MVwiLFwiJHR5cGVcIjpcIk5MUkUuQ29tbW9uLkRvbS5Tb2xpZENvbG9yQnJ1c2gsIE5MUkUuQ29tbW9uXCIsXCJDb2xvclwiOntcIiRpZFwiOlwiMTQyXCIsXCJBXCI6MjU1LFwiUlwiOjI1NSxcIkdcIjowLFwiQlwiOjB9fSxcIkxpbmVXZWlnaHRcIjowLjAsXCJMaW5lVHlwZVwiOjB9fSxcIlRpdGxlU3R5bGVcIjp7XCIkaWRcIjpcIjE0M1wiLFwiRm9udFNldHRpbmdzXCI6e1wiJGlkXCI6XCIxNDRcIixcIkZvbnRTaXplXCI6MTEsXCJGb250TmFtZVwiOlwiQ2FsaWJyaVwiLFwiSXNCb2xkXCI6dHJ1ZSxcIklzSXRhbGljXCI6ZmFsc2UsXCJJc1VuZGVybGluZWRcIjpmYWxzZX0sXCJBdXRvU2l6ZVwiOjAsXCJGb3JlZ3JvdW5kXCI6e1wiJGlkXCI6XCIxNDVcIixcIkNvbG9yXCI6e1wiJGlkXCI6XCIxNDZcIixcIkFcIjoyNTUsXCJSXCI6MCxcIkdcIjowLFwiQlwiOjB9fSxcIkJhY2tncm91bmRGaWxsVHlwZVwiOjAsXCJNYXhXaWR0aFwiOjk2MC4wLFwiTWF4SGVpZ2h0XCI6XCJJbmZpbml0eVwiLFwiU21hcnRGb3JlZ3JvdW5kSXNBY3RpdmVcIjpmYWxzZSxcIkhvcml6b250YWxBbGlnbm1lbnRcIjowLFwiVmVydGljYWxBbGlnbm1lbnRcIjowLFwiU21hcnRGb3JlZ3JvdW5kXCI6bnVsbCxcIk1hcmdpblwiOntcIiRpZFwiOlwiMTQ3XCIsXCJUb3BcIjowLjAsXCJMZWZ0XCI6MC4wLFwiUmlnaHRcIjowLjAsXCJCb3R0b21cIjowLjB9LFwiUGFkZGluZ1wiOntcIiRpZFwiOlwiMTQ4XCIsXCJUb3BcIjowLjAsXCJMZWZ0XCI6MC4wLFwiUmlnaHRcIjowLjAsXCJCb3R0b21cIjowLjB9LFwiQmFja2dyb3VuZFwiOntcIiRpZFwiOlwiMTQ5XCIsXCJDb2xvclwiOntcIiRyZWZcIjpcIjM2XCJ9fSxcIklzVmlzaWJsZVwiOnRydWUsXCJXaWR0aFwiOjAuMCxcIkhlaWdodFwiOjAuMCxcIkJvcmRlclN0eWxlXCI6bnVsbH0sXCJEYXRlU3R5bGVcIjp7XCIkaWRcIjpcIjE1MFwiLFwiRm9udFNldHRpbmdzXCI6e1wiJGlkXCI6XCIxNTFcIixcIkZvbnRTaXplXCI6MTAsXCJGb250TmFtZVwiOlwiQ2FsaWJyaVwiLFwiSXNCb2xkXCI6ZmFsc2UsXCJJc0l0YWxpY1wiOmZhbHNlLFwiSXNVbmRlcmxpbmVkXCI6ZmFsc2V9LFwiQXV0b1NpemVcIjowLFwiRm9yZWdyb3VuZFwiOntcIiRpZFwiOlwiMTUyXCIsXCJDb2xvclwiOntcIiRpZFwiOlwiMTUzXCIsXCJBXCI6MjU1LFwiUlwiOjY4LFwiR1wiOjg0LFwiQlwiOjEwNn19LFwiQmFja2dyb3VuZEZpbGxUeXBlXCI6MCxcIk1heFdpZHRoXCI6MjAwLjAsXCJNYXhIZWlnaHRcIjpcIkluZmluaXR5XCIsXCJTbWFydEZvcmVncm91bmRJc0FjdGl2ZVwiOmZhbHNlLFwiSG9yaXpvbnRhbEFsaWdubWVudFwiOjIsXCJWZXJ0aWNhbEFsaWdubWVudFwiOjAsXCJTbWFydEZvcmVncm91bmRcIjpudWxsLFwiTWFyZ2luXCI6e1wiJGlkXCI6XCIxNTRcIixcIlRvcFwiOjAuMCxcIkxlZnRcIjowLjAsXCJSaWdodFwiOjAuMCxcIkJvdHRvbVwiOjAuMH0sXCJQYWRkaW5nXCI6e1wiJGlkXCI6XCIxNTVcIixcIlRvcFwiOjAuMCxcIkxlZnRcIjowLjAsXCJSaWdodFwiOjAuMCxcIkJvdHRvbVwiOjAuMH0sXCJCYWNrZ3JvdW5kXCI6e1wiJGlkXCI6XCIxNTZcIixcIkNvbG9yXCI6e1wiJHJlZlwiOlwiMzZcIn19LFwiSXNWaXNpYmxlXCI6dHJ1ZSxcIldpZHRoXCI6MC4wLFwiSGVpZ2h0XCI6MC4wLFwiQm9yZGVyU3R5bGVcIjpudWxsfSxcIkRhdGVGb3JtYXRcIjp7XCIkaWRcIjpcIjE1N1wiLFwiRm9ybWF0U3RyaW5nXCI6XCJNTU0gZFwiLFwiU2VwYXJhdG9yXCI6XCIvXCIsXCJVc2VJbnRlcm5hdGlvbmFsRGF0ZUZvcm1hdFwiOmZhbHNlLFwiRGF0ZUlzVmlzaWJsZVwiOnRydWUsXCJUaW1lSXNWaXNpYmxlXCI6ZmFsc2UsXCJIb3VyRGlnaXRzXCI6MSxcIkFtUG1EZXNpZ25hdG9yXCI6MixcIlRyaW0wME1pbnV0ZXNcIjpmYWxzZSxcIkxhc3RLbm93blZpc2liaWxpdHlTdGF0ZVwiOm51bGx9LFwiSXNWaXNpYmxlXCI6dHJ1ZX0sXCJTaG93RWxhcHNlZFRpbWVHcmFkaWVudFN0eWxlXCI6ZmFsc2UsXCJUaW1lYmFuZFJlc2VydmVkTGVmdEFyZWFTdHlsZVwiOm51bGwsXCJEZWZhdWx0U3dpbWxhbmVTdHlsZVwiOntcIiRpZFwiOlwiMTU4XCIsXCJIZWFkZXJTdHlsZVwiOntcIiRpZFwiOlwiMTU5XCIsXCJUZXh0U3R5bGVcIjp7XCIkaWRcIjpcIjE2MFwiLFwiRm9udFNldHRpbmdzXCI6e1wiJGlkXCI6XCIxNjFcIixcIkZvbnRTaXplXCI6MTIsXCJGb250TmFtZVwiOlwiQ2FsaWJyaVwiLFwiSXNCb2xkXCI6ZmFsc2UsXCJJc0l0YWxpY1wiOmZhbHNlLFwiSXNVbmRlcmxpbmVkXCI6ZmFsc2V9LFwiQXV0b1NpemVcIjowLFwiRm9yZWdyb3VuZFwiOntcIiRpZFwiOlwiMTYyXCIsXCJDb2xvclwiOntcIiRpZFwiOlwiMTYzXCIsXCJBXCI6MjU1LFwiUlwiOjMyLFwiR1wiOjU2LFwiQlwiOjEwMH19LFwiQmFja2dyb3VuZEZpbGxUeXBlXCI6MCxcIk1heFdpZHRoXCI6MC4wLFwiTWF4SGVpZ2h0XCI6MC4wLFwiU21hcnRGb3JlZ3JvdW5kSXNBY3RpdmVcIjpmYWxzZSxcIkhvcml6b250YWxBbGlnbm1lbnRcIjowLFwiVmVydGljYWxBbGlnbm1lbnRcIjowLFwiU21hcnRGb3JlZ3JvdW5kXCI6bnVsbCxcIk1hcmdpblwiOntcIiRpZFwiOlwiMTY0XCIsXCJUb3BcIjowLjAsXCJMZWZ0XCI6MC4wLFwiUmlnaHRcIjowLjAsXCJCb3R0b21cIjowLjB9LFwiUGFkZGluZ1wiOntcIiRpZFwiOlwiMTY1XCIsXCJUb3BcIjowLjAsXCJMZWZ0XCI6MC4wLFwiUmlnaHRcIjowLjAsXCJCb3R0b21cIjowLjB9LFwiQmFja2dyb3VuZFwiOm51bGwsXCJJc1Zpc2libGVcIjpmYWxzZSxcIldpZHRoXCI6MC4wLFwiSGVpZ2h0XCI6MC4wLFwiQm9yZGVyU3R5bGVcIjpudWxsfSxcIlJlY3RhbmdsZVN0eWxlXCI6e1wiJGlkXCI6XCIxNjZcIixcIk1hcmdpblwiOntcIiRpZFwiOlwiMTY3XCIsXCJUb3BcIjowLjAsXCJMZWZ0XCI6MC4wLFwiUmlnaHRcIjowLjAsXCJCb3R0b21cIjowLjB9LFwiUGFkZGluZ1wiOntcIiRpZFwiOlwiMTY4XCIsXCJUb3BcIjowLjAsXCJMZWZ0XCI6MC4wLFwiUmlnaHRcIjowLjAsXCJCb3R0b21cIjowLjB9LFwiQmFja2dyb3VuZFwiOntcIiRpZFwiOlwiMTY5XCIsXCJDb2xvclwiOntcIiRpZFwiOlwiMTcwXCIsXCJBXCI6MTI3LFwiUlwiOjkxLFwiR1wiOjE1NSxcIkJcIjoyMTN9fSxcIklzVmlzaWJsZVwiOmZhbHNlLFwiV2lkdGhcIjowLjAsXCJIZWlnaHRcIjowLjAsXCJCb3JkZXJTdHlsZVwiOntcIiRpZFwiOlwiMTcxXCIsXCJMaW5lQ29sb3JcIjp7XCIkaWRcIjpcIjE3MlwiLFwiJHR5cGVcIjpcIk5MUkUuQ29tbW9uLkRvbS5Tb2xpZENvbG9yQnJ1c2gsIE5MUkUuQ29tbW9uXCIsXCJDb2xvclwiOntcIiRpZFwiOlwiMTczXCIsXCJBXCI6MjU1LFwiUlwiOjI1NSxcIkdcIjowLFwiQlwiOjB9fSxcIkxpbmVXZWlnaHRcIjowLjAsXCJMaW5lVHlwZVwiOjB9fSxcIlRleHRJc1ZlcnRpY2FsXCI6ZmFsc2V9LFwiQmFja2dyb3VuZFN0eWxlXCI6e1wiJGlkXCI6XCIxNzRcIixcIk1hcmdpblwiOntcIiRpZFwiOlwiMTc1XCIsXCJUb3BcIjowLjAsXCJMZWZ0XCI6MC4wLFwiUmlnaHRcIjowLjAsXCJCb3R0b21cIjowLjB9LFwiUGFkZGluZ1wiOntcIiRpZFwiOlwiMTc2XCIsXCJUb3BcIjowLjAsXCJMZWZ0XCI6MC4wLFwiUmlnaHRcIjowLjAsXCJCb3R0b21cIjowLjB9LFwiQmFja2dyb3VuZFwiOntcIiRpZFwiOlwiMTc3XCIsXCJDb2xvclwiOntcIiRpZFwiOlwiMTc4XCIsXCJBXCI6MzgsXCJSXCI6OTEsXCJHXCI6MTU1LFwiQlwiOjIxM319LFwiSXNWaXNpYmxlXCI6dHJ1ZSxcIldpZHRoXCI6MC4wLFwiSGVpZ2h0XCI6MC4wLFwiQm9yZGVyU3R5bGVcIjp7XCIkaWRcIjpcIjE3OVwiLFwiTGluZUNvbG9yXCI6e1wiJGlkXCI6XCIxODBcIixcIiR0eXBlXCI6XCJOTFJFLkNvbW1vbi5Eb20uU29saWRDb2xvckJydXNoLCBOTFJFLkNvbW1vblwiLFwiQ29sb3JcIjp7XCIkaWRcIjpcIjE4MVwiLFwiQVwiOjI1NSxcIlJcIjoyNTUsXCJHXCI6MCxcIkJcIjowfX0sXCJMaW5lV2VpZ2h0XCI6MC4wLFwiTGluZVR5cGVcIjowfX0sXCJJc0Fib3ZlVGltZWJhbmRcIjpmYWxzZX0sXCJDdXN0b21NaWxlc3RvbmVTdHlsZUxpc3RcIjpbXSxcIkN1c3RvbVRhc2tTdHlsZUxpc3RcIjpbXSxcIkN1c3RvbVN3aW1sYW5lRGVmaW5pdGlvblN0eWxlTGlzdFwiOltdLFwiQ3VzdG9tU3dpbWxhbmVWMlN0eWxlTGlzdFwiOltdLFwiR3JpZGxpbmVQYW5lbFN0eWxlXCI6e1wiJGlkXCI6XCIxODJcIixcIkdyaWRsaW5lU3R5bGVcIjp7XCIkaWRcIjpcIjE4M1wiLFwiTGluZUNvbG9yXCI6e1wiJGlkXCI6XCIxODRcIixcIiR0eXBlXCI6XCJOTFJFLkNvbW1vbi5Eb20uU29saWRDb2xvckJydXNoLCBOTFJFLkNvbW1vblwiLFwiQ29sb3JcIjp7XCIkaWRcIjpcIjE4NVwiLFwiQVwiOjM4LFwiUlwiOjkxLFwiR1wiOjE1NSxcIkJcIjoyMTN9fSxcIkxpbmVXZWlnaHRcIjoxLjAsXCJMaW5lVHlwZVwiOjB9LFwiSXNWaXNpYmxlXCI6dHJ1ZX0sXCJBY3Rpdml0eUxpbmVQYW5lbFN0eWxlXCI6e1wiJGlkXCI6XCIxODZcIixcIkFjdGl2aXR5TGluZVN0eWxlXCI6e1wiJGlkXCI6XCIxODdcIixcIkxpbmVDb2xvclwiOntcIiRpZFwiOlwiMTg4XCIsXCIkdHlwZVwiOlwiTkxSRS5Db21tb24uRG9tLlNvbGlkQ29sb3JCcnVzaCwgTkxSRS5Db21tb25cIixcIkNvbG9yXCI6e1wiJGlkXCI6XCIxODlcIixcIkFcIjozOCxcIlJcIjo2OCxcIkdcIjoxMTQsXCJCXCI6MTk2fX0sXCJMaW5lV2VpZ2h0XCI6MS4wLFwiTGluZVR5cGVcIjowfSxcIklzVmlzaWJsZVwiOnRydWV9fSxcIlNjYWxlXCI6e1wiJGlkXCI6XCIxOTBcIixcIlN0YXJ0RGF0ZVwiOlwiMDAwMS0wMS0wMVQwMDowMDowMFwiLFwiRW5kRGF0ZVwiOlwiMDAwMS0wMS0wMVQwMDowMDowMFwiLFwiRm9ybWF0XCI6XCJ3XCIsXCJUeXBlXCI6MSxcIkF1dG9EYXRlUmFuZ2VcIjp0cnVlLFwiV29ya2luZ0RheXNcIjozMSxcIlRvZGF5TWFya2VyVGV4dFwiOlwiVG9kYXlcIixcIkF1dG9TY2FsZVR5cGVcIjp0cnVlfSxcIlNjYWxlVjJcIjp7XCIkaWRcIjpcIjE5MVwiLFwiU3RhcnREYXRlXCI6XCIwMDAxLTAxLTAxVDAwOjAwOjAwXCIsXCJFbmREYXRlXCI6XCIwMDAxLTAxLTAxVDAwOjAwOjAwXCIsXCJBdXRvRGF0ZVJhbmdlXCI6dHJ1ZSxcIldvcmtpbmdEYXlzXCI6MzEsXCJUb2RheU1hcmtlclRleHRcIjpcIlRvZGF5XCIsXCJBdXRvU2NhbGVUeXBlXCI6dHJ1ZSxcIlRpbWViYW5kU2NhbGVzXCI6e1wiJGlkXCI6XCIxOTJcIixcIlRvcFNjYWxlTGF5ZXJcIjp7XCIkaWRcIjpcIjE5M1wiLFwiRm9ybWF0XCI6XCJ3XCIsXCJUeXBlXCI6MX0sXCJNaWRkbGVTY2FsZUxheWVyXCI6e1wiJGlkXCI6XCIxOTRcIixcIkZvcm1hdFwiOm51bGwsXCJUeXBlXCI6MH0sXCJCb3R0b21TY2FsZUxheWVyXCI6e1wiJGlkXCI6XCIxOTVcIixcIkZvcm1hdFwiOm51bGwsXCJUeXBlXCI6MH19fSxcIk1pbGVzdG9uZXNcIjpbXSxcIlRhc2tzXCI6W10sXCJTd2ltbGFuZXNcIjpbXSxcIlN3aW1sYW5lc1YyXCI6W10sXCJTZXR0aW5nc1wiOntcIiRpZFwiOlwiMTk2XCIsXCJJbXBhT3B0aW9uc1wiOntcIiRpZFwiOlwiMTk3XCIsXCJMZWZ0VG9SaWdodFwiOmZhbHNlLFwiUGF5bG9hZE9wdGlvbnNcIjoyfX0sXCJUaW1lQ29uZmlndXJhdGlvblwiOntcIiRpZFwiOlwiMTk4XCIsXCJVc2VUaW1lXCI6ZmFsc2UsXCJXb3JrRGF5U3RhcnRcIjpcIjAwOjAwOjAwXCIsXCJXb3JrRGF5RW5kXCI6XCIyMzo1OTowMFwifX0iLCJVcGRhdGVTY2FsZUZvckltcG9ydGVkVGltZWxpbmUiOiJGYWxzZSIsIlJlY2VudENvbG9yc0NvbGxlY3Rpb24iOiJbXCIjRkZGRUJBMEFcIixcIiNGRkVBMTYxRVwiLFwiI0ZGRkE4QzkwXCIsXCIjRkZGMjYyNjdcIixcIiNGRkZGQzAwMFwiLFwiI0ZGMUFBQTQyXCIsXCIjRkY3MEFENDdcIixcIiNGRjJGMzY5OVwiXSJ9LCJTZXR0aW5ncyI6eyIkaWQiOiIyNTQ4IiwiSW1wYU9wdGlvbnMiOnsiJGlkIjoiMjU0OSIsIkxlZnRUb1JpZ2h0IjpmYWxzZSwiUGF5bG9hZE9wdGlvbnMiOjJ9LCJVc2VDb21wcmVzc2lvbiI6ZmFsc2UsIkNvbXByZXNpb25QZXJjZW50YWdlIjo1MC4wLCJJbmFjdGl2ZUludGVydmFsV2lkdGhUaHJlc2hvbGQiOjMwLjAsIkluYWN0aXZlSW50ZXJ2YWxXaWR0aCI6MS4wLCJTcGxpdFRhc2tzIjpmYWxzZSwiVXNlQ2x1c3RlciI6ZmFsc2UsIkVwc2lsb24iOjUuMCwiTWluUG9pbnRzVG9Gb3JtQUNsdXN0ZXIiOjIsIkdlbmVyYXRlSW52aXNpYmxlU2hhcGVzIjpmYWxzZSwiU21hcnRUaW1lbGluZVRhc2tQZXJjZW50YWdlRml0IjpmYWxzZX0sIklzTmV3IjpmYWxzZSwiSW1wb3J0VHlwZSI6NCwiRmlsZVBhdGgiOiJDOlxcVXNlcnNcXGthZGVyZWl0XFxPbmVEcml2ZSAtIEJvZWhyaW5nZXIgSW5nZWxoZWltXFxEZXNrdG9wXFx0ZW1wXFxjbGluaWNhbCB0aW1lbGluZXMueGxzeCIsIlRpbWVDb25maWd1cmF0aW9uIjp7IiRpZCI6IjI1NTAiLCJVc2VUaW1lIjpmYWxzZSwiV29ya0RheVN0YXJ0IjoiMDA6MDA6MDAiLCJXb3JrRGF5RW5kIjoiMjM6NTk6MDAifSwiTGFzdFVzZWRUZW1wbGF0ZUlkIjoiY2MyNmY4NjMtMjdjZS00ODBlLWE1ODktYjNmMTJmMmQ2ZWIwIiwiRmlyc3RXZWVrT2ZZZWFyIjowLCJQbGFjZU1pbGVzdG9uZUF0VGhlQmVnaW5uaW5nT2ZUaGVEYXkiOmZhbHNlLCJEZXBlbmRlbmN5U2NoZWR1bGluZ1NldHRpbmdzIjp7IiRpZCI6IjI1NTEiLCJEZXBlbmRlbmNpZXNTY2hlZHVsaW5nTW9kZVNldHRpbmciOiJGbGV4aWJsZSIsIkRlcGVuZGVuY2llc1ByZXZpb3VzU2NoZWR1bGluZ01vZGUiOiJGbGV4aWJsZSIsIk9uQnJlYWtpbmdGbGV4aWJsZVNjaGVkdWxpbmdNb2RlU2V0dGluZyI6IkFza0V2ZXJ5dGltZSIsIk9uQnJlYWtpbmdTdHJpY3RTY2hlZHVsaW5nTW9kZVNldHRpbmciOiJBc2tFdmVyeXRpbWUifSwiRGVwZW5kZW5jeU1vZHVsZUVuYWJsZWQiOmZhbHNlLCJEZXBlbmRlbmNpZXMiOnsiX2RlcGVuZGVuY2llcyI6W119fQ=="/>
  <p:tag name="__MASTER" val="__part_0"/>
</p:tagLst>
</file>

<file path=ppt/tags/tag94.xml><?xml version="1.0" encoding="utf-8"?>
<p:tagLst xmlns:a="http://schemas.openxmlformats.org/drawingml/2006/main" xmlns:r="http://schemas.openxmlformats.org/officeDocument/2006/relationships" xmlns:p="http://schemas.openxmlformats.org/presentationml/2006/main">
  <p:tag name="OTLMARKERSHAPE" val="OTL"/>
</p:tagLst>
</file>

<file path=ppt/tags/tag95.xml><?xml version="1.0" encoding="utf-8"?>
<p:tagLst xmlns:a="http://schemas.openxmlformats.org/drawingml/2006/main" xmlns:r="http://schemas.openxmlformats.org/officeDocument/2006/relationships" xmlns:p="http://schemas.openxmlformats.org/presentationml/2006/main">
  <p:tag name="OTLMARKERSHAPE" val="OTL"/>
</p:tagLst>
</file>

<file path=ppt/tags/tag96.xml><?xml version="1.0" encoding="utf-8"?>
<p:tagLst xmlns:a="http://schemas.openxmlformats.org/drawingml/2006/main" xmlns:r="http://schemas.openxmlformats.org/officeDocument/2006/relationships" xmlns:p="http://schemas.openxmlformats.org/presentationml/2006/main">
  <p:tag name="OTLMARKERSHAPE" val="OTL"/>
</p:tagLst>
</file>

<file path=ppt/tags/tag97.xml><?xml version="1.0" encoding="utf-8"?>
<p:tagLst xmlns:a="http://schemas.openxmlformats.org/drawingml/2006/main" xmlns:r="http://schemas.openxmlformats.org/officeDocument/2006/relationships" xmlns:p="http://schemas.openxmlformats.org/presentationml/2006/main">
  <p:tag name="OTLMARKERSHAPE" val="OTL"/>
</p:tagLst>
</file>

<file path=ppt/tags/tag98.xml><?xml version="1.0" encoding="utf-8"?>
<p:tagLst xmlns:a="http://schemas.openxmlformats.org/drawingml/2006/main" xmlns:r="http://schemas.openxmlformats.org/officeDocument/2006/relationships" xmlns:p="http://schemas.openxmlformats.org/presentationml/2006/main">
  <p:tag name="OTLMARKERSHAPE" val="OTL"/>
</p:tagLst>
</file>

<file path=ppt/tags/tag99.xml><?xml version="1.0" encoding="utf-8"?>
<p:tagLst xmlns:a="http://schemas.openxmlformats.org/drawingml/2006/main" xmlns:r="http://schemas.openxmlformats.org/officeDocument/2006/relationships" xmlns:p="http://schemas.openxmlformats.org/presentationml/2006/main">
  <p:tag name="OTLMARKERSHAPE" val="OTL"/>
</p:tagLst>
</file>

<file path=ppt/tags/tag100.xml><?xml version="1.0" encoding="utf-8"?>
<p:tagLst xmlns:a="http://schemas.openxmlformats.org/drawingml/2006/main" xmlns:r="http://schemas.openxmlformats.org/officeDocument/2006/relationships" xmlns:p="http://schemas.openxmlformats.org/presentationml/2006/main">
  <p:tag name="OTLMARKERSHAPE" val="OTL"/>
</p:tagLst>
</file>

<file path=ppt/tags/tag101.xml><?xml version="1.0" encoding="utf-8"?>
<p:tagLst xmlns:a="http://schemas.openxmlformats.org/drawingml/2006/main" xmlns:r="http://schemas.openxmlformats.org/officeDocument/2006/relationships" xmlns:p="http://schemas.openxmlformats.org/presentationml/2006/main">
  <p:tag name="OTLMARKERSHAPE" val="OTL"/>
</p:tagLst>
</file>

<file path=ppt/tags/tag102.xml><?xml version="1.0" encoding="utf-8"?>
<p:tagLst xmlns:a="http://schemas.openxmlformats.org/drawingml/2006/main" xmlns:r="http://schemas.openxmlformats.org/officeDocument/2006/relationships" xmlns:p="http://schemas.openxmlformats.org/presentationml/2006/main">
  <p:tag name="OTLMARKERSHAPE" val="OTL"/>
</p:tagLst>
</file>

<file path=ppt/tags/tag103.xml><?xml version="1.0" encoding="utf-8"?>
<p:tagLst xmlns:a="http://schemas.openxmlformats.org/drawingml/2006/main" xmlns:r="http://schemas.openxmlformats.org/officeDocument/2006/relationships" xmlns:p="http://schemas.openxmlformats.org/presentationml/2006/main">
  <p:tag name="OTLELAPSEDSTYLE" val="Hide"/>
  <p:tag name="OTLMARKERSHAPE" val="OTL"/>
</p:tagLst>
</file>

<file path=ppt/tags/tag104.xml><?xml version="1.0" encoding="utf-8"?>
<p:tagLst xmlns:a="http://schemas.openxmlformats.org/drawingml/2006/main" xmlns:r="http://schemas.openxmlformats.org/officeDocument/2006/relationships" xmlns:p="http://schemas.openxmlformats.org/presentationml/2006/main">
  <p:tag name="OTLMARKERSHAPE" val="OTL"/>
</p:tagLst>
</file>

<file path=ppt/tags/tag105.xml><?xml version="1.0" encoding="utf-8"?>
<p:tagLst xmlns:a="http://schemas.openxmlformats.org/drawingml/2006/main" xmlns:r="http://schemas.openxmlformats.org/officeDocument/2006/relationships" xmlns:p="http://schemas.openxmlformats.org/presentationml/2006/main">
  <p:tag name="OTLMARKERSHAPE" val="OTL"/>
</p:tagLst>
</file>

<file path=ppt/tags/tag106.xml><?xml version="1.0" encoding="utf-8"?>
<p:tagLst xmlns:a="http://schemas.openxmlformats.org/drawingml/2006/main" xmlns:r="http://schemas.openxmlformats.org/officeDocument/2006/relationships" xmlns:p="http://schemas.openxmlformats.org/presentationml/2006/main">
  <p:tag name="OTLMARKERSHAPE" val="OTL"/>
</p:tagLst>
</file>

<file path=ppt/tags/tag107.xml><?xml version="1.0" encoding="utf-8"?>
<p:tagLst xmlns:a="http://schemas.openxmlformats.org/drawingml/2006/main" xmlns:r="http://schemas.openxmlformats.org/officeDocument/2006/relationships" xmlns:p="http://schemas.openxmlformats.org/presentationml/2006/main">
  <p:tag name="OTLMARKERSHAPE" val="OTL"/>
</p:tagLst>
</file>

<file path=ppt/tags/tag108.xml><?xml version="1.0" encoding="utf-8"?>
<p:tagLst xmlns:a="http://schemas.openxmlformats.org/drawingml/2006/main" xmlns:r="http://schemas.openxmlformats.org/officeDocument/2006/relationships" xmlns:p="http://schemas.openxmlformats.org/presentationml/2006/main">
  <p:tag name="OTLMARKERSHAPE" val="OTL"/>
</p:tagLst>
</file>

<file path=ppt/tags/tag109.xml><?xml version="1.0" encoding="utf-8"?>
<p:tagLst xmlns:a="http://schemas.openxmlformats.org/drawingml/2006/main" xmlns:r="http://schemas.openxmlformats.org/officeDocument/2006/relationships" xmlns:p="http://schemas.openxmlformats.org/presentationml/2006/main">
  <p:tag name="OTLMARKERSHAPE" val="OTL"/>
</p:tagLst>
</file>

<file path=ppt/tags/tag110.xml><?xml version="1.0" encoding="utf-8"?>
<p:tagLst xmlns:a="http://schemas.openxmlformats.org/drawingml/2006/main" xmlns:r="http://schemas.openxmlformats.org/officeDocument/2006/relationships" xmlns:p="http://schemas.openxmlformats.org/presentationml/2006/main">
  <p:tag name="OTLTODAYPOSITION" val="Hide"/>
  <p:tag name="OTLMARKERSHAPE" val="OTL"/>
</p:tagLst>
</file>

<file path=ppt/tags/tag111.xml><?xml version="1.0" encoding="utf-8"?>
<p:tagLst xmlns:a="http://schemas.openxmlformats.org/drawingml/2006/main" xmlns:r="http://schemas.openxmlformats.org/officeDocument/2006/relationships" xmlns:p="http://schemas.openxmlformats.org/presentationml/2006/main">
  <p:tag name="OTLMARKERSHAPE" val="OTL"/>
</p:tagLst>
</file>

<file path=ppt/tags/tag112.xml><?xml version="1.0" encoding="utf-8"?>
<p:tagLst xmlns:a="http://schemas.openxmlformats.org/drawingml/2006/main" xmlns:r="http://schemas.openxmlformats.org/officeDocument/2006/relationships" xmlns:p="http://schemas.openxmlformats.org/presentationml/2006/main">
  <p:tag name="OTLMARKERSHAPE" val="OTL"/>
</p:tagLst>
</file>

<file path=ppt/tags/tag113.xml><?xml version="1.0" encoding="utf-8"?>
<p:tagLst xmlns:a="http://schemas.openxmlformats.org/drawingml/2006/main" xmlns:r="http://schemas.openxmlformats.org/officeDocument/2006/relationships" xmlns:p="http://schemas.openxmlformats.org/presentationml/2006/main">
  <p:tag name="OTLMARKERSHAPE" val="OTL"/>
</p:tagLst>
</file>

<file path=ppt/tags/tag114.xml><?xml version="1.0" encoding="utf-8"?>
<p:tagLst xmlns:a="http://schemas.openxmlformats.org/drawingml/2006/main" xmlns:r="http://schemas.openxmlformats.org/officeDocument/2006/relationships" xmlns:p="http://schemas.openxmlformats.org/presentationml/2006/main">
  <p:tag name="OTLMARKERSHAPE" val="OTL"/>
</p:tagLst>
</file>

<file path=ppt/tags/tag115.xml><?xml version="1.0" encoding="utf-8"?>
<p:tagLst xmlns:a="http://schemas.openxmlformats.org/drawingml/2006/main" xmlns:r="http://schemas.openxmlformats.org/officeDocument/2006/relationships" xmlns:p="http://schemas.openxmlformats.org/presentationml/2006/main">
  <p:tag name="OTLMARKERSHAPE" val="OTL"/>
</p:tagLst>
</file>

<file path=ppt/tags/tag116.xml><?xml version="1.0" encoding="utf-8"?>
<p:tagLst xmlns:a="http://schemas.openxmlformats.org/drawingml/2006/main" xmlns:r="http://schemas.openxmlformats.org/officeDocument/2006/relationships" xmlns:p="http://schemas.openxmlformats.org/presentationml/2006/main">
  <p:tag name="OTLMARKERSHAPE" val="OTL"/>
</p:tagLst>
</file>

<file path=ppt/tags/tag117.xml><?xml version="1.0" encoding="utf-8"?>
<p:tagLst xmlns:a="http://schemas.openxmlformats.org/drawingml/2006/main" xmlns:r="http://schemas.openxmlformats.org/officeDocument/2006/relationships" xmlns:p="http://schemas.openxmlformats.org/presentationml/2006/main">
  <p:tag name="OTLMARKERSHAPE" val="OTL"/>
</p:tagLst>
</file>

<file path=ppt/tags/tag118.xml><?xml version="1.0" encoding="utf-8"?>
<p:tagLst xmlns:a="http://schemas.openxmlformats.org/drawingml/2006/main" xmlns:r="http://schemas.openxmlformats.org/officeDocument/2006/relationships" xmlns:p="http://schemas.openxmlformats.org/presentationml/2006/main">
  <p:tag name="OTLMARKERSHAPE" val="OTL"/>
</p:tagLst>
</file>

<file path=ppt/tags/tag119.xml><?xml version="1.0" encoding="utf-8"?>
<p:tagLst xmlns:a="http://schemas.openxmlformats.org/drawingml/2006/main" xmlns:r="http://schemas.openxmlformats.org/officeDocument/2006/relationships" xmlns:p="http://schemas.openxmlformats.org/presentationml/2006/main">
  <p:tag name="OTLMARKERSHAPE" val="OTL"/>
</p:tagLst>
</file>

<file path=ppt/tags/tag120.xml><?xml version="1.0" encoding="utf-8"?>
<p:tagLst xmlns:a="http://schemas.openxmlformats.org/drawingml/2006/main" xmlns:r="http://schemas.openxmlformats.org/officeDocument/2006/relationships" xmlns:p="http://schemas.openxmlformats.org/presentationml/2006/main">
  <p:tag name="OTLMARKERSHAPE" val="OTL"/>
</p:tagLst>
</file>

<file path=ppt/tags/tag121.xml><?xml version="1.0" encoding="utf-8"?>
<p:tagLst xmlns:a="http://schemas.openxmlformats.org/drawingml/2006/main" xmlns:r="http://schemas.openxmlformats.org/officeDocument/2006/relationships" xmlns:p="http://schemas.openxmlformats.org/presentationml/2006/main">
  <p:tag name="OTLMARKERSHAPE" val="OTL"/>
</p:tagLst>
</file>

<file path=ppt/tags/tag122.xml><?xml version="1.0" encoding="utf-8"?>
<p:tagLst xmlns:a="http://schemas.openxmlformats.org/drawingml/2006/main" xmlns:r="http://schemas.openxmlformats.org/officeDocument/2006/relationships" xmlns:p="http://schemas.openxmlformats.org/presentationml/2006/main">
  <p:tag name="OTLMARKERSHAPE" val="OTL"/>
</p:tagLst>
</file>

<file path=ppt/tags/tag123.xml><?xml version="1.0" encoding="utf-8"?>
<p:tagLst xmlns:a="http://schemas.openxmlformats.org/drawingml/2006/main" xmlns:r="http://schemas.openxmlformats.org/officeDocument/2006/relationships" xmlns:p="http://schemas.openxmlformats.org/presentationml/2006/main">
  <p:tag name="OTLMARKERSHAPE" val="OTL"/>
</p:tagLst>
</file>

<file path=ppt/tags/tag124.xml><?xml version="1.0" encoding="utf-8"?>
<p:tagLst xmlns:a="http://schemas.openxmlformats.org/drawingml/2006/main" xmlns:r="http://schemas.openxmlformats.org/officeDocument/2006/relationships" xmlns:p="http://schemas.openxmlformats.org/presentationml/2006/main">
  <p:tag name="OTLMARKERSHAPE" val="OTL"/>
</p:tagLst>
</file>

<file path=ppt/tags/tag125.xml><?xml version="1.0" encoding="utf-8"?>
<p:tagLst xmlns:a="http://schemas.openxmlformats.org/drawingml/2006/main" xmlns:r="http://schemas.openxmlformats.org/officeDocument/2006/relationships" xmlns:p="http://schemas.openxmlformats.org/presentationml/2006/main">
  <p:tag name="OTLMARKERSHAPE" val="OTL"/>
</p:tagLst>
</file>

<file path=ppt/tags/tag126.xml><?xml version="1.0" encoding="utf-8"?>
<p:tagLst xmlns:a="http://schemas.openxmlformats.org/drawingml/2006/main" xmlns:r="http://schemas.openxmlformats.org/officeDocument/2006/relationships" xmlns:p="http://schemas.openxmlformats.org/presentationml/2006/main">
  <p:tag name="OTLMARKERSHAPE" val="OTL"/>
</p:tagLst>
</file>

<file path=ppt/tags/tag127.xml><?xml version="1.0" encoding="utf-8"?>
<p:tagLst xmlns:a="http://schemas.openxmlformats.org/drawingml/2006/main" xmlns:r="http://schemas.openxmlformats.org/officeDocument/2006/relationships" xmlns:p="http://schemas.openxmlformats.org/presentationml/2006/main">
  <p:tag name="OTLMARKERSHAPE" val="OTL"/>
</p:tagLst>
</file>

<file path=ppt/tags/tag128.xml><?xml version="1.0" encoding="utf-8"?>
<p:tagLst xmlns:a="http://schemas.openxmlformats.org/drawingml/2006/main" xmlns:r="http://schemas.openxmlformats.org/officeDocument/2006/relationships" xmlns:p="http://schemas.openxmlformats.org/presentationml/2006/main">
  <p:tag name="OTLMARKERSHAPE" val="OTL"/>
</p:tagLst>
</file>

<file path=ppt/tags/tag129.xml><?xml version="1.0" encoding="utf-8"?>
<p:tagLst xmlns:a="http://schemas.openxmlformats.org/drawingml/2006/main" xmlns:r="http://schemas.openxmlformats.org/officeDocument/2006/relationships" xmlns:p="http://schemas.openxmlformats.org/presentationml/2006/main">
  <p:tag name="OTLMARKERSHAPE" val="OTL"/>
</p:tagLst>
</file>

<file path=ppt/tags/tag130.xml><?xml version="1.0" encoding="utf-8"?>
<p:tagLst xmlns:a="http://schemas.openxmlformats.org/drawingml/2006/main" xmlns:r="http://schemas.openxmlformats.org/officeDocument/2006/relationships" xmlns:p="http://schemas.openxmlformats.org/presentationml/2006/main">
  <p:tag name="OTLMARKERSHAPE" val="OTL"/>
</p:tagLst>
</file>

<file path=ppt/tags/tag131.xml><?xml version="1.0" encoding="utf-8"?>
<p:tagLst xmlns:a="http://schemas.openxmlformats.org/drawingml/2006/main" xmlns:r="http://schemas.openxmlformats.org/officeDocument/2006/relationships" xmlns:p="http://schemas.openxmlformats.org/presentationml/2006/main">
  <p:tag name="OTLMARKERSHAPE" val="OTL"/>
</p:tagLst>
</file>

<file path=ppt/tags/tag132.xml><?xml version="1.0" encoding="utf-8"?>
<p:tagLst xmlns:a="http://schemas.openxmlformats.org/drawingml/2006/main" xmlns:r="http://schemas.openxmlformats.org/officeDocument/2006/relationships" xmlns:p="http://schemas.openxmlformats.org/presentationml/2006/main">
  <p:tag name="OTLMARKERSHAPE" val="OTL"/>
</p:tagLst>
</file>

<file path=ppt/tags/tag133.xml><?xml version="1.0" encoding="utf-8"?>
<p:tagLst xmlns:a="http://schemas.openxmlformats.org/drawingml/2006/main" xmlns:r="http://schemas.openxmlformats.org/officeDocument/2006/relationships" xmlns:p="http://schemas.openxmlformats.org/presentationml/2006/main">
  <p:tag name="OTLMARKERSHAPE" val="OTL"/>
</p:tagLst>
</file>

<file path=ppt/tags/tag134.xml><?xml version="1.0" encoding="utf-8"?>
<p:tagLst xmlns:a="http://schemas.openxmlformats.org/drawingml/2006/main" xmlns:r="http://schemas.openxmlformats.org/officeDocument/2006/relationships" xmlns:p="http://schemas.openxmlformats.org/presentationml/2006/main">
  <p:tag name="OTLMARKERSHAPE" val="OTL"/>
</p:tagLst>
</file>

<file path=ppt/tags/tag135.xml><?xml version="1.0" encoding="utf-8"?>
<p:tagLst xmlns:a="http://schemas.openxmlformats.org/drawingml/2006/main" xmlns:r="http://schemas.openxmlformats.org/officeDocument/2006/relationships" xmlns:p="http://schemas.openxmlformats.org/presentationml/2006/main">
  <p:tag name="OTLMARKERSHAPE" val="OTL"/>
</p:tagLst>
</file>

<file path=ppt/tags/tag136.xml><?xml version="1.0" encoding="utf-8"?>
<p:tagLst xmlns:a="http://schemas.openxmlformats.org/drawingml/2006/main" xmlns:r="http://schemas.openxmlformats.org/officeDocument/2006/relationships" xmlns:p="http://schemas.openxmlformats.org/presentationml/2006/main">
  <p:tag name="OTLMARKERSHAPE" val="OTL"/>
</p:tagLst>
</file>

<file path=ppt/tags/tag137.xml><?xml version="1.0" encoding="utf-8"?>
<p:tagLst xmlns:a="http://schemas.openxmlformats.org/drawingml/2006/main" xmlns:r="http://schemas.openxmlformats.org/officeDocument/2006/relationships" xmlns:p="http://schemas.openxmlformats.org/presentationml/2006/main">
  <p:tag name="OTLMARKERSHAPE" val="OTL"/>
</p:tagLst>
</file>

<file path=ppt/tags/tag138.xml><?xml version="1.0" encoding="utf-8"?>
<p:tagLst xmlns:a="http://schemas.openxmlformats.org/drawingml/2006/main" xmlns:r="http://schemas.openxmlformats.org/officeDocument/2006/relationships" xmlns:p="http://schemas.openxmlformats.org/presentationml/2006/main">
  <p:tag name="OTLMARKERSHAPE" val="OTL"/>
</p:tagLst>
</file>

<file path=ppt/tags/tag139.xml><?xml version="1.0" encoding="utf-8"?>
<p:tagLst xmlns:a="http://schemas.openxmlformats.org/drawingml/2006/main" xmlns:r="http://schemas.openxmlformats.org/officeDocument/2006/relationships" xmlns:p="http://schemas.openxmlformats.org/presentationml/2006/main">
  <p:tag name="OTLMARKERSHAPE" val="OTL"/>
</p:tagLst>
</file>

<file path=ppt/tags/tag140.xml><?xml version="1.0" encoding="utf-8"?>
<p:tagLst xmlns:a="http://schemas.openxmlformats.org/drawingml/2006/main" xmlns:r="http://schemas.openxmlformats.org/officeDocument/2006/relationships" xmlns:p="http://schemas.openxmlformats.org/presentationml/2006/main">
  <p:tag name="OTLMARKERSHAPE" val="OTL"/>
</p:tagLst>
</file>

<file path=ppt/tags/tag141.xml><?xml version="1.0" encoding="utf-8"?>
<p:tagLst xmlns:a="http://schemas.openxmlformats.org/drawingml/2006/main" xmlns:r="http://schemas.openxmlformats.org/officeDocument/2006/relationships" xmlns:p="http://schemas.openxmlformats.org/presentationml/2006/main">
  <p:tag name="OTLMARKERSHAPE" val="OTL"/>
</p:tagLst>
</file>

<file path=ppt/tags/tag142.xml><?xml version="1.0" encoding="utf-8"?>
<p:tagLst xmlns:a="http://schemas.openxmlformats.org/drawingml/2006/main" xmlns:r="http://schemas.openxmlformats.org/officeDocument/2006/relationships" xmlns:p="http://schemas.openxmlformats.org/presentationml/2006/main">
  <p:tag name="OTLMARKERSHAPE" val="OTL"/>
</p:tagLst>
</file>

<file path=ppt/tags/tag143.xml><?xml version="1.0" encoding="utf-8"?>
<p:tagLst xmlns:a="http://schemas.openxmlformats.org/drawingml/2006/main" xmlns:r="http://schemas.openxmlformats.org/officeDocument/2006/relationships" xmlns:p="http://schemas.openxmlformats.org/presentationml/2006/main">
  <p:tag name="OTLMARKERSHAPE" val="OTL"/>
</p:tagLst>
</file>

<file path=ppt/tags/tag144.xml><?xml version="1.0" encoding="utf-8"?>
<p:tagLst xmlns:a="http://schemas.openxmlformats.org/drawingml/2006/main" xmlns:r="http://schemas.openxmlformats.org/officeDocument/2006/relationships" xmlns:p="http://schemas.openxmlformats.org/presentationml/2006/main">
  <p:tag name="OTLMARKERSHAPE" val="OTL"/>
</p:tagLst>
</file>

<file path=ppt/tags/tag145.xml><?xml version="1.0" encoding="utf-8"?>
<p:tagLst xmlns:a="http://schemas.openxmlformats.org/drawingml/2006/main" xmlns:r="http://schemas.openxmlformats.org/officeDocument/2006/relationships" xmlns:p="http://schemas.openxmlformats.org/presentationml/2006/main">
  <p:tag name="OTLMARKERSHAPE" val="OTL"/>
</p:tagLst>
</file>

<file path=ppt/tags/tag146.xml><?xml version="1.0" encoding="utf-8"?>
<p:tagLst xmlns:a="http://schemas.openxmlformats.org/drawingml/2006/main" xmlns:r="http://schemas.openxmlformats.org/officeDocument/2006/relationships" xmlns:p="http://schemas.openxmlformats.org/presentationml/2006/main">
  <p:tag name="OTLMARKERSHAPE" val="OTL"/>
</p:tagLst>
</file>

<file path=ppt/tags/tag147.xml><?xml version="1.0" encoding="utf-8"?>
<p:tagLst xmlns:a="http://schemas.openxmlformats.org/drawingml/2006/main" xmlns:r="http://schemas.openxmlformats.org/officeDocument/2006/relationships" xmlns:p="http://schemas.openxmlformats.org/presentationml/2006/main">
  <p:tag name="OTLMARKERSHAPE" val="OTL"/>
</p:tagLst>
</file>

<file path=ppt/tags/tag148.xml><?xml version="1.0" encoding="utf-8"?>
<p:tagLst xmlns:a="http://schemas.openxmlformats.org/drawingml/2006/main" xmlns:r="http://schemas.openxmlformats.org/officeDocument/2006/relationships" xmlns:p="http://schemas.openxmlformats.org/presentationml/2006/main">
  <p:tag name="OTLMARKERSHAPE" val="OTL"/>
</p:tagLst>
</file>

<file path=ppt/tags/tag149.xml><?xml version="1.0" encoding="utf-8"?>
<p:tagLst xmlns:a="http://schemas.openxmlformats.org/drawingml/2006/main" xmlns:r="http://schemas.openxmlformats.org/officeDocument/2006/relationships" xmlns:p="http://schemas.openxmlformats.org/presentationml/2006/main">
  <p:tag name="OTLMARKERSHAPE" val="OTL"/>
</p:tagLst>
</file>

<file path=ppt/tags/tag150.xml><?xml version="1.0" encoding="utf-8"?>
<p:tagLst xmlns:a="http://schemas.openxmlformats.org/drawingml/2006/main" xmlns:r="http://schemas.openxmlformats.org/officeDocument/2006/relationships" xmlns:p="http://schemas.openxmlformats.org/presentationml/2006/main">
  <p:tag name="OTLMARKERSHAPE" val="OTL"/>
</p:tagLst>
</file>

<file path=ppt/tags/tag151.xml><?xml version="1.0" encoding="utf-8"?>
<p:tagLst xmlns:a="http://schemas.openxmlformats.org/drawingml/2006/main" xmlns:r="http://schemas.openxmlformats.org/officeDocument/2006/relationships" xmlns:p="http://schemas.openxmlformats.org/presentationml/2006/main">
  <p:tag name="OTLMARKERSHAPE" val="OTL"/>
</p:tagLst>
</file>

<file path=ppt/tags/tag152.xml><?xml version="1.0" encoding="utf-8"?>
<p:tagLst xmlns:a="http://schemas.openxmlformats.org/drawingml/2006/main" xmlns:r="http://schemas.openxmlformats.org/officeDocument/2006/relationships" xmlns:p="http://schemas.openxmlformats.org/presentationml/2006/main">
  <p:tag name="OTLMARKERSHAPE" val="OTL"/>
</p:tagLst>
</file>

<file path=ppt/tags/tag153.xml><?xml version="1.0" encoding="utf-8"?>
<p:tagLst xmlns:a="http://schemas.openxmlformats.org/drawingml/2006/main" xmlns:r="http://schemas.openxmlformats.org/officeDocument/2006/relationships" xmlns:p="http://schemas.openxmlformats.org/presentationml/2006/main">
  <p:tag name="OTLMARKERSHAPE" val="OTL"/>
</p:tagLst>
</file>

<file path=ppt/tags/tag154.xml><?xml version="1.0" encoding="utf-8"?>
<p:tagLst xmlns:a="http://schemas.openxmlformats.org/drawingml/2006/main" xmlns:r="http://schemas.openxmlformats.org/officeDocument/2006/relationships" xmlns:p="http://schemas.openxmlformats.org/presentationml/2006/main">
  <p:tag name="OTLMARKERSHAPE" val="OTL"/>
</p:tagLst>
</file>

<file path=ppt/tags/tag155.xml><?xml version="1.0" encoding="utf-8"?>
<p:tagLst xmlns:a="http://schemas.openxmlformats.org/drawingml/2006/main" xmlns:r="http://schemas.openxmlformats.org/officeDocument/2006/relationships" xmlns:p="http://schemas.openxmlformats.org/presentationml/2006/main">
  <p:tag name="OTLMARKERSHAPE" val="OTL"/>
</p:tagLst>
</file>

<file path=ppt/tags/tag156.xml><?xml version="1.0" encoding="utf-8"?>
<p:tagLst xmlns:a="http://schemas.openxmlformats.org/drawingml/2006/main" xmlns:r="http://schemas.openxmlformats.org/officeDocument/2006/relationships" xmlns:p="http://schemas.openxmlformats.org/presentationml/2006/main">
  <p:tag name="OTLMARKERSHAPE" val="OTL"/>
</p:tagLst>
</file>

<file path=ppt/tags/tag157.xml><?xml version="1.0" encoding="utf-8"?>
<p:tagLst xmlns:a="http://schemas.openxmlformats.org/drawingml/2006/main" xmlns:r="http://schemas.openxmlformats.org/officeDocument/2006/relationships" xmlns:p="http://schemas.openxmlformats.org/presentationml/2006/main">
  <p:tag name="OTLMARKERSHAPE" val="OTL"/>
</p:tagLst>
</file>

<file path=ppt/tags/tag158.xml><?xml version="1.0" encoding="utf-8"?>
<p:tagLst xmlns:a="http://schemas.openxmlformats.org/drawingml/2006/main" xmlns:r="http://schemas.openxmlformats.org/officeDocument/2006/relationships" xmlns:p="http://schemas.openxmlformats.org/presentationml/2006/main">
  <p:tag name="OTLMARKERSHAPE" val="OTL"/>
</p:tagLst>
</file>

<file path=ppt/tags/tag159.xml><?xml version="1.0" encoding="utf-8"?>
<p:tagLst xmlns:a="http://schemas.openxmlformats.org/drawingml/2006/main" xmlns:r="http://schemas.openxmlformats.org/officeDocument/2006/relationships" xmlns:p="http://schemas.openxmlformats.org/presentationml/2006/main">
  <p:tag name="OTLMARKERSHAPE" val="OTL"/>
</p:tagLst>
</file>

<file path=ppt/tags/tag160.xml><?xml version="1.0" encoding="utf-8"?>
<p:tagLst xmlns:a="http://schemas.openxmlformats.org/drawingml/2006/main" xmlns:r="http://schemas.openxmlformats.org/officeDocument/2006/relationships" xmlns:p="http://schemas.openxmlformats.org/presentationml/2006/main">
  <p:tag name="OTLMARKERSHAPE" val="OTL"/>
</p:tagLst>
</file>

<file path=ppt/tags/tag161.xml><?xml version="1.0" encoding="utf-8"?>
<p:tagLst xmlns:a="http://schemas.openxmlformats.org/drawingml/2006/main" xmlns:r="http://schemas.openxmlformats.org/officeDocument/2006/relationships" xmlns:p="http://schemas.openxmlformats.org/presentationml/2006/main">
  <p:tag name="OTLMARKERSHAPE" val="OTL"/>
</p:tagLst>
</file>

<file path=ppt/tags/tag162.xml><?xml version="1.0" encoding="utf-8"?>
<p:tagLst xmlns:a="http://schemas.openxmlformats.org/drawingml/2006/main" xmlns:r="http://schemas.openxmlformats.org/officeDocument/2006/relationships" xmlns:p="http://schemas.openxmlformats.org/presentationml/2006/main">
  <p:tag name="OTLMARKERSHAPE" val="OTL"/>
</p:tagLst>
</file>

<file path=ppt/tags/tag163.xml><?xml version="1.0" encoding="utf-8"?>
<p:tagLst xmlns:a="http://schemas.openxmlformats.org/drawingml/2006/main" xmlns:r="http://schemas.openxmlformats.org/officeDocument/2006/relationships" xmlns:p="http://schemas.openxmlformats.org/presentationml/2006/main">
  <p:tag name="OTLMARKERSHAPE" val="OTL"/>
</p:tagLst>
</file>

<file path=ppt/tags/tag164.xml><?xml version="1.0" encoding="utf-8"?>
<p:tagLst xmlns:a="http://schemas.openxmlformats.org/drawingml/2006/main" xmlns:r="http://schemas.openxmlformats.org/officeDocument/2006/relationships" xmlns:p="http://schemas.openxmlformats.org/presentationml/2006/main">
  <p:tag name="OTLMARKERSHAPE" val="OTL"/>
</p:tagLst>
</file>

<file path=ppt/tags/tag165.xml><?xml version="1.0" encoding="utf-8"?>
<p:tagLst xmlns:a="http://schemas.openxmlformats.org/drawingml/2006/main" xmlns:r="http://schemas.openxmlformats.org/officeDocument/2006/relationships" xmlns:p="http://schemas.openxmlformats.org/presentationml/2006/main">
  <p:tag name="OTLMARKERSHAPE" val="OTL"/>
</p:tagLst>
</file>

<file path=ppt/tags/tag166.xml><?xml version="1.0" encoding="utf-8"?>
<p:tagLst xmlns:a="http://schemas.openxmlformats.org/drawingml/2006/main" xmlns:r="http://schemas.openxmlformats.org/officeDocument/2006/relationships" xmlns:p="http://schemas.openxmlformats.org/presentationml/2006/main">
  <p:tag name="OTLMARKERSHAPE" val="OTL"/>
</p:tagLst>
</file>

<file path=ppt/tags/tag167.xml><?xml version="1.0" encoding="utf-8"?>
<p:tagLst xmlns:a="http://schemas.openxmlformats.org/drawingml/2006/main" xmlns:r="http://schemas.openxmlformats.org/officeDocument/2006/relationships" xmlns:p="http://schemas.openxmlformats.org/presentationml/2006/main">
  <p:tag name="OTLMARKERSHAPE" val="OTL"/>
</p:tagLst>
</file>

<file path=ppt/tags/tag168.xml><?xml version="1.0" encoding="utf-8"?>
<p:tagLst xmlns:a="http://schemas.openxmlformats.org/drawingml/2006/main" xmlns:r="http://schemas.openxmlformats.org/officeDocument/2006/relationships" xmlns:p="http://schemas.openxmlformats.org/presentationml/2006/main">
  <p:tag name="OTLMARKERSHAPE" val="OTL"/>
</p:tagLst>
</file>

<file path=ppt/tags/tag169.xml><?xml version="1.0" encoding="utf-8"?>
<p:tagLst xmlns:a="http://schemas.openxmlformats.org/drawingml/2006/main" xmlns:r="http://schemas.openxmlformats.org/officeDocument/2006/relationships" xmlns:p="http://schemas.openxmlformats.org/presentationml/2006/main">
  <p:tag name="OTLMARKERSHAPE" val="OTL"/>
</p:tagLst>
</file>

<file path=ppt/tags/tag170.xml><?xml version="1.0" encoding="utf-8"?>
<p:tagLst xmlns:a="http://schemas.openxmlformats.org/drawingml/2006/main" xmlns:r="http://schemas.openxmlformats.org/officeDocument/2006/relationships" xmlns:p="http://schemas.openxmlformats.org/presentationml/2006/main">
  <p:tag name="OTLMARKERSHAPE" val="OTL"/>
</p:tagLst>
</file>

<file path=ppt/tags/tag171.xml><?xml version="1.0" encoding="utf-8"?>
<p:tagLst xmlns:a="http://schemas.openxmlformats.org/drawingml/2006/main" xmlns:r="http://schemas.openxmlformats.org/officeDocument/2006/relationships" xmlns:p="http://schemas.openxmlformats.org/presentationml/2006/main">
  <p:tag name="OTLMARKERSHAPE" val="OTL"/>
</p:tagLst>
</file>

<file path=ppt/tags/tag172.xml><?xml version="1.0" encoding="utf-8"?>
<p:tagLst xmlns:a="http://schemas.openxmlformats.org/drawingml/2006/main" xmlns:r="http://schemas.openxmlformats.org/officeDocument/2006/relationships" xmlns:p="http://schemas.openxmlformats.org/presentationml/2006/main">
  <p:tag name="OTLMARKERSHAPE" val="OTL"/>
</p:tagLst>
</file>

<file path=ppt/tags/tag173.xml><?xml version="1.0" encoding="utf-8"?>
<p:tagLst xmlns:a="http://schemas.openxmlformats.org/drawingml/2006/main" xmlns:r="http://schemas.openxmlformats.org/officeDocument/2006/relationships" xmlns:p="http://schemas.openxmlformats.org/presentationml/2006/main">
  <p:tag name="OTLMARKERSHAPE" val="OTL"/>
</p:tagLst>
</file>

<file path=ppt/tags/tag174.xml><?xml version="1.0" encoding="utf-8"?>
<p:tagLst xmlns:a="http://schemas.openxmlformats.org/drawingml/2006/main" xmlns:r="http://schemas.openxmlformats.org/officeDocument/2006/relationships" xmlns:p="http://schemas.openxmlformats.org/presentationml/2006/main">
  <p:tag name="OTLMARKERSHAPE" val="OTL"/>
</p:tagLst>
</file>

<file path=ppt/tags/tag175.xml><?xml version="1.0" encoding="utf-8"?>
<p:tagLst xmlns:a="http://schemas.openxmlformats.org/drawingml/2006/main" xmlns:r="http://schemas.openxmlformats.org/officeDocument/2006/relationships" xmlns:p="http://schemas.openxmlformats.org/presentationml/2006/main">
  <p:tag name="OTLMARKERSHAPE" val="OTL"/>
</p:tagLst>
</file>

<file path=ppt/tags/tag176.xml><?xml version="1.0" encoding="utf-8"?>
<p:tagLst xmlns:a="http://schemas.openxmlformats.org/drawingml/2006/main" xmlns:r="http://schemas.openxmlformats.org/officeDocument/2006/relationships" xmlns:p="http://schemas.openxmlformats.org/presentationml/2006/main">
  <p:tag name="OTLMARKERSHAPE" val="OTL"/>
</p:tagLst>
</file>

<file path=ppt/tags/tag177.xml><?xml version="1.0" encoding="utf-8"?>
<p:tagLst xmlns:a="http://schemas.openxmlformats.org/drawingml/2006/main" xmlns:r="http://schemas.openxmlformats.org/officeDocument/2006/relationships" xmlns:p="http://schemas.openxmlformats.org/presentationml/2006/main">
  <p:tag name="OTLMARKERSHAPE" val="OTL"/>
</p:tagLst>
</file>

<file path=ppt/tags/tag178.xml><?xml version="1.0" encoding="utf-8"?>
<p:tagLst xmlns:a="http://schemas.openxmlformats.org/drawingml/2006/main" xmlns:r="http://schemas.openxmlformats.org/officeDocument/2006/relationships" xmlns:p="http://schemas.openxmlformats.org/presentationml/2006/main">
  <p:tag name="OTLMARKERSHAPE" val="OTL"/>
</p:tagLst>
</file>

<file path=ppt/tags/tag179.xml><?xml version="1.0" encoding="utf-8"?>
<p:tagLst xmlns:a="http://schemas.openxmlformats.org/drawingml/2006/main" xmlns:r="http://schemas.openxmlformats.org/officeDocument/2006/relationships" xmlns:p="http://schemas.openxmlformats.org/presentationml/2006/main">
  <p:tag name="OTLMARKERSHAPE" val="OTL"/>
</p:tagLst>
</file>

<file path=ppt/tags/tag180.xml><?xml version="1.0" encoding="utf-8"?>
<p:tagLst xmlns:a="http://schemas.openxmlformats.org/drawingml/2006/main" xmlns:r="http://schemas.openxmlformats.org/officeDocument/2006/relationships" xmlns:p="http://schemas.openxmlformats.org/presentationml/2006/main">
  <p:tag name="OTLMARKERSHAPE" val="OTL"/>
</p:tagLst>
</file>

<file path=ppt/tags/tag181.xml><?xml version="1.0" encoding="utf-8"?>
<p:tagLst xmlns:a="http://schemas.openxmlformats.org/drawingml/2006/main" xmlns:r="http://schemas.openxmlformats.org/officeDocument/2006/relationships" xmlns:p="http://schemas.openxmlformats.org/presentationml/2006/main">
  <p:tag name="OTLMARKERSHAPE" val="OTL"/>
</p:tagLst>
</file>

<file path=ppt/tags/tag182.xml><?xml version="1.0" encoding="utf-8"?>
<p:tagLst xmlns:a="http://schemas.openxmlformats.org/drawingml/2006/main" xmlns:r="http://schemas.openxmlformats.org/officeDocument/2006/relationships" xmlns:p="http://schemas.openxmlformats.org/presentationml/2006/main">
  <p:tag name="OTLMARKERSHAPE" val="OTL"/>
</p:tagLst>
</file>

<file path=ppt/tags/tag183.xml><?xml version="1.0" encoding="utf-8"?>
<p:tagLst xmlns:a="http://schemas.openxmlformats.org/drawingml/2006/main" xmlns:r="http://schemas.openxmlformats.org/officeDocument/2006/relationships" xmlns:p="http://schemas.openxmlformats.org/presentationml/2006/main">
  <p:tag name="OTLMARKERSHAPE" val="OTL"/>
</p:tagLst>
</file>

<file path=ppt/tags/tag184.xml><?xml version="1.0" encoding="utf-8"?>
<p:tagLst xmlns:a="http://schemas.openxmlformats.org/drawingml/2006/main" xmlns:r="http://schemas.openxmlformats.org/officeDocument/2006/relationships" xmlns:p="http://schemas.openxmlformats.org/presentationml/2006/main">
  <p:tag name="OTLMARKERSHAPE" val="OTL"/>
</p:tagLst>
</file>

<file path=ppt/tags/tag185.xml><?xml version="1.0" encoding="utf-8"?>
<p:tagLst xmlns:a="http://schemas.openxmlformats.org/drawingml/2006/main" xmlns:r="http://schemas.openxmlformats.org/officeDocument/2006/relationships" xmlns:p="http://schemas.openxmlformats.org/presentationml/2006/main">
  <p:tag name="OTLMARKERSHAPE" val="OTL"/>
</p:tagLst>
</file>

<file path=ppt/tags/tag186.xml><?xml version="1.0" encoding="utf-8"?>
<p:tagLst xmlns:a="http://schemas.openxmlformats.org/drawingml/2006/main" xmlns:r="http://schemas.openxmlformats.org/officeDocument/2006/relationships" xmlns:p="http://schemas.openxmlformats.org/presentationml/2006/main">
  <p:tag name="OTLMARKERSHAPE" val="OTL"/>
</p:tagLst>
</file>

<file path=ppt/tags/tag187.xml><?xml version="1.0" encoding="utf-8"?>
<p:tagLst xmlns:a="http://schemas.openxmlformats.org/drawingml/2006/main" xmlns:r="http://schemas.openxmlformats.org/officeDocument/2006/relationships" xmlns:p="http://schemas.openxmlformats.org/presentationml/2006/main">
  <p:tag name="OTLMARKERSHAPE" val="OTL"/>
</p:tagLst>
</file>

<file path=ppt/tags/tag188.xml><?xml version="1.0" encoding="utf-8"?>
<p:tagLst xmlns:a="http://schemas.openxmlformats.org/drawingml/2006/main" xmlns:r="http://schemas.openxmlformats.org/officeDocument/2006/relationships" xmlns:p="http://schemas.openxmlformats.org/presentationml/2006/main">
  <p:tag name="OTLMARKERSHAPE" val="OTL"/>
</p:tagLst>
</file>

<file path=ppt/tags/tag189.xml><?xml version="1.0" encoding="utf-8"?>
<p:tagLst xmlns:a="http://schemas.openxmlformats.org/drawingml/2006/main" xmlns:r="http://schemas.openxmlformats.org/officeDocument/2006/relationships" xmlns:p="http://schemas.openxmlformats.org/presentationml/2006/main">
  <p:tag name="OTLMARKERSHAPE" val="OTL"/>
</p:tagLst>
</file>

<file path=ppt/tags/tag190.xml><?xml version="1.0" encoding="utf-8"?>
<p:tagLst xmlns:a="http://schemas.openxmlformats.org/drawingml/2006/main" xmlns:r="http://schemas.openxmlformats.org/officeDocument/2006/relationships" xmlns:p="http://schemas.openxmlformats.org/presentationml/2006/main">
  <p:tag name="OTLMARKERSHAPE" val="OTL"/>
</p:tagLst>
</file>

<file path=ppt/tags/tag191.xml><?xml version="1.0" encoding="utf-8"?>
<p:tagLst xmlns:a="http://schemas.openxmlformats.org/drawingml/2006/main" xmlns:r="http://schemas.openxmlformats.org/officeDocument/2006/relationships" xmlns:p="http://schemas.openxmlformats.org/presentationml/2006/main">
  <p:tag name="OTLMARKERSHAPE" val="OTL"/>
</p:tagLst>
</file>

<file path=ppt/tags/tag192.xml><?xml version="1.0" encoding="utf-8"?>
<p:tagLst xmlns:a="http://schemas.openxmlformats.org/drawingml/2006/main" xmlns:r="http://schemas.openxmlformats.org/officeDocument/2006/relationships" xmlns:p="http://schemas.openxmlformats.org/presentationml/2006/main">
  <p:tag name="OTLMARKERSHAPE" val="OTL"/>
</p:tagLst>
</file>

<file path=ppt/tags/tag193.xml><?xml version="1.0" encoding="utf-8"?>
<p:tagLst xmlns:a="http://schemas.openxmlformats.org/drawingml/2006/main" xmlns:r="http://schemas.openxmlformats.org/officeDocument/2006/relationships" xmlns:p="http://schemas.openxmlformats.org/presentationml/2006/main">
  <p:tag name="OTLMARKERSHAPE" val="OTL"/>
</p:tagLst>
</file>

<file path=ppt/tags/tag194.xml><?xml version="1.0" encoding="utf-8"?>
<p:tagLst xmlns:a="http://schemas.openxmlformats.org/drawingml/2006/main" xmlns:r="http://schemas.openxmlformats.org/officeDocument/2006/relationships" xmlns:p="http://schemas.openxmlformats.org/presentationml/2006/main">
  <p:tag name="OTLMARKERSHAPE" val="OTL"/>
</p:tagLst>
</file>

<file path=ppt/tags/tag195.xml><?xml version="1.0" encoding="utf-8"?>
<p:tagLst xmlns:a="http://schemas.openxmlformats.org/drawingml/2006/main" xmlns:r="http://schemas.openxmlformats.org/officeDocument/2006/relationships" xmlns:p="http://schemas.openxmlformats.org/presentationml/2006/main">
  <p:tag name="OTLMARKERSHAPE" val="OTL"/>
</p:tagLst>
</file>

<file path=ppt/tags/tag196.xml><?xml version="1.0" encoding="utf-8"?>
<p:tagLst xmlns:a="http://schemas.openxmlformats.org/drawingml/2006/main" xmlns:r="http://schemas.openxmlformats.org/officeDocument/2006/relationships" xmlns:p="http://schemas.openxmlformats.org/presentationml/2006/main">
  <p:tag name="OTLMARKERSHAPE" val="OTL"/>
</p:tagLst>
</file>

<file path=ppt/tags/tag197.xml><?xml version="1.0" encoding="utf-8"?>
<p:tagLst xmlns:a="http://schemas.openxmlformats.org/drawingml/2006/main" xmlns:r="http://schemas.openxmlformats.org/officeDocument/2006/relationships" xmlns:p="http://schemas.openxmlformats.org/presentationml/2006/main">
  <p:tag name="OTLMARKERSHAPE" val="OTL"/>
</p:tagLst>
</file>

<file path=ppt/tags/tag198.xml><?xml version="1.0" encoding="utf-8"?>
<p:tagLst xmlns:a="http://schemas.openxmlformats.org/drawingml/2006/main" xmlns:r="http://schemas.openxmlformats.org/officeDocument/2006/relationships" xmlns:p="http://schemas.openxmlformats.org/presentationml/2006/main">
  <p:tag name="OTLMARKERSHAPE" val="OTL"/>
</p:tagLst>
</file>

<file path=ppt/tags/tag199.xml><?xml version="1.0" encoding="utf-8"?>
<p:tagLst xmlns:a="http://schemas.openxmlformats.org/drawingml/2006/main" xmlns:r="http://schemas.openxmlformats.org/officeDocument/2006/relationships" xmlns:p="http://schemas.openxmlformats.org/presentationml/2006/main">
  <p:tag name="OTLMARKERSHAPE" val="OTL"/>
</p:tagLst>
</file>

<file path=ppt/tags/tag200.xml><?xml version="1.0" encoding="utf-8"?>
<p:tagLst xmlns:a="http://schemas.openxmlformats.org/drawingml/2006/main" xmlns:r="http://schemas.openxmlformats.org/officeDocument/2006/relationships" xmlns:p="http://schemas.openxmlformats.org/presentationml/2006/main">
  <p:tag name="OTLMARKERSHAPE" val="OTL"/>
</p:tagLst>
</file>

<file path=ppt/tags/tag201.xml><?xml version="1.0" encoding="utf-8"?>
<p:tagLst xmlns:a="http://schemas.openxmlformats.org/drawingml/2006/main" xmlns:r="http://schemas.openxmlformats.org/officeDocument/2006/relationships" xmlns:p="http://schemas.openxmlformats.org/presentationml/2006/main">
  <p:tag name="OTLMARKERSHAPE" val="OTL"/>
</p:tagLst>
</file>

<file path=ppt/tags/tag202.xml><?xml version="1.0" encoding="utf-8"?>
<p:tagLst xmlns:a="http://schemas.openxmlformats.org/drawingml/2006/main" xmlns:r="http://schemas.openxmlformats.org/officeDocument/2006/relationships" xmlns:p="http://schemas.openxmlformats.org/presentationml/2006/main">
  <p:tag name="OTLMARKERSHAPE" val="OTL"/>
</p:tagLst>
</file>

<file path=ppt/tags/tag203.xml><?xml version="1.0" encoding="utf-8"?>
<p:tagLst xmlns:a="http://schemas.openxmlformats.org/drawingml/2006/main" xmlns:r="http://schemas.openxmlformats.org/officeDocument/2006/relationships" xmlns:p="http://schemas.openxmlformats.org/presentationml/2006/main">
  <p:tag name="OTLMARKERSHAPE" val="OTL"/>
</p:tagLst>
</file>

<file path=ppt/tags/tag204.xml><?xml version="1.0" encoding="utf-8"?>
<p:tagLst xmlns:a="http://schemas.openxmlformats.org/drawingml/2006/main" xmlns:r="http://schemas.openxmlformats.org/officeDocument/2006/relationships" xmlns:p="http://schemas.openxmlformats.org/presentationml/2006/main">
  <p:tag name="OTLMARKERSHAPE" val="OTL"/>
</p:tagLst>
</file>

<file path=ppt/tags/tag205.xml><?xml version="1.0" encoding="utf-8"?>
<p:tagLst xmlns:a="http://schemas.openxmlformats.org/drawingml/2006/main" xmlns:r="http://schemas.openxmlformats.org/officeDocument/2006/relationships" xmlns:p="http://schemas.openxmlformats.org/presentationml/2006/main">
  <p:tag name="OTLMARKERSHAPE" val="OTL"/>
</p:tagLst>
</file>

<file path=ppt/tags/tag206.xml><?xml version="1.0" encoding="utf-8"?>
<p:tagLst xmlns:a="http://schemas.openxmlformats.org/drawingml/2006/main" xmlns:r="http://schemas.openxmlformats.org/officeDocument/2006/relationships" xmlns:p="http://schemas.openxmlformats.org/presentationml/2006/main">
  <p:tag name="OTLMARKERSHAPE" val="OTL"/>
</p:tagLst>
</file>

<file path=ppt/tags/tag207.xml><?xml version="1.0" encoding="utf-8"?>
<p:tagLst xmlns:a="http://schemas.openxmlformats.org/drawingml/2006/main" xmlns:r="http://schemas.openxmlformats.org/officeDocument/2006/relationships" xmlns:p="http://schemas.openxmlformats.org/presentationml/2006/main">
  <p:tag name="OTLMARKERSHAPE" val="OTL"/>
</p:tagLst>
</file>

<file path=ppt/tags/tag208.xml><?xml version="1.0" encoding="utf-8"?>
<p:tagLst xmlns:a="http://schemas.openxmlformats.org/drawingml/2006/main" xmlns:r="http://schemas.openxmlformats.org/officeDocument/2006/relationships" xmlns:p="http://schemas.openxmlformats.org/presentationml/2006/main">
  <p:tag name="OTLMARKERSHAPE" val="OTL"/>
</p:tagLst>
</file>

<file path=ppt/tags/tag209.xml><?xml version="1.0" encoding="utf-8"?>
<p:tagLst xmlns:a="http://schemas.openxmlformats.org/drawingml/2006/main" xmlns:r="http://schemas.openxmlformats.org/officeDocument/2006/relationships" xmlns:p="http://schemas.openxmlformats.org/presentationml/2006/main">
  <p:tag name="OTLMARKERSHAPE" val="OTL"/>
</p:tagLst>
</file>

<file path=ppt/tags/tag210.xml><?xml version="1.0" encoding="utf-8"?>
<p:tagLst xmlns:a="http://schemas.openxmlformats.org/drawingml/2006/main" xmlns:r="http://schemas.openxmlformats.org/officeDocument/2006/relationships" xmlns:p="http://schemas.openxmlformats.org/presentationml/2006/main">
  <p:tag name="OTLMARKERSHAPE" val="OTL"/>
</p:tagLst>
</file>

<file path=ppt/tags/tag211.xml><?xml version="1.0" encoding="utf-8"?>
<p:tagLst xmlns:a="http://schemas.openxmlformats.org/drawingml/2006/main" xmlns:r="http://schemas.openxmlformats.org/officeDocument/2006/relationships" xmlns:p="http://schemas.openxmlformats.org/presentationml/2006/main">
  <p:tag name="OTLMARKERSHAPE" val="OTL"/>
</p:tagLst>
</file>

<file path=ppt/tags/tag212.xml><?xml version="1.0" encoding="utf-8"?>
<p:tagLst xmlns:a="http://schemas.openxmlformats.org/drawingml/2006/main" xmlns:r="http://schemas.openxmlformats.org/officeDocument/2006/relationships" xmlns:p="http://schemas.openxmlformats.org/presentationml/2006/main">
  <p:tag name="OTLMARKERSHAPE" val="OTL"/>
</p:tagLst>
</file>

<file path=ppt/tags/tag213.xml><?xml version="1.0" encoding="utf-8"?>
<p:tagLst xmlns:a="http://schemas.openxmlformats.org/drawingml/2006/main" xmlns:r="http://schemas.openxmlformats.org/officeDocument/2006/relationships" xmlns:p="http://schemas.openxmlformats.org/presentationml/2006/main">
  <p:tag name="OTLMARKERSHAPE" val="OTL"/>
</p:tagLst>
</file>

<file path=ppt/tags/tag214.xml><?xml version="1.0" encoding="utf-8"?>
<p:tagLst xmlns:a="http://schemas.openxmlformats.org/drawingml/2006/main" xmlns:r="http://schemas.openxmlformats.org/officeDocument/2006/relationships" xmlns:p="http://schemas.openxmlformats.org/presentationml/2006/main">
  <p:tag name="OTLMARKERSHAPE" val="OTL"/>
</p:tagLst>
</file>

<file path=ppt/tags/tag215.xml><?xml version="1.0" encoding="utf-8"?>
<p:tagLst xmlns:a="http://schemas.openxmlformats.org/drawingml/2006/main" xmlns:r="http://schemas.openxmlformats.org/officeDocument/2006/relationships" xmlns:p="http://schemas.openxmlformats.org/presentationml/2006/main">
  <p:tag name="OTLMARKERSHAPE" val="OTL"/>
</p:tagLst>
</file>

<file path=ppt/tags/tag216.xml><?xml version="1.0" encoding="utf-8"?>
<p:tagLst xmlns:a="http://schemas.openxmlformats.org/drawingml/2006/main" xmlns:r="http://schemas.openxmlformats.org/officeDocument/2006/relationships" xmlns:p="http://schemas.openxmlformats.org/presentationml/2006/main">
  <p:tag name="OTLMARKERSHAPE" val="OTL"/>
</p:tagLst>
</file>

<file path=ppt/tags/tag217.xml><?xml version="1.0" encoding="utf-8"?>
<p:tagLst xmlns:a="http://schemas.openxmlformats.org/drawingml/2006/main" xmlns:r="http://schemas.openxmlformats.org/officeDocument/2006/relationships" xmlns:p="http://schemas.openxmlformats.org/presentationml/2006/main">
  <p:tag name="OTLMARKERSHAPE" val="OTL"/>
</p:tagLst>
</file>

<file path=ppt/tags/tag218.xml><?xml version="1.0" encoding="utf-8"?>
<p:tagLst xmlns:a="http://schemas.openxmlformats.org/drawingml/2006/main" xmlns:r="http://schemas.openxmlformats.org/officeDocument/2006/relationships" xmlns:p="http://schemas.openxmlformats.org/presentationml/2006/main">
  <p:tag name="OTLMARKERSHAPE" val="OTL"/>
</p:tagLst>
</file>

<file path=ppt/tags/tag219.xml><?xml version="1.0" encoding="utf-8"?>
<p:tagLst xmlns:a="http://schemas.openxmlformats.org/drawingml/2006/main" xmlns:r="http://schemas.openxmlformats.org/officeDocument/2006/relationships" xmlns:p="http://schemas.openxmlformats.org/presentationml/2006/main">
  <p:tag name="OTLMARKERSHAPE" val="OTL"/>
</p:tagLst>
</file>

<file path=ppt/tags/tag220.xml><?xml version="1.0" encoding="utf-8"?>
<p:tagLst xmlns:a="http://schemas.openxmlformats.org/drawingml/2006/main" xmlns:r="http://schemas.openxmlformats.org/officeDocument/2006/relationships" xmlns:p="http://schemas.openxmlformats.org/presentationml/2006/main">
  <p:tag name="OTLMARKERSHAPE" val="OTL"/>
</p:tagLst>
</file>

<file path=ppt/tags/tag221.xml><?xml version="1.0" encoding="utf-8"?>
<p:tagLst xmlns:a="http://schemas.openxmlformats.org/drawingml/2006/main" xmlns:r="http://schemas.openxmlformats.org/officeDocument/2006/relationships" xmlns:p="http://schemas.openxmlformats.org/presentationml/2006/main">
  <p:tag name="OTLMARKERSHAPE" val="OTL"/>
</p:tagLst>
</file>

<file path=ppt/tags/tag222.xml><?xml version="1.0" encoding="utf-8"?>
<p:tagLst xmlns:a="http://schemas.openxmlformats.org/drawingml/2006/main" xmlns:r="http://schemas.openxmlformats.org/officeDocument/2006/relationships" xmlns:p="http://schemas.openxmlformats.org/presentationml/2006/main">
  <p:tag name="OTLMARKERSHAPE" val="OTL"/>
</p:tagLst>
</file>

<file path=ppt/tags/tag223.xml><?xml version="1.0" encoding="utf-8"?>
<p:tagLst xmlns:a="http://schemas.openxmlformats.org/drawingml/2006/main" xmlns:r="http://schemas.openxmlformats.org/officeDocument/2006/relationships" xmlns:p="http://schemas.openxmlformats.org/presentationml/2006/main">
  <p:tag name="OTLMARKERSHAPE" val="OTL"/>
</p:tagLst>
</file>

<file path=ppt/tags/tag224.xml><?xml version="1.0" encoding="utf-8"?>
<p:tagLst xmlns:a="http://schemas.openxmlformats.org/drawingml/2006/main" xmlns:r="http://schemas.openxmlformats.org/officeDocument/2006/relationships" xmlns:p="http://schemas.openxmlformats.org/presentationml/2006/main">
  <p:tag name="OTLMARKERSHAPE" val="OTL"/>
</p:tagLst>
</file>

<file path=ppt/tags/tag225.xml><?xml version="1.0" encoding="utf-8"?>
<p:tagLst xmlns:a="http://schemas.openxmlformats.org/drawingml/2006/main" xmlns:r="http://schemas.openxmlformats.org/officeDocument/2006/relationships" xmlns:p="http://schemas.openxmlformats.org/presentationml/2006/main">
  <p:tag name="OTLMARKERSHAPE" val="OTL"/>
</p:tagLst>
</file>

<file path=ppt/tags/tag226.xml><?xml version="1.0" encoding="utf-8"?>
<p:tagLst xmlns:a="http://schemas.openxmlformats.org/drawingml/2006/main" xmlns:r="http://schemas.openxmlformats.org/officeDocument/2006/relationships" xmlns:p="http://schemas.openxmlformats.org/presentationml/2006/main">
  <p:tag name="OTLMARKERSHAPE" val="OTL"/>
</p:tagLst>
</file>

<file path=ppt/tags/tag227.xml><?xml version="1.0" encoding="utf-8"?>
<p:tagLst xmlns:a="http://schemas.openxmlformats.org/drawingml/2006/main" xmlns:r="http://schemas.openxmlformats.org/officeDocument/2006/relationships" xmlns:p="http://schemas.openxmlformats.org/presentationml/2006/main">
  <p:tag name="OTLMARKERSHAPE" val="OTL"/>
</p:tagLst>
</file>

<file path=ppt/tags/tag228.xml><?xml version="1.0" encoding="utf-8"?>
<p:tagLst xmlns:a="http://schemas.openxmlformats.org/drawingml/2006/main" xmlns:r="http://schemas.openxmlformats.org/officeDocument/2006/relationships" xmlns:p="http://schemas.openxmlformats.org/presentationml/2006/main">
  <p:tag name="OTLMARKERSHAPE" val="OTL"/>
</p:tagLst>
</file>

<file path=ppt/tags/tag229.xml><?xml version="1.0" encoding="utf-8"?>
<p:tagLst xmlns:a="http://schemas.openxmlformats.org/drawingml/2006/main" xmlns:r="http://schemas.openxmlformats.org/officeDocument/2006/relationships" xmlns:p="http://schemas.openxmlformats.org/presentationml/2006/main">
  <p:tag name="OTLMARKERSHAPE" val="OTL"/>
</p:tagLst>
</file>

<file path=ppt/tags/tag230.xml><?xml version="1.0" encoding="utf-8"?>
<p:tagLst xmlns:a="http://schemas.openxmlformats.org/drawingml/2006/main" xmlns:r="http://schemas.openxmlformats.org/officeDocument/2006/relationships" xmlns:p="http://schemas.openxmlformats.org/presentationml/2006/main">
  <p:tag name="OTLMARKERSHAPE" val="OTL"/>
</p:tagLst>
</file>

<file path=ppt/tags/tag231.xml><?xml version="1.0" encoding="utf-8"?>
<p:tagLst xmlns:a="http://schemas.openxmlformats.org/drawingml/2006/main" xmlns:r="http://schemas.openxmlformats.org/officeDocument/2006/relationships" xmlns:p="http://schemas.openxmlformats.org/presentationml/2006/main">
  <p:tag name="OTLMARKERSHAPE" val="OTL"/>
</p:tagLst>
</file>

<file path=ppt/tags/tag232.xml><?xml version="1.0" encoding="utf-8"?>
<p:tagLst xmlns:a="http://schemas.openxmlformats.org/drawingml/2006/main" xmlns:r="http://schemas.openxmlformats.org/officeDocument/2006/relationships" xmlns:p="http://schemas.openxmlformats.org/presentationml/2006/main">
  <p:tag name="OTLMARKERSHAPE" val="OTL"/>
</p:tagLst>
</file>

<file path=ppt/tags/tag233.xml><?xml version="1.0" encoding="utf-8"?>
<p:tagLst xmlns:a="http://schemas.openxmlformats.org/drawingml/2006/main" xmlns:r="http://schemas.openxmlformats.org/officeDocument/2006/relationships" xmlns:p="http://schemas.openxmlformats.org/presentationml/2006/main">
  <p:tag name="OTLMARKERSHAPE" val="OTL"/>
</p:tagLst>
</file>

<file path=ppt/tags/tag234.xml><?xml version="1.0" encoding="utf-8"?>
<p:tagLst xmlns:a="http://schemas.openxmlformats.org/drawingml/2006/main" xmlns:r="http://schemas.openxmlformats.org/officeDocument/2006/relationships" xmlns:p="http://schemas.openxmlformats.org/presentationml/2006/main">
  <p:tag name="OTLMARKERSHAPE" val="OTL"/>
</p:tagLst>
</file>

<file path=ppt/tags/tag235.xml><?xml version="1.0" encoding="utf-8"?>
<p:tagLst xmlns:a="http://schemas.openxmlformats.org/drawingml/2006/main" xmlns:r="http://schemas.openxmlformats.org/officeDocument/2006/relationships" xmlns:p="http://schemas.openxmlformats.org/presentationml/2006/main">
  <p:tag name="OTLMARKERSHAPE" val="OTL"/>
</p:tagLst>
</file>

<file path=ppt/tags/tag236.xml><?xml version="1.0" encoding="utf-8"?>
<p:tagLst xmlns:a="http://schemas.openxmlformats.org/drawingml/2006/main" xmlns:r="http://schemas.openxmlformats.org/officeDocument/2006/relationships" xmlns:p="http://schemas.openxmlformats.org/presentationml/2006/main">
  <p:tag name="OTLMARKERSHAPE" val="OTL"/>
</p:tagLst>
</file>

<file path=ppt/tags/tag237.xml><?xml version="1.0" encoding="utf-8"?>
<p:tagLst xmlns:a="http://schemas.openxmlformats.org/drawingml/2006/main" xmlns:r="http://schemas.openxmlformats.org/officeDocument/2006/relationships" xmlns:p="http://schemas.openxmlformats.org/presentationml/2006/main">
  <p:tag name="OTLMARKERSHAPE" val="OTL"/>
</p:tagLst>
</file>

<file path=ppt/tags/tag238.xml><?xml version="1.0" encoding="utf-8"?>
<p:tagLst xmlns:a="http://schemas.openxmlformats.org/drawingml/2006/main" xmlns:r="http://schemas.openxmlformats.org/officeDocument/2006/relationships" xmlns:p="http://schemas.openxmlformats.org/presentationml/2006/main">
  <p:tag name="OTLMARKERSHAPE" val="OTL"/>
</p:tagLst>
</file>

<file path=ppt/tags/tag239.xml><?xml version="1.0" encoding="utf-8"?>
<p:tagLst xmlns:a="http://schemas.openxmlformats.org/drawingml/2006/main" xmlns:r="http://schemas.openxmlformats.org/officeDocument/2006/relationships" xmlns:p="http://schemas.openxmlformats.org/presentationml/2006/main">
  <p:tag name="OTLMARKERSHAPE" val="OTL"/>
</p:tagLst>
</file>

<file path=ppt/tags/tag240.xml><?xml version="1.0" encoding="utf-8"?>
<p:tagLst xmlns:a="http://schemas.openxmlformats.org/drawingml/2006/main" xmlns:r="http://schemas.openxmlformats.org/officeDocument/2006/relationships" xmlns:p="http://schemas.openxmlformats.org/presentationml/2006/main">
  <p:tag name="OTLMARKERSHAPE" val="OTL"/>
</p:tagLst>
</file>

<file path=ppt/tags/tag241.xml><?xml version="1.0" encoding="utf-8"?>
<p:tagLst xmlns:a="http://schemas.openxmlformats.org/drawingml/2006/main" xmlns:r="http://schemas.openxmlformats.org/officeDocument/2006/relationships" xmlns:p="http://schemas.openxmlformats.org/presentationml/2006/main">
  <p:tag name="OTLMARKERSHAPE" val="OTL"/>
</p:tagLst>
</file>

<file path=ppt/tags/tag242.xml><?xml version="1.0" encoding="utf-8"?>
<p:tagLst xmlns:a="http://schemas.openxmlformats.org/drawingml/2006/main" xmlns:r="http://schemas.openxmlformats.org/officeDocument/2006/relationships" xmlns:p="http://schemas.openxmlformats.org/presentationml/2006/main">
  <p:tag name="OTLTIMEBANDSCALETYPE" val="Years"/>
  <p:tag name="OTLTIMEBANDSCALEFORMAT" val="MMM"/>
  <p:tag name="OTLTIMEBANDSHAPETYPE" val="RoundedCornerRectangleTimeband"/>
  <p:tag name="OTLTIMEBANDSHAPEHEIGHT" val="20"/>
  <p:tag name="OTLTIMEBANDSHAPEPADDINGLEFT" val="0"/>
  <p:tag name="OTLTIMEBANDCULTUREINFO" val="en-US"/>
  <p:tag name="OTLTIMEBANDQUICKPOSITION" val="Custom"/>
  <p:tag name="OTLTIMEBANDTHREEDEFFECTS" val="Gel"/>
  <p:tag name="OTLTIMEBANDAUTODATERANGE" val="True"/>
  <p:tag name="OTLTIMEBANDSTARTDATE" val="0001-01-01T00:00:00.0000000"/>
  <p:tag name="OTLTIMEBANDWORKINGDAYS" val="Standard"/>
  <p:tag name="OTLTIMEBANDELAPSEDTIMEEXTENSION" val="False"/>
  <p:tag name="OTLTIMEBANDUSETIME" val="False"/>
  <p:tag name="OTLTIMEBANDTIMECONFIGWORKDAYSTART" val="00:00:00"/>
  <p:tag name="OTLTIMEBANDTIMECONFIGWORKDAYEND" val="23:59:00"/>
  <p:tag name="OTLTIMEBANDAPPENDYEARONYEARCHANGE" val="False"/>
  <p:tag name="OTLTIMEBANDSCALEMARKING" val="Years"/>
  <p:tag name="OTLRIGHTENDCAPSMARGINRIGHT" val="20"/>
  <p:tag name="OTLLEFTENDCAPSMARGINLEFT" val="96"/>
  <p:tag name="OTLTIMEBANDFYSTARTMONTH" val="January"/>
  <p:tag name="OTLTIMEBANDSHOWFYLABEL" val="True"/>
  <p:tag name="OTLTIMEBANDUSESTARTINGOFTHEYEARFORFYNUMBERING" val="True"/>
  <p:tag name="OTLTIMEBANDRESERVEDLEFTAREAWIDTH" val="63.7466666666667"/>
  <p:tag name="OTLTIMEBANDRESERVEDLEFTAREAISSET" val="True"/>
  <p:tag name="OTLMARKERSHAPE" val="OTL"/>
  <p:tag name="OTLTIMEBANDDEPSCHEDULINGMODE" val="Flexible"/>
  <p:tag name="OTLTIMEBANDDEPPREVIOUSSCHEDULINGMODE" val="Flexible"/>
  <p:tag name="OTLTIMEBANDDEPONBREAKINGSTRICTSCHEDULINGMODE" val="AskEverytime"/>
  <p:tag name="OTLTIMEBANDDEPENABLED" val="False"/>
  <p:tag name="OTLTIMEBANDDEPONBREAKINGFLEXIBLESCHEDULINGMODE" val="AskEverytime"/>
  <p:tag name="OTLTIMEBANDSPACINGABOVE" val="16"/>
  <p:tag name="OTLTIMEBANDSPACINGBELOW" val="16"/>
  <p:tag name="OTLTIMEBANDSPACINGABOVEFORSWLANDTASKS" val="16"/>
  <p:tag name="OTLTIMEBANDSPACINGBELOWFORSWLANDTASKS" val="16"/>
  <p:tag name="OTLTIMEBANDENDDATE" val="2033-07-01T23:59:00.0000000"/>
</p:tagLst>
</file>

<file path=ppt/tags/tag243.xml><?xml version="1.0" encoding="utf-8"?>
<p:tagLst xmlns:a="http://schemas.openxmlformats.org/drawingml/2006/main" xmlns:r="http://schemas.openxmlformats.org/officeDocument/2006/relationships" xmlns:p="http://schemas.openxmlformats.org/presentationml/2006/main">
  <p:tag name="OTLMARKERSHAPE" val="OTL"/>
  <p:tag name="OTLSWIMLANESPACING" val="5"/>
</p:tagLst>
</file>

<file path=ppt/tags/tag244.xml><?xml version="1.0" encoding="utf-8"?>
<p:tagLst xmlns:a="http://schemas.openxmlformats.org/drawingml/2006/main" xmlns:r="http://schemas.openxmlformats.org/officeDocument/2006/relationships" xmlns:p="http://schemas.openxmlformats.org/presentationml/2006/main">
  <p:tag name="OTLMARKERSHAPE" val="OTL"/>
  <p:tag name="OTLSWIMLANESPACING" val="5"/>
</p:tagLst>
</file>

<file path=ppt/tags/tag245.xml><?xml version="1.0" encoding="utf-8"?>
<p:tagLst xmlns:a="http://schemas.openxmlformats.org/drawingml/2006/main" xmlns:r="http://schemas.openxmlformats.org/officeDocument/2006/relationships" xmlns:p="http://schemas.openxmlformats.org/presentationml/2006/main">
  <p:tag name="OTLMARKERSHAPE" val="OTL"/>
  <p:tag name="OTLSWIMLANESPACING" val="5"/>
</p:tagLst>
</file>

<file path=ppt/tags/tag246.xml><?xml version="1.0" encoding="utf-8"?>
<p:tagLst xmlns:a="http://schemas.openxmlformats.org/drawingml/2006/main" xmlns:r="http://schemas.openxmlformats.org/officeDocument/2006/relationships" xmlns:p="http://schemas.openxmlformats.org/presentationml/2006/main">
  <p:tag name="OTLMARKERSHAPE" val="OTL"/>
</p:tagLst>
</file>

<file path=ppt/tags/tag247.xml><?xml version="1.0" encoding="utf-8"?>
<p:tagLst xmlns:a="http://schemas.openxmlformats.org/drawingml/2006/main" xmlns:r="http://schemas.openxmlformats.org/officeDocument/2006/relationships" xmlns:p="http://schemas.openxmlformats.org/presentationml/2006/main">
  <p:tag name="OTLMARKERSHAPE" val="OTL"/>
  <p:tag name="OTLSWIMLANESPACING" val="5"/>
</p:tagLst>
</file>

<file path=ppt/tags/tag248.xml><?xml version="1.0" encoding="utf-8"?>
<p:tagLst xmlns:a="http://schemas.openxmlformats.org/drawingml/2006/main" xmlns:r="http://schemas.openxmlformats.org/officeDocument/2006/relationships" xmlns:p="http://schemas.openxmlformats.org/presentationml/2006/main">
  <p:tag name="OTLMARKERSHAPE" val="OTL"/>
</p:tagLst>
</file>

<file path=ppt/tags/tag249.xml><?xml version="1.0" encoding="utf-8"?>
<p:tagLst xmlns:a="http://schemas.openxmlformats.org/drawingml/2006/main" xmlns:r="http://schemas.openxmlformats.org/officeDocument/2006/relationships" xmlns:p="http://schemas.openxmlformats.org/presentationml/2006/main">
  <p:tag name="OTLMARKERSHAPE" val="OTL"/>
</p:tagLst>
</file>

<file path=ppt/tags/tag250.xml><?xml version="1.0" encoding="utf-8"?>
<p:tagLst xmlns:a="http://schemas.openxmlformats.org/drawingml/2006/main" xmlns:r="http://schemas.openxmlformats.org/officeDocument/2006/relationships" xmlns:p="http://schemas.openxmlformats.org/presentationml/2006/main">
  <p:tag name="OTLMARKERSHAPE" val="OTL"/>
</p:tagLst>
</file>

<file path=ppt/tags/tag251.xml><?xml version="1.0" encoding="utf-8"?>
<p:tagLst xmlns:a="http://schemas.openxmlformats.org/drawingml/2006/main" xmlns:r="http://schemas.openxmlformats.org/officeDocument/2006/relationships" xmlns:p="http://schemas.openxmlformats.org/presentationml/2006/main">
  <p:tag name="OTLMARKERSHAPE" val="OTL"/>
</p:tagLst>
</file>

<file path=ppt/tags/tag252.xml><?xml version="1.0" encoding="utf-8"?>
<p:tagLst xmlns:a="http://schemas.openxmlformats.org/drawingml/2006/main" xmlns:r="http://schemas.openxmlformats.org/officeDocument/2006/relationships" xmlns:p="http://schemas.openxmlformats.org/presentationml/2006/main">
  <p:tag name="OTLMARKERSHAPE" val="OTL"/>
</p:tagLst>
</file>

<file path=ppt/tags/tag253.xml><?xml version="1.0" encoding="utf-8"?>
<p:tagLst xmlns:a="http://schemas.openxmlformats.org/drawingml/2006/main" xmlns:r="http://schemas.openxmlformats.org/officeDocument/2006/relationships" xmlns:p="http://schemas.openxmlformats.org/presentationml/2006/main">
  <p:tag name="OTLMARKERSHAPE" val="OTL"/>
</p:tagLst>
</file>

<file path=ppt/tags/tag254.xml><?xml version="1.0" encoding="utf-8"?>
<p:tagLst xmlns:a="http://schemas.openxmlformats.org/drawingml/2006/main" xmlns:r="http://schemas.openxmlformats.org/officeDocument/2006/relationships" xmlns:p="http://schemas.openxmlformats.org/presentationml/2006/main">
  <p:tag name="OTLMARKERSHAPE" val="OTL"/>
</p:tagLst>
</file>

<file path=ppt/tags/tag255.xml><?xml version="1.0" encoding="utf-8"?>
<p:tagLst xmlns:a="http://schemas.openxmlformats.org/drawingml/2006/main" xmlns:r="http://schemas.openxmlformats.org/officeDocument/2006/relationships" xmlns:p="http://schemas.openxmlformats.org/presentationml/2006/main">
  <p:tag name="OTLMARKERSHAPE" val="OTL"/>
</p:tagLst>
</file>

<file path=ppt/tags/tag256.xml><?xml version="1.0" encoding="utf-8"?>
<p:tagLst xmlns:a="http://schemas.openxmlformats.org/drawingml/2006/main" xmlns:r="http://schemas.openxmlformats.org/officeDocument/2006/relationships" xmlns:p="http://schemas.openxmlformats.org/presentationml/2006/main">
  <p:tag name="OTLMARKERSHAPE" val="OTL"/>
</p:tagLst>
</file>

<file path=ppt/tags/tag257.xml><?xml version="1.0" encoding="utf-8"?>
<p:tagLst xmlns:a="http://schemas.openxmlformats.org/drawingml/2006/main" xmlns:r="http://schemas.openxmlformats.org/officeDocument/2006/relationships" xmlns:p="http://schemas.openxmlformats.org/presentationml/2006/main">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3"/>
  <p:tag name="OTLSHAPETHICKNESSTYPE" val="Thin"/>
  <p:tag name="OTLMARKERSHAPE" val="OTL"/>
  <p:tag name="OTLSTARTDATE" val="2024-04-24T00:00:00.0000000Z"/>
  <p:tag name="OTLENDDATE" val="2025-04-24T23:59:00.0000000Z"/>
</p:tagLst>
</file>

<file path=ppt/tags/tag258.xml><?xml version="1.0" encoding="utf-8"?>
<p:tagLst xmlns:a="http://schemas.openxmlformats.org/drawingml/2006/main" xmlns:r="http://schemas.openxmlformats.org/officeDocument/2006/relationships" xmlns:p="http://schemas.openxmlformats.org/presentationml/2006/main">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3"/>
  <p:tag name="OTLSHAPETHICKNESSTYPE" val="Thin"/>
  <p:tag name="OTLMARKERSHAPE" val="OTL"/>
  <p:tag name="OTLSTARTDATE" val="2025-07-22T00:00:00.0000000Z"/>
  <p:tag name="OTLENDDATE" val="2026-01-29T23:59:00.0000000Z"/>
</p:tagLst>
</file>

<file path=ppt/tags/tag259.xml><?xml version="1.0" encoding="utf-8"?>
<p:tagLst xmlns:a="http://schemas.openxmlformats.org/drawingml/2006/main" xmlns:r="http://schemas.openxmlformats.org/officeDocument/2006/relationships" xmlns:p="http://schemas.openxmlformats.org/presentationml/2006/main">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3"/>
  <p:tag name="OTLSHAPETHICKNESSTYPE" val="Thin"/>
  <p:tag name="OTLMARKERSHAPE" val="OTL"/>
  <p:tag name="OTLSTARTDATE" val="2024-03-08T00:00:00.0000000Z"/>
  <p:tag name="OTLENDDATE" val="2026-01-30T23:59:00.0000000Z"/>
</p:tagLst>
</file>

<file path=ppt/tags/tag260.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3"/>
  <p:tag name="OTLSHAPETHICKNESSTYPE" val="Thin"/>
  <p:tag name="OTLENDDATE" val="2024-11-04T23:59:00.0000000Z"/>
  <p:tag name="OTLSTARTDATE" val="2024-05-13T00:00:00.0000000Z"/>
</p:tagLst>
</file>

<file path=ppt/tags/tag261.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3"/>
  <p:tag name="OTLSHAPETHICKNESSTYPE" val="Thin"/>
  <p:tag name="OTLSTARTDATE" val="2024-10-15T00:00:00.0000000Z"/>
  <p:tag name="OTLENDDATE" val="2026-02-08T23:59:00.0000000Z"/>
</p:tagLst>
</file>

<file path=ppt/tags/tag262.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6-10-25T00:00:00.0000000Z"/>
  <p:tag name="OTLDURATIONFORMAT" val="day"/>
  <p:tag name="OTLSPACING" val="3"/>
  <p:tag name="OTLSHAPETHICKNESSTYPE" val="Thin"/>
  <p:tag name="OTLENDDATE" val="2028-12-31T23:59:00.0000000Z"/>
</p:tagLst>
</file>

<file path=ppt/tags/tag263.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6-10-25T00:00:00.0000000Z"/>
  <p:tag name="OTLDURATIONFORMAT" val="day"/>
  <p:tag name="OTLSPACING" val="3"/>
  <p:tag name="OTLSHAPETHICKNESSTYPE" val="Thin"/>
  <p:tag name="OTLENDDATE" val="2028-12-31T23:59:00.0000000Z"/>
</p:tagLst>
</file>

<file path=ppt/tags/tag26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3"/>
  <p:tag name="OTLSHAPETHICKNESSTYPE" val="Thin"/>
  <p:tag name="OTLSTARTDATE" val="2024-09-19T00:00:00.0000000Z"/>
  <p:tag name="OTLENDDATE" val="2025-08-11T23:59:00.0000000Z"/>
</p:tagLst>
</file>

<file path=ppt/tags/tag26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6-10-25T00:00:00.0000000Z"/>
  <p:tag name="OTLENDDATE" val="2027-04-05T23:59:00.0000000Z"/>
  <p:tag name="OTLDURATIONFORMAT" val="day"/>
  <p:tag name="OTLSPACING" val="3"/>
  <p:tag name="OTLSHAPETHICKNESSTYPE" val="Thin"/>
</p:tagLst>
</file>

<file path=ppt/tags/tag266.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6-10-25T00:00:00.0000000Z"/>
  <p:tag name="OTLENDDATE" val="2027-04-05T23:59:00.0000000Z"/>
  <p:tag name="OTLDURATIONFORMAT" val="day"/>
  <p:tag name="OTLSPACING" val="3"/>
  <p:tag name="OTLSHAPETHICKNESSTYPE" val="Thin"/>
</p:tagLst>
</file>

<file path=ppt/tags/tag267.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4-12-18T00:00:00.0000000Z"/>
  <p:tag name="OTLENDDATE" val="2025-06-18T23:59:00.0000000Z"/>
  <p:tag name="OTLDURATIONFORMAT" val="day"/>
  <p:tag name="OTLSPACING" val="3"/>
  <p:tag name="OTLSHAPETHICKNESSTYPE" val="Thin"/>
</p:tagLst>
</file>

<file path=ppt/tags/tag268.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5-04-24T00:00:00.0000000Z"/>
  <p:tag name="OTLENDDATE" val="2026-04-24T23:59:00.0000000Z"/>
  <p:tag name="OTLDURATIONFORMAT" val="day"/>
  <p:tag name="OTLSPACING" val="3"/>
  <p:tag name="OTLSHAPETHICKNESSTYPE" val="Thin"/>
</p:tagLst>
</file>

<file path=ppt/tags/tag269.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3"/>
  <p:tag name="OTLSHAPETHICKNESSTYPE" val="Thin"/>
  <p:tag name="OTLSTARTDATE" val="2024-12-31T00:00:00.0000000Z"/>
  <p:tag name="OTLENDDATE" val="2028-12-28T23:59:00.0000000Z"/>
</p:tagLst>
</file>

<file path=ppt/tags/tag270.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6-10-25T00:00:00.0000000Z"/>
  <p:tag name="OTLENDDATE" val="2029-07-10T23:59:00.0000000Z"/>
  <p:tag name="OTLDURATIONFORMAT" val="day"/>
  <p:tag name="OTLSPACING" val="3"/>
  <p:tag name="OTLSHAPETHICKNESSTYPE" val="Thin"/>
</p:tagLst>
</file>

<file path=ppt/tags/tag271.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6-10-25T00:00:00.0000000Z"/>
  <p:tag name="OTLENDDATE" val="2030-06-19T23:59:00.0000000Z"/>
  <p:tag name="OTLDURATIONFORMAT" val="day"/>
  <p:tag name="OTLSPACING" val="3"/>
  <p:tag name="OTLSHAPETHICKNESSTYPE" val="Thin"/>
</p:tagLst>
</file>

<file path=ppt/tags/tag272.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6-10-25T00:00:00.0000000Z"/>
  <p:tag name="OTLDURATIONFORMAT" val="day"/>
  <p:tag name="OTLSPACING" val="3"/>
  <p:tag name="OTLSHAPETHICKNESSTYPE" val="Thin"/>
  <p:tag name="OTLENDDATE" val="2028-12-31T23:59:00.0000000Z"/>
</p:tagLst>
</file>

<file path=ppt/tags/tag273.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3"/>
  <p:tag name="OTLSHAPETHICKNESSTYPE" val="Thin"/>
  <p:tag name="OTLSTARTDATE" val="2026-02-28T00:00:00.0000000Z"/>
  <p:tag name="OTLENDDATE" val="2028-01-07T23:59:00.0000000Z"/>
</p:tagLst>
</file>

<file path=ppt/tags/tag27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DURATIONFORMAT" val="day"/>
  <p:tag name="OTLSPACING" val="3"/>
  <p:tag name="OTLSHAPETHICKNESSTYPE" val="Thin"/>
  <p:tag name="OTLSTARTDATE" val="2028-12-07T00:00:00.0000000Z"/>
  <p:tag name="OTLENDDATE" val="2031-02-11T23:59:00.0000000Z"/>
</p:tagLst>
</file>

<file path=ppt/tags/tag27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STARTDATE" val="2024-09-01T00:00:00.0000000Z"/>
  <p:tag name="OTLENDDATE" val="2026-01-30T23:59:00.0000000Z"/>
  <p:tag name="OTLDURATIONFORMAT" val="day"/>
  <p:tag name="OTLSPACING" val="3"/>
  <p:tag name="OTLSHAPETHICKNESSTYPE" val="Thin"/>
</p:tagLst>
</file>

<file path=ppt/tags/tag276.xml><?xml version="1.0" encoding="utf-8"?>
<p:tagLst xmlns:a="http://schemas.openxmlformats.org/drawingml/2006/main" xmlns:r="http://schemas.openxmlformats.org/officeDocument/2006/relationships" xmlns:p="http://schemas.openxmlformats.org/presentationml/2006/main">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MARKERSHAPE" val="OTL"/>
  <p:tag name="OTLMTITLE" val="HPSC RoFD"/>
  <p:tag name="OTLDATE" val="2026-08-16T23:59:00.0000000"/>
  <p:tag name="OTLMILESTONESPACING" val="5"/>
</p:tagLst>
</file>

<file path=ppt/tags/tag277.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MILESTONESPACING" val="5"/>
  <p:tag name="OTLMTITLE" val="NDA"/>
  <p:tag name="OTLDATE" val="2029-05-01T23:59:00.0000000"/>
</p:tagLst>
</file>

<file path=ppt/tags/tag278.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MILESTONESPACING" val="5"/>
  <p:tag name="OTLDATE" val="2029-11-30T23:59:00.0000000"/>
  <p:tag name="OTLMTITLE" val="Appr. US"/>
</p:tagLst>
</file>

<file path=ppt/tags/tag279.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MTITLE" val="PoCP"/>
  <p:tag name="OTLDATE" val="2024-02-20T23:59:00.0000000"/>
  <p:tag name="OTLPOSITIONONTASK" val="None"/>
  <p:tag name="OTLRELATEDTASKID" val="00000000-0000-0000-0000-000000000000"/>
</p:tagLst>
</file>

<file path=ppt/tags/tag280.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MTITLE" val="niSoD"/>
  <p:tag name="OTLPOSITIONONTASK" val="None"/>
  <p:tag name="OTLRELATEDTASKID" val="00000000-0000-0000-0000-000000000000"/>
  <p:tag name="OTLDATE" val="2024-02-20T23:59:00.0000000"/>
</p:tagLst>
</file>

<file path=ppt/tags/tag281.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POSITIONONTASK" val="None"/>
  <p:tag name="OTLRELATEDTASKID" val="00000000-0000-0000-0000-000000000000"/>
  <p:tag name="OTLMTITLE" val="Approval US"/>
  <p:tag name="OTLDATE" val="2032-05-11T23:59:00.0000000"/>
</p:tagLst>
</file>

<file path=ppt/tags/tag282.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MTITLE" val="PoCC"/>
  <p:tag name="OTLDATE" val="2026-01-31T23:59:00.0000000"/>
  <p:tag name="OTLPOSITIONONTASK" val="None"/>
  <p:tag name="OTLRELATEDTASKID" val="00000000-0000-0000-0000-000000000000"/>
</p:tagLst>
</file>

<file path=ppt/tags/tag283.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MTITLE" val="PoCC"/>
  <p:tag name="OTLDATE" val="2026-01-31T23:59:00.0000000"/>
  <p:tag name="OTLPOSITIONONTASK" val="None"/>
  <p:tag name="OTLRELATEDTASKID" val="00000000-0000-0000-0000-000000000000"/>
</p:tagLst>
</file>

<file path=ppt/tags/tag284.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MTITLE" val="NDA"/>
  <p:tag name="OTLPOSITIONONTASK" val="None"/>
  <p:tag name="OTLRELATEDTASKID" val="00000000-0000-0000-0000-000000000000"/>
  <p:tag name="OTLDATE" val="2031-06-11T23:59:00.0000000"/>
</p:tagLst>
</file>

<file path=ppt/tags/tag285.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MTITLE" val="PoCC"/>
  <p:tag name="OTLDATE" val="2028-01-08T23:59:00.0000000"/>
  <p:tag name="OTLPOSITIONONTASK" val="None"/>
  <p:tag name="OTLRELATEDTASKID" val="00000000-0000-0000-0000-000000000000"/>
</p:tagLst>
</file>

<file path=ppt/tags/tag286.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MTITLE" val="MAA"/>
  <p:tag name="OTLPOSITIONONTASK" val="None"/>
  <p:tag name="OTLRELATEDTASKID" val="00000000-0000-0000-0000-000000000000"/>
  <p:tag name="OTLDATE" val="2030-12-01T23:59:00.0000000"/>
</p:tagLst>
</file>

<file path=ppt/tags/tag287.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POSITIONONTASK" val="None"/>
  <p:tag name="OTLRELATEDTASKID" val="00000000-0000-0000-0000-000000000000"/>
  <p:tag name="OTLMTITLE" val="Appr. EU"/>
  <p:tag name="OTLDATE" val="2032-03-01T23:59:00.0000000"/>
</p:tagLst>
</file>

<file path=ppt/tags/tag288.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POSITIONONTASK" val="None"/>
  <p:tag name="OTLRELATEDTASKID" val="00000000-0000-0000-0000-000000000000"/>
  <p:tag name="OTLDATE" val="2030-07-28T23:59:00.0000000"/>
  <p:tag name="OTLMILESTONESPACING" val="3"/>
  <p:tag name="OTLMTITLE" val="Appr. JP"/>
</p:tagLst>
</file>

<file path=ppt/tags/tag289.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ILESTONESPACING" val="5"/>
  <p:tag name="OTLMTITLE" val="JNDA/SNDA"/>
  <p:tag name="OTLDATE" val="2029-07-28T23:59:00.0000000"/>
  <p:tag name="OTLPOSITIONONTASK" val="None"/>
  <p:tag name="OTLRELATEDTASKID" val="00000000-0000-0000-0000-000000000000"/>
</p:tagLst>
</file>

<file path=ppt/tags/tag290.xml><?xml version="1.0" encoding="utf-8"?>
<p:tagLst xmlns:a="http://schemas.openxmlformats.org/drawingml/2006/main" xmlns:r="http://schemas.openxmlformats.org/officeDocument/2006/relationships" xmlns:p="http://schemas.openxmlformats.org/presentationml/2006/main">
  <p:tag name="OTLMARKERSHAPE" val="OTL"/>
  <p:tag name="OTLDATEFORMATSTRING" val="MMM d"/>
  <p:tag name="OTLDATEFORMATSEPARATOR" val="/"/>
  <p:tag name="OTLDATEFORMATUSEUS" val="True"/>
  <p:tag name="OTLDATEFORMATDATEISVISIBLE" val="True"/>
  <p:tag name="OTLDATEFORMATTIMEISVISIBLE" val="False"/>
  <p:tag name="OTLDATEFORMATAMPMDESIGNATOR" val="AmPmLowerCase"/>
  <p:tag name="OTLDATEFORMATHOURDIGITS" val="H"/>
  <p:tag name="OTLDATEFORMATTRIM00MINUTES" val="False"/>
  <p:tag name="OTLWEEKNUMBERINGFORMAT" val="WNFormat1"/>
  <p:tag name="OTLWEEKNUMBERINGISVISIBLE" val="False"/>
  <p:tag name="OTLMTITLE" val="Appr. CN"/>
  <p:tag name="OTLDATE" val="2031-01-23T23:59:00.0000000"/>
  <p:tag name="OTLPOSITIONONTASK" val="None"/>
  <p:tag name="OTLRELATEDTASKID" val="00000000-0000-0000-0000-000000000000"/>
  <p:tag name="OTLMILESTONESPACING" val="3"/>
</p:tagLst>
</file>

<file path=ppt/tags/tag291.xml><?xml version="1.0" encoding="utf-8"?>
<p:tagLst xmlns:a="http://schemas.openxmlformats.org/drawingml/2006/main" xmlns:r="http://schemas.openxmlformats.org/officeDocument/2006/relationships" xmlns:p="http://schemas.openxmlformats.org/presentationml/2006/main">
  <p:tag name="OTLMARKERSHAPE" val="OTL"/>
</p:tagLst>
</file>

<file path=ppt/tags/tag292.xml><?xml version="1.0" encoding="utf-8"?>
<p:tagLst xmlns:a="http://schemas.openxmlformats.org/drawingml/2006/main" xmlns:r="http://schemas.openxmlformats.org/officeDocument/2006/relationships" xmlns:p="http://schemas.openxmlformats.org/presentationml/2006/main">
  <p:tag name="OTLMARKERSHAPE" val="OTL"/>
</p:tagLst>
</file>

<file path=ppt/tags/tag293.xml><?xml version="1.0" encoding="utf-8"?>
<p:tagLst xmlns:a="http://schemas.openxmlformats.org/drawingml/2006/main" xmlns:r="http://schemas.openxmlformats.org/officeDocument/2006/relationships" xmlns:p="http://schemas.openxmlformats.org/presentationml/2006/main">
  <p:tag name="OTLMARKERSHAPE" val="OTL"/>
</p:tagLst>
</file>

<file path=ppt/tags/tag294.xml><?xml version="1.0" encoding="utf-8"?>
<p:tagLst xmlns:a="http://schemas.openxmlformats.org/drawingml/2006/main" xmlns:r="http://schemas.openxmlformats.org/officeDocument/2006/relationships" xmlns:p="http://schemas.openxmlformats.org/presentationml/2006/main">
  <p:tag name="OTLMARKERSHAPE" val="OTL"/>
</p:tagLst>
</file>

<file path=ppt/tags/tag295.xml><?xml version="1.0" encoding="utf-8"?>
<p:tagLst xmlns:a="http://schemas.openxmlformats.org/drawingml/2006/main" xmlns:r="http://schemas.openxmlformats.org/officeDocument/2006/relationships" xmlns:p="http://schemas.openxmlformats.org/presentationml/2006/main">
  <p:tag name="OTLMARKERSHAPE" val="OTL"/>
</p:tagLst>
</file>

<file path=ppt/tags/tag296.xml><?xml version="1.0" encoding="utf-8"?>
<p:tagLst xmlns:a="http://schemas.openxmlformats.org/drawingml/2006/main" xmlns:r="http://schemas.openxmlformats.org/officeDocument/2006/relationships" xmlns:p="http://schemas.openxmlformats.org/presentationml/2006/main">
  <p:tag name="OTLMARKERSHAPE" val="OTL"/>
</p:tagLst>
</file>

<file path=ppt/tags/tag297.xml><?xml version="1.0" encoding="utf-8"?>
<p:tagLst xmlns:a="http://schemas.openxmlformats.org/drawingml/2006/main" xmlns:r="http://schemas.openxmlformats.org/officeDocument/2006/relationships" xmlns:p="http://schemas.openxmlformats.org/presentationml/2006/main">
  <p:tag name="OTLMARKERSHAPE" val="OTL"/>
</p:tagLst>
</file>

<file path=ppt/tags/tag298.xml><?xml version="1.0" encoding="utf-8"?>
<p:tagLst xmlns:a="http://schemas.openxmlformats.org/drawingml/2006/main" xmlns:r="http://schemas.openxmlformats.org/officeDocument/2006/relationships" xmlns:p="http://schemas.openxmlformats.org/presentationml/2006/main">
  <p:tag name="OTLMARKERSHAPE" val="OTL"/>
</p:tagLst>
</file>

<file path=ppt/tags/tag299.xml><?xml version="1.0" encoding="utf-8"?>
<p:tagLst xmlns:a="http://schemas.openxmlformats.org/drawingml/2006/main" xmlns:r="http://schemas.openxmlformats.org/officeDocument/2006/relationships" xmlns:p="http://schemas.openxmlformats.org/presentationml/2006/main">
  <p:tag name="OTLMARKERSHAPE" val="OTL"/>
</p:tagLst>
</file>

<file path=ppt/tags/tag300.xml><?xml version="1.0" encoding="utf-8"?>
<p:tagLst xmlns:a="http://schemas.openxmlformats.org/drawingml/2006/main" xmlns:r="http://schemas.openxmlformats.org/officeDocument/2006/relationships" xmlns:p="http://schemas.openxmlformats.org/presentationml/2006/main">
  <p:tag name="OTLMARKERSHAPE" val="OTL"/>
</p:tagLst>
</file>

<file path=ppt/tags/tag301.xml><?xml version="1.0" encoding="utf-8"?>
<p:tagLst xmlns:a="http://schemas.openxmlformats.org/drawingml/2006/main" xmlns:r="http://schemas.openxmlformats.org/officeDocument/2006/relationships" xmlns:p="http://schemas.openxmlformats.org/presentationml/2006/main">
  <p:tag name="OTLMARKERSHAPE" val="OTL"/>
</p:tagLst>
</file>

<file path=ppt/tags/tag302.xml><?xml version="1.0" encoding="utf-8"?>
<p:tagLst xmlns:a="http://schemas.openxmlformats.org/drawingml/2006/main" xmlns:r="http://schemas.openxmlformats.org/officeDocument/2006/relationships" xmlns:p="http://schemas.openxmlformats.org/presentationml/2006/main">
  <p:tag name="OTLMARKERSHAPE" val="OTL"/>
</p:tagLst>
</file>

<file path=ppt/tags/tag303.xml><?xml version="1.0" encoding="utf-8"?>
<p:tagLst xmlns:a="http://schemas.openxmlformats.org/drawingml/2006/main" xmlns:r="http://schemas.openxmlformats.org/officeDocument/2006/relationships" xmlns:p="http://schemas.openxmlformats.org/presentationml/2006/main">
  <p:tag name="OTLMARKERSHAPE" val="OTL"/>
</p:tagLst>
</file>

<file path=ppt/tags/tag304.xml><?xml version="1.0" encoding="utf-8"?>
<p:tagLst xmlns:a="http://schemas.openxmlformats.org/drawingml/2006/main" xmlns:r="http://schemas.openxmlformats.org/officeDocument/2006/relationships" xmlns:p="http://schemas.openxmlformats.org/presentationml/2006/main">
  <p:tag name="OTLMARKERSHAPE" val="OTL"/>
</p:tagLst>
</file>

<file path=ppt/tags/tag305.xml><?xml version="1.0" encoding="utf-8"?>
<p:tagLst xmlns:a="http://schemas.openxmlformats.org/drawingml/2006/main" xmlns:r="http://schemas.openxmlformats.org/officeDocument/2006/relationships" xmlns:p="http://schemas.openxmlformats.org/presentationml/2006/main">
  <p:tag name="OTLMARKERSHAPE" val="OTL"/>
</p:tagLst>
</file>

<file path=ppt/tags/tag306.xml><?xml version="1.0" encoding="utf-8"?>
<p:tagLst xmlns:a="http://schemas.openxmlformats.org/drawingml/2006/main" xmlns:r="http://schemas.openxmlformats.org/officeDocument/2006/relationships" xmlns:p="http://schemas.openxmlformats.org/presentationml/2006/main">
  <p:tag name="OTLMARKERSHAPE" val="OTL"/>
</p:tagLst>
</file>

<file path=ppt/tags/tag307.xml><?xml version="1.0" encoding="utf-8"?>
<p:tagLst xmlns:a="http://schemas.openxmlformats.org/drawingml/2006/main" xmlns:r="http://schemas.openxmlformats.org/officeDocument/2006/relationships" xmlns:p="http://schemas.openxmlformats.org/presentationml/2006/main">
  <p:tag name="OTLMARKERSHAPE" val="OTL"/>
</p:tagLst>
</file>

<file path=ppt/tags/tag308.xml><?xml version="1.0" encoding="utf-8"?>
<p:tagLst xmlns:a="http://schemas.openxmlformats.org/drawingml/2006/main" xmlns:r="http://schemas.openxmlformats.org/officeDocument/2006/relationships" xmlns:p="http://schemas.openxmlformats.org/presentationml/2006/main">
  <p:tag name="OTLMARKERSHAPE" val="OTL"/>
</p:tagLst>
</file>

<file path=ppt/tags/tag309.xml><?xml version="1.0" encoding="utf-8"?>
<p:tagLst xmlns:a="http://schemas.openxmlformats.org/drawingml/2006/main" xmlns:r="http://schemas.openxmlformats.org/officeDocument/2006/relationships" xmlns:p="http://schemas.openxmlformats.org/presentationml/2006/main">
  <p:tag name="OTLMARKERSHAPE" val="OTL"/>
</p:tagLst>
</file>

<file path=ppt/tags/tag310.xml><?xml version="1.0" encoding="utf-8"?>
<p:tagLst xmlns:a="http://schemas.openxmlformats.org/drawingml/2006/main" xmlns:r="http://schemas.openxmlformats.org/officeDocument/2006/relationships" xmlns:p="http://schemas.openxmlformats.org/presentationml/2006/main">
  <p:tag name="OTLMARKERSHAPE" val="OTL"/>
</p:tagLst>
</file>

<file path=ppt/tags/tag311.xml><?xml version="1.0" encoding="utf-8"?>
<p:tagLst xmlns:a="http://schemas.openxmlformats.org/drawingml/2006/main" xmlns:r="http://schemas.openxmlformats.org/officeDocument/2006/relationships" xmlns:p="http://schemas.openxmlformats.org/presentationml/2006/main">
  <p:tag name="OTLMARKERSHAPE" val="OTL"/>
</p:tagLst>
</file>

<file path=ppt/tags/tag312.xml><?xml version="1.0" encoding="utf-8"?>
<p:tagLst xmlns:a="http://schemas.openxmlformats.org/drawingml/2006/main" xmlns:r="http://schemas.openxmlformats.org/officeDocument/2006/relationships" xmlns:p="http://schemas.openxmlformats.org/presentationml/2006/main">
  <p:tag name="OTLMARKERSHAPE" val="OTL"/>
</p:tagLst>
</file>

<file path=ppt/tags/tag313.xml><?xml version="1.0" encoding="utf-8"?>
<p:tagLst xmlns:a="http://schemas.openxmlformats.org/drawingml/2006/main" xmlns:r="http://schemas.openxmlformats.org/officeDocument/2006/relationships" xmlns:p="http://schemas.openxmlformats.org/presentationml/2006/main">
  <p:tag name="OTLMARKERSHAPE" val="OTL"/>
</p:tagLst>
</file>

<file path=ppt/tags/tag314.xml><?xml version="1.0" encoding="utf-8"?>
<p:tagLst xmlns:a="http://schemas.openxmlformats.org/drawingml/2006/main" xmlns:r="http://schemas.openxmlformats.org/officeDocument/2006/relationships" xmlns:p="http://schemas.openxmlformats.org/presentationml/2006/main">
  <p:tag name="OTLMARKERSHAPE" val="OTL"/>
</p:tagLst>
</file>

<file path=ppt/tags/tag315.xml><?xml version="1.0" encoding="utf-8"?>
<p:tagLst xmlns:a="http://schemas.openxmlformats.org/drawingml/2006/main" xmlns:r="http://schemas.openxmlformats.org/officeDocument/2006/relationships" xmlns:p="http://schemas.openxmlformats.org/presentationml/2006/main">
  <p:tag name="OTLMARKERSHAPE" val="OTL"/>
</p:tagLst>
</file>

<file path=ppt/tags/tag316.xml><?xml version="1.0" encoding="utf-8"?>
<p:tagLst xmlns:a="http://schemas.openxmlformats.org/drawingml/2006/main" xmlns:r="http://schemas.openxmlformats.org/officeDocument/2006/relationships" xmlns:p="http://schemas.openxmlformats.org/presentationml/2006/main">
  <p:tag name="OTLMARKERSHAPE" val="OTL"/>
</p:tagLst>
</file>

<file path=ppt/tags/tag317.xml><?xml version="1.0" encoding="utf-8"?>
<p:tagLst xmlns:a="http://schemas.openxmlformats.org/drawingml/2006/main" xmlns:r="http://schemas.openxmlformats.org/officeDocument/2006/relationships" xmlns:p="http://schemas.openxmlformats.org/presentationml/2006/main">
  <p:tag name="OTLMARKERSHAPE" val="OTL"/>
</p:tagLst>
</file>

<file path=ppt/tags/tag318.xml><?xml version="1.0" encoding="utf-8"?>
<p:tagLst xmlns:a="http://schemas.openxmlformats.org/drawingml/2006/main" xmlns:r="http://schemas.openxmlformats.org/officeDocument/2006/relationships" xmlns:p="http://schemas.openxmlformats.org/presentationml/2006/main">
  <p:tag name="OTLMARKERSHAPE" val="OTL"/>
</p:tagLst>
</file>

<file path=ppt/tags/tag319.xml><?xml version="1.0" encoding="utf-8"?>
<p:tagLst xmlns:a="http://schemas.openxmlformats.org/drawingml/2006/main" xmlns:r="http://schemas.openxmlformats.org/officeDocument/2006/relationships" xmlns:p="http://schemas.openxmlformats.org/presentationml/2006/main">
  <p:tag name="OTLMARKERSHAPE" val="OTL"/>
</p:tagLst>
</file>

<file path=ppt/tags/tag320.xml><?xml version="1.0" encoding="utf-8"?>
<p:tagLst xmlns:a="http://schemas.openxmlformats.org/drawingml/2006/main" xmlns:r="http://schemas.openxmlformats.org/officeDocument/2006/relationships" xmlns:p="http://schemas.openxmlformats.org/presentationml/2006/main">
  <p:tag name="OTLMARKERSHAPE" val="OTL"/>
</p:tagLst>
</file>

<file path=ppt/tags/tag321.xml><?xml version="1.0" encoding="utf-8"?>
<p:tagLst xmlns:a="http://schemas.openxmlformats.org/drawingml/2006/main" xmlns:r="http://schemas.openxmlformats.org/officeDocument/2006/relationships" xmlns:p="http://schemas.openxmlformats.org/presentationml/2006/main">
  <p:tag name="OTLMARKERSHAPE" val="OTL"/>
</p:tagLst>
</file>

<file path=ppt/tags/tag322.xml><?xml version="1.0" encoding="utf-8"?>
<p:tagLst xmlns:a="http://schemas.openxmlformats.org/drawingml/2006/main" xmlns:r="http://schemas.openxmlformats.org/officeDocument/2006/relationships" xmlns:p="http://schemas.openxmlformats.org/presentationml/2006/main">
  <p:tag name="OTLMARKERSHAPE" val="OTL"/>
</p:tagLst>
</file>

<file path=ppt/tags/tag323.xml><?xml version="1.0" encoding="utf-8"?>
<p:tagLst xmlns:a="http://schemas.openxmlformats.org/drawingml/2006/main" xmlns:r="http://schemas.openxmlformats.org/officeDocument/2006/relationships" xmlns:p="http://schemas.openxmlformats.org/presentationml/2006/main">
  <p:tag name="OTLMARKERSHAPE" val="OTL"/>
</p:tagLst>
</file>

<file path=ppt/tags/tag324.xml><?xml version="1.0" encoding="utf-8"?>
<p:tagLst xmlns:a="http://schemas.openxmlformats.org/drawingml/2006/main" xmlns:r="http://schemas.openxmlformats.org/officeDocument/2006/relationships" xmlns:p="http://schemas.openxmlformats.org/presentationml/2006/main">
  <p:tag name="OTLMARKERSHAPE" val="OTL"/>
</p:tagLst>
</file>

<file path=ppt/tags/tag325.xml><?xml version="1.0" encoding="utf-8"?>
<p:tagLst xmlns:a="http://schemas.openxmlformats.org/drawingml/2006/main" xmlns:r="http://schemas.openxmlformats.org/officeDocument/2006/relationships" xmlns:p="http://schemas.openxmlformats.org/presentationml/2006/main">
  <p:tag name="OTLMARKERSHAPE" val="OTL"/>
</p:tagLst>
</file>

<file path=ppt/tags/tag326.xml><?xml version="1.0" encoding="utf-8"?>
<p:tagLst xmlns:a="http://schemas.openxmlformats.org/drawingml/2006/main" xmlns:r="http://schemas.openxmlformats.org/officeDocument/2006/relationships" xmlns:p="http://schemas.openxmlformats.org/presentationml/2006/main">
  <p:tag name="OTLMARKERSHAPE" val="OTL"/>
</p:tagLst>
</file>

<file path=ppt/tags/tag327.xml><?xml version="1.0" encoding="utf-8"?>
<p:tagLst xmlns:a="http://schemas.openxmlformats.org/drawingml/2006/main" xmlns:r="http://schemas.openxmlformats.org/officeDocument/2006/relationships" xmlns:p="http://schemas.openxmlformats.org/presentationml/2006/main">
  <p:tag name="OTLMARKERSHAPE" val="OTL"/>
</p:tagLst>
</file>

<file path=ppt/tags/tag328.xml><?xml version="1.0" encoding="utf-8"?>
<p:tagLst xmlns:a="http://schemas.openxmlformats.org/drawingml/2006/main" xmlns:r="http://schemas.openxmlformats.org/officeDocument/2006/relationships" xmlns:p="http://schemas.openxmlformats.org/presentationml/2006/main">
  <p:tag name="OTLMARKERSHAPE" val="OTL"/>
</p:tagLst>
</file>

<file path=ppt/tags/tag329.xml><?xml version="1.0" encoding="utf-8"?>
<p:tagLst xmlns:a="http://schemas.openxmlformats.org/drawingml/2006/main" xmlns:r="http://schemas.openxmlformats.org/officeDocument/2006/relationships" xmlns:p="http://schemas.openxmlformats.org/presentationml/2006/main">
  <p:tag name="OTLMARKERSHAPE" val="OTL"/>
</p:tagLst>
</file>

<file path=ppt/tags/tag330.xml><?xml version="1.0" encoding="utf-8"?>
<p:tagLst xmlns:a="http://schemas.openxmlformats.org/drawingml/2006/main" xmlns:r="http://schemas.openxmlformats.org/officeDocument/2006/relationships" xmlns:p="http://schemas.openxmlformats.org/presentationml/2006/main">
  <p:tag name="OTLMARKERSHAPE" val="OTL"/>
</p:tagLst>
</file>

<file path=ppt/tags/tag331.xml><?xml version="1.0" encoding="utf-8"?>
<p:tagLst xmlns:a="http://schemas.openxmlformats.org/drawingml/2006/main" xmlns:r="http://schemas.openxmlformats.org/officeDocument/2006/relationships" xmlns:p="http://schemas.openxmlformats.org/presentationml/2006/main">
  <p:tag name="OTLMARKERSHAPE" val="OTL"/>
</p:tagLst>
</file>

<file path=ppt/tags/tag332.xml><?xml version="1.0" encoding="utf-8"?>
<p:tagLst xmlns:a="http://schemas.openxmlformats.org/drawingml/2006/main" xmlns:r="http://schemas.openxmlformats.org/officeDocument/2006/relationships" xmlns:p="http://schemas.openxmlformats.org/presentationml/2006/main">
  <p:tag name="OTLMARKERSHAPE" val="OTL"/>
</p:tagLst>
</file>

<file path=ppt/tags/tag333.xml><?xml version="1.0" encoding="utf-8"?>
<p:tagLst xmlns:a="http://schemas.openxmlformats.org/drawingml/2006/main" xmlns:r="http://schemas.openxmlformats.org/officeDocument/2006/relationships" xmlns:p="http://schemas.openxmlformats.org/presentationml/2006/main">
  <p:tag name="OTLMARKERSHAPE" val="OTL"/>
</p:tagLst>
</file>

<file path=ppt/tags/tag334.xml><?xml version="1.0" encoding="utf-8"?>
<p:tagLst xmlns:a="http://schemas.openxmlformats.org/drawingml/2006/main" xmlns:r="http://schemas.openxmlformats.org/officeDocument/2006/relationships" xmlns:p="http://schemas.openxmlformats.org/presentationml/2006/main">
  <p:tag name="OTLMARKERSHAPE" val="OTL"/>
</p:tagLst>
</file>

<file path=ppt/tags/tag335.xml><?xml version="1.0" encoding="utf-8"?>
<p:tagLst xmlns:a="http://schemas.openxmlformats.org/drawingml/2006/main" xmlns:r="http://schemas.openxmlformats.org/officeDocument/2006/relationships" xmlns:p="http://schemas.openxmlformats.org/presentationml/2006/main">
  <p:tag name="OTLMARKERSHAPE" val="OTL"/>
</p:tagLst>
</file>

<file path=ppt/tags/tag336.xml><?xml version="1.0" encoding="utf-8"?>
<p:tagLst xmlns:a="http://schemas.openxmlformats.org/drawingml/2006/main" xmlns:r="http://schemas.openxmlformats.org/officeDocument/2006/relationships" xmlns:p="http://schemas.openxmlformats.org/presentationml/2006/main">
  <p:tag name="OTLMARKERSHAPE" val="OTL"/>
</p:tagLst>
</file>

<file path=ppt/tags/tag337.xml><?xml version="1.0" encoding="utf-8"?>
<p:tagLst xmlns:a="http://schemas.openxmlformats.org/drawingml/2006/main" xmlns:r="http://schemas.openxmlformats.org/officeDocument/2006/relationships" xmlns:p="http://schemas.openxmlformats.org/presentationml/2006/main">
  <p:tag name="OTLMARKERSHAPE" val="OTL"/>
</p:tagLst>
</file>

<file path=ppt/tags/tag338.xml><?xml version="1.0" encoding="utf-8"?>
<p:tagLst xmlns:a="http://schemas.openxmlformats.org/drawingml/2006/main" xmlns:r="http://schemas.openxmlformats.org/officeDocument/2006/relationships" xmlns:p="http://schemas.openxmlformats.org/presentationml/2006/main">
  <p:tag name="OTLMARKERSHAPE" val="OTL"/>
</p:tagLst>
</file>

<file path=ppt/tags/tag339.xml><?xml version="1.0" encoding="utf-8"?>
<p:tagLst xmlns:a="http://schemas.openxmlformats.org/drawingml/2006/main" xmlns:r="http://schemas.openxmlformats.org/officeDocument/2006/relationships" xmlns:p="http://schemas.openxmlformats.org/presentationml/2006/main">
  <p:tag name="OTLMARKERSHAPE" val="OTL"/>
</p:tagLst>
</file>

<file path=ppt/tags/tag340.xml><?xml version="1.0" encoding="utf-8"?>
<p:tagLst xmlns:a="http://schemas.openxmlformats.org/drawingml/2006/main" xmlns:r="http://schemas.openxmlformats.org/officeDocument/2006/relationships" xmlns:p="http://schemas.openxmlformats.org/presentationml/2006/main">
  <p:tag name="OTLMARKERSHAPE" val="OTL"/>
</p:tagLst>
</file>

<file path=ppt/tags/tag341.xml><?xml version="1.0" encoding="utf-8"?>
<p:tagLst xmlns:a="http://schemas.openxmlformats.org/drawingml/2006/main" xmlns:r="http://schemas.openxmlformats.org/officeDocument/2006/relationships" xmlns:p="http://schemas.openxmlformats.org/presentationml/2006/main">
  <p:tag name="OTLMARKERSHAPE" val="OTL"/>
</p:tagLst>
</file>

<file path=ppt/tags/tag342.xml><?xml version="1.0" encoding="utf-8"?>
<p:tagLst xmlns:a="http://schemas.openxmlformats.org/drawingml/2006/main" xmlns:r="http://schemas.openxmlformats.org/officeDocument/2006/relationships" xmlns:p="http://schemas.openxmlformats.org/presentationml/2006/main">
  <p:tag name="OTLMARKERSHAPE" val="OTL"/>
</p:tagLst>
</file>

<file path=ppt/tags/tag343.xml><?xml version="1.0" encoding="utf-8"?>
<p:tagLst xmlns:a="http://schemas.openxmlformats.org/drawingml/2006/main" xmlns:r="http://schemas.openxmlformats.org/officeDocument/2006/relationships" xmlns:p="http://schemas.openxmlformats.org/presentationml/2006/main">
  <p:tag name="OTLMARKERSHAPE" val="OTL"/>
</p:tagLst>
</file>

<file path=ppt/tags/tag344.xml><?xml version="1.0" encoding="utf-8"?>
<p:tagLst xmlns:a="http://schemas.openxmlformats.org/drawingml/2006/main" xmlns:r="http://schemas.openxmlformats.org/officeDocument/2006/relationships" xmlns:p="http://schemas.openxmlformats.org/presentationml/2006/main">
  <p:tag name="OTLMARKERSHAPE" val="OTL"/>
</p:tagLst>
</file>

<file path=ppt/tags/tag345.xml><?xml version="1.0" encoding="utf-8"?>
<p:tagLst xmlns:a="http://schemas.openxmlformats.org/drawingml/2006/main" xmlns:r="http://schemas.openxmlformats.org/officeDocument/2006/relationships" xmlns:p="http://schemas.openxmlformats.org/presentationml/2006/main">
  <p:tag name="OTLMARKERSHAPE" val="OTL"/>
</p:tagLst>
</file>

<file path=ppt/tags/tag346.xml><?xml version="1.0" encoding="utf-8"?>
<p:tagLst xmlns:a="http://schemas.openxmlformats.org/drawingml/2006/main" xmlns:r="http://schemas.openxmlformats.org/officeDocument/2006/relationships" xmlns:p="http://schemas.openxmlformats.org/presentationml/2006/main">
  <p:tag name="OTLMARKERSHAPE" val="OTL"/>
</p:tagLst>
</file>

<file path=ppt/tags/tag347.xml><?xml version="1.0" encoding="utf-8"?>
<p:tagLst xmlns:a="http://schemas.openxmlformats.org/drawingml/2006/main" xmlns:r="http://schemas.openxmlformats.org/officeDocument/2006/relationships" xmlns:p="http://schemas.openxmlformats.org/presentationml/2006/main">
  <p:tag name="OTLMARKERSHAPE" val="OTL"/>
</p:tagLst>
</file>

<file path=ppt/tags/tag348.xml><?xml version="1.0" encoding="utf-8"?>
<p:tagLst xmlns:a="http://schemas.openxmlformats.org/drawingml/2006/main" xmlns:r="http://schemas.openxmlformats.org/officeDocument/2006/relationships" xmlns:p="http://schemas.openxmlformats.org/presentationml/2006/main">
  <p:tag name="OTLMARKERSHAPE" val="OTL"/>
</p:tagLst>
</file>

<file path=ppt/tags/tag349.xml><?xml version="1.0" encoding="utf-8"?>
<p:tagLst xmlns:a="http://schemas.openxmlformats.org/drawingml/2006/main" xmlns:r="http://schemas.openxmlformats.org/officeDocument/2006/relationships" xmlns:p="http://schemas.openxmlformats.org/presentationml/2006/main">
  <p:tag name="OTLMARKERSHAPE" val="OTL"/>
</p:tagLst>
</file>

<file path=ppt/tags/tag350.xml><?xml version="1.0" encoding="utf-8"?>
<p:tagLst xmlns:a="http://schemas.openxmlformats.org/drawingml/2006/main" xmlns:r="http://schemas.openxmlformats.org/officeDocument/2006/relationships" xmlns:p="http://schemas.openxmlformats.org/presentationml/2006/main">
  <p:tag name="OTLMARKERSHAPE" val="OTL"/>
</p:tagLst>
</file>

<file path=ppt/tags/tag351.xml><?xml version="1.0" encoding="utf-8"?>
<p:tagLst xmlns:a="http://schemas.openxmlformats.org/drawingml/2006/main" xmlns:r="http://schemas.openxmlformats.org/officeDocument/2006/relationships" xmlns:p="http://schemas.openxmlformats.org/presentationml/2006/main">
  <p:tag name="OTLMARKERSHAPE" val="OTL"/>
</p:tagLst>
</file>

<file path=ppt/tags/tag352.xml><?xml version="1.0" encoding="utf-8"?>
<p:tagLst xmlns:a="http://schemas.openxmlformats.org/drawingml/2006/main" xmlns:r="http://schemas.openxmlformats.org/officeDocument/2006/relationships" xmlns:p="http://schemas.openxmlformats.org/presentationml/2006/main">
  <p:tag name="OTLMARKERSHAPE" val="OTL"/>
</p:tagLst>
</file>

<file path=ppt/tags/tag353.xml><?xml version="1.0" encoding="utf-8"?>
<p:tagLst xmlns:a="http://schemas.openxmlformats.org/drawingml/2006/main" xmlns:r="http://schemas.openxmlformats.org/officeDocument/2006/relationships" xmlns:p="http://schemas.openxmlformats.org/presentationml/2006/main">
  <p:tag name="OTLMARKERSHAPE" val="OTL"/>
</p:tagLst>
</file>

<file path=ppt/tags/tag354.xml><?xml version="1.0" encoding="utf-8"?>
<p:tagLst xmlns:a="http://schemas.openxmlformats.org/drawingml/2006/main" xmlns:r="http://schemas.openxmlformats.org/officeDocument/2006/relationships" xmlns:p="http://schemas.openxmlformats.org/presentationml/2006/main">
  <p:tag name="OTLMARKERSHAPE" val="OTL"/>
</p:tagLst>
</file>

<file path=ppt/tags/tag355.xml><?xml version="1.0" encoding="utf-8"?>
<p:tagLst xmlns:a="http://schemas.openxmlformats.org/drawingml/2006/main" xmlns:r="http://schemas.openxmlformats.org/officeDocument/2006/relationships" xmlns:p="http://schemas.openxmlformats.org/presentationml/2006/main">
  <p:tag name="OTLMARKERSHAPE" val="OTL"/>
</p:tagLst>
</file>

<file path=ppt/tags/tag356.xml><?xml version="1.0" encoding="utf-8"?>
<p:tagLst xmlns:a="http://schemas.openxmlformats.org/drawingml/2006/main" xmlns:r="http://schemas.openxmlformats.org/officeDocument/2006/relationships" xmlns:p="http://schemas.openxmlformats.org/presentationml/2006/main">
  <p:tag name="OTLMARKERSHAPE" val="OTL"/>
</p:tagLst>
</file>

<file path=ppt/tags/tag357.xml><?xml version="1.0" encoding="utf-8"?>
<p:tagLst xmlns:a="http://schemas.openxmlformats.org/drawingml/2006/main" xmlns:r="http://schemas.openxmlformats.org/officeDocument/2006/relationships" xmlns:p="http://schemas.openxmlformats.org/presentationml/2006/main">
  <p:tag name="OTLMARKERSHAPE" val="OTL"/>
</p:tagLst>
</file>

<file path=ppt/tags/tag358.xml><?xml version="1.0" encoding="utf-8"?>
<p:tagLst xmlns:a="http://schemas.openxmlformats.org/drawingml/2006/main" xmlns:r="http://schemas.openxmlformats.org/officeDocument/2006/relationships" xmlns:p="http://schemas.openxmlformats.org/presentationml/2006/main">
  <p:tag name="OTLMARKERSHAPE" val="OTL"/>
</p:tagLst>
</file>

<file path=ppt/tags/tag359.xml><?xml version="1.0" encoding="utf-8"?>
<p:tagLst xmlns:a="http://schemas.openxmlformats.org/drawingml/2006/main" xmlns:r="http://schemas.openxmlformats.org/officeDocument/2006/relationships" xmlns:p="http://schemas.openxmlformats.org/presentationml/2006/main">
  <p:tag name="OTLMARKERSHAPE" val="OTL"/>
</p:tagLst>
</file>

<file path=ppt/tags/tag360.xml><?xml version="1.0" encoding="utf-8"?>
<p:tagLst xmlns:a="http://schemas.openxmlformats.org/drawingml/2006/main" xmlns:r="http://schemas.openxmlformats.org/officeDocument/2006/relationships" xmlns:p="http://schemas.openxmlformats.org/presentationml/2006/main">
  <p:tag name="OTLMARKERSHAPE" val="OTL"/>
</p:tagLst>
</file>

<file path=ppt/tags/tag3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2.xml><?xml version="1.0" encoding="utf-8"?>
<p:tagLst xmlns:a="http://schemas.openxmlformats.org/drawingml/2006/main" xmlns:r="http://schemas.openxmlformats.org/officeDocument/2006/relationships" xmlns:p="http://schemas.openxmlformats.org/presentationml/2006/main">
  <p:tag name="THINKCELLSHAPEDONOTDELETE" val="t9.tATmsjDEGS6Mapvj6DfQ"/>
</p:tagLst>
</file>

<file path=ppt/tags/tag363.xml><?xml version="1.0" encoding="utf-8"?>
<p:tagLst xmlns:a="http://schemas.openxmlformats.org/drawingml/2006/main" xmlns:r="http://schemas.openxmlformats.org/officeDocument/2006/relationships" xmlns:p="http://schemas.openxmlformats.org/presentationml/2006/main">
  <p:tag name="OTLMARKERSHAPE" val="OTL"/>
</p:tagLst>
</file>

<file path=ppt/tags/tag364.xml><?xml version="1.0" encoding="utf-8"?>
<p:tagLst xmlns:a="http://schemas.openxmlformats.org/drawingml/2006/main" xmlns:r="http://schemas.openxmlformats.org/officeDocument/2006/relationships" xmlns:p="http://schemas.openxmlformats.org/presentationml/2006/main">
  <p:tag name="OTLMARKERSHAPE" val="OTL"/>
</p:tagLst>
</file>

<file path=ppt/tags/tag365.xml><?xml version="1.0" encoding="utf-8"?>
<p:tagLst xmlns:a="http://schemas.openxmlformats.org/drawingml/2006/main" xmlns:r="http://schemas.openxmlformats.org/officeDocument/2006/relationships" xmlns:p="http://schemas.openxmlformats.org/presentationml/2006/main">
  <p:tag name="OTLMARKERSHAPE" val="OTL"/>
</p:tagLst>
</file>

<file path=ppt/tags/tag366.xml><?xml version="1.0" encoding="utf-8"?>
<p:tagLst xmlns:a="http://schemas.openxmlformats.org/drawingml/2006/main" xmlns:r="http://schemas.openxmlformats.org/officeDocument/2006/relationships" xmlns:p="http://schemas.openxmlformats.org/presentationml/2006/main">
  <p:tag name="OTLMARKERSHAPE" val="OTL"/>
</p:tagLst>
</file>

<file path=ppt/tags/tag367.xml><?xml version="1.0" encoding="utf-8"?>
<p:tagLst xmlns:a="http://schemas.openxmlformats.org/drawingml/2006/main" xmlns:r="http://schemas.openxmlformats.org/officeDocument/2006/relationships" xmlns:p="http://schemas.openxmlformats.org/presentationml/2006/main">
  <p:tag name="OTLMARKERSHAPE" val="OTL"/>
</p:tagLst>
</file>

<file path=ppt/tags/tag368.xml><?xml version="1.0" encoding="utf-8"?>
<p:tagLst xmlns:a="http://schemas.openxmlformats.org/drawingml/2006/main" xmlns:r="http://schemas.openxmlformats.org/officeDocument/2006/relationships" xmlns:p="http://schemas.openxmlformats.org/presentationml/2006/main">
  <p:tag name="OTLMARKERSHAPE" val="OTL"/>
</p:tagLst>
</file>

<file path=ppt/tags/tag369.xml><?xml version="1.0" encoding="utf-8"?>
<p:tagLst xmlns:a="http://schemas.openxmlformats.org/drawingml/2006/main" xmlns:r="http://schemas.openxmlformats.org/officeDocument/2006/relationships" xmlns:p="http://schemas.openxmlformats.org/presentationml/2006/main">
  <p:tag name="OTLMARKERSHAPE" val="OTL"/>
</p:tagLst>
</file>

<file path=ppt/tags/tag370.xml><?xml version="1.0" encoding="utf-8"?>
<p:tagLst xmlns:a="http://schemas.openxmlformats.org/drawingml/2006/main" xmlns:r="http://schemas.openxmlformats.org/officeDocument/2006/relationships" xmlns:p="http://schemas.openxmlformats.org/presentationml/2006/main">
  <p:tag name="OTLMARKERSHAPE" val="OTL"/>
</p:tagLst>
</file>

<file path=ppt/tags/tag371.xml><?xml version="1.0" encoding="utf-8"?>
<p:tagLst xmlns:a="http://schemas.openxmlformats.org/drawingml/2006/main" xmlns:r="http://schemas.openxmlformats.org/officeDocument/2006/relationships" xmlns:p="http://schemas.openxmlformats.org/presentationml/2006/main">
  <p:tag name="OTLMARKERSHAPE" val="OTL"/>
</p:tagLst>
</file>

<file path=ppt/tags/tag372.xml><?xml version="1.0" encoding="utf-8"?>
<p:tagLst xmlns:a="http://schemas.openxmlformats.org/drawingml/2006/main" xmlns:r="http://schemas.openxmlformats.org/officeDocument/2006/relationships" xmlns:p="http://schemas.openxmlformats.org/presentationml/2006/main">
  <p:tag name="OTLMARKERSHAPE" val="OTL"/>
</p:tagLst>
</file>

<file path=ppt/tags/tag373.xml><?xml version="1.0" encoding="utf-8"?>
<p:tagLst xmlns:a="http://schemas.openxmlformats.org/drawingml/2006/main" xmlns:r="http://schemas.openxmlformats.org/officeDocument/2006/relationships" xmlns:p="http://schemas.openxmlformats.org/presentationml/2006/main">
  <p:tag name="OTLMARKERSHAPE" val="OTL"/>
</p:tagLst>
</file>

<file path=ppt/tags/tag374.xml><?xml version="1.0" encoding="utf-8"?>
<p:tagLst xmlns:a="http://schemas.openxmlformats.org/drawingml/2006/main" xmlns:r="http://schemas.openxmlformats.org/officeDocument/2006/relationships" xmlns:p="http://schemas.openxmlformats.org/presentationml/2006/main">
  <p:tag name="OTLMARKERSHAPE" val="OTL"/>
</p:tagLst>
</file>

<file path=ppt/tags/tag375.xml><?xml version="1.0" encoding="utf-8"?>
<p:tagLst xmlns:a="http://schemas.openxmlformats.org/drawingml/2006/main" xmlns:r="http://schemas.openxmlformats.org/officeDocument/2006/relationships" xmlns:p="http://schemas.openxmlformats.org/presentationml/2006/main">
  <p:tag name="OTLMARKERSHAPE" val="OTL"/>
</p:tagLst>
</file>

<file path=ppt/tags/tag376.xml><?xml version="1.0" encoding="utf-8"?>
<p:tagLst xmlns:a="http://schemas.openxmlformats.org/drawingml/2006/main" xmlns:r="http://schemas.openxmlformats.org/officeDocument/2006/relationships" xmlns:p="http://schemas.openxmlformats.org/presentationml/2006/main">
  <p:tag name="OTLMARKERSHAPE" val="OTL"/>
</p:tagLst>
</file>

<file path=ppt/tags/tag377.xml><?xml version="1.0" encoding="utf-8"?>
<p:tagLst xmlns:a="http://schemas.openxmlformats.org/drawingml/2006/main" xmlns:r="http://schemas.openxmlformats.org/officeDocument/2006/relationships" xmlns:p="http://schemas.openxmlformats.org/presentationml/2006/main">
  <p:tag name="OTLMARKERSHAPE" val="OTL"/>
</p:tagLst>
</file>

<file path=ppt/tags/tag378.xml><?xml version="1.0" encoding="utf-8"?>
<p:tagLst xmlns:a="http://schemas.openxmlformats.org/drawingml/2006/main" xmlns:r="http://schemas.openxmlformats.org/officeDocument/2006/relationships" xmlns:p="http://schemas.openxmlformats.org/presentationml/2006/main">
  <p:tag name="OTLMARKERSHAPE" val="OTL"/>
</p:tagLst>
</file>

<file path=ppt/tags/tag379.xml><?xml version="1.0" encoding="utf-8"?>
<p:tagLst xmlns:a="http://schemas.openxmlformats.org/drawingml/2006/main" xmlns:r="http://schemas.openxmlformats.org/officeDocument/2006/relationships" xmlns:p="http://schemas.openxmlformats.org/presentationml/2006/main">
  <p:tag name="OTLMARKERSHAPE" val="OTL"/>
</p:tagLst>
</file>

<file path=ppt/tags/tag380.xml><?xml version="1.0" encoding="utf-8"?>
<p:tagLst xmlns:a="http://schemas.openxmlformats.org/drawingml/2006/main" xmlns:r="http://schemas.openxmlformats.org/officeDocument/2006/relationships" xmlns:p="http://schemas.openxmlformats.org/presentationml/2006/main">
  <p:tag name="OTLMARKERSHAPE" val="OTL"/>
</p:tagLst>
</file>

<file path=ppt/tags/tag381.xml><?xml version="1.0" encoding="utf-8"?>
<p:tagLst xmlns:a="http://schemas.openxmlformats.org/drawingml/2006/main" xmlns:r="http://schemas.openxmlformats.org/officeDocument/2006/relationships" xmlns:p="http://schemas.openxmlformats.org/presentationml/2006/main">
  <p:tag name="OTLMARKERSHAPE" val="OTL"/>
</p:tagLst>
</file>

<file path=ppt/tags/tag382.xml><?xml version="1.0" encoding="utf-8"?>
<p:tagLst xmlns:a="http://schemas.openxmlformats.org/drawingml/2006/main" xmlns:r="http://schemas.openxmlformats.org/officeDocument/2006/relationships" xmlns:p="http://schemas.openxmlformats.org/presentationml/2006/main">
  <p:tag name="OTLMARKERSHAPE" val="OTL"/>
</p:tagLst>
</file>

<file path=ppt/tags/tag383.xml><?xml version="1.0" encoding="utf-8"?>
<p:tagLst xmlns:a="http://schemas.openxmlformats.org/drawingml/2006/main" xmlns:r="http://schemas.openxmlformats.org/officeDocument/2006/relationships" xmlns:p="http://schemas.openxmlformats.org/presentationml/2006/main">
  <p:tag name="OTLMARKERSHAPE" val="OTL"/>
</p:tagLst>
</file>

<file path=ppt/tags/tag384.xml><?xml version="1.0" encoding="utf-8"?>
<p:tagLst xmlns:a="http://schemas.openxmlformats.org/drawingml/2006/main" xmlns:r="http://schemas.openxmlformats.org/officeDocument/2006/relationships" xmlns:p="http://schemas.openxmlformats.org/presentationml/2006/main">
  <p:tag name="OTLMARKERSHAPE" val="OTL"/>
</p:tagLst>
</file>

<file path=ppt/tags/tag385.xml><?xml version="1.0" encoding="utf-8"?>
<p:tagLst xmlns:a="http://schemas.openxmlformats.org/drawingml/2006/main" xmlns:r="http://schemas.openxmlformats.org/officeDocument/2006/relationships" xmlns:p="http://schemas.openxmlformats.org/presentationml/2006/main">
  <p:tag name="OTLMARKERSHAPE" val="OTL"/>
</p:tagLst>
</file>

<file path=ppt/tags/tag386.xml><?xml version="1.0" encoding="utf-8"?>
<p:tagLst xmlns:a="http://schemas.openxmlformats.org/drawingml/2006/main" xmlns:r="http://schemas.openxmlformats.org/officeDocument/2006/relationships" xmlns:p="http://schemas.openxmlformats.org/presentationml/2006/main">
  <p:tag name="OTLMARKERSHAPE" val="OTL"/>
</p:tagLst>
</file>

<file path=ppt/tags/tag387.xml><?xml version="1.0" encoding="utf-8"?>
<p:tagLst xmlns:a="http://schemas.openxmlformats.org/drawingml/2006/main" xmlns:r="http://schemas.openxmlformats.org/officeDocument/2006/relationships" xmlns:p="http://schemas.openxmlformats.org/presentationml/2006/main">
  <p:tag name="OTLMARKERSHAPE" val="OTL"/>
</p:tagLst>
</file>

<file path=ppt/tags/tag388.xml><?xml version="1.0" encoding="utf-8"?>
<p:tagLst xmlns:a="http://schemas.openxmlformats.org/drawingml/2006/main" xmlns:r="http://schemas.openxmlformats.org/officeDocument/2006/relationships" xmlns:p="http://schemas.openxmlformats.org/presentationml/2006/main">
  <p:tag name="OTLMARKERSHAPE" val="OTL"/>
</p:tagLst>
</file>

<file path=ppt/tags/tag389.xml><?xml version="1.0" encoding="utf-8"?>
<p:tagLst xmlns:a="http://schemas.openxmlformats.org/drawingml/2006/main" xmlns:r="http://schemas.openxmlformats.org/officeDocument/2006/relationships" xmlns:p="http://schemas.openxmlformats.org/presentationml/2006/main">
  <p:tag name="OTLMARKERSHAPE" val="OTL"/>
</p:tagLst>
</file>

<file path=ppt/tags/tag390.xml><?xml version="1.0" encoding="utf-8"?>
<p:tagLst xmlns:a="http://schemas.openxmlformats.org/drawingml/2006/main" xmlns:r="http://schemas.openxmlformats.org/officeDocument/2006/relationships" xmlns:p="http://schemas.openxmlformats.org/presentationml/2006/main">
  <p:tag name="OTLMARKERSHAPE" val="OTL"/>
</p:tagLst>
</file>

<file path=ppt/tags/tag391.xml><?xml version="1.0" encoding="utf-8"?>
<p:tagLst xmlns:a="http://schemas.openxmlformats.org/drawingml/2006/main" xmlns:r="http://schemas.openxmlformats.org/officeDocument/2006/relationships" xmlns:p="http://schemas.openxmlformats.org/presentationml/2006/main">
  <p:tag name="OTLMARKERSHAPE" val="OTL"/>
</p:tagLst>
</file>

<file path=ppt/tags/tag392.xml><?xml version="1.0" encoding="utf-8"?>
<p:tagLst xmlns:a="http://schemas.openxmlformats.org/drawingml/2006/main" xmlns:r="http://schemas.openxmlformats.org/officeDocument/2006/relationships" xmlns:p="http://schemas.openxmlformats.org/presentationml/2006/main">
  <p:tag name="OTLMARKERSHAPE" val="OTL"/>
</p:tagLst>
</file>

<file path=ppt/tags/tag393.xml><?xml version="1.0" encoding="utf-8"?>
<p:tagLst xmlns:a="http://schemas.openxmlformats.org/drawingml/2006/main" xmlns:r="http://schemas.openxmlformats.org/officeDocument/2006/relationships" xmlns:p="http://schemas.openxmlformats.org/presentationml/2006/main">
  <p:tag name="OTLMARKERSHAPE" val="OTL"/>
</p:tagLst>
</file>

<file path=ppt/tags/tag394.xml><?xml version="1.0" encoding="utf-8"?>
<p:tagLst xmlns:a="http://schemas.openxmlformats.org/drawingml/2006/main" xmlns:r="http://schemas.openxmlformats.org/officeDocument/2006/relationships" xmlns:p="http://schemas.openxmlformats.org/presentationml/2006/main">
  <p:tag name="OTLMARKERSHAPE" val="OTL"/>
</p:tagLst>
</file>

<file path=ppt/tags/tag395.xml><?xml version="1.0" encoding="utf-8"?>
<p:tagLst xmlns:a="http://schemas.openxmlformats.org/drawingml/2006/main" xmlns:r="http://schemas.openxmlformats.org/officeDocument/2006/relationships" xmlns:p="http://schemas.openxmlformats.org/presentationml/2006/main">
  <p:tag name="OTLMARKERSHAPE" val="OTL"/>
</p:tagLst>
</file>

<file path=ppt/tags/tag396.xml><?xml version="1.0" encoding="utf-8"?>
<p:tagLst xmlns:a="http://schemas.openxmlformats.org/drawingml/2006/main" xmlns:r="http://schemas.openxmlformats.org/officeDocument/2006/relationships" xmlns:p="http://schemas.openxmlformats.org/presentationml/2006/main">
  <p:tag name="OTLMARKERSHAPE" val="OTL"/>
</p:tagLst>
</file>

<file path=ppt/tags/tag397.xml><?xml version="1.0" encoding="utf-8"?>
<p:tagLst xmlns:a="http://schemas.openxmlformats.org/drawingml/2006/main" xmlns:r="http://schemas.openxmlformats.org/officeDocument/2006/relationships" xmlns:p="http://schemas.openxmlformats.org/presentationml/2006/main">
  <p:tag name="OTLMARKERSHAPE" val="OTL"/>
</p:tagLst>
</file>

<file path=ppt/tags/tag398.xml><?xml version="1.0" encoding="utf-8"?>
<p:tagLst xmlns:a="http://schemas.openxmlformats.org/drawingml/2006/main" xmlns:r="http://schemas.openxmlformats.org/officeDocument/2006/relationships" xmlns:p="http://schemas.openxmlformats.org/presentationml/2006/main">
  <p:tag name="OTLMARKERSHAPE" val="OTL"/>
</p:tagLst>
</file>

<file path=ppt/tags/tag399.xml><?xml version="1.0" encoding="utf-8"?>
<p:tagLst xmlns:a="http://schemas.openxmlformats.org/drawingml/2006/main" xmlns:r="http://schemas.openxmlformats.org/officeDocument/2006/relationships" xmlns:p="http://schemas.openxmlformats.org/presentationml/2006/main">
  <p:tag name="OTLMARKERSHAPE" val="OTL"/>
</p:tagLst>
</file>

<file path=ppt/tags/tag400.xml><?xml version="1.0" encoding="utf-8"?>
<p:tagLst xmlns:a="http://schemas.openxmlformats.org/drawingml/2006/main" xmlns:r="http://schemas.openxmlformats.org/officeDocument/2006/relationships" xmlns:p="http://schemas.openxmlformats.org/presentationml/2006/main">
  <p:tag name="OTLMARKERSHAPE" val="OTL"/>
</p:tagLst>
</file>

<file path=ppt/tags/tag401.xml><?xml version="1.0" encoding="utf-8"?>
<p:tagLst xmlns:a="http://schemas.openxmlformats.org/drawingml/2006/main" xmlns:r="http://schemas.openxmlformats.org/officeDocument/2006/relationships" xmlns:p="http://schemas.openxmlformats.org/presentationml/2006/main">
  <p:tag name="OTLMARKERSHAPE" val="OTL"/>
</p:tagLst>
</file>

<file path=ppt/tags/tag402.xml><?xml version="1.0" encoding="utf-8"?>
<p:tagLst xmlns:a="http://schemas.openxmlformats.org/drawingml/2006/main" xmlns:r="http://schemas.openxmlformats.org/officeDocument/2006/relationships" xmlns:p="http://schemas.openxmlformats.org/presentationml/2006/main">
  <p:tag name="OTLMARKERSHAPE" val="OTL"/>
</p:tagLst>
</file>

<file path=ppt/theme/theme1.xml><?xml version="1.0" encoding="utf-8"?>
<a:theme xmlns:a="http://schemas.openxmlformats.org/drawingml/2006/main" name="主题1">
  <a:themeElements>
    <a:clrScheme name="BI Theme Colors Top">
      <a:dk1>
        <a:sysClr val="windowText" lastClr="000000"/>
      </a:dk1>
      <a:lt1>
        <a:sysClr val="window" lastClr="FFFFFF"/>
      </a:lt1>
      <a:dk2>
        <a:srgbClr val="336699"/>
      </a:dk2>
      <a:lt2>
        <a:srgbClr val="FFFFFF"/>
      </a:lt2>
      <a:accent1>
        <a:srgbClr val="003366"/>
      </a:accent1>
      <a:accent2>
        <a:srgbClr val="336699"/>
      </a:accent2>
      <a:accent3>
        <a:srgbClr val="6699CC"/>
      </a:accent3>
      <a:accent4>
        <a:srgbClr val="CC3333"/>
      </a:accent4>
      <a:accent5>
        <a:srgbClr val="669999"/>
      </a:accent5>
      <a:accent6>
        <a:srgbClr val="999900"/>
      </a:accent6>
      <a:hlink>
        <a:srgbClr val="0066CC"/>
      </a:hlink>
      <a:folHlink>
        <a:srgbClr val="FF9900"/>
      </a:folHlink>
    </a:clrScheme>
    <a:fontScheme name="BI Designfont">
      <a:majorFont>
        <a:latin typeface="BISansCond"/>
        <a:ea typeface=""/>
        <a:cs typeface=""/>
      </a:majorFont>
      <a:minorFont>
        <a:latin typeface="BISan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theme>
</file>

<file path=ppt/theme/theme2.xml><?xml version="1.0" encoding="utf-8"?>
<a:theme xmlns:a="http://schemas.openxmlformats.org/drawingml/2006/main" name="1_BI_Corporate_16_9">
  <a:themeElements>
    <a:clrScheme name="Boehringer Ingelheim">
      <a:dk1>
        <a:srgbClr val="000000"/>
      </a:dk1>
      <a:lt1>
        <a:srgbClr val="FFFFFF"/>
      </a:lt1>
      <a:dk2>
        <a:srgbClr val="1F497D"/>
      </a:dk2>
      <a:lt2>
        <a:srgbClr val="EEECE1"/>
      </a:lt2>
      <a:accent1>
        <a:srgbClr val="123563"/>
      </a:accent1>
      <a:accent2>
        <a:srgbClr val="336597"/>
      </a:accent2>
      <a:accent3>
        <a:srgbClr val="6697BF"/>
      </a:accent3>
      <a:accent4>
        <a:srgbClr val="C73635"/>
      </a:accent4>
      <a:accent5>
        <a:srgbClr val="649A9C"/>
      </a:accent5>
      <a:accent6>
        <a:srgbClr val="9E9C23"/>
      </a:accent6>
      <a:hlink>
        <a:srgbClr val="3763A0"/>
      </a:hlink>
      <a:folHlink>
        <a:srgbClr val="EA9A35"/>
      </a:folHlink>
    </a:clrScheme>
    <a:fontScheme name="Boehringer Ingelheim Font Set">
      <a:majorFont>
        <a:latin typeface="BISansOptiCond"/>
        <a:ea typeface=""/>
        <a:cs typeface=""/>
      </a:majorFont>
      <a:minorFont>
        <a:latin typeface="BISansOpt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3366"/>
        </a:solidFill>
        <a:ln w="12700">
          <a:noFill/>
        </a:ln>
      </a:spPr>
      <a:bodyPr lIns="91440" tIns="45720" rIns="91440" bIns="45720" rtlCol="0" anchor="t"/>
      <a:lstStyle>
        <a:defPPr algn="l">
          <a:defRPr sz="1050" dirty="0" err="1" smtClean="0">
            <a:solidFill>
              <a:schemeClr val="bg1"/>
            </a:solidFill>
            <a:latin typeface="BISans" panose="02000503040000020004" pitchFamily="2"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extLst>
    <a:ext uri="{05A4C25C-085E-4340-85A3-A5531E510DB2}">
      <thm15:themeFamily xmlns:thm15="http://schemas.microsoft.com/office/thememl/2012/main" name="BI_Corporate_16_9" id="{5732E4AD-637B-494A-9981-FEBEA126A13F}" vid="{287DA907-4444-CD48-AF10-CE0C82CBCBBB}"/>
    </a:ext>
  </a:extLst>
</a:theme>
</file>

<file path=ppt/theme/theme3.xml><?xml version="1.0" encoding="utf-8"?>
<a:theme xmlns:a="http://schemas.openxmlformats.org/drawingml/2006/main" name="2_BI_Corporate_16_9">
  <a:themeElements>
    <a:clrScheme name="Boehringer Ingelheim">
      <a:dk1>
        <a:srgbClr val="000000"/>
      </a:dk1>
      <a:lt1>
        <a:srgbClr val="FFFFFF"/>
      </a:lt1>
      <a:dk2>
        <a:srgbClr val="1F497D"/>
      </a:dk2>
      <a:lt2>
        <a:srgbClr val="EEECE1"/>
      </a:lt2>
      <a:accent1>
        <a:srgbClr val="123563"/>
      </a:accent1>
      <a:accent2>
        <a:srgbClr val="336597"/>
      </a:accent2>
      <a:accent3>
        <a:srgbClr val="6697BF"/>
      </a:accent3>
      <a:accent4>
        <a:srgbClr val="C73635"/>
      </a:accent4>
      <a:accent5>
        <a:srgbClr val="649A9C"/>
      </a:accent5>
      <a:accent6>
        <a:srgbClr val="9E9C23"/>
      </a:accent6>
      <a:hlink>
        <a:srgbClr val="3763A0"/>
      </a:hlink>
      <a:folHlink>
        <a:srgbClr val="EA9A35"/>
      </a:folHlink>
    </a:clrScheme>
    <a:fontScheme name="Boehringer Ingelheim Font Set">
      <a:majorFont>
        <a:latin typeface="BISansOptiCond"/>
        <a:ea typeface=""/>
        <a:cs typeface=""/>
      </a:majorFont>
      <a:minorFont>
        <a:latin typeface="BISansOpt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extLst>
    <a:ext uri="{05A4C25C-085E-4340-85A3-A5531E510DB2}">
      <thm15:themeFamily xmlns:thm15="http://schemas.microsoft.com/office/thememl/2012/main" name="BI_Corporate_16_9" id="{5732E4AD-637B-494A-9981-FEBEA126A13F}" vid="{287DA907-4444-CD48-AF10-CE0C82CBCBBB}"/>
    </a:ext>
  </a:extLst>
</a:theme>
</file>

<file path=ppt/theme/theme4.xml><?xml version="1.0" encoding="utf-8"?>
<a:theme xmlns:a="http://schemas.openxmlformats.org/drawingml/2006/main" name="2_170215_BI-PPT_Template_4-3_new">
  <a:themeElements>
    <a:clrScheme name="BI Theme Colors Top">
      <a:dk1>
        <a:sysClr val="windowText" lastClr="000000"/>
      </a:dk1>
      <a:lt1>
        <a:sysClr val="window" lastClr="FFFFFF"/>
      </a:lt1>
      <a:dk2>
        <a:srgbClr val="336699"/>
      </a:dk2>
      <a:lt2>
        <a:srgbClr val="FFFFFF"/>
      </a:lt2>
      <a:accent1>
        <a:srgbClr val="003366"/>
      </a:accent1>
      <a:accent2>
        <a:srgbClr val="336699"/>
      </a:accent2>
      <a:accent3>
        <a:srgbClr val="6699CC"/>
      </a:accent3>
      <a:accent4>
        <a:srgbClr val="CC3333"/>
      </a:accent4>
      <a:accent5>
        <a:srgbClr val="669999"/>
      </a:accent5>
      <a:accent6>
        <a:srgbClr val="999900"/>
      </a:accent6>
      <a:hlink>
        <a:srgbClr val="0066CC"/>
      </a:hlink>
      <a:folHlink>
        <a:srgbClr val="FF9900"/>
      </a:folHlink>
    </a:clrScheme>
    <a:fontScheme name="BI Designfont">
      <a:majorFont>
        <a:latin typeface="BISansCond"/>
        <a:ea typeface=""/>
        <a:cs typeface=""/>
      </a:majorFont>
      <a:minorFont>
        <a:latin typeface="BISan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theme>
</file>

<file path=ppt/theme/theme5.xml><?xml version="1.0" encoding="utf-8"?>
<a:theme xmlns:a="http://schemas.openxmlformats.org/drawingml/2006/main" name="3_170215_BI-PPT_Template_4-3_new">
  <a:themeElements>
    <a:clrScheme name="BI Theme Colors Top">
      <a:dk1>
        <a:sysClr val="windowText" lastClr="000000"/>
      </a:dk1>
      <a:lt1>
        <a:sysClr val="window" lastClr="FFFFFF"/>
      </a:lt1>
      <a:dk2>
        <a:srgbClr val="336699"/>
      </a:dk2>
      <a:lt2>
        <a:srgbClr val="FFFFFF"/>
      </a:lt2>
      <a:accent1>
        <a:srgbClr val="003366"/>
      </a:accent1>
      <a:accent2>
        <a:srgbClr val="336699"/>
      </a:accent2>
      <a:accent3>
        <a:srgbClr val="6699CC"/>
      </a:accent3>
      <a:accent4>
        <a:srgbClr val="CC3333"/>
      </a:accent4>
      <a:accent5>
        <a:srgbClr val="669999"/>
      </a:accent5>
      <a:accent6>
        <a:srgbClr val="999900"/>
      </a:accent6>
      <a:hlink>
        <a:srgbClr val="0066CC"/>
      </a:hlink>
      <a:folHlink>
        <a:srgbClr val="FF9900"/>
      </a:folHlink>
    </a:clrScheme>
    <a:fontScheme name="BI Designfont">
      <a:majorFont>
        <a:latin typeface="BISansCond"/>
        <a:ea typeface=""/>
        <a:cs typeface=""/>
      </a:majorFont>
      <a:minorFont>
        <a:latin typeface="BISan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theme>
</file>

<file path=ppt/theme/theme6.xml><?xml version="1.0" encoding="utf-8"?>
<a:theme xmlns:a="http://schemas.openxmlformats.org/drawingml/2006/main" name="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7.xml><?xml version="1.0" encoding="utf-8"?>
<a:theme xmlns:a="http://schemas.openxmlformats.org/drawingml/2006/main" name="2017_05_11_Template_Presentations">
  <a:themeElements>
    <a:clrScheme name="BI Theme Colors Top">
      <a:dk1>
        <a:sysClr val="windowText" lastClr="000000"/>
      </a:dk1>
      <a:lt1>
        <a:sysClr val="window" lastClr="FFFFFF"/>
      </a:lt1>
      <a:dk2>
        <a:srgbClr val="336699"/>
      </a:dk2>
      <a:lt2>
        <a:srgbClr val="FFFFFF"/>
      </a:lt2>
      <a:accent1>
        <a:srgbClr val="003366"/>
      </a:accent1>
      <a:accent2>
        <a:srgbClr val="336699"/>
      </a:accent2>
      <a:accent3>
        <a:srgbClr val="6699CC"/>
      </a:accent3>
      <a:accent4>
        <a:srgbClr val="CC3333"/>
      </a:accent4>
      <a:accent5>
        <a:srgbClr val="669999"/>
      </a:accent5>
      <a:accent6>
        <a:srgbClr val="999900"/>
      </a:accent6>
      <a:hlink>
        <a:srgbClr val="0066CC"/>
      </a:hlink>
      <a:folHlink>
        <a:srgbClr val="FF9900"/>
      </a:folHlink>
    </a:clrScheme>
    <a:fontScheme name="BI Designfont">
      <a:majorFont>
        <a:latin typeface="BISansCond"/>
        <a:ea typeface=""/>
        <a:cs typeface=""/>
      </a:majorFont>
      <a:minorFont>
        <a:latin typeface="BISans"/>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rgbClr val="003366"/>
          </a:solidFill>
        </a:ln>
      </a:spPr>
      <a:bodyPr lIns="72000" tIns="72000" rIns="72000" bIns="72000" rtlCol="0" anchor="ctr"/>
      <a:lstStyle>
        <a:defPPr algn="ctr">
          <a:defRPr sz="1400"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2700">
          <a:solidFill>
            <a:srgbClr val="003366"/>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defRPr sz="1400" dirty="0" smtClean="0"/>
        </a:defPPr>
      </a:lstStyle>
    </a:txDef>
  </a:objectDefaults>
  <a:extraClrSchemeLst/>
  <a:custClrLst>
    <a:custClr name="Blue 0/51/102">
      <a:srgbClr val="003366"/>
    </a:custClr>
    <a:custClr name="Blue 51/102/153">
      <a:srgbClr val="336699"/>
    </a:custClr>
    <a:custClr name="Blue 102/153/204">
      <a:srgbClr val="6699CC"/>
    </a:custClr>
    <a:custClr name="Blue 153/204/255">
      <a:srgbClr val="99CCFF"/>
    </a:custClr>
    <a:custClr name="Blue 0/102/204">
      <a:srgbClr val="0066CC"/>
    </a:custClr>
    <a:custClr name="Red 204/51/51">
      <a:srgbClr val="CC3333"/>
    </a:custClr>
    <a:custClr name="Green 0/102/102">
      <a:srgbClr val="006666"/>
    </a:custClr>
    <a:custClr name="Green 102/153/153">
      <a:srgbClr val="669999"/>
    </a:custClr>
    <a:custClr name="Green 0/153/51">
      <a:srgbClr val="009933"/>
    </a:custClr>
    <a:custClr name="Green 153/153/0">
      <a:srgbClr val="999900"/>
    </a:custClr>
    <a:custClr name="Green 204/204/0">
      <a:srgbClr val="CCCC00"/>
    </a:custClr>
    <a:custClr name="Yellow 255/153/0">
      <a:srgbClr val="FF9900"/>
    </a:custClr>
  </a:custClrLst>
</a:theme>
</file>

<file path=ppt/theme/theme8.xml><?xml version="1.0" encoding="utf-8"?>
<a:theme xmlns:a="http://schemas.openxmlformats.org/drawingml/2006/main" name="3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9.xml><?xml version="1.0" encoding="utf-8"?>
<a:theme xmlns:a="http://schemas.openxmlformats.org/drawingml/2006/main" name="8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Presentation2" id="{08094075-D627-4ACB-8C33-33FF8F591399}" vid="{BA47D3BC-DDE0-4B02-BD25-102102AE9784}"/>
    </a:ext>
  </a:extLst>
</a:theme>
</file>

<file path=ppt/theme/theme10.xml><?xml version="1.0" encoding="utf-8"?>
<a:theme xmlns:a="http://schemas.openxmlformats.org/drawingml/2006/main" name="9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Boehringer_Ingelheim_Slide_library_1.0.pptx" id="{5908B920-57D7-4ED1-928D-C904C10EC231}" vid="{29E26ED5-3A1A-4603-9964-4C266823EF94}"/>
    </a:ext>
  </a:extLst>
</a:theme>
</file>

<file path=ppt/theme/theme11.xml><?xml version="1.0" encoding="utf-8"?>
<a:theme xmlns:a="http://schemas.openxmlformats.org/drawingml/2006/main" name="4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Presentation1" id="{8E73A1CE-C297-4B48-8EE7-ACD211E1B6BA}" vid="{70C47F2D-1438-4C71-8D10-E835C49F7593}"/>
    </a:ext>
  </a:extLst>
</a:theme>
</file>

<file path=ppt/theme/theme12.xml><?xml version="1.0" encoding="utf-8"?>
<a:theme xmlns:a="http://schemas.openxmlformats.org/drawingml/2006/main" name="1_Boehringer Ingelheim 16:9">
  <a:themeElements>
    <a:clrScheme name="BI_FINAL">
      <a:dk1>
        <a:sysClr val="windowText" lastClr="000000"/>
      </a:dk1>
      <a:lt1>
        <a:sysClr val="window" lastClr="FFFFFF"/>
      </a:lt1>
      <a:dk2>
        <a:srgbClr val="00E47C"/>
      </a:dk2>
      <a:lt2>
        <a:srgbClr val="08312A"/>
      </a:lt2>
      <a:accent1>
        <a:srgbClr val="08312A"/>
      </a:accent1>
      <a:accent2>
        <a:srgbClr val="00E47C"/>
      </a:accent2>
      <a:accent3>
        <a:srgbClr val="C5C3EE"/>
      </a:accent3>
      <a:accent4>
        <a:srgbClr val="FFE667"/>
      </a:accent4>
      <a:accent5>
        <a:srgbClr val="F58A68"/>
      </a:accent5>
      <a:accent6>
        <a:srgbClr val="A3E5EE"/>
      </a:accent6>
      <a:hlink>
        <a:srgbClr val="898885"/>
      </a:hlink>
      <a:folHlink>
        <a:srgbClr val="B7B6B2"/>
      </a:folHlink>
    </a:clrScheme>
    <a:fontScheme name="Boehringer">
      <a:majorFont>
        <a:latin typeface="Boehringer Forward Head"/>
        <a:ea typeface=""/>
        <a:cs typeface=""/>
      </a:majorFont>
      <a:minorFont>
        <a:latin typeface="Boehringer Forward Tex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gray">
        <a:solidFill>
          <a:schemeClr val="bg1"/>
        </a:solidFill>
        <a:ln w="6350">
          <a:solidFill>
            <a:schemeClr val="tx1"/>
          </a:solidFill>
        </a:ln>
      </a:spPr>
      <a:bodyPr rtlCol="0" anchor="ctr"/>
      <a:lstStyle>
        <a:defPPr algn="ctr">
          <a:lnSpc>
            <a:spcPct val="140000"/>
          </a:lnSpc>
          <a:defRPr sz="1600"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bwMode="gray">
        <a:ln w="6350">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bwMode="gray">
        <a:noFill/>
      </a:spPr>
      <a:bodyPr wrap="square" lIns="0" tIns="0" rIns="0" bIns="0" rtlCol="0">
        <a:spAutoFit/>
      </a:bodyPr>
      <a:lstStyle>
        <a:defPPr marL="180000" indent="-180000" algn="l">
          <a:lnSpc>
            <a:spcPct val="140000"/>
          </a:lnSpc>
          <a:buFont typeface="Arial" panose="020B0604020202020204" pitchFamily="34" charset="0"/>
          <a:buChar char="•"/>
          <a:defRPr sz="1600" dirty="0"/>
        </a:defPPr>
      </a:lstStyle>
    </a:txDef>
  </a:objectDefaults>
  <a:extraClrSchemeLst/>
  <a:custClrLst>
    <a:custClr name="Light Red">
      <a:srgbClr val="F5CDB9"/>
    </a:custClr>
    <a:custClr name="Red">
      <a:srgbClr val="F58A68"/>
    </a:custClr>
    <a:custClr name="Medium Red">
      <a:srgbClr val="EE6541"/>
    </a:custClr>
    <a:custClr name="Dark Red">
      <a:srgbClr val="86251B"/>
    </a:custClr>
    <a:custClr>
      <a:srgbClr val="FFFFFF"/>
    </a:custClr>
    <a:custClr>
      <a:srgbClr val="FFFFFF"/>
    </a:custClr>
    <a:custClr name="Gray 1">
      <a:srgbClr val="FAF9F8"/>
    </a:custClr>
    <a:custClr name="Light Gray">
      <a:srgbClr val="F6F5F3"/>
    </a:custClr>
    <a:custClr name="Gray 3">
      <a:srgbClr val="EFEEEB"/>
    </a:custClr>
    <a:custClr name="Warm Gray">
      <a:srgbClr val="E5E3DE"/>
    </a:custClr>
    <a:custClr name="Light Blue">
      <a:srgbClr val="D2F2F7"/>
    </a:custClr>
    <a:custClr name="Blue">
      <a:srgbClr val="A3E5EE"/>
    </a:custClr>
    <a:custClr name="Medium Blue">
      <a:srgbClr val="6AD2E2"/>
    </a:custClr>
    <a:custClr name="Dark Blue">
      <a:srgbClr val="076D7E"/>
    </a:custClr>
    <a:custClr>
      <a:srgbClr val="FFFFFF"/>
    </a:custClr>
    <a:custClr>
      <a:srgbClr val="FFFFFF"/>
    </a:custClr>
    <a:custClr name="Gray 5">
      <a:srgbClr val="B7B6B2"/>
    </a:custClr>
    <a:custClr name="Gray 6">
      <a:srgbClr val="898885"/>
    </a:custClr>
    <a:custClr name="Gray 7">
      <a:srgbClr val="5C5B59"/>
    </a:custClr>
    <a:custClr name="Gray 8">
      <a:srgbClr val="2E2D2C"/>
    </a:custClr>
    <a:custClr name="Light Yellow">
      <a:srgbClr val="FBF9AA"/>
    </a:custClr>
    <a:custClr name="Yellow">
      <a:srgbClr val="FFE667"/>
    </a:custClr>
    <a:custClr name="Medium Yellow">
      <a:srgbClr val="FFD03D"/>
    </a:custClr>
    <a:custClr name="Dark Yellow">
      <a:srgbClr val="E18600"/>
    </a:custClr>
    <a:custClr>
      <a:srgbClr val="FFFFFF"/>
    </a:custClr>
    <a:custClr>
      <a:srgbClr val="FFFFFF"/>
    </a:custClr>
    <a:custClr>
      <a:srgbClr val="FFFFFF"/>
    </a:custClr>
    <a:custClr>
      <a:srgbClr val="FFFFFF"/>
    </a:custClr>
    <a:custClr>
      <a:srgbClr val="FFFFFF"/>
    </a:custClr>
    <a:custClr>
      <a:srgbClr val="FFFFFF"/>
    </a:custClr>
    <a:custClr name="Light Violet">
      <a:srgbClr val="E0E1F6"/>
    </a:custClr>
    <a:custClr name="Violet">
      <a:srgbClr val="C5C3EE"/>
    </a:custClr>
    <a:custClr name="Medium Violet">
      <a:srgbClr val="928BDE"/>
    </a:custClr>
    <a:custClr name="Dark Violet">
      <a:srgbClr val="5D4495"/>
    </a:custClr>
    <a:custClr>
      <a:srgbClr val="FFFFFF"/>
    </a:custClr>
    <a:custClr>
      <a:srgbClr val="FFFFFF"/>
    </a:custClr>
    <a:custClr>
      <a:srgbClr val="FFFFFF"/>
    </a:custClr>
    <a:custClr name="Signal Red">
      <a:srgbClr val="F62B2B"/>
    </a:custClr>
    <a:custClr name="Signal Yellow">
      <a:srgbClr val="FF8413"/>
    </a:custClr>
    <a:custClr name="Signal Green">
      <a:srgbClr val="1EAD1B"/>
    </a:custClr>
  </a:custClrLst>
  <a:extLst>
    <a:ext uri="{05A4C25C-085E-4340-85A3-A5531E510DB2}">
      <thm15:themeFamily xmlns:thm15="http://schemas.microsoft.com/office/thememl/2012/main" name="K16_Boehringer-Ingelheim_Master_2023-10-27.potx" id="{2C6D375D-DD9D-4CF0-B688-7F4CCBA49DFF}" vid="{6088006B-833E-4326-9B9C-8EE8922CBC59}"/>
    </a:ext>
  </a:extLst>
</a:theme>
</file>

<file path=ppt/theme/theme1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38988128-37ab-443d-bda8-e0f28155c68c">
      <UserInfo>
        <DisplayName>Zhu,Yingying (MED CD&amp;O) BII-CN-S</DisplayName>
        <AccountId>240</AccountId>
        <AccountType/>
      </UserInfo>
      <UserInfo>
        <DisplayName>Xue,Kim (MED CD&amp;O) BII-CN-S</DisplayName>
        <AccountId>241</AccountId>
        <AccountType/>
      </UserInfo>
      <UserInfo>
        <DisplayName>Zhang,Alex (MED CD&amp;O) BII-CN-B</DisplayName>
        <AccountId>48</AccountId>
        <AccountType/>
      </UserInfo>
      <UserInfo>
        <DisplayName>Nie,Liyue (MED QM) BII-CN-S</DisplayName>
        <AccountId>252</AccountId>
        <AccountType/>
      </UserInfo>
      <UserInfo>
        <DisplayName>Hua,Dr.,Harry (MED BDS) BII-CN-S</DisplayName>
        <AccountId>98</AccountId>
        <AccountType/>
      </UserInfo>
      <UserInfo>
        <DisplayName>Liang,Sarah (HP Medicine) BII-CN-S</DisplayName>
        <AccountId>104</AccountId>
        <AccountType/>
      </UserInfo>
      <UserInfo>
        <DisplayName>Lu,Fengqing (HP Medicine) BII-CN-S</DisplayName>
        <AccountId>270</AccountId>
        <AccountType/>
      </UserInfo>
    </SharedWithUsers>
    <lcf76f155ced4ddcb4097134ff3c332f xmlns="abec3d6c-dc49-43d8-9f5f-fe75434a2497">
      <Terms xmlns="http://schemas.microsoft.com/office/infopath/2007/PartnerControls"/>
    </lcf76f155ced4ddcb4097134ff3c332f>
    <TaxCatchAll xmlns="e47812bf-c8f0-415c-9dc6-756594725798"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B9242DF3D1D04D43AAE539FB642C880D" ma:contentTypeVersion="19" ma:contentTypeDescription="Create a new document." ma:contentTypeScope="" ma:versionID="216cf6b9bc403f004b8b7e86d8e72cfc">
  <xsd:schema xmlns:xsd="http://www.w3.org/2001/XMLSchema" xmlns:xs="http://www.w3.org/2001/XMLSchema" xmlns:p="http://schemas.microsoft.com/office/2006/metadata/properties" xmlns:ns2="abec3d6c-dc49-43d8-9f5f-fe75434a2497" xmlns:ns3="38988128-37ab-443d-bda8-e0f28155c68c" xmlns:ns4="e47812bf-c8f0-415c-9dc6-756594725798" targetNamespace="http://schemas.microsoft.com/office/2006/metadata/properties" ma:root="true" ma:fieldsID="22e1a6cbe640582aedff401e2d7c7a09" ns2:_="" ns3:_="" ns4:_="">
    <xsd:import namespace="abec3d6c-dc49-43d8-9f5f-fe75434a2497"/>
    <xsd:import namespace="38988128-37ab-443d-bda8-e0f28155c68c"/>
    <xsd:import namespace="e47812bf-c8f0-415c-9dc6-756594725798"/>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MediaServiceAutoKeyPoints" minOccurs="0"/>
                <xsd:element ref="ns2:MediaServiceKeyPoints" minOccurs="0"/>
                <xsd:element ref="ns2:lcf76f155ced4ddcb4097134ff3c332f" minOccurs="0"/>
                <xsd:element ref="ns4:TaxCatchAll" minOccurs="0"/>
                <xsd:element ref="ns2:MediaServiceObjectDetectorVersions"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bec3d6c-dc49-43d8-9f5f-fe75434a249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LengthInSeconds" ma:index="17" nillable="true" ma:displayName="Length (seconds)" ma:internalName="MediaLengthInSeconds" ma:readOnly="true">
      <xsd:simpleType>
        <xsd:restriction base="dms:Unknow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798f3110-b2b7-48bc-b5f0-a137367be0c9"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Location" ma:index="24" nillable="true" ma:displayName="Location" ma:indexed="true" ma:internalName="MediaServiceLocation"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8988128-37ab-443d-bda8-e0f28155c68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47812bf-c8f0-415c-9dc6-756594725798" elementFormDefault="qualified">
    <xsd:import namespace="http://schemas.microsoft.com/office/2006/documentManagement/types"/>
    <xsd:import namespace="http://schemas.microsoft.com/office/infopath/2007/PartnerControls"/>
    <xsd:element name="TaxCatchAll" ma:index="22" nillable="true" ma:displayName="Taxonomy Catch All Column" ma:hidden="true" ma:list="{289bc802-be5d-4ad1-8fa5-936a0ef32c64}" ma:internalName="TaxCatchAll" ma:showField="CatchAllData" ma:web="38988128-37ab-443d-bda8-e0f28155c68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1C54798-5198-4286-B2AE-2235EAA71558}">
  <ds:schemaRefs>
    <ds:schemaRef ds:uri="545a336c-45ba-4242-ba8b-2a24159e5b92"/>
    <ds:schemaRef ds:uri="6105e471-a007-4c69-b034-cfd36128fabd"/>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4B11065A-5719-485F-BC36-F3176EBBC3B9}">
  <ds:schemaRefs>
    <ds:schemaRef ds:uri="http://schemas.microsoft.com/sharepoint/v3/contenttype/forms"/>
  </ds:schemaRefs>
</ds:datastoreItem>
</file>

<file path=customXml/itemProps3.xml><?xml version="1.0" encoding="utf-8"?>
<ds:datastoreItem xmlns:ds="http://schemas.openxmlformats.org/officeDocument/2006/customXml" ds:itemID="{0EC7488A-B47E-4662-BCD6-A8779504DAAD}"/>
</file>

<file path=docMetadata/LabelInfo.xml><?xml version="1.0" encoding="utf-8"?>
<clbl:labelList xmlns:clbl="http://schemas.microsoft.com/office/2020/mipLabelMetadata">
  <clbl:label id="{bfd0b529-4a04-4616-88d2-531082d94bb8}" enabled="1" method="Standard" siteId="{e1f8af86-ee95-4718-bd0d-375b37366c83}" removed="0"/>
</clbl:labelList>
</file>

<file path=docProps/app.xml><?xml version="1.0" encoding="utf-8"?>
<Properties xmlns="http://schemas.openxmlformats.org/officeDocument/2006/extended-properties" xmlns:vt="http://schemas.openxmlformats.org/officeDocument/2006/docPropsVTypes">
  <Template>03. Portfolio Executive Committee Charter_TARM_Dec2019</Template>
  <TotalTime>0</TotalTime>
  <Words>4618</Words>
  <Application>Microsoft Office PowerPoint</Application>
  <PresentationFormat>Widescreen</PresentationFormat>
  <Paragraphs>1381</Paragraphs>
  <Slides>23</Slides>
  <Notes>13</Notes>
  <HiddenSlides>12</HiddenSlides>
  <MMClips>0</MMClips>
  <ScaleCrop>false</ScaleCrop>
  <HeadingPairs>
    <vt:vector size="4" baseType="variant">
      <vt:variant>
        <vt:lpstr>Theme</vt:lpstr>
      </vt:variant>
      <vt:variant>
        <vt:i4>12</vt:i4>
      </vt:variant>
      <vt:variant>
        <vt:lpstr>Slide Titles</vt:lpstr>
      </vt:variant>
      <vt:variant>
        <vt:i4>23</vt:i4>
      </vt:variant>
    </vt:vector>
  </HeadingPairs>
  <TitlesOfParts>
    <vt:vector size="35" baseType="lpstr">
      <vt:lpstr>主题1</vt:lpstr>
      <vt:lpstr>1_BI_Corporate_16_9</vt:lpstr>
      <vt:lpstr>2_BI_Corporate_16_9</vt:lpstr>
      <vt:lpstr>2_170215_BI-PPT_Template_4-3_new</vt:lpstr>
      <vt:lpstr>3_170215_BI-PPT_Template_4-3_new</vt:lpstr>
      <vt:lpstr>Boehringer Ingelheim 16:9</vt:lpstr>
      <vt:lpstr>2017_05_11_Template_Presentations</vt:lpstr>
      <vt:lpstr>3_Boehringer Ingelheim 16:9</vt:lpstr>
      <vt:lpstr>8_Boehringer Ingelheim 16:9</vt:lpstr>
      <vt:lpstr>9_Boehringer Ingelheim 16:9</vt:lpstr>
      <vt:lpstr>4_Boehringer Ingelheim 16:9</vt:lpstr>
      <vt:lpstr>1_Boehringer Ingelheim 16:9</vt:lpstr>
      <vt:lpstr>Portfolio Executive Committee (PEC)  Review Meeting    Portfolio Overview Update - CREA</vt:lpstr>
      <vt:lpstr>Ongoing: Iclepertin GlyT1 — Cognitive Impairment associated with Schizophrenia (CIAS) </vt:lpstr>
      <vt:lpstr>CONNEX recruitment status as of 17Apr 2024</vt:lpstr>
      <vt:lpstr>1346-0014 rollover study China and Taiwan recruitment summary _cutoff date 17Apr2024</vt:lpstr>
      <vt:lpstr>CONNEX Global &amp; Local CIAS Publication Plan</vt:lpstr>
      <vt:lpstr>One Page Summary ━ CREA (CNS) </vt:lpstr>
      <vt:lpstr>Ongoing: BI 1569912 (NR2B NAM) — Major Depressive Disorder (MDD) adjunct  </vt:lpstr>
      <vt:lpstr>NR2B NAM PoCP Study Design</vt:lpstr>
      <vt:lpstr>Safety and tolerability on treatment and follow up</vt:lpstr>
      <vt:lpstr>BI 1569912 20 mg demonstrated rapid onset, sustained for five days post-administration </vt:lpstr>
      <vt:lpstr>PowerPoint Presentation</vt:lpstr>
      <vt:lpstr>NR2B asset maximization scenarios</vt:lpstr>
      <vt:lpstr>NR2B NAM high level program timeline</vt:lpstr>
      <vt:lpstr>Summary of Leading PIs on PTSD &amp; MDD in China</vt:lpstr>
      <vt:lpstr>Under evaluation: CT-155 Digital Therapeutics — Negative Symptom of Schizophrenia </vt:lpstr>
      <vt:lpstr>CT-156 Study planning: focusing on functional impairment - including medication adherence – in people living with Schizophrenia</vt:lpstr>
      <vt:lpstr>One Page Summary ━ CREA (Retinal Health) </vt:lpstr>
      <vt:lpstr>PowerPoint Presentation</vt:lpstr>
      <vt:lpstr>China Evidence Generation Strategy for GA Disease Area </vt:lpstr>
      <vt:lpstr>PowerPoint Presentation</vt:lpstr>
      <vt:lpstr>PowerPoint Presentation</vt:lpstr>
      <vt:lpstr>PowerPoint Presentation</vt:lpstr>
      <vt:lpstr>Ongoing: BI 1358894 (TRPC4/5) — Post Traumatic Stress Disorder (PTSD)</vt:lpstr>
    </vt:vector>
  </TitlesOfParts>
  <Company>Boehringer Ingelheim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Zhu,Julia (HP Medicine) BII-CN-S</dc:creator>
  <cp:lastModifiedBy>Lu,Dr.,Jiaqi (HP Medicine) BII-CN-S</cp:lastModifiedBy>
  <cp:revision>3</cp:revision>
  <dcterms:created xsi:type="dcterms:W3CDTF">2019-12-23T04:46:47Z</dcterms:created>
  <dcterms:modified xsi:type="dcterms:W3CDTF">2025-07-24T06:50:00Z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0x010100B9242DF3D1D04D43AAE539FB642C880D</vt:lpwstr>
  </property>
</Properties>
</file>