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drawings/drawing2.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7.xml" ContentType="application/vnd.openxmlformats-officedocument.themeOverride+xml"/>
  <Override PartName="/ppt/drawings/drawing3.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4.xml" ContentType="application/vnd.openxmlformats-officedocument.drawingml.chartshape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6.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0.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5.xml" ContentType="application/vnd.openxmlformats-officedocument.drawingml.chartshapes+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1.xml" ContentType="application/vnd.openxmlformats-officedocument.themeOverride+xml"/>
  <Override PartName="/ppt/drawings/drawing6.xml" ContentType="application/vnd.openxmlformats-officedocument.drawingml.chartshapes+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12.xml" ContentType="application/vnd.openxmlformats-officedocument.themeOverride+xml"/>
  <Override PartName="/ppt/drawings/drawing7.xml" ContentType="application/vnd.openxmlformats-officedocument.drawingml.chartshapes+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3.xml" ContentType="application/vnd.openxmlformats-officedocument.themeOverride+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1.xml" ContentType="application/vnd.openxmlformats-officedocument.presentationml.notesSlide+xml"/>
  <Override PartName="/ppt/theme/themeOverride14.xml" ContentType="application/vnd.openxmlformats-officedocument.themeOverr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2.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comments/comment1.xml" ContentType="application/vnd.openxmlformats-officedocument.presentationml.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 id="2147483814" r:id="rId5"/>
    <p:sldMasterId id="2147483842" r:id="rId6"/>
    <p:sldMasterId id="2147483869" r:id="rId7"/>
  </p:sldMasterIdLst>
  <p:notesMasterIdLst>
    <p:notesMasterId r:id="rId73"/>
  </p:notesMasterIdLst>
  <p:handoutMasterIdLst>
    <p:handoutMasterId r:id="rId74"/>
  </p:handoutMasterIdLst>
  <p:sldIdLst>
    <p:sldId id="9801" r:id="rId8"/>
    <p:sldId id="2147481186" r:id="rId9"/>
    <p:sldId id="9815" r:id="rId10"/>
    <p:sldId id="2147481217" r:id="rId11"/>
    <p:sldId id="2147481218" r:id="rId12"/>
    <p:sldId id="2147479944" r:id="rId13"/>
    <p:sldId id="9816" r:id="rId14"/>
    <p:sldId id="2147481191" r:id="rId15"/>
    <p:sldId id="2147481192" r:id="rId16"/>
    <p:sldId id="2147481193" r:id="rId17"/>
    <p:sldId id="2147481194" r:id="rId18"/>
    <p:sldId id="2147481195" r:id="rId19"/>
    <p:sldId id="2147481196" r:id="rId20"/>
    <p:sldId id="2147481215" r:id="rId21"/>
    <p:sldId id="2147481216" r:id="rId22"/>
    <p:sldId id="2147481197" r:id="rId23"/>
    <p:sldId id="2147481198" r:id="rId24"/>
    <p:sldId id="2147481199" r:id="rId25"/>
    <p:sldId id="2147481200" r:id="rId26"/>
    <p:sldId id="2147481201" r:id="rId27"/>
    <p:sldId id="2147481202" r:id="rId28"/>
    <p:sldId id="2147481203" r:id="rId29"/>
    <p:sldId id="2147481204" r:id="rId30"/>
    <p:sldId id="2147481205" r:id="rId31"/>
    <p:sldId id="2147481206" r:id="rId32"/>
    <p:sldId id="2147481207" r:id="rId33"/>
    <p:sldId id="2147481208" r:id="rId34"/>
    <p:sldId id="2147481209" r:id="rId35"/>
    <p:sldId id="2147481210" r:id="rId36"/>
    <p:sldId id="2147481211" r:id="rId37"/>
    <p:sldId id="2147481212" r:id="rId38"/>
    <p:sldId id="2147481213" r:id="rId39"/>
    <p:sldId id="2147481214" r:id="rId40"/>
    <p:sldId id="2147479929" r:id="rId41"/>
    <p:sldId id="2147479613" r:id="rId42"/>
    <p:sldId id="2147479611" r:id="rId43"/>
    <p:sldId id="2147377461" r:id="rId44"/>
    <p:sldId id="2147479977" r:id="rId45"/>
    <p:sldId id="2147479931" r:id="rId46"/>
    <p:sldId id="2147481222" r:id="rId47"/>
    <p:sldId id="2147481223" r:id="rId48"/>
    <p:sldId id="2147481224" r:id="rId49"/>
    <p:sldId id="2147481190" r:id="rId50"/>
    <p:sldId id="2147481189" r:id="rId51"/>
    <p:sldId id="2147479932" r:id="rId52"/>
    <p:sldId id="2147479965" r:id="rId53"/>
    <p:sldId id="2147479933" r:id="rId54"/>
    <p:sldId id="2147481179" r:id="rId55"/>
    <p:sldId id="2147377254" r:id="rId56"/>
    <p:sldId id="2147377194" r:id="rId57"/>
    <p:sldId id="2147377246" r:id="rId58"/>
    <p:sldId id="2147479940" r:id="rId59"/>
    <p:sldId id="2147481185" r:id="rId60"/>
    <p:sldId id="2147481184" r:id="rId61"/>
    <p:sldId id="2147479936" r:id="rId62"/>
    <p:sldId id="2147479937" r:id="rId63"/>
    <p:sldId id="2147377256" r:id="rId64"/>
    <p:sldId id="2147377271" r:id="rId65"/>
    <p:sldId id="2147479958" r:id="rId66"/>
    <p:sldId id="2147481188" r:id="rId67"/>
    <p:sldId id="2147479935" r:id="rId68"/>
    <p:sldId id="2147479978" r:id="rId69"/>
    <p:sldId id="2147479954" r:id="rId70"/>
    <p:sldId id="2147479930" r:id="rId71"/>
    <p:sldId id="2147481187" r:id="rId72"/>
  </p:sldIdLst>
  <p:sldSz cx="12192000" cy="6858000"/>
  <p:notesSz cx="6858000" cy="9144000"/>
  <p:embeddedFontLst>
    <p:embeddedFont>
      <p:font typeface="DengXian" panose="020B0604020202020204" charset="-122"/>
      <p:regular r:id="rId75"/>
      <p:bold r:id="rId76"/>
    </p:embeddedFont>
    <p:embeddedFont>
      <p:font typeface="BISans" panose="020B0604020202020204" charset="0"/>
      <p:regular r:id="rId77"/>
      <p:italic r:id="rId78"/>
    </p:embeddedFont>
    <p:embeddedFont>
      <p:font typeface="BISansCond" panose="020B0604020202020204" charset="0"/>
      <p:regular r:id="rId79"/>
      <p:bold r:id="rId80"/>
    </p:embeddedFont>
    <p:embeddedFont>
      <p:font typeface="BISansOpti" panose="020B0604020202020204" charset="0"/>
      <p:regular r:id="rId81"/>
      <p:bold r:id="rId82"/>
      <p:italic r:id="rId83"/>
      <p:boldItalic r:id="rId84"/>
    </p:embeddedFont>
    <p:embeddedFont>
      <p:font typeface="BISansOptiCond" panose="020B0604020202020204" charset="0"/>
      <p:regular r:id="rId85"/>
      <p:bold r:id="rId86"/>
      <p:italic r:id="rId87"/>
      <p:boldItalic r:id="rId88"/>
    </p:embeddedFont>
    <p:embeddedFont>
      <p:font typeface="Boehringer Forward Head" panose="020B0604020202020204" charset="0"/>
      <p:regular r:id="rId89"/>
      <p:bold r:id="rId90"/>
      <p:italic r:id="rId91"/>
      <p:boldItalic r:id="rId92"/>
    </p:embeddedFont>
    <p:embeddedFont>
      <p:font typeface="Boehringer Forward Text" panose="020B0604020202020204" charset="0"/>
      <p:regular r:id="rId93"/>
      <p:bold r:id="rId94"/>
      <p:italic r:id="rId95"/>
      <p:boldItalic r:id="rId96"/>
    </p:embeddedFont>
    <p:embeddedFont>
      <p:font typeface="Microsoft YaHei" panose="020B0503020204020204" pitchFamily="34" charset="-122"/>
      <p:regular r:id="rId97"/>
      <p:bold r:id="rId98"/>
    </p:embeddedFont>
    <p:embeddedFont>
      <p:font typeface="Noto Sans" panose="020B0604020202020204" charset="0"/>
      <p:regular r:id="rId99"/>
      <p:bold r:id="rId100"/>
      <p:italic r:id="rId101"/>
      <p:boldItalic r:id="rId102"/>
    </p:embeddedFont>
  </p:embeddedFontLst>
  <p:custDataLst>
    <p:tags r:id="rId10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to-slides" id="{AA08E66F-718D-4436-8623-AEBA27634B0F}">
          <p14:sldIdLst>
            <p14:sldId id="9801"/>
            <p14:sldId id="2147481186"/>
            <p14:sldId id="9815"/>
            <p14:sldId id="2147481217"/>
            <p14:sldId id="2147481218"/>
            <p14:sldId id="2147479944"/>
            <p14:sldId id="9816"/>
            <p14:sldId id="2147481191"/>
            <p14:sldId id="2147481192"/>
            <p14:sldId id="2147481193"/>
            <p14:sldId id="2147481194"/>
            <p14:sldId id="2147481195"/>
            <p14:sldId id="2147481196"/>
            <p14:sldId id="2147481215"/>
            <p14:sldId id="2147481216"/>
            <p14:sldId id="2147481197"/>
            <p14:sldId id="2147481198"/>
            <p14:sldId id="2147481199"/>
            <p14:sldId id="2147481200"/>
            <p14:sldId id="2147481201"/>
            <p14:sldId id="2147481202"/>
            <p14:sldId id="2147481203"/>
            <p14:sldId id="2147481204"/>
            <p14:sldId id="2147481205"/>
            <p14:sldId id="2147481206"/>
            <p14:sldId id="2147481207"/>
            <p14:sldId id="2147481208"/>
            <p14:sldId id="2147481209"/>
            <p14:sldId id="2147481210"/>
            <p14:sldId id="2147481211"/>
            <p14:sldId id="2147481212"/>
            <p14:sldId id="2147481213"/>
            <p14:sldId id="2147481214"/>
            <p14:sldId id="2147479929"/>
            <p14:sldId id="2147479613"/>
            <p14:sldId id="2147479611"/>
            <p14:sldId id="2147377461"/>
            <p14:sldId id="2147479977"/>
            <p14:sldId id="2147479931"/>
            <p14:sldId id="2147481222"/>
            <p14:sldId id="2147481223"/>
            <p14:sldId id="2147481224"/>
            <p14:sldId id="2147481190"/>
            <p14:sldId id="2147481189"/>
            <p14:sldId id="2147479932"/>
            <p14:sldId id="2147479965"/>
            <p14:sldId id="2147479933"/>
            <p14:sldId id="2147481179"/>
            <p14:sldId id="2147377254"/>
            <p14:sldId id="2147377194"/>
            <p14:sldId id="2147377246"/>
            <p14:sldId id="2147479940"/>
            <p14:sldId id="2147481185"/>
            <p14:sldId id="2147481184"/>
            <p14:sldId id="2147479936"/>
            <p14:sldId id="2147479937"/>
            <p14:sldId id="2147377256"/>
            <p14:sldId id="2147377271"/>
            <p14:sldId id="2147479958"/>
            <p14:sldId id="2147481188"/>
            <p14:sldId id="2147479935"/>
            <p14:sldId id="2147479978"/>
            <p14:sldId id="2147479954"/>
            <p14:sldId id="2147479930"/>
            <p14:sldId id="2147481187"/>
          </p14:sldIdLst>
        </p14:section>
        <p14:section name="Master Layouts" id="{F6135164-930C-4F17-8810-A4D7425EDECA}">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143319-CB11-E7E8-24B9-8BDB50B037CC}" name="Liu,Hailong (MED CD&amp;O) BII-CN-S" initials="L(CBCS" userId="S::hailong.liu@boehringer-ingelheim.com::10413919-3405-4df1-9357-a69eb234449a" providerId="AD"/>
  <p188:author id="{7F21F95C-C421-6AEC-DE78-464CAB8AE2F4}" name="Han,Keri (HP Medicine) BII-CN-S" initials="KH" userId="Han,Keri (HP Medicine) BII-CN-S" providerId="None"/>
  <p188:author id="{02A73786-28D8-431E-34C2-F5CB7FA313A8}" name="Li,Li (HP Med RA) BII-CN-S" initials="L(MRBCS" userId="S::li_3.li@boehringer-ingelheim.com::577c44b8-e5e4-4072-a065-0ba9a7bc308f" providerId="AD"/>
  <p188:author id="{2EE7FEEA-9406-DBE3-7835-0153BE9F1859}" name="Xiao,Angela (MED CD&amp;O) BII-CN-S" initials="X(CBCS" userId="S::angela.xiao@boehringer-ingelheim.com::98c22960-5edc-44dd-a92e-046c4666f5c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Qian,Qi (MED CD&amp;O) BII-CN-S" initials="QB" lastIdx="1" clrIdx="6">
    <p:extLst>
      <p:ext uri="{19B8F6BF-5375-455C-9EA6-DF929625EA0E}">
        <p15:presenceInfo xmlns:p15="http://schemas.microsoft.com/office/powerpoint/2012/main" userId="S::qi.qian@boehringer-ingelheim.com::a012f63a-3071-45e6-b604-0f04cceb25ea" providerId="AD"/>
      </p:ext>
    </p:extLst>
  </p:cmAuthor>
  <p:cmAuthor id="1" name=" " initials="CV" lastIdx="3" clrIdx="0">
    <p:extLst>
      <p:ext uri="{19B8F6BF-5375-455C-9EA6-DF929625EA0E}">
        <p15:presenceInfo xmlns:p15="http://schemas.microsoft.com/office/powerpoint/2012/main" userId=" " providerId="None"/>
      </p:ext>
    </p:extLst>
  </p:cmAuthor>
  <p:cmAuthor id="8" name="Guan,Sunny (HP Med RA) BII-CN-B" initials="GB" lastIdx="3" clrIdx="7">
    <p:extLst>
      <p:ext uri="{19B8F6BF-5375-455C-9EA6-DF929625EA0E}">
        <p15:presenceInfo xmlns:p15="http://schemas.microsoft.com/office/powerpoint/2012/main" userId="S::sunny.guan@boehringer-ingelheim.com::18e80359-f8e0-43d1-a493-8fa8126220ca" providerId="AD"/>
      </p:ext>
    </p:extLst>
  </p:cmAuthor>
  <p:cmAuthor id="2" name="Han,Keri (HP Medicine) BII-CN-S" initials="KH" lastIdx="4" clrIdx="1">
    <p:extLst>
      <p:ext uri="{19B8F6BF-5375-455C-9EA6-DF929625EA0E}">
        <p15:presenceInfo xmlns:p15="http://schemas.microsoft.com/office/powerpoint/2012/main" userId="Han,Keri (HP Medicine) BII-CN-S" providerId="None"/>
      </p:ext>
    </p:extLst>
  </p:cmAuthor>
  <p:cmAuthor id="3" name="Du,Jing (MED CD&amp;O) BII-CN-B" initials="D(CBCB" lastIdx="3" clrIdx="2">
    <p:extLst>
      <p:ext uri="{19B8F6BF-5375-455C-9EA6-DF929625EA0E}">
        <p15:presenceInfo xmlns:p15="http://schemas.microsoft.com/office/powerpoint/2012/main" userId="S::jing.du@boehringer-ingelheim.com::9c3b7964-23eb-4705-8bac-22bd7db55fab" providerId="AD"/>
      </p:ext>
    </p:extLst>
  </p:cmAuthor>
  <p:cmAuthor id="4" name="Li,Li (HP Med RA) BII-CN-S" initials="L(MRBCS" lastIdx="8" clrIdx="3">
    <p:extLst>
      <p:ext uri="{19B8F6BF-5375-455C-9EA6-DF929625EA0E}">
        <p15:presenceInfo xmlns:p15="http://schemas.microsoft.com/office/powerpoint/2012/main" userId="S::li_3.li@boehringer-ingelheim.com::577c44b8-e5e4-4072-a065-0ba9a7bc308f" providerId="AD"/>
      </p:ext>
    </p:extLst>
  </p:cmAuthor>
  <p:cmAuthor id="5" name="Fan,Feng (HP Medicine) BII-CN-S" initials="F(MB" lastIdx="8" clrIdx="4">
    <p:extLst>
      <p:ext uri="{19B8F6BF-5375-455C-9EA6-DF929625EA0E}">
        <p15:presenceInfo xmlns:p15="http://schemas.microsoft.com/office/powerpoint/2012/main" userId="S::feng.fan@boehringer-ingelheim.com::56f1bf9d-6553-4f81-a57f-bcb9389b56d7" providerId="AD"/>
      </p:ext>
    </p:extLst>
  </p:cmAuthor>
  <p:cmAuthor id="6" name="Li,Amy (MED CD&amp;O) BII-CN-S" initials="L(CBCS" lastIdx="1" clrIdx="5">
    <p:extLst>
      <p:ext uri="{19B8F6BF-5375-455C-9EA6-DF929625EA0E}">
        <p15:presenceInfo xmlns:p15="http://schemas.microsoft.com/office/powerpoint/2012/main" userId="S::amy.li@boehringer-ingelheim.com::19ce0bbf-6a1a-4fcd-90d3-a9008780c9b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8E8"/>
    <a:srgbClr val="CCCDCD"/>
    <a:srgbClr val="A3E5EE"/>
    <a:srgbClr val="076D7E"/>
    <a:srgbClr val="0E584B"/>
    <a:srgbClr val="D8F9F3"/>
    <a:srgbClr val="32BB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font" Target="fonts/font10.fntdata"/><Relationship Id="rId89" Type="http://schemas.openxmlformats.org/officeDocument/2006/relationships/font" Target="fonts/font15.fntdata"/><Relationship Id="rId16" Type="http://schemas.openxmlformats.org/officeDocument/2006/relationships/slide" Target="slides/slide9.xml"/><Relationship Id="rId107" Type="http://schemas.openxmlformats.org/officeDocument/2006/relationships/theme" Target="theme/theme1.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handoutMaster" Target="handoutMasters/handoutMaster1.xml"/><Relationship Id="rId79" Type="http://schemas.openxmlformats.org/officeDocument/2006/relationships/font" Target="fonts/font5.fntdata"/><Relationship Id="rId102" Type="http://schemas.openxmlformats.org/officeDocument/2006/relationships/font" Target="fonts/font28.fntdata"/><Relationship Id="rId5" Type="http://schemas.openxmlformats.org/officeDocument/2006/relationships/slideMaster" Target="slideMasters/slideMaster2.xml"/><Relationship Id="rId90" Type="http://schemas.openxmlformats.org/officeDocument/2006/relationships/font" Target="fonts/font16.fntdata"/><Relationship Id="rId95" Type="http://schemas.openxmlformats.org/officeDocument/2006/relationships/font" Target="fonts/font21.fntdata"/><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font" Target="fonts/font6.fntdata"/><Relationship Id="rId85" Type="http://schemas.openxmlformats.org/officeDocument/2006/relationships/font" Target="fonts/font11.fntdata"/><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tags" Target="tags/tag1.xml"/><Relationship Id="rId108" Type="http://schemas.openxmlformats.org/officeDocument/2006/relationships/tableStyles" Target="tableStyles.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font" Target="fonts/font1.fntdata"/><Relationship Id="rId91" Type="http://schemas.openxmlformats.org/officeDocument/2006/relationships/font" Target="fonts/font17.fntdata"/><Relationship Id="rId96" Type="http://schemas.openxmlformats.org/officeDocument/2006/relationships/font" Target="fonts/font22.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font" Target="fonts/font20.fntdata"/><Relationship Id="rId99" Type="http://schemas.openxmlformats.org/officeDocument/2006/relationships/font" Target="fonts/font25.fntdata"/><Relationship Id="rId101" Type="http://schemas.openxmlformats.org/officeDocument/2006/relationships/font" Target="fonts/font27.fntdata"/><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microsoft.com/office/2016/11/relationships/changesInfo" Target="changesInfos/changesInfo1.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font" Target="fonts/font2.fntdata"/><Relationship Id="rId97" Type="http://schemas.openxmlformats.org/officeDocument/2006/relationships/font" Target="fonts/font23.fntdata"/><Relationship Id="rId104"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font" Target="fonts/font18.fntdata"/><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font" Target="fonts/font13.fntdata"/><Relationship Id="rId110" Type="http://schemas.microsoft.com/office/2018/10/relationships/authors" Target="authors.xml"/><Relationship Id="rId61" Type="http://schemas.openxmlformats.org/officeDocument/2006/relationships/slide" Target="slides/slide54.xml"/><Relationship Id="rId82" Type="http://schemas.openxmlformats.org/officeDocument/2006/relationships/font" Target="fonts/font8.fntdata"/><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font" Target="fonts/font3.fntdata"/><Relationship Id="rId100" Type="http://schemas.openxmlformats.org/officeDocument/2006/relationships/font" Target="fonts/font26.fntdata"/><Relationship Id="rId105"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font" Target="fonts/font19.fntdata"/><Relationship Id="rId98" Type="http://schemas.openxmlformats.org/officeDocument/2006/relationships/font" Target="fonts/font24.fntdata"/><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font" Target="fonts/font9.fntdata"/><Relationship Id="rId88" Type="http://schemas.openxmlformats.org/officeDocument/2006/relationships/font" Target="fonts/font1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ian,Sherry (MED CD&amp;O) BII-CN-S" userId="S::sherry.qian@boehringer-ingelheim.com::b145814f-df63-46f0-8dcf-1545a8a9dcdb" providerId="AD" clId="Web-{ACD5CEA5-AE02-A50A-BC92-E681D5A865E8}"/>
    <pc:docChg chg="addSld modSld modSection">
      <pc:chgData name="Qian,Sherry (MED CD&amp;O) BII-CN-S" userId="S::sherry.qian@boehringer-ingelheim.com::b145814f-df63-46f0-8dcf-1545a8a9dcdb" providerId="AD" clId="Web-{ACD5CEA5-AE02-A50A-BC92-E681D5A865E8}" dt="2024-03-19T04:12:09.936" v="48" actId="20577"/>
      <pc:docMkLst>
        <pc:docMk/>
      </pc:docMkLst>
      <pc:sldChg chg="addSp delSp modSp add replId">
        <pc:chgData name="Qian,Sherry (MED CD&amp;O) BII-CN-S" userId="S::sherry.qian@boehringer-ingelheim.com::b145814f-df63-46f0-8dcf-1545a8a9dcdb" providerId="AD" clId="Web-{ACD5CEA5-AE02-A50A-BC92-E681D5A865E8}" dt="2024-03-19T04:12:02.311" v="45"/>
        <pc:sldMkLst>
          <pc:docMk/>
          <pc:sldMk cId="2830967148" sldId="2147479971"/>
        </pc:sldMkLst>
        <pc:spChg chg="mod">
          <ac:chgData name="Qian,Sherry (MED CD&amp;O) BII-CN-S" userId="S::sherry.qian@boehringer-ingelheim.com::b145814f-df63-46f0-8dcf-1545a8a9dcdb" providerId="AD" clId="Web-{ACD5CEA5-AE02-A50A-BC92-E681D5A865E8}" dt="2024-03-19T04:10:53.293" v="35" actId="20577"/>
          <ac:spMkLst>
            <pc:docMk/>
            <pc:sldMk cId="2830967148" sldId="2147479971"/>
            <ac:spMk id="2" creationId="{AED97622-54C6-6CBA-C7F7-B0E0EF3CA1CA}"/>
          </ac:spMkLst>
        </pc:spChg>
        <pc:spChg chg="add del mod">
          <ac:chgData name="Qian,Sherry (MED CD&amp;O) BII-CN-S" userId="S::sherry.qian@boehringer-ingelheim.com::b145814f-df63-46f0-8dcf-1545a8a9dcdb" providerId="AD" clId="Web-{ACD5CEA5-AE02-A50A-BC92-E681D5A865E8}" dt="2024-03-19T04:10:13.010" v="24"/>
          <ac:spMkLst>
            <pc:docMk/>
            <pc:sldMk cId="2830967148" sldId="2147479971"/>
            <ac:spMk id="4" creationId="{84B25609-F8E1-052C-474A-93487E774F01}"/>
          </ac:spMkLst>
        </pc:spChg>
        <pc:spChg chg="del mod">
          <ac:chgData name="Qian,Sherry (MED CD&amp;O) BII-CN-S" userId="S::sherry.qian@boehringer-ingelheim.com::b145814f-df63-46f0-8dcf-1545a8a9dcdb" providerId="AD" clId="Web-{ACD5CEA5-AE02-A50A-BC92-E681D5A865E8}" dt="2024-03-19T04:12:02.311" v="45"/>
          <ac:spMkLst>
            <pc:docMk/>
            <pc:sldMk cId="2830967148" sldId="2147479971"/>
            <ac:spMk id="7" creationId="{B9204D28-799C-864A-E87B-6D30E2306963}"/>
          </ac:spMkLst>
        </pc:spChg>
        <pc:picChg chg="add del mod">
          <ac:chgData name="Qian,Sherry (MED CD&amp;O) BII-CN-S" userId="S::sherry.qian@boehringer-ingelheim.com::b145814f-df63-46f0-8dcf-1545a8a9dcdb" providerId="AD" clId="Web-{ACD5CEA5-AE02-A50A-BC92-E681D5A865E8}" dt="2024-03-19T04:11:21.309" v="39"/>
          <ac:picMkLst>
            <pc:docMk/>
            <pc:sldMk cId="2830967148" sldId="2147479971"/>
            <ac:picMk id="3" creationId="{46B19A88-E917-3F46-2616-CF695869A775}"/>
          </ac:picMkLst>
        </pc:picChg>
        <pc:picChg chg="del">
          <ac:chgData name="Qian,Sherry (MED CD&amp;O) BII-CN-S" userId="S::sherry.qian@boehringer-ingelheim.com::b145814f-df63-46f0-8dcf-1545a8a9dcdb" providerId="AD" clId="Web-{ACD5CEA5-AE02-A50A-BC92-E681D5A865E8}" dt="2024-03-19T04:03:42.417" v="3"/>
          <ac:picMkLst>
            <pc:docMk/>
            <pc:sldMk cId="2830967148" sldId="2147479971"/>
            <ac:picMk id="5" creationId="{45218CD9-B887-9E13-8BF0-9D269018848D}"/>
          </ac:picMkLst>
        </pc:picChg>
        <pc:picChg chg="add mod">
          <ac:chgData name="Qian,Sherry (MED CD&amp;O) BII-CN-S" userId="S::sherry.qian@boehringer-ingelheim.com::b145814f-df63-46f0-8dcf-1545a8a9dcdb" providerId="AD" clId="Web-{ACD5CEA5-AE02-A50A-BC92-E681D5A865E8}" dt="2024-03-19T04:11:53.576" v="44" actId="14100"/>
          <ac:picMkLst>
            <pc:docMk/>
            <pc:sldMk cId="2830967148" sldId="2147479971"/>
            <ac:picMk id="6" creationId="{8A3DD090-934D-B500-8EE2-EC9014972854}"/>
          </ac:picMkLst>
        </pc:picChg>
      </pc:sldChg>
      <pc:sldChg chg="addSp delSp modSp add replId">
        <pc:chgData name="Qian,Sherry (MED CD&amp;O) BII-CN-S" userId="S::sherry.qian@boehringer-ingelheim.com::b145814f-df63-46f0-8dcf-1545a8a9dcdb" providerId="AD" clId="Web-{ACD5CEA5-AE02-A50A-BC92-E681D5A865E8}" dt="2024-03-19T04:12:09.936" v="48" actId="20577"/>
        <pc:sldMkLst>
          <pc:docMk/>
          <pc:sldMk cId="1564884778" sldId="2147479972"/>
        </pc:sldMkLst>
        <pc:spChg chg="mod">
          <ac:chgData name="Qian,Sherry (MED CD&amp;O) BII-CN-S" userId="S::sherry.qian@boehringer-ingelheim.com::b145814f-df63-46f0-8dcf-1545a8a9dcdb" providerId="AD" clId="Web-{ACD5CEA5-AE02-A50A-BC92-E681D5A865E8}" dt="2024-03-19T04:12:09.936" v="48" actId="20577"/>
          <ac:spMkLst>
            <pc:docMk/>
            <pc:sldMk cId="1564884778" sldId="2147479972"/>
            <ac:spMk id="2" creationId="{AED97622-54C6-6CBA-C7F7-B0E0EF3CA1CA}"/>
          </ac:spMkLst>
        </pc:spChg>
        <pc:picChg chg="del">
          <ac:chgData name="Qian,Sherry (MED CD&amp;O) BII-CN-S" userId="S::sherry.qian@boehringer-ingelheim.com::b145814f-df63-46f0-8dcf-1545a8a9dcdb" providerId="AD" clId="Web-{ACD5CEA5-AE02-A50A-BC92-E681D5A865E8}" dt="2024-03-19T04:11:10.028" v="37"/>
          <ac:picMkLst>
            <pc:docMk/>
            <pc:sldMk cId="1564884778" sldId="2147479972"/>
            <ac:picMk id="3" creationId="{9ADC6BAA-584C-A30A-25A0-98336A0001BF}"/>
          </ac:picMkLst>
        </pc:picChg>
        <pc:picChg chg="add">
          <ac:chgData name="Qian,Sherry (MED CD&amp;O) BII-CN-S" userId="S::sherry.qian@boehringer-ingelheim.com::b145814f-df63-46f0-8dcf-1545a8a9dcdb" providerId="AD" clId="Web-{ACD5CEA5-AE02-A50A-BC92-E681D5A865E8}" dt="2024-03-19T04:11:16.981" v="38"/>
          <ac:picMkLst>
            <pc:docMk/>
            <pc:sldMk cId="1564884778" sldId="2147479972"/>
            <ac:picMk id="6" creationId="{CD203DF1-6DF0-3231-9EA6-2BD9C7A764FA}"/>
          </ac:picMkLst>
        </pc:picChg>
      </pc:sldChg>
    </pc:docChg>
  </pc:docChgLst>
  <pc:docChgLst>
    <pc:chgData name="Zhu,Yinan (HP Medicine) BII-CN-S" userId="84fd82bc-0f33-4231-bc26-e12433039e09" providerId="ADAL" clId="{B745FF4D-1135-4B2F-8385-C34B73C4089D}"/>
    <pc:docChg chg="undo custSel addSld modSld sldOrd">
      <pc:chgData name="Zhu,Yinan (HP Medicine) BII-CN-S" userId="84fd82bc-0f33-4231-bc26-e12433039e09" providerId="ADAL" clId="{B745FF4D-1135-4B2F-8385-C34B73C4089D}" dt="2024-04-24T08:25:37.018" v="2712" actId="313"/>
      <pc:docMkLst>
        <pc:docMk/>
      </pc:docMkLst>
      <pc:sldChg chg="addSp delSp modSp mod ord modShow">
        <pc:chgData name="Zhu,Yinan (HP Medicine) BII-CN-S" userId="84fd82bc-0f33-4231-bc26-e12433039e09" providerId="ADAL" clId="{B745FF4D-1135-4B2F-8385-C34B73C4089D}" dt="2024-04-22T00:27:30.295" v="222"/>
        <pc:sldMkLst>
          <pc:docMk/>
          <pc:sldMk cId="374661913" sldId="2147479594"/>
        </pc:sldMkLst>
        <pc:spChg chg="del mod">
          <ac:chgData name="Zhu,Yinan (HP Medicine) BII-CN-S" userId="84fd82bc-0f33-4231-bc26-e12433039e09" providerId="ADAL" clId="{B745FF4D-1135-4B2F-8385-C34B73C4089D}" dt="2024-04-22T00:21:27.990" v="27" actId="478"/>
          <ac:spMkLst>
            <pc:docMk/>
            <pc:sldMk cId="374661913" sldId="2147479594"/>
            <ac:spMk id="9" creationId="{595A7927-3900-4517-BB65-E16BDB44B06E}"/>
          </ac:spMkLst>
        </pc:spChg>
        <pc:spChg chg="mod">
          <ac:chgData name="Zhu,Yinan (HP Medicine) BII-CN-S" userId="84fd82bc-0f33-4231-bc26-e12433039e09" providerId="ADAL" clId="{B745FF4D-1135-4B2F-8385-C34B73C4089D}" dt="2024-04-22T00:26:46.830" v="200" actId="20577"/>
          <ac:spMkLst>
            <pc:docMk/>
            <pc:sldMk cId="374661913" sldId="2147479594"/>
            <ac:spMk id="12" creationId="{12CB1375-DDF7-CE32-DF5B-B0F8966B3A8B}"/>
          </ac:spMkLst>
        </pc:spChg>
        <pc:spChg chg="add del mod">
          <ac:chgData name="Zhu,Yinan (HP Medicine) BII-CN-S" userId="84fd82bc-0f33-4231-bc26-e12433039e09" providerId="ADAL" clId="{B745FF4D-1135-4B2F-8385-C34B73C4089D}" dt="2024-04-22T00:23:21.781" v="67"/>
          <ac:spMkLst>
            <pc:docMk/>
            <pc:sldMk cId="374661913" sldId="2147479594"/>
            <ac:spMk id="64" creationId="{898BC200-9B28-F7F2-7039-B6E82D086205}"/>
          </ac:spMkLst>
        </pc:spChg>
        <pc:spChg chg="mod">
          <ac:chgData name="Zhu,Yinan (HP Medicine) BII-CN-S" userId="84fd82bc-0f33-4231-bc26-e12433039e09" providerId="ADAL" clId="{B745FF4D-1135-4B2F-8385-C34B73C4089D}" dt="2024-04-22T00:26:40.188" v="183" actId="20577"/>
          <ac:spMkLst>
            <pc:docMk/>
            <pc:sldMk cId="374661913" sldId="2147479594"/>
            <ac:spMk id="68" creationId="{3FD6E0CB-F305-16D0-E7DD-D1B94A974214}"/>
          </ac:spMkLst>
        </pc:spChg>
        <pc:spChg chg="mod topLvl">
          <ac:chgData name="Zhu,Yinan (HP Medicine) BII-CN-S" userId="84fd82bc-0f33-4231-bc26-e12433039e09" providerId="ADAL" clId="{B745FF4D-1135-4B2F-8385-C34B73C4089D}" dt="2024-04-22T00:23:18.555" v="58" actId="165"/>
          <ac:spMkLst>
            <pc:docMk/>
            <pc:sldMk cId="374661913" sldId="2147479594"/>
            <ac:spMk id="72" creationId="{00000000-0000-0000-0000-000000000000}"/>
          </ac:spMkLst>
        </pc:spChg>
        <pc:spChg chg="mod topLvl">
          <ac:chgData name="Zhu,Yinan (HP Medicine) BII-CN-S" userId="84fd82bc-0f33-4231-bc26-e12433039e09" providerId="ADAL" clId="{B745FF4D-1135-4B2F-8385-C34B73C4089D}" dt="2024-04-22T00:23:18.555" v="58" actId="165"/>
          <ac:spMkLst>
            <pc:docMk/>
            <pc:sldMk cId="374661913" sldId="2147479594"/>
            <ac:spMk id="74" creationId="{00000000-0000-0000-0000-000000000000}"/>
          </ac:spMkLst>
        </pc:spChg>
        <pc:spChg chg="add del">
          <ac:chgData name="Zhu,Yinan (HP Medicine) BII-CN-S" userId="84fd82bc-0f33-4231-bc26-e12433039e09" providerId="ADAL" clId="{B745FF4D-1135-4B2F-8385-C34B73C4089D}" dt="2024-04-22T00:26:39.535" v="181" actId="478"/>
          <ac:spMkLst>
            <pc:docMk/>
            <pc:sldMk cId="374661913" sldId="2147479594"/>
            <ac:spMk id="79" creationId="{FED4D19C-DC00-8B28-2F76-0728B340F304}"/>
          </ac:spMkLst>
        </pc:spChg>
        <pc:spChg chg="mod topLvl">
          <ac:chgData name="Zhu,Yinan (HP Medicine) BII-CN-S" userId="84fd82bc-0f33-4231-bc26-e12433039e09" providerId="ADAL" clId="{B745FF4D-1135-4B2F-8385-C34B73C4089D}" dt="2024-04-22T00:23:18.555" v="58" actId="165"/>
          <ac:spMkLst>
            <pc:docMk/>
            <pc:sldMk cId="374661913" sldId="2147479594"/>
            <ac:spMk id="82" creationId="{00000000-0000-0000-0000-000000000000}"/>
          </ac:spMkLst>
        </pc:spChg>
        <pc:spChg chg="mod topLvl">
          <ac:chgData name="Zhu,Yinan (HP Medicine) BII-CN-S" userId="84fd82bc-0f33-4231-bc26-e12433039e09" providerId="ADAL" clId="{B745FF4D-1135-4B2F-8385-C34B73C4089D}" dt="2024-04-22T00:23:18.555" v="58" actId="165"/>
          <ac:spMkLst>
            <pc:docMk/>
            <pc:sldMk cId="374661913" sldId="2147479594"/>
            <ac:spMk id="124" creationId="{803ACDE2-E736-4889-930F-9D20FDBE28EF}"/>
          </ac:spMkLst>
        </pc:spChg>
        <pc:spChg chg="mod topLvl">
          <ac:chgData name="Zhu,Yinan (HP Medicine) BII-CN-S" userId="84fd82bc-0f33-4231-bc26-e12433039e09" providerId="ADAL" clId="{B745FF4D-1135-4B2F-8385-C34B73C4089D}" dt="2024-04-22T00:23:18.555" v="58" actId="165"/>
          <ac:spMkLst>
            <pc:docMk/>
            <pc:sldMk cId="374661913" sldId="2147479594"/>
            <ac:spMk id="125" creationId="{11D68AB7-5C98-4234-A2D8-6C53239E7C0C}"/>
          </ac:spMkLst>
        </pc:spChg>
        <pc:spChg chg="mod topLvl">
          <ac:chgData name="Zhu,Yinan (HP Medicine) BII-CN-S" userId="84fd82bc-0f33-4231-bc26-e12433039e09" providerId="ADAL" clId="{B745FF4D-1135-4B2F-8385-C34B73C4089D}" dt="2024-04-22T00:23:18.555" v="58" actId="165"/>
          <ac:spMkLst>
            <pc:docMk/>
            <pc:sldMk cId="374661913" sldId="2147479594"/>
            <ac:spMk id="139" creationId="{3AADFD0C-E478-4702-BCAC-3DCA92863B0E}"/>
          </ac:spMkLst>
        </pc:spChg>
        <pc:spChg chg="mod">
          <ac:chgData name="Zhu,Yinan (HP Medicine) BII-CN-S" userId="84fd82bc-0f33-4231-bc26-e12433039e09" providerId="ADAL" clId="{B745FF4D-1135-4B2F-8385-C34B73C4089D}" dt="2024-04-22T00:21:00.986" v="25" actId="1038"/>
          <ac:spMkLst>
            <pc:docMk/>
            <pc:sldMk cId="374661913" sldId="2147479594"/>
            <ac:spMk id="149" creationId="{C94FAC8B-A607-4A05-BBF2-C27AE74589D9}"/>
          </ac:spMkLst>
        </pc:spChg>
        <pc:spChg chg="mod topLvl">
          <ac:chgData name="Zhu,Yinan (HP Medicine) BII-CN-S" userId="84fd82bc-0f33-4231-bc26-e12433039e09" providerId="ADAL" clId="{B745FF4D-1135-4B2F-8385-C34B73C4089D}" dt="2024-04-22T00:23:18.555" v="58" actId="165"/>
          <ac:spMkLst>
            <pc:docMk/>
            <pc:sldMk cId="374661913" sldId="2147479594"/>
            <ac:spMk id="153" creationId="{66EC4921-091C-46B4-B50F-57FA446630DE}"/>
          </ac:spMkLst>
        </pc:spChg>
        <pc:spChg chg="mod topLvl">
          <ac:chgData name="Zhu,Yinan (HP Medicine) BII-CN-S" userId="84fd82bc-0f33-4231-bc26-e12433039e09" providerId="ADAL" clId="{B745FF4D-1135-4B2F-8385-C34B73C4089D}" dt="2024-04-22T00:23:18.555" v="58" actId="165"/>
          <ac:spMkLst>
            <pc:docMk/>
            <pc:sldMk cId="374661913" sldId="2147479594"/>
            <ac:spMk id="156" creationId="{17915A8F-7CD7-48C4-A19A-3D702BD4583C}"/>
          </ac:spMkLst>
        </pc:spChg>
        <pc:spChg chg="mod topLvl">
          <ac:chgData name="Zhu,Yinan (HP Medicine) BII-CN-S" userId="84fd82bc-0f33-4231-bc26-e12433039e09" providerId="ADAL" clId="{B745FF4D-1135-4B2F-8385-C34B73C4089D}" dt="2024-04-22T00:23:18.555" v="58" actId="165"/>
          <ac:spMkLst>
            <pc:docMk/>
            <pc:sldMk cId="374661913" sldId="2147479594"/>
            <ac:spMk id="157" creationId="{A3EC5C36-5E1F-446F-BF43-32E629CB6B49}"/>
          </ac:spMkLst>
        </pc:spChg>
        <pc:spChg chg="mod topLvl">
          <ac:chgData name="Zhu,Yinan (HP Medicine) BII-CN-S" userId="84fd82bc-0f33-4231-bc26-e12433039e09" providerId="ADAL" clId="{B745FF4D-1135-4B2F-8385-C34B73C4089D}" dt="2024-04-22T00:23:18.555" v="58" actId="165"/>
          <ac:spMkLst>
            <pc:docMk/>
            <pc:sldMk cId="374661913" sldId="2147479594"/>
            <ac:spMk id="158" creationId="{26B65E49-67D1-4C91-8A8F-69550E5EB95A}"/>
          </ac:spMkLst>
        </pc:spChg>
        <pc:spChg chg="mod topLvl">
          <ac:chgData name="Zhu,Yinan (HP Medicine) BII-CN-S" userId="84fd82bc-0f33-4231-bc26-e12433039e09" providerId="ADAL" clId="{B745FF4D-1135-4B2F-8385-C34B73C4089D}" dt="2024-04-22T00:23:18.555" v="58" actId="165"/>
          <ac:spMkLst>
            <pc:docMk/>
            <pc:sldMk cId="374661913" sldId="2147479594"/>
            <ac:spMk id="159" creationId="{8A4102C0-123C-43D3-BD33-BD758D9260DC}"/>
          </ac:spMkLst>
        </pc:spChg>
        <pc:spChg chg="mod topLvl">
          <ac:chgData name="Zhu,Yinan (HP Medicine) BII-CN-S" userId="84fd82bc-0f33-4231-bc26-e12433039e09" providerId="ADAL" clId="{B745FF4D-1135-4B2F-8385-C34B73C4089D}" dt="2024-04-22T00:23:18.555" v="58" actId="165"/>
          <ac:spMkLst>
            <pc:docMk/>
            <pc:sldMk cId="374661913" sldId="2147479594"/>
            <ac:spMk id="161" creationId="{C25F8EEB-1E94-458E-B49E-CCC060014DCB}"/>
          </ac:spMkLst>
        </pc:spChg>
        <pc:spChg chg="mod topLvl">
          <ac:chgData name="Zhu,Yinan (HP Medicine) BII-CN-S" userId="84fd82bc-0f33-4231-bc26-e12433039e09" providerId="ADAL" clId="{B745FF4D-1135-4B2F-8385-C34B73C4089D}" dt="2024-04-22T00:23:18.555" v="58" actId="165"/>
          <ac:spMkLst>
            <pc:docMk/>
            <pc:sldMk cId="374661913" sldId="2147479594"/>
            <ac:spMk id="168" creationId="{7E19EE01-6D82-4BC6-BA0E-8395AB5A3251}"/>
          </ac:spMkLst>
        </pc:spChg>
        <pc:spChg chg="mod topLvl">
          <ac:chgData name="Zhu,Yinan (HP Medicine) BII-CN-S" userId="84fd82bc-0f33-4231-bc26-e12433039e09" providerId="ADAL" clId="{B745FF4D-1135-4B2F-8385-C34B73C4089D}" dt="2024-04-22T00:23:18.555" v="58" actId="165"/>
          <ac:spMkLst>
            <pc:docMk/>
            <pc:sldMk cId="374661913" sldId="2147479594"/>
            <ac:spMk id="170" creationId="{410ACF09-A8B3-40B0-A2E0-76E82BB72A46}"/>
          </ac:spMkLst>
        </pc:spChg>
        <pc:spChg chg="mod topLvl">
          <ac:chgData name="Zhu,Yinan (HP Medicine) BII-CN-S" userId="84fd82bc-0f33-4231-bc26-e12433039e09" providerId="ADAL" clId="{B745FF4D-1135-4B2F-8385-C34B73C4089D}" dt="2024-04-22T00:23:18.555" v="58" actId="165"/>
          <ac:spMkLst>
            <pc:docMk/>
            <pc:sldMk cId="374661913" sldId="2147479594"/>
            <ac:spMk id="171" creationId="{F4EBF5DB-75B7-47C9-97E6-3A193A92FD22}"/>
          </ac:spMkLst>
        </pc:spChg>
        <pc:spChg chg="mod topLvl">
          <ac:chgData name="Zhu,Yinan (HP Medicine) BII-CN-S" userId="84fd82bc-0f33-4231-bc26-e12433039e09" providerId="ADAL" clId="{B745FF4D-1135-4B2F-8385-C34B73C4089D}" dt="2024-04-22T00:23:18.555" v="58" actId="165"/>
          <ac:spMkLst>
            <pc:docMk/>
            <pc:sldMk cId="374661913" sldId="2147479594"/>
            <ac:spMk id="173" creationId="{9610C173-774E-4809-90E8-036956CB879A}"/>
          </ac:spMkLst>
        </pc:spChg>
        <pc:spChg chg="mod topLvl">
          <ac:chgData name="Zhu,Yinan (HP Medicine) BII-CN-S" userId="84fd82bc-0f33-4231-bc26-e12433039e09" providerId="ADAL" clId="{B745FF4D-1135-4B2F-8385-C34B73C4089D}" dt="2024-04-22T00:23:18.555" v="58" actId="165"/>
          <ac:spMkLst>
            <pc:docMk/>
            <pc:sldMk cId="374661913" sldId="2147479594"/>
            <ac:spMk id="176" creationId="{9996BC75-AED7-4C95-8473-FDC22EACC8C6}"/>
          </ac:spMkLst>
        </pc:spChg>
        <pc:spChg chg="mod topLvl">
          <ac:chgData name="Zhu,Yinan (HP Medicine) BII-CN-S" userId="84fd82bc-0f33-4231-bc26-e12433039e09" providerId="ADAL" clId="{B745FF4D-1135-4B2F-8385-C34B73C4089D}" dt="2024-04-22T00:23:18.555" v="58" actId="165"/>
          <ac:spMkLst>
            <pc:docMk/>
            <pc:sldMk cId="374661913" sldId="2147479594"/>
            <ac:spMk id="177" creationId="{F7235E81-0FFA-4095-BDA9-219AD659BF81}"/>
          </ac:spMkLst>
        </pc:spChg>
        <pc:spChg chg="mod topLvl">
          <ac:chgData name="Zhu,Yinan (HP Medicine) BII-CN-S" userId="84fd82bc-0f33-4231-bc26-e12433039e09" providerId="ADAL" clId="{B745FF4D-1135-4B2F-8385-C34B73C4089D}" dt="2024-04-22T00:23:18.555" v="58" actId="165"/>
          <ac:spMkLst>
            <pc:docMk/>
            <pc:sldMk cId="374661913" sldId="2147479594"/>
            <ac:spMk id="178" creationId="{287F5F38-28F5-419D-806F-AFB1B1E3C586}"/>
          </ac:spMkLst>
        </pc:spChg>
        <pc:spChg chg="mod topLvl">
          <ac:chgData name="Zhu,Yinan (HP Medicine) BII-CN-S" userId="84fd82bc-0f33-4231-bc26-e12433039e09" providerId="ADAL" clId="{B745FF4D-1135-4B2F-8385-C34B73C4089D}" dt="2024-04-22T00:23:18.555" v="58" actId="165"/>
          <ac:spMkLst>
            <pc:docMk/>
            <pc:sldMk cId="374661913" sldId="2147479594"/>
            <ac:spMk id="179" creationId="{78AD7E7B-0D93-44E7-A461-265545763924}"/>
          </ac:spMkLst>
        </pc:spChg>
        <pc:spChg chg="mod topLvl">
          <ac:chgData name="Zhu,Yinan (HP Medicine) BII-CN-S" userId="84fd82bc-0f33-4231-bc26-e12433039e09" providerId="ADAL" clId="{B745FF4D-1135-4B2F-8385-C34B73C4089D}" dt="2024-04-22T00:23:18.555" v="58" actId="165"/>
          <ac:spMkLst>
            <pc:docMk/>
            <pc:sldMk cId="374661913" sldId="2147479594"/>
            <ac:spMk id="180" creationId="{C36AD114-1EFF-4823-BF5A-4400FF1D5F0E}"/>
          </ac:spMkLst>
        </pc:spChg>
        <pc:spChg chg="mod topLvl">
          <ac:chgData name="Zhu,Yinan (HP Medicine) BII-CN-S" userId="84fd82bc-0f33-4231-bc26-e12433039e09" providerId="ADAL" clId="{B745FF4D-1135-4B2F-8385-C34B73C4089D}" dt="2024-04-22T00:23:18.555" v="58" actId="165"/>
          <ac:spMkLst>
            <pc:docMk/>
            <pc:sldMk cId="374661913" sldId="2147479594"/>
            <ac:spMk id="181" creationId="{CF17B9B8-E45E-4432-9877-57BF9A920730}"/>
          </ac:spMkLst>
        </pc:spChg>
        <pc:spChg chg="mod topLvl">
          <ac:chgData name="Zhu,Yinan (HP Medicine) BII-CN-S" userId="84fd82bc-0f33-4231-bc26-e12433039e09" providerId="ADAL" clId="{B745FF4D-1135-4B2F-8385-C34B73C4089D}" dt="2024-04-22T00:23:18.555" v="58" actId="165"/>
          <ac:spMkLst>
            <pc:docMk/>
            <pc:sldMk cId="374661913" sldId="2147479594"/>
            <ac:spMk id="184" creationId="{41156E56-7939-4DB4-9DCE-DDE2187AE2FC}"/>
          </ac:spMkLst>
        </pc:spChg>
        <pc:spChg chg="mod topLvl">
          <ac:chgData name="Zhu,Yinan (HP Medicine) BII-CN-S" userId="84fd82bc-0f33-4231-bc26-e12433039e09" providerId="ADAL" clId="{B745FF4D-1135-4B2F-8385-C34B73C4089D}" dt="2024-04-22T00:23:18.555" v="58" actId="165"/>
          <ac:spMkLst>
            <pc:docMk/>
            <pc:sldMk cId="374661913" sldId="2147479594"/>
            <ac:spMk id="226" creationId="{54472A95-3527-4483-A454-2A6B85E4AF1C}"/>
          </ac:spMkLst>
        </pc:spChg>
        <pc:spChg chg="add del mod">
          <ac:chgData name="Zhu,Yinan (HP Medicine) BII-CN-S" userId="84fd82bc-0f33-4231-bc26-e12433039e09" providerId="ADAL" clId="{B745FF4D-1135-4B2F-8385-C34B73C4089D}" dt="2024-04-22T00:23:23.391" v="71"/>
          <ac:spMkLst>
            <pc:docMk/>
            <pc:sldMk cId="374661913" sldId="2147479594"/>
            <ac:spMk id="253" creationId="{4689AE81-9600-F957-B7EC-9FF2D9AAF613}"/>
          </ac:spMkLst>
        </pc:spChg>
        <pc:grpChg chg="add del mod">
          <ac:chgData name="Zhu,Yinan (HP Medicine) BII-CN-S" userId="84fd82bc-0f33-4231-bc26-e12433039e09" providerId="ADAL" clId="{B745FF4D-1135-4B2F-8385-C34B73C4089D}" dt="2024-04-22T00:23:18.555" v="58" actId="165"/>
          <ac:grpSpMkLst>
            <pc:docMk/>
            <pc:sldMk cId="374661913" sldId="2147479594"/>
            <ac:grpSpMk id="16" creationId="{528D940B-43C7-4558-8A8B-062AB357E237}"/>
          </ac:grpSpMkLst>
        </pc:grpChg>
        <pc:cxnChg chg="mod">
          <ac:chgData name="Zhu,Yinan (HP Medicine) BII-CN-S" userId="84fd82bc-0f33-4231-bc26-e12433039e09" providerId="ADAL" clId="{B745FF4D-1135-4B2F-8385-C34B73C4089D}" dt="2024-04-22T00:21:00.986" v="25" actId="1038"/>
          <ac:cxnSpMkLst>
            <pc:docMk/>
            <pc:sldMk cId="374661913" sldId="2147479594"/>
            <ac:cxnSpMk id="146" creationId="{3EB8C12A-4512-4719-9A12-FD05431B5098}"/>
          </ac:cxnSpMkLst>
        </pc:cxnChg>
      </pc:sldChg>
      <pc:sldChg chg="addSp modSp">
        <pc:chgData name="Zhu,Yinan (HP Medicine) BII-CN-S" userId="84fd82bc-0f33-4231-bc26-e12433039e09" providerId="ADAL" clId="{B745FF4D-1135-4B2F-8385-C34B73C4089D}" dt="2024-04-22T00:28:27.621" v="234"/>
        <pc:sldMkLst>
          <pc:docMk/>
          <pc:sldMk cId="422515560" sldId="2147479729"/>
        </pc:sldMkLst>
        <pc:spChg chg="add mod">
          <ac:chgData name="Zhu,Yinan (HP Medicine) BII-CN-S" userId="84fd82bc-0f33-4231-bc26-e12433039e09" providerId="ADAL" clId="{B745FF4D-1135-4B2F-8385-C34B73C4089D}" dt="2024-04-22T00:28:27.621" v="234"/>
          <ac:spMkLst>
            <pc:docMk/>
            <pc:sldMk cId="422515560" sldId="2147479729"/>
            <ac:spMk id="7" creationId="{39466AB9-4B26-D2D7-FB53-63AC49A97C19}"/>
          </ac:spMkLst>
        </pc:spChg>
      </pc:sldChg>
      <pc:sldChg chg="addSp modSp">
        <pc:chgData name="Zhu,Yinan (HP Medicine) BII-CN-S" userId="84fd82bc-0f33-4231-bc26-e12433039e09" providerId="ADAL" clId="{B745FF4D-1135-4B2F-8385-C34B73C4089D}" dt="2024-04-22T00:28:46.608" v="235"/>
        <pc:sldMkLst>
          <pc:docMk/>
          <pc:sldMk cId="928541148" sldId="2147479928"/>
        </pc:sldMkLst>
        <pc:spChg chg="add mod">
          <ac:chgData name="Zhu,Yinan (HP Medicine) BII-CN-S" userId="84fd82bc-0f33-4231-bc26-e12433039e09" providerId="ADAL" clId="{B745FF4D-1135-4B2F-8385-C34B73C4089D}" dt="2024-04-22T00:28:46.608" v="235"/>
          <ac:spMkLst>
            <pc:docMk/>
            <pc:sldMk cId="928541148" sldId="2147479928"/>
            <ac:spMk id="20" creationId="{F99B61B2-9254-5582-6580-503A0AE10094}"/>
          </ac:spMkLst>
        </pc:spChg>
      </pc:sldChg>
      <pc:sldChg chg="addSp modSp mod">
        <pc:chgData name="Zhu,Yinan (HP Medicine) BII-CN-S" userId="84fd82bc-0f33-4231-bc26-e12433039e09" providerId="ADAL" clId="{B745FF4D-1135-4B2F-8385-C34B73C4089D}" dt="2024-04-22T00:27:51.149" v="225" actId="1076"/>
        <pc:sldMkLst>
          <pc:docMk/>
          <pc:sldMk cId="2183541206" sldId="2147479946"/>
        </pc:sldMkLst>
        <pc:spChg chg="add mod">
          <ac:chgData name="Zhu,Yinan (HP Medicine) BII-CN-S" userId="84fd82bc-0f33-4231-bc26-e12433039e09" providerId="ADAL" clId="{B745FF4D-1135-4B2F-8385-C34B73C4089D}" dt="2024-04-22T00:27:51.149" v="225" actId="1076"/>
          <ac:spMkLst>
            <pc:docMk/>
            <pc:sldMk cId="2183541206" sldId="2147479946"/>
            <ac:spMk id="6" creationId="{57EBB939-A620-D877-A0E9-9DEAAF6D39DB}"/>
          </ac:spMkLst>
        </pc:spChg>
      </pc:sldChg>
      <pc:sldChg chg="addSp modSp">
        <pc:chgData name="Zhu,Yinan (HP Medicine) BII-CN-S" userId="84fd82bc-0f33-4231-bc26-e12433039e09" providerId="ADAL" clId="{B745FF4D-1135-4B2F-8385-C34B73C4089D}" dt="2024-04-22T00:27:41.158" v="224"/>
        <pc:sldMkLst>
          <pc:docMk/>
          <pc:sldMk cId="1015308906" sldId="2147479949"/>
        </pc:sldMkLst>
        <pc:spChg chg="add mod">
          <ac:chgData name="Zhu,Yinan (HP Medicine) BII-CN-S" userId="84fd82bc-0f33-4231-bc26-e12433039e09" providerId="ADAL" clId="{B745FF4D-1135-4B2F-8385-C34B73C4089D}" dt="2024-04-22T00:27:41.158" v="224"/>
          <ac:spMkLst>
            <pc:docMk/>
            <pc:sldMk cId="1015308906" sldId="2147479949"/>
            <ac:spMk id="8" creationId="{F3B7EE6B-D5C3-9DA6-038C-D19DF97E36A9}"/>
          </ac:spMkLst>
        </pc:spChg>
      </pc:sldChg>
      <pc:sldChg chg="addSp modSp">
        <pc:chgData name="Zhu,Yinan (HP Medicine) BII-CN-S" userId="84fd82bc-0f33-4231-bc26-e12433039e09" providerId="ADAL" clId="{B745FF4D-1135-4B2F-8385-C34B73C4089D}" dt="2024-04-22T00:28:09.488" v="227"/>
        <pc:sldMkLst>
          <pc:docMk/>
          <pc:sldMk cId="192248867" sldId="2147479950"/>
        </pc:sldMkLst>
        <pc:spChg chg="add mod">
          <ac:chgData name="Zhu,Yinan (HP Medicine) BII-CN-S" userId="84fd82bc-0f33-4231-bc26-e12433039e09" providerId="ADAL" clId="{B745FF4D-1135-4B2F-8385-C34B73C4089D}" dt="2024-04-22T00:28:09.488" v="227"/>
          <ac:spMkLst>
            <pc:docMk/>
            <pc:sldMk cId="192248867" sldId="2147479950"/>
            <ac:spMk id="7" creationId="{B5928E64-D528-7655-B64C-7C3B2B04816E}"/>
          </ac:spMkLst>
        </pc:spChg>
      </pc:sldChg>
      <pc:sldChg chg="addSp modSp">
        <pc:chgData name="Zhu,Yinan (HP Medicine) BII-CN-S" userId="84fd82bc-0f33-4231-bc26-e12433039e09" providerId="ADAL" clId="{B745FF4D-1135-4B2F-8385-C34B73C4089D}" dt="2024-04-22T00:28:11.588" v="228"/>
        <pc:sldMkLst>
          <pc:docMk/>
          <pc:sldMk cId="3643084299" sldId="2147479956"/>
        </pc:sldMkLst>
        <pc:spChg chg="add mod">
          <ac:chgData name="Zhu,Yinan (HP Medicine) BII-CN-S" userId="84fd82bc-0f33-4231-bc26-e12433039e09" providerId="ADAL" clId="{B745FF4D-1135-4B2F-8385-C34B73C4089D}" dt="2024-04-22T00:28:11.588" v="228"/>
          <ac:spMkLst>
            <pc:docMk/>
            <pc:sldMk cId="3643084299" sldId="2147479956"/>
            <ac:spMk id="6" creationId="{8139720C-2154-5537-FC58-28191C15B4D5}"/>
          </ac:spMkLst>
        </pc:spChg>
      </pc:sldChg>
      <pc:sldChg chg="addSp modSp">
        <pc:chgData name="Zhu,Yinan (HP Medicine) BII-CN-S" userId="84fd82bc-0f33-4231-bc26-e12433039e09" providerId="ADAL" clId="{B745FF4D-1135-4B2F-8385-C34B73C4089D}" dt="2024-04-22T00:28:15.630" v="230"/>
        <pc:sldMkLst>
          <pc:docMk/>
          <pc:sldMk cId="2725404222" sldId="2147479962"/>
        </pc:sldMkLst>
        <pc:spChg chg="add mod">
          <ac:chgData name="Zhu,Yinan (HP Medicine) BII-CN-S" userId="84fd82bc-0f33-4231-bc26-e12433039e09" providerId="ADAL" clId="{B745FF4D-1135-4B2F-8385-C34B73C4089D}" dt="2024-04-22T00:28:15.630" v="230"/>
          <ac:spMkLst>
            <pc:docMk/>
            <pc:sldMk cId="2725404222" sldId="2147479962"/>
            <ac:spMk id="3" creationId="{23754EA5-8DD0-3F07-F44A-E2865F026EF9}"/>
          </ac:spMkLst>
        </pc:spChg>
      </pc:sldChg>
      <pc:sldChg chg="addSp modSp">
        <pc:chgData name="Zhu,Yinan (HP Medicine) BII-CN-S" userId="84fd82bc-0f33-4231-bc26-e12433039e09" providerId="ADAL" clId="{B745FF4D-1135-4B2F-8385-C34B73C4089D}" dt="2024-04-22T00:28:17.800" v="231"/>
        <pc:sldMkLst>
          <pc:docMk/>
          <pc:sldMk cId="262506155" sldId="2147479964"/>
        </pc:sldMkLst>
        <pc:spChg chg="add mod">
          <ac:chgData name="Zhu,Yinan (HP Medicine) BII-CN-S" userId="84fd82bc-0f33-4231-bc26-e12433039e09" providerId="ADAL" clId="{B745FF4D-1135-4B2F-8385-C34B73C4089D}" dt="2024-04-22T00:28:17.800" v="231"/>
          <ac:spMkLst>
            <pc:docMk/>
            <pc:sldMk cId="262506155" sldId="2147479964"/>
            <ac:spMk id="3" creationId="{F8A472E5-70B0-348C-D717-C1686CEDAECF}"/>
          </ac:spMkLst>
        </pc:spChg>
      </pc:sldChg>
      <pc:sldChg chg="addSp modSp">
        <pc:chgData name="Zhu,Yinan (HP Medicine) BII-CN-S" userId="84fd82bc-0f33-4231-bc26-e12433039e09" providerId="ADAL" clId="{B745FF4D-1135-4B2F-8385-C34B73C4089D}" dt="2024-04-22T00:28:13.762" v="229"/>
        <pc:sldMkLst>
          <pc:docMk/>
          <pc:sldMk cId="3295452497" sldId="2147479966"/>
        </pc:sldMkLst>
        <pc:spChg chg="add mod">
          <ac:chgData name="Zhu,Yinan (HP Medicine) BII-CN-S" userId="84fd82bc-0f33-4231-bc26-e12433039e09" providerId="ADAL" clId="{B745FF4D-1135-4B2F-8385-C34B73C4089D}" dt="2024-04-22T00:28:13.762" v="229"/>
          <ac:spMkLst>
            <pc:docMk/>
            <pc:sldMk cId="3295452497" sldId="2147479966"/>
            <ac:spMk id="3" creationId="{4CF46628-E303-A0AB-B2D7-76C7A6F7639E}"/>
          </ac:spMkLst>
        </pc:spChg>
      </pc:sldChg>
      <pc:sldChg chg="addSp modSp">
        <pc:chgData name="Zhu,Yinan (HP Medicine) BII-CN-S" userId="84fd82bc-0f33-4231-bc26-e12433039e09" providerId="ADAL" clId="{B745FF4D-1135-4B2F-8385-C34B73C4089D}" dt="2024-04-22T00:28:21.176" v="232"/>
        <pc:sldMkLst>
          <pc:docMk/>
          <pc:sldMk cId="3908949176" sldId="2147479968"/>
        </pc:sldMkLst>
        <pc:spChg chg="add mod">
          <ac:chgData name="Zhu,Yinan (HP Medicine) BII-CN-S" userId="84fd82bc-0f33-4231-bc26-e12433039e09" providerId="ADAL" clId="{B745FF4D-1135-4B2F-8385-C34B73C4089D}" dt="2024-04-22T00:28:21.176" v="232"/>
          <ac:spMkLst>
            <pc:docMk/>
            <pc:sldMk cId="3908949176" sldId="2147479968"/>
            <ac:spMk id="7" creationId="{87C856AA-3A82-CF2F-3FA8-98693EABD246}"/>
          </ac:spMkLst>
        </pc:spChg>
      </pc:sldChg>
      <pc:sldChg chg="addSp modSp">
        <pc:chgData name="Zhu,Yinan (HP Medicine) BII-CN-S" userId="84fd82bc-0f33-4231-bc26-e12433039e09" providerId="ADAL" clId="{B745FF4D-1135-4B2F-8385-C34B73C4089D}" dt="2024-04-22T00:28:24.676" v="233"/>
        <pc:sldMkLst>
          <pc:docMk/>
          <pc:sldMk cId="562620222" sldId="2147479969"/>
        </pc:sldMkLst>
        <pc:spChg chg="add mod">
          <ac:chgData name="Zhu,Yinan (HP Medicine) BII-CN-S" userId="84fd82bc-0f33-4231-bc26-e12433039e09" providerId="ADAL" clId="{B745FF4D-1135-4B2F-8385-C34B73C4089D}" dt="2024-04-22T00:28:24.676" v="233"/>
          <ac:spMkLst>
            <pc:docMk/>
            <pc:sldMk cId="562620222" sldId="2147479969"/>
            <ac:spMk id="6" creationId="{7C1BA4C9-3DEB-CFC6-0CC9-B92F64297233}"/>
          </ac:spMkLst>
        </pc:spChg>
      </pc:sldChg>
      <pc:sldChg chg="addSp delSp modSp mod modShow">
        <pc:chgData name="Zhu,Yinan (HP Medicine) BII-CN-S" userId="84fd82bc-0f33-4231-bc26-e12433039e09" providerId="ADAL" clId="{B745FF4D-1135-4B2F-8385-C34B73C4089D}" dt="2024-04-22T00:28:57.858" v="238" actId="729"/>
        <pc:sldMkLst>
          <pc:docMk/>
          <pc:sldMk cId="136649172" sldId="2147479970"/>
        </pc:sldMkLst>
        <pc:spChg chg="add del mod">
          <ac:chgData name="Zhu,Yinan (HP Medicine) BII-CN-S" userId="84fd82bc-0f33-4231-bc26-e12433039e09" providerId="ADAL" clId="{B745FF4D-1135-4B2F-8385-C34B73C4089D}" dt="2024-04-22T00:28:54.571" v="237" actId="478"/>
          <ac:spMkLst>
            <pc:docMk/>
            <pc:sldMk cId="136649172" sldId="2147479970"/>
            <ac:spMk id="2" creationId="{F96E05F9-295E-3D95-DE38-51C9A12F6F63}"/>
          </ac:spMkLst>
        </pc:spChg>
      </pc:sldChg>
      <pc:sldChg chg="mod modShow">
        <pc:chgData name="Zhu,Yinan (HP Medicine) BII-CN-S" userId="84fd82bc-0f33-4231-bc26-e12433039e09" providerId="ADAL" clId="{B745FF4D-1135-4B2F-8385-C34B73C4089D}" dt="2024-04-22T00:28:06.286" v="226" actId="729"/>
        <pc:sldMkLst>
          <pc:docMk/>
          <pc:sldMk cId="3810918605" sldId="2147479975"/>
        </pc:sldMkLst>
      </pc:sldChg>
      <pc:sldChg chg="addSp delSp modSp add mod ord">
        <pc:chgData name="Zhu,Yinan (HP Medicine) BII-CN-S" userId="84fd82bc-0f33-4231-bc26-e12433039e09" providerId="ADAL" clId="{B745FF4D-1135-4B2F-8385-C34B73C4089D}" dt="2024-04-22T00:54:22.063" v="240"/>
        <pc:sldMkLst>
          <pc:docMk/>
          <pc:sldMk cId="984810519" sldId="2147479976"/>
        </pc:sldMkLst>
        <pc:spChg chg="add mod">
          <ac:chgData name="Zhu,Yinan (HP Medicine) BII-CN-S" userId="84fd82bc-0f33-4231-bc26-e12433039e09" providerId="ADAL" clId="{B745FF4D-1135-4B2F-8385-C34B73C4089D}" dt="2024-04-22T00:27:26.205" v="219" actId="1076"/>
          <ac:spMkLst>
            <pc:docMk/>
            <pc:sldMk cId="984810519" sldId="2147479976"/>
            <ac:spMk id="9" creationId="{EDD7EF23-15E1-CCBC-5089-A1792AB09EB2}"/>
          </ac:spMkLst>
        </pc:spChg>
        <pc:spChg chg="mod">
          <ac:chgData name="Zhu,Yinan (HP Medicine) BII-CN-S" userId="84fd82bc-0f33-4231-bc26-e12433039e09" providerId="ADAL" clId="{B745FF4D-1135-4B2F-8385-C34B73C4089D}" dt="2024-04-22T00:27:09.943" v="208" actId="20577"/>
          <ac:spMkLst>
            <pc:docMk/>
            <pc:sldMk cId="984810519" sldId="2147479976"/>
            <ac:spMk id="68" creationId="{3FD6E0CB-F305-16D0-E7DD-D1B94A974214}"/>
          </ac:spMkLst>
        </pc:spChg>
        <pc:spChg chg="add del">
          <ac:chgData name="Zhu,Yinan (HP Medicine) BII-CN-S" userId="84fd82bc-0f33-4231-bc26-e12433039e09" providerId="ADAL" clId="{B745FF4D-1135-4B2F-8385-C34B73C4089D}" dt="2024-04-22T00:27:10.636" v="209" actId="478"/>
          <ac:spMkLst>
            <pc:docMk/>
            <pc:sldMk cId="984810519" sldId="2147479976"/>
            <ac:spMk id="79" creationId="{FED4D19C-DC00-8B28-2F76-0728B340F304}"/>
          </ac:spMkLst>
        </pc:spChg>
      </pc:sldChg>
      <pc:sldChg chg="addSp delSp modSp mod">
        <pc:chgData name="Zhu,Yinan (HP Medicine) BII-CN-S" userId="84fd82bc-0f33-4231-bc26-e12433039e09" providerId="ADAL" clId="{B745FF4D-1135-4B2F-8385-C34B73C4089D}" dt="2024-04-24T08:24:08.472" v="2658" actId="478"/>
        <pc:sldMkLst>
          <pc:docMk/>
          <pc:sldMk cId="2293706390" sldId="2147481196"/>
        </pc:sldMkLst>
        <pc:spChg chg="add mod">
          <ac:chgData name="Zhu,Yinan (HP Medicine) BII-CN-S" userId="84fd82bc-0f33-4231-bc26-e12433039e09" providerId="ADAL" clId="{B745FF4D-1135-4B2F-8385-C34B73C4089D}" dt="2024-04-24T08:22:00.386" v="2645"/>
          <ac:spMkLst>
            <pc:docMk/>
            <pc:sldMk cId="2293706390" sldId="2147481196"/>
            <ac:spMk id="8" creationId="{D6C89839-71D0-F039-E2FB-B76C11CA52C7}"/>
          </ac:spMkLst>
        </pc:spChg>
        <pc:spChg chg="add del mod">
          <ac:chgData name="Zhu,Yinan (HP Medicine) BII-CN-S" userId="84fd82bc-0f33-4231-bc26-e12433039e09" providerId="ADAL" clId="{B745FF4D-1135-4B2F-8385-C34B73C4089D}" dt="2024-04-24T08:24:08.472" v="2658" actId="478"/>
          <ac:spMkLst>
            <pc:docMk/>
            <pc:sldMk cId="2293706390" sldId="2147481196"/>
            <ac:spMk id="16" creationId="{31063401-3CEE-0F83-13F8-95374DE44CC9}"/>
          </ac:spMkLst>
        </pc:spChg>
        <pc:spChg chg="mod">
          <ac:chgData name="Zhu,Yinan (HP Medicine) BII-CN-S" userId="84fd82bc-0f33-4231-bc26-e12433039e09" providerId="ADAL" clId="{B745FF4D-1135-4B2F-8385-C34B73C4089D}" dt="2024-04-24T05:27:18.435" v="2160" actId="1076"/>
          <ac:spMkLst>
            <pc:docMk/>
            <pc:sldMk cId="2293706390" sldId="2147481196"/>
            <ac:spMk id="20" creationId="{B31A4145-7526-C926-15F3-A7FBF5B2C79F}"/>
          </ac:spMkLst>
        </pc:spChg>
        <pc:spChg chg="mod">
          <ac:chgData name="Zhu,Yinan (HP Medicine) BII-CN-S" userId="84fd82bc-0f33-4231-bc26-e12433039e09" providerId="ADAL" clId="{B745FF4D-1135-4B2F-8385-C34B73C4089D}" dt="2024-04-24T04:45:30.717" v="2021" actId="5793"/>
          <ac:spMkLst>
            <pc:docMk/>
            <pc:sldMk cId="2293706390" sldId="2147481196"/>
            <ac:spMk id="21" creationId="{7DBB7B8E-72E5-2C73-AFB4-9927D593A981}"/>
          </ac:spMkLst>
        </pc:spChg>
        <pc:spChg chg="del">
          <ac:chgData name="Zhu,Yinan (HP Medicine) BII-CN-S" userId="84fd82bc-0f33-4231-bc26-e12433039e09" providerId="ADAL" clId="{B745FF4D-1135-4B2F-8385-C34B73C4089D}" dt="2024-04-24T00:20:05.033" v="241" actId="478"/>
          <ac:spMkLst>
            <pc:docMk/>
            <pc:sldMk cId="2293706390" sldId="2147481196"/>
            <ac:spMk id="31" creationId="{C867C8CE-42BA-B57A-961A-861AC17D82CD}"/>
          </ac:spMkLst>
        </pc:spChg>
        <pc:grpChg chg="add mod">
          <ac:chgData name="Zhu,Yinan (HP Medicine) BII-CN-S" userId="84fd82bc-0f33-4231-bc26-e12433039e09" providerId="ADAL" clId="{B745FF4D-1135-4B2F-8385-C34B73C4089D}" dt="2024-04-24T08:22:17.532" v="2647" actId="14100"/>
          <ac:grpSpMkLst>
            <pc:docMk/>
            <pc:sldMk cId="2293706390" sldId="2147481196"/>
            <ac:grpSpMk id="6" creationId="{A5D67459-FA44-4CCA-B74A-8E61C742001A}"/>
          </ac:grpSpMkLst>
        </pc:grpChg>
        <pc:graphicFrameChg chg="add mod">
          <ac:chgData name="Zhu,Yinan (HP Medicine) BII-CN-S" userId="84fd82bc-0f33-4231-bc26-e12433039e09" providerId="ADAL" clId="{B745FF4D-1135-4B2F-8385-C34B73C4089D}" dt="2024-04-24T08:24:07.038" v="2657"/>
          <ac:graphicFrameMkLst>
            <pc:docMk/>
            <pc:sldMk cId="2293706390" sldId="2147481196"/>
            <ac:graphicFrameMk id="7" creationId="{D9CC7C3D-135D-507C-84A6-E867AE3F402E}"/>
          </ac:graphicFrameMkLst>
        </pc:graphicFrameChg>
        <pc:graphicFrameChg chg="del">
          <ac:chgData name="Zhu,Yinan (HP Medicine) BII-CN-S" userId="84fd82bc-0f33-4231-bc26-e12433039e09" providerId="ADAL" clId="{B745FF4D-1135-4B2F-8385-C34B73C4089D}" dt="2024-04-24T08:21:59.532" v="2643" actId="478"/>
          <ac:graphicFrameMkLst>
            <pc:docMk/>
            <pc:sldMk cId="2293706390" sldId="2147481196"/>
            <ac:graphicFrameMk id="19" creationId="{D9CC7C3D-135D-507C-84A6-E867AE3F402E}"/>
          </ac:graphicFrameMkLst>
        </pc:graphicFrameChg>
      </pc:sldChg>
      <pc:sldChg chg="modSp mod">
        <pc:chgData name="Zhu,Yinan (HP Medicine) BII-CN-S" userId="84fd82bc-0f33-4231-bc26-e12433039e09" providerId="ADAL" clId="{B745FF4D-1135-4B2F-8385-C34B73C4089D}" dt="2024-04-24T08:25:37.018" v="2712" actId="313"/>
        <pc:sldMkLst>
          <pc:docMk/>
          <pc:sldMk cId="3055871583" sldId="2147481209"/>
        </pc:sldMkLst>
        <pc:spChg chg="mod">
          <ac:chgData name="Zhu,Yinan (HP Medicine) BII-CN-S" userId="84fd82bc-0f33-4231-bc26-e12433039e09" providerId="ADAL" clId="{B745FF4D-1135-4B2F-8385-C34B73C4089D}" dt="2024-04-24T02:37:56.882" v="1308" actId="6549"/>
          <ac:spMkLst>
            <pc:docMk/>
            <pc:sldMk cId="3055871583" sldId="2147481209"/>
            <ac:spMk id="2" creationId="{B400515D-A2F9-01F0-8247-CB5A570E22CE}"/>
          </ac:spMkLst>
        </pc:spChg>
        <pc:spChg chg="mod">
          <ac:chgData name="Zhu,Yinan (HP Medicine) BII-CN-S" userId="84fd82bc-0f33-4231-bc26-e12433039e09" providerId="ADAL" clId="{B745FF4D-1135-4B2F-8385-C34B73C4089D}" dt="2024-04-24T08:25:37.018" v="2712" actId="313"/>
          <ac:spMkLst>
            <pc:docMk/>
            <pc:sldMk cId="3055871583" sldId="2147481209"/>
            <ac:spMk id="22" creationId="{EA52FB12-FD30-6B21-AB61-19C731508C50}"/>
          </ac:spMkLst>
        </pc:spChg>
      </pc:sldChg>
      <pc:sldChg chg="modSp add mod modShow">
        <pc:chgData name="Zhu,Yinan (HP Medicine) BII-CN-S" userId="84fd82bc-0f33-4231-bc26-e12433039e09" providerId="ADAL" clId="{B745FF4D-1135-4B2F-8385-C34B73C4089D}" dt="2024-04-24T05:26:50.457" v="2159" actId="729"/>
        <pc:sldMkLst>
          <pc:docMk/>
          <pc:sldMk cId="2649636811" sldId="2147481215"/>
        </pc:sldMkLst>
        <pc:spChg chg="mod">
          <ac:chgData name="Zhu,Yinan (HP Medicine) BII-CN-S" userId="84fd82bc-0f33-4231-bc26-e12433039e09" providerId="ADAL" clId="{B745FF4D-1135-4B2F-8385-C34B73C4089D}" dt="2024-04-24T05:26:25.230" v="2158" actId="6549"/>
          <ac:spMkLst>
            <pc:docMk/>
            <pc:sldMk cId="2649636811" sldId="2147481215"/>
            <ac:spMk id="85" creationId="{9AE8DC1D-E2E9-3F68-2FF3-462EA46CBF1B}"/>
          </ac:spMkLst>
        </pc:spChg>
      </pc:sldChg>
      <pc:sldChg chg="modSp add mod modShow">
        <pc:chgData name="Zhu,Yinan (HP Medicine) BII-CN-S" userId="84fd82bc-0f33-4231-bc26-e12433039e09" providerId="ADAL" clId="{B745FF4D-1135-4B2F-8385-C34B73C4089D}" dt="2024-04-24T08:13:17.106" v="2642" actId="20577"/>
        <pc:sldMkLst>
          <pc:docMk/>
          <pc:sldMk cId="657668382" sldId="2147481216"/>
        </pc:sldMkLst>
        <pc:spChg chg="mod">
          <ac:chgData name="Zhu,Yinan (HP Medicine) BII-CN-S" userId="84fd82bc-0f33-4231-bc26-e12433039e09" providerId="ADAL" clId="{B745FF4D-1135-4B2F-8385-C34B73C4089D}" dt="2024-04-24T08:13:17.106" v="2642" actId="20577"/>
          <ac:spMkLst>
            <pc:docMk/>
            <pc:sldMk cId="657668382" sldId="2147481216"/>
            <ac:spMk id="6" creationId="{06BCCCF6-55DE-FD70-9AA0-8CF93B868903}"/>
          </ac:spMkLst>
        </pc:spChg>
        <pc:graphicFrameChg chg="mod modGraphic">
          <ac:chgData name="Zhu,Yinan (HP Medicine) BII-CN-S" userId="84fd82bc-0f33-4231-bc26-e12433039e09" providerId="ADAL" clId="{B745FF4D-1135-4B2F-8385-C34B73C4089D}" dt="2024-04-24T07:39:44.572" v="2320" actId="20577"/>
          <ac:graphicFrameMkLst>
            <pc:docMk/>
            <pc:sldMk cId="657668382" sldId="2147481216"/>
            <ac:graphicFrameMk id="5" creationId="{EF26CE99-CFEA-ADF3-2BE8-B29DA6B29DD4}"/>
          </ac:graphicFrameMkLst>
        </pc:graphicFrameChg>
      </pc:sldChg>
    </pc:docChg>
  </pc:docChgLst>
  <pc:docChgLst>
    <pc:chgData name="Guan,Sunny (HP Med RA) BII-CN-B" userId="S::sunny.guan@boehringer-ingelheim.com::18e80359-f8e0-43d1-a493-8fa8126220ca" providerId="AD" clId="Web-{D0D63A65-7E59-63CE-9867-E318B8901F8E}"/>
    <pc:docChg chg="">
      <pc:chgData name="Guan,Sunny (HP Med RA) BII-CN-B" userId="S::sunny.guan@boehringer-ingelheim.com::18e80359-f8e0-43d1-a493-8fa8126220ca" providerId="AD" clId="Web-{D0D63A65-7E59-63CE-9867-E318B8901F8E}" dt="2024-03-19T13:17:31.351" v="0"/>
      <pc:docMkLst>
        <pc:docMk/>
      </pc:docMkLst>
      <pc:sldChg chg="addCm">
        <pc:chgData name="Guan,Sunny (HP Med RA) BII-CN-B" userId="S::sunny.guan@boehringer-ingelheim.com::18e80359-f8e0-43d1-a493-8fa8126220ca" providerId="AD" clId="Web-{D0D63A65-7E59-63CE-9867-E318B8901F8E}" dt="2024-03-19T13:17:31.351" v="0"/>
        <pc:sldMkLst>
          <pc:docMk/>
          <pc:sldMk cId="1523911864" sldId="2147377461"/>
        </pc:sldMkLst>
      </pc:sldChg>
    </pc:docChg>
  </pc:docChgLst>
  <pc:docChgLst>
    <pc:chgData name="Zhou,Yu (HP Medicine) BII-CN-S" userId="S::yu_3.zhou@boehringer-ingelheim.com::0b687189-3e4a-4fd5-8016-1eb07ea27cfb" providerId="AD" clId="Web-{C9D24567-6131-CB49-CFCC-C60FD2539FB1}"/>
    <pc:docChg chg="addSld delSld modSld modSection">
      <pc:chgData name="Zhou,Yu (HP Medicine) BII-CN-S" userId="S::yu_3.zhou@boehringer-ingelheim.com::0b687189-3e4a-4fd5-8016-1eb07ea27cfb" providerId="AD" clId="Web-{C9D24567-6131-CB49-CFCC-C60FD2539FB1}" dt="2024-04-24T08:24:48.661" v="652"/>
      <pc:docMkLst>
        <pc:docMk/>
      </pc:docMkLst>
      <pc:sldChg chg="addSp modSp">
        <pc:chgData name="Zhou,Yu (HP Medicine) BII-CN-S" userId="S::yu_3.zhou@boehringer-ingelheim.com::0b687189-3e4a-4fd5-8016-1eb07ea27cfb" providerId="AD" clId="Web-{C9D24567-6131-CB49-CFCC-C60FD2539FB1}" dt="2024-04-24T08:18:42.627" v="643" actId="20577"/>
        <pc:sldMkLst>
          <pc:docMk/>
          <pc:sldMk cId="999243647" sldId="2147481189"/>
        </pc:sldMkLst>
        <pc:spChg chg="add mod">
          <ac:chgData name="Zhou,Yu (HP Medicine) BII-CN-S" userId="S::yu_3.zhou@boehringer-ingelheim.com::0b687189-3e4a-4fd5-8016-1eb07ea27cfb" providerId="AD" clId="Web-{C9D24567-6131-CB49-CFCC-C60FD2539FB1}" dt="2024-04-24T08:12:46.420" v="611" actId="20577"/>
          <ac:spMkLst>
            <pc:docMk/>
            <pc:sldMk cId="999243647" sldId="2147481189"/>
            <ac:spMk id="2" creationId="{296EAF5D-FE7F-6211-EB4D-E291CEE33BEA}"/>
          </ac:spMkLst>
        </pc:spChg>
        <pc:spChg chg="add mod">
          <ac:chgData name="Zhou,Yu (HP Medicine) BII-CN-S" userId="S::yu_3.zhou@boehringer-ingelheim.com::0b687189-3e4a-4fd5-8016-1eb07ea27cfb" providerId="AD" clId="Web-{C9D24567-6131-CB49-CFCC-C60FD2539FB1}" dt="2024-04-24T07:15:04.031" v="62"/>
          <ac:spMkLst>
            <pc:docMk/>
            <pc:sldMk cId="999243647" sldId="2147481189"/>
            <ac:spMk id="4" creationId="{D60DB3A2-D9F7-7348-0954-B3094139E9D4}"/>
          </ac:spMkLst>
        </pc:spChg>
        <pc:spChg chg="mod">
          <ac:chgData name="Zhou,Yu (HP Medicine) BII-CN-S" userId="S::yu_3.zhou@boehringer-ingelheim.com::0b687189-3e4a-4fd5-8016-1eb07ea27cfb" providerId="AD" clId="Web-{C9D24567-6131-CB49-CFCC-C60FD2539FB1}" dt="2024-04-24T08:18:42.627" v="643" actId="20577"/>
          <ac:spMkLst>
            <pc:docMk/>
            <pc:sldMk cId="999243647" sldId="2147481189"/>
            <ac:spMk id="5" creationId="{63B75B45-3D94-A548-8555-CBED964C5DA9}"/>
          </ac:spMkLst>
        </pc:spChg>
        <pc:spChg chg="mod ord">
          <ac:chgData name="Zhou,Yu (HP Medicine) BII-CN-S" userId="S::yu_3.zhou@boehringer-ingelheim.com::0b687189-3e4a-4fd5-8016-1eb07ea27cfb" providerId="AD" clId="Web-{C9D24567-6131-CB49-CFCC-C60FD2539FB1}" dt="2024-04-24T07:15:16.406" v="64"/>
          <ac:spMkLst>
            <pc:docMk/>
            <pc:sldMk cId="999243647" sldId="2147481189"/>
            <ac:spMk id="7" creationId="{246925E1-A276-30FA-6961-4FAA7D6AF902}"/>
          </ac:spMkLst>
        </pc:spChg>
      </pc:sldChg>
      <pc:sldChg chg="mod modShow">
        <pc:chgData name="Zhou,Yu (HP Medicine) BII-CN-S" userId="S::yu_3.zhou@boehringer-ingelheim.com::0b687189-3e4a-4fd5-8016-1eb07ea27cfb" providerId="AD" clId="Web-{C9D24567-6131-CB49-CFCC-C60FD2539FB1}" dt="2024-04-24T07:44:03.421" v="162"/>
        <pc:sldMkLst>
          <pc:docMk/>
          <pc:sldMk cId="1714592051" sldId="2147481190"/>
        </pc:sldMkLst>
      </pc:sldChg>
      <pc:sldChg chg="delSp modSp add del mod modShow">
        <pc:chgData name="Zhou,Yu (HP Medicine) BII-CN-S" userId="S::yu_3.zhou@boehringer-ingelheim.com::0b687189-3e4a-4fd5-8016-1eb07ea27cfb" providerId="AD" clId="Web-{C9D24567-6131-CB49-CFCC-C60FD2539FB1}" dt="2024-04-24T08:19:15.986" v="645"/>
        <pc:sldMkLst>
          <pc:docMk/>
          <pc:sldMk cId="659250054" sldId="2147481219"/>
        </pc:sldMkLst>
        <pc:spChg chg="del mod">
          <ac:chgData name="Zhou,Yu (HP Medicine) BII-CN-S" userId="S::yu_3.zhou@boehringer-ingelheim.com::0b687189-3e4a-4fd5-8016-1eb07ea27cfb" providerId="AD" clId="Web-{C9D24567-6131-CB49-CFCC-C60FD2539FB1}" dt="2024-04-24T07:44:22.905" v="165"/>
          <ac:spMkLst>
            <pc:docMk/>
            <pc:sldMk cId="659250054" sldId="2147481219"/>
            <ac:spMk id="4" creationId="{C3029B44-DA6B-679B-76CE-D49A5A66EBCD}"/>
          </ac:spMkLst>
        </pc:spChg>
        <pc:spChg chg="mod">
          <ac:chgData name="Zhou,Yu (HP Medicine) BII-CN-S" userId="S::yu_3.zhou@boehringer-ingelheim.com::0b687189-3e4a-4fd5-8016-1eb07ea27cfb" providerId="AD" clId="Web-{C9D24567-6131-CB49-CFCC-C60FD2539FB1}" dt="2024-04-24T07:47:29.657" v="197" actId="20577"/>
          <ac:spMkLst>
            <pc:docMk/>
            <pc:sldMk cId="659250054" sldId="2147481219"/>
            <ac:spMk id="12" creationId="{4786460C-FB4B-24B6-7B74-8795C5A456DC}"/>
          </ac:spMkLst>
        </pc:spChg>
        <pc:spChg chg="mod">
          <ac:chgData name="Zhou,Yu (HP Medicine) BII-CN-S" userId="S::yu_3.zhou@boehringer-ingelheim.com::0b687189-3e4a-4fd5-8016-1eb07ea27cfb" providerId="AD" clId="Web-{C9D24567-6131-CB49-CFCC-C60FD2539FB1}" dt="2024-04-24T07:44:34.733" v="166" actId="20577"/>
          <ac:spMkLst>
            <pc:docMk/>
            <pc:sldMk cId="659250054" sldId="2147481219"/>
            <ac:spMk id="42" creationId="{DC8F57AC-8A14-8347-4F9C-1B0A594F4A88}"/>
          </ac:spMkLst>
        </pc:spChg>
      </pc:sldChg>
      <pc:sldChg chg="delSp modSp add del mod modShow">
        <pc:chgData name="Zhou,Yu (HP Medicine) BII-CN-S" userId="S::yu_3.zhou@boehringer-ingelheim.com::0b687189-3e4a-4fd5-8016-1eb07ea27cfb" providerId="AD" clId="Web-{C9D24567-6131-CB49-CFCC-C60FD2539FB1}" dt="2024-04-24T08:22:45.066" v="649"/>
        <pc:sldMkLst>
          <pc:docMk/>
          <pc:sldMk cId="3419836824" sldId="2147481220"/>
        </pc:sldMkLst>
        <pc:spChg chg="del">
          <ac:chgData name="Zhou,Yu (HP Medicine) BII-CN-S" userId="S::yu_3.zhou@boehringer-ingelheim.com::0b687189-3e4a-4fd5-8016-1eb07ea27cfb" providerId="AD" clId="Web-{C9D24567-6131-CB49-CFCC-C60FD2539FB1}" dt="2024-04-24T07:46:16.203" v="183"/>
          <ac:spMkLst>
            <pc:docMk/>
            <pc:sldMk cId="3419836824" sldId="2147481220"/>
            <ac:spMk id="2" creationId="{3B0AB4C9-51F3-7FB5-BE60-FE1ECAE78A66}"/>
          </ac:spMkLst>
        </pc:spChg>
        <pc:spChg chg="del">
          <ac:chgData name="Zhou,Yu (HP Medicine) BII-CN-S" userId="S::yu_3.zhou@boehringer-ingelheim.com::0b687189-3e4a-4fd5-8016-1eb07ea27cfb" providerId="AD" clId="Web-{C9D24567-6131-CB49-CFCC-C60FD2539FB1}" dt="2024-04-24T07:46:59.907" v="191"/>
          <ac:spMkLst>
            <pc:docMk/>
            <pc:sldMk cId="3419836824" sldId="2147481220"/>
            <ac:spMk id="4" creationId="{8D52C5E5-5406-ECB9-75A1-5CB56E70ED18}"/>
          </ac:spMkLst>
        </pc:spChg>
        <pc:spChg chg="mod">
          <ac:chgData name="Zhou,Yu (HP Medicine) BII-CN-S" userId="S::yu_3.zhou@boehringer-ingelheim.com::0b687189-3e4a-4fd5-8016-1eb07ea27cfb" providerId="AD" clId="Web-{C9D24567-6131-CB49-CFCC-C60FD2539FB1}" dt="2024-04-24T07:46:19.641" v="184" actId="14100"/>
          <ac:spMkLst>
            <pc:docMk/>
            <pc:sldMk cId="3419836824" sldId="2147481220"/>
            <ac:spMk id="86" creationId="{807DF3C3-0B83-499C-2B7A-74B83F817D5D}"/>
          </ac:spMkLst>
        </pc:spChg>
        <pc:spChg chg="mod">
          <ac:chgData name="Zhou,Yu (HP Medicine) BII-CN-S" userId="S::yu_3.zhou@boehringer-ingelheim.com::0b687189-3e4a-4fd5-8016-1eb07ea27cfb" providerId="AD" clId="Web-{C9D24567-6131-CB49-CFCC-C60FD2539FB1}" dt="2024-04-24T07:46:28.969" v="187" actId="14100"/>
          <ac:spMkLst>
            <pc:docMk/>
            <pc:sldMk cId="3419836824" sldId="2147481220"/>
            <ac:spMk id="87" creationId="{D1360155-4CE1-6DDB-9E48-759501B4A276}"/>
          </ac:spMkLst>
        </pc:spChg>
        <pc:spChg chg="mod">
          <ac:chgData name="Zhou,Yu (HP Medicine) BII-CN-S" userId="S::yu_3.zhou@boehringer-ingelheim.com::0b687189-3e4a-4fd5-8016-1eb07ea27cfb" providerId="AD" clId="Web-{C9D24567-6131-CB49-CFCC-C60FD2539FB1}" dt="2024-04-24T07:46:31.391" v="188" actId="14100"/>
          <ac:spMkLst>
            <pc:docMk/>
            <pc:sldMk cId="3419836824" sldId="2147481220"/>
            <ac:spMk id="89" creationId="{910934DE-22B9-CC73-0B6C-CF0F5E904F41}"/>
          </ac:spMkLst>
        </pc:spChg>
        <pc:spChg chg="mod">
          <ac:chgData name="Zhou,Yu (HP Medicine) BII-CN-S" userId="S::yu_3.zhou@boehringer-ingelheim.com::0b687189-3e4a-4fd5-8016-1eb07ea27cfb" providerId="AD" clId="Web-{C9D24567-6131-CB49-CFCC-C60FD2539FB1}" dt="2024-04-24T07:46:22.500" v="185" actId="14100"/>
          <ac:spMkLst>
            <pc:docMk/>
            <pc:sldMk cId="3419836824" sldId="2147481220"/>
            <ac:spMk id="92" creationId="{D0ACF557-6F89-D89D-4CDB-D8DBA7A6C7AE}"/>
          </ac:spMkLst>
        </pc:spChg>
        <pc:spChg chg="mod">
          <ac:chgData name="Zhou,Yu (HP Medicine) BII-CN-S" userId="S::yu_3.zhou@boehringer-ingelheim.com::0b687189-3e4a-4fd5-8016-1eb07ea27cfb" providerId="AD" clId="Web-{C9D24567-6131-CB49-CFCC-C60FD2539FB1}" dt="2024-04-24T07:46:26.750" v="186" actId="14100"/>
          <ac:spMkLst>
            <pc:docMk/>
            <pc:sldMk cId="3419836824" sldId="2147481220"/>
            <ac:spMk id="93" creationId="{510E46FB-7EE3-AE03-2B1B-D758DDD93ADC}"/>
          </ac:spMkLst>
        </pc:spChg>
        <pc:spChg chg="mod">
          <ac:chgData name="Zhou,Yu (HP Medicine) BII-CN-S" userId="S::yu_3.zhou@boehringer-ingelheim.com::0b687189-3e4a-4fd5-8016-1eb07ea27cfb" providerId="AD" clId="Web-{C9D24567-6131-CB49-CFCC-C60FD2539FB1}" dt="2024-04-24T07:46:34.203" v="189" actId="14100"/>
          <ac:spMkLst>
            <pc:docMk/>
            <pc:sldMk cId="3419836824" sldId="2147481220"/>
            <ac:spMk id="95" creationId="{53B09242-8585-5CA5-B3C9-4A7F8080A823}"/>
          </ac:spMkLst>
        </pc:spChg>
        <pc:spChg chg="mod">
          <ac:chgData name="Zhou,Yu (HP Medicine) BII-CN-S" userId="S::yu_3.zhou@boehringer-ingelheim.com::0b687189-3e4a-4fd5-8016-1eb07ea27cfb" providerId="AD" clId="Web-{C9D24567-6131-CB49-CFCC-C60FD2539FB1}" dt="2024-04-24T07:46:36.344" v="190" actId="14100"/>
          <ac:spMkLst>
            <pc:docMk/>
            <pc:sldMk cId="3419836824" sldId="2147481220"/>
            <ac:spMk id="101" creationId="{8F890527-A50C-36B9-C247-266988E13775}"/>
          </ac:spMkLst>
        </pc:spChg>
        <pc:spChg chg="mod">
          <ac:chgData name="Zhou,Yu (HP Medicine) BII-CN-S" userId="S::yu_3.zhou@boehringer-ingelheim.com::0b687189-3e4a-4fd5-8016-1eb07ea27cfb" providerId="AD" clId="Web-{C9D24567-6131-CB49-CFCC-C60FD2539FB1}" dt="2024-04-24T07:49:24.033" v="200" actId="14100"/>
          <ac:spMkLst>
            <pc:docMk/>
            <pc:sldMk cId="3419836824" sldId="2147481220"/>
            <ac:spMk id="106" creationId="{A9F381A6-A383-A7A9-EFD7-40473397DFA4}"/>
          </ac:spMkLst>
        </pc:spChg>
        <pc:spChg chg="mod">
          <ac:chgData name="Zhou,Yu (HP Medicine) BII-CN-S" userId="S::yu_3.zhou@boehringer-ingelheim.com::0b687189-3e4a-4fd5-8016-1eb07ea27cfb" providerId="AD" clId="Web-{C9D24567-6131-CB49-CFCC-C60FD2539FB1}" dt="2024-04-24T07:46:11.969" v="182" actId="20577"/>
          <ac:spMkLst>
            <pc:docMk/>
            <pc:sldMk cId="3419836824" sldId="2147481220"/>
            <ac:spMk id="107" creationId="{287C4EB2-B3F3-82E3-07F0-C7A1F7B0C636}"/>
          </ac:spMkLst>
        </pc:spChg>
      </pc:sldChg>
      <pc:sldChg chg="delSp modSp add del mod modShow">
        <pc:chgData name="Zhou,Yu (HP Medicine) BII-CN-S" userId="S::yu_3.zhou@boehringer-ingelheim.com::0b687189-3e4a-4fd5-8016-1eb07ea27cfb" providerId="AD" clId="Web-{C9D24567-6131-CB49-CFCC-C60FD2539FB1}" dt="2024-04-24T08:20:24.362" v="647"/>
        <pc:sldMkLst>
          <pc:docMk/>
          <pc:sldMk cId="510975048" sldId="2147481221"/>
        </pc:sldMkLst>
        <pc:spChg chg="del mod">
          <ac:chgData name="Zhou,Yu (HP Medicine) BII-CN-S" userId="S::yu_3.zhou@boehringer-ingelheim.com::0b687189-3e4a-4fd5-8016-1eb07ea27cfb" providerId="AD" clId="Web-{C9D24567-6131-CB49-CFCC-C60FD2539FB1}" dt="2024-04-24T07:45:31.078" v="173"/>
          <ac:spMkLst>
            <pc:docMk/>
            <pc:sldMk cId="510975048" sldId="2147481221"/>
            <ac:spMk id="2" creationId="{6DF3752E-E79E-7382-4D85-BE19903C6F11}"/>
          </ac:spMkLst>
        </pc:spChg>
        <pc:spChg chg="del mod">
          <ac:chgData name="Zhou,Yu (HP Medicine) BII-CN-S" userId="S::yu_3.zhou@boehringer-ingelheim.com::0b687189-3e4a-4fd5-8016-1eb07ea27cfb" providerId="AD" clId="Web-{C9D24567-6131-CB49-CFCC-C60FD2539FB1}" dt="2024-04-24T07:47:06.063" v="194"/>
          <ac:spMkLst>
            <pc:docMk/>
            <pc:sldMk cId="510975048" sldId="2147481221"/>
            <ac:spMk id="5" creationId="{23C74C77-4EA6-BA8D-C140-9181C0886E8D}"/>
          </ac:spMkLst>
        </pc:spChg>
        <pc:spChg chg="mod">
          <ac:chgData name="Zhou,Yu (HP Medicine) BII-CN-S" userId="S::yu_3.zhou@boehringer-ingelheim.com::0b687189-3e4a-4fd5-8016-1eb07ea27cfb" providerId="AD" clId="Web-{C9D24567-6131-CB49-CFCC-C60FD2539FB1}" dt="2024-04-24T07:45:37.812" v="174" actId="14100"/>
          <ac:spMkLst>
            <pc:docMk/>
            <pc:sldMk cId="510975048" sldId="2147481221"/>
            <ac:spMk id="22" creationId="{7D90A3CE-0460-8BBF-EADF-EF6467176F12}"/>
          </ac:spMkLst>
        </pc:spChg>
        <pc:spChg chg="mod">
          <ac:chgData name="Zhou,Yu (HP Medicine) BII-CN-S" userId="S::yu_3.zhou@boehringer-ingelheim.com::0b687189-3e4a-4fd5-8016-1eb07ea27cfb" providerId="AD" clId="Web-{C9D24567-6131-CB49-CFCC-C60FD2539FB1}" dt="2024-04-24T07:45:47.171" v="176" actId="14100"/>
          <ac:spMkLst>
            <pc:docMk/>
            <pc:sldMk cId="510975048" sldId="2147481221"/>
            <ac:spMk id="23" creationId="{F5CE5761-B659-1830-5258-304A8133B837}"/>
          </ac:spMkLst>
        </pc:spChg>
        <pc:spChg chg="mod">
          <ac:chgData name="Zhou,Yu (HP Medicine) BII-CN-S" userId="S::yu_3.zhou@boehringer-ingelheim.com::0b687189-3e4a-4fd5-8016-1eb07ea27cfb" providerId="AD" clId="Web-{C9D24567-6131-CB49-CFCC-C60FD2539FB1}" dt="2024-04-24T07:45:50.781" v="177" actId="14100"/>
          <ac:spMkLst>
            <pc:docMk/>
            <pc:sldMk cId="510975048" sldId="2147481221"/>
            <ac:spMk id="25" creationId="{4F0230D1-59F0-F09F-F482-A0B33578B354}"/>
          </ac:spMkLst>
        </pc:spChg>
        <pc:spChg chg="mod">
          <ac:chgData name="Zhou,Yu (HP Medicine) BII-CN-S" userId="S::yu_3.zhou@boehringer-ingelheim.com::0b687189-3e4a-4fd5-8016-1eb07ea27cfb" providerId="AD" clId="Web-{C9D24567-6131-CB49-CFCC-C60FD2539FB1}" dt="2024-04-24T07:45:41.500" v="175" actId="14100"/>
          <ac:spMkLst>
            <pc:docMk/>
            <pc:sldMk cId="510975048" sldId="2147481221"/>
            <ac:spMk id="28" creationId="{9CB69200-5D8F-3F7C-A5BF-8AA0D9D81A32}"/>
          </ac:spMkLst>
        </pc:spChg>
        <pc:spChg chg="mod">
          <ac:chgData name="Zhou,Yu (HP Medicine) BII-CN-S" userId="S::yu_3.zhou@boehringer-ingelheim.com::0b687189-3e4a-4fd5-8016-1eb07ea27cfb" providerId="AD" clId="Web-{C9D24567-6131-CB49-CFCC-C60FD2539FB1}" dt="2024-04-24T07:46:02.359" v="181" actId="14100"/>
          <ac:spMkLst>
            <pc:docMk/>
            <pc:sldMk cId="510975048" sldId="2147481221"/>
            <ac:spMk id="29" creationId="{0068D7AA-9F58-8BB7-4DC4-A1C40EDC9F6B}"/>
          </ac:spMkLst>
        </pc:spChg>
        <pc:spChg chg="mod">
          <ac:chgData name="Zhou,Yu (HP Medicine) BII-CN-S" userId="S::yu_3.zhou@boehringer-ingelheim.com::0b687189-3e4a-4fd5-8016-1eb07ea27cfb" providerId="AD" clId="Web-{C9D24567-6131-CB49-CFCC-C60FD2539FB1}" dt="2024-04-24T07:45:53.750" v="179" actId="14100"/>
          <ac:spMkLst>
            <pc:docMk/>
            <pc:sldMk cId="510975048" sldId="2147481221"/>
            <ac:spMk id="31" creationId="{B2D5D6E5-3E2F-BB84-8D2D-9C985564546E}"/>
          </ac:spMkLst>
        </pc:spChg>
        <pc:spChg chg="mod">
          <ac:chgData name="Zhou,Yu (HP Medicine) BII-CN-S" userId="S::yu_3.zhou@boehringer-ingelheim.com::0b687189-3e4a-4fd5-8016-1eb07ea27cfb" providerId="AD" clId="Web-{C9D24567-6131-CB49-CFCC-C60FD2539FB1}" dt="2024-04-24T07:45:56.297" v="180" actId="14100"/>
          <ac:spMkLst>
            <pc:docMk/>
            <pc:sldMk cId="510975048" sldId="2147481221"/>
            <ac:spMk id="37" creationId="{E7AF75FE-F8E7-943A-88E9-AA02034078EF}"/>
          </ac:spMkLst>
        </pc:spChg>
        <pc:spChg chg="mod">
          <ac:chgData name="Zhou,Yu (HP Medicine) BII-CN-S" userId="S::yu_3.zhou@boehringer-ingelheim.com::0b687189-3e4a-4fd5-8016-1eb07ea27cfb" providerId="AD" clId="Web-{C9D24567-6131-CB49-CFCC-C60FD2539FB1}" dt="2024-04-24T07:49:29.127" v="201" actId="14100"/>
          <ac:spMkLst>
            <pc:docMk/>
            <pc:sldMk cId="510975048" sldId="2147481221"/>
            <ac:spMk id="42" creationId="{0F06607E-EF91-2F09-7B1E-6AC0D8F10967}"/>
          </ac:spMkLst>
        </pc:spChg>
        <pc:spChg chg="mod">
          <ac:chgData name="Zhou,Yu (HP Medicine) BII-CN-S" userId="S::yu_3.zhou@boehringer-ingelheim.com::0b687189-3e4a-4fd5-8016-1eb07ea27cfb" providerId="AD" clId="Web-{C9D24567-6131-CB49-CFCC-C60FD2539FB1}" dt="2024-04-24T07:45:26.703" v="171" actId="20577"/>
          <ac:spMkLst>
            <pc:docMk/>
            <pc:sldMk cId="510975048" sldId="2147481221"/>
            <ac:spMk id="43" creationId="{4D6E5C58-4DA6-0EF9-5C7D-50050A4FCAB5}"/>
          </ac:spMkLst>
        </pc:spChg>
      </pc:sldChg>
      <pc:sldChg chg="add mod modShow">
        <pc:chgData name="Zhou,Yu (HP Medicine) BII-CN-S" userId="S::yu_3.zhou@boehringer-ingelheim.com::0b687189-3e4a-4fd5-8016-1eb07ea27cfb" providerId="AD" clId="Web-{C9D24567-6131-CB49-CFCC-C60FD2539FB1}" dt="2024-04-24T08:24:48.505" v="651"/>
        <pc:sldMkLst>
          <pc:docMk/>
          <pc:sldMk cId="2130954703" sldId="2147481222"/>
        </pc:sldMkLst>
      </pc:sldChg>
      <pc:sldChg chg="add mod modShow">
        <pc:chgData name="Zhou,Yu (HP Medicine) BII-CN-S" userId="S::yu_3.zhou@boehringer-ingelheim.com::0b687189-3e4a-4fd5-8016-1eb07ea27cfb" providerId="AD" clId="Web-{C9D24567-6131-CB49-CFCC-C60FD2539FB1}" dt="2024-04-24T08:24:48.270" v="650"/>
        <pc:sldMkLst>
          <pc:docMk/>
          <pc:sldMk cId="2721171440" sldId="2147481223"/>
        </pc:sldMkLst>
      </pc:sldChg>
      <pc:sldChg chg="add mod modShow">
        <pc:chgData name="Zhou,Yu (HP Medicine) BII-CN-S" userId="S::yu_3.zhou@boehringer-ingelheim.com::0b687189-3e4a-4fd5-8016-1eb07ea27cfb" providerId="AD" clId="Web-{C9D24567-6131-CB49-CFCC-C60FD2539FB1}" dt="2024-04-24T08:24:48.661" v="652"/>
        <pc:sldMkLst>
          <pc:docMk/>
          <pc:sldMk cId="4057065311" sldId="2147481224"/>
        </pc:sldMkLst>
      </pc:sldChg>
      <pc:sldMasterChg chg="addSldLayout">
        <pc:chgData name="Zhou,Yu (HP Medicine) BII-CN-S" userId="S::yu_3.zhou@boehringer-ingelheim.com::0b687189-3e4a-4fd5-8016-1eb07ea27cfb" providerId="AD" clId="Web-{C9D24567-6131-CB49-CFCC-C60FD2539FB1}" dt="2024-04-24T07:44:15.014" v="163"/>
        <pc:sldMasterMkLst>
          <pc:docMk/>
          <pc:sldMasterMk cId="2536109598" sldId="2147483771"/>
        </pc:sldMasterMkLst>
        <pc:sldLayoutChg chg="add replId">
          <pc:chgData name="Zhou,Yu (HP Medicine) BII-CN-S" userId="S::yu_3.zhou@boehringer-ingelheim.com::0b687189-3e4a-4fd5-8016-1eb07ea27cfb" providerId="AD" clId="Web-{C9D24567-6131-CB49-CFCC-C60FD2539FB1}" dt="2024-04-24T07:44:15.014" v="163"/>
          <pc:sldLayoutMkLst>
            <pc:docMk/>
            <pc:sldMasterMk cId="2536109598" sldId="2147483771"/>
            <pc:sldLayoutMk cId="1588052559" sldId="2147483882"/>
          </pc:sldLayoutMkLst>
        </pc:sldLayoutChg>
      </pc:sldMasterChg>
    </pc:docChg>
  </pc:docChgLst>
  <pc:docChgLst>
    <pc:chgData name="Zheng,Dr.,Lian (HP Medicine) BII-CN-S" userId="767e6303-f142-4891-9997-ed32fd588418" providerId="ADAL" clId="{A10090A2-C836-4A7A-B8D9-6A0DC0C7B0AB}"/>
    <pc:docChg chg="undo custSel addSld modSld modSection">
      <pc:chgData name="Zheng,Dr.,Lian (HP Medicine) BII-CN-S" userId="767e6303-f142-4891-9997-ed32fd588418" providerId="ADAL" clId="{A10090A2-C836-4A7A-B8D9-6A0DC0C7B0AB}" dt="2024-04-23T06:11:14.656" v="2618" actId="1076"/>
      <pc:docMkLst>
        <pc:docMk/>
      </pc:docMkLst>
      <pc:sldChg chg="addSp delSp modSp mod">
        <pc:chgData name="Zheng,Dr.,Lian (HP Medicine) BII-CN-S" userId="767e6303-f142-4891-9997-ed32fd588418" providerId="ADAL" clId="{A10090A2-C836-4A7A-B8D9-6A0DC0C7B0AB}" dt="2024-04-23T04:48:20.628" v="2601" actId="14100"/>
        <pc:sldMkLst>
          <pc:docMk/>
          <pc:sldMk cId="1523911864" sldId="2147377461"/>
        </pc:sldMkLst>
        <pc:spChg chg="mod">
          <ac:chgData name="Zheng,Dr.,Lian (HP Medicine) BII-CN-S" userId="767e6303-f142-4891-9997-ed32fd588418" providerId="ADAL" clId="{A10090A2-C836-4A7A-B8D9-6A0DC0C7B0AB}" dt="2024-04-23T04:35:30.505" v="2525" actId="1036"/>
          <ac:spMkLst>
            <pc:docMk/>
            <pc:sldMk cId="1523911864" sldId="2147377461"/>
            <ac:spMk id="3" creationId="{B882EC38-8121-4042-B66D-9059472C6344}"/>
          </ac:spMkLst>
        </pc:spChg>
        <pc:spChg chg="del mod">
          <ac:chgData name="Zheng,Dr.,Lian (HP Medicine) BII-CN-S" userId="767e6303-f142-4891-9997-ed32fd588418" providerId="ADAL" clId="{A10090A2-C836-4A7A-B8D9-6A0DC0C7B0AB}" dt="2024-04-23T02:38:03.200" v="1053" actId="478"/>
          <ac:spMkLst>
            <pc:docMk/>
            <pc:sldMk cId="1523911864" sldId="2147377461"/>
            <ac:spMk id="5" creationId="{00B47184-1C90-0B8F-2A7C-E3A91F70A2A7}"/>
          </ac:spMkLst>
        </pc:spChg>
        <pc:spChg chg="del mod">
          <ac:chgData name="Zheng,Dr.,Lian (HP Medicine) BII-CN-S" userId="767e6303-f142-4891-9997-ed32fd588418" providerId="ADAL" clId="{A10090A2-C836-4A7A-B8D9-6A0DC0C7B0AB}" dt="2024-04-23T02:37:59.024" v="1052" actId="478"/>
          <ac:spMkLst>
            <pc:docMk/>
            <pc:sldMk cId="1523911864" sldId="2147377461"/>
            <ac:spMk id="9" creationId="{FDC0E3CA-85DB-14C9-F6EE-1AC26911E766}"/>
          </ac:spMkLst>
        </pc:spChg>
        <pc:spChg chg="mod">
          <ac:chgData name="Zheng,Dr.,Lian (HP Medicine) BII-CN-S" userId="767e6303-f142-4891-9997-ed32fd588418" providerId="ADAL" clId="{A10090A2-C836-4A7A-B8D9-6A0DC0C7B0AB}" dt="2024-04-23T04:35:30.505" v="2525" actId="1036"/>
          <ac:spMkLst>
            <pc:docMk/>
            <pc:sldMk cId="1523911864" sldId="2147377461"/>
            <ac:spMk id="10" creationId="{E562051C-2CFA-E7FB-103C-7257DB3F6D5B}"/>
          </ac:spMkLst>
        </pc:spChg>
        <pc:spChg chg="mod">
          <ac:chgData name="Zheng,Dr.,Lian (HP Medicine) BII-CN-S" userId="767e6303-f142-4891-9997-ed32fd588418" providerId="ADAL" clId="{A10090A2-C836-4A7A-B8D9-6A0DC0C7B0AB}" dt="2024-04-23T04:35:30.505" v="2525" actId="1036"/>
          <ac:spMkLst>
            <pc:docMk/>
            <pc:sldMk cId="1523911864" sldId="2147377461"/>
            <ac:spMk id="12" creationId="{3FC446E8-8BF7-CBBB-549F-9E76F71141A3}"/>
          </ac:spMkLst>
        </pc:spChg>
        <pc:spChg chg="mod">
          <ac:chgData name="Zheng,Dr.,Lian (HP Medicine) BII-CN-S" userId="767e6303-f142-4891-9997-ed32fd588418" providerId="ADAL" clId="{A10090A2-C836-4A7A-B8D9-6A0DC0C7B0AB}" dt="2024-04-23T04:35:30.505" v="2525" actId="1036"/>
          <ac:spMkLst>
            <pc:docMk/>
            <pc:sldMk cId="1523911864" sldId="2147377461"/>
            <ac:spMk id="13" creationId="{F32B4004-3B2D-A372-8C28-BEF3F48A8E50}"/>
          </ac:spMkLst>
        </pc:spChg>
        <pc:spChg chg="mod">
          <ac:chgData name="Zheng,Dr.,Lian (HP Medicine) BII-CN-S" userId="767e6303-f142-4891-9997-ed32fd588418" providerId="ADAL" clId="{A10090A2-C836-4A7A-B8D9-6A0DC0C7B0AB}" dt="2024-04-23T04:35:30.505" v="2525" actId="1036"/>
          <ac:spMkLst>
            <pc:docMk/>
            <pc:sldMk cId="1523911864" sldId="2147377461"/>
            <ac:spMk id="14" creationId="{FA99D785-6957-D9BA-629B-B3026A41086A}"/>
          </ac:spMkLst>
        </pc:spChg>
        <pc:spChg chg="add mod">
          <ac:chgData name="Zheng,Dr.,Lian (HP Medicine) BII-CN-S" userId="767e6303-f142-4891-9997-ed32fd588418" providerId="ADAL" clId="{A10090A2-C836-4A7A-B8D9-6A0DC0C7B0AB}" dt="2024-04-23T02:56:28.666" v="1548" actId="1076"/>
          <ac:spMkLst>
            <pc:docMk/>
            <pc:sldMk cId="1523911864" sldId="2147377461"/>
            <ac:spMk id="16" creationId="{73374ECB-E26D-2A3A-D3B2-C6882234BB62}"/>
          </ac:spMkLst>
        </pc:spChg>
        <pc:spChg chg="add mod">
          <ac:chgData name="Zheng,Dr.,Lian (HP Medicine) BII-CN-S" userId="767e6303-f142-4891-9997-ed32fd588418" providerId="ADAL" clId="{A10090A2-C836-4A7A-B8D9-6A0DC0C7B0AB}" dt="2024-04-23T04:48:20.628" v="2601" actId="14100"/>
          <ac:spMkLst>
            <pc:docMk/>
            <pc:sldMk cId="1523911864" sldId="2147377461"/>
            <ac:spMk id="17" creationId="{61BE4884-FA44-8697-FCC4-3E1F14CE388B}"/>
          </ac:spMkLst>
        </pc:spChg>
        <pc:spChg chg="mod">
          <ac:chgData name="Zheng,Dr.,Lian (HP Medicine) BII-CN-S" userId="767e6303-f142-4891-9997-ed32fd588418" providerId="ADAL" clId="{A10090A2-C836-4A7A-B8D9-6A0DC0C7B0AB}" dt="2024-04-23T04:35:30.505" v="2525" actId="1036"/>
          <ac:spMkLst>
            <pc:docMk/>
            <pc:sldMk cId="1523911864" sldId="2147377461"/>
            <ac:spMk id="72" creationId="{808EC121-D3B7-4E05-908F-C8EFBD0CB71E}"/>
          </ac:spMkLst>
        </pc:spChg>
        <pc:spChg chg="mod">
          <ac:chgData name="Zheng,Dr.,Lian (HP Medicine) BII-CN-S" userId="767e6303-f142-4891-9997-ed32fd588418" providerId="ADAL" clId="{A10090A2-C836-4A7A-B8D9-6A0DC0C7B0AB}" dt="2024-04-23T04:35:30.505" v="2525" actId="1036"/>
          <ac:spMkLst>
            <pc:docMk/>
            <pc:sldMk cId="1523911864" sldId="2147377461"/>
            <ac:spMk id="73" creationId="{FEFADB89-8F35-407D-93F6-37544172D655}"/>
          </ac:spMkLst>
        </pc:spChg>
        <pc:spChg chg="mod">
          <ac:chgData name="Zheng,Dr.,Lian (HP Medicine) BII-CN-S" userId="767e6303-f142-4891-9997-ed32fd588418" providerId="ADAL" clId="{A10090A2-C836-4A7A-B8D9-6A0DC0C7B0AB}" dt="2024-04-23T04:35:30.505" v="2525" actId="1036"/>
          <ac:spMkLst>
            <pc:docMk/>
            <pc:sldMk cId="1523911864" sldId="2147377461"/>
            <ac:spMk id="74" creationId="{07FF067D-CE54-4150-AA18-A64493FAA508}"/>
          </ac:spMkLst>
        </pc:spChg>
        <pc:spChg chg="mod">
          <ac:chgData name="Zheng,Dr.,Lian (HP Medicine) BII-CN-S" userId="767e6303-f142-4891-9997-ed32fd588418" providerId="ADAL" clId="{A10090A2-C836-4A7A-B8D9-6A0DC0C7B0AB}" dt="2024-04-23T04:35:52.486" v="2536" actId="1076"/>
          <ac:spMkLst>
            <pc:docMk/>
            <pc:sldMk cId="1523911864" sldId="2147377461"/>
            <ac:spMk id="76" creationId="{4608E9B4-AB71-4ECC-96AF-C53237729BED}"/>
          </ac:spMkLst>
        </pc:spChg>
        <pc:spChg chg="mod">
          <ac:chgData name="Zheng,Dr.,Lian (HP Medicine) BII-CN-S" userId="767e6303-f142-4891-9997-ed32fd588418" providerId="ADAL" clId="{A10090A2-C836-4A7A-B8D9-6A0DC0C7B0AB}" dt="2024-04-23T04:35:30.505" v="2525" actId="1036"/>
          <ac:spMkLst>
            <pc:docMk/>
            <pc:sldMk cId="1523911864" sldId="2147377461"/>
            <ac:spMk id="90" creationId="{F2885869-19D2-4FC4-95A9-DC0F9CE5B1D5}"/>
          </ac:spMkLst>
        </pc:spChg>
        <pc:spChg chg="mod">
          <ac:chgData name="Zheng,Dr.,Lian (HP Medicine) BII-CN-S" userId="767e6303-f142-4891-9997-ed32fd588418" providerId="ADAL" clId="{A10090A2-C836-4A7A-B8D9-6A0DC0C7B0AB}" dt="2024-04-23T04:35:30.505" v="2525" actId="1036"/>
          <ac:spMkLst>
            <pc:docMk/>
            <pc:sldMk cId="1523911864" sldId="2147377461"/>
            <ac:spMk id="105" creationId="{CA3A1672-4E56-43F8-8CCD-A99F119D449B}"/>
          </ac:spMkLst>
        </pc:spChg>
        <pc:spChg chg="mod">
          <ac:chgData name="Zheng,Dr.,Lian (HP Medicine) BII-CN-S" userId="767e6303-f142-4891-9997-ed32fd588418" providerId="ADAL" clId="{A10090A2-C836-4A7A-B8D9-6A0DC0C7B0AB}" dt="2024-04-23T04:35:47.783" v="2535" actId="1076"/>
          <ac:spMkLst>
            <pc:docMk/>
            <pc:sldMk cId="1523911864" sldId="2147377461"/>
            <ac:spMk id="109" creationId="{2803B660-5690-4A97-B359-20B519EF549C}"/>
          </ac:spMkLst>
        </pc:spChg>
        <pc:spChg chg="mod">
          <ac:chgData name="Zheng,Dr.,Lian (HP Medicine) BII-CN-S" userId="767e6303-f142-4891-9997-ed32fd588418" providerId="ADAL" clId="{A10090A2-C836-4A7A-B8D9-6A0DC0C7B0AB}" dt="2024-04-23T04:35:30.505" v="2525" actId="1036"/>
          <ac:spMkLst>
            <pc:docMk/>
            <pc:sldMk cId="1523911864" sldId="2147377461"/>
            <ac:spMk id="115" creationId="{51CCDE83-0909-4490-A490-7F6960EF4F4F}"/>
          </ac:spMkLst>
        </pc:spChg>
        <pc:spChg chg="mod">
          <ac:chgData name="Zheng,Dr.,Lian (HP Medicine) BII-CN-S" userId="767e6303-f142-4891-9997-ed32fd588418" providerId="ADAL" clId="{A10090A2-C836-4A7A-B8D9-6A0DC0C7B0AB}" dt="2024-04-23T04:35:30.505" v="2525" actId="1036"/>
          <ac:spMkLst>
            <pc:docMk/>
            <pc:sldMk cId="1523911864" sldId="2147377461"/>
            <ac:spMk id="119" creationId="{662099FC-ED9E-4F3E-B442-A4B0B7E8FB0A}"/>
          </ac:spMkLst>
        </pc:spChg>
        <pc:spChg chg="mod">
          <ac:chgData name="Zheng,Dr.,Lian (HP Medicine) BII-CN-S" userId="767e6303-f142-4891-9997-ed32fd588418" providerId="ADAL" clId="{A10090A2-C836-4A7A-B8D9-6A0DC0C7B0AB}" dt="2024-04-23T04:35:30.505" v="2525" actId="1036"/>
          <ac:spMkLst>
            <pc:docMk/>
            <pc:sldMk cId="1523911864" sldId="2147377461"/>
            <ac:spMk id="154" creationId="{9525655E-37DA-46FA-B399-4FD54ACC9169}"/>
          </ac:spMkLst>
        </pc:spChg>
        <pc:spChg chg="mod">
          <ac:chgData name="Zheng,Dr.,Lian (HP Medicine) BII-CN-S" userId="767e6303-f142-4891-9997-ed32fd588418" providerId="ADAL" clId="{A10090A2-C836-4A7A-B8D9-6A0DC0C7B0AB}" dt="2024-04-23T04:35:30.505" v="2525" actId="1036"/>
          <ac:spMkLst>
            <pc:docMk/>
            <pc:sldMk cId="1523911864" sldId="2147377461"/>
            <ac:spMk id="155" creationId="{7B21CB3F-73E7-4639-93B9-BF63BC230025}"/>
          </ac:spMkLst>
        </pc:spChg>
        <pc:spChg chg="mod">
          <ac:chgData name="Zheng,Dr.,Lian (HP Medicine) BII-CN-S" userId="767e6303-f142-4891-9997-ed32fd588418" providerId="ADAL" clId="{A10090A2-C836-4A7A-B8D9-6A0DC0C7B0AB}" dt="2024-04-23T04:35:30.505" v="2525" actId="1036"/>
          <ac:spMkLst>
            <pc:docMk/>
            <pc:sldMk cId="1523911864" sldId="2147377461"/>
            <ac:spMk id="156" creationId="{CA8287FB-A74A-431E-93EF-1A272D818151}"/>
          </ac:spMkLst>
        </pc:spChg>
        <pc:spChg chg="mod">
          <ac:chgData name="Zheng,Dr.,Lian (HP Medicine) BII-CN-S" userId="767e6303-f142-4891-9997-ed32fd588418" providerId="ADAL" clId="{A10090A2-C836-4A7A-B8D9-6A0DC0C7B0AB}" dt="2024-04-23T04:35:30.505" v="2525" actId="1036"/>
          <ac:spMkLst>
            <pc:docMk/>
            <pc:sldMk cId="1523911864" sldId="2147377461"/>
            <ac:spMk id="158" creationId="{4F8032B7-632B-4C3F-B9F2-AEC765DF1CCC}"/>
          </ac:spMkLst>
        </pc:spChg>
        <pc:spChg chg="mod">
          <ac:chgData name="Zheng,Dr.,Lian (HP Medicine) BII-CN-S" userId="767e6303-f142-4891-9997-ed32fd588418" providerId="ADAL" clId="{A10090A2-C836-4A7A-B8D9-6A0DC0C7B0AB}" dt="2024-04-23T04:35:30.505" v="2525" actId="1036"/>
          <ac:spMkLst>
            <pc:docMk/>
            <pc:sldMk cId="1523911864" sldId="2147377461"/>
            <ac:spMk id="159" creationId="{1CD74F53-99CC-4D2D-BAA0-403AF8602264}"/>
          </ac:spMkLst>
        </pc:spChg>
        <pc:spChg chg="mod">
          <ac:chgData name="Zheng,Dr.,Lian (HP Medicine) BII-CN-S" userId="767e6303-f142-4891-9997-ed32fd588418" providerId="ADAL" clId="{A10090A2-C836-4A7A-B8D9-6A0DC0C7B0AB}" dt="2024-04-23T04:35:30.505" v="2525" actId="1036"/>
          <ac:spMkLst>
            <pc:docMk/>
            <pc:sldMk cId="1523911864" sldId="2147377461"/>
            <ac:spMk id="160" creationId="{80C23234-7D3F-4C2B-8629-D6D1EB17AA2E}"/>
          </ac:spMkLst>
        </pc:spChg>
        <pc:spChg chg="mod">
          <ac:chgData name="Zheng,Dr.,Lian (HP Medicine) BII-CN-S" userId="767e6303-f142-4891-9997-ed32fd588418" providerId="ADAL" clId="{A10090A2-C836-4A7A-B8D9-6A0DC0C7B0AB}" dt="2024-04-23T04:35:30.505" v="2525" actId="1036"/>
          <ac:spMkLst>
            <pc:docMk/>
            <pc:sldMk cId="1523911864" sldId="2147377461"/>
            <ac:spMk id="162" creationId="{0AC96BD7-E57D-43E9-A88C-CD2CB49D9B3B}"/>
          </ac:spMkLst>
        </pc:spChg>
        <pc:spChg chg="mod">
          <ac:chgData name="Zheng,Dr.,Lian (HP Medicine) BII-CN-S" userId="767e6303-f142-4891-9997-ed32fd588418" providerId="ADAL" clId="{A10090A2-C836-4A7A-B8D9-6A0DC0C7B0AB}" dt="2024-04-23T04:35:30.505" v="2525" actId="1036"/>
          <ac:spMkLst>
            <pc:docMk/>
            <pc:sldMk cId="1523911864" sldId="2147377461"/>
            <ac:spMk id="163" creationId="{32A6BBBE-79B9-4A39-B298-5124C54F195F}"/>
          </ac:spMkLst>
        </pc:spChg>
        <pc:spChg chg="mod">
          <ac:chgData name="Zheng,Dr.,Lian (HP Medicine) BII-CN-S" userId="767e6303-f142-4891-9997-ed32fd588418" providerId="ADAL" clId="{A10090A2-C836-4A7A-B8D9-6A0DC0C7B0AB}" dt="2024-04-23T04:35:30.505" v="2525" actId="1036"/>
          <ac:spMkLst>
            <pc:docMk/>
            <pc:sldMk cId="1523911864" sldId="2147377461"/>
            <ac:spMk id="164" creationId="{48FBA417-C9AC-404B-9ED6-6472E9F53D35}"/>
          </ac:spMkLst>
        </pc:spChg>
        <pc:grpChg chg="mod">
          <ac:chgData name="Zheng,Dr.,Lian (HP Medicine) BII-CN-S" userId="767e6303-f142-4891-9997-ed32fd588418" providerId="ADAL" clId="{A10090A2-C836-4A7A-B8D9-6A0DC0C7B0AB}" dt="2024-04-23T04:35:30.505" v="2525" actId="1036"/>
          <ac:grpSpMkLst>
            <pc:docMk/>
            <pc:sldMk cId="1523911864" sldId="2147377461"/>
            <ac:grpSpMk id="6" creationId="{7F784EF3-CF4F-41EC-9BD6-61523FB18584}"/>
          </ac:grpSpMkLst>
        </pc:grpChg>
        <pc:grpChg chg="mod">
          <ac:chgData name="Zheng,Dr.,Lian (HP Medicine) BII-CN-S" userId="767e6303-f142-4891-9997-ed32fd588418" providerId="ADAL" clId="{A10090A2-C836-4A7A-B8D9-6A0DC0C7B0AB}" dt="2024-04-23T04:35:30.505" v="2525" actId="1036"/>
          <ac:grpSpMkLst>
            <pc:docMk/>
            <pc:sldMk cId="1523911864" sldId="2147377461"/>
            <ac:grpSpMk id="7" creationId="{2422DFAB-6BE4-4731-9984-424361367B74}"/>
          </ac:grpSpMkLst>
        </pc:grpChg>
        <pc:picChg chg="mod">
          <ac:chgData name="Zheng,Dr.,Lian (HP Medicine) BII-CN-S" userId="767e6303-f142-4891-9997-ed32fd588418" providerId="ADAL" clId="{A10090A2-C836-4A7A-B8D9-6A0DC0C7B0AB}" dt="2024-04-23T04:35:30.505" v="2525" actId="1036"/>
          <ac:picMkLst>
            <pc:docMk/>
            <pc:sldMk cId="1523911864" sldId="2147377461"/>
            <ac:picMk id="75" creationId="{5D0DAFC1-B389-482F-96F8-F1B93ED1C479}"/>
          </ac:picMkLst>
        </pc:picChg>
        <pc:cxnChg chg="add mod">
          <ac:chgData name="Zheng,Dr.,Lian (HP Medicine) BII-CN-S" userId="767e6303-f142-4891-9997-ed32fd588418" providerId="ADAL" clId="{A10090A2-C836-4A7A-B8D9-6A0DC0C7B0AB}" dt="2024-04-23T02:57:32.635" v="1590" actId="1038"/>
          <ac:cxnSpMkLst>
            <pc:docMk/>
            <pc:sldMk cId="1523911864" sldId="2147377461"/>
            <ac:cxnSpMk id="15" creationId="{76D506FA-AD45-29DD-2406-7D60BF418AEB}"/>
          </ac:cxnSpMkLst>
        </pc:cxnChg>
        <pc:cxnChg chg="mod">
          <ac:chgData name="Zheng,Dr.,Lian (HP Medicine) BII-CN-S" userId="767e6303-f142-4891-9997-ed32fd588418" providerId="ADAL" clId="{A10090A2-C836-4A7A-B8D9-6A0DC0C7B0AB}" dt="2024-04-23T04:35:36.903" v="2532" actId="1035"/>
          <ac:cxnSpMkLst>
            <pc:docMk/>
            <pc:sldMk cId="1523911864" sldId="2147377461"/>
            <ac:cxnSpMk id="148" creationId="{9C165100-0114-4167-8FF0-BFF01B293D04}"/>
          </ac:cxnSpMkLst>
        </pc:cxnChg>
      </pc:sldChg>
      <pc:sldChg chg="addSp delSp modSp mod">
        <pc:chgData name="Zheng,Dr.,Lian (HP Medicine) BII-CN-S" userId="767e6303-f142-4891-9997-ed32fd588418" providerId="ADAL" clId="{A10090A2-C836-4A7A-B8D9-6A0DC0C7B0AB}" dt="2024-04-23T04:49:48.957" v="2608" actId="1076"/>
        <pc:sldMkLst>
          <pc:docMk/>
          <pc:sldMk cId="204555529" sldId="2147479613"/>
        </pc:sldMkLst>
        <pc:spChg chg="add del">
          <ac:chgData name="Zheng,Dr.,Lian (HP Medicine) BII-CN-S" userId="767e6303-f142-4891-9997-ed32fd588418" providerId="ADAL" clId="{A10090A2-C836-4A7A-B8D9-6A0DC0C7B0AB}" dt="2024-04-23T02:24:03.140" v="858" actId="478"/>
          <ac:spMkLst>
            <pc:docMk/>
            <pc:sldMk cId="204555529" sldId="2147479613"/>
            <ac:spMk id="7" creationId="{D2DEB47D-255A-4470-3216-AC88BAB5E398}"/>
          </ac:spMkLst>
        </pc:spChg>
        <pc:spChg chg="add del mod replST">
          <ac:chgData name="Zheng,Dr.,Lian (HP Medicine) BII-CN-S" userId="767e6303-f142-4891-9997-ed32fd588418" providerId="ADAL" clId="{A10090A2-C836-4A7A-B8D9-6A0DC0C7B0AB}" dt="2024-04-23T02:25:24.579" v="883" actId="478"/>
          <ac:spMkLst>
            <pc:docMk/>
            <pc:sldMk cId="204555529" sldId="2147479613"/>
            <ac:spMk id="15" creationId="{265DB755-827A-728A-90CB-9ADEB341029B}"/>
          </ac:spMkLst>
        </pc:spChg>
        <pc:spChg chg="mod">
          <ac:chgData name="Zheng,Dr.,Lian (HP Medicine) BII-CN-S" userId="767e6303-f142-4891-9997-ed32fd588418" providerId="ADAL" clId="{A10090A2-C836-4A7A-B8D9-6A0DC0C7B0AB}" dt="2024-04-23T02:39:10.939" v="1094" actId="20577"/>
          <ac:spMkLst>
            <pc:docMk/>
            <pc:sldMk cId="204555529" sldId="2147479613"/>
            <ac:spMk id="30" creationId="{5C8EA3B6-0EE6-D947-796C-EE9A13276969}"/>
          </ac:spMkLst>
        </pc:spChg>
        <pc:spChg chg="add mod">
          <ac:chgData name="Zheng,Dr.,Lian (HP Medicine) BII-CN-S" userId="767e6303-f142-4891-9997-ed32fd588418" providerId="ADAL" clId="{A10090A2-C836-4A7A-B8D9-6A0DC0C7B0AB}" dt="2024-04-23T02:26:44.174" v="899" actId="207"/>
          <ac:spMkLst>
            <pc:docMk/>
            <pc:sldMk cId="204555529" sldId="2147479613"/>
            <ac:spMk id="31" creationId="{C9A373A5-E192-9C22-F0DB-3D1C8FFA7CA0}"/>
          </ac:spMkLst>
        </pc:spChg>
        <pc:spChg chg="add mod ord">
          <ac:chgData name="Zheng,Dr.,Lian (HP Medicine) BII-CN-S" userId="767e6303-f142-4891-9997-ed32fd588418" providerId="ADAL" clId="{A10090A2-C836-4A7A-B8D9-6A0DC0C7B0AB}" dt="2024-04-23T04:47:32.845" v="2553" actId="207"/>
          <ac:spMkLst>
            <pc:docMk/>
            <pc:sldMk cId="204555529" sldId="2147479613"/>
            <ac:spMk id="36" creationId="{0EAB3117-F5E5-BC99-5FC1-3C37F3D3D032}"/>
          </ac:spMkLst>
        </pc:spChg>
        <pc:spChg chg="mod">
          <ac:chgData name="Zheng,Dr.,Lian (HP Medicine) BII-CN-S" userId="767e6303-f142-4891-9997-ed32fd588418" providerId="ADAL" clId="{A10090A2-C836-4A7A-B8D9-6A0DC0C7B0AB}" dt="2024-04-23T04:49:48.957" v="2608" actId="1076"/>
          <ac:spMkLst>
            <pc:docMk/>
            <pc:sldMk cId="204555529" sldId="2147479613"/>
            <ac:spMk id="48" creationId="{E25F0443-7C38-987F-D4EF-932CC20F7BDA}"/>
          </ac:spMkLst>
        </pc:spChg>
        <pc:spChg chg="del mod">
          <ac:chgData name="Zheng,Dr.,Lian (HP Medicine) BII-CN-S" userId="767e6303-f142-4891-9997-ed32fd588418" providerId="ADAL" clId="{A10090A2-C836-4A7A-B8D9-6A0DC0C7B0AB}" dt="2024-04-23T02:26:03.157" v="891" actId="478"/>
          <ac:spMkLst>
            <pc:docMk/>
            <pc:sldMk cId="204555529" sldId="2147479613"/>
            <ac:spMk id="182" creationId="{9224C17E-1AA1-4096-A3FD-25D6FD8BA444}"/>
          </ac:spMkLst>
        </pc:spChg>
        <pc:cxnChg chg="mod">
          <ac:chgData name="Zheng,Dr.,Lian (HP Medicine) BII-CN-S" userId="767e6303-f142-4891-9997-ed32fd588418" providerId="ADAL" clId="{A10090A2-C836-4A7A-B8D9-6A0DC0C7B0AB}" dt="2024-04-23T02:27:01.110" v="901" actId="693"/>
          <ac:cxnSpMkLst>
            <pc:docMk/>
            <pc:sldMk cId="204555529" sldId="2147479613"/>
            <ac:cxnSpMk id="174" creationId="{9C165100-0114-4167-8FF0-BFF01B293D04}"/>
          </ac:cxnSpMkLst>
        </pc:cxnChg>
      </pc:sldChg>
      <pc:sldChg chg="addSp delSp modSp new mod modClrScheme chgLayout">
        <pc:chgData name="Zheng,Dr.,Lian (HP Medicine) BII-CN-S" userId="767e6303-f142-4891-9997-ed32fd588418" providerId="ADAL" clId="{A10090A2-C836-4A7A-B8D9-6A0DC0C7B0AB}" dt="2024-04-23T06:11:14.656" v="2618" actId="1076"/>
        <pc:sldMkLst>
          <pc:docMk/>
          <pc:sldMk cId="477836806" sldId="2147479977"/>
        </pc:sldMkLst>
        <pc:spChg chg="add mod">
          <ac:chgData name="Zheng,Dr.,Lian (HP Medicine) BII-CN-S" userId="767e6303-f142-4891-9997-ed32fd588418" providerId="ADAL" clId="{A10090A2-C836-4A7A-B8D9-6A0DC0C7B0AB}" dt="2024-04-23T03:15:04.907" v="2219" actId="207"/>
          <ac:spMkLst>
            <pc:docMk/>
            <pc:sldMk cId="477836806" sldId="2147479977"/>
            <ac:spMk id="2" creationId="{03CC42D7-861E-F1AF-03E0-00ADCDD1FC44}"/>
          </ac:spMkLst>
        </pc:spChg>
        <pc:spChg chg="del mod ord">
          <ac:chgData name="Zheng,Dr.,Lian (HP Medicine) BII-CN-S" userId="767e6303-f142-4891-9997-ed32fd588418" providerId="ADAL" clId="{A10090A2-C836-4A7A-B8D9-6A0DC0C7B0AB}" dt="2024-04-22T03:21:43.216" v="1" actId="700"/>
          <ac:spMkLst>
            <pc:docMk/>
            <pc:sldMk cId="477836806" sldId="2147479977"/>
            <ac:spMk id="2" creationId="{7C244DCA-6D6F-ABE4-E1FB-9340C5BFFAF6}"/>
          </ac:spMkLst>
        </pc:spChg>
        <pc:spChg chg="mod ord">
          <ac:chgData name="Zheng,Dr.,Lian (HP Medicine) BII-CN-S" userId="767e6303-f142-4891-9997-ed32fd588418" providerId="ADAL" clId="{A10090A2-C836-4A7A-B8D9-6A0DC0C7B0AB}" dt="2024-04-22T03:21:43.216" v="1" actId="700"/>
          <ac:spMkLst>
            <pc:docMk/>
            <pc:sldMk cId="477836806" sldId="2147479977"/>
            <ac:spMk id="3" creationId="{48FD6803-62C9-B4BE-E833-B2EE9D1C2679}"/>
          </ac:spMkLst>
        </pc:spChg>
        <pc:spChg chg="mod ord">
          <ac:chgData name="Zheng,Dr.,Lian (HP Medicine) BII-CN-S" userId="767e6303-f142-4891-9997-ed32fd588418" providerId="ADAL" clId="{A10090A2-C836-4A7A-B8D9-6A0DC0C7B0AB}" dt="2024-04-22T03:21:43.216" v="1" actId="700"/>
          <ac:spMkLst>
            <pc:docMk/>
            <pc:sldMk cId="477836806" sldId="2147479977"/>
            <ac:spMk id="4" creationId="{CE5C6D77-6DC8-71C5-2197-13438CB992C9}"/>
          </ac:spMkLst>
        </pc:spChg>
        <pc:spChg chg="add mod ord">
          <ac:chgData name="Zheng,Dr.,Lian (HP Medicine) BII-CN-S" userId="767e6303-f142-4891-9997-ed32fd588418" providerId="ADAL" clId="{A10090A2-C836-4A7A-B8D9-6A0DC0C7B0AB}" dt="2024-04-22T05:42:43.454" v="366" actId="20577"/>
          <ac:spMkLst>
            <pc:docMk/>
            <pc:sldMk cId="477836806" sldId="2147479977"/>
            <ac:spMk id="5" creationId="{40B7265C-830D-9E8F-FA3A-36EE8B681298}"/>
          </ac:spMkLst>
        </pc:spChg>
        <pc:spChg chg="add mod">
          <ac:chgData name="Zheng,Dr.,Lian (HP Medicine) BII-CN-S" userId="767e6303-f142-4891-9997-ed32fd588418" providerId="ADAL" clId="{A10090A2-C836-4A7A-B8D9-6A0DC0C7B0AB}" dt="2024-04-23T03:16:16.156" v="2304" actId="1035"/>
          <ac:spMkLst>
            <pc:docMk/>
            <pc:sldMk cId="477836806" sldId="2147479977"/>
            <ac:spMk id="6" creationId="{0FB12D96-2321-8030-DA34-4AA4EC18AC3A}"/>
          </ac:spMkLst>
        </pc:spChg>
        <pc:spChg chg="add del mod ord">
          <ac:chgData name="Zheng,Dr.,Lian (HP Medicine) BII-CN-S" userId="767e6303-f142-4891-9997-ed32fd588418" providerId="ADAL" clId="{A10090A2-C836-4A7A-B8D9-6A0DC0C7B0AB}" dt="2024-04-22T05:44:20.992" v="432" actId="1957"/>
          <ac:spMkLst>
            <pc:docMk/>
            <pc:sldMk cId="477836806" sldId="2147479977"/>
            <ac:spMk id="6" creationId="{8AEC23F3-0C6D-0D30-7E16-1E855FED0CDA}"/>
          </ac:spMkLst>
        </pc:spChg>
        <pc:spChg chg="add mod ord">
          <ac:chgData name="Zheng,Dr.,Lian (HP Medicine) BII-CN-S" userId="767e6303-f142-4891-9997-ed32fd588418" providerId="ADAL" clId="{A10090A2-C836-4A7A-B8D9-6A0DC0C7B0AB}" dt="2024-04-22T05:52:58.217" v="477" actId="1076"/>
          <ac:spMkLst>
            <pc:docMk/>
            <pc:sldMk cId="477836806" sldId="2147479977"/>
            <ac:spMk id="7" creationId="{2F0AA263-013F-B634-1FD5-2BE2C381DA4B}"/>
          </ac:spMkLst>
        </pc:spChg>
        <pc:spChg chg="add mod">
          <ac:chgData name="Zheng,Dr.,Lian (HP Medicine) BII-CN-S" userId="767e6303-f142-4891-9997-ed32fd588418" providerId="ADAL" clId="{A10090A2-C836-4A7A-B8D9-6A0DC0C7B0AB}" dt="2024-04-23T03:15:04.907" v="2219" actId="207"/>
          <ac:spMkLst>
            <pc:docMk/>
            <pc:sldMk cId="477836806" sldId="2147479977"/>
            <ac:spMk id="8" creationId="{2E8AB1CD-35BA-A482-EC8F-FC9C5B716BF3}"/>
          </ac:spMkLst>
        </pc:spChg>
        <pc:spChg chg="add mod">
          <ac:chgData name="Zheng,Dr.,Lian (HP Medicine) BII-CN-S" userId="767e6303-f142-4891-9997-ed32fd588418" providerId="ADAL" clId="{A10090A2-C836-4A7A-B8D9-6A0DC0C7B0AB}" dt="2024-04-22T05:53:04.339" v="493" actId="1036"/>
          <ac:spMkLst>
            <pc:docMk/>
            <pc:sldMk cId="477836806" sldId="2147479977"/>
            <ac:spMk id="11" creationId="{43409252-8AD6-F622-C1AC-61ADB1BC64B0}"/>
          </ac:spMkLst>
        </pc:spChg>
        <pc:spChg chg="add mod">
          <ac:chgData name="Zheng,Dr.,Lian (HP Medicine) BII-CN-S" userId="767e6303-f142-4891-9997-ed32fd588418" providerId="ADAL" clId="{A10090A2-C836-4A7A-B8D9-6A0DC0C7B0AB}" dt="2024-04-22T05:53:04.339" v="493" actId="1036"/>
          <ac:spMkLst>
            <pc:docMk/>
            <pc:sldMk cId="477836806" sldId="2147479977"/>
            <ac:spMk id="12" creationId="{B5912880-DC75-720E-E120-AA76A7A2C20E}"/>
          </ac:spMkLst>
        </pc:spChg>
        <pc:spChg chg="add mod">
          <ac:chgData name="Zheng,Dr.,Lian (HP Medicine) BII-CN-S" userId="767e6303-f142-4891-9997-ed32fd588418" providerId="ADAL" clId="{A10090A2-C836-4A7A-B8D9-6A0DC0C7B0AB}" dt="2024-04-23T04:39:05.730" v="2537" actId="20577"/>
          <ac:spMkLst>
            <pc:docMk/>
            <pc:sldMk cId="477836806" sldId="2147479977"/>
            <ac:spMk id="13" creationId="{2967435A-B22A-7B85-D912-DFCFB22087CB}"/>
          </ac:spMkLst>
        </pc:spChg>
        <pc:spChg chg="add mod">
          <ac:chgData name="Zheng,Dr.,Lian (HP Medicine) BII-CN-S" userId="767e6303-f142-4891-9997-ed32fd588418" providerId="ADAL" clId="{A10090A2-C836-4A7A-B8D9-6A0DC0C7B0AB}" dt="2024-04-22T05:53:04.339" v="493" actId="1036"/>
          <ac:spMkLst>
            <pc:docMk/>
            <pc:sldMk cId="477836806" sldId="2147479977"/>
            <ac:spMk id="16" creationId="{89E819DD-A022-0BDE-54EE-34D3276300A2}"/>
          </ac:spMkLst>
        </pc:spChg>
        <pc:spChg chg="add mod">
          <ac:chgData name="Zheng,Dr.,Lian (HP Medicine) BII-CN-S" userId="767e6303-f142-4891-9997-ed32fd588418" providerId="ADAL" clId="{A10090A2-C836-4A7A-B8D9-6A0DC0C7B0AB}" dt="2024-04-22T05:53:04.339" v="493" actId="1036"/>
          <ac:spMkLst>
            <pc:docMk/>
            <pc:sldMk cId="477836806" sldId="2147479977"/>
            <ac:spMk id="17" creationId="{713010D8-5203-7843-1544-D1BF5BDF22F2}"/>
          </ac:spMkLst>
        </pc:spChg>
        <pc:spChg chg="add mod">
          <ac:chgData name="Zheng,Dr.,Lian (HP Medicine) BII-CN-S" userId="767e6303-f142-4891-9997-ed32fd588418" providerId="ADAL" clId="{A10090A2-C836-4A7A-B8D9-6A0DC0C7B0AB}" dt="2024-04-22T05:53:04.339" v="493" actId="1036"/>
          <ac:spMkLst>
            <pc:docMk/>
            <pc:sldMk cId="477836806" sldId="2147479977"/>
            <ac:spMk id="18" creationId="{C6687B4E-78CB-1B06-D55F-E1734E475E58}"/>
          </ac:spMkLst>
        </pc:spChg>
        <pc:spChg chg="add mod">
          <ac:chgData name="Zheng,Dr.,Lian (HP Medicine) BII-CN-S" userId="767e6303-f142-4891-9997-ed32fd588418" providerId="ADAL" clId="{A10090A2-C836-4A7A-B8D9-6A0DC0C7B0AB}" dt="2024-04-22T09:05:59.972" v="711" actId="207"/>
          <ac:spMkLst>
            <pc:docMk/>
            <pc:sldMk cId="477836806" sldId="2147479977"/>
            <ac:spMk id="19" creationId="{DB42CDA8-B1A4-1D92-7F73-9854E66A5ADA}"/>
          </ac:spMkLst>
        </pc:spChg>
        <pc:spChg chg="add mod">
          <ac:chgData name="Zheng,Dr.,Lian (HP Medicine) BII-CN-S" userId="767e6303-f142-4891-9997-ed32fd588418" providerId="ADAL" clId="{A10090A2-C836-4A7A-B8D9-6A0DC0C7B0AB}" dt="2024-04-23T03:23:52.190" v="2334" actId="207"/>
          <ac:spMkLst>
            <pc:docMk/>
            <pc:sldMk cId="477836806" sldId="2147479977"/>
            <ac:spMk id="20" creationId="{DA8BBA81-F16F-B31C-F240-DA72E58AD234}"/>
          </ac:spMkLst>
        </pc:spChg>
        <pc:spChg chg="add mod">
          <ac:chgData name="Zheng,Dr.,Lian (HP Medicine) BII-CN-S" userId="767e6303-f142-4891-9997-ed32fd588418" providerId="ADAL" clId="{A10090A2-C836-4A7A-B8D9-6A0DC0C7B0AB}" dt="2024-04-23T04:39:09.702" v="2538" actId="20577"/>
          <ac:spMkLst>
            <pc:docMk/>
            <pc:sldMk cId="477836806" sldId="2147479977"/>
            <ac:spMk id="21" creationId="{EABC773F-72E1-C2A4-718A-CDE709926063}"/>
          </ac:spMkLst>
        </pc:spChg>
        <pc:spChg chg="add mod">
          <ac:chgData name="Zheng,Dr.,Lian (HP Medicine) BII-CN-S" userId="767e6303-f142-4891-9997-ed32fd588418" providerId="ADAL" clId="{A10090A2-C836-4A7A-B8D9-6A0DC0C7B0AB}" dt="2024-04-23T04:39:19.391" v="2542" actId="20577"/>
          <ac:spMkLst>
            <pc:docMk/>
            <pc:sldMk cId="477836806" sldId="2147479977"/>
            <ac:spMk id="22" creationId="{62D2B6B3-CAAC-5725-C488-55324A5571CA}"/>
          </ac:spMkLst>
        </pc:spChg>
        <pc:spChg chg="add mod">
          <ac:chgData name="Zheng,Dr.,Lian (HP Medicine) BII-CN-S" userId="767e6303-f142-4891-9997-ed32fd588418" providerId="ADAL" clId="{A10090A2-C836-4A7A-B8D9-6A0DC0C7B0AB}" dt="2024-04-23T03:23:09.107" v="2333" actId="1037"/>
          <ac:spMkLst>
            <pc:docMk/>
            <pc:sldMk cId="477836806" sldId="2147479977"/>
            <ac:spMk id="24" creationId="{B17A34B9-B371-EF82-C9D2-8151BDEB13B9}"/>
          </ac:spMkLst>
        </pc:spChg>
        <pc:spChg chg="add mod">
          <ac:chgData name="Zheng,Dr.,Lian (HP Medicine) BII-CN-S" userId="767e6303-f142-4891-9997-ed32fd588418" providerId="ADAL" clId="{A10090A2-C836-4A7A-B8D9-6A0DC0C7B0AB}" dt="2024-04-23T03:23:09.107" v="2333" actId="1037"/>
          <ac:spMkLst>
            <pc:docMk/>
            <pc:sldMk cId="477836806" sldId="2147479977"/>
            <ac:spMk id="25" creationId="{A9893AA6-B537-03DE-A46A-A1333B50429F}"/>
          </ac:spMkLst>
        </pc:spChg>
        <pc:spChg chg="add mod">
          <ac:chgData name="Zheng,Dr.,Lian (HP Medicine) BII-CN-S" userId="767e6303-f142-4891-9997-ed32fd588418" providerId="ADAL" clId="{A10090A2-C836-4A7A-B8D9-6A0DC0C7B0AB}" dt="2024-04-23T03:23:09.107" v="2333" actId="1037"/>
          <ac:spMkLst>
            <pc:docMk/>
            <pc:sldMk cId="477836806" sldId="2147479977"/>
            <ac:spMk id="26" creationId="{3463E471-1E55-E1F9-D226-5BE9579D70FA}"/>
          </ac:spMkLst>
        </pc:spChg>
        <pc:spChg chg="add mod">
          <ac:chgData name="Zheng,Dr.,Lian (HP Medicine) BII-CN-S" userId="767e6303-f142-4891-9997-ed32fd588418" providerId="ADAL" clId="{A10090A2-C836-4A7A-B8D9-6A0DC0C7B0AB}" dt="2024-04-23T03:23:09.107" v="2333" actId="1037"/>
          <ac:spMkLst>
            <pc:docMk/>
            <pc:sldMk cId="477836806" sldId="2147479977"/>
            <ac:spMk id="27" creationId="{7BE6471E-544E-688C-53F6-E1C4ED9B2F88}"/>
          </ac:spMkLst>
        </pc:spChg>
        <pc:spChg chg="add mod">
          <ac:chgData name="Zheng,Dr.,Lian (HP Medicine) BII-CN-S" userId="767e6303-f142-4891-9997-ed32fd588418" providerId="ADAL" clId="{A10090A2-C836-4A7A-B8D9-6A0DC0C7B0AB}" dt="2024-04-23T03:24:09.091" v="2338" actId="207"/>
          <ac:spMkLst>
            <pc:docMk/>
            <pc:sldMk cId="477836806" sldId="2147479977"/>
            <ac:spMk id="28" creationId="{AA03BEB3-A2EB-88B4-2620-87215200288A}"/>
          </ac:spMkLst>
        </pc:spChg>
        <pc:spChg chg="add mod">
          <ac:chgData name="Zheng,Dr.,Lian (HP Medicine) BII-CN-S" userId="767e6303-f142-4891-9997-ed32fd588418" providerId="ADAL" clId="{A10090A2-C836-4A7A-B8D9-6A0DC0C7B0AB}" dt="2024-04-23T06:11:10.598" v="2617" actId="1035"/>
          <ac:spMkLst>
            <pc:docMk/>
            <pc:sldMk cId="477836806" sldId="2147479977"/>
            <ac:spMk id="29" creationId="{3DF7D1DF-118A-92D7-A789-41C341532AF2}"/>
          </ac:spMkLst>
        </pc:spChg>
        <pc:spChg chg="add mod">
          <ac:chgData name="Zheng,Dr.,Lian (HP Medicine) BII-CN-S" userId="767e6303-f142-4891-9997-ed32fd588418" providerId="ADAL" clId="{A10090A2-C836-4A7A-B8D9-6A0DC0C7B0AB}" dt="2024-04-22T09:05:44.739" v="710" actId="1076"/>
          <ac:spMkLst>
            <pc:docMk/>
            <pc:sldMk cId="477836806" sldId="2147479977"/>
            <ac:spMk id="30" creationId="{009E8DCE-EFD6-0FCA-2C31-3876604C771D}"/>
          </ac:spMkLst>
        </pc:spChg>
        <pc:spChg chg="add mod">
          <ac:chgData name="Zheng,Dr.,Lian (HP Medicine) BII-CN-S" userId="767e6303-f142-4891-9997-ed32fd588418" providerId="ADAL" clId="{A10090A2-C836-4A7A-B8D9-6A0DC0C7B0AB}" dt="2024-04-22T09:06:57.564" v="718" actId="1076"/>
          <ac:spMkLst>
            <pc:docMk/>
            <pc:sldMk cId="477836806" sldId="2147479977"/>
            <ac:spMk id="31" creationId="{2138423F-63C8-9545-8CA0-89CDBFAEBFA3}"/>
          </ac:spMkLst>
        </pc:spChg>
        <pc:spChg chg="add mod">
          <ac:chgData name="Zheng,Dr.,Lian (HP Medicine) BII-CN-S" userId="767e6303-f142-4891-9997-ed32fd588418" providerId="ADAL" clId="{A10090A2-C836-4A7A-B8D9-6A0DC0C7B0AB}" dt="2024-04-22T09:07:31.578" v="727" actId="20577"/>
          <ac:spMkLst>
            <pc:docMk/>
            <pc:sldMk cId="477836806" sldId="2147479977"/>
            <ac:spMk id="32" creationId="{D952F8F4-DA4D-7C4E-7249-C72D32CDB193}"/>
          </ac:spMkLst>
        </pc:spChg>
        <pc:spChg chg="add del mod">
          <ac:chgData name="Zheng,Dr.,Lian (HP Medicine) BII-CN-S" userId="767e6303-f142-4891-9997-ed32fd588418" providerId="ADAL" clId="{A10090A2-C836-4A7A-B8D9-6A0DC0C7B0AB}" dt="2024-04-23T03:19:01.154" v="2321" actId="478"/>
          <ac:spMkLst>
            <pc:docMk/>
            <pc:sldMk cId="477836806" sldId="2147479977"/>
            <ac:spMk id="33" creationId="{0405F563-33E4-9A32-E043-FA71B9B58039}"/>
          </ac:spMkLst>
        </pc:spChg>
        <pc:spChg chg="add mod">
          <ac:chgData name="Zheng,Dr.,Lian (HP Medicine) BII-CN-S" userId="767e6303-f142-4891-9997-ed32fd588418" providerId="ADAL" clId="{A10090A2-C836-4A7A-B8D9-6A0DC0C7B0AB}" dt="2024-04-23T03:17:58.045" v="2318" actId="1076"/>
          <ac:spMkLst>
            <pc:docMk/>
            <pc:sldMk cId="477836806" sldId="2147479977"/>
            <ac:spMk id="34" creationId="{A4CABC3B-6E9F-BDD0-C2AD-D227A446E7C6}"/>
          </ac:spMkLst>
        </pc:spChg>
        <pc:spChg chg="add mod">
          <ac:chgData name="Zheng,Dr.,Lian (HP Medicine) BII-CN-S" userId="767e6303-f142-4891-9997-ed32fd588418" providerId="ADAL" clId="{A10090A2-C836-4A7A-B8D9-6A0DC0C7B0AB}" dt="2024-04-23T06:11:14.656" v="2618" actId="1076"/>
          <ac:spMkLst>
            <pc:docMk/>
            <pc:sldMk cId="477836806" sldId="2147479977"/>
            <ac:spMk id="40" creationId="{86F4046B-7CE2-583B-47B4-034383E11F07}"/>
          </ac:spMkLst>
        </pc:spChg>
        <pc:spChg chg="add mod">
          <ac:chgData name="Zheng,Dr.,Lian (HP Medicine) BII-CN-S" userId="767e6303-f142-4891-9997-ed32fd588418" providerId="ADAL" clId="{A10090A2-C836-4A7A-B8D9-6A0DC0C7B0AB}" dt="2024-04-23T03:24:40.405" v="2354" actId="20577"/>
          <ac:spMkLst>
            <pc:docMk/>
            <pc:sldMk cId="477836806" sldId="2147479977"/>
            <ac:spMk id="41" creationId="{184B96C2-5474-1CB1-DAE2-236BBBFDFB30}"/>
          </ac:spMkLst>
        </pc:spChg>
        <pc:spChg chg="add mod">
          <ac:chgData name="Zheng,Dr.,Lian (HP Medicine) BII-CN-S" userId="767e6303-f142-4891-9997-ed32fd588418" providerId="ADAL" clId="{A10090A2-C836-4A7A-B8D9-6A0DC0C7B0AB}" dt="2024-04-23T04:32:15.247" v="2415" actId="207"/>
          <ac:spMkLst>
            <pc:docMk/>
            <pc:sldMk cId="477836806" sldId="2147479977"/>
            <ac:spMk id="42" creationId="{6295A8A3-68F9-5015-D4E3-8A968783B0DF}"/>
          </ac:spMkLst>
        </pc:spChg>
        <pc:spChg chg="add mod">
          <ac:chgData name="Zheng,Dr.,Lian (HP Medicine) BII-CN-S" userId="767e6303-f142-4891-9997-ed32fd588418" providerId="ADAL" clId="{A10090A2-C836-4A7A-B8D9-6A0DC0C7B0AB}" dt="2024-04-23T04:34:35.724" v="2501" actId="1076"/>
          <ac:spMkLst>
            <pc:docMk/>
            <pc:sldMk cId="477836806" sldId="2147479977"/>
            <ac:spMk id="43" creationId="{1DE88D21-AA84-F8A5-FCF6-870A94F83741}"/>
          </ac:spMkLst>
        </pc:spChg>
        <pc:graphicFrameChg chg="add mod">
          <ac:chgData name="Zheng,Dr.,Lian (HP Medicine) BII-CN-S" userId="767e6303-f142-4891-9997-ed32fd588418" providerId="ADAL" clId="{A10090A2-C836-4A7A-B8D9-6A0DC0C7B0AB}" dt="2024-04-23T03:22:57.332" v="2329" actId="14100"/>
          <ac:graphicFrameMkLst>
            <pc:docMk/>
            <pc:sldMk cId="477836806" sldId="2147479977"/>
            <ac:graphicFrameMk id="23" creationId="{75C545B2-09C4-81D5-8BC6-46F0F02ADDB0}"/>
          </ac:graphicFrameMkLst>
        </pc:graphicFrameChg>
        <pc:cxnChg chg="add mod">
          <ac:chgData name="Zheng,Dr.,Lian (HP Medicine) BII-CN-S" userId="767e6303-f142-4891-9997-ed32fd588418" providerId="ADAL" clId="{A10090A2-C836-4A7A-B8D9-6A0DC0C7B0AB}" dt="2024-04-22T05:53:04.339" v="493" actId="1036"/>
          <ac:cxnSpMkLst>
            <pc:docMk/>
            <pc:sldMk cId="477836806" sldId="2147479977"/>
            <ac:cxnSpMk id="9" creationId="{918BF7B8-7A87-05A6-F170-E928704FA987}"/>
          </ac:cxnSpMkLst>
        </pc:cxnChg>
        <pc:cxnChg chg="add mod">
          <ac:chgData name="Zheng,Dr.,Lian (HP Medicine) BII-CN-S" userId="767e6303-f142-4891-9997-ed32fd588418" providerId="ADAL" clId="{A10090A2-C836-4A7A-B8D9-6A0DC0C7B0AB}" dt="2024-04-22T05:53:04.339" v="493" actId="1036"/>
          <ac:cxnSpMkLst>
            <pc:docMk/>
            <pc:sldMk cId="477836806" sldId="2147479977"/>
            <ac:cxnSpMk id="10" creationId="{70F8014D-A744-B13A-6A51-0395FD30AD83}"/>
          </ac:cxnSpMkLst>
        </pc:cxnChg>
        <pc:cxnChg chg="add mod">
          <ac:chgData name="Zheng,Dr.,Lian (HP Medicine) BII-CN-S" userId="767e6303-f142-4891-9997-ed32fd588418" providerId="ADAL" clId="{A10090A2-C836-4A7A-B8D9-6A0DC0C7B0AB}" dt="2024-04-22T05:53:04.339" v="493" actId="1036"/>
          <ac:cxnSpMkLst>
            <pc:docMk/>
            <pc:sldMk cId="477836806" sldId="2147479977"/>
            <ac:cxnSpMk id="14" creationId="{D7BD84A5-B0E9-1101-F499-A2C483449B99}"/>
          </ac:cxnSpMkLst>
        </pc:cxnChg>
        <pc:cxnChg chg="add mod">
          <ac:chgData name="Zheng,Dr.,Lian (HP Medicine) BII-CN-S" userId="767e6303-f142-4891-9997-ed32fd588418" providerId="ADAL" clId="{A10090A2-C836-4A7A-B8D9-6A0DC0C7B0AB}" dt="2024-04-22T05:53:04.339" v="493" actId="1036"/>
          <ac:cxnSpMkLst>
            <pc:docMk/>
            <pc:sldMk cId="477836806" sldId="2147479977"/>
            <ac:cxnSpMk id="15" creationId="{CFD12850-EBC0-1247-5657-79B5A2351D5D}"/>
          </ac:cxnSpMkLst>
        </pc:cxnChg>
        <pc:cxnChg chg="add mod">
          <ac:chgData name="Zheng,Dr.,Lian (HP Medicine) BII-CN-S" userId="767e6303-f142-4891-9997-ed32fd588418" providerId="ADAL" clId="{A10090A2-C836-4A7A-B8D9-6A0DC0C7B0AB}" dt="2024-04-23T03:16:53.964" v="2311" actId="552"/>
          <ac:cxnSpMkLst>
            <pc:docMk/>
            <pc:sldMk cId="477836806" sldId="2147479977"/>
            <ac:cxnSpMk id="36" creationId="{922AAD11-DDA1-E461-C5E9-4F64737E0EBD}"/>
          </ac:cxnSpMkLst>
        </pc:cxnChg>
        <pc:cxnChg chg="add mod">
          <ac:chgData name="Zheng,Dr.,Lian (HP Medicine) BII-CN-S" userId="767e6303-f142-4891-9997-ed32fd588418" providerId="ADAL" clId="{A10090A2-C836-4A7A-B8D9-6A0DC0C7B0AB}" dt="2024-04-23T03:16:53.964" v="2311" actId="552"/>
          <ac:cxnSpMkLst>
            <pc:docMk/>
            <pc:sldMk cId="477836806" sldId="2147479977"/>
            <ac:cxnSpMk id="37" creationId="{91E4BDC7-5510-1454-B397-28BDB4E0A7FC}"/>
          </ac:cxnSpMkLst>
        </pc:cxnChg>
        <pc:cxnChg chg="add mod">
          <ac:chgData name="Zheng,Dr.,Lian (HP Medicine) BII-CN-S" userId="767e6303-f142-4891-9997-ed32fd588418" providerId="ADAL" clId="{A10090A2-C836-4A7A-B8D9-6A0DC0C7B0AB}" dt="2024-04-23T03:19:18.710" v="2326" actId="14100"/>
          <ac:cxnSpMkLst>
            <pc:docMk/>
            <pc:sldMk cId="477836806" sldId="2147479977"/>
            <ac:cxnSpMk id="39" creationId="{097433CA-8FC7-0097-B657-A5D54FD57D18}"/>
          </ac:cxnSpMkLst>
        </pc:cxnChg>
      </pc:sldChg>
    </pc:docChg>
  </pc:docChgLst>
  <pc:docChgLst>
    <pc:chgData name="Liu,Hailong (MED CD&amp;O) BII-CN-S" userId="10413919-3405-4df1-9357-a69eb234449a" providerId="ADAL" clId="{23CF5F97-DE9B-4DA2-9D9A-042E5AA03DB6}"/>
    <pc:docChg chg="modSld">
      <pc:chgData name="Liu,Hailong (MED CD&amp;O) BII-CN-S" userId="10413919-3405-4df1-9357-a69eb234449a" providerId="ADAL" clId="{23CF5F97-DE9B-4DA2-9D9A-042E5AA03DB6}" dt="2024-03-19T05:48:12.043" v="5" actId="20577"/>
      <pc:docMkLst>
        <pc:docMk/>
      </pc:docMkLst>
      <pc:sldChg chg="modSp mod">
        <pc:chgData name="Liu,Hailong (MED CD&amp;O) BII-CN-S" userId="10413919-3405-4df1-9357-a69eb234449a" providerId="ADAL" clId="{23CF5F97-DE9B-4DA2-9D9A-042E5AA03DB6}" dt="2024-03-19T05:48:12.043" v="5" actId="20577"/>
        <pc:sldMkLst>
          <pc:docMk/>
          <pc:sldMk cId="204555529" sldId="2147479613"/>
        </pc:sldMkLst>
        <pc:spChg chg="mod">
          <ac:chgData name="Liu,Hailong (MED CD&amp;O) BII-CN-S" userId="10413919-3405-4df1-9357-a69eb234449a" providerId="ADAL" clId="{23CF5F97-DE9B-4DA2-9D9A-042E5AA03DB6}" dt="2024-03-19T05:48:12.043" v="5" actId="20577"/>
          <ac:spMkLst>
            <pc:docMk/>
            <pc:sldMk cId="204555529" sldId="2147479613"/>
            <ac:spMk id="47" creationId="{84692CA7-B8C4-436A-30CF-C2B0EEB6C1A0}"/>
          </ac:spMkLst>
        </pc:spChg>
      </pc:sldChg>
    </pc:docChg>
  </pc:docChgLst>
  <pc:docChgLst>
    <pc:chgData name="Liu,Heidi (MED CD&amp;O) BII-CN-B" userId="S::heidi.liu@boehringer-ingelheim.com::eb71a02a-10f7-4039-80b4-59eb11297598" providerId="AD" clId="Web-{8FFB08D8-55C3-841E-0B75-40E4243C9951}"/>
    <pc:docChg chg="modSld sldOrd">
      <pc:chgData name="Liu,Heidi (MED CD&amp;O) BII-CN-B" userId="S::heidi.liu@boehringer-ingelheim.com::eb71a02a-10f7-4039-80b4-59eb11297598" providerId="AD" clId="Web-{8FFB08D8-55C3-841E-0B75-40E4243C9951}" dt="2024-03-20T08:36:18.102" v="77" actId="14100"/>
      <pc:docMkLst>
        <pc:docMk/>
      </pc:docMkLst>
      <pc:sldChg chg="addSp delSp modSp ord">
        <pc:chgData name="Liu,Heidi (MED CD&amp;O) BII-CN-B" userId="S::heidi.liu@boehringer-ingelheim.com::eb71a02a-10f7-4039-80b4-59eb11297598" providerId="AD" clId="Web-{8FFB08D8-55C3-841E-0B75-40E4243C9951}" dt="2024-03-20T08:36:18.102" v="77" actId="14100"/>
        <pc:sldMkLst>
          <pc:docMk/>
          <pc:sldMk cId="2725404222" sldId="2147479962"/>
        </pc:sldMkLst>
        <pc:spChg chg="mod">
          <ac:chgData name="Liu,Heidi (MED CD&amp;O) BII-CN-B" userId="S::heidi.liu@boehringer-ingelheim.com::eb71a02a-10f7-4039-80b4-59eb11297598" providerId="AD" clId="Web-{8FFB08D8-55C3-841E-0B75-40E4243C9951}" dt="2024-03-20T08:31:46.831" v="31" actId="20577"/>
          <ac:spMkLst>
            <pc:docMk/>
            <pc:sldMk cId="2725404222" sldId="2147479962"/>
            <ac:spMk id="7" creationId="{0222BF30-3AC4-D01E-E1CA-7BF7E615CF8E}"/>
          </ac:spMkLst>
        </pc:spChg>
        <pc:spChg chg="add mod">
          <ac:chgData name="Liu,Heidi (MED CD&amp;O) BII-CN-B" userId="S::heidi.liu@boehringer-ingelheim.com::eb71a02a-10f7-4039-80b4-59eb11297598" providerId="AD" clId="Web-{8FFB08D8-55C3-841E-0B75-40E4243C9951}" dt="2024-03-20T08:32:26.537" v="37" actId="14100"/>
          <ac:spMkLst>
            <pc:docMk/>
            <pc:sldMk cId="2725404222" sldId="2147479962"/>
            <ac:spMk id="8" creationId="{1DDBA465-B15A-5269-7145-C809AEC7342F}"/>
          </ac:spMkLst>
        </pc:spChg>
        <pc:picChg chg="del">
          <ac:chgData name="Liu,Heidi (MED CD&amp;O) BII-CN-B" userId="S::heidi.liu@boehringer-ingelheim.com::eb71a02a-10f7-4039-80b4-59eb11297598" providerId="AD" clId="Web-{8FFB08D8-55C3-841E-0B75-40E4243C9951}" dt="2024-03-20T08:30:55.452" v="19"/>
          <ac:picMkLst>
            <pc:docMk/>
            <pc:sldMk cId="2725404222" sldId="2147479962"/>
            <ac:picMk id="3" creationId="{28772E08-2625-DAE1-7105-405579AD24BF}"/>
          </ac:picMkLst>
        </pc:picChg>
        <pc:picChg chg="add del mod">
          <ac:chgData name="Liu,Heidi (MED CD&amp;O) BII-CN-B" userId="S::heidi.liu@boehringer-ingelheim.com::eb71a02a-10f7-4039-80b4-59eb11297598" providerId="AD" clId="Web-{8FFB08D8-55C3-841E-0B75-40E4243C9951}" dt="2024-03-20T08:35:33.239" v="66"/>
          <ac:picMkLst>
            <pc:docMk/>
            <pc:sldMk cId="2725404222" sldId="2147479962"/>
            <ac:picMk id="6" creationId="{CE950DA2-3DF5-3229-BEA0-369B4BEF4BC8}"/>
          </ac:picMkLst>
        </pc:picChg>
        <pc:picChg chg="add mod">
          <ac:chgData name="Liu,Heidi (MED CD&amp;O) BII-CN-B" userId="S::heidi.liu@boehringer-ingelheim.com::eb71a02a-10f7-4039-80b4-59eb11297598" providerId="AD" clId="Web-{8FFB08D8-55C3-841E-0B75-40E4243C9951}" dt="2024-03-20T08:36:18.102" v="77" actId="14100"/>
          <ac:picMkLst>
            <pc:docMk/>
            <pc:sldMk cId="2725404222" sldId="2147479962"/>
            <ac:picMk id="9" creationId="{58B1167B-AF6D-858F-9787-EA3F0B4DBFB0}"/>
          </ac:picMkLst>
        </pc:picChg>
      </pc:sldChg>
      <pc:sldChg chg="addSp delSp modSp">
        <pc:chgData name="Liu,Heidi (MED CD&amp;O) BII-CN-B" userId="S::heidi.liu@boehringer-ingelheim.com::eb71a02a-10f7-4039-80b4-59eb11297598" providerId="AD" clId="Web-{8FFB08D8-55C3-841E-0B75-40E4243C9951}" dt="2024-03-20T08:34:04.045" v="59" actId="14100"/>
        <pc:sldMkLst>
          <pc:docMk/>
          <pc:sldMk cId="262506155" sldId="2147479964"/>
        </pc:sldMkLst>
        <pc:spChg chg="add mod">
          <ac:chgData name="Liu,Heidi (MED CD&amp;O) BII-CN-B" userId="S::heidi.liu@boehringer-ingelheim.com::eb71a02a-10f7-4039-80b4-59eb11297598" providerId="AD" clId="Web-{8FFB08D8-55C3-841E-0B75-40E4243C9951}" dt="2024-03-20T08:34:04.045" v="59" actId="14100"/>
          <ac:spMkLst>
            <pc:docMk/>
            <pc:sldMk cId="262506155" sldId="2147479964"/>
            <ac:spMk id="7" creationId="{936CC464-2936-4DD6-50CA-1135D6936D6A}"/>
          </ac:spMkLst>
        </pc:spChg>
        <pc:picChg chg="del">
          <ac:chgData name="Liu,Heidi (MED CD&amp;O) BII-CN-B" userId="S::heidi.liu@boehringer-ingelheim.com::eb71a02a-10f7-4039-80b4-59eb11297598" providerId="AD" clId="Web-{8FFB08D8-55C3-841E-0B75-40E4243C9951}" dt="2024-03-20T08:32:49.789" v="38"/>
          <ac:picMkLst>
            <pc:docMk/>
            <pc:sldMk cId="262506155" sldId="2147479964"/>
            <ac:picMk id="3" creationId="{E8E3FCAB-EA20-EFAC-99CF-52C82ACC6E3F}"/>
          </ac:picMkLst>
        </pc:picChg>
        <pc:picChg chg="add mod">
          <ac:chgData name="Liu,Heidi (MED CD&amp;O) BII-CN-B" userId="S::heidi.liu@boehringer-ingelheim.com::eb71a02a-10f7-4039-80b4-59eb11297598" providerId="AD" clId="Web-{8FFB08D8-55C3-841E-0B75-40E4243C9951}" dt="2024-03-20T08:33:58.763" v="58" actId="14100"/>
          <ac:picMkLst>
            <pc:docMk/>
            <pc:sldMk cId="262506155" sldId="2147479964"/>
            <ac:picMk id="6" creationId="{29E1BA94-B445-0B3D-3A75-2B824D479D72}"/>
          </ac:picMkLst>
        </pc:picChg>
      </pc:sldChg>
      <pc:sldChg chg="addSp delSp modSp">
        <pc:chgData name="Liu,Heidi (MED CD&amp;O) BII-CN-B" userId="S::heidi.liu@boehringer-ingelheim.com::eb71a02a-10f7-4039-80b4-59eb11297598" providerId="AD" clId="Web-{8FFB08D8-55C3-841E-0B75-40E4243C9951}" dt="2024-03-20T08:34:22.718" v="62" actId="1076"/>
        <pc:sldMkLst>
          <pc:docMk/>
          <pc:sldMk cId="3295452497" sldId="2147479966"/>
        </pc:sldMkLst>
        <pc:spChg chg="mod">
          <ac:chgData name="Liu,Heidi (MED CD&amp;O) BII-CN-B" userId="S::heidi.liu@boehringer-ingelheim.com::eb71a02a-10f7-4039-80b4-59eb11297598" providerId="AD" clId="Web-{8FFB08D8-55C3-841E-0B75-40E4243C9951}" dt="2024-03-20T08:30:13.230" v="11" actId="20577"/>
          <ac:spMkLst>
            <pc:docMk/>
            <pc:sldMk cId="3295452497" sldId="2147479966"/>
            <ac:spMk id="2" creationId="{EF1894B8-0524-9578-5425-DC7C8858875E}"/>
          </ac:spMkLst>
        </pc:spChg>
        <pc:spChg chg="mod">
          <ac:chgData name="Liu,Heidi (MED CD&amp;O) BII-CN-B" userId="S::heidi.liu@boehringer-ingelheim.com::eb71a02a-10f7-4039-80b4-59eb11297598" providerId="AD" clId="Web-{8FFB08D8-55C3-841E-0B75-40E4243C9951}" dt="2024-03-20T08:30:35.888" v="18" actId="20577"/>
          <ac:spMkLst>
            <pc:docMk/>
            <pc:sldMk cId="3295452497" sldId="2147479966"/>
            <ac:spMk id="7" creationId="{A06E7618-8D8C-FDB4-827D-F9E423800DF3}"/>
          </ac:spMkLst>
        </pc:spChg>
        <pc:picChg chg="add del mod">
          <ac:chgData name="Liu,Heidi (MED CD&amp;O) BII-CN-B" userId="S::heidi.liu@boehringer-ingelheim.com::eb71a02a-10f7-4039-80b4-59eb11297598" providerId="AD" clId="Web-{8FFB08D8-55C3-841E-0B75-40E4243C9951}" dt="2024-03-20T08:29:52.119" v="4"/>
          <ac:picMkLst>
            <pc:docMk/>
            <pc:sldMk cId="3295452497" sldId="2147479966"/>
            <ac:picMk id="3" creationId="{CC798E06-D87E-1F26-C3F6-E34010A90418}"/>
          </ac:picMkLst>
        </pc:picChg>
        <pc:picChg chg="del">
          <ac:chgData name="Liu,Heidi (MED CD&amp;O) BII-CN-B" userId="S::heidi.liu@boehringer-ingelheim.com::eb71a02a-10f7-4039-80b4-59eb11297598" providerId="AD" clId="Web-{8FFB08D8-55C3-841E-0B75-40E4243C9951}" dt="2024-03-20T08:29:37.086" v="0"/>
          <ac:picMkLst>
            <pc:docMk/>
            <pc:sldMk cId="3295452497" sldId="2147479966"/>
            <ac:picMk id="6" creationId="{97F9FC00-C4C7-1041-72F9-007FB06806DA}"/>
          </ac:picMkLst>
        </pc:picChg>
        <pc:picChg chg="add mod">
          <ac:chgData name="Liu,Heidi (MED CD&amp;O) BII-CN-B" userId="S::heidi.liu@boehringer-ingelheim.com::eb71a02a-10f7-4039-80b4-59eb11297598" providerId="AD" clId="Web-{8FFB08D8-55C3-841E-0B75-40E4243C9951}" dt="2024-03-20T08:34:22.718" v="62" actId="1076"/>
          <ac:picMkLst>
            <pc:docMk/>
            <pc:sldMk cId="3295452497" sldId="2147479966"/>
            <ac:picMk id="8" creationId="{9F175A21-5DD7-03E8-5890-3474A9E61716}"/>
          </ac:picMkLst>
        </pc:picChg>
      </pc:sldChg>
    </pc:docChg>
  </pc:docChgLst>
  <pc:docChgLst>
    <pc:chgData name="Li,Li (HP Med RA) BII-CN-S" userId="577c44b8-e5e4-4072-a065-0ba9a7bc308f" providerId="ADAL" clId="{50449A83-CFA8-422C-95A9-555DBC899AB1}"/>
    <pc:docChg chg="modSld">
      <pc:chgData name="Li,Li (HP Med RA) BII-CN-S" userId="577c44b8-e5e4-4072-a065-0ba9a7bc308f" providerId="ADAL" clId="{50449A83-CFA8-422C-95A9-555DBC899AB1}" dt="2024-03-19T10:01:26.984" v="3" actId="20577"/>
      <pc:docMkLst>
        <pc:docMk/>
      </pc:docMkLst>
      <pc:sldChg chg="modSp mod">
        <pc:chgData name="Li,Li (HP Med RA) BII-CN-S" userId="577c44b8-e5e4-4072-a065-0ba9a7bc308f" providerId="ADAL" clId="{50449A83-CFA8-422C-95A9-555DBC899AB1}" dt="2024-03-19T10:01:26.984" v="3" actId="20577"/>
        <pc:sldMkLst>
          <pc:docMk/>
          <pc:sldMk cId="928541148" sldId="2147479928"/>
        </pc:sldMkLst>
        <pc:spChg chg="mod">
          <ac:chgData name="Li,Li (HP Med RA) BII-CN-S" userId="577c44b8-e5e4-4072-a065-0ba9a7bc308f" providerId="ADAL" clId="{50449A83-CFA8-422C-95A9-555DBC899AB1}" dt="2024-03-19T10:01:26.984" v="3" actId="20577"/>
          <ac:spMkLst>
            <pc:docMk/>
            <pc:sldMk cId="928541148" sldId="2147479928"/>
            <ac:spMk id="70" creationId="{D4AB9DDE-0F36-EFDB-4905-638DCA58A81F}"/>
          </ac:spMkLst>
        </pc:spChg>
      </pc:sldChg>
    </pc:docChg>
  </pc:docChgLst>
  <pc:docChgLst>
    <pc:chgData name="Chen,Michael (HP Medicine) BII-CN-B" userId="d5e1e1c3-1b8e-4d7c-a738-2fc34bcfb3bb" providerId="ADAL" clId="{2717B8D1-0F01-4336-8CB0-44C75AC110A5}"/>
    <pc:docChg chg="sldOrd">
      <pc:chgData name="Chen,Michael (HP Medicine) BII-CN-B" userId="d5e1e1c3-1b8e-4d7c-a738-2fc34bcfb3bb" providerId="ADAL" clId="{2717B8D1-0F01-4336-8CB0-44C75AC110A5}" dt="2024-04-25T03:10:10.496" v="0" actId="20578"/>
      <pc:docMkLst>
        <pc:docMk/>
      </pc:docMkLst>
      <pc:sldChg chg="ord">
        <pc:chgData name="Chen,Michael (HP Medicine) BII-CN-B" userId="d5e1e1c3-1b8e-4d7c-a738-2fc34bcfb3bb" providerId="ADAL" clId="{2717B8D1-0F01-4336-8CB0-44C75AC110A5}" dt="2024-04-25T03:10:10.496" v="0" actId="20578"/>
        <pc:sldMkLst>
          <pc:docMk/>
          <pc:sldMk cId="2543445664" sldId="9816"/>
        </pc:sldMkLst>
      </pc:sldChg>
    </pc:docChg>
  </pc:docChgLst>
  <pc:docChgLst>
    <pc:chgData name="Han,Keri (HP Medicine) BII-CN-S" userId="06a39f7b-f140-446e-81cc-4ce1bd36a97a" providerId="ADAL" clId="{0147D7F6-33D3-4A94-91EA-BCC076FBD161}"/>
    <pc:docChg chg="undo custSel addSld delSld modSld modSection">
      <pc:chgData name="Han,Keri (HP Medicine) BII-CN-S" userId="06a39f7b-f140-446e-81cc-4ce1bd36a97a" providerId="ADAL" clId="{0147D7F6-33D3-4A94-91EA-BCC076FBD161}" dt="2024-03-20T12:38:54.463" v="4141" actId="20577"/>
      <pc:docMkLst>
        <pc:docMk/>
      </pc:docMkLst>
      <pc:sldChg chg="modSp mod">
        <pc:chgData name="Han,Keri (HP Medicine) BII-CN-S" userId="06a39f7b-f140-446e-81cc-4ce1bd36a97a" providerId="ADAL" clId="{0147D7F6-33D3-4A94-91EA-BCC076FBD161}" dt="2024-03-18T11:23:30.808" v="11" actId="20577"/>
        <pc:sldMkLst>
          <pc:docMk/>
          <pc:sldMk cId="1429912873" sldId="9801"/>
        </pc:sldMkLst>
        <pc:spChg chg="mod">
          <ac:chgData name="Han,Keri (HP Medicine) BII-CN-S" userId="06a39f7b-f140-446e-81cc-4ce1bd36a97a" providerId="ADAL" clId="{0147D7F6-33D3-4A94-91EA-BCC076FBD161}" dt="2024-03-18T11:23:30.808" v="11" actId="20577"/>
          <ac:spMkLst>
            <pc:docMk/>
            <pc:sldMk cId="1429912873" sldId="9801"/>
            <ac:spMk id="8" creationId="{1E614ADB-816F-D0B2-36B5-7FDBAB3DD757}"/>
          </ac:spMkLst>
        </pc:spChg>
      </pc:sldChg>
      <pc:sldChg chg="mod modShow">
        <pc:chgData name="Han,Keri (HP Medicine) BII-CN-S" userId="06a39f7b-f140-446e-81cc-4ce1bd36a97a" providerId="ADAL" clId="{0147D7F6-33D3-4A94-91EA-BCC076FBD161}" dt="2024-03-18T11:24:38.483" v="12" actId="729"/>
        <pc:sldMkLst>
          <pc:docMk/>
          <pc:sldMk cId="2748168582" sldId="9815"/>
        </pc:sldMkLst>
      </pc:sldChg>
      <pc:sldChg chg="modSp mod">
        <pc:chgData name="Han,Keri (HP Medicine) BII-CN-S" userId="06a39f7b-f140-446e-81cc-4ce1bd36a97a" providerId="ADAL" clId="{0147D7F6-33D3-4A94-91EA-BCC076FBD161}" dt="2024-03-20T08:50:17.819" v="3088" actId="20577"/>
        <pc:sldMkLst>
          <pc:docMk/>
          <pc:sldMk cId="4283580654" sldId="2147374855"/>
        </pc:sldMkLst>
        <pc:spChg chg="mod">
          <ac:chgData name="Han,Keri (HP Medicine) BII-CN-S" userId="06a39f7b-f140-446e-81cc-4ce1bd36a97a" providerId="ADAL" clId="{0147D7F6-33D3-4A94-91EA-BCC076FBD161}" dt="2024-03-20T08:50:17.819" v="3088" actId="20577"/>
          <ac:spMkLst>
            <pc:docMk/>
            <pc:sldMk cId="4283580654" sldId="2147374855"/>
            <ac:spMk id="2" creationId="{9B171130-084F-4685-AFAC-2D9A1860865D}"/>
          </ac:spMkLst>
        </pc:spChg>
      </pc:sldChg>
      <pc:sldChg chg="modSp mod modShow">
        <pc:chgData name="Han,Keri (HP Medicine) BII-CN-S" userId="06a39f7b-f140-446e-81cc-4ce1bd36a97a" providerId="ADAL" clId="{0147D7F6-33D3-4A94-91EA-BCC076FBD161}" dt="2024-03-20T09:46:46.574" v="3727" actId="729"/>
        <pc:sldMkLst>
          <pc:docMk/>
          <pc:sldMk cId="3367972871" sldId="2147377248"/>
        </pc:sldMkLst>
        <pc:spChg chg="mod">
          <ac:chgData name="Han,Keri (HP Medicine) BII-CN-S" userId="06a39f7b-f140-446e-81cc-4ce1bd36a97a" providerId="ADAL" clId="{0147D7F6-33D3-4A94-91EA-BCC076FBD161}" dt="2024-03-20T09:46:07.100" v="3725" actId="1076"/>
          <ac:spMkLst>
            <pc:docMk/>
            <pc:sldMk cId="3367972871" sldId="2147377248"/>
            <ac:spMk id="4" creationId="{FF9A81B7-B6D9-4AF0-657C-6BE8297198AF}"/>
          </ac:spMkLst>
        </pc:spChg>
      </pc:sldChg>
      <pc:sldChg chg="modSp mod modShow">
        <pc:chgData name="Han,Keri (HP Medicine) BII-CN-S" userId="06a39f7b-f140-446e-81cc-4ce1bd36a97a" providerId="ADAL" clId="{0147D7F6-33D3-4A94-91EA-BCC076FBD161}" dt="2024-03-20T09:46:46.574" v="3727" actId="729"/>
        <pc:sldMkLst>
          <pc:docMk/>
          <pc:sldMk cId="4041352195" sldId="2147377269"/>
        </pc:sldMkLst>
        <pc:spChg chg="mod">
          <ac:chgData name="Han,Keri (HP Medicine) BII-CN-S" userId="06a39f7b-f140-446e-81cc-4ce1bd36a97a" providerId="ADAL" clId="{0147D7F6-33D3-4A94-91EA-BCC076FBD161}" dt="2024-03-20T09:46:14.531" v="3726" actId="1076"/>
          <ac:spMkLst>
            <pc:docMk/>
            <pc:sldMk cId="4041352195" sldId="2147377269"/>
            <ac:spMk id="7" creationId="{B9204D28-799C-864A-E87B-6D30E2306963}"/>
          </ac:spMkLst>
        </pc:spChg>
      </pc:sldChg>
      <pc:sldChg chg="modSp mod modShow delCm modCm">
        <pc:chgData name="Han,Keri (HP Medicine) BII-CN-S" userId="06a39f7b-f140-446e-81cc-4ce1bd36a97a" providerId="ADAL" clId="{0147D7F6-33D3-4A94-91EA-BCC076FBD161}" dt="2024-03-20T12:18:04.093" v="4131" actId="20577"/>
        <pc:sldMkLst>
          <pc:docMk/>
          <pc:sldMk cId="1523911864" sldId="2147377461"/>
        </pc:sldMkLst>
        <pc:spChg chg="mod">
          <ac:chgData name="Han,Keri (HP Medicine) BII-CN-S" userId="06a39f7b-f140-446e-81cc-4ce1bd36a97a" providerId="ADAL" clId="{0147D7F6-33D3-4A94-91EA-BCC076FBD161}" dt="2024-03-20T09:37:19.803" v="3694" actId="552"/>
          <ac:spMkLst>
            <pc:docMk/>
            <pc:sldMk cId="1523911864" sldId="2147377461"/>
            <ac:spMk id="3" creationId="{B882EC38-8121-4042-B66D-9059472C6344}"/>
          </ac:spMkLst>
        </pc:spChg>
        <pc:spChg chg="mod">
          <ac:chgData name="Han,Keri (HP Medicine) BII-CN-S" userId="06a39f7b-f140-446e-81cc-4ce1bd36a97a" providerId="ADAL" clId="{0147D7F6-33D3-4A94-91EA-BCC076FBD161}" dt="2024-03-20T12:18:04.093" v="4131" actId="20577"/>
          <ac:spMkLst>
            <pc:docMk/>
            <pc:sldMk cId="1523911864" sldId="2147377461"/>
            <ac:spMk id="76" creationId="{4608E9B4-AB71-4ECC-96AF-C53237729BED}"/>
          </ac:spMkLst>
        </pc:spChg>
        <pc:spChg chg="mod">
          <ac:chgData name="Han,Keri (HP Medicine) BII-CN-S" userId="06a39f7b-f140-446e-81cc-4ce1bd36a97a" providerId="ADAL" clId="{0147D7F6-33D3-4A94-91EA-BCC076FBD161}" dt="2024-03-20T09:04:15.427" v="3331" actId="20577"/>
          <ac:spMkLst>
            <pc:docMk/>
            <pc:sldMk cId="1523911864" sldId="2147377461"/>
            <ac:spMk id="156" creationId="{CA8287FB-A74A-431E-93EF-1A272D818151}"/>
          </ac:spMkLst>
        </pc:spChg>
        <pc:spChg chg="mod">
          <ac:chgData name="Han,Keri (HP Medicine) BII-CN-S" userId="06a39f7b-f140-446e-81cc-4ce1bd36a97a" providerId="ADAL" clId="{0147D7F6-33D3-4A94-91EA-BCC076FBD161}" dt="2024-03-20T09:03:31.580" v="3318" actId="20577"/>
          <ac:spMkLst>
            <pc:docMk/>
            <pc:sldMk cId="1523911864" sldId="2147377461"/>
            <ac:spMk id="158" creationId="{4F8032B7-632B-4C3F-B9F2-AEC765DF1CCC}"/>
          </ac:spMkLst>
        </pc:spChg>
      </pc:sldChg>
      <pc:sldChg chg="modSp del mod">
        <pc:chgData name="Han,Keri (HP Medicine) BII-CN-S" userId="06a39f7b-f140-446e-81cc-4ce1bd36a97a" providerId="ADAL" clId="{0147D7F6-33D3-4A94-91EA-BCC076FBD161}" dt="2024-03-18T12:23:26.647" v="1311" actId="2696"/>
        <pc:sldMkLst>
          <pc:docMk/>
          <pc:sldMk cId="1423693001" sldId="2147470748"/>
        </pc:sldMkLst>
        <pc:graphicFrameChg chg="modGraphic">
          <ac:chgData name="Han,Keri (HP Medicine) BII-CN-S" userId="06a39f7b-f140-446e-81cc-4ce1bd36a97a" providerId="ADAL" clId="{0147D7F6-33D3-4A94-91EA-BCC076FBD161}" dt="2024-03-18T12:17:26.703" v="1198" actId="207"/>
          <ac:graphicFrameMkLst>
            <pc:docMk/>
            <pc:sldMk cId="1423693001" sldId="2147470748"/>
            <ac:graphicFrameMk id="18" creationId="{3AEC0736-543C-DEBB-C70F-0C3EC0B7B21A}"/>
          </ac:graphicFrameMkLst>
        </pc:graphicFrameChg>
        <pc:graphicFrameChg chg="modGraphic">
          <ac:chgData name="Han,Keri (HP Medicine) BII-CN-S" userId="06a39f7b-f140-446e-81cc-4ce1bd36a97a" providerId="ADAL" clId="{0147D7F6-33D3-4A94-91EA-BCC076FBD161}" dt="2024-03-18T12:16:20.900" v="1173" actId="207"/>
          <ac:graphicFrameMkLst>
            <pc:docMk/>
            <pc:sldMk cId="1423693001" sldId="2147470748"/>
            <ac:graphicFrameMk id="20" creationId="{C6F029DE-81E7-CE0C-6531-D82B5C72D5DF}"/>
          </ac:graphicFrameMkLst>
        </pc:graphicFrameChg>
      </pc:sldChg>
      <pc:sldChg chg="modSp mod">
        <pc:chgData name="Han,Keri (HP Medicine) BII-CN-S" userId="06a39f7b-f140-446e-81cc-4ce1bd36a97a" providerId="ADAL" clId="{0147D7F6-33D3-4A94-91EA-BCC076FBD161}" dt="2024-03-20T10:57:33.105" v="3914" actId="20577"/>
        <pc:sldMkLst>
          <pc:docMk/>
          <pc:sldMk cId="374661913" sldId="2147479594"/>
        </pc:sldMkLst>
        <pc:spChg chg="mod">
          <ac:chgData name="Han,Keri (HP Medicine) BII-CN-S" userId="06a39f7b-f140-446e-81cc-4ce1bd36a97a" providerId="ADAL" clId="{0147D7F6-33D3-4A94-91EA-BCC076FBD161}" dt="2024-03-18T11:38:53.687" v="280" actId="207"/>
          <ac:spMkLst>
            <pc:docMk/>
            <pc:sldMk cId="374661913" sldId="2147479594"/>
            <ac:spMk id="12" creationId="{12CB1375-DDF7-CE32-DF5B-B0F8966B3A8B}"/>
          </ac:spMkLst>
        </pc:spChg>
        <pc:spChg chg="mod">
          <ac:chgData name="Han,Keri (HP Medicine) BII-CN-S" userId="06a39f7b-f140-446e-81cc-4ce1bd36a97a" providerId="ADAL" clId="{0147D7F6-33D3-4A94-91EA-BCC076FBD161}" dt="2024-03-20T10:57:33.105" v="3914" actId="20577"/>
          <ac:spMkLst>
            <pc:docMk/>
            <pc:sldMk cId="374661913" sldId="2147479594"/>
            <ac:spMk id="20" creationId="{3362DDB3-1612-2175-0D2C-7457175FF0A1}"/>
          </ac:spMkLst>
        </pc:spChg>
        <pc:spChg chg="mod">
          <ac:chgData name="Han,Keri (HP Medicine) BII-CN-S" userId="06a39f7b-f140-446e-81cc-4ce1bd36a97a" providerId="ADAL" clId="{0147D7F6-33D3-4A94-91EA-BCC076FBD161}" dt="2024-03-18T11:39:07.712" v="291" actId="1038"/>
          <ac:spMkLst>
            <pc:docMk/>
            <pc:sldMk cId="374661913" sldId="2147479594"/>
            <ac:spMk id="149" creationId="{C94FAC8B-A607-4A05-BBF2-C27AE74589D9}"/>
          </ac:spMkLst>
        </pc:spChg>
        <pc:cxnChg chg="mod">
          <ac:chgData name="Han,Keri (HP Medicine) BII-CN-S" userId="06a39f7b-f140-446e-81cc-4ce1bd36a97a" providerId="ADAL" clId="{0147D7F6-33D3-4A94-91EA-BCC076FBD161}" dt="2024-03-18T11:39:07.712" v="291" actId="1038"/>
          <ac:cxnSpMkLst>
            <pc:docMk/>
            <pc:sldMk cId="374661913" sldId="2147479594"/>
            <ac:cxnSpMk id="146" creationId="{3EB8C12A-4512-4719-9A12-FD05431B5098}"/>
          </ac:cxnSpMkLst>
        </pc:cxnChg>
      </pc:sldChg>
      <pc:sldChg chg="modSp mod modShow">
        <pc:chgData name="Han,Keri (HP Medicine) BII-CN-S" userId="06a39f7b-f140-446e-81cc-4ce1bd36a97a" providerId="ADAL" clId="{0147D7F6-33D3-4A94-91EA-BCC076FBD161}" dt="2024-03-20T12:11:49.597" v="4041" actId="20577"/>
        <pc:sldMkLst>
          <pc:docMk/>
          <pc:sldMk cId="204555529" sldId="2147479613"/>
        </pc:sldMkLst>
        <pc:spChg chg="mod">
          <ac:chgData name="Han,Keri (HP Medicine) BII-CN-S" userId="06a39f7b-f140-446e-81cc-4ce1bd36a97a" providerId="ADAL" clId="{0147D7F6-33D3-4A94-91EA-BCC076FBD161}" dt="2024-03-20T12:11:49.597" v="4041" actId="20577"/>
          <ac:spMkLst>
            <pc:docMk/>
            <pc:sldMk cId="204555529" sldId="2147479613"/>
            <ac:spMk id="48" creationId="{E25F0443-7C38-987F-D4EF-932CC20F7BDA}"/>
          </ac:spMkLst>
        </pc:spChg>
        <pc:spChg chg="mod">
          <ac:chgData name="Han,Keri (HP Medicine) BII-CN-S" userId="06a39f7b-f140-446e-81cc-4ce1bd36a97a" providerId="ADAL" clId="{0147D7F6-33D3-4A94-91EA-BCC076FBD161}" dt="2024-03-20T09:03:44.335" v="3329" actId="1038"/>
          <ac:spMkLst>
            <pc:docMk/>
            <pc:sldMk cId="204555529" sldId="2147479613"/>
            <ac:spMk id="182" creationId="{9224C17E-1AA1-4096-A3FD-25D6FD8BA444}"/>
          </ac:spMkLst>
        </pc:spChg>
        <pc:cxnChg chg="mod">
          <ac:chgData name="Han,Keri (HP Medicine) BII-CN-S" userId="06a39f7b-f140-446e-81cc-4ce1bd36a97a" providerId="ADAL" clId="{0147D7F6-33D3-4A94-91EA-BCC076FBD161}" dt="2024-03-20T09:03:44.335" v="3329" actId="1038"/>
          <ac:cxnSpMkLst>
            <pc:docMk/>
            <pc:sldMk cId="204555529" sldId="2147479613"/>
            <ac:cxnSpMk id="174" creationId="{9C165100-0114-4167-8FF0-BFF01B293D04}"/>
          </ac:cxnSpMkLst>
        </pc:cxnChg>
      </pc:sldChg>
      <pc:sldChg chg="modSp mod modShow">
        <pc:chgData name="Han,Keri (HP Medicine) BII-CN-S" userId="06a39f7b-f140-446e-81cc-4ce1bd36a97a" providerId="ADAL" clId="{0147D7F6-33D3-4A94-91EA-BCC076FBD161}" dt="2024-03-20T10:21:53.001" v="3833" actId="108"/>
        <pc:sldMkLst>
          <pc:docMk/>
          <pc:sldMk cId="422515560" sldId="2147479729"/>
        </pc:sldMkLst>
        <pc:spChg chg="mod">
          <ac:chgData name="Han,Keri (HP Medicine) BII-CN-S" userId="06a39f7b-f140-446e-81cc-4ce1bd36a97a" providerId="ADAL" clId="{0147D7F6-33D3-4A94-91EA-BCC076FBD161}" dt="2024-03-20T10:21:53.001" v="3833" actId="108"/>
          <ac:spMkLst>
            <pc:docMk/>
            <pc:sldMk cId="422515560" sldId="2147479729"/>
            <ac:spMk id="16" creationId="{568A514A-C86E-6D7A-AF8A-666BDE98FF11}"/>
          </ac:spMkLst>
        </pc:spChg>
      </pc:sldChg>
      <pc:sldChg chg="modSp mod delCm">
        <pc:chgData name="Han,Keri (HP Medicine) BII-CN-S" userId="06a39f7b-f140-446e-81cc-4ce1bd36a97a" providerId="ADAL" clId="{0147D7F6-33D3-4A94-91EA-BCC076FBD161}" dt="2024-03-20T11:58:57.076" v="3923" actId="20577"/>
        <pc:sldMkLst>
          <pc:docMk/>
          <pc:sldMk cId="928541148" sldId="2147479928"/>
        </pc:sldMkLst>
        <pc:spChg chg="mod">
          <ac:chgData name="Han,Keri (HP Medicine) BII-CN-S" userId="06a39f7b-f140-446e-81cc-4ce1bd36a97a" providerId="ADAL" clId="{0147D7F6-33D3-4A94-91EA-BCC076FBD161}" dt="2024-03-20T11:54:51.062" v="3920" actId="115"/>
          <ac:spMkLst>
            <pc:docMk/>
            <pc:sldMk cId="928541148" sldId="2147479928"/>
            <ac:spMk id="2" creationId="{9B513CE7-F109-28AB-55E7-BF9022905A9E}"/>
          </ac:spMkLst>
        </pc:spChg>
        <pc:spChg chg="mod">
          <ac:chgData name="Han,Keri (HP Medicine) BII-CN-S" userId="06a39f7b-f140-446e-81cc-4ce1bd36a97a" providerId="ADAL" clId="{0147D7F6-33D3-4A94-91EA-BCC076FBD161}" dt="2024-03-18T11:48:46.935" v="913" actId="1038"/>
          <ac:spMkLst>
            <pc:docMk/>
            <pc:sldMk cId="928541148" sldId="2147479928"/>
            <ac:spMk id="9" creationId="{7DB7849A-E60F-95DA-755B-BABDB5C1BA4F}"/>
          </ac:spMkLst>
        </pc:spChg>
        <pc:spChg chg="mod">
          <ac:chgData name="Han,Keri (HP Medicine) BII-CN-S" userId="06a39f7b-f140-446e-81cc-4ce1bd36a97a" providerId="ADAL" clId="{0147D7F6-33D3-4A94-91EA-BCC076FBD161}" dt="2024-03-20T11:58:57.076" v="3923" actId="20577"/>
          <ac:spMkLst>
            <pc:docMk/>
            <pc:sldMk cId="928541148" sldId="2147479928"/>
            <ac:spMk id="70" creationId="{D4AB9DDE-0F36-EFDB-4905-638DCA58A81F}"/>
          </ac:spMkLst>
        </pc:spChg>
        <pc:spChg chg="mod">
          <ac:chgData name="Han,Keri (HP Medicine) BII-CN-S" userId="06a39f7b-f140-446e-81cc-4ce1bd36a97a" providerId="ADAL" clId="{0147D7F6-33D3-4A94-91EA-BCC076FBD161}" dt="2024-03-18T13:04:01.900" v="1869" actId="20577"/>
          <ac:spMkLst>
            <pc:docMk/>
            <pc:sldMk cId="928541148" sldId="2147479928"/>
            <ac:spMk id="77" creationId="{A3233CAE-2AF6-ECF9-6DDB-6F0B1BFF8490}"/>
          </ac:spMkLst>
        </pc:spChg>
        <pc:spChg chg="mod">
          <ac:chgData name="Han,Keri (HP Medicine) BII-CN-S" userId="06a39f7b-f140-446e-81cc-4ce1bd36a97a" providerId="ADAL" clId="{0147D7F6-33D3-4A94-91EA-BCC076FBD161}" dt="2024-03-18T11:48:54.940" v="915" actId="20577"/>
          <ac:spMkLst>
            <pc:docMk/>
            <pc:sldMk cId="928541148" sldId="2147479928"/>
            <ac:spMk id="103" creationId="{C9EF260D-A407-A11A-6946-CB7381EDBFB8}"/>
          </ac:spMkLst>
        </pc:spChg>
        <pc:spChg chg="mod">
          <ac:chgData name="Han,Keri (HP Medicine) BII-CN-S" userId="06a39f7b-f140-446e-81cc-4ce1bd36a97a" providerId="ADAL" clId="{0147D7F6-33D3-4A94-91EA-BCC076FBD161}" dt="2024-03-18T11:49:06.937" v="918" actId="20577"/>
          <ac:spMkLst>
            <pc:docMk/>
            <pc:sldMk cId="928541148" sldId="2147479928"/>
            <ac:spMk id="117" creationId="{D9CBF716-E05E-505C-9415-0A1F83D9DD27}"/>
          </ac:spMkLst>
        </pc:spChg>
        <pc:cxnChg chg="mod">
          <ac:chgData name="Han,Keri (HP Medicine) BII-CN-S" userId="06a39f7b-f140-446e-81cc-4ce1bd36a97a" providerId="ADAL" clId="{0147D7F6-33D3-4A94-91EA-BCC076FBD161}" dt="2024-03-18T11:48:46.935" v="913" actId="1038"/>
          <ac:cxnSpMkLst>
            <pc:docMk/>
            <pc:sldMk cId="928541148" sldId="2147479928"/>
            <ac:cxnSpMk id="79" creationId="{4FDCF90A-802E-94FD-FE8B-5A8E1EBB037C}"/>
          </ac:cxnSpMkLst>
        </pc:cxnChg>
      </pc:sldChg>
      <pc:sldChg chg="mod modShow">
        <pc:chgData name="Han,Keri (HP Medicine) BII-CN-S" userId="06a39f7b-f140-446e-81cc-4ce1bd36a97a" providerId="ADAL" clId="{0147D7F6-33D3-4A94-91EA-BCC076FBD161}" dt="2024-03-18T13:03:36.895" v="1866" actId="729"/>
        <pc:sldMkLst>
          <pc:docMk/>
          <pc:sldMk cId="840317886" sldId="2147479929"/>
        </pc:sldMkLst>
      </pc:sldChg>
      <pc:sldChg chg="modSp mod">
        <pc:chgData name="Han,Keri (HP Medicine) BII-CN-S" userId="06a39f7b-f140-446e-81cc-4ce1bd36a97a" providerId="ADAL" clId="{0147D7F6-33D3-4A94-91EA-BCC076FBD161}" dt="2024-03-20T09:42:11.753" v="3700" actId="20577"/>
        <pc:sldMkLst>
          <pc:docMk/>
          <pc:sldMk cId="1170805138" sldId="2147479932"/>
        </pc:sldMkLst>
        <pc:spChg chg="mod">
          <ac:chgData name="Han,Keri (HP Medicine) BII-CN-S" userId="06a39f7b-f140-446e-81cc-4ce1bd36a97a" providerId="ADAL" clId="{0147D7F6-33D3-4A94-91EA-BCC076FBD161}" dt="2024-03-20T09:42:11.753" v="3700" actId="20577"/>
          <ac:spMkLst>
            <pc:docMk/>
            <pc:sldMk cId="1170805138" sldId="2147479932"/>
            <ac:spMk id="73" creationId="{BB592069-C210-3B9D-0A6A-FE407B80AF77}"/>
          </ac:spMkLst>
        </pc:spChg>
        <pc:spChg chg="mod">
          <ac:chgData name="Han,Keri (HP Medicine) BII-CN-S" userId="06a39f7b-f140-446e-81cc-4ce1bd36a97a" providerId="ADAL" clId="{0147D7F6-33D3-4A94-91EA-BCC076FBD161}" dt="2024-03-20T09:41:59.774" v="3698" actId="20577"/>
          <ac:spMkLst>
            <pc:docMk/>
            <pc:sldMk cId="1170805138" sldId="2147479932"/>
            <ac:spMk id="74" creationId="{D413DFF0-BCA9-C379-CE31-71F21F1EE600}"/>
          </ac:spMkLst>
        </pc:spChg>
      </pc:sldChg>
      <pc:sldChg chg="modSp mod delCm">
        <pc:chgData name="Han,Keri (HP Medicine) BII-CN-S" userId="06a39f7b-f140-446e-81cc-4ce1bd36a97a" providerId="ADAL" clId="{0147D7F6-33D3-4A94-91EA-BCC076FBD161}" dt="2024-03-20T09:45:47.072" v="3724" actId="20577"/>
        <pc:sldMkLst>
          <pc:docMk/>
          <pc:sldMk cId="297225649" sldId="2147479934"/>
        </pc:sldMkLst>
        <pc:spChg chg="mod">
          <ac:chgData name="Han,Keri (HP Medicine) BII-CN-S" userId="06a39f7b-f140-446e-81cc-4ce1bd36a97a" providerId="ADAL" clId="{0147D7F6-33D3-4A94-91EA-BCC076FBD161}" dt="2024-03-18T12:33:30.026" v="1619" actId="1036"/>
          <ac:spMkLst>
            <pc:docMk/>
            <pc:sldMk cId="297225649" sldId="2147479934"/>
            <ac:spMk id="69" creationId="{0A49CC25-5307-4BEB-C93F-8EFDE36C7869}"/>
          </ac:spMkLst>
        </pc:spChg>
        <pc:spChg chg="mod">
          <ac:chgData name="Han,Keri (HP Medicine) BII-CN-S" userId="06a39f7b-f140-446e-81cc-4ce1bd36a97a" providerId="ADAL" clId="{0147D7F6-33D3-4A94-91EA-BCC076FBD161}" dt="2024-03-18T12:34:30.881" v="1629" actId="1038"/>
          <ac:spMkLst>
            <pc:docMk/>
            <pc:sldMk cId="297225649" sldId="2147479934"/>
            <ac:spMk id="105" creationId="{A640013E-6613-E536-8A3C-1FDF0396A054}"/>
          </ac:spMkLst>
        </pc:spChg>
        <pc:spChg chg="mod">
          <ac:chgData name="Han,Keri (HP Medicine) BII-CN-S" userId="06a39f7b-f140-446e-81cc-4ce1bd36a97a" providerId="ADAL" clId="{0147D7F6-33D3-4A94-91EA-BCC076FBD161}" dt="2024-03-20T09:45:40.474" v="3720" actId="20577"/>
          <ac:spMkLst>
            <pc:docMk/>
            <pc:sldMk cId="297225649" sldId="2147479934"/>
            <ac:spMk id="133" creationId="{3F28E7DC-7575-F9AE-6DF9-B820140E80A1}"/>
          </ac:spMkLst>
        </pc:spChg>
        <pc:spChg chg="mod">
          <ac:chgData name="Han,Keri (HP Medicine) BII-CN-S" userId="06a39f7b-f140-446e-81cc-4ce1bd36a97a" providerId="ADAL" clId="{0147D7F6-33D3-4A94-91EA-BCC076FBD161}" dt="2024-03-20T09:45:47.072" v="3724" actId="20577"/>
          <ac:spMkLst>
            <pc:docMk/>
            <pc:sldMk cId="297225649" sldId="2147479934"/>
            <ac:spMk id="148" creationId="{349D2A1D-7E8C-B2FB-928F-0D12DAC1E002}"/>
          </ac:spMkLst>
        </pc:spChg>
        <pc:cxnChg chg="mod">
          <ac:chgData name="Han,Keri (HP Medicine) BII-CN-S" userId="06a39f7b-f140-446e-81cc-4ce1bd36a97a" providerId="ADAL" clId="{0147D7F6-33D3-4A94-91EA-BCC076FBD161}" dt="2024-03-18T12:34:30.881" v="1629" actId="1038"/>
          <ac:cxnSpMkLst>
            <pc:docMk/>
            <pc:sldMk cId="297225649" sldId="2147479934"/>
            <ac:cxnSpMk id="132" creationId="{FA7A2B8E-28CA-E9D6-3819-978BD8930CAE}"/>
          </ac:cxnSpMkLst>
        </pc:cxnChg>
      </pc:sldChg>
      <pc:sldChg chg="modSp mod">
        <pc:chgData name="Han,Keri (HP Medicine) BII-CN-S" userId="06a39f7b-f140-446e-81cc-4ce1bd36a97a" providerId="ADAL" clId="{0147D7F6-33D3-4A94-91EA-BCC076FBD161}" dt="2024-03-20T12:38:54.463" v="4141" actId="20577"/>
        <pc:sldMkLst>
          <pc:docMk/>
          <pc:sldMk cId="4074538965" sldId="2147479935"/>
        </pc:sldMkLst>
        <pc:graphicFrameChg chg="mod modGraphic">
          <ac:chgData name="Han,Keri (HP Medicine) BII-CN-S" userId="06a39f7b-f140-446e-81cc-4ce1bd36a97a" providerId="ADAL" clId="{0147D7F6-33D3-4A94-91EA-BCC076FBD161}" dt="2024-03-20T12:38:54.463" v="4141" actId="20577"/>
          <ac:graphicFrameMkLst>
            <pc:docMk/>
            <pc:sldMk cId="4074538965" sldId="2147479935"/>
            <ac:graphicFrameMk id="6" creationId="{503C7E96-A0B8-43E9-3AC2-CB5FD266D4DB}"/>
          </ac:graphicFrameMkLst>
        </pc:graphicFrameChg>
      </pc:sldChg>
      <pc:sldChg chg="modSp mod">
        <pc:chgData name="Han,Keri (HP Medicine) BII-CN-S" userId="06a39f7b-f140-446e-81cc-4ce1bd36a97a" providerId="ADAL" clId="{0147D7F6-33D3-4A94-91EA-BCC076FBD161}" dt="2024-03-20T12:34:01.702" v="4136" actId="207"/>
        <pc:sldMkLst>
          <pc:docMk/>
          <pc:sldMk cId="1069940816" sldId="2147479937"/>
        </pc:sldMkLst>
        <pc:spChg chg="mod">
          <ac:chgData name="Han,Keri (HP Medicine) BII-CN-S" userId="06a39f7b-f140-446e-81cc-4ce1bd36a97a" providerId="ADAL" clId="{0147D7F6-33D3-4A94-91EA-BCC076FBD161}" dt="2024-03-20T12:34:01.702" v="4136" actId="207"/>
          <ac:spMkLst>
            <pc:docMk/>
            <pc:sldMk cId="1069940816" sldId="2147479937"/>
            <ac:spMk id="7" creationId="{2251968C-1B2C-7CAC-F8F8-7BFA8EC9D847}"/>
          </ac:spMkLst>
        </pc:spChg>
        <pc:cxnChg chg="mod">
          <ac:chgData name="Han,Keri (HP Medicine) BII-CN-S" userId="06a39f7b-f140-446e-81cc-4ce1bd36a97a" providerId="ADAL" clId="{0147D7F6-33D3-4A94-91EA-BCC076FBD161}" dt="2024-03-18T12:40:34.663" v="1638" actId="1038"/>
          <ac:cxnSpMkLst>
            <pc:docMk/>
            <pc:sldMk cId="1069940816" sldId="2147479937"/>
            <ac:cxnSpMk id="63" creationId="{BA0BB5DB-70F0-2417-CDC4-EA6A0EC2A82F}"/>
          </ac:cxnSpMkLst>
        </pc:cxnChg>
      </pc:sldChg>
      <pc:sldChg chg="modSp mod modShow">
        <pc:chgData name="Han,Keri (HP Medicine) BII-CN-S" userId="06a39f7b-f140-446e-81cc-4ce1bd36a97a" providerId="ADAL" clId="{0147D7F6-33D3-4A94-91EA-BCC076FBD161}" dt="2024-03-20T09:46:46.574" v="3727" actId="729"/>
        <pc:sldMkLst>
          <pc:docMk/>
          <pc:sldMk cId="3203243318" sldId="2147479941"/>
        </pc:sldMkLst>
        <pc:spChg chg="mod">
          <ac:chgData name="Han,Keri (HP Medicine) BII-CN-S" userId="06a39f7b-f140-446e-81cc-4ce1bd36a97a" providerId="ADAL" clId="{0147D7F6-33D3-4A94-91EA-BCC076FBD161}" dt="2024-03-20T09:43:19.568" v="3716" actId="1035"/>
          <ac:spMkLst>
            <pc:docMk/>
            <pc:sldMk cId="3203243318" sldId="2147479941"/>
            <ac:spMk id="8" creationId="{A92E39B4-BEE5-0EA6-019A-57C3BCBB0527}"/>
          </ac:spMkLst>
        </pc:spChg>
      </pc:sldChg>
      <pc:sldChg chg="mod modShow">
        <pc:chgData name="Han,Keri (HP Medicine) BII-CN-S" userId="06a39f7b-f140-446e-81cc-4ce1bd36a97a" providerId="ADAL" clId="{0147D7F6-33D3-4A94-91EA-BCC076FBD161}" dt="2024-03-20T09:46:46.574" v="3727" actId="729"/>
        <pc:sldMkLst>
          <pc:docMk/>
          <pc:sldMk cId="2756398955" sldId="2147479942"/>
        </pc:sldMkLst>
      </pc:sldChg>
      <pc:sldChg chg="modSp mod">
        <pc:chgData name="Han,Keri (HP Medicine) BII-CN-S" userId="06a39f7b-f140-446e-81cc-4ce1bd36a97a" providerId="ADAL" clId="{0147D7F6-33D3-4A94-91EA-BCC076FBD161}" dt="2024-03-20T10:20:14.754" v="3741" actId="108"/>
        <pc:sldMkLst>
          <pc:docMk/>
          <pc:sldMk cId="2183541206" sldId="2147479946"/>
        </pc:sldMkLst>
        <pc:spChg chg="mod">
          <ac:chgData name="Han,Keri (HP Medicine) BII-CN-S" userId="06a39f7b-f140-446e-81cc-4ce1bd36a97a" providerId="ADAL" clId="{0147D7F6-33D3-4A94-91EA-BCC076FBD161}" dt="2024-03-20T10:20:14.754" v="3741" actId="108"/>
          <ac:spMkLst>
            <pc:docMk/>
            <pc:sldMk cId="2183541206" sldId="2147479946"/>
            <ac:spMk id="2" creationId="{EF1894B8-0524-9578-5425-DC7C8858875E}"/>
          </ac:spMkLst>
        </pc:spChg>
        <pc:spChg chg="mod">
          <ac:chgData name="Han,Keri (HP Medicine) BII-CN-S" userId="06a39f7b-f140-446e-81cc-4ce1bd36a97a" providerId="ADAL" clId="{0147D7F6-33D3-4A94-91EA-BCC076FBD161}" dt="2024-03-20T08:14:09.546" v="2204" actId="1076"/>
          <ac:spMkLst>
            <pc:docMk/>
            <pc:sldMk cId="2183541206" sldId="2147479946"/>
            <ac:spMk id="7" creationId="{C89689FD-A81D-4B18-AA31-44E791151CCB}"/>
          </ac:spMkLst>
        </pc:spChg>
      </pc:sldChg>
      <pc:sldChg chg="addSp delSp modSp mod">
        <pc:chgData name="Han,Keri (HP Medicine) BII-CN-S" userId="06a39f7b-f140-446e-81cc-4ce1bd36a97a" providerId="ADAL" clId="{0147D7F6-33D3-4A94-91EA-BCC076FBD161}" dt="2024-03-20T10:20:21.660" v="3742" actId="108"/>
        <pc:sldMkLst>
          <pc:docMk/>
          <pc:sldMk cId="1015308906" sldId="2147479949"/>
        </pc:sldMkLst>
        <pc:spChg chg="mod">
          <ac:chgData name="Han,Keri (HP Medicine) BII-CN-S" userId="06a39f7b-f140-446e-81cc-4ce1bd36a97a" providerId="ADAL" clId="{0147D7F6-33D3-4A94-91EA-BCC076FBD161}" dt="2024-03-20T10:20:21.660" v="3742" actId="108"/>
          <ac:spMkLst>
            <pc:docMk/>
            <pc:sldMk cId="1015308906" sldId="2147479949"/>
            <ac:spMk id="2" creationId="{EF1894B8-0524-9578-5425-DC7C8858875E}"/>
          </ac:spMkLst>
        </pc:spChg>
        <pc:spChg chg="mod">
          <ac:chgData name="Han,Keri (HP Medicine) BII-CN-S" userId="06a39f7b-f140-446e-81cc-4ce1bd36a97a" providerId="ADAL" clId="{0147D7F6-33D3-4A94-91EA-BCC076FBD161}" dt="2024-03-20T08:15:31.766" v="2205" actId="1076"/>
          <ac:spMkLst>
            <pc:docMk/>
            <pc:sldMk cId="1015308906" sldId="2147479949"/>
            <ac:spMk id="3" creationId="{29A438AA-9802-B3D6-4520-6F30D4486A8F}"/>
          </ac:spMkLst>
        </pc:spChg>
        <pc:spChg chg="add mod">
          <ac:chgData name="Han,Keri (HP Medicine) BII-CN-S" userId="06a39f7b-f140-446e-81cc-4ce1bd36a97a" providerId="ADAL" clId="{0147D7F6-33D3-4A94-91EA-BCC076FBD161}" dt="2024-03-20T08:42:51.291" v="3014" actId="20577"/>
          <ac:spMkLst>
            <pc:docMk/>
            <pc:sldMk cId="1015308906" sldId="2147479949"/>
            <ac:spMk id="7" creationId="{BE4C0037-8B16-A7A0-5B88-865947C27BF9}"/>
          </ac:spMkLst>
        </pc:spChg>
        <pc:graphicFrameChg chg="mod">
          <ac:chgData name="Han,Keri (HP Medicine) BII-CN-S" userId="06a39f7b-f140-446e-81cc-4ce1bd36a97a" providerId="ADAL" clId="{0147D7F6-33D3-4A94-91EA-BCC076FBD161}" dt="2024-03-20T08:30:21.489" v="2696" actId="1038"/>
          <ac:graphicFrameMkLst>
            <pc:docMk/>
            <pc:sldMk cId="1015308906" sldId="2147479949"/>
            <ac:graphicFrameMk id="6" creationId="{564D039E-B23C-AC5A-CE2F-255F41F7F9FA}"/>
          </ac:graphicFrameMkLst>
        </pc:graphicFrameChg>
        <pc:picChg chg="del">
          <ac:chgData name="Han,Keri (HP Medicine) BII-CN-S" userId="06a39f7b-f140-446e-81cc-4ce1bd36a97a" providerId="ADAL" clId="{0147D7F6-33D3-4A94-91EA-BCC076FBD161}" dt="2024-03-20T09:59:37.837" v="3728"/>
          <ac:picMkLst>
            <pc:docMk/>
            <pc:sldMk cId="1015308906" sldId="2147479949"/>
            <ac:picMk id="1026" creationId="{67A150B1-342A-A697-DC25-221D1202D024}"/>
          </ac:picMkLst>
        </pc:picChg>
      </pc:sldChg>
      <pc:sldChg chg="modSp mod">
        <pc:chgData name="Han,Keri (HP Medicine) BII-CN-S" userId="06a39f7b-f140-446e-81cc-4ce1bd36a97a" providerId="ADAL" clId="{0147D7F6-33D3-4A94-91EA-BCC076FBD161}" dt="2024-03-20T10:20:42.566" v="3759" actId="108"/>
        <pc:sldMkLst>
          <pc:docMk/>
          <pc:sldMk cId="192248867" sldId="2147479950"/>
        </pc:sldMkLst>
        <pc:spChg chg="mod">
          <ac:chgData name="Han,Keri (HP Medicine) BII-CN-S" userId="06a39f7b-f140-446e-81cc-4ce1bd36a97a" providerId="ADAL" clId="{0147D7F6-33D3-4A94-91EA-BCC076FBD161}" dt="2024-03-20T10:20:42.566" v="3759" actId="108"/>
          <ac:spMkLst>
            <pc:docMk/>
            <pc:sldMk cId="192248867" sldId="2147479950"/>
            <ac:spMk id="2" creationId="{EF1894B8-0524-9578-5425-DC7C8858875E}"/>
          </ac:spMkLst>
        </pc:spChg>
        <pc:spChg chg="mod">
          <ac:chgData name="Han,Keri (HP Medicine) BII-CN-S" userId="06a39f7b-f140-446e-81cc-4ce1bd36a97a" providerId="ADAL" clId="{0147D7F6-33D3-4A94-91EA-BCC076FBD161}" dt="2024-03-20T08:16:18.241" v="2207" actId="1076"/>
          <ac:spMkLst>
            <pc:docMk/>
            <pc:sldMk cId="192248867" sldId="2147479950"/>
            <ac:spMk id="3" creationId="{14845856-520F-6487-FE0B-C90B78B698D2}"/>
          </ac:spMkLst>
        </pc:spChg>
      </pc:sldChg>
      <pc:sldChg chg="modSp mod">
        <pc:chgData name="Han,Keri (HP Medicine) BII-CN-S" userId="06a39f7b-f140-446e-81cc-4ce1bd36a97a" providerId="ADAL" clId="{0147D7F6-33D3-4A94-91EA-BCC076FBD161}" dt="2024-03-20T10:20:46.960" v="3760" actId="108"/>
        <pc:sldMkLst>
          <pc:docMk/>
          <pc:sldMk cId="3643084299" sldId="2147479956"/>
        </pc:sldMkLst>
        <pc:spChg chg="mod">
          <ac:chgData name="Han,Keri (HP Medicine) BII-CN-S" userId="06a39f7b-f140-446e-81cc-4ce1bd36a97a" providerId="ADAL" clId="{0147D7F6-33D3-4A94-91EA-BCC076FBD161}" dt="2024-03-20T10:20:46.960" v="3760" actId="108"/>
          <ac:spMkLst>
            <pc:docMk/>
            <pc:sldMk cId="3643084299" sldId="2147479956"/>
            <ac:spMk id="2" creationId="{E59A85D0-7962-5E5F-077C-19041EFFF4A9}"/>
          </ac:spMkLst>
        </pc:spChg>
        <pc:spChg chg="mod">
          <ac:chgData name="Han,Keri (HP Medicine) BII-CN-S" userId="06a39f7b-f140-446e-81cc-4ce1bd36a97a" providerId="ADAL" clId="{0147D7F6-33D3-4A94-91EA-BCC076FBD161}" dt="2024-03-20T08:16:55.474" v="2209" actId="1076"/>
          <ac:spMkLst>
            <pc:docMk/>
            <pc:sldMk cId="3643084299" sldId="2147479956"/>
            <ac:spMk id="7" creationId="{E9652D21-1760-F628-289B-1C3D098AA9E2}"/>
          </ac:spMkLst>
        </pc:spChg>
      </pc:sldChg>
      <pc:sldChg chg="modSp mod modShow">
        <pc:chgData name="Han,Keri (HP Medicine) BII-CN-S" userId="06a39f7b-f140-446e-81cc-4ce1bd36a97a" providerId="ADAL" clId="{0147D7F6-33D3-4A94-91EA-BCC076FBD161}" dt="2024-03-20T12:34:14.714" v="4137" actId="729"/>
        <pc:sldMkLst>
          <pc:docMk/>
          <pc:sldMk cId="421248320" sldId="2147479959"/>
        </pc:sldMkLst>
        <pc:spChg chg="mod">
          <ac:chgData name="Han,Keri (HP Medicine) BII-CN-S" userId="06a39f7b-f140-446e-81cc-4ce1bd36a97a" providerId="ADAL" clId="{0147D7F6-33D3-4A94-91EA-BCC076FBD161}" dt="2024-03-18T12:41:11.546" v="1640" actId="207"/>
          <ac:spMkLst>
            <pc:docMk/>
            <pc:sldMk cId="421248320" sldId="2147479959"/>
            <ac:spMk id="227" creationId="{FFA6B1C8-704A-252D-65E7-0D8F47EA79E5}"/>
          </ac:spMkLst>
        </pc:spChg>
        <pc:spChg chg="mod">
          <ac:chgData name="Han,Keri (HP Medicine) BII-CN-S" userId="06a39f7b-f140-446e-81cc-4ce1bd36a97a" providerId="ADAL" clId="{0147D7F6-33D3-4A94-91EA-BCC076FBD161}" dt="2024-03-18T12:41:07.109" v="1639" actId="207"/>
          <ac:spMkLst>
            <pc:docMk/>
            <pc:sldMk cId="421248320" sldId="2147479959"/>
            <ac:spMk id="228" creationId="{E4C87B3E-EA35-6176-B460-E1781F411BF3}"/>
          </ac:spMkLst>
        </pc:spChg>
      </pc:sldChg>
      <pc:sldChg chg="modSp mod">
        <pc:chgData name="Han,Keri (HP Medicine) BII-CN-S" userId="06a39f7b-f140-446e-81cc-4ce1bd36a97a" providerId="ADAL" clId="{0147D7F6-33D3-4A94-91EA-BCC076FBD161}" dt="2024-03-20T10:21:00.089" v="3762" actId="108"/>
        <pc:sldMkLst>
          <pc:docMk/>
          <pc:sldMk cId="2725404222" sldId="2147479962"/>
        </pc:sldMkLst>
        <pc:spChg chg="mod">
          <ac:chgData name="Han,Keri (HP Medicine) BII-CN-S" userId="06a39f7b-f140-446e-81cc-4ce1bd36a97a" providerId="ADAL" clId="{0147D7F6-33D3-4A94-91EA-BCC076FBD161}" dt="2024-03-20T10:21:00.089" v="3762" actId="108"/>
          <ac:spMkLst>
            <pc:docMk/>
            <pc:sldMk cId="2725404222" sldId="2147479962"/>
            <ac:spMk id="2" creationId="{3F72590F-9069-B844-B0EB-CD1F48569E00}"/>
          </ac:spMkLst>
        </pc:spChg>
        <pc:spChg chg="mod">
          <ac:chgData name="Han,Keri (HP Medicine) BII-CN-S" userId="06a39f7b-f140-446e-81cc-4ce1bd36a97a" providerId="ADAL" clId="{0147D7F6-33D3-4A94-91EA-BCC076FBD161}" dt="2024-03-20T08:47:05.671" v="3034" actId="20577"/>
          <ac:spMkLst>
            <pc:docMk/>
            <pc:sldMk cId="2725404222" sldId="2147479962"/>
            <ac:spMk id="7" creationId="{0222BF30-3AC4-D01E-E1CA-7BF7E615CF8E}"/>
          </ac:spMkLst>
        </pc:spChg>
      </pc:sldChg>
      <pc:sldChg chg="modSp mod">
        <pc:chgData name="Han,Keri (HP Medicine) BII-CN-S" userId="06a39f7b-f140-446e-81cc-4ce1bd36a97a" providerId="ADAL" clId="{0147D7F6-33D3-4A94-91EA-BCC076FBD161}" dt="2024-03-20T11:54:08.631" v="3919" actId="1037"/>
        <pc:sldMkLst>
          <pc:docMk/>
          <pc:sldMk cId="262506155" sldId="2147479964"/>
        </pc:sldMkLst>
        <pc:spChg chg="mod">
          <ac:chgData name="Han,Keri (HP Medicine) BII-CN-S" userId="06a39f7b-f140-446e-81cc-4ce1bd36a97a" providerId="ADAL" clId="{0147D7F6-33D3-4A94-91EA-BCC076FBD161}" dt="2024-03-20T10:21:05.727" v="3763" actId="108"/>
          <ac:spMkLst>
            <pc:docMk/>
            <pc:sldMk cId="262506155" sldId="2147479964"/>
            <ac:spMk id="2" creationId="{3F72590F-9069-B844-B0EB-CD1F48569E00}"/>
          </ac:spMkLst>
        </pc:spChg>
        <pc:spChg chg="mod">
          <ac:chgData name="Han,Keri (HP Medicine) BII-CN-S" userId="06a39f7b-f140-446e-81cc-4ce1bd36a97a" providerId="ADAL" clId="{0147D7F6-33D3-4A94-91EA-BCC076FBD161}" dt="2024-03-20T11:54:08.631" v="3919" actId="1037"/>
          <ac:spMkLst>
            <pc:docMk/>
            <pc:sldMk cId="262506155" sldId="2147479964"/>
            <ac:spMk id="7" creationId="{936CC464-2936-4DD6-50CA-1135D6936D6A}"/>
          </ac:spMkLst>
        </pc:spChg>
      </pc:sldChg>
      <pc:sldChg chg="mod modShow">
        <pc:chgData name="Han,Keri (HP Medicine) BII-CN-S" userId="06a39f7b-f140-446e-81cc-4ce1bd36a97a" providerId="ADAL" clId="{0147D7F6-33D3-4A94-91EA-BCC076FBD161}" dt="2024-03-18T12:31:46.380" v="1574" actId="729"/>
        <pc:sldMkLst>
          <pc:docMk/>
          <pc:sldMk cId="3266832434" sldId="2147479965"/>
        </pc:sldMkLst>
      </pc:sldChg>
      <pc:sldChg chg="modSp mod">
        <pc:chgData name="Han,Keri (HP Medicine) BII-CN-S" userId="06a39f7b-f140-446e-81cc-4ce1bd36a97a" providerId="ADAL" clId="{0147D7F6-33D3-4A94-91EA-BCC076FBD161}" dt="2024-03-20T10:20:53.185" v="3761" actId="108"/>
        <pc:sldMkLst>
          <pc:docMk/>
          <pc:sldMk cId="3295452497" sldId="2147479966"/>
        </pc:sldMkLst>
        <pc:spChg chg="mod">
          <ac:chgData name="Han,Keri (HP Medicine) BII-CN-S" userId="06a39f7b-f140-446e-81cc-4ce1bd36a97a" providerId="ADAL" clId="{0147D7F6-33D3-4A94-91EA-BCC076FBD161}" dt="2024-03-20T10:20:53.185" v="3761" actId="108"/>
          <ac:spMkLst>
            <pc:docMk/>
            <pc:sldMk cId="3295452497" sldId="2147479966"/>
            <ac:spMk id="2" creationId="{EF1894B8-0524-9578-5425-DC7C8858875E}"/>
          </ac:spMkLst>
        </pc:spChg>
        <pc:spChg chg="mod">
          <ac:chgData name="Han,Keri (HP Medicine) BII-CN-S" userId="06a39f7b-f140-446e-81cc-4ce1bd36a97a" providerId="ADAL" clId="{0147D7F6-33D3-4A94-91EA-BCC076FBD161}" dt="2024-03-20T08:47:32.931" v="3042" actId="20577"/>
          <ac:spMkLst>
            <pc:docMk/>
            <pc:sldMk cId="3295452497" sldId="2147479966"/>
            <ac:spMk id="7" creationId="{A06E7618-8D8C-FDB4-827D-F9E423800DF3}"/>
          </ac:spMkLst>
        </pc:spChg>
      </pc:sldChg>
      <pc:sldChg chg="modSp mod">
        <pc:chgData name="Han,Keri (HP Medicine) BII-CN-S" userId="06a39f7b-f140-446e-81cc-4ce1bd36a97a" providerId="ADAL" clId="{0147D7F6-33D3-4A94-91EA-BCC076FBD161}" dt="2024-03-20T10:21:24.894" v="3800" actId="1036"/>
        <pc:sldMkLst>
          <pc:docMk/>
          <pc:sldMk cId="3908949176" sldId="2147479968"/>
        </pc:sldMkLst>
        <pc:spChg chg="mod">
          <ac:chgData name="Han,Keri (HP Medicine) BII-CN-S" userId="06a39f7b-f140-446e-81cc-4ce1bd36a97a" providerId="ADAL" clId="{0147D7F6-33D3-4A94-91EA-BCC076FBD161}" dt="2024-03-20T10:21:18.497" v="3782" actId="1036"/>
          <ac:spMkLst>
            <pc:docMk/>
            <pc:sldMk cId="3908949176" sldId="2147479968"/>
            <ac:spMk id="2" creationId="{3F72590F-9069-B844-B0EB-CD1F48569E00}"/>
          </ac:spMkLst>
        </pc:spChg>
        <pc:spChg chg="mod">
          <ac:chgData name="Han,Keri (HP Medicine) BII-CN-S" userId="06a39f7b-f140-446e-81cc-4ce1bd36a97a" providerId="ADAL" clId="{0147D7F6-33D3-4A94-91EA-BCC076FBD161}" dt="2024-03-20T10:21:24.894" v="3800" actId="1036"/>
          <ac:spMkLst>
            <pc:docMk/>
            <pc:sldMk cId="3908949176" sldId="2147479968"/>
            <ac:spMk id="3" creationId="{60926C6F-AF9A-BDA3-EEEE-233D6828BE2A}"/>
          </ac:spMkLst>
        </pc:spChg>
      </pc:sldChg>
      <pc:sldChg chg="modSp mod">
        <pc:chgData name="Han,Keri (HP Medicine) BII-CN-S" userId="06a39f7b-f140-446e-81cc-4ce1bd36a97a" providerId="ADAL" clId="{0147D7F6-33D3-4A94-91EA-BCC076FBD161}" dt="2024-03-20T10:21:44.049" v="3832" actId="1035"/>
        <pc:sldMkLst>
          <pc:docMk/>
          <pc:sldMk cId="562620222" sldId="2147479969"/>
        </pc:sldMkLst>
        <pc:spChg chg="mod">
          <ac:chgData name="Han,Keri (HP Medicine) BII-CN-S" userId="06a39f7b-f140-446e-81cc-4ce1bd36a97a" providerId="ADAL" clId="{0147D7F6-33D3-4A94-91EA-BCC076FBD161}" dt="2024-03-20T10:21:44.049" v="3832" actId="1035"/>
          <ac:spMkLst>
            <pc:docMk/>
            <pc:sldMk cId="562620222" sldId="2147479969"/>
            <ac:spMk id="2" creationId="{3F72590F-9069-B844-B0EB-CD1F48569E00}"/>
          </ac:spMkLst>
        </pc:spChg>
        <pc:spChg chg="mod">
          <ac:chgData name="Han,Keri (HP Medicine) BII-CN-S" userId="06a39f7b-f140-446e-81cc-4ce1bd36a97a" providerId="ADAL" clId="{0147D7F6-33D3-4A94-91EA-BCC076FBD161}" dt="2024-03-20T10:21:37.992" v="3816" actId="1036"/>
          <ac:spMkLst>
            <pc:docMk/>
            <pc:sldMk cId="562620222" sldId="2147479969"/>
            <ac:spMk id="7" creationId="{F6AFEFFD-1094-D346-B6D5-062F969C4B6E}"/>
          </ac:spMkLst>
        </pc:spChg>
      </pc:sldChg>
      <pc:sldChg chg="addSp delSp modSp new mod">
        <pc:chgData name="Han,Keri (HP Medicine) BII-CN-S" userId="06a39f7b-f140-446e-81cc-4ce1bd36a97a" providerId="ADAL" clId="{0147D7F6-33D3-4A94-91EA-BCC076FBD161}" dt="2024-03-20T12:07:16.722" v="4029" actId="14100"/>
        <pc:sldMkLst>
          <pc:docMk/>
          <pc:sldMk cId="136649172" sldId="2147479970"/>
        </pc:sldMkLst>
        <pc:spChg chg="del">
          <ac:chgData name="Han,Keri (HP Medicine) BII-CN-S" userId="06a39f7b-f140-446e-81cc-4ce1bd36a97a" providerId="ADAL" clId="{0147D7F6-33D3-4A94-91EA-BCC076FBD161}" dt="2024-03-18T12:23:37.170" v="1312" actId="478"/>
          <ac:spMkLst>
            <pc:docMk/>
            <pc:sldMk cId="136649172" sldId="2147479970"/>
            <ac:spMk id="2" creationId="{B6413619-54E2-6E27-08C3-A81908805862}"/>
          </ac:spMkLst>
        </pc:spChg>
        <pc:spChg chg="del">
          <ac:chgData name="Han,Keri (HP Medicine) BII-CN-S" userId="06a39f7b-f140-446e-81cc-4ce1bd36a97a" providerId="ADAL" clId="{0147D7F6-33D3-4A94-91EA-BCC076FBD161}" dt="2024-03-18T12:09:27.742" v="976" actId="478"/>
          <ac:spMkLst>
            <pc:docMk/>
            <pc:sldMk cId="136649172" sldId="2147479970"/>
            <ac:spMk id="3" creationId="{94C7400E-7DE5-B64E-3664-F083BE10EBBB}"/>
          </ac:spMkLst>
        </pc:spChg>
        <pc:spChg chg="add mod">
          <ac:chgData name="Han,Keri (HP Medicine) BII-CN-S" userId="06a39f7b-f140-446e-81cc-4ce1bd36a97a" providerId="ADAL" clId="{0147D7F6-33D3-4A94-91EA-BCC076FBD161}" dt="2024-03-20T12:07:16.722" v="4029" actId="14100"/>
          <ac:spMkLst>
            <pc:docMk/>
            <pc:sldMk cId="136649172" sldId="2147479970"/>
            <ac:spMk id="3" creationId="{D94FB58B-641B-B289-F134-BADCC75B4787}"/>
          </ac:spMkLst>
        </pc:spChg>
        <pc:spChg chg="add mod">
          <ac:chgData name="Han,Keri (HP Medicine) BII-CN-S" userId="06a39f7b-f140-446e-81cc-4ce1bd36a97a" providerId="ADAL" clId="{0147D7F6-33D3-4A94-91EA-BCC076FBD161}" dt="2024-03-20T12:03:20.780" v="3975" actId="20577"/>
          <ac:spMkLst>
            <pc:docMk/>
            <pc:sldMk cId="136649172" sldId="2147479970"/>
            <ac:spMk id="7" creationId="{589B47C5-EC2E-0608-6774-5FB35BDC3FBB}"/>
          </ac:spMkLst>
        </pc:spChg>
        <pc:spChg chg="add del mod">
          <ac:chgData name="Han,Keri (HP Medicine) BII-CN-S" userId="06a39f7b-f140-446e-81cc-4ce1bd36a97a" providerId="ADAL" clId="{0147D7F6-33D3-4A94-91EA-BCC076FBD161}" dt="2024-03-18T12:12:17.493" v="1031" actId="478"/>
          <ac:spMkLst>
            <pc:docMk/>
            <pc:sldMk cId="136649172" sldId="2147479970"/>
            <ac:spMk id="12" creationId="{813AB11E-5F42-184E-50F4-EC1D887E9345}"/>
          </ac:spMkLst>
        </pc:spChg>
        <pc:spChg chg="add mod">
          <ac:chgData name="Han,Keri (HP Medicine) BII-CN-S" userId="06a39f7b-f140-446e-81cc-4ce1bd36a97a" providerId="ADAL" clId="{0147D7F6-33D3-4A94-91EA-BCC076FBD161}" dt="2024-03-20T08:53:27.342" v="3158" actId="1037"/>
          <ac:spMkLst>
            <pc:docMk/>
            <pc:sldMk cId="136649172" sldId="2147479970"/>
            <ac:spMk id="18" creationId="{2278677D-2208-CD38-5415-54CF710F7134}"/>
          </ac:spMkLst>
        </pc:spChg>
        <pc:spChg chg="add mod">
          <ac:chgData name="Han,Keri (HP Medicine) BII-CN-S" userId="06a39f7b-f140-446e-81cc-4ce1bd36a97a" providerId="ADAL" clId="{0147D7F6-33D3-4A94-91EA-BCC076FBD161}" dt="2024-03-20T08:53:44.177" v="3161" actId="14100"/>
          <ac:spMkLst>
            <pc:docMk/>
            <pc:sldMk cId="136649172" sldId="2147479970"/>
            <ac:spMk id="19" creationId="{37FE16B0-523C-59B5-3ABB-FCD233D2A1F0}"/>
          </ac:spMkLst>
        </pc:spChg>
        <pc:graphicFrameChg chg="add mod modGraphic">
          <ac:chgData name="Han,Keri (HP Medicine) BII-CN-S" userId="06a39f7b-f140-446e-81cc-4ce1bd36a97a" providerId="ADAL" clId="{0147D7F6-33D3-4A94-91EA-BCC076FBD161}" dt="2024-03-20T12:03:39.027" v="4012" actId="207"/>
          <ac:graphicFrameMkLst>
            <pc:docMk/>
            <pc:sldMk cId="136649172" sldId="2147479970"/>
            <ac:graphicFrameMk id="6" creationId="{D6092912-092F-C75E-E879-AC818D39A91C}"/>
          </ac:graphicFrameMkLst>
        </pc:graphicFrameChg>
        <pc:picChg chg="add del mod">
          <ac:chgData name="Han,Keri (HP Medicine) BII-CN-S" userId="06a39f7b-f140-446e-81cc-4ce1bd36a97a" providerId="ADAL" clId="{0147D7F6-33D3-4A94-91EA-BCC076FBD161}" dt="2024-03-18T12:10:39.551" v="984" actId="478"/>
          <ac:picMkLst>
            <pc:docMk/>
            <pc:sldMk cId="136649172" sldId="2147479970"/>
            <ac:picMk id="9" creationId="{2368C55E-36C1-B080-D9A2-D1FF7CA80798}"/>
          </ac:picMkLst>
        </pc:picChg>
        <pc:picChg chg="add del mod">
          <ac:chgData name="Han,Keri (HP Medicine) BII-CN-S" userId="06a39f7b-f140-446e-81cc-4ce1bd36a97a" providerId="ADAL" clId="{0147D7F6-33D3-4A94-91EA-BCC076FBD161}" dt="2024-03-18T12:17:32.862" v="1199" actId="478"/>
          <ac:picMkLst>
            <pc:docMk/>
            <pc:sldMk cId="136649172" sldId="2147479970"/>
            <ac:picMk id="11" creationId="{CE1BB4F3-194A-F20D-C8E8-4CB1984EE1B2}"/>
          </ac:picMkLst>
        </pc:picChg>
        <pc:picChg chg="add mod">
          <ac:chgData name="Han,Keri (HP Medicine) BII-CN-S" userId="06a39f7b-f140-446e-81cc-4ce1bd36a97a" providerId="ADAL" clId="{0147D7F6-33D3-4A94-91EA-BCC076FBD161}" dt="2024-03-20T08:52:06.771" v="3114" actId="552"/>
          <ac:picMkLst>
            <pc:docMk/>
            <pc:sldMk cId="136649172" sldId="2147479970"/>
            <ac:picMk id="14" creationId="{C8A6A39D-6942-4562-C00A-7B604F83471C}"/>
          </ac:picMkLst>
        </pc:picChg>
        <pc:picChg chg="add mod">
          <ac:chgData name="Han,Keri (HP Medicine) BII-CN-S" userId="06a39f7b-f140-446e-81cc-4ce1bd36a97a" providerId="ADAL" clId="{0147D7F6-33D3-4A94-91EA-BCC076FBD161}" dt="2024-03-20T12:02:56.791" v="3931" actId="1076"/>
          <ac:picMkLst>
            <pc:docMk/>
            <pc:sldMk cId="136649172" sldId="2147479970"/>
            <ac:picMk id="16" creationId="{A5FB69E8-AE7A-895D-426C-922BC1CAC8C1}"/>
          </ac:picMkLst>
        </pc:picChg>
        <pc:picChg chg="add mod">
          <ac:chgData name="Han,Keri (HP Medicine) BII-CN-S" userId="06a39f7b-f140-446e-81cc-4ce1bd36a97a" providerId="ADAL" clId="{0147D7F6-33D3-4A94-91EA-BCC076FBD161}" dt="2024-03-20T08:53:12.482" v="3136" actId="1036"/>
          <ac:picMkLst>
            <pc:docMk/>
            <pc:sldMk cId="136649172" sldId="2147479970"/>
            <ac:picMk id="17" creationId="{EF78CFDD-C1C0-1C2B-12EE-34371B77C44F}"/>
          </ac:picMkLst>
        </pc:picChg>
      </pc:sldChg>
      <pc:sldChg chg="modSp mod">
        <pc:chgData name="Han,Keri (HP Medicine) BII-CN-S" userId="06a39f7b-f140-446e-81cc-4ce1bd36a97a" providerId="ADAL" clId="{0147D7F6-33D3-4A94-91EA-BCC076FBD161}" dt="2024-03-20T10:23:03.756" v="3838" actId="108"/>
        <pc:sldMkLst>
          <pc:docMk/>
          <pc:sldMk cId="1564884778" sldId="2147479972"/>
        </pc:sldMkLst>
        <pc:spChg chg="mod">
          <ac:chgData name="Han,Keri (HP Medicine) BII-CN-S" userId="06a39f7b-f140-446e-81cc-4ce1bd36a97a" providerId="ADAL" clId="{0147D7F6-33D3-4A94-91EA-BCC076FBD161}" dt="2024-03-20T10:23:03.756" v="3838" actId="108"/>
          <ac:spMkLst>
            <pc:docMk/>
            <pc:sldMk cId="1564884778" sldId="2147479972"/>
            <ac:spMk id="2" creationId="{AED97622-54C6-6CBA-C7F7-B0E0EF3CA1CA}"/>
          </ac:spMkLst>
        </pc:spChg>
      </pc:sldChg>
      <pc:sldChg chg="modSp mod modShow">
        <pc:chgData name="Han,Keri (HP Medicine) BII-CN-S" userId="06a39f7b-f140-446e-81cc-4ce1bd36a97a" providerId="ADAL" clId="{0147D7F6-33D3-4A94-91EA-BCC076FBD161}" dt="2024-03-20T09:46:46.574" v="3727" actId="729"/>
        <pc:sldMkLst>
          <pc:docMk/>
          <pc:sldMk cId="4054913243" sldId="2147479973"/>
        </pc:sldMkLst>
        <pc:spChg chg="mod">
          <ac:chgData name="Han,Keri (HP Medicine) BII-CN-S" userId="06a39f7b-f140-446e-81cc-4ce1bd36a97a" providerId="ADAL" clId="{0147D7F6-33D3-4A94-91EA-BCC076FBD161}" dt="2024-03-20T09:42:59.718" v="3702" actId="1076"/>
          <ac:spMkLst>
            <pc:docMk/>
            <pc:sldMk cId="4054913243" sldId="2147479973"/>
            <ac:spMk id="2" creationId="{B5D77041-3753-EFB4-2740-595F7D7CFFB5}"/>
          </ac:spMkLst>
        </pc:spChg>
        <pc:spChg chg="mod">
          <ac:chgData name="Han,Keri (HP Medicine) BII-CN-S" userId="06a39f7b-f140-446e-81cc-4ce1bd36a97a" providerId="ADAL" clId="{0147D7F6-33D3-4A94-91EA-BCC076FBD161}" dt="2024-03-20T09:42:57.403" v="3701" actId="1076"/>
          <ac:spMkLst>
            <pc:docMk/>
            <pc:sldMk cId="4054913243" sldId="2147479973"/>
            <ac:spMk id="3" creationId="{7429E91D-2440-E814-A5D3-41339CD1835A}"/>
          </ac:spMkLst>
        </pc:spChg>
      </pc:sldChg>
      <pc:sldChg chg="addSp delSp modSp new del mod">
        <pc:chgData name="Han,Keri (HP Medicine) BII-CN-S" userId="06a39f7b-f140-446e-81cc-4ce1bd36a97a" providerId="ADAL" clId="{0147D7F6-33D3-4A94-91EA-BCC076FBD161}" dt="2024-03-20T10:20:05.669" v="3740" actId="2696"/>
        <pc:sldMkLst>
          <pc:docMk/>
          <pc:sldMk cId="1934158326" sldId="2147479974"/>
        </pc:sldMkLst>
        <pc:spChg chg="del mod">
          <ac:chgData name="Han,Keri (HP Medicine) BII-CN-S" userId="06a39f7b-f140-446e-81cc-4ce1bd36a97a" providerId="ADAL" clId="{0147D7F6-33D3-4A94-91EA-BCC076FBD161}" dt="2024-03-20T09:59:55.804" v="3735" actId="478"/>
          <ac:spMkLst>
            <pc:docMk/>
            <pc:sldMk cId="1934158326" sldId="2147479974"/>
            <ac:spMk id="2" creationId="{1E273653-4753-DDB4-A69D-56DB24C4B206}"/>
          </ac:spMkLst>
        </pc:spChg>
        <pc:picChg chg="add del mod">
          <ac:chgData name="Han,Keri (HP Medicine) BII-CN-S" userId="06a39f7b-f140-446e-81cc-4ce1bd36a97a" providerId="ADAL" clId="{0147D7F6-33D3-4A94-91EA-BCC076FBD161}" dt="2024-03-20T10:00:09.815" v="3737" actId="478"/>
          <ac:picMkLst>
            <pc:docMk/>
            <pc:sldMk cId="1934158326" sldId="2147479974"/>
            <ac:picMk id="2050" creationId="{D08D57DB-1326-C25B-6FE9-0E986109939B}"/>
          </ac:picMkLst>
        </pc:picChg>
      </pc:sldChg>
      <pc:sldChg chg="modSp del mod">
        <pc:chgData name="Han,Keri (HP Medicine) BII-CN-S" userId="06a39f7b-f140-446e-81cc-4ce1bd36a97a" providerId="ADAL" clId="{0147D7F6-33D3-4A94-91EA-BCC076FBD161}" dt="2024-03-20T08:16:36.838" v="2208" actId="2696"/>
        <pc:sldMkLst>
          <pc:docMk/>
          <pc:sldMk cId="3285953623" sldId="2147479974"/>
        </pc:sldMkLst>
        <pc:spChg chg="mod">
          <ac:chgData name="Han,Keri (HP Medicine) BII-CN-S" userId="06a39f7b-f140-446e-81cc-4ce1bd36a97a" providerId="ADAL" clId="{0147D7F6-33D3-4A94-91EA-BCC076FBD161}" dt="2024-03-20T08:16:10.255" v="2206" actId="1076"/>
          <ac:spMkLst>
            <pc:docMk/>
            <pc:sldMk cId="3285953623" sldId="2147479974"/>
            <ac:spMk id="3" creationId="{29A438AA-9802-B3D6-4520-6F30D4486A8F}"/>
          </ac:spMkLst>
        </pc:spChg>
      </pc:sldChg>
      <pc:sldChg chg="addSp modSp new mod">
        <pc:chgData name="Han,Keri (HP Medicine) BII-CN-S" userId="06a39f7b-f140-446e-81cc-4ce1bd36a97a" providerId="ADAL" clId="{0147D7F6-33D3-4A94-91EA-BCC076FBD161}" dt="2024-03-20T10:42:49.184" v="3905" actId="14100"/>
        <pc:sldMkLst>
          <pc:docMk/>
          <pc:sldMk cId="3810918605" sldId="2147479975"/>
        </pc:sldMkLst>
        <pc:spChg chg="mod">
          <ac:chgData name="Han,Keri (HP Medicine) BII-CN-S" userId="06a39f7b-f140-446e-81cc-4ce1bd36a97a" providerId="ADAL" clId="{0147D7F6-33D3-4A94-91EA-BCC076FBD161}" dt="2024-03-20T10:20:34.785" v="3758" actId="20577"/>
          <ac:spMkLst>
            <pc:docMk/>
            <pc:sldMk cId="3810918605" sldId="2147479975"/>
            <ac:spMk id="2" creationId="{D259B204-1184-2BC8-9D56-4DE907070B2E}"/>
          </ac:spMkLst>
        </pc:spChg>
        <pc:spChg chg="add mod">
          <ac:chgData name="Han,Keri (HP Medicine) BII-CN-S" userId="06a39f7b-f140-446e-81cc-4ce1bd36a97a" providerId="ADAL" clId="{0147D7F6-33D3-4A94-91EA-BCC076FBD161}" dt="2024-03-20T10:24:59.866" v="3882" actId="1076"/>
          <ac:spMkLst>
            <pc:docMk/>
            <pc:sldMk cId="3810918605" sldId="2147479975"/>
            <ac:spMk id="7" creationId="{D794D620-1AA7-0F6E-0F2E-F786806B5F81}"/>
          </ac:spMkLst>
        </pc:spChg>
        <pc:spChg chg="add mod">
          <ac:chgData name="Han,Keri (HP Medicine) BII-CN-S" userId="06a39f7b-f140-446e-81cc-4ce1bd36a97a" providerId="ADAL" clId="{0147D7F6-33D3-4A94-91EA-BCC076FBD161}" dt="2024-03-20T10:24:53.136" v="3881" actId="1076"/>
          <ac:spMkLst>
            <pc:docMk/>
            <pc:sldMk cId="3810918605" sldId="2147479975"/>
            <ac:spMk id="8" creationId="{FF86AF2E-FD35-7B8B-6C3A-ABA68B995753}"/>
          </ac:spMkLst>
        </pc:spChg>
        <pc:spChg chg="add mod">
          <ac:chgData name="Han,Keri (HP Medicine) BII-CN-S" userId="06a39f7b-f140-446e-81cc-4ce1bd36a97a" providerId="ADAL" clId="{0147D7F6-33D3-4A94-91EA-BCC076FBD161}" dt="2024-03-20T10:25:23.625" v="3896" actId="1035"/>
          <ac:spMkLst>
            <pc:docMk/>
            <pc:sldMk cId="3810918605" sldId="2147479975"/>
            <ac:spMk id="9" creationId="{86ADAD58-4B06-D898-9F35-59ACC09CC28C}"/>
          </ac:spMkLst>
        </pc:spChg>
        <pc:spChg chg="add mod">
          <ac:chgData name="Han,Keri (HP Medicine) BII-CN-S" userId="06a39f7b-f140-446e-81cc-4ce1bd36a97a" providerId="ADAL" clId="{0147D7F6-33D3-4A94-91EA-BCC076FBD161}" dt="2024-03-20T10:42:49.184" v="3905" actId="14100"/>
          <ac:spMkLst>
            <pc:docMk/>
            <pc:sldMk cId="3810918605" sldId="2147479975"/>
            <ac:spMk id="10" creationId="{B51F7364-FE79-F01C-9155-CA69B6CEBBAC}"/>
          </ac:spMkLst>
        </pc:spChg>
        <pc:graphicFrameChg chg="add mod modGraphic">
          <ac:chgData name="Han,Keri (HP Medicine) BII-CN-S" userId="06a39f7b-f140-446e-81cc-4ce1bd36a97a" providerId="ADAL" clId="{0147D7F6-33D3-4A94-91EA-BCC076FBD161}" dt="2024-03-20T10:25:03.235" v="3883" actId="1076"/>
          <ac:graphicFrameMkLst>
            <pc:docMk/>
            <pc:sldMk cId="3810918605" sldId="2147479975"/>
            <ac:graphicFrameMk id="6" creationId="{60B771D9-B67C-50E1-0E48-818C584FB027}"/>
          </ac:graphicFrameMkLst>
        </pc:graphicFrameChg>
      </pc:sldChg>
    </pc:docChg>
  </pc:docChgLst>
  <pc:docChgLst>
    <pc:chgData name="Li,Yuting (HP Medicine) BII-CN-S" userId="S::yuting.li@boehringer-ingelheim.com::ce8fbb54-122c-426d-b8da-fdcc5e1b5022" providerId="AD" clId="Web-{10238B07-C990-0628-EC46-862D86687485}"/>
    <pc:docChg chg="modSld">
      <pc:chgData name="Li,Yuting (HP Medicine) BII-CN-S" userId="S::yuting.li@boehringer-ingelheim.com::ce8fbb54-122c-426d-b8da-fdcc5e1b5022" providerId="AD" clId="Web-{10238B07-C990-0628-EC46-862D86687485}" dt="2024-05-22T14:26:16.385" v="0"/>
      <pc:docMkLst>
        <pc:docMk/>
      </pc:docMkLst>
      <pc:sldChg chg="modSp">
        <pc:chgData name="Li,Yuting (HP Medicine) BII-CN-S" userId="S::yuting.li@boehringer-ingelheim.com::ce8fbb54-122c-426d-b8da-fdcc5e1b5022" providerId="AD" clId="Web-{10238B07-C990-0628-EC46-862D86687485}" dt="2024-05-22T14:26:16.385" v="0"/>
        <pc:sldMkLst>
          <pc:docMk/>
          <pc:sldMk cId="2748168582" sldId="9815"/>
        </pc:sldMkLst>
        <pc:graphicFrameChg chg="modGraphic">
          <ac:chgData name="Li,Yuting (HP Medicine) BII-CN-S" userId="S::yuting.li@boehringer-ingelheim.com::ce8fbb54-122c-426d-b8da-fdcc5e1b5022" providerId="AD" clId="Web-{10238B07-C990-0628-EC46-862D86687485}" dt="2024-05-22T14:26:16.385" v="0"/>
          <ac:graphicFrameMkLst>
            <pc:docMk/>
            <pc:sldMk cId="2748168582" sldId="9815"/>
            <ac:graphicFrameMk id="6" creationId="{792B0506-9A30-E90C-A188-E57BD9E4AC56}"/>
          </ac:graphicFrameMkLst>
        </pc:graphicFrameChg>
      </pc:sldChg>
    </pc:docChg>
  </pc:docChgLst>
  <pc:docChgLst>
    <pc:chgData name="Liang,Dr.,Hongzi (HP Medicine) BII-CN-S" userId="29bc0a18-5096-49d5-ae49-3e5745cfa117" providerId="ADAL" clId="{334436CA-1CCD-4BBD-8F17-45C1ED061B1F}"/>
    <pc:docChg chg="undo redo custSel addSld delSld modSld sldOrd modSection">
      <pc:chgData name="Liang,Dr.,Hongzi (HP Medicine) BII-CN-S" userId="29bc0a18-5096-49d5-ae49-3e5745cfa117" providerId="ADAL" clId="{334436CA-1CCD-4BBD-8F17-45C1ED061B1F}" dt="2024-04-24T08:24:03.616" v="5198" actId="20577"/>
      <pc:docMkLst>
        <pc:docMk/>
      </pc:docMkLst>
      <pc:sldChg chg="modSp mod">
        <pc:chgData name="Liang,Dr.,Hongzi (HP Medicine) BII-CN-S" userId="29bc0a18-5096-49d5-ae49-3e5745cfa117" providerId="ADAL" clId="{334436CA-1CCD-4BBD-8F17-45C1ED061B1F}" dt="2024-04-22T06:08:01.356" v="27" actId="20577"/>
        <pc:sldMkLst>
          <pc:docMk/>
          <pc:sldMk cId="1429912873" sldId="9801"/>
        </pc:sldMkLst>
        <pc:spChg chg="mod">
          <ac:chgData name="Liang,Dr.,Hongzi (HP Medicine) BII-CN-S" userId="29bc0a18-5096-49d5-ae49-3e5745cfa117" providerId="ADAL" clId="{334436CA-1CCD-4BBD-8F17-45C1ED061B1F}" dt="2024-04-22T06:08:01.356" v="27" actId="20577"/>
          <ac:spMkLst>
            <pc:docMk/>
            <pc:sldMk cId="1429912873" sldId="9801"/>
            <ac:spMk id="8" creationId="{1E614ADB-816F-D0B2-36B5-7FDBAB3DD757}"/>
          </ac:spMkLst>
        </pc:spChg>
      </pc:sldChg>
      <pc:sldChg chg="addSp delSp modSp mod modShow delCm">
        <pc:chgData name="Liang,Dr.,Hongzi (HP Medicine) BII-CN-S" userId="29bc0a18-5096-49d5-ae49-3e5745cfa117" providerId="ADAL" clId="{334436CA-1CCD-4BBD-8F17-45C1ED061B1F}" dt="2024-04-24T06:54:09.418" v="4837" actId="729"/>
        <pc:sldMkLst>
          <pc:docMk/>
          <pc:sldMk cId="2748168582" sldId="9815"/>
        </pc:sldMkLst>
        <pc:spChg chg="mod">
          <ac:chgData name="Liang,Dr.,Hongzi (HP Medicine) BII-CN-S" userId="29bc0a18-5096-49d5-ae49-3e5745cfa117" providerId="ADAL" clId="{334436CA-1CCD-4BBD-8F17-45C1ED061B1F}" dt="2024-04-23T09:50:52.726" v="4616" actId="2711"/>
          <ac:spMkLst>
            <pc:docMk/>
            <pc:sldMk cId="2748168582" sldId="9815"/>
            <ac:spMk id="7" creationId="{663CA671-35E5-2800-080F-672BBF527EB5}"/>
          </ac:spMkLst>
        </pc:spChg>
        <pc:spChg chg="mod">
          <ac:chgData name="Liang,Dr.,Hongzi (HP Medicine) BII-CN-S" userId="29bc0a18-5096-49d5-ae49-3e5745cfa117" providerId="ADAL" clId="{334436CA-1CCD-4BBD-8F17-45C1ED061B1F}" dt="2024-04-23T09:50:52.726" v="4616" actId="2711"/>
          <ac:spMkLst>
            <pc:docMk/>
            <pc:sldMk cId="2748168582" sldId="9815"/>
            <ac:spMk id="8" creationId="{A1AB4E26-0E68-40B8-3CF3-420A32A72C00}"/>
          </ac:spMkLst>
        </pc:spChg>
        <pc:spChg chg="mod">
          <ac:chgData name="Liang,Dr.,Hongzi (HP Medicine) BII-CN-S" userId="29bc0a18-5096-49d5-ae49-3e5745cfa117" providerId="ADAL" clId="{334436CA-1CCD-4BBD-8F17-45C1ED061B1F}" dt="2024-04-23T09:50:52.726" v="4616" actId="2711"/>
          <ac:spMkLst>
            <pc:docMk/>
            <pc:sldMk cId="2748168582" sldId="9815"/>
            <ac:spMk id="9" creationId="{7CEE7826-D344-A9FC-8B58-3AFC772A68F7}"/>
          </ac:spMkLst>
        </pc:spChg>
        <pc:spChg chg="mod">
          <ac:chgData name="Liang,Dr.,Hongzi (HP Medicine) BII-CN-S" userId="29bc0a18-5096-49d5-ae49-3e5745cfa117" providerId="ADAL" clId="{334436CA-1CCD-4BBD-8F17-45C1ED061B1F}" dt="2024-04-23T09:50:52.726" v="4616" actId="2711"/>
          <ac:spMkLst>
            <pc:docMk/>
            <pc:sldMk cId="2748168582" sldId="9815"/>
            <ac:spMk id="10" creationId="{042AB6BD-42CD-3EB5-A236-225E16501B6F}"/>
          </ac:spMkLst>
        </pc:spChg>
        <pc:spChg chg="add mod">
          <ac:chgData name="Liang,Dr.,Hongzi (HP Medicine) BII-CN-S" userId="29bc0a18-5096-49d5-ae49-3e5745cfa117" providerId="ADAL" clId="{334436CA-1CCD-4BBD-8F17-45C1ED061B1F}" dt="2024-04-23T09:58:01.870" v="4692" actId="1037"/>
          <ac:spMkLst>
            <pc:docMk/>
            <pc:sldMk cId="2748168582" sldId="9815"/>
            <ac:spMk id="11" creationId="{81316D8A-F847-A7CC-4AFB-6EDF2AE45B54}"/>
          </ac:spMkLst>
        </pc:spChg>
        <pc:spChg chg="add mod">
          <ac:chgData name="Liang,Dr.,Hongzi (HP Medicine) BII-CN-S" userId="29bc0a18-5096-49d5-ae49-3e5745cfa117" providerId="ADAL" clId="{334436CA-1CCD-4BBD-8F17-45C1ED061B1F}" dt="2024-04-23T09:58:01.870" v="4692" actId="1037"/>
          <ac:spMkLst>
            <pc:docMk/>
            <pc:sldMk cId="2748168582" sldId="9815"/>
            <ac:spMk id="12" creationId="{FAFBDA34-065A-2887-294A-B9B23AB28CF0}"/>
          </ac:spMkLst>
        </pc:spChg>
        <pc:spChg chg="add mod">
          <ac:chgData name="Liang,Dr.,Hongzi (HP Medicine) BII-CN-S" userId="29bc0a18-5096-49d5-ae49-3e5745cfa117" providerId="ADAL" clId="{334436CA-1CCD-4BBD-8F17-45C1ED061B1F}" dt="2024-04-23T09:58:37.265" v="4724" actId="1037"/>
          <ac:spMkLst>
            <pc:docMk/>
            <pc:sldMk cId="2748168582" sldId="9815"/>
            <ac:spMk id="13" creationId="{772CDCBB-3E24-8A2C-20A0-A25EFE6B9EDA}"/>
          </ac:spMkLst>
        </pc:spChg>
        <pc:grpChg chg="add mod">
          <ac:chgData name="Liang,Dr.,Hongzi (HP Medicine) BII-CN-S" userId="29bc0a18-5096-49d5-ae49-3e5745cfa117" providerId="ADAL" clId="{334436CA-1CCD-4BBD-8F17-45C1ED061B1F}" dt="2024-04-23T09:50:57.162" v="4620" actId="1036"/>
          <ac:grpSpMkLst>
            <pc:docMk/>
            <pc:sldMk cId="2748168582" sldId="9815"/>
            <ac:grpSpMk id="3" creationId="{123317CD-0C57-F4DA-5219-6249C582D226}"/>
          </ac:grpSpMkLst>
        </pc:grpChg>
        <pc:graphicFrameChg chg="add del mod modGraphic">
          <ac:chgData name="Liang,Dr.,Hongzi (HP Medicine) BII-CN-S" userId="29bc0a18-5096-49d5-ae49-3e5745cfa117" providerId="ADAL" clId="{334436CA-1CCD-4BBD-8F17-45C1ED061B1F}" dt="2024-04-24T06:54:02.476" v="4836" actId="400"/>
          <ac:graphicFrameMkLst>
            <pc:docMk/>
            <pc:sldMk cId="2748168582" sldId="9815"/>
            <ac:graphicFrameMk id="6" creationId="{792B0506-9A30-E90C-A188-E57BD9E4AC56}"/>
          </ac:graphicFrameMkLst>
        </pc:graphicFrameChg>
      </pc:sldChg>
      <pc:sldChg chg="modSp mod modShow">
        <pc:chgData name="Liang,Dr.,Hongzi (HP Medicine) BII-CN-S" userId="29bc0a18-5096-49d5-ae49-3e5745cfa117" providerId="ADAL" clId="{334436CA-1CCD-4BBD-8F17-45C1ED061B1F}" dt="2024-04-22T07:20:12.613" v="1157" actId="729"/>
        <pc:sldMkLst>
          <pc:docMk/>
          <pc:sldMk cId="1573208780" sldId="2147377194"/>
        </pc:sldMkLst>
        <pc:spChg chg="mod">
          <ac:chgData name="Liang,Dr.,Hongzi (HP Medicine) BII-CN-S" userId="29bc0a18-5096-49d5-ae49-3e5745cfa117" providerId="ADAL" clId="{334436CA-1CCD-4BBD-8F17-45C1ED061B1F}" dt="2024-04-22T07:17:29.755" v="1085" actId="20577"/>
          <ac:spMkLst>
            <pc:docMk/>
            <pc:sldMk cId="1573208780" sldId="2147377194"/>
            <ac:spMk id="2" creationId="{8E69A283-2124-3732-DD25-E507D1B49BD6}"/>
          </ac:spMkLst>
        </pc:spChg>
      </pc:sldChg>
      <pc:sldChg chg="modSp mod">
        <pc:chgData name="Liang,Dr.,Hongzi (HP Medicine) BII-CN-S" userId="29bc0a18-5096-49d5-ae49-3e5745cfa117" providerId="ADAL" clId="{334436CA-1CCD-4BBD-8F17-45C1ED061B1F}" dt="2024-04-22T07:17:46.419" v="1097" actId="20577"/>
        <pc:sldMkLst>
          <pc:docMk/>
          <pc:sldMk cId="3862979685" sldId="2147377246"/>
        </pc:sldMkLst>
        <pc:spChg chg="mod">
          <ac:chgData name="Liang,Dr.,Hongzi (HP Medicine) BII-CN-S" userId="29bc0a18-5096-49d5-ae49-3e5745cfa117" providerId="ADAL" clId="{334436CA-1CCD-4BBD-8F17-45C1ED061B1F}" dt="2024-04-22T07:17:46.419" v="1097" actId="20577"/>
          <ac:spMkLst>
            <pc:docMk/>
            <pc:sldMk cId="3862979685" sldId="2147377246"/>
            <ac:spMk id="2" creationId="{DA086923-866C-4B25-ACFB-6C1060EE647A}"/>
          </ac:spMkLst>
        </pc:spChg>
      </pc:sldChg>
      <pc:sldChg chg="del">
        <pc:chgData name="Liang,Dr.,Hongzi (HP Medicine) BII-CN-S" userId="29bc0a18-5096-49d5-ae49-3e5745cfa117" providerId="ADAL" clId="{334436CA-1CCD-4BBD-8F17-45C1ED061B1F}" dt="2024-04-22T07:18:43.642" v="1098" actId="47"/>
        <pc:sldMkLst>
          <pc:docMk/>
          <pc:sldMk cId="3367972871" sldId="2147377248"/>
        </pc:sldMkLst>
      </pc:sldChg>
      <pc:sldChg chg="modSp mod modShow">
        <pc:chgData name="Liang,Dr.,Hongzi (HP Medicine) BII-CN-S" userId="29bc0a18-5096-49d5-ae49-3e5745cfa117" providerId="ADAL" clId="{334436CA-1CCD-4BBD-8F17-45C1ED061B1F}" dt="2024-04-22T07:20:10.545" v="1156" actId="729"/>
        <pc:sldMkLst>
          <pc:docMk/>
          <pc:sldMk cId="904909221" sldId="2147377254"/>
        </pc:sldMkLst>
        <pc:spChg chg="mod">
          <ac:chgData name="Liang,Dr.,Hongzi (HP Medicine) BII-CN-S" userId="29bc0a18-5096-49d5-ae49-3e5745cfa117" providerId="ADAL" clId="{334436CA-1CCD-4BBD-8F17-45C1ED061B1F}" dt="2024-04-22T07:17:09.764" v="1069" actId="20577"/>
          <ac:spMkLst>
            <pc:docMk/>
            <pc:sldMk cId="904909221" sldId="2147377254"/>
            <ac:spMk id="2" creationId="{8E69A283-2124-3732-DD25-E507D1B49BD6}"/>
          </ac:spMkLst>
        </pc:spChg>
      </pc:sldChg>
      <pc:sldChg chg="modSp mod">
        <pc:chgData name="Liang,Dr.,Hongzi (HP Medicine) BII-CN-S" userId="29bc0a18-5096-49d5-ae49-3e5745cfa117" providerId="ADAL" clId="{334436CA-1CCD-4BBD-8F17-45C1ED061B1F}" dt="2024-04-23T08:23:38.168" v="2754" actId="20577"/>
        <pc:sldMkLst>
          <pc:docMk/>
          <pc:sldMk cId="3240300676" sldId="2147377256"/>
        </pc:sldMkLst>
        <pc:spChg chg="mod">
          <ac:chgData name="Liang,Dr.,Hongzi (HP Medicine) BII-CN-S" userId="29bc0a18-5096-49d5-ae49-3e5745cfa117" providerId="ADAL" clId="{334436CA-1CCD-4BBD-8F17-45C1ED061B1F}" dt="2024-04-23T08:23:38.168" v="2754" actId="20577"/>
          <ac:spMkLst>
            <pc:docMk/>
            <pc:sldMk cId="3240300676" sldId="2147377256"/>
            <ac:spMk id="5" creationId="{C633F126-FD14-426F-8CC0-B4D05D656D04}"/>
          </ac:spMkLst>
        </pc:spChg>
      </pc:sldChg>
      <pc:sldChg chg="del">
        <pc:chgData name="Liang,Dr.,Hongzi (HP Medicine) BII-CN-S" userId="29bc0a18-5096-49d5-ae49-3e5745cfa117" providerId="ADAL" clId="{334436CA-1CCD-4BBD-8F17-45C1ED061B1F}" dt="2024-04-22T07:20:43.906" v="1158" actId="47"/>
        <pc:sldMkLst>
          <pc:docMk/>
          <pc:sldMk cId="4041352195" sldId="2147377269"/>
        </pc:sldMkLst>
      </pc:sldChg>
      <pc:sldChg chg="modSp mod">
        <pc:chgData name="Liang,Dr.,Hongzi (HP Medicine) BII-CN-S" userId="29bc0a18-5096-49d5-ae49-3e5745cfa117" providerId="ADAL" clId="{334436CA-1CCD-4BBD-8F17-45C1ED061B1F}" dt="2024-04-23T08:23:17.670" v="2753" actId="5793"/>
        <pc:sldMkLst>
          <pc:docMk/>
          <pc:sldMk cId="2391934468" sldId="2147377271"/>
        </pc:sldMkLst>
        <pc:spChg chg="mod">
          <ac:chgData name="Liang,Dr.,Hongzi (HP Medicine) BII-CN-S" userId="29bc0a18-5096-49d5-ae49-3e5745cfa117" providerId="ADAL" clId="{334436CA-1CCD-4BBD-8F17-45C1ED061B1F}" dt="2024-04-23T08:23:17.670" v="2753" actId="5793"/>
          <ac:spMkLst>
            <pc:docMk/>
            <pc:sldMk cId="2391934468" sldId="2147377271"/>
            <ac:spMk id="6" creationId="{92E486E0-1C13-A076-30BC-31B437FF06A3}"/>
          </ac:spMkLst>
        </pc:spChg>
      </pc:sldChg>
      <pc:sldChg chg="del">
        <pc:chgData name="Liang,Dr.,Hongzi (HP Medicine) BII-CN-S" userId="29bc0a18-5096-49d5-ae49-3e5745cfa117" providerId="ADAL" clId="{334436CA-1CCD-4BBD-8F17-45C1ED061B1F}" dt="2024-04-23T09:02:52.556" v="3668" actId="47"/>
        <pc:sldMkLst>
          <pc:docMk/>
          <pc:sldMk cId="1985003513" sldId="2147479458"/>
        </pc:sldMkLst>
      </pc:sldChg>
      <pc:sldChg chg="ord">
        <pc:chgData name="Liang,Dr.,Hongzi (HP Medicine) BII-CN-S" userId="29bc0a18-5096-49d5-ae49-3e5745cfa117" providerId="ADAL" clId="{334436CA-1CCD-4BBD-8F17-45C1ED061B1F}" dt="2024-04-22T06:26:20.531" v="53"/>
        <pc:sldMkLst>
          <pc:docMk/>
          <pc:sldMk cId="435761504" sldId="2147479930"/>
        </pc:sldMkLst>
      </pc:sldChg>
      <pc:sldChg chg="modSp del mod">
        <pc:chgData name="Liang,Dr.,Hongzi (HP Medicine) BII-CN-S" userId="29bc0a18-5096-49d5-ae49-3e5745cfa117" providerId="ADAL" clId="{334436CA-1CCD-4BBD-8F17-45C1ED061B1F}" dt="2024-04-22T07:10:15.216" v="997" actId="47"/>
        <pc:sldMkLst>
          <pc:docMk/>
          <pc:sldMk cId="297225649" sldId="2147479934"/>
        </pc:sldMkLst>
        <pc:spChg chg="mod">
          <ac:chgData name="Liang,Dr.,Hongzi (HP Medicine) BII-CN-S" userId="29bc0a18-5096-49d5-ae49-3e5745cfa117" providerId="ADAL" clId="{334436CA-1CCD-4BBD-8F17-45C1ED061B1F}" dt="2024-04-22T06:38:58.447" v="88" actId="20577"/>
          <ac:spMkLst>
            <pc:docMk/>
            <pc:sldMk cId="297225649" sldId="2147479934"/>
            <ac:spMk id="20" creationId="{6A24CAE9-0FBF-6E70-B9DD-B0F071E79A28}"/>
          </ac:spMkLst>
        </pc:spChg>
        <pc:spChg chg="mod">
          <ac:chgData name="Liang,Dr.,Hongzi (HP Medicine) BII-CN-S" userId="29bc0a18-5096-49d5-ae49-3e5745cfa117" providerId="ADAL" clId="{334436CA-1CCD-4BBD-8F17-45C1ED061B1F}" dt="2024-04-22T06:39:02.417" v="91" actId="20577"/>
          <ac:spMkLst>
            <pc:docMk/>
            <pc:sldMk cId="297225649" sldId="2147479934"/>
            <ac:spMk id="43" creationId="{8FF504B9-D7B0-3FFD-4C86-1FFCDC6ADC92}"/>
          </ac:spMkLst>
        </pc:spChg>
        <pc:spChg chg="mod">
          <ac:chgData name="Liang,Dr.,Hongzi (HP Medicine) BII-CN-S" userId="29bc0a18-5096-49d5-ae49-3e5745cfa117" providerId="ADAL" clId="{334436CA-1CCD-4BBD-8F17-45C1ED061B1F}" dt="2024-04-22T06:29:42.011" v="85" actId="1038"/>
          <ac:spMkLst>
            <pc:docMk/>
            <pc:sldMk cId="297225649" sldId="2147479934"/>
            <ac:spMk id="105" creationId="{A640013E-6613-E536-8A3C-1FDF0396A054}"/>
          </ac:spMkLst>
        </pc:spChg>
        <pc:cxnChg chg="mod">
          <ac:chgData name="Liang,Dr.,Hongzi (HP Medicine) BII-CN-S" userId="29bc0a18-5096-49d5-ae49-3e5745cfa117" providerId="ADAL" clId="{334436CA-1CCD-4BBD-8F17-45C1ED061B1F}" dt="2024-04-22T06:29:42.011" v="85" actId="1038"/>
          <ac:cxnSpMkLst>
            <pc:docMk/>
            <pc:sldMk cId="297225649" sldId="2147479934"/>
            <ac:cxnSpMk id="132" creationId="{FA7A2B8E-28CA-E9D6-3819-978BD8930CAE}"/>
          </ac:cxnSpMkLst>
        </pc:cxnChg>
      </pc:sldChg>
      <pc:sldChg chg="addSp delSp modSp mod modNotesTx">
        <pc:chgData name="Liang,Dr.,Hongzi (HP Medicine) BII-CN-S" userId="29bc0a18-5096-49d5-ae49-3e5745cfa117" providerId="ADAL" clId="{334436CA-1CCD-4BBD-8F17-45C1ED061B1F}" dt="2024-04-24T08:24:03.616" v="5198" actId="20577"/>
        <pc:sldMkLst>
          <pc:docMk/>
          <pc:sldMk cId="4074538965" sldId="2147479935"/>
        </pc:sldMkLst>
        <pc:spChg chg="del">
          <ac:chgData name="Liang,Dr.,Hongzi (HP Medicine) BII-CN-S" userId="29bc0a18-5096-49d5-ae49-3e5745cfa117" providerId="ADAL" clId="{334436CA-1CCD-4BBD-8F17-45C1ED061B1F}" dt="2024-04-24T07:04:22.848" v="4894" actId="478"/>
          <ac:spMkLst>
            <pc:docMk/>
            <pc:sldMk cId="4074538965" sldId="2147479935"/>
            <ac:spMk id="3" creationId="{890FEF8A-7B38-0127-FAF2-823644424B45}"/>
          </ac:spMkLst>
        </pc:spChg>
        <pc:graphicFrameChg chg="del">
          <ac:chgData name="Liang,Dr.,Hongzi (HP Medicine) BII-CN-S" userId="29bc0a18-5096-49d5-ae49-3e5745cfa117" providerId="ADAL" clId="{334436CA-1CCD-4BBD-8F17-45C1ED061B1F}" dt="2024-04-24T07:04:19.365" v="4893" actId="478"/>
          <ac:graphicFrameMkLst>
            <pc:docMk/>
            <pc:sldMk cId="4074538965" sldId="2147479935"/>
            <ac:graphicFrameMk id="6" creationId="{503C7E96-A0B8-43E9-3AC2-CB5FD266D4DB}"/>
          </ac:graphicFrameMkLst>
        </pc:graphicFrameChg>
        <pc:graphicFrameChg chg="add mod modGraphic">
          <ac:chgData name="Liang,Dr.,Hongzi (HP Medicine) BII-CN-S" userId="29bc0a18-5096-49d5-ae49-3e5745cfa117" providerId="ADAL" clId="{334436CA-1CCD-4BBD-8F17-45C1ED061B1F}" dt="2024-04-24T08:23:34.678" v="5196" actId="20577"/>
          <ac:graphicFrameMkLst>
            <pc:docMk/>
            <pc:sldMk cId="4074538965" sldId="2147479935"/>
            <ac:graphicFrameMk id="7" creationId="{1B735BF2-A7CA-7F3B-8349-F7834AD2FD85}"/>
          </ac:graphicFrameMkLst>
        </pc:graphicFrameChg>
      </pc:sldChg>
      <pc:sldChg chg="addSp modSp mod">
        <pc:chgData name="Liang,Dr.,Hongzi (HP Medicine) BII-CN-S" userId="29bc0a18-5096-49d5-ae49-3e5745cfa117" providerId="ADAL" clId="{334436CA-1CCD-4BBD-8F17-45C1ED061B1F}" dt="2024-04-23T08:18:35.239" v="2714" actId="113"/>
        <pc:sldMkLst>
          <pc:docMk/>
          <pc:sldMk cId="1069940816" sldId="2147479937"/>
        </pc:sldMkLst>
        <pc:spChg chg="mod">
          <ac:chgData name="Liang,Dr.,Hongzi (HP Medicine) BII-CN-S" userId="29bc0a18-5096-49d5-ae49-3e5745cfa117" providerId="ADAL" clId="{334436CA-1CCD-4BBD-8F17-45C1ED061B1F}" dt="2024-04-23T02:50:34.841" v="1733" actId="207"/>
          <ac:spMkLst>
            <pc:docMk/>
            <pc:sldMk cId="1069940816" sldId="2147479937"/>
            <ac:spMk id="7" creationId="{2251968C-1B2C-7CAC-F8F8-7BFA8EC9D847}"/>
          </ac:spMkLst>
        </pc:spChg>
        <pc:spChg chg="mod">
          <ac:chgData name="Liang,Dr.,Hongzi (HP Medicine) BII-CN-S" userId="29bc0a18-5096-49d5-ae49-3e5745cfa117" providerId="ADAL" clId="{334436CA-1CCD-4BBD-8F17-45C1ED061B1F}" dt="2024-04-23T03:09:33.497" v="1853" actId="1038"/>
          <ac:spMkLst>
            <pc:docMk/>
            <pc:sldMk cId="1069940816" sldId="2147479937"/>
            <ac:spMk id="25" creationId="{469E6E0A-1393-D860-A2EB-61B65F78B0C3}"/>
          </ac:spMkLst>
        </pc:spChg>
        <pc:spChg chg="mod">
          <ac:chgData name="Liang,Dr.,Hongzi (HP Medicine) BII-CN-S" userId="29bc0a18-5096-49d5-ae49-3e5745cfa117" providerId="ADAL" clId="{334436CA-1CCD-4BBD-8F17-45C1ED061B1F}" dt="2024-04-23T03:09:33.497" v="1853" actId="1038"/>
          <ac:spMkLst>
            <pc:docMk/>
            <pc:sldMk cId="1069940816" sldId="2147479937"/>
            <ac:spMk id="26" creationId="{F9D96A19-DC9E-40BD-4176-D90202E95AB1}"/>
          </ac:spMkLst>
        </pc:spChg>
        <pc:spChg chg="mod">
          <ac:chgData name="Liang,Dr.,Hongzi (HP Medicine) BII-CN-S" userId="29bc0a18-5096-49d5-ae49-3e5745cfa117" providerId="ADAL" clId="{334436CA-1CCD-4BBD-8F17-45C1ED061B1F}" dt="2024-04-23T03:09:33.497" v="1853" actId="1038"/>
          <ac:spMkLst>
            <pc:docMk/>
            <pc:sldMk cId="1069940816" sldId="2147479937"/>
            <ac:spMk id="27" creationId="{2F02C9B4-7827-590E-B6FE-5867A0E9BB3F}"/>
          </ac:spMkLst>
        </pc:spChg>
        <pc:spChg chg="mod">
          <ac:chgData name="Liang,Dr.,Hongzi (HP Medicine) BII-CN-S" userId="29bc0a18-5096-49d5-ae49-3e5745cfa117" providerId="ADAL" clId="{334436CA-1CCD-4BBD-8F17-45C1ED061B1F}" dt="2024-04-23T03:09:33.497" v="1853" actId="1038"/>
          <ac:spMkLst>
            <pc:docMk/>
            <pc:sldMk cId="1069940816" sldId="2147479937"/>
            <ac:spMk id="28" creationId="{AC72FA8E-A8CB-09FC-3B94-BA1127589CC9}"/>
          </ac:spMkLst>
        </pc:spChg>
        <pc:spChg chg="mod">
          <ac:chgData name="Liang,Dr.,Hongzi (HP Medicine) BII-CN-S" userId="29bc0a18-5096-49d5-ae49-3e5745cfa117" providerId="ADAL" clId="{334436CA-1CCD-4BBD-8F17-45C1ED061B1F}" dt="2024-04-23T03:09:33.497" v="1853" actId="1038"/>
          <ac:spMkLst>
            <pc:docMk/>
            <pc:sldMk cId="1069940816" sldId="2147479937"/>
            <ac:spMk id="29" creationId="{F8844B6A-7D5F-1F0C-1F41-B9AD8C6CA896}"/>
          </ac:spMkLst>
        </pc:spChg>
        <pc:spChg chg="mod">
          <ac:chgData name="Liang,Dr.,Hongzi (HP Medicine) BII-CN-S" userId="29bc0a18-5096-49d5-ae49-3e5745cfa117" providerId="ADAL" clId="{334436CA-1CCD-4BBD-8F17-45C1ED061B1F}" dt="2024-04-23T03:09:33.497" v="1853" actId="1038"/>
          <ac:spMkLst>
            <pc:docMk/>
            <pc:sldMk cId="1069940816" sldId="2147479937"/>
            <ac:spMk id="30" creationId="{904E730C-6729-6041-E405-8C5C3E033E49}"/>
          </ac:spMkLst>
        </pc:spChg>
        <pc:spChg chg="mod">
          <ac:chgData name="Liang,Dr.,Hongzi (HP Medicine) BII-CN-S" userId="29bc0a18-5096-49d5-ae49-3e5745cfa117" providerId="ADAL" clId="{334436CA-1CCD-4BBD-8F17-45C1ED061B1F}" dt="2024-04-23T03:09:33.497" v="1853" actId="1038"/>
          <ac:spMkLst>
            <pc:docMk/>
            <pc:sldMk cId="1069940816" sldId="2147479937"/>
            <ac:spMk id="31" creationId="{E79BF47D-EF4A-8AFD-D696-6B4BDCB0BFF3}"/>
          </ac:spMkLst>
        </pc:spChg>
        <pc:spChg chg="mod">
          <ac:chgData name="Liang,Dr.,Hongzi (HP Medicine) BII-CN-S" userId="29bc0a18-5096-49d5-ae49-3e5745cfa117" providerId="ADAL" clId="{334436CA-1CCD-4BBD-8F17-45C1ED061B1F}" dt="2024-04-23T03:09:33.497" v="1853" actId="1038"/>
          <ac:spMkLst>
            <pc:docMk/>
            <pc:sldMk cId="1069940816" sldId="2147479937"/>
            <ac:spMk id="32" creationId="{FB3F9EF5-44CF-5F33-5732-3999731B71EE}"/>
          </ac:spMkLst>
        </pc:spChg>
        <pc:spChg chg="mod">
          <ac:chgData name="Liang,Dr.,Hongzi (HP Medicine) BII-CN-S" userId="29bc0a18-5096-49d5-ae49-3e5745cfa117" providerId="ADAL" clId="{334436CA-1CCD-4BBD-8F17-45C1ED061B1F}" dt="2024-04-23T03:09:33.497" v="1853" actId="1038"/>
          <ac:spMkLst>
            <pc:docMk/>
            <pc:sldMk cId="1069940816" sldId="2147479937"/>
            <ac:spMk id="33" creationId="{49CD8973-F901-45F9-F308-862A0E93FBAD}"/>
          </ac:spMkLst>
        </pc:spChg>
        <pc:spChg chg="mod">
          <ac:chgData name="Liang,Dr.,Hongzi (HP Medicine) BII-CN-S" userId="29bc0a18-5096-49d5-ae49-3e5745cfa117" providerId="ADAL" clId="{334436CA-1CCD-4BBD-8F17-45C1ED061B1F}" dt="2024-04-23T03:09:33.497" v="1853" actId="1038"/>
          <ac:spMkLst>
            <pc:docMk/>
            <pc:sldMk cId="1069940816" sldId="2147479937"/>
            <ac:spMk id="34" creationId="{5ADD7C78-7A5D-816A-575D-4F1D7B07DA50}"/>
          </ac:spMkLst>
        </pc:spChg>
        <pc:spChg chg="mod">
          <ac:chgData name="Liang,Dr.,Hongzi (HP Medicine) BII-CN-S" userId="29bc0a18-5096-49d5-ae49-3e5745cfa117" providerId="ADAL" clId="{334436CA-1CCD-4BBD-8F17-45C1ED061B1F}" dt="2024-04-23T02:44:34.089" v="1725" actId="1038"/>
          <ac:spMkLst>
            <pc:docMk/>
            <pc:sldMk cId="1069940816" sldId="2147479937"/>
            <ac:spMk id="43" creationId="{528362C7-6C5A-899D-F770-56DB33A7325C}"/>
          </ac:spMkLst>
        </pc:spChg>
        <pc:spChg chg="add mod">
          <ac:chgData name="Liang,Dr.,Hongzi (HP Medicine) BII-CN-S" userId="29bc0a18-5096-49d5-ae49-3e5745cfa117" providerId="ADAL" clId="{334436CA-1CCD-4BBD-8F17-45C1ED061B1F}" dt="2024-04-23T08:18:05.109" v="2674" actId="1076"/>
          <ac:spMkLst>
            <pc:docMk/>
            <pc:sldMk cId="1069940816" sldId="2147479937"/>
            <ac:spMk id="73" creationId="{5709F30F-DAC5-4633-99B2-653DD7A40FA4}"/>
          </ac:spMkLst>
        </pc:spChg>
        <pc:spChg chg="add mod">
          <ac:chgData name="Liang,Dr.,Hongzi (HP Medicine) BII-CN-S" userId="29bc0a18-5096-49d5-ae49-3e5745cfa117" providerId="ADAL" clId="{334436CA-1CCD-4BBD-8F17-45C1ED061B1F}" dt="2024-04-23T08:18:35.239" v="2714" actId="113"/>
          <ac:spMkLst>
            <pc:docMk/>
            <pc:sldMk cId="1069940816" sldId="2147479937"/>
            <ac:spMk id="75" creationId="{DA2FE55F-E352-F2FA-663D-71F63CF06D20}"/>
          </ac:spMkLst>
        </pc:spChg>
        <pc:grpChg chg="mod">
          <ac:chgData name="Liang,Dr.,Hongzi (HP Medicine) BII-CN-S" userId="29bc0a18-5096-49d5-ae49-3e5745cfa117" providerId="ADAL" clId="{334436CA-1CCD-4BBD-8F17-45C1ED061B1F}" dt="2024-04-23T03:09:33.497" v="1853" actId="1038"/>
          <ac:grpSpMkLst>
            <pc:docMk/>
            <pc:sldMk cId="1069940816" sldId="2147479937"/>
            <ac:grpSpMk id="24" creationId="{C5B171C9-69F2-3458-1332-296A1249CAB1}"/>
          </ac:grpSpMkLst>
        </pc:grpChg>
        <pc:cxnChg chg="mod">
          <ac:chgData name="Liang,Dr.,Hongzi (HP Medicine) BII-CN-S" userId="29bc0a18-5096-49d5-ae49-3e5745cfa117" providerId="ADAL" clId="{334436CA-1CCD-4BBD-8F17-45C1ED061B1F}" dt="2024-04-23T02:44:26.722" v="1708" actId="1037"/>
          <ac:cxnSpMkLst>
            <pc:docMk/>
            <pc:sldMk cId="1069940816" sldId="2147479937"/>
            <ac:cxnSpMk id="63" creationId="{BA0BB5DB-70F0-2417-CDC4-EA6A0EC2A82F}"/>
          </ac:cxnSpMkLst>
        </pc:cxnChg>
        <pc:cxnChg chg="add mod">
          <ac:chgData name="Liang,Dr.,Hongzi (HP Medicine) BII-CN-S" userId="29bc0a18-5096-49d5-ae49-3e5745cfa117" providerId="ADAL" clId="{334436CA-1CCD-4BBD-8F17-45C1ED061B1F}" dt="2024-04-23T03:02:21.353" v="1794" actId="1035"/>
          <ac:cxnSpMkLst>
            <pc:docMk/>
            <pc:sldMk cId="1069940816" sldId="2147479937"/>
            <ac:cxnSpMk id="74" creationId="{AB101A4A-F1EE-65E5-974E-39F2C08531C8}"/>
          </ac:cxnSpMkLst>
        </pc:cxnChg>
      </pc:sldChg>
      <pc:sldChg chg="del">
        <pc:chgData name="Liang,Dr.,Hongzi (HP Medicine) BII-CN-S" userId="29bc0a18-5096-49d5-ae49-3e5745cfa117" providerId="ADAL" clId="{334436CA-1CCD-4BBD-8F17-45C1ED061B1F}" dt="2024-04-23T02:50:08.042" v="1727" actId="47"/>
        <pc:sldMkLst>
          <pc:docMk/>
          <pc:sldMk cId="2690882913" sldId="2147479938"/>
        </pc:sldMkLst>
      </pc:sldChg>
      <pc:sldChg chg="del">
        <pc:chgData name="Liang,Dr.,Hongzi (HP Medicine) BII-CN-S" userId="29bc0a18-5096-49d5-ae49-3e5745cfa117" providerId="ADAL" clId="{334436CA-1CCD-4BBD-8F17-45C1ED061B1F}" dt="2024-04-23T02:49:59.867" v="1726" actId="47"/>
        <pc:sldMkLst>
          <pc:docMk/>
          <pc:sldMk cId="1346970578" sldId="2147479939"/>
        </pc:sldMkLst>
      </pc:sldChg>
      <pc:sldChg chg="modSp mod modShow">
        <pc:chgData name="Liang,Dr.,Hongzi (HP Medicine) BII-CN-S" userId="29bc0a18-5096-49d5-ae49-3e5745cfa117" providerId="ADAL" clId="{334436CA-1CCD-4BBD-8F17-45C1ED061B1F}" dt="2024-04-22T07:26:37.572" v="1192" actId="729"/>
        <pc:sldMkLst>
          <pc:docMk/>
          <pc:sldMk cId="3367972871" sldId="2147479940"/>
        </pc:sldMkLst>
        <pc:spChg chg="mod">
          <ac:chgData name="Liang,Dr.,Hongzi (HP Medicine) BII-CN-S" userId="29bc0a18-5096-49d5-ae49-3e5745cfa117" providerId="ADAL" clId="{334436CA-1CCD-4BBD-8F17-45C1ED061B1F}" dt="2024-04-22T07:19:54.341" v="1154" actId="20577"/>
          <ac:spMkLst>
            <pc:docMk/>
            <pc:sldMk cId="3367972871" sldId="2147479940"/>
            <ac:spMk id="2" creationId="{AED97622-54C6-6CBA-C7F7-B0E0EF3CA1CA}"/>
          </ac:spMkLst>
        </pc:spChg>
      </pc:sldChg>
      <pc:sldChg chg="del">
        <pc:chgData name="Liang,Dr.,Hongzi (HP Medicine) BII-CN-S" userId="29bc0a18-5096-49d5-ae49-3e5745cfa117" providerId="ADAL" clId="{334436CA-1CCD-4BBD-8F17-45C1ED061B1F}" dt="2024-04-22T07:10:01.469" v="995" actId="47"/>
        <pc:sldMkLst>
          <pc:docMk/>
          <pc:sldMk cId="3203243318" sldId="2147479941"/>
        </pc:sldMkLst>
      </pc:sldChg>
      <pc:sldChg chg="del">
        <pc:chgData name="Liang,Dr.,Hongzi (HP Medicine) BII-CN-S" userId="29bc0a18-5096-49d5-ae49-3e5745cfa117" providerId="ADAL" clId="{334436CA-1CCD-4BBD-8F17-45C1ED061B1F}" dt="2024-04-22T07:09:57.467" v="994" actId="47"/>
        <pc:sldMkLst>
          <pc:docMk/>
          <pc:sldMk cId="2756398955" sldId="2147479942"/>
        </pc:sldMkLst>
      </pc:sldChg>
      <pc:sldChg chg="add del ord">
        <pc:chgData name="Liang,Dr.,Hongzi (HP Medicine) BII-CN-S" userId="29bc0a18-5096-49d5-ae49-3e5745cfa117" providerId="ADAL" clId="{334436CA-1CCD-4BBD-8F17-45C1ED061B1F}" dt="2024-04-22T06:26:20.531" v="53"/>
        <pc:sldMkLst>
          <pc:docMk/>
          <pc:sldMk cId="214518080" sldId="2147479954"/>
        </pc:sldMkLst>
      </pc:sldChg>
      <pc:sldChg chg="mod modShow">
        <pc:chgData name="Liang,Dr.,Hongzi (HP Medicine) BII-CN-S" userId="29bc0a18-5096-49d5-ae49-3e5745cfa117" providerId="ADAL" clId="{334436CA-1CCD-4BBD-8F17-45C1ED061B1F}" dt="2024-04-23T08:21:03.394" v="2715" actId="729"/>
        <pc:sldMkLst>
          <pc:docMk/>
          <pc:sldMk cId="331471082" sldId="2147479958"/>
        </pc:sldMkLst>
      </pc:sldChg>
      <pc:sldChg chg="del mod modShow">
        <pc:chgData name="Liang,Dr.,Hongzi (HP Medicine) BII-CN-S" userId="29bc0a18-5096-49d5-ae49-3e5745cfa117" providerId="ADAL" clId="{334436CA-1CCD-4BBD-8F17-45C1ED061B1F}" dt="2024-04-23T08:28:14.081" v="2756" actId="47"/>
        <pc:sldMkLst>
          <pc:docMk/>
          <pc:sldMk cId="421248320" sldId="2147479959"/>
        </pc:sldMkLst>
      </pc:sldChg>
      <pc:sldChg chg="del">
        <pc:chgData name="Liang,Dr.,Hongzi (HP Medicine) BII-CN-S" userId="29bc0a18-5096-49d5-ae49-3e5745cfa117" providerId="ADAL" clId="{334436CA-1CCD-4BBD-8F17-45C1ED061B1F}" dt="2024-04-22T07:24:56.453" v="1175" actId="47"/>
        <pc:sldMkLst>
          <pc:docMk/>
          <pc:sldMk cId="2830967148" sldId="2147479971"/>
        </pc:sldMkLst>
      </pc:sldChg>
      <pc:sldChg chg="del">
        <pc:chgData name="Liang,Dr.,Hongzi (HP Medicine) BII-CN-S" userId="29bc0a18-5096-49d5-ae49-3e5745cfa117" providerId="ADAL" clId="{334436CA-1CCD-4BBD-8F17-45C1ED061B1F}" dt="2024-04-22T07:24:44.506" v="1174" actId="47"/>
        <pc:sldMkLst>
          <pc:docMk/>
          <pc:sldMk cId="1564884778" sldId="2147479972"/>
        </pc:sldMkLst>
      </pc:sldChg>
      <pc:sldChg chg="del">
        <pc:chgData name="Liang,Dr.,Hongzi (HP Medicine) BII-CN-S" userId="29bc0a18-5096-49d5-ae49-3e5745cfa117" providerId="ADAL" clId="{334436CA-1CCD-4BBD-8F17-45C1ED061B1F}" dt="2024-04-22T07:10:05.853" v="996" actId="47"/>
        <pc:sldMkLst>
          <pc:docMk/>
          <pc:sldMk cId="4054913243" sldId="2147479973"/>
        </pc:sldMkLst>
      </pc:sldChg>
      <pc:sldChg chg="addSp delSp modSp new mod modClrScheme chgLayout">
        <pc:chgData name="Liang,Dr.,Hongzi (HP Medicine) BII-CN-S" userId="29bc0a18-5096-49d5-ae49-3e5745cfa117" providerId="ADAL" clId="{334436CA-1CCD-4BBD-8F17-45C1ED061B1F}" dt="2024-04-22T06:26:05.252" v="51" actId="20577"/>
        <pc:sldMkLst>
          <pc:docMk/>
          <pc:sldMk cId="2325727565" sldId="2147479978"/>
        </pc:sldMkLst>
        <pc:spChg chg="del mod ord">
          <ac:chgData name="Liang,Dr.,Hongzi (HP Medicine) BII-CN-S" userId="29bc0a18-5096-49d5-ae49-3e5745cfa117" providerId="ADAL" clId="{334436CA-1CCD-4BBD-8F17-45C1ED061B1F}" dt="2024-04-22T06:25:49.154" v="31" actId="700"/>
          <ac:spMkLst>
            <pc:docMk/>
            <pc:sldMk cId="2325727565" sldId="2147479978"/>
            <ac:spMk id="2" creationId="{B5CCF6F1-D34B-3C87-ACFB-6266F69A4EA9}"/>
          </ac:spMkLst>
        </pc:spChg>
        <pc:spChg chg="del mod ord">
          <ac:chgData name="Liang,Dr.,Hongzi (HP Medicine) BII-CN-S" userId="29bc0a18-5096-49d5-ae49-3e5745cfa117" providerId="ADAL" clId="{334436CA-1CCD-4BBD-8F17-45C1ED061B1F}" dt="2024-04-22T06:25:49.154" v="31" actId="700"/>
          <ac:spMkLst>
            <pc:docMk/>
            <pc:sldMk cId="2325727565" sldId="2147479978"/>
            <ac:spMk id="3" creationId="{30B8CD9B-70CC-441B-EBB7-08A62BC3E749}"/>
          </ac:spMkLst>
        </pc:spChg>
        <pc:spChg chg="mod ord">
          <ac:chgData name="Liang,Dr.,Hongzi (HP Medicine) BII-CN-S" userId="29bc0a18-5096-49d5-ae49-3e5745cfa117" providerId="ADAL" clId="{334436CA-1CCD-4BBD-8F17-45C1ED061B1F}" dt="2024-04-22T06:25:59.585" v="32" actId="700"/>
          <ac:spMkLst>
            <pc:docMk/>
            <pc:sldMk cId="2325727565" sldId="2147479978"/>
            <ac:spMk id="4" creationId="{77B9C67C-1CB4-7A83-91A2-DC714633C28F}"/>
          </ac:spMkLst>
        </pc:spChg>
        <pc:spChg chg="mod ord">
          <ac:chgData name="Liang,Dr.,Hongzi (HP Medicine) BII-CN-S" userId="29bc0a18-5096-49d5-ae49-3e5745cfa117" providerId="ADAL" clId="{334436CA-1CCD-4BBD-8F17-45C1ED061B1F}" dt="2024-04-22T06:25:59.585" v="32" actId="700"/>
          <ac:spMkLst>
            <pc:docMk/>
            <pc:sldMk cId="2325727565" sldId="2147479978"/>
            <ac:spMk id="5" creationId="{A584B689-B1DB-AA4F-D328-DC8B746291E0}"/>
          </ac:spMkLst>
        </pc:spChg>
        <pc:spChg chg="add del mod ord">
          <ac:chgData name="Liang,Dr.,Hongzi (HP Medicine) BII-CN-S" userId="29bc0a18-5096-49d5-ae49-3e5745cfa117" providerId="ADAL" clId="{334436CA-1CCD-4BBD-8F17-45C1ED061B1F}" dt="2024-04-22T06:25:59.585" v="32" actId="700"/>
          <ac:spMkLst>
            <pc:docMk/>
            <pc:sldMk cId="2325727565" sldId="2147479978"/>
            <ac:spMk id="6" creationId="{58EDCC75-B01C-51F1-6A96-0FDFB7346A26}"/>
          </ac:spMkLst>
        </pc:spChg>
        <pc:spChg chg="add del mod ord">
          <ac:chgData name="Liang,Dr.,Hongzi (HP Medicine) BII-CN-S" userId="29bc0a18-5096-49d5-ae49-3e5745cfa117" providerId="ADAL" clId="{334436CA-1CCD-4BBD-8F17-45C1ED061B1F}" dt="2024-04-22T06:25:59.585" v="32" actId="700"/>
          <ac:spMkLst>
            <pc:docMk/>
            <pc:sldMk cId="2325727565" sldId="2147479978"/>
            <ac:spMk id="7" creationId="{8355CBB6-3B66-8837-1D89-C39CB223C7B9}"/>
          </ac:spMkLst>
        </pc:spChg>
        <pc:spChg chg="add mod ord">
          <ac:chgData name="Liang,Dr.,Hongzi (HP Medicine) BII-CN-S" userId="29bc0a18-5096-49d5-ae49-3e5745cfa117" providerId="ADAL" clId="{334436CA-1CCD-4BBD-8F17-45C1ED061B1F}" dt="2024-04-22T06:26:05.252" v="51" actId="20577"/>
          <ac:spMkLst>
            <pc:docMk/>
            <pc:sldMk cId="2325727565" sldId="2147479978"/>
            <ac:spMk id="8" creationId="{ED7FF32F-0FE7-9B3A-8173-33E0EEBF12BE}"/>
          </ac:spMkLst>
        </pc:spChg>
        <pc:spChg chg="add mod ord">
          <ac:chgData name="Liang,Dr.,Hongzi (HP Medicine) BII-CN-S" userId="29bc0a18-5096-49d5-ae49-3e5745cfa117" providerId="ADAL" clId="{334436CA-1CCD-4BBD-8F17-45C1ED061B1F}" dt="2024-04-22T06:25:59.585" v="32" actId="700"/>
          <ac:spMkLst>
            <pc:docMk/>
            <pc:sldMk cId="2325727565" sldId="2147479978"/>
            <ac:spMk id="9" creationId="{4A9E1AE3-EBC3-1DF2-D4BA-8DE1EB359CFB}"/>
          </ac:spMkLst>
        </pc:spChg>
      </pc:sldChg>
      <pc:sldChg chg="addSp delSp modSp mod">
        <pc:chgData name="Liang,Dr.,Hongzi (HP Medicine) BII-CN-S" userId="29bc0a18-5096-49d5-ae49-3e5745cfa117" providerId="ADAL" clId="{334436CA-1CCD-4BBD-8F17-45C1ED061B1F}" dt="2024-04-24T07:42:05.197" v="5136" actId="1035"/>
        <pc:sldMkLst>
          <pc:docMk/>
          <pc:sldMk cId="4288224063" sldId="2147481179"/>
        </pc:sldMkLst>
        <pc:spChg chg="mod">
          <ac:chgData name="Liang,Dr.,Hongzi (HP Medicine) BII-CN-S" userId="29bc0a18-5096-49d5-ae49-3e5745cfa117" providerId="ADAL" clId="{334436CA-1CCD-4BBD-8F17-45C1ED061B1F}" dt="2024-04-23T08:21:26.255" v="2722" actId="115"/>
          <ac:spMkLst>
            <pc:docMk/>
            <pc:sldMk cId="4288224063" sldId="2147481179"/>
            <ac:spMk id="2" creationId="{9DECE83C-F448-52DC-7A26-0B4E7E0F197F}"/>
          </ac:spMkLst>
        </pc:spChg>
        <pc:spChg chg="add mod">
          <ac:chgData name="Liang,Dr.,Hongzi (HP Medicine) BII-CN-S" userId="29bc0a18-5096-49d5-ae49-3e5745cfa117" providerId="ADAL" clId="{334436CA-1CCD-4BBD-8F17-45C1ED061B1F}" dt="2024-04-24T07:42:05.197" v="5136" actId="1035"/>
          <ac:spMkLst>
            <pc:docMk/>
            <pc:sldMk cId="4288224063" sldId="2147481179"/>
            <ac:spMk id="10" creationId="{446C6AE3-325D-70A2-5A5D-1C99F541A39D}"/>
          </ac:spMkLst>
        </pc:spChg>
        <pc:spChg chg="add mod">
          <ac:chgData name="Liang,Dr.,Hongzi (HP Medicine) BII-CN-S" userId="29bc0a18-5096-49d5-ae49-3e5745cfa117" providerId="ADAL" clId="{334436CA-1CCD-4BBD-8F17-45C1ED061B1F}" dt="2024-04-22T07:01:28.836" v="877" actId="1037"/>
          <ac:spMkLst>
            <pc:docMk/>
            <pc:sldMk cId="4288224063" sldId="2147481179"/>
            <ac:spMk id="12" creationId="{73A0BB2A-5D0D-D3CC-2C21-28584433A9BD}"/>
          </ac:spMkLst>
        </pc:spChg>
        <pc:spChg chg="mod">
          <ac:chgData name="Liang,Dr.,Hongzi (HP Medicine) BII-CN-S" userId="29bc0a18-5096-49d5-ae49-3e5745cfa117" providerId="ADAL" clId="{334436CA-1CCD-4BBD-8F17-45C1ED061B1F}" dt="2024-04-22T06:39:20.617" v="94" actId="20577"/>
          <ac:spMkLst>
            <pc:docMk/>
            <pc:sldMk cId="4288224063" sldId="2147481179"/>
            <ac:spMk id="20" creationId="{6A24CAE9-0FBF-6E70-B9DD-B0F071E79A28}"/>
          </ac:spMkLst>
        </pc:spChg>
        <pc:spChg chg="mod">
          <ac:chgData name="Liang,Dr.,Hongzi (HP Medicine) BII-CN-S" userId="29bc0a18-5096-49d5-ae49-3e5745cfa117" providerId="ADAL" clId="{334436CA-1CCD-4BBD-8F17-45C1ED061B1F}" dt="2024-04-23T02:33:42.882" v="1394" actId="1036"/>
          <ac:spMkLst>
            <pc:docMk/>
            <pc:sldMk cId="4288224063" sldId="2147481179"/>
            <ac:spMk id="22" creationId="{8B53F25E-58BE-12D0-96F2-DEEB0548FF54}"/>
          </ac:spMkLst>
        </pc:spChg>
        <pc:spChg chg="mod">
          <ac:chgData name="Liang,Dr.,Hongzi (HP Medicine) BII-CN-S" userId="29bc0a18-5096-49d5-ae49-3e5745cfa117" providerId="ADAL" clId="{334436CA-1CCD-4BBD-8F17-45C1ED061B1F}" dt="2024-04-22T07:00:42.271" v="849" actId="1036"/>
          <ac:spMkLst>
            <pc:docMk/>
            <pc:sldMk cId="4288224063" sldId="2147481179"/>
            <ac:spMk id="23" creationId="{57512178-816C-03CB-C694-BB72C37EEE89}"/>
          </ac:spMkLst>
        </pc:spChg>
        <pc:spChg chg="mod">
          <ac:chgData name="Liang,Dr.,Hongzi (HP Medicine) BII-CN-S" userId="29bc0a18-5096-49d5-ae49-3e5745cfa117" providerId="ADAL" clId="{334436CA-1CCD-4BBD-8F17-45C1ED061B1F}" dt="2024-04-22T06:50:55.657" v="408" actId="1076"/>
          <ac:spMkLst>
            <pc:docMk/>
            <pc:sldMk cId="4288224063" sldId="2147481179"/>
            <ac:spMk id="37" creationId="{5F509301-3F23-9483-30E7-4122EF507F0E}"/>
          </ac:spMkLst>
        </pc:spChg>
        <pc:spChg chg="mod">
          <ac:chgData name="Liang,Dr.,Hongzi (HP Medicine) BII-CN-S" userId="29bc0a18-5096-49d5-ae49-3e5745cfa117" providerId="ADAL" clId="{334436CA-1CCD-4BBD-8F17-45C1ED061B1F}" dt="2024-04-22T06:39:23.793" v="97" actId="20577"/>
          <ac:spMkLst>
            <pc:docMk/>
            <pc:sldMk cId="4288224063" sldId="2147481179"/>
            <ac:spMk id="43" creationId="{8FF504B9-D7B0-3FFD-4C86-1FFCDC6ADC92}"/>
          </ac:spMkLst>
        </pc:spChg>
        <pc:spChg chg="del">
          <ac:chgData name="Liang,Dr.,Hongzi (HP Medicine) BII-CN-S" userId="29bc0a18-5096-49d5-ae49-3e5745cfa117" providerId="ADAL" clId="{334436CA-1CCD-4BBD-8F17-45C1ED061B1F}" dt="2024-04-22T06:50:19.674" v="390" actId="478"/>
          <ac:spMkLst>
            <pc:docMk/>
            <pc:sldMk cId="4288224063" sldId="2147481179"/>
            <ac:spMk id="48" creationId="{287D38BA-2640-003A-A28D-2AEF206B8219}"/>
          </ac:spMkLst>
        </pc:spChg>
        <pc:spChg chg="add del mod">
          <ac:chgData name="Liang,Dr.,Hongzi (HP Medicine) BII-CN-S" userId="29bc0a18-5096-49d5-ae49-3e5745cfa117" providerId="ADAL" clId="{334436CA-1CCD-4BBD-8F17-45C1ED061B1F}" dt="2024-04-22T06:50:28.514" v="405" actId="1038"/>
          <ac:spMkLst>
            <pc:docMk/>
            <pc:sldMk cId="4288224063" sldId="2147481179"/>
            <ac:spMk id="49" creationId="{6352F2DA-334B-CA60-CADD-FDF8BB831DC6}"/>
          </ac:spMkLst>
        </pc:spChg>
        <pc:spChg chg="add mod">
          <ac:chgData name="Liang,Dr.,Hongzi (HP Medicine) BII-CN-S" userId="29bc0a18-5096-49d5-ae49-3e5745cfa117" providerId="ADAL" clId="{334436CA-1CCD-4BBD-8F17-45C1ED061B1F}" dt="2024-04-23T02:32:15.693" v="1301" actId="20577"/>
          <ac:spMkLst>
            <pc:docMk/>
            <pc:sldMk cId="4288224063" sldId="2147481179"/>
            <ac:spMk id="69" creationId="{71313DF2-BD8C-AD15-3775-5680DB7B6F13}"/>
          </ac:spMkLst>
        </pc:spChg>
        <pc:spChg chg="add mod">
          <ac:chgData name="Liang,Dr.,Hongzi (HP Medicine) BII-CN-S" userId="29bc0a18-5096-49d5-ae49-3e5745cfa117" providerId="ADAL" clId="{334436CA-1CCD-4BBD-8F17-45C1ED061B1F}" dt="2024-04-22T07:27:47.531" v="1239" actId="1036"/>
          <ac:spMkLst>
            <pc:docMk/>
            <pc:sldMk cId="4288224063" sldId="2147481179"/>
            <ac:spMk id="73" creationId="{3FEAA8EF-0E8B-51B4-BED6-9862EE757C7D}"/>
          </ac:spMkLst>
        </pc:spChg>
        <pc:spChg chg="mod">
          <ac:chgData name="Liang,Dr.,Hongzi (HP Medicine) BII-CN-S" userId="29bc0a18-5096-49d5-ae49-3e5745cfa117" providerId="ADAL" clId="{334436CA-1CCD-4BBD-8F17-45C1ED061B1F}" dt="2024-04-22T06:49:29.809" v="377" actId="1036"/>
          <ac:spMkLst>
            <pc:docMk/>
            <pc:sldMk cId="4288224063" sldId="2147481179"/>
            <ac:spMk id="76" creationId="{765277D6-4E52-9DAD-1BCB-6E33904756D5}"/>
          </ac:spMkLst>
        </pc:spChg>
        <pc:spChg chg="mod">
          <ac:chgData name="Liang,Dr.,Hongzi (HP Medicine) BII-CN-S" userId="29bc0a18-5096-49d5-ae49-3e5745cfa117" providerId="ADAL" clId="{334436CA-1CCD-4BBD-8F17-45C1ED061B1F}" dt="2024-04-22T06:49:22.375" v="368" actId="1035"/>
          <ac:spMkLst>
            <pc:docMk/>
            <pc:sldMk cId="4288224063" sldId="2147481179"/>
            <ac:spMk id="80" creationId="{754D7411-AB6F-E53C-2465-F22C94F23C34}"/>
          </ac:spMkLst>
        </pc:spChg>
        <pc:spChg chg="mod">
          <ac:chgData name="Liang,Dr.,Hongzi (HP Medicine) BII-CN-S" userId="29bc0a18-5096-49d5-ae49-3e5745cfa117" providerId="ADAL" clId="{334436CA-1CCD-4BBD-8F17-45C1ED061B1F}" dt="2024-04-22T06:51:19.106" v="429" actId="1037"/>
          <ac:spMkLst>
            <pc:docMk/>
            <pc:sldMk cId="4288224063" sldId="2147481179"/>
            <ac:spMk id="81" creationId="{0E1D2AAA-6DF8-CC71-E0E8-93B41B0AD64F}"/>
          </ac:spMkLst>
        </pc:spChg>
        <pc:spChg chg="ord">
          <ac:chgData name="Liang,Dr.,Hongzi (HP Medicine) BII-CN-S" userId="29bc0a18-5096-49d5-ae49-3e5745cfa117" providerId="ADAL" clId="{334436CA-1CCD-4BBD-8F17-45C1ED061B1F}" dt="2024-04-22T06:50:15.273" v="389" actId="167"/>
          <ac:spMkLst>
            <pc:docMk/>
            <pc:sldMk cId="4288224063" sldId="2147481179"/>
            <ac:spMk id="100" creationId="{85BEE5DA-A751-70F8-5FEF-908651CED0DC}"/>
          </ac:spMkLst>
        </pc:spChg>
        <pc:spChg chg="add mod">
          <ac:chgData name="Liang,Dr.,Hongzi (HP Medicine) BII-CN-S" userId="29bc0a18-5096-49d5-ae49-3e5745cfa117" providerId="ADAL" clId="{334436CA-1CCD-4BBD-8F17-45C1ED061B1F}" dt="2024-04-23T02:34:18.040" v="1422" actId="1038"/>
          <ac:spMkLst>
            <pc:docMk/>
            <pc:sldMk cId="4288224063" sldId="2147481179"/>
            <ac:spMk id="110" creationId="{78865124-8BC5-BD84-3144-0AF02F3617DA}"/>
          </ac:spMkLst>
        </pc:spChg>
        <pc:spChg chg="add del mod">
          <ac:chgData name="Liang,Dr.,Hongzi (HP Medicine) BII-CN-S" userId="29bc0a18-5096-49d5-ae49-3e5745cfa117" providerId="ADAL" clId="{334436CA-1CCD-4BBD-8F17-45C1ED061B1F}" dt="2024-04-23T02:34:18.040" v="1422" actId="1038"/>
          <ac:spMkLst>
            <pc:docMk/>
            <pc:sldMk cId="4288224063" sldId="2147481179"/>
            <ac:spMk id="137" creationId="{AB115A59-A33F-0061-F4A9-19C5B40C0D9C}"/>
          </ac:spMkLst>
        </pc:spChg>
        <pc:spChg chg="mod">
          <ac:chgData name="Liang,Dr.,Hongzi (HP Medicine) BII-CN-S" userId="29bc0a18-5096-49d5-ae49-3e5745cfa117" providerId="ADAL" clId="{334436CA-1CCD-4BBD-8F17-45C1ED061B1F}" dt="2024-04-23T02:31:16.745" v="1260" actId="20577"/>
          <ac:spMkLst>
            <pc:docMk/>
            <pc:sldMk cId="4288224063" sldId="2147481179"/>
            <ac:spMk id="152" creationId="{633FAA8C-E7A4-DBEC-0856-8D433C2BCC6E}"/>
          </ac:spMkLst>
        </pc:spChg>
        <pc:spChg chg="mod">
          <ac:chgData name="Liang,Dr.,Hongzi (HP Medicine) BII-CN-S" userId="29bc0a18-5096-49d5-ae49-3e5745cfa117" providerId="ADAL" clId="{334436CA-1CCD-4BBD-8F17-45C1ED061B1F}" dt="2024-04-23T02:32:42.878" v="1363" actId="1036"/>
          <ac:spMkLst>
            <pc:docMk/>
            <pc:sldMk cId="4288224063" sldId="2147481179"/>
            <ac:spMk id="153" creationId="{531F2A4B-3F77-31AB-8615-5171A4D011FA}"/>
          </ac:spMkLst>
        </pc:spChg>
        <pc:spChg chg="add mod">
          <ac:chgData name="Liang,Dr.,Hongzi (HP Medicine) BII-CN-S" userId="29bc0a18-5096-49d5-ae49-3e5745cfa117" providerId="ADAL" clId="{334436CA-1CCD-4BBD-8F17-45C1ED061B1F}" dt="2024-04-23T02:35:34.979" v="1451" actId="1076"/>
          <ac:spMkLst>
            <pc:docMk/>
            <pc:sldMk cId="4288224063" sldId="2147481179"/>
            <ac:spMk id="154" creationId="{57CD4ACF-FE32-6E28-80F9-252DB2C26B18}"/>
          </ac:spMkLst>
        </pc:spChg>
        <pc:spChg chg="add mod">
          <ac:chgData name="Liang,Dr.,Hongzi (HP Medicine) BII-CN-S" userId="29bc0a18-5096-49d5-ae49-3e5745cfa117" providerId="ADAL" clId="{334436CA-1CCD-4BBD-8F17-45C1ED061B1F}" dt="2024-04-23T02:35:42.768" v="1453" actId="1076"/>
          <ac:spMkLst>
            <pc:docMk/>
            <pc:sldMk cId="4288224063" sldId="2147481179"/>
            <ac:spMk id="155" creationId="{AB36A372-E490-4D5A-69FE-989859E9A017}"/>
          </ac:spMkLst>
        </pc:spChg>
        <pc:spChg chg="add mod">
          <ac:chgData name="Liang,Dr.,Hongzi (HP Medicine) BII-CN-S" userId="29bc0a18-5096-49d5-ae49-3e5745cfa117" providerId="ADAL" clId="{334436CA-1CCD-4BBD-8F17-45C1ED061B1F}" dt="2024-04-23T02:36:05.015" v="1460" actId="1076"/>
          <ac:spMkLst>
            <pc:docMk/>
            <pc:sldMk cId="4288224063" sldId="2147481179"/>
            <ac:spMk id="156" creationId="{5E092CE7-A0BD-763C-A694-971E27BF82DB}"/>
          </ac:spMkLst>
        </pc:spChg>
        <pc:spChg chg="add mod">
          <ac:chgData name="Liang,Dr.,Hongzi (HP Medicine) BII-CN-S" userId="29bc0a18-5096-49d5-ae49-3e5745cfa117" providerId="ADAL" clId="{334436CA-1CCD-4BBD-8F17-45C1ED061B1F}" dt="2024-04-23T02:36:13.001" v="1462" actId="1076"/>
          <ac:spMkLst>
            <pc:docMk/>
            <pc:sldMk cId="4288224063" sldId="2147481179"/>
            <ac:spMk id="157" creationId="{8DBD91B9-E39F-2914-4884-816D624E7FBD}"/>
          </ac:spMkLst>
        </pc:spChg>
        <pc:spChg chg="add mod">
          <ac:chgData name="Liang,Dr.,Hongzi (HP Medicine) BII-CN-S" userId="29bc0a18-5096-49d5-ae49-3e5745cfa117" providerId="ADAL" clId="{334436CA-1CCD-4BBD-8F17-45C1ED061B1F}" dt="2024-04-24T06:59:37.960" v="4891" actId="20577"/>
          <ac:spMkLst>
            <pc:docMk/>
            <pc:sldMk cId="4288224063" sldId="2147481179"/>
            <ac:spMk id="158" creationId="{859CF1CF-0D8B-FFE4-6C8A-DE5A9A9B6D35}"/>
          </ac:spMkLst>
        </pc:spChg>
        <pc:picChg chg="add del mod">
          <ac:chgData name="Liang,Dr.,Hongzi (HP Medicine) BII-CN-S" userId="29bc0a18-5096-49d5-ae49-3e5745cfa117" providerId="ADAL" clId="{334436CA-1CCD-4BBD-8F17-45C1ED061B1F}" dt="2024-04-23T08:08:04.325" v="2502" actId="21"/>
          <ac:picMkLst>
            <pc:docMk/>
            <pc:sldMk cId="4288224063" sldId="2147481179"/>
            <ac:picMk id="95" creationId="{6FD73FE7-9AAF-AFA9-6344-BADAB351A304}"/>
          </ac:picMkLst>
        </pc:picChg>
        <pc:cxnChg chg="mod">
          <ac:chgData name="Liang,Dr.,Hongzi (HP Medicine) BII-CN-S" userId="29bc0a18-5096-49d5-ae49-3e5745cfa117" providerId="ADAL" clId="{334436CA-1CCD-4BBD-8F17-45C1ED061B1F}" dt="2024-04-23T03:02:06.546" v="1761" actId="1038"/>
          <ac:cxnSpMkLst>
            <pc:docMk/>
            <pc:sldMk cId="4288224063" sldId="2147481179"/>
            <ac:cxnSpMk id="13" creationId="{3E2D9D4E-42B7-103F-1985-4FD1CB09E606}"/>
          </ac:cxnSpMkLst>
        </pc:cxnChg>
      </pc:sldChg>
      <pc:sldChg chg="addSp delSp modSp mod">
        <pc:chgData name="Liang,Dr.,Hongzi (HP Medicine) BII-CN-S" userId="29bc0a18-5096-49d5-ae49-3e5745cfa117" providerId="ADAL" clId="{334436CA-1CCD-4BBD-8F17-45C1ED061B1F}" dt="2024-04-22T07:25:46.939" v="1191" actId="20577"/>
        <pc:sldMkLst>
          <pc:docMk/>
          <pc:sldMk cId="1464325467" sldId="2147481184"/>
        </pc:sldMkLst>
        <pc:spChg chg="add mod">
          <ac:chgData name="Liang,Dr.,Hongzi (HP Medicine) BII-CN-S" userId="29bc0a18-5096-49d5-ae49-3e5745cfa117" providerId="ADAL" clId="{334436CA-1CCD-4BBD-8F17-45C1ED061B1F}" dt="2024-04-22T07:25:46.939" v="1191" actId="20577"/>
          <ac:spMkLst>
            <pc:docMk/>
            <pc:sldMk cId="1464325467" sldId="2147481184"/>
            <ac:spMk id="2" creationId="{6D45E95C-25AF-8369-112A-99DC15861065}"/>
          </ac:spMkLst>
        </pc:spChg>
        <pc:picChg chg="del">
          <ac:chgData name="Liang,Dr.,Hongzi (HP Medicine) BII-CN-S" userId="29bc0a18-5096-49d5-ae49-3e5745cfa117" providerId="ADAL" clId="{334436CA-1CCD-4BBD-8F17-45C1ED061B1F}" dt="2024-04-22T07:25:28.068" v="1177" actId="478"/>
          <ac:picMkLst>
            <pc:docMk/>
            <pc:sldMk cId="1464325467" sldId="2147481184"/>
            <ac:picMk id="4" creationId="{87D5C682-6FCD-DE6B-A76A-D6B85574EA6C}"/>
          </ac:picMkLst>
        </pc:picChg>
      </pc:sldChg>
      <pc:sldChg chg="addSp delSp modSp mod">
        <pc:chgData name="Liang,Dr.,Hongzi (HP Medicine) BII-CN-S" userId="29bc0a18-5096-49d5-ae49-3e5745cfa117" providerId="ADAL" clId="{334436CA-1CCD-4BBD-8F17-45C1ED061B1F}" dt="2024-04-22T07:24:25.706" v="1173" actId="20577"/>
        <pc:sldMkLst>
          <pc:docMk/>
          <pc:sldMk cId="3187301511" sldId="2147481185"/>
        </pc:sldMkLst>
        <pc:spChg chg="add mod">
          <ac:chgData name="Liang,Dr.,Hongzi (HP Medicine) BII-CN-S" userId="29bc0a18-5096-49d5-ae49-3e5745cfa117" providerId="ADAL" clId="{334436CA-1CCD-4BBD-8F17-45C1ED061B1F}" dt="2024-04-22T07:24:25.706" v="1173" actId="20577"/>
          <ac:spMkLst>
            <pc:docMk/>
            <pc:sldMk cId="3187301511" sldId="2147481185"/>
            <ac:spMk id="2" creationId="{4C45B68B-25C3-F3EF-4CDC-51B2ED2852CF}"/>
          </ac:spMkLst>
        </pc:spChg>
        <pc:picChg chg="del">
          <ac:chgData name="Liang,Dr.,Hongzi (HP Medicine) BII-CN-S" userId="29bc0a18-5096-49d5-ae49-3e5745cfa117" providerId="ADAL" clId="{334436CA-1CCD-4BBD-8F17-45C1ED061B1F}" dt="2024-04-22T07:24:03.020" v="1160" actId="478"/>
          <ac:picMkLst>
            <pc:docMk/>
            <pc:sldMk cId="3187301511" sldId="2147481185"/>
            <ac:picMk id="4" creationId="{C9D12C5E-75F8-DB29-A39A-F61C7C25127F}"/>
          </ac:picMkLst>
        </pc:picChg>
      </pc:sldChg>
      <pc:sldChg chg="addSp delSp modSp new mod">
        <pc:chgData name="Liang,Dr.,Hongzi (HP Medicine) BII-CN-S" userId="29bc0a18-5096-49d5-ae49-3e5745cfa117" providerId="ADAL" clId="{334436CA-1CCD-4BBD-8F17-45C1ED061B1F}" dt="2024-04-24T06:53:33.557" v="4834" actId="1035"/>
        <pc:sldMkLst>
          <pc:docMk/>
          <pc:sldMk cId="1639369163" sldId="2147481186"/>
        </pc:sldMkLst>
        <pc:spChg chg="mod">
          <ac:chgData name="Liang,Dr.,Hongzi (HP Medicine) BII-CN-S" userId="29bc0a18-5096-49d5-ae49-3e5745cfa117" providerId="ADAL" clId="{334436CA-1CCD-4BBD-8F17-45C1ED061B1F}" dt="2024-04-23T07:43:23.771" v="2126" actId="20577"/>
          <ac:spMkLst>
            <pc:docMk/>
            <pc:sldMk cId="1639369163" sldId="2147481186"/>
            <ac:spMk id="2" creationId="{646EDECE-3080-1D2A-DAC5-A50B07FA93EC}"/>
          </ac:spMkLst>
        </pc:spChg>
        <pc:spChg chg="del">
          <ac:chgData name="Liang,Dr.,Hongzi (HP Medicine) BII-CN-S" userId="29bc0a18-5096-49d5-ae49-3e5745cfa117" providerId="ADAL" clId="{334436CA-1CCD-4BBD-8F17-45C1ED061B1F}" dt="2024-04-23T07:43:38.928" v="2128" actId="478"/>
          <ac:spMkLst>
            <pc:docMk/>
            <pc:sldMk cId="1639369163" sldId="2147481186"/>
            <ac:spMk id="3" creationId="{E49D4C0E-0123-D832-BB93-F0BE717B5509}"/>
          </ac:spMkLst>
        </pc:spChg>
        <pc:spChg chg="add mod">
          <ac:chgData name="Liang,Dr.,Hongzi (HP Medicine) BII-CN-S" userId="29bc0a18-5096-49d5-ae49-3e5745cfa117" providerId="ADAL" clId="{334436CA-1CCD-4BBD-8F17-45C1ED061B1F}" dt="2024-04-24T06:53:33.557" v="4834" actId="1035"/>
          <ac:spMkLst>
            <pc:docMk/>
            <pc:sldMk cId="1639369163" sldId="2147481186"/>
            <ac:spMk id="8" creationId="{B6A932E9-D1D6-3DC9-9DE9-DD5315386480}"/>
          </ac:spMkLst>
        </pc:spChg>
        <pc:graphicFrameChg chg="add mod modGraphic">
          <ac:chgData name="Liang,Dr.,Hongzi (HP Medicine) BII-CN-S" userId="29bc0a18-5096-49d5-ae49-3e5745cfa117" providerId="ADAL" clId="{334436CA-1CCD-4BBD-8F17-45C1ED061B1F}" dt="2024-04-24T06:53:20.762" v="4828" actId="20577"/>
          <ac:graphicFrameMkLst>
            <pc:docMk/>
            <pc:sldMk cId="1639369163" sldId="2147481186"/>
            <ac:graphicFrameMk id="6" creationId="{1BEDC4F8-0BB0-E4D4-CF78-5689041F13D7}"/>
          </ac:graphicFrameMkLst>
        </pc:graphicFrameChg>
      </pc:sldChg>
      <pc:sldChg chg="addSp modSp new mod">
        <pc:chgData name="Liang,Dr.,Hongzi (HP Medicine) BII-CN-S" userId="29bc0a18-5096-49d5-ae49-3e5745cfa117" providerId="ADAL" clId="{334436CA-1CCD-4BBD-8F17-45C1ED061B1F}" dt="2024-04-23T08:16:17.060" v="2669" actId="1076"/>
        <pc:sldMkLst>
          <pc:docMk/>
          <pc:sldMk cId="1525784286" sldId="2147481187"/>
        </pc:sldMkLst>
        <pc:spChg chg="mod">
          <ac:chgData name="Liang,Dr.,Hongzi (HP Medicine) BII-CN-S" userId="29bc0a18-5096-49d5-ae49-3e5745cfa117" providerId="ADAL" clId="{334436CA-1CCD-4BBD-8F17-45C1ED061B1F}" dt="2024-04-23T08:09:00.203" v="2648" actId="20577"/>
          <ac:spMkLst>
            <pc:docMk/>
            <pc:sldMk cId="1525784286" sldId="2147481187"/>
            <ac:spMk id="2" creationId="{5EAD687E-63ED-1351-9FAD-6AE3F2E151EE}"/>
          </ac:spMkLst>
        </pc:spChg>
        <pc:spChg chg="mod">
          <ac:chgData name="Liang,Dr.,Hongzi (HP Medicine) BII-CN-S" userId="29bc0a18-5096-49d5-ae49-3e5745cfa117" providerId="ADAL" clId="{334436CA-1CCD-4BBD-8F17-45C1ED061B1F}" dt="2024-04-23T08:16:04.294" v="2665" actId="20577"/>
          <ac:spMkLst>
            <pc:docMk/>
            <pc:sldMk cId="1525784286" sldId="2147481187"/>
            <ac:spMk id="3" creationId="{62900118-90EA-D13A-1D85-D1A24C41215E}"/>
          </ac:spMkLst>
        </pc:spChg>
        <pc:picChg chg="add mod">
          <ac:chgData name="Liang,Dr.,Hongzi (HP Medicine) BII-CN-S" userId="29bc0a18-5096-49d5-ae49-3e5745cfa117" providerId="ADAL" clId="{334436CA-1CCD-4BBD-8F17-45C1ED061B1F}" dt="2024-04-23T08:16:17.060" v="2669" actId="1076"/>
          <ac:picMkLst>
            <pc:docMk/>
            <pc:sldMk cId="1525784286" sldId="2147481187"/>
            <ac:picMk id="7" creationId="{3CD8DF65-C63E-FD39-5152-72B355E9860A}"/>
          </ac:picMkLst>
        </pc:picChg>
      </pc:sldChg>
      <pc:sldChg chg="addSp modSp mod">
        <pc:chgData name="Liang,Dr.,Hongzi (HP Medicine) BII-CN-S" userId="29bc0a18-5096-49d5-ae49-3e5745cfa117" providerId="ADAL" clId="{334436CA-1CCD-4BBD-8F17-45C1ED061B1F}" dt="2024-04-24T07:01:57.784" v="4892"/>
        <pc:sldMkLst>
          <pc:docMk/>
          <pc:sldMk cId="1525338381" sldId="2147481188"/>
        </pc:sldMkLst>
        <pc:spChg chg="add mod">
          <ac:chgData name="Liang,Dr.,Hongzi (HP Medicine) BII-CN-S" userId="29bc0a18-5096-49d5-ae49-3e5745cfa117" providerId="ADAL" clId="{334436CA-1CCD-4BBD-8F17-45C1ED061B1F}" dt="2024-04-23T08:45:01.068" v="3138" actId="20577"/>
          <ac:spMkLst>
            <pc:docMk/>
            <pc:sldMk cId="1525338381" sldId="2147481188"/>
            <ac:spMk id="3" creationId="{3F389B26-DA2A-FC1F-226E-B17E21E573EB}"/>
          </ac:spMkLst>
        </pc:spChg>
        <pc:spChg chg="mod">
          <ac:chgData name="Liang,Dr.,Hongzi (HP Medicine) BII-CN-S" userId="29bc0a18-5096-49d5-ae49-3e5745cfa117" providerId="ADAL" clId="{334436CA-1CCD-4BBD-8F17-45C1ED061B1F}" dt="2024-04-23T09:09:06.309" v="3892" actId="1036"/>
          <ac:spMkLst>
            <pc:docMk/>
            <pc:sldMk cId="1525338381" sldId="2147481188"/>
            <ac:spMk id="4" creationId="{65AA60DC-1AEC-C627-F73F-2BBEE6515463}"/>
          </ac:spMkLst>
        </pc:spChg>
        <pc:spChg chg="mod">
          <ac:chgData name="Liang,Dr.,Hongzi (HP Medicine) BII-CN-S" userId="29bc0a18-5096-49d5-ae49-3e5745cfa117" providerId="ADAL" clId="{334436CA-1CCD-4BBD-8F17-45C1ED061B1F}" dt="2024-04-23T09:09:06.309" v="3892" actId="1036"/>
          <ac:spMkLst>
            <pc:docMk/>
            <pc:sldMk cId="1525338381" sldId="2147481188"/>
            <ac:spMk id="5" creationId="{239B996B-9BFD-C56D-923D-5DFF23E00BA2}"/>
          </ac:spMkLst>
        </pc:spChg>
        <pc:spChg chg="add mod">
          <ac:chgData name="Liang,Dr.,Hongzi (HP Medicine) BII-CN-S" userId="29bc0a18-5096-49d5-ae49-3e5745cfa117" providerId="ADAL" clId="{334436CA-1CCD-4BBD-8F17-45C1ED061B1F}" dt="2024-04-23T10:01:59.219" v="4727" actId="2085"/>
          <ac:spMkLst>
            <pc:docMk/>
            <pc:sldMk cId="1525338381" sldId="2147481188"/>
            <ac:spMk id="6" creationId="{9E9D068A-2387-2CB0-BB79-A4322DE4CCF3}"/>
          </ac:spMkLst>
        </pc:spChg>
        <pc:spChg chg="add mod">
          <ac:chgData name="Liang,Dr.,Hongzi (HP Medicine) BII-CN-S" userId="29bc0a18-5096-49d5-ae49-3e5745cfa117" providerId="ADAL" clId="{334436CA-1CCD-4BBD-8F17-45C1ED061B1F}" dt="2024-04-24T07:01:57.784" v="4892"/>
          <ac:spMkLst>
            <pc:docMk/>
            <pc:sldMk cId="1525338381" sldId="2147481188"/>
            <ac:spMk id="7" creationId="{C15E296E-07A3-A4C9-98AF-3AEF96CE6082}"/>
          </ac:spMkLst>
        </pc:spChg>
        <pc:spChg chg="add mod">
          <ac:chgData name="Liang,Dr.,Hongzi (HP Medicine) BII-CN-S" userId="29bc0a18-5096-49d5-ae49-3e5745cfa117" providerId="ADAL" clId="{334436CA-1CCD-4BBD-8F17-45C1ED061B1F}" dt="2024-04-23T09:15:39.002" v="3946" actId="1035"/>
          <ac:spMkLst>
            <pc:docMk/>
            <pc:sldMk cId="1525338381" sldId="2147481188"/>
            <ac:spMk id="8" creationId="{A239B152-C802-F0C6-4163-6E3A91DFEBBB}"/>
          </ac:spMkLst>
        </pc:spChg>
        <pc:spChg chg="mod">
          <ac:chgData name="Liang,Dr.,Hongzi (HP Medicine) BII-CN-S" userId="29bc0a18-5096-49d5-ae49-3e5745cfa117" providerId="ADAL" clId="{334436CA-1CCD-4BBD-8F17-45C1ED061B1F}" dt="2024-04-23T09:08:50.971" v="3881" actId="1036"/>
          <ac:spMkLst>
            <pc:docMk/>
            <pc:sldMk cId="1525338381" sldId="2147481188"/>
            <ac:spMk id="65" creationId="{CF9106E8-BE52-8671-6206-DB933F214623}"/>
          </ac:spMkLst>
        </pc:spChg>
        <pc:spChg chg="mod">
          <ac:chgData name="Liang,Dr.,Hongzi (HP Medicine) BII-CN-S" userId="29bc0a18-5096-49d5-ae49-3e5745cfa117" providerId="ADAL" clId="{334436CA-1CCD-4BBD-8F17-45C1ED061B1F}" dt="2024-04-23T09:08:50.971" v="3881" actId="1036"/>
          <ac:spMkLst>
            <pc:docMk/>
            <pc:sldMk cId="1525338381" sldId="2147481188"/>
            <ac:spMk id="66" creationId="{39043E9A-2341-C9E9-8ADF-BE2BD8E4E81C}"/>
          </ac:spMkLst>
        </pc:spChg>
        <pc:spChg chg="mod">
          <ac:chgData name="Liang,Dr.,Hongzi (HP Medicine) BII-CN-S" userId="29bc0a18-5096-49d5-ae49-3e5745cfa117" providerId="ADAL" clId="{334436CA-1CCD-4BBD-8F17-45C1ED061B1F}" dt="2024-04-23T09:08:50.971" v="3881" actId="1036"/>
          <ac:spMkLst>
            <pc:docMk/>
            <pc:sldMk cId="1525338381" sldId="2147481188"/>
            <ac:spMk id="67" creationId="{DA526506-6F26-2B60-7634-6DC54A2012D7}"/>
          </ac:spMkLst>
        </pc:spChg>
        <pc:spChg chg="mod">
          <ac:chgData name="Liang,Dr.,Hongzi (HP Medicine) BII-CN-S" userId="29bc0a18-5096-49d5-ae49-3e5745cfa117" providerId="ADAL" clId="{334436CA-1CCD-4BBD-8F17-45C1ED061B1F}" dt="2024-04-23T09:08:50.971" v="3881" actId="1036"/>
          <ac:spMkLst>
            <pc:docMk/>
            <pc:sldMk cId="1525338381" sldId="2147481188"/>
            <ac:spMk id="74" creationId="{432161AA-D75E-8C97-EAED-D20AE084340D}"/>
          </ac:spMkLst>
        </pc:spChg>
        <pc:spChg chg="mod">
          <ac:chgData name="Liang,Dr.,Hongzi (HP Medicine) BII-CN-S" userId="29bc0a18-5096-49d5-ae49-3e5745cfa117" providerId="ADAL" clId="{334436CA-1CCD-4BBD-8F17-45C1ED061B1F}" dt="2024-04-23T09:08:50.971" v="3881" actId="1036"/>
          <ac:spMkLst>
            <pc:docMk/>
            <pc:sldMk cId="1525338381" sldId="2147481188"/>
            <ac:spMk id="75" creationId="{EC289FFF-8AE9-F66D-2FDD-118BC8D6FED6}"/>
          </ac:spMkLst>
        </pc:spChg>
        <pc:spChg chg="mod">
          <ac:chgData name="Liang,Dr.,Hongzi (HP Medicine) BII-CN-S" userId="29bc0a18-5096-49d5-ae49-3e5745cfa117" providerId="ADAL" clId="{334436CA-1CCD-4BBD-8F17-45C1ED061B1F}" dt="2024-04-23T09:08:50.971" v="3881" actId="1036"/>
          <ac:spMkLst>
            <pc:docMk/>
            <pc:sldMk cId="1525338381" sldId="2147481188"/>
            <ac:spMk id="76" creationId="{EF5607BC-19D8-C125-4C75-A46F27BAF36F}"/>
          </ac:spMkLst>
        </pc:spChg>
        <pc:spChg chg="mod">
          <ac:chgData name="Liang,Dr.,Hongzi (HP Medicine) BII-CN-S" userId="29bc0a18-5096-49d5-ae49-3e5745cfa117" providerId="ADAL" clId="{334436CA-1CCD-4BBD-8F17-45C1ED061B1F}" dt="2024-04-23T09:08:50.971" v="3881" actId="1036"/>
          <ac:spMkLst>
            <pc:docMk/>
            <pc:sldMk cId="1525338381" sldId="2147481188"/>
            <ac:spMk id="127" creationId="{F4E9A910-81DC-DE85-91E5-3266CE45E93D}"/>
          </ac:spMkLst>
        </pc:spChg>
        <pc:spChg chg="mod">
          <ac:chgData name="Liang,Dr.,Hongzi (HP Medicine) BII-CN-S" userId="29bc0a18-5096-49d5-ae49-3e5745cfa117" providerId="ADAL" clId="{334436CA-1CCD-4BBD-8F17-45C1ED061B1F}" dt="2024-04-23T09:08:50.971" v="3881" actId="1036"/>
          <ac:spMkLst>
            <pc:docMk/>
            <pc:sldMk cId="1525338381" sldId="2147481188"/>
            <ac:spMk id="128" creationId="{74DC6BA0-0E03-DCBF-F487-A0560353B4B4}"/>
          </ac:spMkLst>
        </pc:spChg>
        <pc:spChg chg="mod">
          <ac:chgData name="Liang,Dr.,Hongzi (HP Medicine) BII-CN-S" userId="29bc0a18-5096-49d5-ae49-3e5745cfa117" providerId="ADAL" clId="{334436CA-1CCD-4BBD-8F17-45C1ED061B1F}" dt="2024-04-23T09:08:50.971" v="3881" actId="1036"/>
          <ac:spMkLst>
            <pc:docMk/>
            <pc:sldMk cId="1525338381" sldId="2147481188"/>
            <ac:spMk id="129" creationId="{F1D2C9D9-460A-FE1C-5483-84217B434649}"/>
          </ac:spMkLst>
        </pc:spChg>
        <pc:spChg chg="mod">
          <ac:chgData name="Liang,Dr.,Hongzi (HP Medicine) BII-CN-S" userId="29bc0a18-5096-49d5-ae49-3e5745cfa117" providerId="ADAL" clId="{334436CA-1CCD-4BBD-8F17-45C1ED061B1F}" dt="2024-04-23T09:08:50.971" v="3881" actId="1036"/>
          <ac:spMkLst>
            <pc:docMk/>
            <pc:sldMk cId="1525338381" sldId="2147481188"/>
            <ac:spMk id="130" creationId="{50359E3E-9FDE-8AD0-7396-47ED0742CEBE}"/>
          </ac:spMkLst>
        </pc:spChg>
        <pc:spChg chg="mod">
          <ac:chgData name="Liang,Dr.,Hongzi (HP Medicine) BII-CN-S" userId="29bc0a18-5096-49d5-ae49-3e5745cfa117" providerId="ADAL" clId="{334436CA-1CCD-4BBD-8F17-45C1ED061B1F}" dt="2024-04-23T09:08:50.971" v="3881" actId="1036"/>
          <ac:spMkLst>
            <pc:docMk/>
            <pc:sldMk cId="1525338381" sldId="2147481188"/>
            <ac:spMk id="131" creationId="{2F610484-B801-E9B4-B4ED-483E44B49099}"/>
          </ac:spMkLst>
        </pc:spChg>
        <pc:spChg chg="mod">
          <ac:chgData name="Liang,Dr.,Hongzi (HP Medicine) BII-CN-S" userId="29bc0a18-5096-49d5-ae49-3e5745cfa117" providerId="ADAL" clId="{334436CA-1CCD-4BBD-8F17-45C1ED061B1F}" dt="2024-04-23T09:08:50.971" v="3881" actId="1036"/>
          <ac:spMkLst>
            <pc:docMk/>
            <pc:sldMk cId="1525338381" sldId="2147481188"/>
            <ac:spMk id="132" creationId="{5AE28107-D981-895C-95E4-B4CCC04F6DF6}"/>
          </ac:spMkLst>
        </pc:spChg>
        <pc:spChg chg="mod">
          <ac:chgData name="Liang,Dr.,Hongzi (HP Medicine) BII-CN-S" userId="29bc0a18-5096-49d5-ae49-3e5745cfa117" providerId="ADAL" clId="{334436CA-1CCD-4BBD-8F17-45C1ED061B1F}" dt="2024-04-23T09:08:50.971" v="3881" actId="1036"/>
          <ac:spMkLst>
            <pc:docMk/>
            <pc:sldMk cId="1525338381" sldId="2147481188"/>
            <ac:spMk id="133" creationId="{47C0206C-4D3A-EA5A-08A8-B9B2C4C1402E}"/>
          </ac:spMkLst>
        </pc:spChg>
        <pc:spChg chg="mod">
          <ac:chgData name="Liang,Dr.,Hongzi (HP Medicine) BII-CN-S" userId="29bc0a18-5096-49d5-ae49-3e5745cfa117" providerId="ADAL" clId="{334436CA-1CCD-4BBD-8F17-45C1ED061B1F}" dt="2024-04-23T09:08:50.971" v="3881" actId="1036"/>
          <ac:spMkLst>
            <pc:docMk/>
            <pc:sldMk cId="1525338381" sldId="2147481188"/>
            <ac:spMk id="134" creationId="{1EE3FF83-EC85-8E88-DA56-A1F3D13CB53A}"/>
          </ac:spMkLst>
        </pc:spChg>
        <pc:spChg chg="mod">
          <ac:chgData name="Liang,Dr.,Hongzi (HP Medicine) BII-CN-S" userId="29bc0a18-5096-49d5-ae49-3e5745cfa117" providerId="ADAL" clId="{334436CA-1CCD-4BBD-8F17-45C1ED061B1F}" dt="2024-04-23T09:08:50.971" v="3881" actId="1036"/>
          <ac:spMkLst>
            <pc:docMk/>
            <pc:sldMk cId="1525338381" sldId="2147481188"/>
            <ac:spMk id="135" creationId="{0B4CEF12-A369-3907-C6D5-28517850CAC7}"/>
          </ac:spMkLst>
        </pc:spChg>
        <pc:spChg chg="mod">
          <ac:chgData name="Liang,Dr.,Hongzi (HP Medicine) BII-CN-S" userId="29bc0a18-5096-49d5-ae49-3e5745cfa117" providerId="ADAL" clId="{334436CA-1CCD-4BBD-8F17-45C1ED061B1F}" dt="2024-04-23T09:08:50.971" v="3881" actId="1036"/>
          <ac:spMkLst>
            <pc:docMk/>
            <pc:sldMk cId="1525338381" sldId="2147481188"/>
            <ac:spMk id="136" creationId="{68F04867-C962-3E1D-3A45-6063E3B816F5}"/>
          </ac:spMkLst>
        </pc:spChg>
        <pc:spChg chg="mod">
          <ac:chgData name="Liang,Dr.,Hongzi (HP Medicine) BII-CN-S" userId="29bc0a18-5096-49d5-ae49-3e5745cfa117" providerId="ADAL" clId="{334436CA-1CCD-4BBD-8F17-45C1ED061B1F}" dt="2024-04-23T09:08:50.971" v="3881" actId="1036"/>
          <ac:spMkLst>
            <pc:docMk/>
            <pc:sldMk cId="1525338381" sldId="2147481188"/>
            <ac:spMk id="137" creationId="{EDB96221-808C-A468-D5B7-3011CA25566B}"/>
          </ac:spMkLst>
        </pc:spChg>
        <pc:spChg chg="mod">
          <ac:chgData name="Liang,Dr.,Hongzi (HP Medicine) BII-CN-S" userId="29bc0a18-5096-49d5-ae49-3e5745cfa117" providerId="ADAL" clId="{334436CA-1CCD-4BBD-8F17-45C1ED061B1F}" dt="2024-04-23T09:08:50.971" v="3881" actId="1036"/>
          <ac:spMkLst>
            <pc:docMk/>
            <pc:sldMk cId="1525338381" sldId="2147481188"/>
            <ac:spMk id="138" creationId="{C6FCEA8A-E78C-9AAB-B042-EBF6ED566CB5}"/>
          </ac:spMkLst>
        </pc:spChg>
        <pc:spChg chg="mod">
          <ac:chgData name="Liang,Dr.,Hongzi (HP Medicine) BII-CN-S" userId="29bc0a18-5096-49d5-ae49-3e5745cfa117" providerId="ADAL" clId="{334436CA-1CCD-4BBD-8F17-45C1ED061B1F}" dt="2024-04-23T09:08:50.971" v="3881" actId="1036"/>
          <ac:spMkLst>
            <pc:docMk/>
            <pc:sldMk cId="1525338381" sldId="2147481188"/>
            <ac:spMk id="139" creationId="{8DAB8A94-6AC5-3950-A01A-9A843C6BF83E}"/>
          </ac:spMkLst>
        </pc:spChg>
        <pc:spChg chg="mod">
          <ac:chgData name="Liang,Dr.,Hongzi (HP Medicine) BII-CN-S" userId="29bc0a18-5096-49d5-ae49-3e5745cfa117" providerId="ADAL" clId="{334436CA-1CCD-4BBD-8F17-45C1ED061B1F}" dt="2024-04-23T09:08:50.971" v="3881" actId="1036"/>
          <ac:spMkLst>
            <pc:docMk/>
            <pc:sldMk cId="1525338381" sldId="2147481188"/>
            <ac:spMk id="141" creationId="{DA698D6C-5239-FE7B-C7A3-7B7125866C8F}"/>
          </ac:spMkLst>
        </pc:spChg>
        <pc:spChg chg="mod">
          <ac:chgData name="Liang,Dr.,Hongzi (HP Medicine) BII-CN-S" userId="29bc0a18-5096-49d5-ae49-3e5745cfa117" providerId="ADAL" clId="{334436CA-1CCD-4BBD-8F17-45C1ED061B1F}" dt="2024-04-23T09:08:50.971" v="3881" actId="1036"/>
          <ac:spMkLst>
            <pc:docMk/>
            <pc:sldMk cId="1525338381" sldId="2147481188"/>
            <ac:spMk id="142" creationId="{98FB64B6-AC59-99D6-8E3B-CE074CA46F20}"/>
          </ac:spMkLst>
        </pc:spChg>
        <pc:spChg chg="mod">
          <ac:chgData name="Liang,Dr.,Hongzi (HP Medicine) BII-CN-S" userId="29bc0a18-5096-49d5-ae49-3e5745cfa117" providerId="ADAL" clId="{334436CA-1CCD-4BBD-8F17-45C1ED061B1F}" dt="2024-04-23T09:08:50.971" v="3881" actId="1036"/>
          <ac:spMkLst>
            <pc:docMk/>
            <pc:sldMk cId="1525338381" sldId="2147481188"/>
            <ac:spMk id="143" creationId="{93D423CC-4656-43F6-0059-F55B55F8A1C4}"/>
          </ac:spMkLst>
        </pc:spChg>
        <pc:spChg chg="mod">
          <ac:chgData name="Liang,Dr.,Hongzi (HP Medicine) BII-CN-S" userId="29bc0a18-5096-49d5-ae49-3e5745cfa117" providerId="ADAL" clId="{334436CA-1CCD-4BBD-8F17-45C1ED061B1F}" dt="2024-04-23T09:08:50.971" v="3881" actId="1036"/>
          <ac:spMkLst>
            <pc:docMk/>
            <pc:sldMk cId="1525338381" sldId="2147481188"/>
            <ac:spMk id="144" creationId="{76666AFC-2525-1F7C-A50F-C62449691226}"/>
          </ac:spMkLst>
        </pc:spChg>
        <pc:spChg chg="mod">
          <ac:chgData name="Liang,Dr.,Hongzi (HP Medicine) BII-CN-S" userId="29bc0a18-5096-49d5-ae49-3e5745cfa117" providerId="ADAL" clId="{334436CA-1CCD-4BBD-8F17-45C1ED061B1F}" dt="2024-04-23T09:08:50.971" v="3881" actId="1036"/>
          <ac:spMkLst>
            <pc:docMk/>
            <pc:sldMk cId="1525338381" sldId="2147481188"/>
            <ac:spMk id="145" creationId="{533ACC3B-7B5A-7E5F-7B38-2FB92DBBE88A}"/>
          </ac:spMkLst>
        </pc:spChg>
        <pc:spChg chg="mod">
          <ac:chgData name="Liang,Dr.,Hongzi (HP Medicine) BII-CN-S" userId="29bc0a18-5096-49d5-ae49-3e5745cfa117" providerId="ADAL" clId="{334436CA-1CCD-4BBD-8F17-45C1ED061B1F}" dt="2024-04-23T09:08:50.971" v="3881" actId="1036"/>
          <ac:spMkLst>
            <pc:docMk/>
            <pc:sldMk cId="1525338381" sldId="2147481188"/>
            <ac:spMk id="146" creationId="{54793466-1BCC-EC2D-8D8C-B49F9BC6FFD3}"/>
          </ac:spMkLst>
        </pc:spChg>
        <pc:spChg chg="mod">
          <ac:chgData name="Liang,Dr.,Hongzi (HP Medicine) BII-CN-S" userId="29bc0a18-5096-49d5-ae49-3e5745cfa117" providerId="ADAL" clId="{334436CA-1CCD-4BBD-8F17-45C1ED061B1F}" dt="2024-04-23T09:08:50.971" v="3881" actId="1036"/>
          <ac:spMkLst>
            <pc:docMk/>
            <pc:sldMk cId="1525338381" sldId="2147481188"/>
            <ac:spMk id="147" creationId="{BC6E04F8-80EB-DB08-B407-8D030E2C96DB}"/>
          </ac:spMkLst>
        </pc:spChg>
        <pc:spChg chg="mod">
          <ac:chgData name="Liang,Dr.,Hongzi (HP Medicine) BII-CN-S" userId="29bc0a18-5096-49d5-ae49-3e5745cfa117" providerId="ADAL" clId="{334436CA-1CCD-4BBD-8F17-45C1ED061B1F}" dt="2024-04-23T09:08:50.971" v="3881" actId="1036"/>
          <ac:spMkLst>
            <pc:docMk/>
            <pc:sldMk cId="1525338381" sldId="2147481188"/>
            <ac:spMk id="148" creationId="{FF663EC0-79CF-DDD0-C5CB-875F70A93815}"/>
          </ac:spMkLst>
        </pc:spChg>
        <pc:spChg chg="mod">
          <ac:chgData name="Liang,Dr.,Hongzi (HP Medicine) BII-CN-S" userId="29bc0a18-5096-49d5-ae49-3e5745cfa117" providerId="ADAL" clId="{334436CA-1CCD-4BBD-8F17-45C1ED061B1F}" dt="2024-04-23T09:08:50.971" v="3881" actId="1036"/>
          <ac:spMkLst>
            <pc:docMk/>
            <pc:sldMk cId="1525338381" sldId="2147481188"/>
            <ac:spMk id="149" creationId="{91A44DB6-5816-4305-99D8-6434F8E6A61D}"/>
          </ac:spMkLst>
        </pc:spChg>
        <pc:spChg chg="mod">
          <ac:chgData name="Liang,Dr.,Hongzi (HP Medicine) BII-CN-S" userId="29bc0a18-5096-49d5-ae49-3e5745cfa117" providerId="ADAL" clId="{334436CA-1CCD-4BBD-8F17-45C1ED061B1F}" dt="2024-04-23T09:08:50.971" v="3881" actId="1036"/>
          <ac:spMkLst>
            <pc:docMk/>
            <pc:sldMk cId="1525338381" sldId="2147481188"/>
            <ac:spMk id="150" creationId="{74ADC4BC-5678-21F9-6D50-121D34EBC0CE}"/>
          </ac:spMkLst>
        </pc:spChg>
        <pc:spChg chg="mod">
          <ac:chgData name="Liang,Dr.,Hongzi (HP Medicine) BII-CN-S" userId="29bc0a18-5096-49d5-ae49-3e5745cfa117" providerId="ADAL" clId="{334436CA-1CCD-4BBD-8F17-45C1ED061B1F}" dt="2024-04-23T09:08:50.971" v="3881" actId="1036"/>
          <ac:spMkLst>
            <pc:docMk/>
            <pc:sldMk cId="1525338381" sldId="2147481188"/>
            <ac:spMk id="151" creationId="{A9B3F1F2-5022-76DA-7F31-A1F91D73BF4A}"/>
          </ac:spMkLst>
        </pc:spChg>
        <pc:spChg chg="mod">
          <ac:chgData name="Liang,Dr.,Hongzi (HP Medicine) BII-CN-S" userId="29bc0a18-5096-49d5-ae49-3e5745cfa117" providerId="ADAL" clId="{334436CA-1CCD-4BBD-8F17-45C1ED061B1F}" dt="2024-04-23T09:08:50.971" v="3881" actId="1036"/>
          <ac:spMkLst>
            <pc:docMk/>
            <pc:sldMk cId="1525338381" sldId="2147481188"/>
            <ac:spMk id="152" creationId="{855D41F3-AB0F-8628-5344-7B24F69C9798}"/>
          </ac:spMkLst>
        </pc:spChg>
        <pc:spChg chg="mod">
          <ac:chgData name="Liang,Dr.,Hongzi (HP Medicine) BII-CN-S" userId="29bc0a18-5096-49d5-ae49-3e5745cfa117" providerId="ADAL" clId="{334436CA-1CCD-4BBD-8F17-45C1ED061B1F}" dt="2024-04-23T09:08:50.971" v="3881" actId="1036"/>
          <ac:spMkLst>
            <pc:docMk/>
            <pc:sldMk cId="1525338381" sldId="2147481188"/>
            <ac:spMk id="153" creationId="{08A3C033-B010-0DD6-0D9D-A6FE6FFAD1B2}"/>
          </ac:spMkLst>
        </pc:spChg>
        <pc:spChg chg="mod">
          <ac:chgData name="Liang,Dr.,Hongzi (HP Medicine) BII-CN-S" userId="29bc0a18-5096-49d5-ae49-3e5745cfa117" providerId="ADAL" clId="{334436CA-1CCD-4BBD-8F17-45C1ED061B1F}" dt="2024-04-23T09:08:50.971" v="3881" actId="1036"/>
          <ac:spMkLst>
            <pc:docMk/>
            <pc:sldMk cId="1525338381" sldId="2147481188"/>
            <ac:spMk id="154" creationId="{19FDFC7A-B185-63BE-33D6-3813C32E6596}"/>
          </ac:spMkLst>
        </pc:spChg>
        <pc:spChg chg="mod">
          <ac:chgData name="Liang,Dr.,Hongzi (HP Medicine) BII-CN-S" userId="29bc0a18-5096-49d5-ae49-3e5745cfa117" providerId="ADAL" clId="{334436CA-1CCD-4BBD-8F17-45C1ED061B1F}" dt="2024-04-23T09:08:50.971" v="3881" actId="1036"/>
          <ac:spMkLst>
            <pc:docMk/>
            <pc:sldMk cId="1525338381" sldId="2147481188"/>
            <ac:spMk id="155" creationId="{480BF9E7-783E-EF57-B5DC-11970C1AD6E3}"/>
          </ac:spMkLst>
        </pc:spChg>
        <pc:spChg chg="mod">
          <ac:chgData name="Liang,Dr.,Hongzi (HP Medicine) BII-CN-S" userId="29bc0a18-5096-49d5-ae49-3e5745cfa117" providerId="ADAL" clId="{334436CA-1CCD-4BBD-8F17-45C1ED061B1F}" dt="2024-04-23T09:08:50.971" v="3881" actId="1036"/>
          <ac:spMkLst>
            <pc:docMk/>
            <pc:sldMk cId="1525338381" sldId="2147481188"/>
            <ac:spMk id="156" creationId="{B42B6F19-C851-CA76-7EB7-873AC6C54241}"/>
          </ac:spMkLst>
        </pc:spChg>
        <pc:spChg chg="mod">
          <ac:chgData name="Liang,Dr.,Hongzi (HP Medicine) BII-CN-S" userId="29bc0a18-5096-49d5-ae49-3e5745cfa117" providerId="ADAL" clId="{334436CA-1CCD-4BBD-8F17-45C1ED061B1F}" dt="2024-04-23T09:08:50.971" v="3881" actId="1036"/>
          <ac:spMkLst>
            <pc:docMk/>
            <pc:sldMk cId="1525338381" sldId="2147481188"/>
            <ac:spMk id="157" creationId="{54AC2228-CE4E-DE3C-3625-91E99EA9C720}"/>
          </ac:spMkLst>
        </pc:spChg>
        <pc:spChg chg="mod">
          <ac:chgData name="Liang,Dr.,Hongzi (HP Medicine) BII-CN-S" userId="29bc0a18-5096-49d5-ae49-3e5745cfa117" providerId="ADAL" clId="{334436CA-1CCD-4BBD-8F17-45C1ED061B1F}" dt="2024-04-23T09:08:50.971" v="3881" actId="1036"/>
          <ac:spMkLst>
            <pc:docMk/>
            <pc:sldMk cId="1525338381" sldId="2147481188"/>
            <ac:spMk id="158" creationId="{A6C1373D-2C5D-959F-ED58-EF9D408F061D}"/>
          </ac:spMkLst>
        </pc:spChg>
        <pc:spChg chg="mod">
          <ac:chgData name="Liang,Dr.,Hongzi (HP Medicine) BII-CN-S" userId="29bc0a18-5096-49d5-ae49-3e5745cfa117" providerId="ADAL" clId="{334436CA-1CCD-4BBD-8F17-45C1ED061B1F}" dt="2024-04-23T09:08:50.971" v="3881" actId="1036"/>
          <ac:spMkLst>
            <pc:docMk/>
            <pc:sldMk cId="1525338381" sldId="2147481188"/>
            <ac:spMk id="159" creationId="{BD46B6F7-109F-9FC8-DB3C-85B550F5CC7D}"/>
          </ac:spMkLst>
        </pc:spChg>
        <pc:spChg chg="mod">
          <ac:chgData name="Liang,Dr.,Hongzi (HP Medicine) BII-CN-S" userId="29bc0a18-5096-49d5-ae49-3e5745cfa117" providerId="ADAL" clId="{334436CA-1CCD-4BBD-8F17-45C1ED061B1F}" dt="2024-04-23T09:08:50.971" v="3881" actId="1036"/>
          <ac:spMkLst>
            <pc:docMk/>
            <pc:sldMk cId="1525338381" sldId="2147481188"/>
            <ac:spMk id="160" creationId="{3328AE0C-ED8B-6E75-E6B3-4F42179C17BC}"/>
          </ac:spMkLst>
        </pc:spChg>
        <pc:spChg chg="mod">
          <ac:chgData name="Liang,Dr.,Hongzi (HP Medicine) BII-CN-S" userId="29bc0a18-5096-49d5-ae49-3e5745cfa117" providerId="ADAL" clId="{334436CA-1CCD-4BBD-8F17-45C1ED061B1F}" dt="2024-04-23T09:08:50.971" v="3881" actId="1036"/>
          <ac:spMkLst>
            <pc:docMk/>
            <pc:sldMk cId="1525338381" sldId="2147481188"/>
            <ac:spMk id="161" creationId="{E07E5FA6-1C36-D29E-54ED-FED454824A11}"/>
          </ac:spMkLst>
        </pc:spChg>
        <pc:spChg chg="mod">
          <ac:chgData name="Liang,Dr.,Hongzi (HP Medicine) BII-CN-S" userId="29bc0a18-5096-49d5-ae49-3e5745cfa117" providerId="ADAL" clId="{334436CA-1CCD-4BBD-8F17-45C1ED061B1F}" dt="2024-04-23T09:08:50.971" v="3881" actId="1036"/>
          <ac:spMkLst>
            <pc:docMk/>
            <pc:sldMk cId="1525338381" sldId="2147481188"/>
            <ac:spMk id="162" creationId="{A287E72A-094C-A88D-C294-6AE89C714C07}"/>
          </ac:spMkLst>
        </pc:spChg>
        <pc:spChg chg="mod">
          <ac:chgData name="Liang,Dr.,Hongzi (HP Medicine) BII-CN-S" userId="29bc0a18-5096-49d5-ae49-3e5745cfa117" providerId="ADAL" clId="{334436CA-1CCD-4BBD-8F17-45C1ED061B1F}" dt="2024-04-23T09:08:50.971" v="3881" actId="1036"/>
          <ac:spMkLst>
            <pc:docMk/>
            <pc:sldMk cId="1525338381" sldId="2147481188"/>
            <ac:spMk id="163" creationId="{22655BE7-7763-8199-0741-B9539C31F72B}"/>
          </ac:spMkLst>
        </pc:spChg>
        <pc:spChg chg="mod">
          <ac:chgData name="Liang,Dr.,Hongzi (HP Medicine) BII-CN-S" userId="29bc0a18-5096-49d5-ae49-3e5745cfa117" providerId="ADAL" clId="{334436CA-1CCD-4BBD-8F17-45C1ED061B1F}" dt="2024-04-23T10:02:27.783" v="4743" actId="1036"/>
          <ac:spMkLst>
            <pc:docMk/>
            <pc:sldMk cId="1525338381" sldId="2147481188"/>
            <ac:spMk id="165" creationId="{5DCCC730-A2DE-3427-0BEB-D1AC7DD46111}"/>
          </ac:spMkLst>
        </pc:spChg>
        <pc:spChg chg="mod">
          <ac:chgData name="Liang,Dr.,Hongzi (HP Medicine) BII-CN-S" userId="29bc0a18-5096-49d5-ae49-3e5745cfa117" providerId="ADAL" clId="{334436CA-1CCD-4BBD-8F17-45C1ED061B1F}" dt="2024-04-23T10:02:27.783" v="4743" actId="1036"/>
          <ac:spMkLst>
            <pc:docMk/>
            <pc:sldMk cId="1525338381" sldId="2147481188"/>
            <ac:spMk id="166" creationId="{C7301818-487A-D12B-0EC9-47E7726B0A4A}"/>
          </ac:spMkLst>
        </pc:spChg>
        <pc:spChg chg="mod">
          <ac:chgData name="Liang,Dr.,Hongzi (HP Medicine) BII-CN-S" userId="29bc0a18-5096-49d5-ae49-3e5745cfa117" providerId="ADAL" clId="{334436CA-1CCD-4BBD-8F17-45C1ED061B1F}" dt="2024-04-23T10:02:27.783" v="4743" actId="1036"/>
          <ac:spMkLst>
            <pc:docMk/>
            <pc:sldMk cId="1525338381" sldId="2147481188"/>
            <ac:spMk id="167" creationId="{7017082E-5AC3-3A97-4C7B-00601D3EF01E}"/>
          </ac:spMkLst>
        </pc:spChg>
        <pc:spChg chg="mod">
          <ac:chgData name="Liang,Dr.,Hongzi (HP Medicine) BII-CN-S" userId="29bc0a18-5096-49d5-ae49-3e5745cfa117" providerId="ADAL" clId="{334436CA-1CCD-4BBD-8F17-45C1ED061B1F}" dt="2024-04-23T10:02:27.783" v="4743" actId="1036"/>
          <ac:spMkLst>
            <pc:docMk/>
            <pc:sldMk cId="1525338381" sldId="2147481188"/>
            <ac:spMk id="168" creationId="{FADBFDE6-FD36-6BF3-908E-883C4B7CCC01}"/>
          </ac:spMkLst>
        </pc:spChg>
        <pc:spChg chg="mod">
          <ac:chgData name="Liang,Dr.,Hongzi (HP Medicine) BII-CN-S" userId="29bc0a18-5096-49d5-ae49-3e5745cfa117" providerId="ADAL" clId="{334436CA-1CCD-4BBD-8F17-45C1ED061B1F}" dt="2024-04-23T10:02:27.783" v="4743" actId="1036"/>
          <ac:spMkLst>
            <pc:docMk/>
            <pc:sldMk cId="1525338381" sldId="2147481188"/>
            <ac:spMk id="169" creationId="{9B9E2BAA-97CD-D48E-8F23-F24BD81601D9}"/>
          </ac:spMkLst>
        </pc:spChg>
        <pc:spChg chg="mod">
          <ac:chgData name="Liang,Dr.,Hongzi (HP Medicine) BII-CN-S" userId="29bc0a18-5096-49d5-ae49-3e5745cfa117" providerId="ADAL" clId="{334436CA-1CCD-4BBD-8F17-45C1ED061B1F}" dt="2024-04-23T10:02:27.783" v="4743" actId="1036"/>
          <ac:spMkLst>
            <pc:docMk/>
            <pc:sldMk cId="1525338381" sldId="2147481188"/>
            <ac:spMk id="170" creationId="{B111CD3D-B83F-5A9E-0B7F-EDA54BFE5D18}"/>
          </ac:spMkLst>
        </pc:spChg>
        <pc:spChg chg="mod">
          <ac:chgData name="Liang,Dr.,Hongzi (HP Medicine) BII-CN-S" userId="29bc0a18-5096-49d5-ae49-3e5745cfa117" providerId="ADAL" clId="{334436CA-1CCD-4BBD-8F17-45C1ED061B1F}" dt="2024-04-23T10:02:27.783" v="4743" actId="1036"/>
          <ac:spMkLst>
            <pc:docMk/>
            <pc:sldMk cId="1525338381" sldId="2147481188"/>
            <ac:spMk id="171" creationId="{030CA0B7-0A48-7112-7F53-8905B33B680A}"/>
          </ac:spMkLst>
        </pc:spChg>
        <pc:spChg chg="mod">
          <ac:chgData name="Liang,Dr.,Hongzi (HP Medicine) BII-CN-S" userId="29bc0a18-5096-49d5-ae49-3e5745cfa117" providerId="ADAL" clId="{334436CA-1CCD-4BBD-8F17-45C1ED061B1F}" dt="2024-04-23T10:02:27.783" v="4743" actId="1036"/>
          <ac:spMkLst>
            <pc:docMk/>
            <pc:sldMk cId="1525338381" sldId="2147481188"/>
            <ac:spMk id="172" creationId="{322109F4-FB3E-A3B8-9F9C-8B1F6A1665AA}"/>
          </ac:spMkLst>
        </pc:spChg>
        <pc:spChg chg="mod">
          <ac:chgData name="Liang,Dr.,Hongzi (HP Medicine) BII-CN-S" userId="29bc0a18-5096-49d5-ae49-3e5745cfa117" providerId="ADAL" clId="{334436CA-1CCD-4BBD-8F17-45C1ED061B1F}" dt="2024-04-23T10:02:27.783" v="4743" actId="1036"/>
          <ac:spMkLst>
            <pc:docMk/>
            <pc:sldMk cId="1525338381" sldId="2147481188"/>
            <ac:spMk id="173" creationId="{DF372E10-031B-559F-E6A3-65EFB6E208D5}"/>
          </ac:spMkLst>
        </pc:spChg>
        <pc:spChg chg="mod">
          <ac:chgData name="Liang,Dr.,Hongzi (HP Medicine) BII-CN-S" userId="29bc0a18-5096-49d5-ae49-3e5745cfa117" providerId="ADAL" clId="{334436CA-1CCD-4BBD-8F17-45C1ED061B1F}" dt="2024-04-23T10:02:27.783" v="4743" actId="1036"/>
          <ac:spMkLst>
            <pc:docMk/>
            <pc:sldMk cId="1525338381" sldId="2147481188"/>
            <ac:spMk id="174" creationId="{8BE594AF-69C4-337B-6E62-D36D16F07766}"/>
          </ac:spMkLst>
        </pc:spChg>
        <pc:spChg chg="mod">
          <ac:chgData name="Liang,Dr.,Hongzi (HP Medicine) BII-CN-S" userId="29bc0a18-5096-49d5-ae49-3e5745cfa117" providerId="ADAL" clId="{334436CA-1CCD-4BBD-8F17-45C1ED061B1F}" dt="2024-04-23T10:02:27.783" v="4743" actId="1036"/>
          <ac:spMkLst>
            <pc:docMk/>
            <pc:sldMk cId="1525338381" sldId="2147481188"/>
            <ac:spMk id="175" creationId="{7E1BF76A-D962-3650-11F8-878917BCCD5C}"/>
          </ac:spMkLst>
        </pc:spChg>
        <pc:spChg chg="mod">
          <ac:chgData name="Liang,Dr.,Hongzi (HP Medicine) BII-CN-S" userId="29bc0a18-5096-49d5-ae49-3e5745cfa117" providerId="ADAL" clId="{334436CA-1CCD-4BBD-8F17-45C1ED061B1F}" dt="2024-04-23T10:02:27.783" v="4743" actId="1036"/>
          <ac:spMkLst>
            <pc:docMk/>
            <pc:sldMk cId="1525338381" sldId="2147481188"/>
            <ac:spMk id="176" creationId="{BC3F48C2-D061-B508-192F-DCAC2D0B5EF0}"/>
          </ac:spMkLst>
        </pc:spChg>
        <pc:spChg chg="mod">
          <ac:chgData name="Liang,Dr.,Hongzi (HP Medicine) BII-CN-S" userId="29bc0a18-5096-49d5-ae49-3e5745cfa117" providerId="ADAL" clId="{334436CA-1CCD-4BBD-8F17-45C1ED061B1F}" dt="2024-04-23T10:02:27.783" v="4743" actId="1036"/>
          <ac:spMkLst>
            <pc:docMk/>
            <pc:sldMk cId="1525338381" sldId="2147481188"/>
            <ac:spMk id="177" creationId="{1EEFAE97-4160-F430-F0B5-D29F51AAB18C}"/>
          </ac:spMkLst>
        </pc:spChg>
        <pc:spChg chg="mod">
          <ac:chgData name="Liang,Dr.,Hongzi (HP Medicine) BII-CN-S" userId="29bc0a18-5096-49d5-ae49-3e5745cfa117" providerId="ADAL" clId="{334436CA-1CCD-4BBD-8F17-45C1ED061B1F}" dt="2024-04-23T10:02:27.783" v="4743" actId="1036"/>
          <ac:spMkLst>
            <pc:docMk/>
            <pc:sldMk cId="1525338381" sldId="2147481188"/>
            <ac:spMk id="179" creationId="{E8249C35-1652-C336-85CC-5738513C8DE5}"/>
          </ac:spMkLst>
        </pc:spChg>
        <pc:spChg chg="mod">
          <ac:chgData name="Liang,Dr.,Hongzi (HP Medicine) BII-CN-S" userId="29bc0a18-5096-49d5-ae49-3e5745cfa117" providerId="ADAL" clId="{334436CA-1CCD-4BBD-8F17-45C1ED061B1F}" dt="2024-04-23T10:02:27.783" v="4743" actId="1036"/>
          <ac:spMkLst>
            <pc:docMk/>
            <pc:sldMk cId="1525338381" sldId="2147481188"/>
            <ac:spMk id="180" creationId="{3858EBCE-A20F-6E46-9441-1639DB130C64}"/>
          </ac:spMkLst>
        </pc:spChg>
        <pc:spChg chg="mod">
          <ac:chgData name="Liang,Dr.,Hongzi (HP Medicine) BII-CN-S" userId="29bc0a18-5096-49d5-ae49-3e5745cfa117" providerId="ADAL" clId="{334436CA-1CCD-4BBD-8F17-45C1ED061B1F}" dt="2024-04-23T10:02:27.783" v="4743" actId="1036"/>
          <ac:spMkLst>
            <pc:docMk/>
            <pc:sldMk cId="1525338381" sldId="2147481188"/>
            <ac:spMk id="181" creationId="{078842D6-1F76-D145-7360-F1C6367FD477}"/>
          </ac:spMkLst>
        </pc:spChg>
        <pc:spChg chg="mod">
          <ac:chgData name="Liang,Dr.,Hongzi (HP Medicine) BII-CN-S" userId="29bc0a18-5096-49d5-ae49-3e5745cfa117" providerId="ADAL" clId="{334436CA-1CCD-4BBD-8F17-45C1ED061B1F}" dt="2024-04-23T10:02:27.783" v="4743" actId="1036"/>
          <ac:spMkLst>
            <pc:docMk/>
            <pc:sldMk cId="1525338381" sldId="2147481188"/>
            <ac:spMk id="182" creationId="{F5950D56-9C1D-AE9B-D7F3-B7DB932FE95B}"/>
          </ac:spMkLst>
        </pc:spChg>
        <pc:spChg chg="mod">
          <ac:chgData name="Liang,Dr.,Hongzi (HP Medicine) BII-CN-S" userId="29bc0a18-5096-49d5-ae49-3e5745cfa117" providerId="ADAL" clId="{334436CA-1CCD-4BBD-8F17-45C1ED061B1F}" dt="2024-04-23T10:02:27.783" v="4743" actId="1036"/>
          <ac:spMkLst>
            <pc:docMk/>
            <pc:sldMk cId="1525338381" sldId="2147481188"/>
            <ac:spMk id="183" creationId="{4372FC6B-EE4E-6C75-2AC5-BD5D0F0C97CC}"/>
          </ac:spMkLst>
        </pc:spChg>
        <pc:spChg chg="mod">
          <ac:chgData name="Liang,Dr.,Hongzi (HP Medicine) BII-CN-S" userId="29bc0a18-5096-49d5-ae49-3e5745cfa117" providerId="ADAL" clId="{334436CA-1CCD-4BBD-8F17-45C1ED061B1F}" dt="2024-04-23T10:02:27.783" v="4743" actId="1036"/>
          <ac:spMkLst>
            <pc:docMk/>
            <pc:sldMk cId="1525338381" sldId="2147481188"/>
            <ac:spMk id="184" creationId="{6ED598A7-2E67-9242-3A09-AB0A3644B003}"/>
          </ac:spMkLst>
        </pc:spChg>
        <pc:spChg chg="mod">
          <ac:chgData name="Liang,Dr.,Hongzi (HP Medicine) BII-CN-S" userId="29bc0a18-5096-49d5-ae49-3e5745cfa117" providerId="ADAL" clId="{334436CA-1CCD-4BBD-8F17-45C1ED061B1F}" dt="2024-04-23T10:02:27.783" v="4743" actId="1036"/>
          <ac:spMkLst>
            <pc:docMk/>
            <pc:sldMk cId="1525338381" sldId="2147481188"/>
            <ac:spMk id="185" creationId="{39241577-F044-905D-6C8C-184F187222BF}"/>
          </ac:spMkLst>
        </pc:spChg>
        <pc:spChg chg="mod">
          <ac:chgData name="Liang,Dr.,Hongzi (HP Medicine) BII-CN-S" userId="29bc0a18-5096-49d5-ae49-3e5745cfa117" providerId="ADAL" clId="{334436CA-1CCD-4BBD-8F17-45C1ED061B1F}" dt="2024-04-23T10:02:34.362" v="4756" actId="1035"/>
          <ac:spMkLst>
            <pc:docMk/>
            <pc:sldMk cId="1525338381" sldId="2147481188"/>
            <ac:spMk id="210" creationId="{9A94D188-9C65-5EC5-88E0-42E86DDDDA53}"/>
          </ac:spMkLst>
        </pc:spChg>
        <pc:spChg chg="mod">
          <ac:chgData name="Liang,Dr.,Hongzi (HP Medicine) BII-CN-S" userId="29bc0a18-5096-49d5-ae49-3e5745cfa117" providerId="ADAL" clId="{334436CA-1CCD-4BBD-8F17-45C1ED061B1F}" dt="2024-04-23T10:02:34.362" v="4756" actId="1035"/>
          <ac:spMkLst>
            <pc:docMk/>
            <pc:sldMk cId="1525338381" sldId="2147481188"/>
            <ac:spMk id="213" creationId="{01248341-3880-C1CA-63BA-D9B77BDA9562}"/>
          </ac:spMkLst>
        </pc:spChg>
        <pc:spChg chg="mod">
          <ac:chgData name="Liang,Dr.,Hongzi (HP Medicine) BII-CN-S" userId="29bc0a18-5096-49d5-ae49-3e5745cfa117" providerId="ADAL" clId="{334436CA-1CCD-4BBD-8F17-45C1ED061B1F}" dt="2024-04-23T09:08:50.971" v="3881" actId="1036"/>
          <ac:spMkLst>
            <pc:docMk/>
            <pc:sldMk cId="1525338381" sldId="2147481188"/>
            <ac:spMk id="214" creationId="{50014B61-7536-D4F5-279D-6B3BC1963929}"/>
          </ac:spMkLst>
        </pc:spChg>
        <pc:spChg chg="mod">
          <ac:chgData name="Liang,Dr.,Hongzi (HP Medicine) BII-CN-S" userId="29bc0a18-5096-49d5-ae49-3e5745cfa117" providerId="ADAL" clId="{334436CA-1CCD-4BBD-8F17-45C1ED061B1F}" dt="2024-04-23T09:08:50.971" v="3881" actId="1036"/>
          <ac:spMkLst>
            <pc:docMk/>
            <pc:sldMk cId="1525338381" sldId="2147481188"/>
            <ac:spMk id="215" creationId="{7439E729-185E-CDEF-D836-5FCB2BF5F732}"/>
          </ac:spMkLst>
        </pc:spChg>
        <pc:spChg chg="mod">
          <ac:chgData name="Liang,Dr.,Hongzi (HP Medicine) BII-CN-S" userId="29bc0a18-5096-49d5-ae49-3e5745cfa117" providerId="ADAL" clId="{334436CA-1CCD-4BBD-8F17-45C1ED061B1F}" dt="2024-04-23T09:08:50.971" v="3881" actId="1036"/>
          <ac:spMkLst>
            <pc:docMk/>
            <pc:sldMk cId="1525338381" sldId="2147481188"/>
            <ac:spMk id="217" creationId="{7482350A-FAEB-0C77-21F1-8FFF6CFFB21A}"/>
          </ac:spMkLst>
        </pc:spChg>
        <pc:spChg chg="mod">
          <ac:chgData name="Liang,Dr.,Hongzi (HP Medicine) BII-CN-S" userId="29bc0a18-5096-49d5-ae49-3e5745cfa117" providerId="ADAL" clId="{334436CA-1CCD-4BBD-8F17-45C1ED061B1F}" dt="2024-04-23T09:08:50.971" v="3881" actId="1036"/>
          <ac:spMkLst>
            <pc:docMk/>
            <pc:sldMk cId="1525338381" sldId="2147481188"/>
            <ac:spMk id="219" creationId="{71F6EA96-341D-BF83-6897-5AF92F707AC8}"/>
          </ac:spMkLst>
        </pc:spChg>
        <pc:spChg chg="mod">
          <ac:chgData name="Liang,Dr.,Hongzi (HP Medicine) BII-CN-S" userId="29bc0a18-5096-49d5-ae49-3e5745cfa117" providerId="ADAL" clId="{334436CA-1CCD-4BBD-8F17-45C1ED061B1F}" dt="2024-04-23T09:08:50.971" v="3881" actId="1036"/>
          <ac:spMkLst>
            <pc:docMk/>
            <pc:sldMk cId="1525338381" sldId="2147481188"/>
            <ac:spMk id="220" creationId="{2138B4F1-C411-C66D-D027-101AD46DE308}"/>
          </ac:spMkLst>
        </pc:spChg>
        <pc:spChg chg="mod">
          <ac:chgData name="Liang,Dr.,Hongzi (HP Medicine) BII-CN-S" userId="29bc0a18-5096-49d5-ae49-3e5745cfa117" providerId="ADAL" clId="{334436CA-1CCD-4BBD-8F17-45C1ED061B1F}" dt="2024-04-23T10:02:27.783" v="4743" actId="1036"/>
          <ac:spMkLst>
            <pc:docMk/>
            <pc:sldMk cId="1525338381" sldId="2147481188"/>
            <ac:spMk id="222" creationId="{24D6DF92-CF26-6271-6DA3-D6B90B9F6644}"/>
          </ac:spMkLst>
        </pc:spChg>
        <pc:spChg chg="mod">
          <ac:chgData name="Liang,Dr.,Hongzi (HP Medicine) BII-CN-S" userId="29bc0a18-5096-49d5-ae49-3e5745cfa117" providerId="ADAL" clId="{334436CA-1CCD-4BBD-8F17-45C1ED061B1F}" dt="2024-04-23T10:02:27.783" v="4743" actId="1036"/>
          <ac:spMkLst>
            <pc:docMk/>
            <pc:sldMk cId="1525338381" sldId="2147481188"/>
            <ac:spMk id="223" creationId="{AD062F7F-300C-4810-6019-89B416B6FD8F}"/>
          </ac:spMkLst>
        </pc:spChg>
        <pc:spChg chg="mod">
          <ac:chgData name="Liang,Dr.,Hongzi (HP Medicine) BII-CN-S" userId="29bc0a18-5096-49d5-ae49-3e5745cfa117" providerId="ADAL" clId="{334436CA-1CCD-4BBD-8F17-45C1ED061B1F}" dt="2024-04-23T10:02:27.783" v="4743" actId="1036"/>
          <ac:spMkLst>
            <pc:docMk/>
            <pc:sldMk cId="1525338381" sldId="2147481188"/>
            <ac:spMk id="225" creationId="{3CD576E4-35F4-4DFF-7D3E-4E24070495AE}"/>
          </ac:spMkLst>
        </pc:spChg>
        <pc:spChg chg="mod">
          <ac:chgData name="Liang,Dr.,Hongzi (HP Medicine) BII-CN-S" userId="29bc0a18-5096-49d5-ae49-3e5745cfa117" providerId="ADAL" clId="{334436CA-1CCD-4BBD-8F17-45C1ED061B1F}" dt="2024-04-23T10:02:27.783" v="4743" actId="1036"/>
          <ac:spMkLst>
            <pc:docMk/>
            <pc:sldMk cId="1525338381" sldId="2147481188"/>
            <ac:spMk id="226" creationId="{599E43AD-A34F-650B-8F2E-669DBEA7F012}"/>
          </ac:spMkLst>
        </pc:spChg>
        <pc:grpChg chg="mod">
          <ac:chgData name="Liang,Dr.,Hongzi (HP Medicine) BII-CN-S" userId="29bc0a18-5096-49d5-ae49-3e5745cfa117" providerId="ADAL" clId="{334436CA-1CCD-4BBD-8F17-45C1ED061B1F}" dt="2024-04-23T09:08:50.971" v="3881" actId="1036"/>
          <ac:grpSpMkLst>
            <pc:docMk/>
            <pc:sldMk cId="1525338381" sldId="2147481188"/>
            <ac:grpSpMk id="64" creationId="{520698DF-F169-6A10-1EB1-837D0A57A1D3}"/>
          </ac:grpSpMkLst>
        </pc:grpChg>
        <pc:grpChg chg="mod">
          <ac:chgData name="Liang,Dr.,Hongzi (HP Medicine) BII-CN-S" userId="29bc0a18-5096-49d5-ae49-3e5745cfa117" providerId="ADAL" clId="{334436CA-1CCD-4BBD-8F17-45C1ED061B1F}" dt="2024-04-23T10:02:56.790" v="4783" actId="1035"/>
          <ac:grpSpMkLst>
            <pc:docMk/>
            <pc:sldMk cId="1525338381" sldId="2147481188"/>
            <ac:grpSpMk id="90" creationId="{78C41371-A28B-BDFF-9557-0700E1548E9A}"/>
          </ac:grpSpMkLst>
        </pc:grpChg>
        <pc:grpChg chg="mod">
          <ac:chgData name="Liang,Dr.,Hongzi (HP Medicine) BII-CN-S" userId="29bc0a18-5096-49d5-ae49-3e5745cfa117" providerId="ADAL" clId="{334436CA-1CCD-4BBD-8F17-45C1ED061B1F}" dt="2024-04-23T10:02:56.790" v="4783" actId="1035"/>
          <ac:grpSpMkLst>
            <pc:docMk/>
            <pc:sldMk cId="1525338381" sldId="2147481188"/>
            <ac:grpSpMk id="93" creationId="{597F449F-EA83-1302-6ABD-4432F7D3AD38}"/>
          </ac:grpSpMkLst>
        </pc:grpChg>
        <pc:grpChg chg="mod">
          <ac:chgData name="Liang,Dr.,Hongzi (HP Medicine) BII-CN-S" userId="29bc0a18-5096-49d5-ae49-3e5745cfa117" providerId="ADAL" clId="{334436CA-1CCD-4BBD-8F17-45C1ED061B1F}" dt="2024-04-23T09:08:50.971" v="3881" actId="1036"/>
          <ac:grpSpMkLst>
            <pc:docMk/>
            <pc:sldMk cId="1525338381" sldId="2147481188"/>
            <ac:grpSpMk id="125" creationId="{8C88499F-D817-CC9F-E044-D11904D44788}"/>
          </ac:grpSpMkLst>
        </pc:grpChg>
        <pc:grpChg chg="mod">
          <ac:chgData name="Liang,Dr.,Hongzi (HP Medicine) BII-CN-S" userId="29bc0a18-5096-49d5-ae49-3e5745cfa117" providerId="ADAL" clId="{334436CA-1CCD-4BBD-8F17-45C1ED061B1F}" dt="2024-04-23T09:08:50.971" v="3881" actId="1036"/>
          <ac:grpSpMkLst>
            <pc:docMk/>
            <pc:sldMk cId="1525338381" sldId="2147481188"/>
            <ac:grpSpMk id="126" creationId="{33390471-E2DE-0474-63EC-CBCC96FC4DB4}"/>
          </ac:grpSpMkLst>
        </pc:grpChg>
        <pc:grpChg chg="mod">
          <ac:chgData name="Liang,Dr.,Hongzi (HP Medicine) BII-CN-S" userId="29bc0a18-5096-49d5-ae49-3e5745cfa117" providerId="ADAL" clId="{334436CA-1CCD-4BBD-8F17-45C1ED061B1F}" dt="2024-04-23T09:08:50.971" v="3881" actId="1036"/>
          <ac:grpSpMkLst>
            <pc:docMk/>
            <pc:sldMk cId="1525338381" sldId="2147481188"/>
            <ac:grpSpMk id="140" creationId="{8FB87E0E-BDB0-E27D-F30F-81C1220DC921}"/>
          </ac:grpSpMkLst>
        </pc:grpChg>
        <pc:grpChg chg="mod">
          <ac:chgData name="Liang,Dr.,Hongzi (HP Medicine) BII-CN-S" userId="29bc0a18-5096-49d5-ae49-3e5745cfa117" providerId="ADAL" clId="{334436CA-1CCD-4BBD-8F17-45C1ED061B1F}" dt="2024-04-23T10:02:27.783" v="4743" actId="1036"/>
          <ac:grpSpMkLst>
            <pc:docMk/>
            <pc:sldMk cId="1525338381" sldId="2147481188"/>
            <ac:grpSpMk id="164" creationId="{8C264A59-D379-291F-0694-DB113BCA2C02}"/>
          </ac:grpSpMkLst>
        </pc:grpChg>
        <pc:grpChg chg="mod">
          <ac:chgData name="Liang,Dr.,Hongzi (HP Medicine) BII-CN-S" userId="29bc0a18-5096-49d5-ae49-3e5745cfa117" providerId="ADAL" clId="{334436CA-1CCD-4BBD-8F17-45C1ED061B1F}" dt="2024-04-23T10:02:27.783" v="4743" actId="1036"/>
          <ac:grpSpMkLst>
            <pc:docMk/>
            <pc:sldMk cId="1525338381" sldId="2147481188"/>
            <ac:grpSpMk id="178" creationId="{C2B03E14-7F12-E4A5-F693-E3AEF48EE270}"/>
          </ac:grpSpMkLst>
        </pc:grpChg>
        <pc:grpChg chg="mod">
          <ac:chgData name="Liang,Dr.,Hongzi (HP Medicine) BII-CN-S" userId="29bc0a18-5096-49d5-ae49-3e5745cfa117" providerId="ADAL" clId="{334436CA-1CCD-4BBD-8F17-45C1ED061B1F}" dt="2024-04-23T10:02:27.783" v="4743" actId="1036"/>
          <ac:grpSpMkLst>
            <pc:docMk/>
            <pc:sldMk cId="1525338381" sldId="2147481188"/>
            <ac:grpSpMk id="221" creationId="{50E04ED4-E9FC-4BDD-79EB-05597880CB4C}"/>
          </ac:grpSpMkLst>
        </pc:grpChg>
        <pc:grpChg chg="mod">
          <ac:chgData name="Liang,Dr.,Hongzi (HP Medicine) BII-CN-S" userId="29bc0a18-5096-49d5-ae49-3e5745cfa117" providerId="ADAL" clId="{334436CA-1CCD-4BBD-8F17-45C1ED061B1F}" dt="2024-04-23T10:02:27.783" v="4743" actId="1036"/>
          <ac:grpSpMkLst>
            <pc:docMk/>
            <pc:sldMk cId="1525338381" sldId="2147481188"/>
            <ac:grpSpMk id="224" creationId="{12835DB0-D7A8-2213-F713-C4DDCB01952F}"/>
          </ac:grpSpMkLst>
        </pc:grpChg>
        <pc:picChg chg="mod">
          <ac:chgData name="Liang,Dr.,Hongzi (HP Medicine) BII-CN-S" userId="29bc0a18-5096-49d5-ae49-3e5745cfa117" providerId="ADAL" clId="{334436CA-1CCD-4BBD-8F17-45C1ED061B1F}" dt="2024-04-23T09:08:50.971" v="3881" actId="1036"/>
          <ac:picMkLst>
            <pc:docMk/>
            <pc:sldMk cId="1525338381" sldId="2147481188"/>
            <ac:picMk id="68" creationId="{D4EE21F5-FF67-9899-0E9C-AF31AEB12E3E}"/>
          </ac:picMkLst>
        </pc:picChg>
      </pc:sldChg>
    </pc:docChg>
  </pc:docChgLst>
  <pc:docChgLst>
    <pc:chgData name="Zhou,Yu (HP Medicine) BII-CN-S" userId="S::yu_3.zhou@boehringer-ingelheim.com::0b687189-3e4a-4fd5-8016-1eb07ea27cfb" providerId="AD" clId="Web-{210CD087-2201-A236-4CD4-FB87A86089AD}"/>
    <pc:docChg chg="addSld modSld modSection">
      <pc:chgData name="Zhou,Yu (HP Medicine) BII-CN-S" userId="S::yu_3.zhou@boehringer-ingelheim.com::0b687189-3e4a-4fd5-8016-1eb07ea27cfb" providerId="AD" clId="Web-{210CD087-2201-A236-4CD4-FB87A86089AD}" dt="2024-04-23T09:20:22.711" v="4" actId="20577"/>
      <pc:docMkLst>
        <pc:docMk/>
      </pc:docMkLst>
      <pc:sldChg chg="mod modShow">
        <pc:chgData name="Zhou,Yu (HP Medicine) BII-CN-S" userId="S::yu_3.zhou@boehringer-ingelheim.com::0b687189-3e4a-4fd5-8016-1eb07ea27cfb" providerId="AD" clId="Web-{210CD087-2201-A236-4CD4-FB87A86089AD}" dt="2024-04-23T09:02:23.098" v="0"/>
        <pc:sldMkLst>
          <pc:docMk/>
          <pc:sldMk cId="1170805138" sldId="2147479932"/>
        </pc:sldMkLst>
      </pc:sldChg>
      <pc:sldChg chg="modSp add">
        <pc:chgData name="Zhou,Yu (HP Medicine) BII-CN-S" userId="S::yu_3.zhou@boehringer-ingelheim.com::0b687189-3e4a-4fd5-8016-1eb07ea27cfb" providerId="AD" clId="Web-{210CD087-2201-A236-4CD4-FB87A86089AD}" dt="2024-04-23T09:20:22.711" v="4" actId="20577"/>
        <pc:sldMkLst>
          <pc:docMk/>
          <pc:sldMk cId="999243647" sldId="2147481189"/>
        </pc:sldMkLst>
        <pc:spChg chg="mod">
          <ac:chgData name="Zhou,Yu (HP Medicine) BII-CN-S" userId="S::yu_3.zhou@boehringer-ingelheim.com::0b687189-3e4a-4fd5-8016-1eb07ea27cfb" providerId="AD" clId="Web-{210CD087-2201-A236-4CD4-FB87A86089AD}" dt="2024-04-23T09:20:22.711" v="4" actId="20577"/>
          <ac:spMkLst>
            <pc:docMk/>
            <pc:sldMk cId="999243647" sldId="2147481189"/>
            <ac:spMk id="5" creationId="{63B75B45-3D94-A548-8555-CBED964C5DA9}"/>
          </ac:spMkLst>
        </pc:spChg>
      </pc:sldChg>
      <pc:sldChg chg="add">
        <pc:chgData name="Zhou,Yu (HP Medicine) BII-CN-S" userId="S::yu_3.zhou@boehringer-ingelheim.com::0b687189-3e4a-4fd5-8016-1eb07ea27cfb" providerId="AD" clId="Web-{210CD087-2201-A236-4CD4-FB87A86089AD}" dt="2024-04-23T09:19:43.647" v="2"/>
        <pc:sldMkLst>
          <pc:docMk/>
          <pc:sldMk cId="1714592051" sldId="2147481190"/>
        </pc:sldMkLst>
      </pc:sldChg>
      <pc:sldMasterChg chg="addSldLayout">
        <pc:chgData name="Zhou,Yu (HP Medicine) BII-CN-S" userId="S::yu_3.zhou@boehringer-ingelheim.com::0b687189-3e4a-4fd5-8016-1eb07ea27cfb" providerId="AD" clId="Web-{210CD087-2201-A236-4CD4-FB87A86089AD}" dt="2024-04-23T09:19:43.616" v="1"/>
        <pc:sldMasterMkLst>
          <pc:docMk/>
          <pc:sldMasterMk cId="2536109598" sldId="2147483771"/>
        </pc:sldMasterMkLst>
        <pc:sldLayoutChg chg="add">
          <pc:chgData name="Zhou,Yu (HP Medicine) BII-CN-S" userId="S::yu_3.zhou@boehringer-ingelheim.com::0b687189-3e4a-4fd5-8016-1eb07ea27cfb" providerId="AD" clId="Web-{210CD087-2201-A236-4CD4-FB87A86089AD}" dt="2024-04-23T09:19:43.616" v="1"/>
          <pc:sldLayoutMkLst>
            <pc:docMk/>
            <pc:sldMasterMk cId="2536109598" sldId="2147483771"/>
            <pc:sldLayoutMk cId="48912190" sldId="2147483867"/>
          </pc:sldLayoutMkLst>
        </pc:sldLayoutChg>
      </pc:sldMasterChg>
    </pc:docChg>
  </pc:docChgLst>
  <pc:docChgLst>
    <pc:chgData name="Liang,Dr.,Hongzi (HP Medicine) BII-CN-S" userId="29bc0a18-5096-49d5-ae49-3e5745cfa117" providerId="ADAL" clId="{818F244A-85A8-4D81-8A26-3221E53E351B}"/>
    <pc:docChg chg="undo custSel modSld">
      <pc:chgData name="Liang,Dr.,Hongzi (HP Medicine) BII-CN-S" userId="29bc0a18-5096-49d5-ae49-3e5745cfa117" providerId="ADAL" clId="{818F244A-85A8-4D81-8A26-3221E53E351B}" dt="2024-04-25T03:25:01.711" v="141" actId="1036"/>
      <pc:docMkLst>
        <pc:docMk/>
      </pc:docMkLst>
      <pc:sldChg chg="addSp delSp modSp mod">
        <pc:chgData name="Liang,Dr.,Hongzi (HP Medicine) BII-CN-S" userId="29bc0a18-5096-49d5-ae49-3e5745cfa117" providerId="ADAL" clId="{818F244A-85A8-4D81-8A26-3221E53E351B}" dt="2024-04-25T03:25:01.711" v="141" actId="1036"/>
        <pc:sldMkLst>
          <pc:docMk/>
          <pc:sldMk cId="1464325467" sldId="2147481184"/>
        </pc:sldMkLst>
        <pc:spChg chg="mod">
          <ac:chgData name="Liang,Dr.,Hongzi (HP Medicine) BII-CN-S" userId="29bc0a18-5096-49d5-ae49-3e5745cfa117" providerId="ADAL" clId="{818F244A-85A8-4D81-8A26-3221E53E351B}" dt="2024-04-25T03:22:13.161" v="21" actId="20577"/>
          <ac:spMkLst>
            <pc:docMk/>
            <pc:sldMk cId="1464325467" sldId="2147481184"/>
            <ac:spMk id="2" creationId="{6D45E95C-25AF-8369-112A-99DC15861065}"/>
          </ac:spMkLst>
        </pc:spChg>
        <pc:spChg chg="add del mod">
          <ac:chgData name="Liang,Dr.,Hongzi (HP Medicine) BII-CN-S" userId="29bc0a18-5096-49d5-ae49-3e5745cfa117" providerId="ADAL" clId="{818F244A-85A8-4D81-8A26-3221E53E351B}" dt="2024-04-25T03:22:22.713" v="23"/>
          <ac:spMkLst>
            <pc:docMk/>
            <pc:sldMk cId="1464325467" sldId="2147481184"/>
            <ac:spMk id="4" creationId="{D798AE21-CD6B-2310-6FF5-41552433BBA6}"/>
          </ac:spMkLst>
        </pc:spChg>
        <pc:spChg chg="add del mod">
          <ac:chgData name="Liang,Dr.,Hongzi (HP Medicine) BII-CN-S" userId="29bc0a18-5096-49d5-ae49-3e5745cfa117" providerId="ADAL" clId="{818F244A-85A8-4D81-8A26-3221E53E351B}" dt="2024-04-25T03:22:34.446" v="25" actId="478"/>
          <ac:spMkLst>
            <pc:docMk/>
            <pc:sldMk cId="1464325467" sldId="2147481184"/>
            <ac:spMk id="5" creationId="{E252E5F6-7444-5AA0-2ED1-0A7F75EEBB09}"/>
          </ac:spMkLst>
        </pc:spChg>
        <pc:spChg chg="add del mod">
          <ac:chgData name="Liang,Dr.,Hongzi (HP Medicine) BII-CN-S" userId="29bc0a18-5096-49d5-ae49-3e5745cfa117" providerId="ADAL" clId="{818F244A-85A8-4D81-8A26-3221E53E351B}" dt="2024-04-25T03:23:25.611" v="33" actId="478"/>
          <ac:spMkLst>
            <pc:docMk/>
            <pc:sldMk cId="1464325467" sldId="2147481184"/>
            <ac:spMk id="6" creationId="{94DDF2E3-6DD6-3886-3788-5BEF67A9481C}"/>
          </ac:spMkLst>
        </pc:spChg>
        <pc:picChg chg="add mod">
          <ac:chgData name="Liang,Dr.,Hongzi (HP Medicine) BII-CN-S" userId="29bc0a18-5096-49d5-ae49-3e5745cfa117" providerId="ADAL" clId="{818F244A-85A8-4D81-8A26-3221E53E351B}" dt="2024-04-25T03:25:01.711" v="141" actId="1036"/>
          <ac:picMkLst>
            <pc:docMk/>
            <pc:sldMk cId="1464325467" sldId="2147481184"/>
            <ac:picMk id="8" creationId="{7AC4F3C5-7A18-617E-F518-E5B5BABBFA93}"/>
          </ac:picMkLst>
        </pc:picChg>
      </pc:sldChg>
      <pc:sldChg chg="modSp mod">
        <pc:chgData name="Liang,Dr.,Hongzi (HP Medicine) BII-CN-S" userId="29bc0a18-5096-49d5-ae49-3e5745cfa117" providerId="ADAL" clId="{818F244A-85A8-4D81-8A26-3221E53E351B}" dt="2024-04-24T09:48:30.097" v="11" actId="20577"/>
        <pc:sldMkLst>
          <pc:docMk/>
          <pc:sldMk cId="1525338381" sldId="2147481188"/>
        </pc:sldMkLst>
        <pc:spChg chg="mod">
          <ac:chgData name="Liang,Dr.,Hongzi (HP Medicine) BII-CN-S" userId="29bc0a18-5096-49d5-ae49-3e5745cfa117" providerId="ADAL" clId="{818F244A-85A8-4D81-8A26-3221E53E351B}" dt="2024-04-24T09:48:30.097" v="11" actId="20577"/>
          <ac:spMkLst>
            <pc:docMk/>
            <pc:sldMk cId="1525338381" sldId="2147481188"/>
            <ac:spMk id="7" creationId="{C15E296E-07A3-A4C9-98AF-3AEF96CE6082}"/>
          </ac:spMkLst>
        </pc:spChg>
      </pc:sldChg>
    </pc:docChg>
  </pc:docChgLst>
  <pc:docChgLst>
    <pc:chgData name="Xiao,Angela (MED CD&amp;O) BII-CN-S" userId="S::angela.xiao@boehringer-ingelheim.com::98c22960-5edc-44dd-a92e-046c4666f5cb" providerId="AD" clId="Web-{06999554-A895-7C61-55F0-2FA1659D7925}"/>
    <pc:docChg chg="modSld sldOrd">
      <pc:chgData name="Xiao,Angela (MED CD&amp;O) BII-CN-S" userId="S::angela.xiao@boehringer-ingelheim.com::98c22960-5edc-44dd-a92e-046c4666f5cb" providerId="AD" clId="Web-{06999554-A895-7C61-55F0-2FA1659D7925}" dt="2024-03-19T12:17:16.945" v="12"/>
      <pc:docMkLst>
        <pc:docMk/>
      </pc:docMkLst>
      <pc:sldChg chg="delSp">
        <pc:chgData name="Xiao,Angela (MED CD&amp;O) BII-CN-S" userId="S::angela.xiao@boehringer-ingelheim.com::98c22960-5edc-44dd-a92e-046c4666f5cb" providerId="AD" clId="Web-{06999554-A895-7C61-55F0-2FA1659D7925}" dt="2024-03-19T12:17:16.945" v="12"/>
        <pc:sldMkLst>
          <pc:docMk/>
          <pc:sldMk cId="297225649" sldId="2147479934"/>
        </pc:sldMkLst>
        <pc:spChg chg="del">
          <ac:chgData name="Xiao,Angela (MED CD&amp;O) BII-CN-S" userId="S::angela.xiao@boehringer-ingelheim.com::98c22960-5edc-44dd-a92e-046c4666f5cb" providerId="AD" clId="Web-{06999554-A895-7C61-55F0-2FA1659D7925}" dt="2024-03-19T12:17:16.945" v="12"/>
          <ac:spMkLst>
            <pc:docMk/>
            <pc:sldMk cId="297225649" sldId="2147479934"/>
            <ac:spMk id="110" creationId="{2026A9B7-4E01-57AB-F845-4C39BA415A6B}"/>
          </ac:spMkLst>
        </pc:spChg>
      </pc:sldChg>
      <pc:sldChg chg="ord">
        <pc:chgData name="Xiao,Angela (MED CD&amp;O) BII-CN-S" userId="S::angela.xiao@boehringer-ingelheim.com::98c22960-5edc-44dd-a92e-046c4666f5cb" providerId="AD" clId="Web-{06999554-A895-7C61-55F0-2FA1659D7925}" dt="2024-03-19T12:16:40.272" v="9"/>
        <pc:sldMkLst>
          <pc:docMk/>
          <pc:sldMk cId="1346970578" sldId="2147479939"/>
        </pc:sldMkLst>
      </pc:sldChg>
      <pc:sldChg chg="modSp ord">
        <pc:chgData name="Xiao,Angela (MED CD&amp;O) BII-CN-S" userId="S::angela.xiao@boehringer-ingelheim.com::98c22960-5edc-44dd-a92e-046c4666f5cb" providerId="AD" clId="Web-{06999554-A895-7C61-55F0-2FA1659D7925}" dt="2024-03-19T12:13:05.109" v="5" actId="20577"/>
        <pc:sldMkLst>
          <pc:docMk/>
          <pc:sldMk cId="3908949176" sldId="2147479968"/>
        </pc:sldMkLst>
        <pc:spChg chg="mod">
          <ac:chgData name="Xiao,Angela (MED CD&amp;O) BII-CN-S" userId="S::angela.xiao@boehringer-ingelheim.com::98c22960-5edc-44dd-a92e-046c4666f5cb" providerId="AD" clId="Web-{06999554-A895-7C61-55F0-2FA1659D7925}" dt="2024-03-19T12:13:05.109" v="5" actId="20577"/>
          <ac:spMkLst>
            <pc:docMk/>
            <pc:sldMk cId="3908949176" sldId="2147479968"/>
            <ac:spMk id="2" creationId="{3F72590F-9069-B844-B0EB-CD1F48569E00}"/>
          </ac:spMkLst>
        </pc:spChg>
      </pc:sldChg>
      <pc:sldChg chg="ord">
        <pc:chgData name="Xiao,Angela (MED CD&amp;O) BII-CN-S" userId="S::angela.xiao@boehringer-ingelheim.com::98c22960-5edc-44dd-a92e-046c4666f5cb" providerId="AD" clId="Web-{06999554-A895-7C61-55F0-2FA1659D7925}" dt="2024-03-19T12:16:59.819" v="11"/>
        <pc:sldMkLst>
          <pc:docMk/>
          <pc:sldMk cId="2830967148" sldId="2147479971"/>
        </pc:sldMkLst>
      </pc:sldChg>
    </pc:docChg>
  </pc:docChgLst>
  <pc:docChgLst>
    <pc:chgData name="Zhang,Dr.,Na (MED CD&amp;O) BII-CN-B" userId="ab7c15c9-b163-4d18-b1a1-5f86dde37ad1" providerId="ADAL" clId="{21D435C2-D78D-4AC5-A8C8-C5C4476D003F}"/>
    <pc:docChg chg="custSel delSld modSld modSection">
      <pc:chgData name="Zhang,Dr.,Na (MED CD&amp;O) BII-CN-B" userId="ab7c15c9-b163-4d18-b1a1-5f86dde37ad1" providerId="ADAL" clId="{21D435C2-D78D-4AC5-A8C8-C5C4476D003F}" dt="2024-03-19T07:39:31.950" v="289" actId="6549"/>
      <pc:docMkLst>
        <pc:docMk/>
      </pc:docMkLst>
      <pc:sldChg chg="addSp delSp modSp mod">
        <pc:chgData name="Zhang,Dr.,Na (MED CD&amp;O) BII-CN-B" userId="ab7c15c9-b163-4d18-b1a1-5f86dde37ad1" providerId="ADAL" clId="{21D435C2-D78D-4AC5-A8C8-C5C4476D003F}" dt="2024-03-19T07:39:31.950" v="289" actId="6549"/>
        <pc:sldMkLst>
          <pc:docMk/>
          <pc:sldMk cId="2690882913" sldId="2147479938"/>
        </pc:sldMkLst>
        <pc:spChg chg="mod">
          <ac:chgData name="Zhang,Dr.,Na (MED CD&amp;O) BII-CN-B" userId="ab7c15c9-b163-4d18-b1a1-5f86dde37ad1" providerId="ADAL" clId="{21D435C2-D78D-4AC5-A8C8-C5C4476D003F}" dt="2024-03-19T07:33:42.363" v="231" actId="20577"/>
          <ac:spMkLst>
            <pc:docMk/>
            <pc:sldMk cId="2690882913" sldId="2147479938"/>
            <ac:spMk id="6" creationId="{82FA8179-0CB9-6BD1-281A-D6F0089CC464}"/>
          </ac:spMkLst>
        </pc:spChg>
        <pc:spChg chg="mod ord">
          <ac:chgData name="Zhang,Dr.,Na (MED CD&amp;O) BII-CN-B" userId="ab7c15c9-b163-4d18-b1a1-5f86dde37ad1" providerId="ADAL" clId="{21D435C2-D78D-4AC5-A8C8-C5C4476D003F}" dt="2024-03-19T07:39:31.950" v="289" actId="6549"/>
          <ac:spMkLst>
            <pc:docMk/>
            <pc:sldMk cId="2690882913" sldId="2147479938"/>
            <ac:spMk id="7" creationId="{C88C53E1-0147-D00A-DC9D-B0E869058737}"/>
          </ac:spMkLst>
        </pc:spChg>
        <pc:graphicFrameChg chg="add mod">
          <ac:chgData name="Zhang,Dr.,Na (MED CD&amp;O) BII-CN-B" userId="ab7c15c9-b163-4d18-b1a1-5f86dde37ad1" providerId="ADAL" clId="{21D435C2-D78D-4AC5-A8C8-C5C4476D003F}" dt="2024-03-19T07:39:27.927" v="288" actId="167"/>
          <ac:graphicFrameMkLst>
            <pc:docMk/>
            <pc:sldMk cId="2690882913" sldId="2147479938"/>
            <ac:graphicFrameMk id="3" creationId="{C3526F05-F7D8-48CC-8071-E5DD6954A2E5}"/>
          </ac:graphicFrameMkLst>
        </pc:graphicFrameChg>
        <pc:picChg chg="del">
          <ac:chgData name="Zhang,Dr.,Na (MED CD&amp;O) BII-CN-B" userId="ab7c15c9-b163-4d18-b1a1-5f86dde37ad1" providerId="ADAL" clId="{21D435C2-D78D-4AC5-A8C8-C5C4476D003F}" dt="2024-03-19T07:36:52.721" v="273" actId="478"/>
          <ac:picMkLst>
            <pc:docMk/>
            <pc:sldMk cId="2690882913" sldId="2147479938"/>
            <ac:picMk id="2" creationId="{802D8A0F-8118-F632-E05F-1B1F2DA8596B}"/>
          </ac:picMkLst>
        </pc:picChg>
      </pc:sldChg>
      <pc:sldChg chg="addSp delSp modSp mod">
        <pc:chgData name="Zhang,Dr.,Na (MED CD&amp;O) BII-CN-B" userId="ab7c15c9-b163-4d18-b1a1-5f86dde37ad1" providerId="ADAL" clId="{21D435C2-D78D-4AC5-A8C8-C5C4476D003F}" dt="2024-03-19T07:39:16.517" v="287" actId="6549"/>
        <pc:sldMkLst>
          <pc:docMk/>
          <pc:sldMk cId="1346970578" sldId="2147479939"/>
        </pc:sldMkLst>
        <pc:spChg chg="mod">
          <ac:chgData name="Zhang,Dr.,Na (MED CD&amp;O) BII-CN-B" userId="ab7c15c9-b163-4d18-b1a1-5f86dde37ad1" providerId="ADAL" clId="{21D435C2-D78D-4AC5-A8C8-C5C4476D003F}" dt="2024-03-19T07:33:52.120" v="241" actId="20577"/>
          <ac:spMkLst>
            <pc:docMk/>
            <pc:sldMk cId="1346970578" sldId="2147479939"/>
            <ac:spMk id="6" creationId="{82FA8179-0CB9-6BD1-281A-D6F0089CC464}"/>
          </ac:spMkLst>
        </pc:spChg>
        <pc:spChg chg="mod">
          <ac:chgData name="Zhang,Dr.,Na (MED CD&amp;O) BII-CN-B" userId="ab7c15c9-b163-4d18-b1a1-5f86dde37ad1" providerId="ADAL" clId="{21D435C2-D78D-4AC5-A8C8-C5C4476D003F}" dt="2024-03-19T07:39:16.517" v="287" actId="6549"/>
          <ac:spMkLst>
            <pc:docMk/>
            <pc:sldMk cId="1346970578" sldId="2147479939"/>
            <ac:spMk id="10" creationId="{C88C53E1-0147-D00A-DC9D-B0E869058737}"/>
          </ac:spMkLst>
        </pc:spChg>
        <pc:graphicFrameChg chg="add mod">
          <ac:chgData name="Zhang,Dr.,Na (MED CD&amp;O) BII-CN-B" userId="ab7c15c9-b163-4d18-b1a1-5f86dde37ad1" providerId="ADAL" clId="{21D435C2-D78D-4AC5-A8C8-C5C4476D003F}" dt="2024-03-19T07:36:21.953" v="269" actId="167"/>
          <ac:graphicFrameMkLst>
            <pc:docMk/>
            <pc:sldMk cId="1346970578" sldId="2147479939"/>
            <ac:graphicFrameMk id="2" creationId="{E5D73020-947A-494B-8AF9-0ED43BC5CE96}"/>
          </ac:graphicFrameMkLst>
        </pc:graphicFrameChg>
        <pc:graphicFrameChg chg="del">
          <ac:chgData name="Zhang,Dr.,Na (MED CD&amp;O) BII-CN-B" userId="ab7c15c9-b163-4d18-b1a1-5f86dde37ad1" providerId="ADAL" clId="{21D435C2-D78D-4AC5-A8C8-C5C4476D003F}" dt="2024-03-19T07:34:27.653" v="242" actId="478"/>
          <ac:graphicFrameMkLst>
            <pc:docMk/>
            <pc:sldMk cId="1346970578" sldId="2147479939"/>
            <ac:graphicFrameMk id="7" creationId="{E5D73020-947A-494B-8AF9-0ED43BC5CE96}"/>
          </ac:graphicFrameMkLst>
        </pc:graphicFrameChg>
      </pc:sldChg>
      <pc:sldChg chg="modSp mod">
        <pc:chgData name="Zhang,Dr.,Na (MED CD&amp;O) BII-CN-B" userId="ab7c15c9-b163-4d18-b1a1-5f86dde37ad1" providerId="ADAL" clId="{21D435C2-D78D-4AC5-A8C8-C5C4476D003F}" dt="2024-03-19T07:24:49.154" v="192" actId="20577"/>
        <pc:sldMkLst>
          <pc:docMk/>
          <pc:sldMk cId="3203243318" sldId="2147479941"/>
        </pc:sldMkLst>
        <pc:spChg chg="mod">
          <ac:chgData name="Zhang,Dr.,Na (MED CD&amp;O) BII-CN-B" userId="ab7c15c9-b163-4d18-b1a1-5f86dde37ad1" providerId="ADAL" clId="{21D435C2-D78D-4AC5-A8C8-C5C4476D003F}" dt="2024-03-19T07:24:49.154" v="192" actId="20577"/>
          <ac:spMkLst>
            <pc:docMk/>
            <pc:sldMk cId="3203243318" sldId="2147479941"/>
            <ac:spMk id="2" creationId="{95773696-4D96-EAEB-B1A2-0FFCFB4A621F}"/>
          </ac:spMkLst>
        </pc:spChg>
        <pc:spChg chg="mod">
          <ac:chgData name="Zhang,Dr.,Na (MED CD&amp;O) BII-CN-B" userId="ab7c15c9-b163-4d18-b1a1-5f86dde37ad1" providerId="ADAL" clId="{21D435C2-D78D-4AC5-A8C8-C5C4476D003F}" dt="2024-03-19T07:24:34.783" v="188" actId="20577"/>
          <ac:spMkLst>
            <pc:docMk/>
            <pc:sldMk cId="3203243318" sldId="2147479941"/>
            <ac:spMk id="8" creationId="{A92E39B4-BEE5-0EA6-019A-57C3BCBB0527}"/>
          </ac:spMkLst>
        </pc:spChg>
      </pc:sldChg>
      <pc:sldChg chg="modSp mod">
        <pc:chgData name="Zhang,Dr.,Na (MED CD&amp;O) BII-CN-B" userId="ab7c15c9-b163-4d18-b1a1-5f86dde37ad1" providerId="ADAL" clId="{21D435C2-D78D-4AC5-A8C8-C5C4476D003F}" dt="2024-03-19T07:25:29.523" v="212" actId="20577"/>
        <pc:sldMkLst>
          <pc:docMk/>
          <pc:sldMk cId="2756398955" sldId="2147479942"/>
        </pc:sldMkLst>
        <pc:spChg chg="mod">
          <ac:chgData name="Zhang,Dr.,Na (MED CD&amp;O) BII-CN-B" userId="ab7c15c9-b163-4d18-b1a1-5f86dde37ad1" providerId="ADAL" clId="{21D435C2-D78D-4AC5-A8C8-C5C4476D003F}" dt="2024-03-19T07:25:09.023" v="202" actId="20577"/>
          <ac:spMkLst>
            <pc:docMk/>
            <pc:sldMk cId="2756398955" sldId="2147479942"/>
            <ac:spMk id="2" creationId="{95773696-4D96-EAEB-B1A2-0FFCFB4A621F}"/>
          </ac:spMkLst>
        </pc:spChg>
        <pc:spChg chg="mod">
          <ac:chgData name="Zhang,Dr.,Na (MED CD&amp;O) BII-CN-B" userId="ab7c15c9-b163-4d18-b1a1-5f86dde37ad1" providerId="ADAL" clId="{21D435C2-D78D-4AC5-A8C8-C5C4476D003F}" dt="2024-03-19T07:25:29.523" v="212" actId="20577"/>
          <ac:spMkLst>
            <pc:docMk/>
            <pc:sldMk cId="2756398955" sldId="2147479942"/>
            <ac:spMk id="9" creationId="{CD574263-DBF9-2AAB-859D-8D3348A8A47C}"/>
          </ac:spMkLst>
        </pc:spChg>
      </pc:sldChg>
      <pc:sldChg chg="addSp delSp modSp mod">
        <pc:chgData name="Zhang,Dr.,Na (MED CD&amp;O) BII-CN-B" userId="ab7c15c9-b163-4d18-b1a1-5f86dde37ad1" providerId="ADAL" clId="{21D435C2-D78D-4AC5-A8C8-C5C4476D003F}" dt="2024-03-19T06:34:14.364" v="37" actId="14100"/>
        <pc:sldMkLst>
          <pc:docMk/>
          <pc:sldMk cId="2183541206" sldId="2147479946"/>
        </pc:sldMkLst>
        <pc:spChg chg="mod">
          <ac:chgData name="Zhang,Dr.,Na (MED CD&amp;O) BII-CN-B" userId="ab7c15c9-b163-4d18-b1a1-5f86dde37ad1" providerId="ADAL" clId="{21D435C2-D78D-4AC5-A8C8-C5C4476D003F}" dt="2024-03-19T06:19:21.288" v="11" actId="20577"/>
          <ac:spMkLst>
            <pc:docMk/>
            <pc:sldMk cId="2183541206" sldId="2147479946"/>
            <ac:spMk id="2" creationId="{EF1894B8-0524-9578-5425-DC7C8858875E}"/>
          </ac:spMkLst>
        </pc:spChg>
        <pc:spChg chg="mod">
          <ac:chgData name="Zhang,Dr.,Na (MED CD&amp;O) BII-CN-B" userId="ab7c15c9-b163-4d18-b1a1-5f86dde37ad1" providerId="ADAL" clId="{21D435C2-D78D-4AC5-A8C8-C5C4476D003F}" dt="2024-03-19T06:33:31.995" v="31" actId="20577"/>
          <ac:spMkLst>
            <pc:docMk/>
            <pc:sldMk cId="2183541206" sldId="2147479946"/>
            <ac:spMk id="7" creationId="{C89689FD-A81D-4B18-AA31-44E791151CCB}"/>
          </ac:spMkLst>
        </pc:spChg>
        <pc:graphicFrameChg chg="add mod">
          <ac:chgData name="Zhang,Dr.,Na (MED CD&amp;O) BII-CN-B" userId="ab7c15c9-b163-4d18-b1a1-5f86dde37ad1" providerId="ADAL" clId="{21D435C2-D78D-4AC5-A8C8-C5C4476D003F}" dt="2024-03-19T06:34:14.364" v="37" actId="14100"/>
          <ac:graphicFrameMkLst>
            <pc:docMk/>
            <pc:sldMk cId="2183541206" sldId="2147479946"/>
            <ac:graphicFrameMk id="3" creationId="{D71139B3-CBFC-4B9F-B328-6F5D311F7A0D}"/>
          </ac:graphicFrameMkLst>
        </pc:graphicFrameChg>
        <pc:graphicFrameChg chg="del">
          <ac:chgData name="Zhang,Dr.,Na (MED CD&amp;O) BII-CN-B" userId="ab7c15c9-b163-4d18-b1a1-5f86dde37ad1" providerId="ADAL" clId="{21D435C2-D78D-4AC5-A8C8-C5C4476D003F}" dt="2024-03-19T06:33:02.322" v="12" actId="478"/>
          <ac:graphicFrameMkLst>
            <pc:docMk/>
            <pc:sldMk cId="2183541206" sldId="2147479946"/>
            <ac:graphicFrameMk id="10" creationId="{D71139B3-CBFC-4B9F-B328-6F5D311F7A0D}"/>
          </ac:graphicFrameMkLst>
        </pc:graphicFrameChg>
      </pc:sldChg>
      <pc:sldChg chg="addSp delSp modSp mod">
        <pc:chgData name="Zhang,Dr.,Na (MED CD&amp;O) BII-CN-B" userId="ab7c15c9-b163-4d18-b1a1-5f86dde37ad1" providerId="ADAL" clId="{21D435C2-D78D-4AC5-A8C8-C5C4476D003F}" dt="2024-03-19T06:36:01.623" v="86" actId="20577"/>
        <pc:sldMkLst>
          <pc:docMk/>
          <pc:sldMk cId="1015308906" sldId="2147479949"/>
        </pc:sldMkLst>
        <pc:spChg chg="mod">
          <ac:chgData name="Zhang,Dr.,Na (MED CD&amp;O) BII-CN-B" userId="ab7c15c9-b163-4d18-b1a1-5f86dde37ad1" providerId="ADAL" clId="{21D435C2-D78D-4AC5-A8C8-C5C4476D003F}" dt="2024-03-19T06:34:26.582" v="47" actId="20577"/>
          <ac:spMkLst>
            <pc:docMk/>
            <pc:sldMk cId="1015308906" sldId="2147479949"/>
            <ac:spMk id="2" creationId="{EF1894B8-0524-9578-5425-DC7C8858875E}"/>
          </ac:spMkLst>
        </pc:spChg>
        <pc:spChg chg="mod">
          <ac:chgData name="Zhang,Dr.,Na (MED CD&amp;O) BII-CN-B" userId="ab7c15c9-b163-4d18-b1a1-5f86dde37ad1" providerId="ADAL" clId="{21D435C2-D78D-4AC5-A8C8-C5C4476D003F}" dt="2024-03-19T06:36:01.623" v="86" actId="20577"/>
          <ac:spMkLst>
            <pc:docMk/>
            <pc:sldMk cId="1015308906" sldId="2147479949"/>
            <ac:spMk id="3" creationId="{29A438AA-9802-B3D6-4520-6F30D4486A8F}"/>
          </ac:spMkLst>
        </pc:spChg>
        <pc:graphicFrameChg chg="add mod">
          <ac:chgData name="Zhang,Dr.,Na (MED CD&amp;O) BII-CN-B" userId="ab7c15c9-b163-4d18-b1a1-5f86dde37ad1" providerId="ADAL" clId="{21D435C2-D78D-4AC5-A8C8-C5C4476D003F}" dt="2024-03-19T06:34:51.452" v="52" actId="1076"/>
          <ac:graphicFrameMkLst>
            <pc:docMk/>
            <pc:sldMk cId="1015308906" sldId="2147479949"/>
            <ac:graphicFrameMk id="6" creationId="{564D039E-B23C-AC5A-CE2F-255F41F7F9FA}"/>
          </ac:graphicFrameMkLst>
        </pc:graphicFrameChg>
        <pc:graphicFrameChg chg="del">
          <ac:chgData name="Zhang,Dr.,Na (MED CD&amp;O) BII-CN-B" userId="ab7c15c9-b163-4d18-b1a1-5f86dde37ad1" providerId="ADAL" clId="{21D435C2-D78D-4AC5-A8C8-C5C4476D003F}" dt="2024-03-19T06:34:31.137" v="48" actId="478"/>
          <ac:graphicFrameMkLst>
            <pc:docMk/>
            <pc:sldMk cId="1015308906" sldId="2147479949"/>
            <ac:graphicFrameMk id="8" creationId="{564D039E-B23C-AC5A-CE2F-255F41F7F9FA}"/>
          </ac:graphicFrameMkLst>
        </pc:graphicFrameChg>
      </pc:sldChg>
      <pc:sldChg chg="addSp delSp modSp mod">
        <pc:chgData name="Zhang,Dr.,Na (MED CD&amp;O) BII-CN-B" userId="ab7c15c9-b163-4d18-b1a1-5f86dde37ad1" providerId="ADAL" clId="{21D435C2-D78D-4AC5-A8C8-C5C4476D003F}" dt="2024-03-19T06:38:54.853" v="121" actId="20577"/>
        <pc:sldMkLst>
          <pc:docMk/>
          <pc:sldMk cId="192248867" sldId="2147479950"/>
        </pc:sldMkLst>
        <pc:spChg chg="mod">
          <ac:chgData name="Zhang,Dr.,Na (MED CD&amp;O) BII-CN-B" userId="ab7c15c9-b163-4d18-b1a1-5f86dde37ad1" providerId="ADAL" clId="{21D435C2-D78D-4AC5-A8C8-C5C4476D003F}" dt="2024-03-19T06:37:57.110" v="97" actId="20577"/>
          <ac:spMkLst>
            <pc:docMk/>
            <pc:sldMk cId="192248867" sldId="2147479950"/>
            <ac:spMk id="2" creationId="{EF1894B8-0524-9578-5425-DC7C8858875E}"/>
          </ac:spMkLst>
        </pc:spChg>
        <pc:spChg chg="mod">
          <ac:chgData name="Zhang,Dr.,Na (MED CD&amp;O) BII-CN-B" userId="ab7c15c9-b163-4d18-b1a1-5f86dde37ad1" providerId="ADAL" clId="{21D435C2-D78D-4AC5-A8C8-C5C4476D003F}" dt="2024-03-19T06:38:54.853" v="121" actId="20577"/>
          <ac:spMkLst>
            <pc:docMk/>
            <pc:sldMk cId="192248867" sldId="2147479950"/>
            <ac:spMk id="3" creationId="{14845856-520F-6487-FE0B-C90B78B698D2}"/>
          </ac:spMkLst>
        </pc:spChg>
        <pc:graphicFrameChg chg="add mod">
          <ac:chgData name="Zhang,Dr.,Na (MED CD&amp;O) BII-CN-B" userId="ab7c15c9-b163-4d18-b1a1-5f86dde37ad1" providerId="ADAL" clId="{21D435C2-D78D-4AC5-A8C8-C5C4476D003F}" dt="2024-03-19T06:38:21.686" v="103" actId="1076"/>
          <ac:graphicFrameMkLst>
            <pc:docMk/>
            <pc:sldMk cId="192248867" sldId="2147479950"/>
            <ac:graphicFrameMk id="6" creationId="{73207099-613B-4188-B37D-91BA5B30A0AB}"/>
          </ac:graphicFrameMkLst>
        </pc:graphicFrameChg>
        <pc:graphicFrameChg chg="del">
          <ac:chgData name="Zhang,Dr.,Na (MED CD&amp;O) BII-CN-B" userId="ab7c15c9-b163-4d18-b1a1-5f86dde37ad1" providerId="ADAL" clId="{21D435C2-D78D-4AC5-A8C8-C5C4476D003F}" dt="2024-03-19T06:37:51.414" v="87" actId="478"/>
          <ac:graphicFrameMkLst>
            <pc:docMk/>
            <pc:sldMk cId="192248867" sldId="2147479950"/>
            <ac:graphicFrameMk id="7" creationId="{73207099-613B-4188-B37D-91BA5B30A0AB}"/>
          </ac:graphicFrameMkLst>
        </pc:graphicFrameChg>
      </pc:sldChg>
      <pc:sldChg chg="addSp delSp modSp mod">
        <pc:chgData name="Zhang,Dr.,Na (MED CD&amp;O) BII-CN-B" userId="ab7c15c9-b163-4d18-b1a1-5f86dde37ad1" providerId="ADAL" clId="{21D435C2-D78D-4AC5-A8C8-C5C4476D003F}" dt="2024-03-19T06:40:20.825" v="164" actId="20577"/>
        <pc:sldMkLst>
          <pc:docMk/>
          <pc:sldMk cId="3643084299" sldId="2147479956"/>
        </pc:sldMkLst>
        <pc:spChg chg="mod">
          <ac:chgData name="Zhang,Dr.,Na (MED CD&amp;O) BII-CN-B" userId="ab7c15c9-b163-4d18-b1a1-5f86dde37ad1" providerId="ADAL" clId="{21D435C2-D78D-4AC5-A8C8-C5C4476D003F}" dt="2024-03-19T06:39:12.486" v="132" actId="20577"/>
          <ac:spMkLst>
            <pc:docMk/>
            <pc:sldMk cId="3643084299" sldId="2147479956"/>
            <ac:spMk id="2" creationId="{E59A85D0-7962-5E5F-077C-19041EFFF4A9}"/>
          </ac:spMkLst>
        </pc:spChg>
        <pc:spChg chg="mod">
          <ac:chgData name="Zhang,Dr.,Na (MED CD&amp;O) BII-CN-B" userId="ab7c15c9-b163-4d18-b1a1-5f86dde37ad1" providerId="ADAL" clId="{21D435C2-D78D-4AC5-A8C8-C5C4476D003F}" dt="2024-03-19T06:40:20.825" v="164" actId="20577"/>
          <ac:spMkLst>
            <pc:docMk/>
            <pc:sldMk cId="3643084299" sldId="2147479956"/>
            <ac:spMk id="7" creationId="{E9652D21-1760-F628-289B-1C3D098AA9E2}"/>
          </ac:spMkLst>
        </pc:spChg>
        <pc:graphicFrameChg chg="add mod">
          <ac:chgData name="Zhang,Dr.,Na (MED CD&amp;O) BII-CN-B" userId="ab7c15c9-b163-4d18-b1a1-5f86dde37ad1" providerId="ADAL" clId="{21D435C2-D78D-4AC5-A8C8-C5C4476D003F}" dt="2024-03-19T06:39:39.403" v="136" actId="14100"/>
          <ac:graphicFrameMkLst>
            <pc:docMk/>
            <pc:sldMk cId="3643084299" sldId="2147479956"/>
            <ac:graphicFrameMk id="3" creationId="{58C91470-03C3-285C-A9AE-A1EF77951B5C}"/>
          </ac:graphicFrameMkLst>
        </pc:graphicFrameChg>
        <pc:graphicFrameChg chg="del">
          <ac:chgData name="Zhang,Dr.,Na (MED CD&amp;O) BII-CN-B" userId="ab7c15c9-b163-4d18-b1a1-5f86dde37ad1" providerId="ADAL" clId="{21D435C2-D78D-4AC5-A8C8-C5C4476D003F}" dt="2024-03-19T06:39:02.444" v="122" actId="478"/>
          <ac:graphicFrameMkLst>
            <pc:docMk/>
            <pc:sldMk cId="3643084299" sldId="2147479956"/>
            <ac:graphicFrameMk id="8" creationId="{58C91470-03C3-285C-A9AE-A1EF77951B5C}"/>
          </ac:graphicFrameMkLst>
        </pc:graphicFrameChg>
      </pc:sldChg>
      <pc:sldChg chg="del">
        <pc:chgData name="Zhang,Dr.,Na (MED CD&amp;O) BII-CN-B" userId="ab7c15c9-b163-4d18-b1a1-5f86dde37ad1" providerId="ADAL" clId="{21D435C2-D78D-4AC5-A8C8-C5C4476D003F}" dt="2024-03-19T06:43:24.308" v="171" actId="47"/>
        <pc:sldMkLst>
          <pc:docMk/>
          <pc:sldMk cId="2927664123" sldId="2147479967"/>
        </pc:sldMkLst>
      </pc:sldChg>
      <pc:sldChg chg="addSp modSp mod">
        <pc:chgData name="Zhang,Dr.,Na (MED CD&amp;O) BII-CN-B" userId="ab7c15c9-b163-4d18-b1a1-5f86dde37ad1" providerId="ADAL" clId="{21D435C2-D78D-4AC5-A8C8-C5C4476D003F}" dt="2024-03-19T07:24:07.291" v="173" actId="1076"/>
        <pc:sldMkLst>
          <pc:docMk/>
          <pc:sldMk cId="4054913243" sldId="2147479973"/>
        </pc:sldMkLst>
        <pc:spChg chg="add mod">
          <ac:chgData name="Zhang,Dr.,Na (MED CD&amp;O) BII-CN-B" userId="ab7c15c9-b163-4d18-b1a1-5f86dde37ad1" providerId="ADAL" clId="{21D435C2-D78D-4AC5-A8C8-C5C4476D003F}" dt="2024-03-19T07:24:07.291" v="173" actId="1076"/>
          <ac:spMkLst>
            <pc:docMk/>
            <pc:sldMk cId="4054913243" sldId="2147479973"/>
            <ac:spMk id="3" creationId="{7429E91D-2440-E814-A5D3-41339CD1835A}"/>
          </ac:spMkLst>
        </pc:spChg>
      </pc:sldChg>
    </pc:docChg>
  </pc:docChgLst>
  <pc:docChgLst>
    <pc:chgData name="Han,Keri (HP Medicine) BII-CN-S" userId="06a39f7b-f140-446e-81cc-4ce1bd36a97a" providerId="ADAL" clId="{27396C54-3A13-4D21-9B0F-A455970BCDB1}"/>
    <pc:docChg chg="custSel modSld">
      <pc:chgData name="Han,Keri (HP Medicine) BII-CN-S" userId="06a39f7b-f140-446e-81cc-4ce1bd36a97a" providerId="ADAL" clId="{27396C54-3A13-4D21-9B0F-A455970BCDB1}" dt="2024-04-09T09:22:40.602" v="88" actId="1076"/>
      <pc:docMkLst>
        <pc:docMk/>
      </pc:docMkLst>
      <pc:sldChg chg="modSp mod">
        <pc:chgData name="Han,Keri (HP Medicine) BII-CN-S" userId="06a39f7b-f140-446e-81cc-4ce1bd36a97a" providerId="ADAL" clId="{27396C54-3A13-4D21-9B0F-A455970BCDB1}" dt="2024-03-21T07:13:22.696" v="75" actId="14734"/>
        <pc:sldMkLst>
          <pc:docMk/>
          <pc:sldMk cId="2748168582" sldId="9815"/>
        </pc:sldMkLst>
        <pc:graphicFrameChg chg="modGraphic">
          <ac:chgData name="Han,Keri (HP Medicine) BII-CN-S" userId="06a39f7b-f140-446e-81cc-4ce1bd36a97a" providerId="ADAL" clId="{27396C54-3A13-4D21-9B0F-A455970BCDB1}" dt="2024-03-21T07:13:22.696" v="75" actId="14734"/>
          <ac:graphicFrameMkLst>
            <pc:docMk/>
            <pc:sldMk cId="2748168582" sldId="9815"/>
            <ac:graphicFrameMk id="6" creationId="{792B0506-9A30-E90C-A188-E57BD9E4AC56}"/>
          </ac:graphicFrameMkLst>
        </pc:graphicFrameChg>
      </pc:sldChg>
      <pc:sldChg chg="delSp mod">
        <pc:chgData name="Han,Keri (HP Medicine) BII-CN-S" userId="06a39f7b-f140-446e-81cc-4ce1bd36a97a" providerId="ADAL" clId="{27396C54-3A13-4D21-9B0F-A455970BCDB1}" dt="2024-03-21T02:16:52.007" v="74" actId="478"/>
        <pc:sldMkLst>
          <pc:docMk/>
          <pc:sldMk cId="2543445664" sldId="9816"/>
        </pc:sldMkLst>
        <pc:spChg chg="del">
          <ac:chgData name="Han,Keri (HP Medicine) BII-CN-S" userId="06a39f7b-f140-446e-81cc-4ce1bd36a97a" providerId="ADAL" clId="{27396C54-3A13-4D21-9B0F-A455970BCDB1}" dt="2024-03-21T02:16:52.007" v="74" actId="478"/>
          <ac:spMkLst>
            <pc:docMk/>
            <pc:sldMk cId="2543445664" sldId="9816"/>
            <ac:spMk id="3" creationId="{7E84BB9D-A560-B107-D02C-6E613DA594C3}"/>
          </ac:spMkLst>
        </pc:spChg>
      </pc:sldChg>
      <pc:sldChg chg="modSp mod">
        <pc:chgData name="Han,Keri (HP Medicine) BII-CN-S" userId="06a39f7b-f140-446e-81cc-4ce1bd36a97a" providerId="ADAL" clId="{27396C54-3A13-4D21-9B0F-A455970BCDB1}" dt="2024-03-20T23:45:16.387" v="33" actId="20577"/>
        <pc:sldMkLst>
          <pc:docMk/>
          <pc:sldMk cId="1523911864" sldId="2147377461"/>
        </pc:sldMkLst>
        <pc:spChg chg="mod">
          <ac:chgData name="Han,Keri (HP Medicine) BII-CN-S" userId="06a39f7b-f140-446e-81cc-4ce1bd36a97a" providerId="ADAL" clId="{27396C54-3A13-4D21-9B0F-A455970BCDB1}" dt="2024-03-20T23:45:16.387" v="33" actId="20577"/>
          <ac:spMkLst>
            <pc:docMk/>
            <pc:sldMk cId="1523911864" sldId="2147377461"/>
            <ac:spMk id="76" creationId="{4608E9B4-AB71-4ECC-96AF-C53237729BED}"/>
          </ac:spMkLst>
        </pc:spChg>
      </pc:sldChg>
      <pc:sldChg chg="modSp mod">
        <pc:chgData name="Han,Keri (HP Medicine) BII-CN-S" userId="06a39f7b-f140-446e-81cc-4ce1bd36a97a" providerId="ADAL" clId="{27396C54-3A13-4D21-9B0F-A455970BCDB1}" dt="2024-04-09T09:08:04.825" v="87" actId="14100"/>
        <pc:sldMkLst>
          <pc:docMk/>
          <pc:sldMk cId="374661913" sldId="2147479594"/>
        </pc:sldMkLst>
        <pc:spChg chg="mod">
          <ac:chgData name="Han,Keri (HP Medicine) BII-CN-S" userId="06a39f7b-f140-446e-81cc-4ce1bd36a97a" providerId="ADAL" clId="{27396C54-3A13-4D21-9B0F-A455970BCDB1}" dt="2024-03-21T00:38:58.917" v="66" actId="403"/>
          <ac:spMkLst>
            <pc:docMk/>
            <pc:sldMk cId="374661913" sldId="2147479594"/>
            <ac:spMk id="222" creationId="{CC548B22-8EC7-4630-9F7F-0F5258F0B131}"/>
          </ac:spMkLst>
        </pc:spChg>
        <pc:cxnChg chg="mod">
          <ac:chgData name="Han,Keri (HP Medicine) BII-CN-S" userId="06a39f7b-f140-446e-81cc-4ce1bd36a97a" providerId="ADAL" clId="{27396C54-3A13-4D21-9B0F-A455970BCDB1}" dt="2024-03-21T01:40:38.425" v="73" actId="1038"/>
          <ac:cxnSpMkLst>
            <pc:docMk/>
            <pc:sldMk cId="374661913" sldId="2147479594"/>
            <ac:cxnSpMk id="146" creationId="{3EB8C12A-4512-4719-9A12-FD05431B5098}"/>
          </ac:cxnSpMkLst>
        </pc:cxnChg>
        <pc:cxnChg chg="mod">
          <ac:chgData name="Han,Keri (HP Medicine) BII-CN-S" userId="06a39f7b-f140-446e-81cc-4ce1bd36a97a" providerId="ADAL" clId="{27396C54-3A13-4D21-9B0F-A455970BCDB1}" dt="2024-04-09T09:08:04.825" v="87" actId="14100"/>
          <ac:cxnSpMkLst>
            <pc:docMk/>
            <pc:sldMk cId="374661913" sldId="2147479594"/>
            <ac:cxnSpMk id="221" creationId="{9DA3172C-731E-4DD1-B481-F3F67347A51D}"/>
          </ac:cxnSpMkLst>
        </pc:cxnChg>
      </pc:sldChg>
      <pc:sldChg chg="modSp mod">
        <pc:chgData name="Han,Keri (HP Medicine) BII-CN-S" userId="06a39f7b-f140-446e-81cc-4ce1bd36a97a" providerId="ADAL" clId="{27396C54-3A13-4D21-9B0F-A455970BCDB1}" dt="2024-03-29T02:43:22.783" v="86" actId="20577"/>
        <pc:sldMkLst>
          <pc:docMk/>
          <pc:sldMk cId="204555529" sldId="2147479613"/>
        </pc:sldMkLst>
        <pc:spChg chg="mod">
          <ac:chgData name="Han,Keri (HP Medicine) BII-CN-S" userId="06a39f7b-f140-446e-81cc-4ce1bd36a97a" providerId="ADAL" clId="{27396C54-3A13-4D21-9B0F-A455970BCDB1}" dt="2024-03-29T02:43:22.783" v="86" actId="20577"/>
          <ac:spMkLst>
            <pc:docMk/>
            <pc:sldMk cId="204555529" sldId="2147479613"/>
            <ac:spMk id="32" creationId="{8E2AC9FD-C82E-8B79-48EF-235A3873C1FE}"/>
          </ac:spMkLst>
        </pc:spChg>
        <pc:spChg chg="mod">
          <ac:chgData name="Han,Keri (HP Medicine) BII-CN-S" userId="06a39f7b-f140-446e-81cc-4ce1bd36a97a" providerId="ADAL" clId="{27396C54-3A13-4D21-9B0F-A455970BCDB1}" dt="2024-03-28T05:38:13.845" v="77" actId="14100"/>
          <ac:spMkLst>
            <pc:docMk/>
            <pc:sldMk cId="204555529" sldId="2147479613"/>
            <ac:spMk id="38" creationId="{0D3C6050-0397-A32A-204F-9826F45322A9}"/>
          </ac:spMkLst>
        </pc:spChg>
        <pc:spChg chg="mod">
          <ac:chgData name="Han,Keri (HP Medicine) BII-CN-S" userId="06a39f7b-f140-446e-81cc-4ce1bd36a97a" providerId="ADAL" clId="{27396C54-3A13-4D21-9B0F-A455970BCDB1}" dt="2024-03-20T23:42:44.790" v="25" actId="20577"/>
          <ac:spMkLst>
            <pc:docMk/>
            <pc:sldMk cId="204555529" sldId="2147479613"/>
            <ac:spMk id="48" creationId="{E25F0443-7C38-987F-D4EF-932CC20F7BDA}"/>
          </ac:spMkLst>
        </pc:spChg>
      </pc:sldChg>
      <pc:sldChg chg="modSp mod">
        <pc:chgData name="Han,Keri (HP Medicine) BII-CN-S" userId="06a39f7b-f140-446e-81cc-4ce1bd36a97a" providerId="ADAL" clId="{27396C54-3A13-4D21-9B0F-A455970BCDB1}" dt="2024-04-09T09:22:40.602" v="88" actId="1076"/>
        <pc:sldMkLst>
          <pc:docMk/>
          <pc:sldMk cId="422515560" sldId="2147479729"/>
        </pc:sldMkLst>
        <pc:spChg chg="mod">
          <ac:chgData name="Han,Keri (HP Medicine) BII-CN-S" userId="06a39f7b-f140-446e-81cc-4ce1bd36a97a" providerId="ADAL" clId="{27396C54-3A13-4D21-9B0F-A455970BCDB1}" dt="2024-04-09T09:22:40.602" v="88" actId="1076"/>
          <ac:spMkLst>
            <pc:docMk/>
            <pc:sldMk cId="422515560" sldId="2147479729"/>
            <ac:spMk id="3" creationId="{3241D9A1-5BCF-3B96-9BCC-F863386EA9D7}"/>
          </ac:spMkLst>
        </pc:spChg>
      </pc:sldChg>
      <pc:sldChg chg="modSp mod">
        <pc:chgData name="Han,Keri (HP Medicine) BII-CN-S" userId="06a39f7b-f140-446e-81cc-4ce1bd36a97a" providerId="ADAL" clId="{27396C54-3A13-4D21-9B0F-A455970BCDB1}" dt="2024-03-20T23:28:01.784" v="4" actId="1076"/>
        <pc:sldMkLst>
          <pc:docMk/>
          <pc:sldMk cId="928541148" sldId="2147479928"/>
        </pc:sldMkLst>
        <pc:spChg chg="mod">
          <ac:chgData name="Han,Keri (HP Medicine) BII-CN-S" userId="06a39f7b-f140-446e-81cc-4ce1bd36a97a" providerId="ADAL" clId="{27396C54-3A13-4D21-9B0F-A455970BCDB1}" dt="2024-03-20T23:27:59.935" v="3" actId="20577"/>
          <ac:spMkLst>
            <pc:docMk/>
            <pc:sldMk cId="928541148" sldId="2147479928"/>
            <ac:spMk id="6" creationId="{69820285-33A7-5AE6-87EC-4325A29CE36F}"/>
          </ac:spMkLst>
        </pc:spChg>
        <pc:spChg chg="mod">
          <ac:chgData name="Han,Keri (HP Medicine) BII-CN-S" userId="06a39f7b-f140-446e-81cc-4ce1bd36a97a" providerId="ADAL" clId="{27396C54-3A13-4D21-9B0F-A455970BCDB1}" dt="2024-03-20T23:28:01.784" v="4" actId="1076"/>
          <ac:spMkLst>
            <pc:docMk/>
            <pc:sldMk cId="928541148" sldId="2147479928"/>
            <ac:spMk id="77" creationId="{A3233CAE-2AF6-ECF9-6DDB-6F0B1BFF8490}"/>
          </ac:spMkLst>
        </pc:spChg>
        <pc:spChg chg="mod">
          <ac:chgData name="Han,Keri (HP Medicine) BII-CN-S" userId="06a39f7b-f140-446e-81cc-4ce1bd36a97a" providerId="ADAL" clId="{27396C54-3A13-4D21-9B0F-A455970BCDB1}" dt="2024-03-20T23:27:56.650" v="1" actId="20577"/>
          <ac:spMkLst>
            <pc:docMk/>
            <pc:sldMk cId="928541148" sldId="2147479928"/>
            <ac:spMk id="115" creationId="{D541E2E3-021B-336F-8E7D-639BC793FD56}"/>
          </ac:spMkLst>
        </pc:spChg>
      </pc:sldChg>
      <pc:sldChg chg="delSp mod">
        <pc:chgData name="Han,Keri (HP Medicine) BII-CN-S" userId="06a39f7b-f140-446e-81cc-4ce1bd36a97a" providerId="ADAL" clId="{27396C54-3A13-4D21-9B0F-A455970BCDB1}" dt="2024-03-20T23:47:53.871" v="35" actId="478"/>
        <pc:sldMkLst>
          <pc:docMk/>
          <pc:sldMk cId="1170805138" sldId="2147479932"/>
        </pc:sldMkLst>
        <pc:spChg chg="del">
          <ac:chgData name="Han,Keri (HP Medicine) BII-CN-S" userId="06a39f7b-f140-446e-81cc-4ce1bd36a97a" providerId="ADAL" clId="{27396C54-3A13-4D21-9B0F-A455970BCDB1}" dt="2024-03-20T23:47:53.871" v="35" actId="478"/>
          <ac:spMkLst>
            <pc:docMk/>
            <pc:sldMk cId="1170805138" sldId="2147479932"/>
            <ac:spMk id="11" creationId="{6CAC9977-B76F-4EFC-47A7-56C6BE969793}"/>
          </ac:spMkLst>
        </pc:spChg>
        <pc:cxnChg chg="del">
          <ac:chgData name="Han,Keri (HP Medicine) BII-CN-S" userId="06a39f7b-f140-446e-81cc-4ce1bd36a97a" providerId="ADAL" clId="{27396C54-3A13-4D21-9B0F-A455970BCDB1}" dt="2024-03-20T23:47:49.204" v="34" actId="478"/>
          <ac:cxnSpMkLst>
            <pc:docMk/>
            <pc:sldMk cId="1170805138" sldId="2147479932"/>
            <ac:cxnSpMk id="76" creationId="{DCD9744C-7C84-B225-5967-E6C7CB34745B}"/>
          </ac:cxnSpMkLst>
        </pc:cxnChg>
      </pc:sldChg>
      <pc:sldChg chg="modSp mod">
        <pc:chgData name="Han,Keri (HP Medicine) BII-CN-S" userId="06a39f7b-f140-446e-81cc-4ce1bd36a97a" providerId="ADAL" clId="{27396C54-3A13-4D21-9B0F-A455970BCDB1}" dt="2024-03-28T05:36:26.451" v="76" actId="14100"/>
        <pc:sldMkLst>
          <pc:docMk/>
          <pc:sldMk cId="1015308906" sldId="2147479949"/>
        </pc:sldMkLst>
        <pc:spChg chg="mod">
          <ac:chgData name="Han,Keri (HP Medicine) BII-CN-S" userId="06a39f7b-f140-446e-81cc-4ce1bd36a97a" providerId="ADAL" clId="{27396C54-3A13-4D21-9B0F-A455970BCDB1}" dt="2024-03-28T05:36:26.451" v="76" actId="14100"/>
          <ac:spMkLst>
            <pc:docMk/>
            <pc:sldMk cId="1015308906" sldId="2147479949"/>
            <ac:spMk id="7" creationId="{BE4C0037-8B16-A7A0-5B88-865947C27BF9}"/>
          </ac:spMkLst>
        </pc:spChg>
      </pc:sldChg>
      <pc:sldChg chg="mod modShow">
        <pc:chgData name="Han,Keri (HP Medicine) BII-CN-S" userId="06a39f7b-f140-446e-81cc-4ce1bd36a97a" providerId="ADAL" clId="{27396C54-3A13-4D21-9B0F-A455970BCDB1}" dt="2024-03-21T01:24:07.690" v="69" actId="729"/>
        <pc:sldMkLst>
          <pc:docMk/>
          <pc:sldMk cId="331471082" sldId="2147479958"/>
        </pc:sldMkLst>
      </pc:sldChg>
      <pc:sldChg chg="modSp mod">
        <pc:chgData name="Han,Keri (HP Medicine) BII-CN-S" userId="06a39f7b-f140-446e-81cc-4ce1bd36a97a" providerId="ADAL" clId="{27396C54-3A13-4D21-9B0F-A455970BCDB1}" dt="2024-03-21T01:14:33.566" v="68" actId="20577"/>
        <pc:sldMkLst>
          <pc:docMk/>
          <pc:sldMk cId="3908949176" sldId="2147479968"/>
        </pc:sldMkLst>
        <pc:spChg chg="mod">
          <ac:chgData name="Han,Keri (HP Medicine) BII-CN-S" userId="06a39f7b-f140-446e-81cc-4ce1bd36a97a" providerId="ADAL" clId="{27396C54-3A13-4D21-9B0F-A455970BCDB1}" dt="2024-03-21T01:14:33.566" v="68" actId="20577"/>
          <ac:spMkLst>
            <pc:docMk/>
            <pc:sldMk cId="3908949176" sldId="2147479968"/>
            <ac:spMk id="2" creationId="{3F72590F-9069-B844-B0EB-CD1F48569E00}"/>
          </ac:spMkLst>
        </pc:spChg>
      </pc:sldChg>
      <pc:sldChg chg="modSp mod">
        <pc:chgData name="Han,Keri (HP Medicine) BII-CN-S" userId="06a39f7b-f140-446e-81cc-4ce1bd36a97a" providerId="ADAL" clId="{27396C54-3A13-4D21-9B0F-A455970BCDB1}" dt="2024-03-20T23:31:12.475" v="9" actId="20577"/>
        <pc:sldMkLst>
          <pc:docMk/>
          <pc:sldMk cId="136649172" sldId="2147479970"/>
        </pc:sldMkLst>
        <pc:spChg chg="mod">
          <ac:chgData name="Han,Keri (HP Medicine) BII-CN-S" userId="06a39f7b-f140-446e-81cc-4ce1bd36a97a" providerId="ADAL" clId="{27396C54-3A13-4D21-9B0F-A455970BCDB1}" dt="2024-03-20T23:31:12.475" v="9" actId="20577"/>
          <ac:spMkLst>
            <pc:docMk/>
            <pc:sldMk cId="136649172" sldId="2147479970"/>
            <ac:spMk id="3" creationId="{D94FB58B-641B-B289-F134-BADCC75B4787}"/>
          </ac:spMkLst>
        </pc:spChg>
      </pc:sldChg>
    </pc:docChg>
  </pc:docChgLst>
  <pc:docChgLst>
    <pc:chgData name="Zhu,Julia (HP Medicine) BII-CN-S" userId="S::julia_2.zhu@boehringer-ingelheim.com::03b5dd03-9d84-43b3-85a3-94d8f7e7e050" providerId="AD" clId="Web-{FD478D84-D729-AB32-E9DF-409AB40E2D42}"/>
    <pc:docChg chg="modSld">
      <pc:chgData name="Zhu,Julia (HP Medicine) BII-CN-S" userId="S::julia_2.zhu@boehringer-ingelheim.com::03b5dd03-9d84-43b3-85a3-94d8f7e7e050" providerId="AD" clId="Web-{FD478D84-D729-AB32-E9DF-409AB40E2D42}" dt="2024-04-24T15:10:48.921" v="14" actId="20577"/>
      <pc:docMkLst>
        <pc:docMk/>
      </pc:docMkLst>
      <pc:sldChg chg="modSp">
        <pc:chgData name="Zhu,Julia (HP Medicine) BII-CN-S" userId="S::julia_2.zhu@boehringer-ingelheim.com::03b5dd03-9d84-43b3-85a3-94d8f7e7e050" providerId="AD" clId="Web-{FD478D84-D729-AB32-E9DF-409AB40E2D42}" dt="2024-04-24T15:10:48.921" v="14" actId="20577"/>
        <pc:sldMkLst>
          <pc:docMk/>
          <pc:sldMk cId="999243647" sldId="2147481189"/>
        </pc:sldMkLst>
        <pc:spChg chg="mod">
          <ac:chgData name="Zhu,Julia (HP Medicine) BII-CN-S" userId="S::julia_2.zhu@boehringer-ingelheim.com::03b5dd03-9d84-43b3-85a3-94d8f7e7e050" providerId="AD" clId="Web-{FD478D84-D729-AB32-E9DF-409AB40E2D42}" dt="2024-04-24T15:10:48.921" v="14" actId="20577"/>
          <ac:spMkLst>
            <pc:docMk/>
            <pc:sldMk cId="999243647" sldId="2147481189"/>
            <ac:spMk id="5" creationId="{63B75B45-3D94-A548-8555-CBED964C5DA9}"/>
          </ac:spMkLst>
        </pc:spChg>
      </pc:sldChg>
    </pc:docChg>
  </pc:docChgLst>
  <pc:docChgLst>
    <pc:chgData name="Han,Keri (HP Medicine) BII-CN-S" userId="06a39f7b-f140-446e-81cc-4ce1bd36a97a" providerId="ADAL" clId="{B5E93997-CB04-494D-847E-DA5A610C1779}"/>
    <pc:docChg chg="modSld">
      <pc:chgData name="Han,Keri (HP Medicine) BII-CN-S" userId="06a39f7b-f140-446e-81cc-4ce1bd36a97a" providerId="ADAL" clId="{B5E93997-CB04-494D-847E-DA5A610C1779}" dt="2024-05-13T07:29:30.455" v="1" actId="1076"/>
      <pc:docMkLst>
        <pc:docMk/>
      </pc:docMkLst>
      <pc:sldChg chg="modSp mod">
        <pc:chgData name="Han,Keri (HP Medicine) BII-CN-S" userId="06a39f7b-f140-446e-81cc-4ce1bd36a97a" providerId="ADAL" clId="{B5E93997-CB04-494D-847E-DA5A610C1779}" dt="2024-05-13T07:29:30.455" v="1" actId="1076"/>
        <pc:sldMkLst>
          <pc:docMk/>
          <pc:sldMk cId="1593133222" sldId="2147481192"/>
        </pc:sldMkLst>
        <pc:spChg chg="mod">
          <ac:chgData name="Han,Keri (HP Medicine) BII-CN-S" userId="06a39f7b-f140-446e-81cc-4ce1bd36a97a" providerId="ADAL" clId="{B5E93997-CB04-494D-847E-DA5A610C1779}" dt="2024-05-13T07:29:30.455" v="1" actId="1076"/>
          <ac:spMkLst>
            <pc:docMk/>
            <pc:sldMk cId="1593133222" sldId="2147481192"/>
            <ac:spMk id="28" creationId="{FE230CAA-10CE-6F41-2931-73755EB6366E}"/>
          </ac:spMkLst>
        </pc:spChg>
      </pc:sldChg>
    </pc:docChg>
  </pc:docChgLst>
  <pc:docChgLst>
    <pc:chgData name="zxTPE Kuo,Enya (HP Medicine) EXTERNAL" userId="30be71a4-2855-4d81-b661-11891b789635" providerId="ADAL" clId="{54CE5B02-2CAB-43E6-8AEB-5D5A2E53AB0C}"/>
    <pc:docChg chg="custSel addSld modSld modSection">
      <pc:chgData name="zxTPE Kuo,Enya (HP Medicine) EXTERNAL" userId="30be71a4-2855-4d81-b661-11891b789635" providerId="ADAL" clId="{54CE5B02-2CAB-43E6-8AEB-5D5A2E53AB0C}" dt="2024-03-19T07:14:59.292" v="72" actId="1076"/>
      <pc:docMkLst>
        <pc:docMk/>
      </pc:docMkLst>
      <pc:sldChg chg="modSp mod">
        <pc:chgData name="zxTPE Kuo,Enya (HP Medicine) EXTERNAL" userId="30be71a4-2855-4d81-b661-11891b789635" providerId="ADAL" clId="{54CE5B02-2CAB-43E6-8AEB-5D5A2E53AB0C}" dt="2024-03-19T07:14:38.372" v="69" actId="1076"/>
        <pc:sldMkLst>
          <pc:docMk/>
          <pc:sldMk cId="3203243318" sldId="2147479941"/>
        </pc:sldMkLst>
        <pc:spChg chg="mod">
          <ac:chgData name="zxTPE Kuo,Enya (HP Medicine) EXTERNAL" userId="30be71a4-2855-4d81-b661-11891b789635" providerId="ADAL" clId="{54CE5B02-2CAB-43E6-8AEB-5D5A2E53AB0C}" dt="2024-03-19T07:14:38.372" v="69" actId="1076"/>
          <ac:spMkLst>
            <pc:docMk/>
            <pc:sldMk cId="3203243318" sldId="2147479941"/>
            <ac:spMk id="2" creationId="{95773696-4D96-EAEB-B1A2-0FFCFB4A621F}"/>
          </ac:spMkLst>
        </pc:spChg>
        <pc:spChg chg="mod">
          <ac:chgData name="zxTPE Kuo,Enya (HP Medicine) EXTERNAL" userId="30be71a4-2855-4d81-b661-11891b789635" providerId="ADAL" clId="{54CE5B02-2CAB-43E6-8AEB-5D5A2E53AB0C}" dt="2024-03-19T07:14:33.064" v="68" actId="20577"/>
          <ac:spMkLst>
            <pc:docMk/>
            <pc:sldMk cId="3203243318" sldId="2147479941"/>
            <ac:spMk id="8" creationId="{A92E39B4-BEE5-0EA6-019A-57C3BCBB0527}"/>
          </ac:spMkLst>
        </pc:spChg>
      </pc:sldChg>
      <pc:sldChg chg="addSp delSp modSp mod">
        <pc:chgData name="zxTPE Kuo,Enya (HP Medicine) EXTERNAL" userId="30be71a4-2855-4d81-b661-11891b789635" providerId="ADAL" clId="{54CE5B02-2CAB-43E6-8AEB-5D5A2E53AB0C}" dt="2024-03-19T07:14:59.292" v="72" actId="1076"/>
        <pc:sldMkLst>
          <pc:docMk/>
          <pc:sldMk cId="3908949176" sldId="2147479968"/>
        </pc:sldMkLst>
        <pc:spChg chg="mod">
          <ac:chgData name="zxTPE Kuo,Enya (HP Medicine) EXTERNAL" userId="30be71a4-2855-4d81-b661-11891b789635" providerId="ADAL" clId="{54CE5B02-2CAB-43E6-8AEB-5D5A2E53AB0C}" dt="2024-03-19T07:14:54.332" v="70" actId="1076"/>
          <ac:spMkLst>
            <pc:docMk/>
            <pc:sldMk cId="3908949176" sldId="2147479968"/>
            <ac:spMk id="2" creationId="{3F72590F-9069-B844-B0EB-CD1F48569E00}"/>
          </ac:spMkLst>
        </pc:spChg>
        <pc:spChg chg="mod">
          <ac:chgData name="zxTPE Kuo,Enya (HP Medicine) EXTERNAL" userId="30be71a4-2855-4d81-b661-11891b789635" providerId="ADAL" clId="{54CE5B02-2CAB-43E6-8AEB-5D5A2E53AB0C}" dt="2024-03-19T07:14:59.292" v="72" actId="1076"/>
          <ac:spMkLst>
            <pc:docMk/>
            <pc:sldMk cId="3908949176" sldId="2147479968"/>
            <ac:spMk id="3" creationId="{60926C6F-AF9A-BDA3-EEEE-233D6828BE2A}"/>
          </ac:spMkLst>
        </pc:spChg>
        <pc:picChg chg="add mod">
          <ac:chgData name="zxTPE Kuo,Enya (HP Medicine) EXTERNAL" userId="30be71a4-2855-4d81-b661-11891b789635" providerId="ADAL" clId="{54CE5B02-2CAB-43E6-8AEB-5D5A2E53AB0C}" dt="2024-03-19T07:14:57.445" v="71" actId="1076"/>
          <ac:picMkLst>
            <pc:docMk/>
            <pc:sldMk cId="3908949176" sldId="2147479968"/>
            <ac:picMk id="6" creationId="{99A9C536-0819-60E4-9234-A95BA4ED408E}"/>
          </ac:picMkLst>
        </pc:picChg>
        <pc:picChg chg="del">
          <ac:chgData name="zxTPE Kuo,Enya (HP Medicine) EXTERNAL" userId="30be71a4-2855-4d81-b661-11891b789635" providerId="ADAL" clId="{54CE5B02-2CAB-43E6-8AEB-5D5A2E53AB0C}" dt="2024-03-19T07:10:13.004" v="0" actId="478"/>
          <ac:picMkLst>
            <pc:docMk/>
            <pc:sldMk cId="3908949176" sldId="2147479968"/>
            <ac:picMk id="7" creationId="{D11F0A6E-7324-EAB9-3611-8BA26EFF55CF}"/>
          </ac:picMkLst>
        </pc:picChg>
      </pc:sldChg>
      <pc:sldChg chg="addSp delSp modSp new mod">
        <pc:chgData name="zxTPE Kuo,Enya (HP Medicine) EXTERNAL" userId="30be71a4-2855-4d81-b661-11891b789635" providerId="ADAL" clId="{54CE5B02-2CAB-43E6-8AEB-5D5A2E53AB0C}" dt="2024-03-19T07:14:10.852" v="48" actId="1076"/>
        <pc:sldMkLst>
          <pc:docMk/>
          <pc:sldMk cId="4054913243" sldId="2147479973"/>
        </pc:sldMkLst>
        <pc:spChg chg="mod">
          <ac:chgData name="zxTPE Kuo,Enya (HP Medicine) EXTERNAL" userId="30be71a4-2855-4d81-b661-11891b789635" providerId="ADAL" clId="{54CE5B02-2CAB-43E6-8AEB-5D5A2E53AB0C}" dt="2024-03-19T07:13:30.491" v="38" actId="20577"/>
          <ac:spMkLst>
            <pc:docMk/>
            <pc:sldMk cId="4054913243" sldId="2147479973"/>
            <ac:spMk id="2" creationId="{B5D77041-3753-EFB4-2740-595F7D7CFFB5}"/>
          </ac:spMkLst>
        </pc:spChg>
        <pc:spChg chg="del">
          <ac:chgData name="zxTPE Kuo,Enya (HP Medicine) EXTERNAL" userId="30be71a4-2855-4d81-b661-11891b789635" providerId="ADAL" clId="{54CE5B02-2CAB-43E6-8AEB-5D5A2E53AB0C}" dt="2024-03-19T07:14:00.864" v="41" actId="478"/>
          <ac:spMkLst>
            <pc:docMk/>
            <pc:sldMk cId="4054913243" sldId="2147479973"/>
            <ac:spMk id="3" creationId="{61EDD09B-9064-1CE2-C8F3-B982CD5DD853}"/>
          </ac:spMkLst>
        </pc:spChg>
        <pc:picChg chg="add mod">
          <ac:chgData name="zxTPE Kuo,Enya (HP Medicine) EXTERNAL" userId="30be71a4-2855-4d81-b661-11891b789635" providerId="ADAL" clId="{54CE5B02-2CAB-43E6-8AEB-5D5A2E53AB0C}" dt="2024-03-19T07:14:10.852" v="48" actId="1076"/>
          <ac:picMkLst>
            <pc:docMk/>
            <pc:sldMk cId="4054913243" sldId="2147479973"/>
            <ac:picMk id="7" creationId="{0162F3FA-BEF9-F3EE-61C8-C50492691A3D}"/>
          </ac:picMkLst>
        </pc:picChg>
      </pc:sldChg>
    </pc:docChg>
  </pc:docChgLst>
  <pc:docChgLst>
    <pc:chgData name="Zhu,Yinan (HP Medicine) BII-CN-S" userId="S::yinan.zhu@boehringer-ingelheim.com::84fd82bc-0f33-4231-bc26-e12433039e09" providerId="AD" clId="Web-{4911C77C-1841-DC09-59F3-95E25991DDC3}"/>
    <pc:docChg chg="addSld delSld modSection">
      <pc:chgData name="Zhu,Yinan (HP Medicine) BII-CN-S" userId="S::yinan.zhu@boehringer-ingelheim.com::84fd82bc-0f33-4231-bc26-e12433039e09" providerId="AD" clId="Web-{4911C77C-1841-DC09-59F3-95E25991DDC3}" dt="2024-04-23T09:52:53.682" v="48"/>
      <pc:docMkLst>
        <pc:docMk/>
      </pc:docMkLst>
      <pc:sldChg chg="del">
        <pc:chgData name="Zhu,Yinan (HP Medicine) BII-CN-S" userId="S::yinan.zhu@boehringer-ingelheim.com::84fd82bc-0f33-4231-bc26-e12433039e09" providerId="AD" clId="Web-{4911C77C-1841-DC09-59F3-95E25991DDC3}" dt="2024-04-23T09:48:54.436" v="7"/>
        <pc:sldMkLst>
          <pc:docMk/>
          <pc:sldMk cId="4283580654" sldId="2147374855"/>
        </pc:sldMkLst>
      </pc:sldChg>
      <pc:sldChg chg="del">
        <pc:chgData name="Zhu,Yinan (HP Medicine) BII-CN-S" userId="S::yinan.zhu@boehringer-ingelheim.com::84fd82bc-0f33-4231-bc26-e12433039e09" providerId="AD" clId="Web-{4911C77C-1841-DC09-59F3-95E25991DDC3}" dt="2024-04-23T09:48:54.436" v="5"/>
        <pc:sldMkLst>
          <pc:docMk/>
          <pc:sldMk cId="3390177078" sldId="2147374856"/>
        </pc:sldMkLst>
      </pc:sldChg>
      <pc:sldChg chg="del">
        <pc:chgData name="Zhu,Yinan (HP Medicine) BII-CN-S" userId="S::yinan.zhu@boehringer-ingelheim.com::84fd82bc-0f33-4231-bc26-e12433039e09" providerId="AD" clId="Web-{4911C77C-1841-DC09-59F3-95E25991DDC3}" dt="2024-04-23T09:48:54.436" v="6"/>
        <pc:sldMkLst>
          <pc:docMk/>
          <pc:sldMk cId="1282094686" sldId="2147374857"/>
        </pc:sldMkLst>
      </pc:sldChg>
      <pc:sldChg chg="del">
        <pc:chgData name="Zhu,Yinan (HP Medicine) BII-CN-S" userId="S::yinan.zhu@boehringer-ingelheim.com::84fd82bc-0f33-4231-bc26-e12433039e09" providerId="AD" clId="Web-{4911C77C-1841-DC09-59F3-95E25991DDC3}" dt="2024-04-23T09:48:51.046" v="1"/>
        <pc:sldMkLst>
          <pc:docMk/>
          <pc:sldMk cId="374661913" sldId="2147479594"/>
        </pc:sldMkLst>
      </pc:sldChg>
      <pc:sldChg chg="del">
        <pc:chgData name="Zhu,Yinan (HP Medicine) BII-CN-S" userId="S::yinan.zhu@boehringer-ingelheim.com::84fd82bc-0f33-4231-bc26-e12433039e09" providerId="AD" clId="Web-{4911C77C-1841-DC09-59F3-95E25991DDC3}" dt="2024-04-23T09:48:54.452" v="10"/>
        <pc:sldMkLst>
          <pc:docMk/>
          <pc:sldMk cId="422515560" sldId="2147479729"/>
        </pc:sldMkLst>
      </pc:sldChg>
      <pc:sldChg chg="del">
        <pc:chgData name="Zhu,Yinan (HP Medicine) BII-CN-S" userId="S::yinan.zhu@boehringer-ingelheim.com::84fd82bc-0f33-4231-bc26-e12433039e09" providerId="AD" clId="Web-{4911C77C-1841-DC09-59F3-95E25991DDC3}" dt="2024-04-23T09:48:54.421" v="4"/>
        <pc:sldMkLst>
          <pc:docMk/>
          <pc:sldMk cId="3811062995" sldId="2147479927"/>
        </pc:sldMkLst>
      </pc:sldChg>
      <pc:sldChg chg="del">
        <pc:chgData name="Zhu,Yinan (HP Medicine) BII-CN-S" userId="S::yinan.zhu@boehringer-ingelheim.com::84fd82bc-0f33-4231-bc26-e12433039e09" providerId="AD" clId="Web-{4911C77C-1841-DC09-59F3-95E25991DDC3}" dt="2024-04-23T09:48:54.389" v="3"/>
        <pc:sldMkLst>
          <pc:docMk/>
          <pc:sldMk cId="928541148" sldId="2147479928"/>
        </pc:sldMkLst>
      </pc:sldChg>
      <pc:sldChg chg="del">
        <pc:chgData name="Zhu,Yinan (HP Medicine) BII-CN-S" userId="S::yinan.zhu@boehringer-ingelheim.com::84fd82bc-0f33-4231-bc26-e12433039e09" providerId="AD" clId="Web-{4911C77C-1841-DC09-59F3-95E25991DDC3}" dt="2024-04-23T09:48:54.499" v="20"/>
        <pc:sldMkLst>
          <pc:docMk/>
          <pc:sldMk cId="2183541206" sldId="2147479946"/>
        </pc:sldMkLst>
      </pc:sldChg>
      <pc:sldChg chg="del">
        <pc:chgData name="Zhu,Yinan (HP Medicine) BII-CN-S" userId="S::yinan.zhu@boehringer-ingelheim.com::84fd82bc-0f33-4231-bc26-e12433039e09" providerId="AD" clId="Web-{4911C77C-1841-DC09-59F3-95E25991DDC3}" dt="2024-04-23T09:48:54.483" v="19"/>
        <pc:sldMkLst>
          <pc:docMk/>
          <pc:sldMk cId="1015308906" sldId="2147479949"/>
        </pc:sldMkLst>
      </pc:sldChg>
      <pc:sldChg chg="del">
        <pc:chgData name="Zhu,Yinan (HP Medicine) BII-CN-S" userId="S::yinan.zhu@boehringer-ingelheim.com::84fd82bc-0f33-4231-bc26-e12433039e09" providerId="AD" clId="Web-{4911C77C-1841-DC09-59F3-95E25991DDC3}" dt="2024-04-23T09:48:54.483" v="17"/>
        <pc:sldMkLst>
          <pc:docMk/>
          <pc:sldMk cId="192248867" sldId="2147479950"/>
        </pc:sldMkLst>
      </pc:sldChg>
      <pc:sldChg chg="del">
        <pc:chgData name="Zhu,Yinan (HP Medicine) BII-CN-S" userId="S::yinan.zhu@boehringer-ingelheim.com::84fd82bc-0f33-4231-bc26-e12433039e09" providerId="AD" clId="Web-{4911C77C-1841-DC09-59F3-95E25991DDC3}" dt="2024-04-23T09:48:54.452" v="9"/>
        <pc:sldMkLst>
          <pc:docMk/>
          <pc:sldMk cId="2224584310" sldId="2147479955"/>
        </pc:sldMkLst>
      </pc:sldChg>
      <pc:sldChg chg="del">
        <pc:chgData name="Zhu,Yinan (HP Medicine) BII-CN-S" userId="S::yinan.zhu@boehringer-ingelheim.com::84fd82bc-0f33-4231-bc26-e12433039e09" providerId="AD" clId="Web-{4911C77C-1841-DC09-59F3-95E25991DDC3}" dt="2024-04-23T09:48:54.483" v="16"/>
        <pc:sldMkLst>
          <pc:docMk/>
          <pc:sldMk cId="3643084299" sldId="2147479956"/>
        </pc:sldMkLst>
      </pc:sldChg>
      <pc:sldChg chg="del">
        <pc:chgData name="Zhu,Yinan (HP Medicine) BII-CN-S" userId="S::yinan.zhu@boehringer-ingelheim.com::84fd82bc-0f33-4231-bc26-e12433039e09" providerId="AD" clId="Web-{4911C77C-1841-DC09-59F3-95E25991DDC3}" dt="2024-04-23T09:48:54.436" v="8"/>
        <pc:sldMkLst>
          <pc:docMk/>
          <pc:sldMk cId="1763993603" sldId="2147479961"/>
        </pc:sldMkLst>
      </pc:sldChg>
      <pc:sldChg chg="del">
        <pc:chgData name="Zhu,Yinan (HP Medicine) BII-CN-S" userId="S::yinan.zhu@boehringer-ingelheim.com::84fd82bc-0f33-4231-bc26-e12433039e09" providerId="AD" clId="Web-{4911C77C-1841-DC09-59F3-95E25991DDC3}" dt="2024-04-23T09:48:54.468" v="14"/>
        <pc:sldMkLst>
          <pc:docMk/>
          <pc:sldMk cId="2725404222" sldId="2147479962"/>
        </pc:sldMkLst>
      </pc:sldChg>
      <pc:sldChg chg="del">
        <pc:chgData name="Zhu,Yinan (HP Medicine) BII-CN-S" userId="S::yinan.zhu@boehringer-ingelheim.com::84fd82bc-0f33-4231-bc26-e12433039e09" providerId="AD" clId="Web-{4911C77C-1841-DC09-59F3-95E25991DDC3}" dt="2024-04-23T09:48:54.468" v="13"/>
        <pc:sldMkLst>
          <pc:docMk/>
          <pc:sldMk cId="262506155" sldId="2147479964"/>
        </pc:sldMkLst>
      </pc:sldChg>
      <pc:sldChg chg="del">
        <pc:chgData name="Zhu,Yinan (HP Medicine) BII-CN-S" userId="S::yinan.zhu@boehringer-ingelheim.com::84fd82bc-0f33-4231-bc26-e12433039e09" providerId="AD" clId="Web-{4911C77C-1841-DC09-59F3-95E25991DDC3}" dt="2024-04-23T09:48:54.468" v="15"/>
        <pc:sldMkLst>
          <pc:docMk/>
          <pc:sldMk cId="3295452497" sldId="2147479966"/>
        </pc:sldMkLst>
      </pc:sldChg>
      <pc:sldChg chg="del">
        <pc:chgData name="Zhu,Yinan (HP Medicine) BII-CN-S" userId="S::yinan.zhu@boehringer-ingelheim.com::84fd82bc-0f33-4231-bc26-e12433039e09" providerId="AD" clId="Web-{4911C77C-1841-DC09-59F3-95E25991DDC3}" dt="2024-04-23T09:48:54.468" v="12"/>
        <pc:sldMkLst>
          <pc:docMk/>
          <pc:sldMk cId="3908949176" sldId="2147479968"/>
        </pc:sldMkLst>
      </pc:sldChg>
      <pc:sldChg chg="del">
        <pc:chgData name="Zhu,Yinan (HP Medicine) BII-CN-S" userId="S::yinan.zhu@boehringer-ingelheim.com::84fd82bc-0f33-4231-bc26-e12433039e09" providerId="AD" clId="Web-{4911C77C-1841-DC09-59F3-95E25991DDC3}" dt="2024-04-23T09:48:54.452" v="11"/>
        <pc:sldMkLst>
          <pc:docMk/>
          <pc:sldMk cId="562620222" sldId="2147479969"/>
        </pc:sldMkLst>
      </pc:sldChg>
      <pc:sldChg chg="del">
        <pc:chgData name="Zhu,Yinan (HP Medicine) BII-CN-S" userId="S::yinan.zhu@boehringer-ingelheim.com::84fd82bc-0f33-4231-bc26-e12433039e09" providerId="AD" clId="Web-{4911C77C-1841-DC09-59F3-95E25991DDC3}" dt="2024-04-23T09:48:54.374" v="2"/>
        <pc:sldMkLst>
          <pc:docMk/>
          <pc:sldMk cId="136649172" sldId="2147479970"/>
        </pc:sldMkLst>
      </pc:sldChg>
      <pc:sldChg chg="del">
        <pc:chgData name="Zhu,Yinan (HP Medicine) BII-CN-S" userId="S::yinan.zhu@boehringer-ingelheim.com::84fd82bc-0f33-4231-bc26-e12433039e09" providerId="AD" clId="Web-{4911C77C-1841-DC09-59F3-95E25991DDC3}" dt="2024-04-23T09:48:54.483" v="18"/>
        <pc:sldMkLst>
          <pc:docMk/>
          <pc:sldMk cId="3810918605" sldId="2147479975"/>
        </pc:sldMkLst>
      </pc:sldChg>
      <pc:sldChg chg="del">
        <pc:chgData name="Zhu,Yinan (HP Medicine) BII-CN-S" userId="S::yinan.zhu@boehringer-ingelheim.com::84fd82bc-0f33-4231-bc26-e12433039e09" providerId="AD" clId="Web-{4911C77C-1841-DC09-59F3-95E25991DDC3}" dt="2024-04-23T09:48:46.514" v="0"/>
        <pc:sldMkLst>
          <pc:docMk/>
          <pc:sldMk cId="984810519" sldId="2147479976"/>
        </pc:sldMkLst>
      </pc:sldChg>
      <pc:sldChg chg="add">
        <pc:chgData name="Zhu,Yinan (HP Medicine) BII-CN-S" userId="S::yinan.zhu@boehringer-ingelheim.com::84fd82bc-0f33-4231-bc26-e12433039e09" providerId="AD" clId="Web-{4911C77C-1841-DC09-59F3-95E25991DDC3}" dt="2024-04-23T09:50:41.629" v="21"/>
        <pc:sldMkLst>
          <pc:docMk/>
          <pc:sldMk cId="984810519" sldId="2147481191"/>
        </pc:sldMkLst>
      </pc:sldChg>
      <pc:sldChg chg="add">
        <pc:chgData name="Zhu,Yinan (HP Medicine) BII-CN-S" userId="S::yinan.zhu@boehringer-ingelheim.com::84fd82bc-0f33-4231-bc26-e12433039e09" providerId="AD" clId="Web-{4911C77C-1841-DC09-59F3-95E25991DDC3}" dt="2024-04-23T09:50:41.691" v="22"/>
        <pc:sldMkLst>
          <pc:docMk/>
          <pc:sldMk cId="1593133222" sldId="2147481192"/>
        </pc:sldMkLst>
      </pc:sldChg>
      <pc:sldChg chg="add">
        <pc:chgData name="Zhu,Yinan (HP Medicine) BII-CN-S" userId="S::yinan.zhu@boehringer-ingelheim.com::84fd82bc-0f33-4231-bc26-e12433039e09" providerId="AD" clId="Web-{4911C77C-1841-DC09-59F3-95E25991DDC3}" dt="2024-04-23T09:50:41.738" v="23"/>
        <pc:sldMkLst>
          <pc:docMk/>
          <pc:sldMk cId="274578441" sldId="2147481193"/>
        </pc:sldMkLst>
      </pc:sldChg>
      <pc:sldChg chg="add">
        <pc:chgData name="Zhu,Yinan (HP Medicine) BII-CN-S" userId="S::yinan.zhu@boehringer-ingelheim.com::84fd82bc-0f33-4231-bc26-e12433039e09" providerId="AD" clId="Web-{4911C77C-1841-DC09-59F3-95E25991DDC3}" dt="2024-04-23T09:50:41.801" v="24"/>
        <pc:sldMkLst>
          <pc:docMk/>
          <pc:sldMk cId="2436181244" sldId="2147481194"/>
        </pc:sldMkLst>
      </pc:sldChg>
      <pc:sldChg chg="add">
        <pc:chgData name="Zhu,Yinan (HP Medicine) BII-CN-S" userId="S::yinan.zhu@boehringer-ingelheim.com::84fd82bc-0f33-4231-bc26-e12433039e09" providerId="AD" clId="Web-{4911C77C-1841-DC09-59F3-95E25991DDC3}" dt="2024-04-23T09:50:41.848" v="25"/>
        <pc:sldMkLst>
          <pc:docMk/>
          <pc:sldMk cId="607128018" sldId="2147481195"/>
        </pc:sldMkLst>
      </pc:sldChg>
      <pc:sldChg chg="add del">
        <pc:chgData name="Zhu,Yinan (HP Medicine) BII-CN-S" userId="S::yinan.zhu@boehringer-ingelheim.com::84fd82bc-0f33-4231-bc26-e12433039e09" providerId="AD" clId="Web-{4911C77C-1841-DC09-59F3-95E25991DDC3}" dt="2024-04-23T09:52:37.353" v="30"/>
        <pc:sldMkLst>
          <pc:docMk/>
          <pc:sldMk cId="2293706390" sldId="2147481196"/>
        </pc:sldMkLst>
      </pc:sldChg>
      <pc:sldChg chg="add del">
        <pc:chgData name="Zhu,Yinan (HP Medicine) BII-CN-S" userId="S::yinan.zhu@boehringer-ingelheim.com::84fd82bc-0f33-4231-bc26-e12433039e09" providerId="AD" clId="Web-{4911C77C-1841-DC09-59F3-95E25991DDC3}" dt="2024-04-23T09:52:37.447" v="31"/>
        <pc:sldMkLst>
          <pc:docMk/>
          <pc:sldMk cId="4006290888" sldId="2147481197"/>
        </pc:sldMkLst>
      </pc:sldChg>
      <pc:sldChg chg="add">
        <pc:chgData name="Zhu,Yinan (HP Medicine) BII-CN-S" userId="S::yinan.zhu@boehringer-ingelheim.com::84fd82bc-0f33-4231-bc26-e12433039e09" providerId="AD" clId="Web-{4911C77C-1841-DC09-59F3-95E25991DDC3}" dt="2024-04-23T09:52:37.494" v="32"/>
        <pc:sldMkLst>
          <pc:docMk/>
          <pc:sldMk cId="2183541206" sldId="2147481198"/>
        </pc:sldMkLst>
      </pc:sldChg>
      <pc:sldChg chg="add">
        <pc:chgData name="Zhu,Yinan (HP Medicine) BII-CN-S" userId="S::yinan.zhu@boehringer-ingelheim.com::84fd82bc-0f33-4231-bc26-e12433039e09" providerId="AD" clId="Web-{4911C77C-1841-DC09-59F3-95E25991DDC3}" dt="2024-04-23T09:52:37.525" v="33"/>
        <pc:sldMkLst>
          <pc:docMk/>
          <pc:sldMk cId="1015308906" sldId="2147481199"/>
        </pc:sldMkLst>
      </pc:sldChg>
      <pc:sldChg chg="add">
        <pc:chgData name="Zhu,Yinan (HP Medicine) BII-CN-S" userId="S::yinan.zhu@boehringer-ingelheim.com::84fd82bc-0f33-4231-bc26-e12433039e09" providerId="AD" clId="Web-{4911C77C-1841-DC09-59F3-95E25991DDC3}" dt="2024-04-23T09:52:37.572" v="34"/>
        <pc:sldMkLst>
          <pc:docMk/>
          <pc:sldMk cId="3810918605" sldId="2147481200"/>
        </pc:sldMkLst>
      </pc:sldChg>
      <pc:sldChg chg="add">
        <pc:chgData name="Zhu,Yinan (HP Medicine) BII-CN-S" userId="S::yinan.zhu@boehringer-ingelheim.com::84fd82bc-0f33-4231-bc26-e12433039e09" providerId="AD" clId="Web-{4911C77C-1841-DC09-59F3-95E25991DDC3}" dt="2024-04-23T09:52:37.619" v="35"/>
        <pc:sldMkLst>
          <pc:docMk/>
          <pc:sldMk cId="192248867" sldId="2147481201"/>
        </pc:sldMkLst>
      </pc:sldChg>
      <pc:sldChg chg="add">
        <pc:chgData name="Zhu,Yinan (HP Medicine) BII-CN-S" userId="S::yinan.zhu@boehringer-ingelheim.com::84fd82bc-0f33-4231-bc26-e12433039e09" providerId="AD" clId="Web-{4911C77C-1841-DC09-59F3-95E25991DDC3}" dt="2024-04-23T09:52:37.666" v="36"/>
        <pc:sldMkLst>
          <pc:docMk/>
          <pc:sldMk cId="3643084299" sldId="2147481202"/>
        </pc:sldMkLst>
      </pc:sldChg>
      <pc:sldChg chg="add">
        <pc:chgData name="Zhu,Yinan (HP Medicine) BII-CN-S" userId="S::yinan.zhu@boehringer-ingelheim.com::84fd82bc-0f33-4231-bc26-e12433039e09" providerId="AD" clId="Web-{4911C77C-1841-DC09-59F3-95E25991DDC3}" dt="2024-04-23T09:52:37.697" v="37"/>
        <pc:sldMkLst>
          <pc:docMk/>
          <pc:sldMk cId="3295452497" sldId="2147481203"/>
        </pc:sldMkLst>
      </pc:sldChg>
      <pc:sldChg chg="add">
        <pc:chgData name="Zhu,Yinan (HP Medicine) BII-CN-S" userId="S::yinan.zhu@boehringer-ingelheim.com::84fd82bc-0f33-4231-bc26-e12433039e09" providerId="AD" clId="Web-{4911C77C-1841-DC09-59F3-95E25991DDC3}" dt="2024-04-23T09:52:37.744" v="38"/>
        <pc:sldMkLst>
          <pc:docMk/>
          <pc:sldMk cId="2725404222" sldId="2147481204"/>
        </pc:sldMkLst>
      </pc:sldChg>
      <pc:sldChg chg="add">
        <pc:chgData name="Zhu,Yinan (HP Medicine) BII-CN-S" userId="S::yinan.zhu@boehringer-ingelheim.com::84fd82bc-0f33-4231-bc26-e12433039e09" providerId="AD" clId="Web-{4911C77C-1841-DC09-59F3-95E25991DDC3}" dt="2024-04-23T09:52:37.791" v="39"/>
        <pc:sldMkLst>
          <pc:docMk/>
          <pc:sldMk cId="262506155" sldId="2147481205"/>
        </pc:sldMkLst>
      </pc:sldChg>
      <pc:sldChg chg="add">
        <pc:chgData name="Zhu,Yinan (HP Medicine) BII-CN-S" userId="S::yinan.zhu@boehringer-ingelheim.com::84fd82bc-0f33-4231-bc26-e12433039e09" providerId="AD" clId="Web-{4911C77C-1841-DC09-59F3-95E25991DDC3}" dt="2024-04-23T09:52:37.822" v="40"/>
        <pc:sldMkLst>
          <pc:docMk/>
          <pc:sldMk cId="3908949176" sldId="2147481206"/>
        </pc:sldMkLst>
      </pc:sldChg>
      <pc:sldChg chg="add">
        <pc:chgData name="Zhu,Yinan (HP Medicine) BII-CN-S" userId="S::yinan.zhu@boehringer-ingelheim.com::84fd82bc-0f33-4231-bc26-e12433039e09" providerId="AD" clId="Web-{4911C77C-1841-DC09-59F3-95E25991DDC3}" dt="2024-04-23T09:52:37.885" v="41"/>
        <pc:sldMkLst>
          <pc:docMk/>
          <pc:sldMk cId="422515560" sldId="2147481207"/>
        </pc:sldMkLst>
      </pc:sldChg>
      <pc:sldChg chg="add">
        <pc:chgData name="Zhu,Yinan (HP Medicine) BII-CN-S" userId="S::yinan.zhu@boehringer-ingelheim.com::84fd82bc-0f33-4231-bc26-e12433039e09" providerId="AD" clId="Web-{4911C77C-1841-DC09-59F3-95E25991DDC3}" dt="2024-04-23T09:52:53.466" v="42"/>
        <pc:sldMkLst>
          <pc:docMk/>
          <pc:sldMk cId="928541148" sldId="2147481208"/>
        </pc:sldMkLst>
      </pc:sldChg>
      <pc:sldChg chg="add">
        <pc:chgData name="Zhu,Yinan (HP Medicine) BII-CN-S" userId="S::yinan.zhu@boehringer-ingelheim.com::84fd82bc-0f33-4231-bc26-e12433039e09" providerId="AD" clId="Web-{4911C77C-1841-DC09-59F3-95E25991DDC3}" dt="2024-04-23T09:52:53.495" v="43"/>
        <pc:sldMkLst>
          <pc:docMk/>
          <pc:sldMk cId="3055871583" sldId="2147481209"/>
        </pc:sldMkLst>
      </pc:sldChg>
      <pc:sldChg chg="add">
        <pc:chgData name="Zhu,Yinan (HP Medicine) BII-CN-S" userId="S::yinan.zhu@boehringer-ingelheim.com::84fd82bc-0f33-4231-bc26-e12433039e09" providerId="AD" clId="Web-{4911C77C-1841-DC09-59F3-95E25991DDC3}" dt="2024-04-23T09:52:53.526" v="44"/>
        <pc:sldMkLst>
          <pc:docMk/>
          <pc:sldMk cId="3656350805" sldId="2147481210"/>
        </pc:sldMkLst>
      </pc:sldChg>
      <pc:sldChg chg="add">
        <pc:chgData name="Zhu,Yinan (HP Medicine) BII-CN-S" userId="S::yinan.zhu@boehringer-ingelheim.com::84fd82bc-0f33-4231-bc26-e12433039e09" providerId="AD" clId="Web-{4911C77C-1841-DC09-59F3-95E25991DDC3}" dt="2024-04-23T09:52:53.557" v="45"/>
        <pc:sldMkLst>
          <pc:docMk/>
          <pc:sldMk cId="3869696410" sldId="2147481211"/>
        </pc:sldMkLst>
      </pc:sldChg>
      <pc:sldChg chg="add">
        <pc:chgData name="Zhu,Yinan (HP Medicine) BII-CN-S" userId="S::yinan.zhu@boehringer-ingelheim.com::84fd82bc-0f33-4231-bc26-e12433039e09" providerId="AD" clId="Web-{4911C77C-1841-DC09-59F3-95E25991DDC3}" dt="2024-04-23T09:52:53.588" v="46"/>
        <pc:sldMkLst>
          <pc:docMk/>
          <pc:sldMk cId="136649172" sldId="2147481212"/>
        </pc:sldMkLst>
      </pc:sldChg>
      <pc:sldChg chg="add">
        <pc:chgData name="Zhu,Yinan (HP Medicine) BII-CN-S" userId="S::yinan.zhu@boehringer-ingelheim.com::84fd82bc-0f33-4231-bc26-e12433039e09" providerId="AD" clId="Web-{4911C77C-1841-DC09-59F3-95E25991DDC3}" dt="2024-04-23T09:52:53.651" v="47"/>
        <pc:sldMkLst>
          <pc:docMk/>
          <pc:sldMk cId="1750393762" sldId="2147481213"/>
        </pc:sldMkLst>
      </pc:sldChg>
      <pc:sldChg chg="add">
        <pc:chgData name="Zhu,Yinan (HP Medicine) BII-CN-S" userId="S::yinan.zhu@boehringer-ingelheim.com::84fd82bc-0f33-4231-bc26-e12433039e09" providerId="AD" clId="Web-{4911C77C-1841-DC09-59F3-95E25991DDC3}" dt="2024-04-23T09:52:53.682" v="48"/>
        <pc:sldMkLst>
          <pc:docMk/>
          <pc:sldMk cId="4056532477" sldId="2147481214"/>
        </pc:sldMkLst>
      </pc:sldChg>
      <pc:sldMasterChg chg="addSldLayout">
        <pc:chgData name="Zhu,Yinan (HP Medicine) BII-CN-S" userId="S::yinan.zhu@boehringer-ingelheim.com::84fd82bc-0f33-4231-bc26-e12433039e09" providerId="AD" clId="Web-{4911C77C-1841-DC09-59F3-95E25991DDC3}" dt="2024-04-23T09:52:53.651" v="47"/>
        <pc:sldMasterMkLst>
          <pc:docMk/>
          <pc:sldMasterMk cId="2536109598" sldId="2147483771"/>
        </pc:sldMasterMkLst>
        <pc:sldLayoutChg chg="add">
          <pc:chgData name="Zhu,Yinan (HP Medicine) BII-CN-S" userId="S::yinan.zhu@boehringer-ingelheim.com::84fd82bc-0f33-4231-bc26-e12433039e09" providerId="AD" clId="Web-{4911C77C-1841-DC09-59F3-95E25991DDC3}" dt="2024-04-23T09:52:53.651" v="47"/>
          <pc:sldLayoutMkLst>
            <pc:docMk/>
            <pc:sldMasterMk cId="2536109598" sldId="2147483771"/>
            <pc:sldLayoutMk cId="3962270987" sldId="2147483868"/>
          </pc:sldLayoutMkLst>
        </pc:sldLayoutChg>
      </pc:sldMasterChg>
    </pc:docChg>
  </pc:docChgLst>
  <pc:docChgLst>
    <pc:chgData name="Liu,Hailong (MED CD&amp;O) BII-CN-S" userId="S::hailong.liu@boehringer-ingelheim.com::10413919-3405-4df1-9357-a69eb234449a" providerId="AD" clId="Web-{B759B857-7368-84E8-AEF4-D8A2C37179EB}"/>
    <pc:docChg chg="modSld">
      <pc:chgData name="Liu,Hailong (MED CD&amp;O) BII-CN-S" userId="S::hailong.liu@boehringer-ingelheim.com::10413919-3405-4df1-9357-a69eb234449a" providerId="AD" clId="Web-{B759B857-7368-84E8-AEF4-D8A2C37179EB}" dt="2024-03-19T05:43:43.532" v="50" actId="20577"/>
      <pc:docMkLst>
        <pc:docMk/>
      </pc:docMkLst>
      <pc:sldChg chg="addSp delSp modSp">
        <pc:chgData name="Liu,Hailong (MED CD&amp;O) BII-CN-S" userId="S::hailong.liu@boehringer-ingelheim.com::10413919-3405-4df1-9357-a69eb234449a" providerId="AD" clId="Web-{B759B857-7368-84E8-AEF4-D8A2C37179EB}" dt="2024-03-19T05:43:43.532" v="50" actId="20577"/>
        <pc:sldMkLst>
          <pc:docMk/>
          <pc:sldMk cId="562620222" sldId="2147479969"/>
        </pc:sldMkLst>
        <pc:spChg chg="mod">
          <ac:chgData name="Liu,Hailong (MED CD&amp;O) BII-CN-S" userId="S::hailong.liu@boehringer-ingelheim.com::10413919-3405-4df1-9357-a69eb234449a" providerId="AD" clId="Web-{B759B857-7368-84E8-AEF4-D8A2C37179EB}" dt="2024-03-19T05:43:43.532" v="50" actId="20577"/>
          <ac:spMkLst>
            <pc:docMk/>
            <pc:sldMk cId="562620222" sldId="2147479969"/>
            <ac:spMk id="2" creationId="{3F72590F-9069-B844-B0EB-CD1F48569E00}"/>
          </ac:spMkLst>
        </pc:spChg>
        <pc:spChg chg="add mod">
          <ac:chgData name="Liu,Hailong (MED CD&amp;O) BII-CN-S" userId="S::hailong.liu@boehringer-ingelheim.com::10413919-3405-4df1-9357-a69eb234449a" providerId="AD" clId="Web-{B759B857-7368-84E8-AEF4-D8A2C37179EB}" dt="2024-03-19T05:41:44.931" v="30"/>
          <ac:spMkLst>
            <pc:docMk/>
            <pc:sldMk cId="562620222" sldId="2147479969"/>
            <ac:spMk id="7" creationId="{F6AFEFFD-1094-D346-B6D5-062F969C4B6E}"/>
          </ac:spMkLst>
        </pc:spChg>
        <pc:picChg chg="add mod">
          <ac:chgData name="Liu,Hailong (MED CD&amp;O) BII-CN-S" userId="S::hailong.liu@boehringer-ingelheim.com::10413919-3405-4df1-9357-a69eb234449a" providerId="AD" clId="Web-{B759B857-7368-84E8-AEF4-D8A2C37179EB}" dt="2024-03-19T05:41:49.712" v="31" actId="1076"/>
          <ac:picMkLst>
            <pc:docMk/>
            <pc:sldMk cId="562620222" sldId="2147479969"/>
            <ac:picMk id="3" creationId="{C7861EE1-81EA-BA5A-F9AD-FF5C25E6E198}"/>
          </ac:picMkLst>
        </pc:picChg>
        <pc:picChg chg="del">
          <ac:chgData name="Liu,Hailong (MED CD&amp;O) BII-CN-S" userId="S::hailong.liu@boehringer-ingelheim.com::10413919-3405-4df1-9357-a69eb234449a" providerId="AD" clId="Web-{B759B857-7368-84E8-AEF4-D8A2C37179EB}" dt="2024-03-19T05:32:39.959" v="0"/>
          <ac:picMkLst>
            <pc:docMk/>
            <pc:sldMk cId="562620222" sldId="2147479969"/>
            <ac:picMk id="8" creationId="{8F9C15F9-4881-F922-D590-470DCC0CB9D8}"/>
          </ac:picMkLst>
        </pc:picChg>
      </pc:sldChg>
    </pc:docChg>
  </pc:docChgLst>
  <pc:docChgLst>
    <pc:chgData name="Zhu,Julia (HP Medicine) BII-CN-S" userId="S::julia_2.zhu@boehringer-ingelheim.com::03b5dd03-9d84-43b3-85a3-94d8f7e7e050" providerId="AD" clId="Web-{7EA8A1F2-2AF5-DAE9-4211-0A1E8D521D30}"/>
    <pc:docChg chg="modSld">
      <pc:chgData name="Zhu,Julia (HP Medicine) BII-CN-S" userId="S::julia_2.zhu@boehringer-ingelheim.com::03b5dd03-9d84-43b3-85a3-94d8f7e7e050" providerId="AD" clId="Web-{7EA8A1F2-2AF5-DAE9-4211-0A1E8D521D30}" dt="2024-04-25T02:42:50.519" v="13" actId="20577"/>
      <pc:docMkLst>
        <pc:docMk/>
      </pc:docMkLst>
      <pc:sldChg chg="modSp">
        <pc:chgData name="Zhu,Julia (HP Medicine) BII-CN-S" userId="S::julia_2.zhu@boehringer-ingelheim.com::03b5dd03-9d84-43b3-85a3-94d8f7e7e050" providerId="AD" clId="Web-{7EA8A1F2-2AF5-DAE9-4211-0A1E8D521D30}" dt="2024-04-25T02:42:50.519" v="13" actId="20577"/>
        <pc:sldMkLst>
          <pc:docMk/>
          <pc:sldMk cId="999243647" sldId="2147481189"/>
        </pc:sldMkLst>
        <pc:spChg chg="mod">
          <ac:chgData name="Zhu,Julia (HP Medicine) BII-CN-S" userId="S::julia_2.zhu@boehringer-ingelheim.com::03b5dd03-9d84-43b3-85a3-94d8f7e7e050" providerId="AD" clId="Web-{7EA8A1F2-2AF5-DAE9-4211-0A1E8D521D30}" dt="2024-04-25T02:42:50.519" v="13" actId="20577"/>
          <ac:spMkLst>
            <pc:docMk/>
            <pc:sldMk cId="999243647" sldId="2147481189"/>
            <ac:spMk id="5" creationId="{63B75B45-3D94-A548-8555-CBED964C5DA9}"/>
          </ac:spMkLst>
        </pc:spChg>
      </pc:sldChg>
    </pc:docChg>
  </pc:docChgLst>
  <pc:docChgLst>
    <pc:chgData name="Xiao,Angela (MED CD&amp;O) BII-CN-S" userId="98c22960-5edc-44dd-a92e-046c4666f5cb" providerId="ADAL" clId="{B93E1878-9FDC-4204-B1DB-4DCEBCDC8780}"/>
    <pc:docChg chg="modSld sldOrd">
      <pc:chgData name="Xiao,Angela (MED CD&amp;O) BII-CN-S" userId="98c22960-5edc-44dd-a92e-046c4666f5cb" providerId="ADAL" clId="{B93E1878-9FDC-4204-B1DB-4DCEBCDC8780}" dt="2024-03-19T12:20:30.326" v="5"/>
      <pc:docMkLst>
        <pc:docMk/>
      </pc:docMkLst>
      <pc:sldChg chg="ord">
        <pc:chgData name="Xiao,Angela (MED CD&amp;O) BII-CN-S" userId="98c22960-5edc-44dd-a92e-046c4666f5cb" providerId="ADAL" clId="{B93E1878-9FDC-4204-B1DB-4DCEBCDC8780}" dt="2024-03-19T12:20:30.326" v="5"/>
        <pc:sldMkLst>
          <pc:docMk/>
          <pc:sldMk cId="3367972871" sldId="2147377248"/>
        </pc:sldMkLst>
      </pc:sldChg>
      <pc:sldChg chg="addSp modSp mod">
        <pc:chgData name="Xiao,Angela (MED CD&amp;O) BII-CN-S" userId="98c22960-5edc-44dd-a92e-046c4666f5cb" providerId="ADAL" clId="{B93E1878-9FDC-4204-B1DB-4DCEBCDC8780}" dt="2024-03-19T12:19:56.600" v="1" actId="1076"/>
        <pc:sldMkLst>
          <pc:docMk/>
          <pc:sldMk cId="297225649" sldId="2147479934"/>
        </pc:sldMkLst>
        <pc:spChg chg="add mod">
          <ac:chgData name="Xiao,Angela (MED CD&amp;O) BII-CN-S" userId="98c22960-5edc-44dd-a92e-046c4666f5cb" providerId="ADAL" clId="{B93E1878-9FDC-4204-B1DB-4DCEBCDC8780}" dt="2024-03-19T12:19:56.600" v="1" actId="1076"/>
          <ac:spMkLst>
            <pc:docMk/>
            <pc:sldMk cId="297225649" sldId="2147479934"/>
            <ac:spMk id="36" creationId="{83F6BA2D-0E33-D2CD-BD2A-E84033CF098A}"/>
          </ac:spMkLst>
        </pc:spChg>
      </pc:sldChg>
      <pc:sldChg chg="ord">
        <pc:chgData name="Xiao,Angela (MED CD&amp;O) BII-CN-S" userId="98c22960-5edc-44dd-a92e-046c4666f5cb" providerId="ADAL" clId="{B93E1878-9FDC-4204-B1DB-4DCEBCDC8780}" dt="2024-03-19T12:20:24.615" v="3"/>
        <pc:sldMkLst>
          <pc:docMk/>
          <pc:sldMk cId="2756398955" sldId="2147479942"/>
        </pc:sldMkLst>
      </pc:sldChg>
    </pc:docChg>
  </pc:docChgLst>
  <pc:docChgLst>
    <pc:chgData name="Zhou,Yu (HP Medicine) BII-CN-S" userId="S::yu_3.zhou@boehringer-ingelheim.com::0b687189-3e4a-4fd5-8016-1eb07ea27cfb" providerId="AD" clId="Web-{91904672-5BBC-EC24-6495-4CBD8517C1E3}"/>
    <pc:docChg chg="modSld">
      <pc:chgData name="Zhou,Yu (HP Medicine) BII-CN-S" userId="S::yu_3.zhou@boehringer-ingelheim.com::0b687189-3e4a-4fd5-8016-1eb07ea27cfb" providerId="AD" clId="Web-{91904672-5BBC-EC24-6495-4CBD8517C1E3}" dt="2024-04-24T02:58:21.040" v="146"/>
      <pc:docMkLst>
        <pc:docMk/>
      </pc:docMkLst>
      <pc:sldChg chg="addSp delSp modSp">
        <pc:chgData name="Zhou,Yu (HP Medicine) BII-CN-S" userId="S::yu_3.zhou@boehringer-ingelheim.com::0b687189-3e4a-4fd5-8016-1eb07ea27cfb" providerId="AD" clId="Web-{91904672-5BBC-EC24-6495-4CBD8517C1E3}" dt="2024-04-24T02:13:56.374" v="139" actId="1076"/>
        <pc:sldMkLst>
          <pc:docMk/>
          <pc:sldMk cId="999243647" sldId="2147481189"/>
        </pc:sldMkLst>
        <pc:spChg chg="add del mod">
          <ac:chgData name="Zhou,Yu (HP Medicine) BII-CN-S" userId="S::yu_3.zhou@boehringer-ingelheim.com::0b687189-3e4a-4fd5-8016-1eb07ea27cfb" providerId="AD" clId="Web-{91904672-5BBC-EC24-6495-4CBD8517C1E3}" dt="2024-04-24T02:12:46.966" v="131"/>
          <ac:spMkLst>
            <pc:docMk/>
            <pc:sldMk cId="999243647" sldId="2147481189"/>
            <ac:spMk id="2" creationId="{374D0FA2-D855-C34A-E7B3-A2EF9A6A5D25}"/>
          </ac:spMkLst>
        </pc:spChg>
        <pc:spChg chg="mod">
          <ac:chgData name="Zhou,Yu (HP Medicine) BII-CN-S" userId="S::yu_3.zhou@boehringer-ingelheim.com::0b687189-3e4a-4fd5-8016-1eb07ea27cfb" providerId="AD" clId="Web-{91904672-5BBC-EC24-6495-4CBD8517C1E3}" dt="2024-04-24T02:13:51.171" v="138" actId="20577"/>
          <ac:spMkLst>
            <pc:docMk/>
            <pc:sldMk cId="999243647" sldId="2147481189"/>
            <ac:spMk id="3" creationId="{BBC58996-2406-8921-7D4F-D4C0293B852B}"/>
          </ac:spMkLst>
        </pc:spChg>
        <pc:spChg chg="mod">
          <ac:chgData name="Zhou,Yu (HP Medicine) BII-CN-S" userId="S::yu_3.zhou@boehringer-ingelheim.com::0b687189-3e4a-4fd5-8016-1eb07ea27cfb" providerId="AD" clId="Web-{91904672-5BBC-EC24-6495-4CBD8517C1E3}" dt="2024-04-24T02:13:56.374" v="139" actId="1076"/>
          <ac:spMkLst>
            <pc:docMk/>
            <pc:sldMk cId="999243647" sldId="2147481189"/>
            <ac:spMk id="5" creationId="{63B75B45-3D94-A548-8555-CBED964C5DA9}"/>
          </ac:spMkLst>
        </pc:spChg>
        <pc:spChg chg="mod">
          <ac:chgData name="Zhou,Yu (HP Medicine) BII-CN-S" userId="S::yu_3.zhou@boehringer-ingelheim.com::0b687189-3e4a-4fd5-8016-1eb07ea27cfb" providerId="AD" clId="Web-{91904672-5BBC-EC24-6495-4CBD8517C1E3}" dt="2024-04-24T02:09:14.864" v="44" actId="1076"/>
          <ac:spMkLst>
            <pc:docMk/>
            <pc:sldMk cId="999243647" sldId="2147481189"/>
            <ac:spMk id="7" creationId="{246925E1-A276-30FA-6961-4FAA7D6AF902}"/>
          </ac:spMkLst>
        </pc:spChg>
      </pc:sldChg>
      <pc:sldChg chg="modSp mod modShow">
        <pc:chgData name="Zhou,Yu (HP Medicine) BII-CN-S" userId="S::yu_3.zhou@boehringer-ingelheim.com::0b687189-3e4a-4fd5-8016-1eb07ea27cfb" providerId="AD" clId="Web-{91904672-5BBC-EC24-6495-4CBD8517C1E3}" dt="2024-04-24T02:58:21.040" v="146"/>
        <pc:sldMkLst>
          <pc:docMk/>
          <pc:sldMk cId="1714592051" sldId="2147481190"/>
        </pc:sldMkLst>
        <pc:graphicFrameChg chg="mod modGraphic">
          <ac:chgData name="Zhou,Yu (HP Medicine) BII-CN-S" userId="S::yu_3.zhou@boehringer-ingelheim.com::0b687189-3e4a-4fd5-8016-1eb07ea27cfb" providerId="AD" clId="Web-{91904672-5BBC-EC24-6495-4CBD8517C1E3}" dt="2024-04-24T02:14:02.593" v="145"/>
          <ac:graphicFrameMkLst>
            <pc:docMk/>
            <pc:sldMk cId="1714592051" sldId="2147481190"/>
            <ac:graphicFrameMk id="4" creationId="{88D54AB8-C4AB-6A95-66FA-8594AD72F6B6}"/>
          </ac:graphicFrameMkLst>
        </pc:graphicFrameChg>
      </pc:sldChg>
    </pc:docChg>
  </pc:docChgLst>
  <pc:docChgLst>
    <pc:chgData name="Guan,Sunny (HP Med RA) BII-CN-B" userId="S::sunny.guan@boehringer-ingelheim.com::18e80359-f8e0-43d1-a493-8fa8126220ca" providerId="AD" clId="Web-{EC442CB5-582F-802A-5FA2-CE917B7A3ED6}"/>
    <pc:docChg chg="">
      <pc:chgData name="Guan,Sunny (HP Med RA) BII-CN-B" userId="S::sunny.guan@boehringer-ingelheim.com::18e80359-f8e0-43d1-a493-8fa8126220ca" providerId="AD" clId="Web-{EC442CB5-582F-802A-5FA2-CE917B7A3ED6}" dt="2024-03-19T13:05:56.344" v="1"/>
      <pc:docMkLst>
        <pc:docMk/>
      </pc:docMkLst>
      <pc:sldChg chg="addCm">
        <pc:chgData name="Guan,Sunny (HP Med RA) BII-CN-B" userId="S::sunny.guan@boehringer-ingelheim.com::18e80359-f8e0-43d1-a493-8fa8126220ca" providerId="AD" clId="Web-{EC442CB5-582F-802A-5FA2-CE917B7A3ED6}" dt="2024-03-19T13:05:56.344" v="1"/>
        <pc:sldMkLst>
          <pc:docMk/>
          <pc:sldMk cId="1523911864" sldId="2147377461"/>
        </pc:sldMkLst>
      </pc:sldChg>
    </pc:docChg>
  </pc:docChgLst>
  <pc:docChgLst>
    <pc:chgData name="Han,Keri (HP Medicine) BII-CN-S" userId="06a39f7b-f140-446e-81cc-4ce1bd36a97a" providerId="ADAL" clId="{0E7BA660-C3AD-4433-B2B9-10BF7CE8C265}"/>
    <pc:docChg chg="custSel delSld modSld sldOrd modSection">
      <pc:chgData name="Han,Keri (HP Medicine) BII-CN-S" userId="06a39f7b-f140-446e-81cc-4ce1bd36a97a" providerId="ADAL" clId="{0E7BA660-C3AD-4433-B2B9-10BF7CE8C265}" dt="2024-02-28T02:59:37.860" v="87"/>
      <pc:docMkLst>
        <pc:docMk/>
      </pc:docMkLst>
      <pc:sldChg chg="modSp mod">
        <pc:chgData name="Han,Keri (HP Medicine) BII-CN-S" userId="06a39f7b-f140-446e-81cc-4ce1bd36a97a" providerId="ADAL" clId="{0E7BA660-C3AD-4433-B2B9-10BF7CE8C265}" dt="2024-02-28T01:55:31.499" v="84" actId="20577"/>
        <pc:sldMkLst>
          <pc:docMk/>
          <pc:sldMk cId="2748168582" sldId="9815"/>
        </pc:sldMkLst>
        <pc:spChg chg="mod">
          <ac:chgData name="Han,Keri (HP Medicine) BII-CN-S" userId="06a39f7b-f140-446e-81cc-4ce1bd36a97a" providerId="ADAL" clId="{0E7BA660-C3AD-4433-B2B9-10BF7CE8C265}" dt="2024-02-28T01:08:13.087" v="36" actId="1037"/>
          <ac:spMkLst>
            <pc:docMk/>
            <pc:sldMk cId="2748168582" sldId="9815"/>
            <ac:spMk id="2" creationId="{1407AAF0-0F48-7D42-326C-1373B935D58F}"/>
          </ac:spMkLst>
        </pc:spChg>
        <pc:graphicFrameChg chg="mod modGraphic">
          <ac:chgData name="Han,Keri (HP Medicine) BII-CN-S" userId="06a39f7b-f140-446e-81cc-4ce1bd36a97a" providerId="ADAL" clId="{0E7BA660-C3AD-4433-B2B9-10BF7CE8C265}" dt="2024-02-28T01:55:31.499" v="84" actId="20577"/>
          <ac:graphicFrameMkLst>
            <pc:docMk/>
            <pc:sldMk cId="2748168582" sldId="9815"/>
            <ac:graphicFrameMk id="6" creationId="{792B0506-9A30-E90C-A188-E57BD9E4AC56}"/>
          </ac:graphicFrameMkLst>
        </pc:graphicFrameChg>
      </pc:sldChg>
      <pc:sldChg chg="ord">
        <pc:chgData name="Han,Keri (HP Medicine) BII-CN-S" userId="06a39f7b-f140-446e-81cc-4ce1bd36a97a" providerId="ADAL" clId="{0E7BA660-C3AD-4433-B2B9-10BF7CE8C265}" dt="2024-02-28T02:59:37.860" v="87"/>
        <pc:sldMkLst>
          <pc:docMk/>
          <pc:sldMk cId="4041352195" sldId="2147377269"/>
        </pc:sldMkLst>
      </pc:sldChg>
      <pc:sldChg chg="modSp mod">
        <pc:chgData name="Han,Keri (HP Medicine) BII-CN-S" userId="06a39f7b-f140-446e-81cc-4ce1bd36a97a" providerId="ADAL" clId="{0E7BA660-C3AD-4433-B2B9-10BF7CE8C265}" dt="2024-02-28T01:56:44.814" v="85" actId="1038"/>
        <pc:sldMkLst>
          <pc:docMk/>
          <pc:sldMk cId="297225649" sldId="2147479934"/>
        </pc:sldMkLst>
        <pc:spChg chg="mod">
          <ac:chgData name="Han,Keri (HP Medicine) BII-CN-S" userId="06a39f7b-f140-446e-81cc-4ce1bd36a97a" providerId="ADAL" clId="{0E7BA660-C3AD-4433-B2B9-10BF7CE8C265}" dt="2024-02-28T01:56:44.814" v="85" actId="1038"/>
          <ac:spMkLst>
            <pc:docMk/>
            <pc:sldMk cId="297225649" sldId="2147479934"/>
            <ac:spMk id="70" creationId="{12132157-555C-4338-4FD1-7314EF7DE39A}"/>
          </ac:spMkLst>
        </pc:spChg>
      </pc:sldChg>
      <pc:sldChg chg="del">
        <pc:chgData name="Han,Keri (HP Medicine) BII-CN-S" userId="06a39f7b-f140-446e-81cc-4ce1bd36a97a" providerId="ADAL" clId="{0E7BA660-C3AD-4433-B2B9-10BF7CE8C265}" dt="2024-02-28T01:02:47.803" v="2" actId="47"/>
        <pc:sldMkLst>
          <pc:docMk/>
          <pc:sldMk cId="3169247646" sldId="2147479963"/>
        </pc:sldMkLst>
      </pc:sldChg>
      <pc:sldChg chg="modSp mod">
        <pc:chgData name="Han,Keri (HP Medicine) BII-CN-S" userId="06a39f7b-f140-446e-81cc-4ce1bd36a97a" providerId="ADAL" clId="{0E7BA660-C3AD-4433-B2B9-10BF7CE8C265}" dt="2024-02-28T01:52:43.353" v="58" actId="20577"/>
        <pc:sldMkLst>
          <pc:docMk/>
          <pc:sldMk cId="3266832434" sldId="2147479965"/>
        </pc:sldMkLst>
        <pc:spChg chg="mod">
          <ac:chgData name="Han,Keri (HP Medicine) BII-CN-S" userId="06a39f7b-f140-446e-81cc-4ce1bd36a97a" providerId="ADAL" clId="{0E7BA660-C3AD-4433-B2B9-10BF7CE8C265}" dt="2024-02-28T01:52:43.353" v="58" actId="20577"/>
          <ac:spMkLst>
            <pc:docMk/>
            <pc:sldMk cId="3266832434" sldId="2147479965"/>
            <ac:spMk id="12" creationId="{37F53CB1-14FA-0E37-FC2C-06CA2A16F121}"/>
          </ac:spMkLst>
        </pc:spChg>
      </pc:sldChg>
      <pc:sldChg chg="modSp mod ord">
        <pc:chgData name="Han,Keri (HP Medicine) BII-CN-S" userId="06a39f7b-f140-446e-81cc-4ce1bd36a97a" providerId="ADAL" clId="{0E7BA660-C3AD-4433-B2B9-10BF7CE8C265}" dt="2024-02-28T01:02:52.563" v="3" actId="20577"/>
        <pc:sldMkLst>
          <pc:docMk/>
          <pc:sldMk cId="3908949176" sldId="2147479968"/>
        </pc:sldMkLst>
        <pc:spChg chg="mod">
          <ac:chgData name="Han,Keri (HP Medicine) BII-CN-S" userId="06a39f7b-f140-446e-81cc-4ce1bd36a97a" providerId="ADAL" clId="{0E7BA660-C3AD-4433-B2B9-10BF7CE8C265}" dt="2024-02-28T01:02:52.563" v="3" actId="20577"/>
          <ac:spMkLst>
            <pc:docMk/>
            <pc:sldMk cId="3908949176" sldId="2147479968"/>
            <ac:spMk id="3" creationId="{60926C6F-AF9A-BDA3-EEEE-233D6828BE2A}"/>
          </ac:spMkLst>
        </pc:spChg>
      </pc:sldChg>
      <pc:sldChg chg="addSp delSp modSp mod">
        <pc:chgData name="Han,Keri (HP Medicine) BII-CN-S" userId="06a39f7b-f140-446e-81cc-4ce1bd36a97a" providerId="ADAL" clId="{0E7BA660-C3AD-4433-B2B9-10BF7CE8C265}" dt="2024-02-28T01:23:55.309" v="54"/>
        <pc:sldMkLst>
          <pc:docMk/>
          <pc:sldMk cId="562620222" sldId="2147479969"/>
        </pc:sldMkLst>
        <pc:picChg chg="add del">
          <ac:chgData name="Han,Keri (HP Medicine) BII-CN-S" userId="06a39f7b-f140-446e-81cc-4ce1bd36a97a" providerId="ADAL" clId="{0E7BA660-C3AD-4433-B2B9-10BF7CE8C265}" dt="2024-02-28T01:22:45.233" v="53" actId="478"/>
          <ac:picMkLst>
            <pc:docMk/>
            <pc:sldMk cId="562620222" sldId="2147479969"/>
            <ac:picMk id="6" creationId="{39C8F7E1-FA87-4899-7CC9-7CD8F6756E0E}"/>
          </ac:picMkLst>
        </pc:picChg>
        <pc:picChg chg="del mod">
          <ac:chgData name="Han,Keri (HP Medicine) BII-CN-S" userId="06a39f7b-f140-446e-81cc-4ce1bd36a97a" providerId="ADAL" clId="{0E7BA660-C3AD-4433-B2B9-10BF7CE8C265}" dt="2024-02-28T01:22:41.087" v="51" actId="478"/>
          <ac:picMkLst>
            <pc:docMk/>
            <pc:sldMk cId="562620222" sldId="2147479969"/>
            <ac:picMk id="7" creationId="{78EC967E-03D9-331E-580C-7FB3758EEE9A}"/>
          </ac:picMkLst>
        </pc:picChg>
        <pc:picChg chg="add mod">
          <ac:chgData name="Han,Keri (HP Medicine) BII-CN-S" userId="06a39f7b-f140-446e-81cc-4ce1bd36a97a" providerId="ADAL" clId="{0E7BA660-C3AD-4433-B2B9-10BF7CE8C265}" dt="2024-02-28T01:23:55.309" v="54"/>
          <ac:picMkLst>
            <pc:docMk/>
            <pc:sldMk cId="562620222" sldId="2147479969"/>
            <ac:picMk id="8" creationId="{8F9C15F9-4881-F922-D590-470DCC0CB9D8}"/>
          </ac:picMkLst>
        </pc:picChg>
      </pc:sldChg>
    </pc:docChg>
  </pc:docChgLst>
  <pc:docChgLst>
    <pc:chgData name="Xiao,Angela (MED CD&amp;O) BII-CN-S" userId="S::angela.xiao@boehringer-ingelheim.com::98c22960-5edc-44dd-a92e-046c4666f5cb" providerId="AD" clId="Web-{45D02C54-FE1E-87A2-2F55-8E16BDACA322}"/>
    <pc:docChg chg="addSld modSection">
      <pc:chgData name="Xiao,Angela (MED CD&amp;O) BII-CN-S" userId="S::angela.xiao@boehringer-ingelheim.com::98c22960-5edc-44dd-a92e-046c4666f5cb" providerId="AD" clId="Web-{45D02C54-FE1E-87A2-2F55-8E16BDACA322}" dt="2024-03-19T12:27:52.577" v="0"/>
      <pc:docMkLst>
        <pc:docMk/>
      </pc:docMkLst>
      <pc:sldChg chg="add replId">
        <pc:chgData name="Xiao,Angela (MED CD&amp;O) BII-CN-S" userId="S::angela.xiao@boehringer-ingelheim.com::98c22960-5edc-44dd-a92e-046c4666f5cb" providerId="AD" clId="Web-{45D02C54-FE1E-87A2-2F55-8E16BDACA322}" dt="2024-03-19T12:27:52.577" v="0"/>
        <pc:sldMkLst>
          <pc:docMk/>
          <pc:sldMk cId="3285953623" sldId="2147479974"/>
        </pc:sldMkLst>
      </pc:sldChg>
    </pc:docChg>
  </pc:docChgLst>
  <pc:docChgLst>
    <pc:chgData name="Qian,Qi (MED CD&amp;O) BII-CN-S" userId="S::qi.qian@boehringer-ingelheim.com::a012f63a-3071-45e6-b604-0f04cceb25ea" providerId="AD" clId="Web-{188CD0A9-3688-8663-52ED-988A665A34AC}"/>
    <pc:docChg chg="modSld">
      <pc:chgData name="Qian,Qi (MED CD&amp;O) BII-CN-S" userId="S::qi.qian@boehringer-ingelheim.com::a012f63a-3071-45e6-b604-0f04cceb25ea" providerId="AD" clId="Web-{188CD0A9-3688-8663-52ED-988A665A34AC}" dt="2024-03-20T02:11:17.268" v="49" actId="1076"/>
      <pc:docMkLst>
        <pc:docMk/>
      </pc:docMkLst>
      <pc:sldChg chg="addSp delSp modSp">
        <pc:chgData name="Qian,Qi (MED CD&amp;O) BII-CN-S" userId="S::qi.qian@boehringer-ingelheim.com::a012f63a-3071-45e6-b604-0f04cceb25ea" providerId="AD" clId="Web-{188CD0A9-3688-8663-52ED-988A665A34AC}" dt="2024-03-20T02:11:17.268" v="49" actId="1076"/>
        <pc:sldMkLst>
          <pc:docMk/>
          <pc:sldMk cId="3367972871" sldId="2147377248"/>
        </pc:sldMkLst>
        <pc:spChg chg="mod">
          <ac:chgData name="Qian,Qi (MED CD&amp;O) BII-CN-S" userId="S::qi.qian@boehringer-ingelheim.com::a012f63a-3071-45e6-b604-0f04cceb25ea" providerId="AD" clId="Web-{188CD0A9-3688-8663-52ED-988A665A34AC}" dt="2024-03-20T02:02:02.949" v="7" actId="20577"/>
          <ac:spMkLst>
            <pc:docMk/>
            <pc:sldMk cId="3367972871" sldId="2147377248"/>
            <ac:spMk id="2" creationId="{AED97622-54C6-6CBA-C7F7-B0E0EF3CA1CA}"/>
          </ac:spMkLst>
        </pc:spChg>
        <pc:spChg chg="mod">
          <ac:chgData name="Qian,Qi (MED CD&amp;O) BII-CN-S" userId="S::qi.qian@boehringer-ingelheim.com::a012f63a-3071-45e6-b604-0f04cceb25ea" providerId="AD" clId="Web-{188CD0A9-3688-8663-52ED-988A665A34AC}" dt="2024-03-20T02:10:43.439" v="42" actId="20577"/>
          <ac:spMkLst>
            <pc:docMk/>
            <pc:sldMk cId="3367972871" sldId="2147377248"/>
            <ac:spMk id="4" creationId="{FF9A81B7-B6D9-4AF0-657C-6BE8297198AF}"/>
          </ac:spMkLst>
        </pc:spChg>
        <pc:picChg chg="del">
          <ac:chgData name="Qian,Qi (MED CD&amp;O) BII-CN-S" userId="S::qi.qian@boehringer-ingelheim.com::a012f63a-3071-45e6-b604-0f04cceb25ea" providerId="AD" clId="Web-{188CD0A9-3688-8663-52ED-988A665A34AC}" dt="2024-03-20T02:02:02.980" v="8"/>
          <ac:picMkLst>
            <pc:docMk/>
            <pc:sldMk cId="3367972871" sldId="2147377248"/>
            <ac:picMk id="3" creationId="{9ADC6BAA-584C-A30A-25A0-98336A0001BF}"/>
          </ac:picMkLst>
        </pc:picChg>
        <pc:picChg chg="add del mod ord">
          <ac:chgData name="Qian,Qi (MED CD&amp;O) BII-CN-S" userId="S::qi.qian@boehringer-ingelheim.com::a012f63a-3071-45e6-b604-0f04cceb25ea" providerId="AD" clId="Web-{188CD0A9-3688-8663-52ED-988A665A34AC}" dt="2024-03-20T02:03:07.748" v="20"/>
          <ac:picMkLst>
            <pc:docMk/>
            <pc:sldMk cId="3367972871" sldId="2147377248"/>
            <ac:picMk id="5" creationId="{0DF1F175-B224-9D83-61E8-6D1E159EA774}"/>
          </ac:picMkLst>
        </pc:picChg>
        <pc:picChg chg="add mod ord">
          <ac:chgData name="Qian,Qi (MED CD&amp;O) BII-CN-S" userId="S::qi.qian@boehringer-ingelheim.com::a012f63a-3071-45e6-b604-0f04cceb25ea" providerId="AD" clId="Web-{188CD0A9-3688-8663-52ED-988A665A34AC}" dt="2024-03-20T02:11:17.268" v="49" actId="1076"/>
          <ac:picMkLst>
            <pc:docMk/>
            <pc:sldMk cId="3367972871" sldId="2147377248"/>
            <ac:picMk id="6" creationId="{A2505BD7-113D-7451-21B8-D68F0A826DC3}"/>
          </ac:picMkLst>
        </pc:picChg>
      </pc:sldChg>
      <pc:sldChg chg="addSp delSp modSp">
        <pc:chgData name="Qian,Qi (MED CD&amp;O) BII-CN-S" userId="S::qi.qian@boehringer-ingelheim.com::a012f63a-3071-45e6-b604-0f04cceb25ea" providerId="AD" clId="Web-{188CD0A9-3688-8663-52ED-988A665A34AC}" dt="2024-03-20T02:11:04.862" v="45" actId="14100"/>
        <pc:sldMkLst>
          <pc:docMk/>
          <pc:sldMk cId="4041352195" sldId="2147377269"/>
        </pc:sldMkLst>
        <pc:spChg chg="mod">
          <ac:chgData name="Qian,Qi (MED CD&amp;O) BII-CN-S" userId="S::qi.qian@boehringer-ingelheim.com::a012f63a-3071-45e6-b604-0f04cceb25ea" providerId="AD" clId="Web-{188CD0A9-3688-8663-52ED-988A665A34AC}" dt="2024-03-20T02:01:47.956" v="5" actId="20577"/>
          <ac:spMkLst>
            <pc:docMk/>
            <pc:sldMk cId="4041352195" sldId="2147377269"/>
            <ac:spMk id="2" creationId="{AED97622-54C6-6CBA-C7F7-B0E0EF3CA1CA}"/>
          </ac:spMkLst>
        </pc:spChg>
        <pc:spChg chg="mod">
          <ac:chgData name="Qian,Qi (MED CD&amp;O) BII-CN-S" userId="S::qi.qian@boehringer-ingelheim.com::a012f63a-3071-45e6-b604-0f04cceb25ea" providerId="AD" clId="Web-{188CD0A9-3688-8663-52ED-988A665A34AC}" dt="2024-03-20T02:10:44.564" v="43" actId="1076"/>
          <ac:spMkLst>
            <pc:docMk/>
            <pc:sldMk cId="4041352195" sldId="2147377269"/>
            <ac:spMk id="7" creationId="{B9204D28-799C-864A-E87B-6D30E2306963}"/>
          </ac:spMkLst>
        </pc:spChg>
        <pc:picChg chg="add mod ord">
          <ac:chgData name="Qian,Qi (MED CD&amp;O) BII-CN-S" userId="S::qi.qian@boehringer-ingelheim.com::a012f63a-3071-45e6-b604-0f04cceb25ea" providerId="AD" clId="Web-{188CD0A9-3688-8663-52ED-988A665A34AC}" dt="2024-03-20T02:11:04.862" v="45" actId="14100"/>
          <ac:picMkLst>
            <pc:docMk/>
            <pc:sldMk cId="4041352195" sldId="2147377269"/>
            <ac:picMk id="3" creationId="{77138496-6183-4FCF-100F-0EA16BD7B771}"/>
          </ac:picMkLst>
        </pc:picChg>
        <pc:picChg chg="del">
          <ac:chgData name="Qian,Qi (MED CD&amp;O) BII-CN-S" userId="S::qi.qian@boehringer-ingelheim.com::a012f63a-3071-45e6-b604-0f04cceb25ea" providerId="AD" clId="Web-{188CD0A9-3688-8663-52ED-988A665A34AC}" dt="2024-03-20T02:08:24.731" v="25"/>
          <ac:picMkLst>
            <pc:docMk/>
            <pc:sldMk cId="4041352195" sldId="2147377269"/>
            <ac:picMk id="5" creationId="{45218CD9-B887-9E13-8BF0-9D269018848D}"/>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package" Target="../embeddings/Microsoft_Excel_Worksheet_7FFFF668_5EF548A6.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_7FFFF668_5EF548A6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_7FFFF669_105DBC09.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_7FFFF669_105DBC092.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_7FFFF66A_91352CFC.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5" Type="http://schemas.openxmlformats.org/officeDocument/2006/relationships/chartUserShapes" Target="../drawings/drawing2.xml"/><Relationship Id="rId4" Type="http://schemas.openxmlformats.org/officeDocument/2006/relationships/package" Target="../embeddings/Microsoft_Excel_Worksheet_7FFFF66A_91352CFC3.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5" Type="http://schemas.openxmlformats.org/officeDocument/2006/relationships/chartUserShapes" Target="../drawings/drawing3.xml"/><Relationship Id="rId4" Type="http://schemas.openxmlformats.org/officeDocument/2006/relationships/package" Target="../embeddings/Microsoft_Excel_Worksheet_7FFFF66B_243009D2.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_7FFFF66B_243009D24.xlsx"/></Relationships>
</file>

<file path=ppt/charts/_rels/chart9.xml.rels><?xml version="1.0" encoding="UTF-8" standalone="yes"?>
<Relationships xmlns="http://schemas.openxmlformats.org/package/2006/relationships"><Relationship Id="rId3" Type="http://schemas.openxmlformats.org/officeDocument/2006/relationships/oleObject" Target="file:///C:\Users\zhuyina\Downloads\1404-0061_report.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4.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xiaoyini\OneDrive%20-%20Boehringer%20Ingelheim\Desktop\&#26085;&#26399;&#35745;&#31639;.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_7FFFF66E_822631D6.xlsx"/></Relationships>
</file>

<file path=ppt/charts/_rels/chart12.xml.rels><?xml version="1.0" encoding="UTF-8" standalone="yes"?>
<Relationships xmlns="http://schemas.openxmlformats.org/package/2006/relationships"><Relationship Id="rId3" Type="http://schemas.openxmlformats.org/officeDocument/2006/relationships/oleObject" Target="file:///C:\Users\zhuyina\Downloads\1404-0038&amp;41%20recruitment%20plan%20(actual%20Vs%20Plan)-20240422.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zhuyina\Downloads\1404-0038&amp;41%20recruitment%20plan%20(actual%20Vs%20Plan)-20240422.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_7FFFF672_D9250E0B.xlsx"/></Relationships>
</file>

<file path=ppt/charts/_rels/chart15.xml.rels><?xml version="1.0" encoding="UTF-8" standalone="yes"?>
<Relationships xmlns="http://schemas.openxmlformats.org/package/2006/relationships"><Relationship Id="rId3" Type="http://schemas.openxmlformats.org/officeDocument/2006/relationships/oleObject" Target="file:///C:\Users\zhuyina\Downloads\Copy%20of%201404-0040_subject%20enrollment%20planed%20breakdown%20tracker-updated-2.22.xlsx" TargetMode="Externa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5.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6.xml"/><Relationship Id="rId1" Type="http://schemas.microsoft.com/office/2011/relationships/chartStyle" Target="style16.xml"/><Relationship Id="rId5" Type="http://schemas.openxmlformats.org/officeDocument/2006/relationships/chartUserShapes" Target="../drawings/drawing6.xml"/><Relationship Id="rId4" Type="http://schemas.openxmlformats.org/officeDocument/2006/relationships/package" Target="../embeddings/Microsoft_Excel_Worksheet_7FFFF674_A2725E3E.xlsx"/></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7.xml"/><Relationship Id="rId1" Type="http://schemas.microsoft.com/office/2011/relationships/chartStyle" Target="style17.xml"/><Relationship Id="rId5" Type="http://schemas.openxmlformats.org/officeDocument/2006/relationships/chartUserShapes" Target="../drawings/drawing7.xml"/><Relationship Id="rId4" Type="http://schemas.openxmlformats.org/officeDocument/2006/relationships/oleObject" Target="file:///C:\Users\zhuyina\Downloads\Copy%20of%201404-0040_subject%20enrollment%20planed%20breakdown%20tracker-updated-2.22.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_7FFFF676_E8FDD4B8.xlsx"/></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_7FFFF1A9_1C7B3606.xlsx"/><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'1404-0038 Global enrollment'!$A$5</c:f>
              <c:strCache>
                <c:ptCount val="1"/>
                <c:pt idx="0">
                  <c:v>Patients Enrolled/Randomized (Actual)</c:v>
                </c:pt>
              </c:strCache>
            </c:strRef>
          </c:tx>
          <c:spPr>
            <a:ln w="28575" cap="rnd">
              <a:solidFill>
                <a:schemeClr val="accent1"/>
              </a:solidFill>
              <a:round/>
            </a:ln>
            <a:effectLst/>
          </c:spPr>
          <c:marker>
            <c:symbol val="none"/>
          </c:marker>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enrollment'!$B$5:$AI$5</c:f>
              <c:numCache>
                <c:formatCode>General</c:formatCode>
                <c:ptCount val="34"/>
                <c:pt idx="2">
                  <c:v>3</c:v>
                </c:pt>
                <c:pt idx="3">
                  <c:v>10</c:v>
                </c:pt>
                <c:pt idx="4">
                  <c:v>17</c:v>
                </c:pt>
                <c:pt idx="5">
                  <c:v>25</c:v>
                </c:pt>
                <c:pt idx="6">
                  <c:v>39</c:v>
                </c:pt>
                <c:pt idx="7">
                  <c:v>64</c:v>
                </c:pt>
                <c:pt idx="8">
                  <c:v>83</c:v>
                </c:pt>
                <c:pt idx="9">
                  <c:v>106</c:v>
                </c:pt>
                <c:pt idx="10">
                  <c:v>136</c:v>
                </c:pt>
                <c:pt idx="11">
                  <c:v>172</c:v>
                </c:pt>
                <c:pt idx="12">
                  <c:v>219</c:v>
                </c:pt>
                <c:pt idx="13">
                  <c:v>267</c:v>
                </c:pt>
                <c:pt idx="14">
                  <c:v>300</c:v>
                </c:pt>
                <c:pt idx="15">
                  <c:v>384</c:v>
                </c:pt>
                <c:pt idx="16">
                  <c:v>444</c:v>
                </c:pt>
                <c:pt idx="17">
                  <c:v>461</c:v>
                </c:pt>
                <c:pt idx="18">
                  <c:v>615</c:v>
                </c:pt>
                <c:pt idx="19">
                  <c:v>653</c:v>
                </c:pt>
                <c:pt idx="20">
                  <c:v>681</c:v>
                </c:pt>
                <c:pt idx="21">
                  <c:v>709</c:v>
                </c:pt>
              </c:numCache>
            </c:numRef>
          </c:val>
          <c:smooth val="0"/>
          <c:extLst>
            <c:ext xmlns:c16="http://schemas.microsoft.com/office/drawing/2014/chart" uri="{C3380CC4-5D6E-409C-BE32-E72D297353CC}">
              <c16:uniqueId val="{00000000-59AD-452D-9A51-6C31F27E3D84}"/>
            </c:ext>
          </c:extLst>
        </c:ser>
        <c:ser>
          <c:idx val="1"/>
          <c:order val="1"/>
          <c:tx>
            <c:strRef>
              <c:f>'1404-0038 Global enrollment'!$A$6</c:f>
              <c:strCache>
                <c:ptCount val="1"/>
                <c:pt idx="0">
                  <c:v>Patients Enrolled/Randomized (Planned)</c:v>
                </c:pt>
              </c:strCache>
            </c:strRef>
          </c:tx>
          <c:spPr>
            <a:ln w="28575" cap="rnd">
              <a:solidFill>
                <a:schemeClr val="accent2"/>
              </a:solidFill>
              <a:prstDash val="dash"/>
              <a:round/>
            </a:ln>
            <a:effectLst/>
          </c:spPr>
          <c:marker>
            <c:symbol val="none"/>
          </c:marker>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enrollment'!$B$6:$AI$6</c:f>
              <c:numCache>
                <c:formatCode>General</c:formatCode>
                <c:ptCount val="34"/>
                <c:pt idx="3">
                  <c:v>30</c:v>
                </c:pt>
                <c:pt idx="4">
                  <c:v>49</c:v>
                </c:pt>
                <c:pt idx="5">
                  <c:v>68</c:v>
                </c:pt>
                <c:pt idx="6">
                  <c:v>87</c:v>
                </c:pt>
                <c:pt idx="7">
                  <c:v>106</c:v>
                </c:pt>
                <c:pt idx="8">
                  <c:v>125</c:v>
                </c:pt>
                <c:pt idx="9">
                  <c:v>144</c:v>
                </c:pt>
                <c:pt idx="10">
                  <c:v>163</c:v>
                </c:pt>
                <c:pt idx="11">
                  <c:v>182</c:v>
                </c:pt>
                <c:pt idx="12">
                  <c:v>201</c:v>
                </c:pt>
                <c:pt idx="13">
                  <c:v>220</c:v>
                </c:pt>
                <c:pt idx="14">
                  <c:v>239</c:v>
                </c:pt>
                <c:pt idx="15">
                  <c:v>258</c:v>
                </c:pt>
                <c:pt idx="16">
                  <c:v>277</c:v>
                </c:pt>
                <c:pt idx="17">
                  <c:v>296</c:v>
                </c:pt>
                <c:pt idx="18">
                  <c:v>315</c:v>
                </c:pt>
                <c:pt idx="19">
                  <c:v>334</c:v>
                </c:pt>
                <c:pt idx="20">
                  <c:v>353</c:v>
                </c:pt>
                <c:pt idx="21">
                  <c:v>372</c:v>
                </c:pt>
                <c:pt idx="22">
                  <c:v>391</c:v>
                </c:pt>
                <c:pt idx="23">
                  <c:v>410</c:v>
                </c:pt>
                <c:pt idx="24">
                  <c:v>429</c:v>
                </c:pt>
                <c:pt idx="25">
                  <c:v>448</c:v>
                </c:pt>
                <c:pt idx="26">
                  <c:v>467</c:v>
                </c:pt>
                <c:pt idx="27">
                  <c:v>486</c:v>
                </c:pt>
                <c:pt idx="28">
                  <c:v>505</c:v>
                </c:pt>
                <c:pt idx="29">
                  <c:v>524</c:v>
                </c:pt>
                <c:pt idx="30">
                  <c:v>543</c:v>
                </c:pt>
                <c:pt idx="31">
                  <c:v>562</c:v>
                </c:pt>
                <c:pt idx="32">
                  <c:v>581</c:v>
                </c:pt>
                <c:pt idx="33">
                  <c:v>600</c:v>
                </c:pt>
              </c:numCache>
            </c:numRef>
          </c:val>
          <c:smooth val="0"/>
          <c:extLst>
            <c:ext xmlns:c16="http://schemas.microsoft.com/office/drawing/2014/chart" uri="{C3380CC4-5D6E-409C-BE32-E72D297353CC}">
              <c16:uniqueId val="{00000001-59AD-452D-9A51-6C31F27E3D84}"/>
            </c:ext>
          </c:extLst>
        </c:ser>
        <c:ser>
          <c:idx val="5"/>
          <c:order val="2"/>
          <c:tx>
            <c:strRef>
              <c:f>'1404-0038 Global enrollment'!$A$10</c:f>
              <c:strCache>
                <c:ptCount val="1"/>
                <c:pt idx="0">
                  <c:v>Patient Screened(Actual)</c:v>
                </c:pt>
              </c:strCache>
            </c:strRef>
          </c:tx>
          <c:spPr>
            <a:ln w="28575" cap="rnd">
              <a:solidFill>
                <a:schemeClr val="accent6"/>
              </a:solidFill>
              <a:round/>
            </a:ln>
            <a:effectLst/>
          </c:spPr>
          <c:marker>
            <c:symbol val="none"/>
          </c:marker>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enrollment'!$B$10:$AI$10</c:f>
              <c:numCache>
                <c:formatCode>General</c:formatCode>
                <c:ptCount val="34"/>
                <c:pt idx="0">
                  <c:v>3</c:v>
                </c:pt>
                <c:pt idx="1">
                  <c:v>17</c:v>
                </c:pt>
                <c:pt idx="2">
                  <c:v>40</c:v>
                </c:pt>
                <c:pt idx="3">
                  <c:v>68</c:v>
                </c:pt>
                <c:pt idx="4">
                  <c:v>92</c:v>
                </c:pt>
                <c:pt idx="5">
                  <c:v>99</c:v>
                </c:pt>
                <c:pt idx="6">
                  <c:v>115</c:v>
                </c:pt>
                <c:pt idx="7">
                  <c:v>131</c:v>
                </c:pt>
                <c:pt idx="8">
                  <c:v>172</c:v>
                </c:pt>
                <c:pt idx="9">
                  <c:v>246</c:v>
                </c:pt>
                <c:pt idx="10">
                  <c:v>309</c:v>
                </c:pt>
                <c:pt idx="11">
                  <c:v>353</c:v>
                </c:pt>
                <c:pt idx="12">
                  <c:v>433</c:v>
                </c:pt>
                <c:pt idx="13">
                  <c:v>525</c:v>
                </c:pt>
                <c:pt idx="14">
                  <c:v>592</c:v>
                </c:pt>
                <c:pt idx="15">
                  <c:v>768</c:v>
                </c:pt>
                <c:pt idx="16">
                  <c:v>768</c:v>
                </c:pt>
                <c:pt idx="17">
                  <c:v>779</c:v>
                </c:pt>
                <c:pt idx="18">
                  <c:v>845</c:v>
                </c:pt>
                <c:pt idx="19">
                  <c:v>866</c:v>
                </c:pt>
                <c:pt idx="20">
                  <c:v>871</c:v>
                </c:pt>
                <c:pt idx="21">
                  <c:v>871</c:v>
                </c:pt>
              </c:numCache>
            </c:numRef>
          </c:val>
          <c:smooth val="0"/>
          <c:extLst>
            <c:ext xmlns:c16="http://schemas.microsoft.com/office/drawing/2014/chart" uri="{C3380CC4-5D6E-409C-BE32-E72D297353CC}">
              <c16:uniqueId val="{00000002-59AD-452D-9A51-6C31F27E3D84}"/>
            </c:ext>
          </c:extLst>
        </c:ser>
        <c:ser>
          <c:idx val="6"/>
          <c:order val="3"/>
          <c:tx>
            <c:strRef>
              <c:f>'1404-0038 Global enrollment'!$A$11</c:f>
              <c:strCache>
                <c:ptCount val="1"/>
                <c:pt idx="0">
                  <c:v>Patient Screened(Planned)</c:v>
                </c:pt>
              </c:strCache>
            </c:strRef>
          </c:tx>
          <c:spPr>
            <a:ln w="28575" cap="rnd">
              <a:solidFill>
                <a:schemeClr val="accent1">
                  <a:lumMod val="60000"/>
                </a:schemeClr>
              </a:solidFill>
              <a:prstDash val="sysDot"/>
              <a:round/>
            </a:ln>
            <a:effectLst/>
          </c:spPr>
          <c:marker>
            <c:symbol val="none"/>
          </c:marker>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enrollment'!$B$11:$AI$11</c:f>
              <c:numCache>
                <c:formatCode>General</c:formatCode>
                <c:ptCount val="34"/>
                <c:pt idx="0">
                  <c:v>30</c:v>
                </c:pt>
                <c:pt idx="1">
                  <c:v>59</c:v>
                </c:pt>
                <c:pt idx="2">
                  <c:v>88</c:v>
                </c:pt>
                <c:pt idx="3">
                  <c:v>117</c:v>
                </c:pt>
                <c:pt idx="4">
                  <c:v>146</c:v>
                </c:pt>
                <c:pt idx="5">
                  <c:v>175</c:v>
                </c:pt>
                <c:pt idx="6">
                  <c:v>204</c:v>
                </c:pt>
                <c:pt idx="7">
                  <c:v>233</c:v>
                </c:pt>
                <c:pt idx="8">
                  <c:v>262</c:v>
                </c:pt>
                <c:pt idx="9">
                  <c:v>291</c:v>
                </c:pt>
                <c:pt idx="10">
                  <c:v>320</c:v>
                </c:pt>
                <c:pt idx="11">
                  <c:v>349</c:v>
                </c:pt>
                <c:pt idx="12">
                  <c:v>378</c:v>
                </c:pt>
                <c:pt idx="13">
                  <c:v>407</c:v>
                </c:pt>
                <c:pt idx="14">
                  <c:v>436</c:v>
                </c:pt>
                <c:pt idx="15">
                  <c:v>465</c:v>
                </c:pt>
                <c:pt idx="16">
                  <c:v>494</c:v>
                </c:pt>
                <c:pt idx="17">
                  <c:v>523</c:v>
                </c:pt>
                <c:pt idx="18">
                  <c:v>552</c:v>
                </c:pt>
                <c:pt idx="19">
                  <c:v>581</c:v>
                </c:pt>
                <c:pt idx="20">
                  <c:v>610</c:v>
                </c:pt>
                <c:pt idx="21">
                  <c:v>639</c:v>
                </c:pt>
                <c:pt idx="22">
                  <c:v>668</c:v>
                </c:pt>
                <c:pt idx="23">
                  <c:v>697</c:v>
                </c:pt>
                <c:pt idx="24">
                  <c:v>726</c:v>
                </c:pt>
                <c:pt idx="25">
                  <c:v>755</c:v>
                </c:pt>
                <c:pt idx="26">
                  <c:v>784</c:v>
                </c:pt>
                <c:pt idx="27">
                  <c:v>813</c:v>
                </c:pt>
                <c:pt idx="28">
                  <c:v>842</c:v>
                </c:pt>
                <c:pt idx="29">
                  <c:v>871</c:v>
                </c:pt>
                <c:pt idx="30">
                  <c:v>900</c:v>
                </c:pt>
              </c:numCache>
            </c:numRef>
          </c:val>
          <c:smooth val="0"/>
          <c:extLst>
            <c:ext xmlns:c16="http://schemas.microsoft.com/office/drawing/2014/chart" uri="{C3380CC4-5D6E-409C-BE32-E72D297353CC}">
              <c16:uniqueId val="{00000003-59AD-452D-9A51-6C31F27E3D84}"/>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days"/>
        <c:majorUnit val="1"/>
        <c:majorTimeUnit val="months"/>
        <c:minorUnit val="14"/>
        <c:minorTimeUnit val="day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'1404-0038 China enrollment'!$B$4</c:f>
              <c:strCache>
                <c:ptCount val="1"/>
                <c:pt idx="0">
                  <c:v>Patients Enrolled/Randomized (Actual)</c:v>
                </c:pt>
              </c:strCache>
            </c:strRef>
          </c:tx>
          <c:spPr>
            <a:ln w="28575" cap="rnd">
              <a:solidFill>
                <a:schemeClr val="accent1"/>
              </a:solidFill>
              <a:round/>
            </a:ln>
            <a:effectLst/>
          </c:spPr>
          <c:marker>
            <c:symbol val="none"/>
          </c:marker>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enrollment'!$C$4:$Z$4</c:f>
              <c:numCache>
                <c:formatCode>General</c:formatCode>
                <c:ptCount val="24"/>
                <c:pt idx="2">
                  <c:v>0</c:v>
                </c:pt>
                <c:pt idx="3">
                  <c:v>2</c:v>
                </c:pt>
                <c:pt idx="4">
                  <c:v>3</c:v>
                </c:pt>
                <c:pt idx="5">
                  <c:v>13</c:v>
                </c:pt>
                <c:pt idx="6">
                  <c:v>19</c:v>
                </c:pt>
                <c:pt idx="7">
                  <c:v>39</c:v>
                </c:pt>
                <c:pt idx="8">
                  <c:v>53</c:v>
                </c:pt>
                <c:pt idx="9">
                  <c:v>60</c:v>
                </c:pt>
                <c:pt idx="10">
                  <c:v>64</c:v>
                </c:pt>
                <c:pt idx="11">
                  <c:v>64</c:v>
                </c:pt>
              </c:numCache>
            </c:numRef>
          </c:val>
          <c:smooth val="0"/>
          <c:extLst>
            <c:ext xmlns:c16="http://schemas.microsoft.com/office/drawing/2014/chart" uri="{C3380CC4-5D6E-409C-BE32-E72D297353CC}">
              <c16:uniqueId val="{00000000-262E-42E7-AA87-04A0F81B0B17}"/>
            </c:ext>
          </c:extLst>
        </c:ser>
        <c:ser>
          <c:idx val="1"/>
          <c:order val="1"/>
          <c:tx>
            <c:strRef>
              <c:f>'1404-0038 China enrollment'!$B$5</c:f>
              <c:strCache>
                <c:ptCount val="1"/>
                <c:pt idx="0">
                  <c:v>Patients Enrolled/Randomized (Planned)</c:v>
                </c:pt>
              </c:strCache>
            </c:strRef>
          </c:tx>
          <c:spPr>
            <a:ln w="28575" cap="rnd">
              <a:solidFill>
                <a:schemeClr val="accent2"/>
              </a:solidFill>
              <a:prstDash val="dash"/>
              <a:round/>
            </a:ln>
            <a:effectLst/>
          </c:spPr>
          <c:marker>
            <c:symbol val="none"/>
          </c:marker>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enrollment'!$C$5:$Z$5</c:f>
              <c:numCache>
                <c:formatCode>General</c:formatCode>
                <c:ptCount val="24"/>
                <c:pt idx="3" formatCode="0_ ">
                  <c:v>2.0100000000000002</c:v>
                </c:pt>
                <c:pt idx="4" formatCode="0_ ">
                  <c:v>2.0100000000000002</c:v>
                </c:pt>
                <c:pt idx="5" formatCode="0_ ">
                  <c:v>4.0200000000000005</c:v>
                </c:pt>
                <c:pt idx="6" formatCode="0_ ">
                  <c:v>6.03</c:v>
                </c:pt>
                <c:pt idx="7" formatCode="0_ ">
                  <c:v>10.050000000000001</c:v>
                </c:pt>
                <c:pt idx="8" formatCode="0_ ">
                  <c:v>13.4</c:v>
                </c:pt>
                <c:pt idx="9" formatCode="0_ ">
                  <c:v>16.75</c:v>
                </c:pt>
                <c:pt idx="10" formatCode="0_ ">
                  <c:v>20.100000000000001</c:v>
                </c:pt>
                <c:pt idx="11" formatCode="0_ ">
                  <c:v>23.450000000000003</c:v>
                </c:pt>
                <c:pt idx="12" formatCode="0_ ">
                  <c:v>26.8</c:v>
                </c:pt>
                <c:pt idx="13" formatCode="0_ ">
                  <c:v>30.150000000000002</c:v>
                </c:pt>
                <c:pt idx="14" formatCode="0_ ">
                  <c:v>33.5</c:v>
                </c:pt>
                <c:pt idx="15" formatCode="0_ ">
                  <c:v>36.85</c:v>
                </c:pt>
                <c:pt idx="16" formatCode="0_ ">
                  <c:v>40.200000000000003</c:v>
                </c:pt>
                <c:pt idx="17" formatCode="0_ ">
                  <c:v>43.550000000000004</c:v>
                </c:pt>
                <c:pt idx="18" formatCode="0_ ">
                  <c:v>46.900000000000006</c:v>
                </c:pt>
                <c:pt idx="19" formatCode="0_ ">
                  <c:v>50.25</c:v>
                </c:pt>
                <c:pt idx="20" formatCode="0_ ">
                  <c:v>53.6</c:v>
                </c:pt>
                <c:pt idx="21" formatCode="0_ ">
                  <c:v>56.95</c:v>
                </c:pt>
                <c:pt idx="22" formatCode="0_ ">
                  <c:v>60.300000000000004</c:v>
                </c:pt>
              </c:numCache>
            </c:numRef>
          </c:val>
          <c:smooth val="0"/>
          <c:extLst>
            <c:ext xmlns:c16="http://schemas.microsoft.com/office/drawing/2014/chart" uri="{C3380CC4-5D6E-409C-BE32-E72D297353CC}">
              <c16:uniqueId val="{00000001-262E-42E7-AA87-04A0F81B0B17}"/>
            </c:ext>
          </c:extLst>
        </c:ser>
        <c:ser>
          <c:idx val="2"/>
          <c:order val="2"/>
          <c:tx>
            <c:strRef>
              <c:f>'1404-0038 China enrollment'!$B$6</c:f>
              <c:strCache>
                <c:ptCount val="1"/>
                <c:pt idx="0">
                  <c:v>Patient Screened(Actual)</c:v>
                </c:pt>
              </c:strCache>
            </c:strRef>
          </c:tx>
          <c:spPr>
            <a:ln w="28575" cap="rnd">
              <a:solidFill>
                <a:srgbClr val="70AD47"/>
              </a:solidFill>
              <a:round/>
            </a:ln>
            <a:effectLst/>
          </c:spPr>
          <c:marker>
            <c:symbol val="none"/>
          </c:marker>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enrollment'!$C$6:$Z$6</c:f>
              <c:numCache>
                <c:formatCode>General</c:formatCode>
                <c:ptCount val="24"/>
                <c:pt idx="0">
                  <c:v>3</c:v>
                </c:pt>
                <c:pt idx="1">
                  <c:v>7</c:v>
                </c:pt>
                <c:pt idx="2">
                  <c:v>9</c:v>
                </c:pt>
                <c:pt idx="3">
                  <c:v>17</c:v>
                </c:pt>
                <c:pt idx="4">
                  <c:v>23</c:v>
                </c:pt>
                <c:pt idx="5">
                  <c:v>67</c:v>
                </c:pt>
                <c:pt idx="6">
                  <c:v>67</c:v>
                </c:pt>
                <c:pt idx="7">
                  <c:v>80</c:v>
                </c:pt>
                <c:pt idx="8">
                  <c:v>80</c:v>
                </c:pt>
                <c:pt idx="9">
                  <c:v>80</c:v>
                </c:pt>
                <c:pt idx="10">
                  <c:v>80</c:v>
                </c:pt>
                <c:pt idx="11">
                  <c:v>80</c:v>
                </c:pt>
              </c:numCache>
            </c:numRef>
          </c:val>
          <c:smooth val="0"/>
          <c:extLst>
            <c:ext xmlns:c16="http://schemas.microsoft.com/office/drawing/2014/chart" uri="{C3380CC4-5D6E-409C-BE32-E72D297353CC}">
              <c16:uniqueId val="{00000002-262E-42E7-AA87-04A0F81B0B17}"/>
            </c:ext>
          </c:extLst>
        </c:ser>
        <c:ser>
          <c:idx val="3"/>
          <c:order val="3"/>
          <c:tx>
            <c:strRef>
              <c:f>'1404-0038 China enrollment'!$B$7</c:f>
              <c:strCache>
                <c:ptCount val="1"/>
                <c:pt idx="0">
                  <c:v>Patient Screened(Planned)</c:v>
                </c:pt>
              </c:strCache>
            </c:strRef>
          </c:tx>
          <c:spPr>
            <a:ln w="28575" cap="rnd">
              <a:solidFill>
                <a:srgbClr val="264478"/>
              </a:solidFill>
              <a:prstDash val="sysDot"/>
              <a:round/>
            </a:ln>
            <a:effectLst/>
          </c:spPr>
          <c:marker>
            <c:symbol val="none"/>
          </c:marker>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enrollment'!$C$7:$Z$7</c:f>
              <c:numCache>
                <c:formatCode>General</c:formatCode>
                <c:ptCount val="24"/>
                <c:pt idx="1">
                  <c:v>3</c:v>
                </c:pt>
                <c:pt idx="2">
                  <c:v>3</c:v>
                </c:pt>
                <c:pt idx="3">
                  <c:v>6</c:v>
                </c:pt>
                <c:pt idx="4">
                  <c:v>9</c:v>
                </c:pt>
                <c:pt idx="5">
                  <c:v>15</c:v>
                </c:pt>
                <c:pt idx="6">
                  <c:v>20</c:v>
                </c:pt>
                <c:pt idx="7">
                  <c:v>25</c:v>
                </c:pt>
                <c:pt idx="8">
                  <c:v>30</c:v>
                </c:pt>
                <c:pt idx="9">
                  <c:v>35</c:v>
                </c:pt>
                <c:pt idx="10">
                  <c:v>40</c:v>
                </c:pt>
                <c:pt idx="11">
                  <c:v>45</c:v>
                </c:pt>
                <c:pt idx="12">
                  <c:v>50</c:v>
                </c:pt>
                <c:pt idx="13">
                  <c:v>55</c:v>
                </c:pt>
                <c:pt idx="14">
                  <c:v>60</c:v>
                </c:pt>
                <c:pt idx="15">
                  <c:v>65</c:v>
                </c:pt>
                <c:pt idx="16">
                  <c:v>70</c:v>
                </c:pt>
                <c:pt idx="17">
                  <c:v>75</c:v>
                </c:pt>
                <c:pt idx="18">
                  <c:v>80</c:v>
                </c:pt>
                <c:pt idx="19">
                  <c:v>85</c:v>
                </c:pt>
                <c:pt idx="20">
                  <c:v>90</c:v>
                </c:pt>
              </c:numCache>
            </c:numRef>
          </c:val>
          <c:smooth val="0"/>
          <c:extLst>
            <c:ext xmlns:c16="http://schemas.microsoft.com/office/drawing/2014/chart" uri="{C3380CC4-5D6E-409C-BE32-E72D297353CC}">
              <c16:uniqueId val="{00000003-262E-42E7-AA87-04A0F81B0B17}"/>
            </c:ext>
          </c:extLst>
        </c:ser>
        <c:dLbls>
          <c:showLegendKey val="0"/>
          <c:showVal val="0"/>
          <c:showCatName val="0"/>
          <c:showSerName val="0"/>
          <c:showPercent val="0"/>
          <c:showBubbleSize val="0"/>
        </c:dLbls>
        <c:smooth val="0"/>
        <c:axId val="552640344"/>
        <c:axId val="552634584"/>
      </c:lineChart>
      <c:dateAx>
        <c:axId val="552640344"/>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52634584"/>
        <c:crosses val="autoZero"/>
        <c:auto val="1"/>
        <c:lblOffset val="100"/>
        <c:baseTimeUnit val="days"/>
        <c:majorUnit val="1"/>
        <c:majorTimeUnit val="months"/>
        <c:minorUnit val="7"/>
        <c:minorTimeUnit val="days"/>
      </c:dateAx>
      <c:valAx>
        <c:axId val="552634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52640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'1404-0041 Global enrollment'!$A$5</c:f>
              <c:strCache>
                <c:ptCount val="1"/>
                <c:pt idx="0">
                  <c:v>Patients Enrolled/Randomized (Actual)</c:v>
                </c:pt>
              </c:strCache>
            </c:strRef>
          </c:tx>
          <c:spPr>
            <a:ln w="28575" cap="rnd">
              <a:solidFill>
                <a:schemeClr val="accent1"/>
              </a:solidFill>
              <a:round/>
            </a:ln>
            <a:effectLst/>
          </c:spPr>
          <c:marker>
            <c:symbol val="none"/>
          </c:marker>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enrollment'!$B$5:$AI$5</c:f>
              <c:numCache>
                <c:formatCode>General</c:formatCode>
                <c:ptCount val="34"/>
                <c:pt idx="2">
                  <c:v>1</c:v>
                </c:pt>
                <c:pt idx="3">
                  <c:v>4</c:v>
                </c:pt>
                <c:pt idx="4">
                  <c:v>10</c:v>
                </c:pt>
                <c:pt idx="5">
                  <c:v>14</c:v>
                </c:pt>
                <c:pt idx="6">
                  <c:v>19</c:v>
                </c:pt>
                <c:pt idx="7">
                  <c:v>20</c:v>
                </c:pt>
                <c:pt idx="8">
                  <c:v>32</c:v>
                </c:pt>
                <c:pt idx="9">
                  <c:v>42</c:v>
                </c:pt>
                <c:pt idx="10">
                  <c:v>52</c:v>
                </c:pt>
                <c:pt idx="11">
                  <c:v>60</c:v>
                </c:pt>
                <c:pt idx="12">
                  <c:v>68</c:v>
                </c:pt>
                <c:pt idx="13">
                  <c:v>91</c:v>
                </c:pt>
                <c:pt idx="14">
                  <c:v>102</c:v>
                </c:pt>
                <c:pt idx="15">
                  <c:v>130</c:v>
                </c:pt>
                <c:pt idx="16">
                  <c:v>148</c:v>
                </c:pt>
                <c:pt idx="17">
                  <c:v>182</c:v>
                </c:pt>
                <c:pt idx="18">
                  <c:v>220</c:v>
                </c:pt>
                <c:pt idx="19">
                  <c:v>257</c:v>
                </c:pt>
                <c:pt idx="20">
                  <c:v>293</c:v>
                </c:pt>
                <c:pt idx="21">
                  <c:v>360</c:v>
                </c:pt>
              </c:numCache>
            </c:numRef>
          </c:val>
          <c:smooth val="0"/>
          <c:extLst>
            <c:ext xmlns:c16="http://schemas.microsoft.com/office/drawing/2014/chart" uri="{C3380CC4-5D6E-409C-BE32-E72D297353CC}">
              <c16:uniqueId val="{00000000-2B17-4482-9F81-04C96B5C3227}"/>
            </c:ext>
          </c:extLst>
        </c:ser>
        <c:ser>
          <c:idx val="1"/>
          <c:order val="1"/>
          <c:tx>
            <c:strRef>
              <c:f>'1404-0041 Global enrollment'!$A$6</c:f>
              <c:strCache>
                <c:ptCount val="1"/>
                <c:pt idx="0">
                  <c:v>Patients Enrolled/Randomized (Planned)</c:v>
                </c:pt>
              </c:strCache>
            </c:strRef>
          </c:tx>
          <c:spPr>
            <a:ln w="28575" cap="rnd">
              <a:solidFill>
                <a:schemeClr val="accent2"/>
              </a:solidFill>
              <a:prstDash val="dash"/>
              <a:round/>
            </a:ln>
            <a:effectLst/>
          </c:spPr>
          <c:marker>
            <c:symbol val="none"/>
          </c:marker>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enrollment'!$B$6:$AI$6</c:f>
              <c:numCache>
                <c:formatCode>General</c:formatCode>
                <c:ptCount val="34"/>
                <c:pt idx="3">
                  <c:v>30</c:v>
                </c:pt>
                <c:pt idx="4">
                  <c:v>49</c:v>
                </c:pt>
                <c:pt idx="5">
                  <c:v>68</c:v>
                </c:pt>
                <c:pt idx="6">
                  <c:v>87</c:v>
                </c:pt>
                <c:pt idx="7">
                  <c:v>106</c:v>
                </c:pt>
                <c:pt idx="8">
                  <c:v>125</c:v>
                </c:pt>
                <c:pt idx="9">
                  <c:v>144</c:v>
                </c:pt>
                <c:pt idx="10">
                  <c:v>163</c:v>
                </c:pt>
                <c:pt idx="11">
                  <c:v>182</c:v>
                </c:pt>
                <c:pt idx="12">
                  <c:v>201</c:v>
                </c:pt>
                <c:pt idx="13">
                  <c:v>220</c:v>
                </c:pt>
                <c:pt idx="14">
                  <c:v>239</c:v>
                </c:pt>
                <c:pt idx="15">
                  <c:v>258</c:v>
                </c:pt>
                <c:pt idx="16">
                  <c:v>277</c:v>
                </c:pt>
                <c:pt idx="17">
                  <c:v>296</c:v>
                </c:pt>
                <c:pt idx="18">
                  <c:v>315</c:v>
                </c:pt>
                <c:pt idx="19">
                  <c:v>334</c:v>
                </c:pt>
                <c:pt idx="20">
                  <c:v>353</c:v>
                </c:pt>
                <c:pt idx="21">
                  <c:v>372</c:v>
                </c:pt>
                <c:pt idx="22">
                  <c:v>391</c:v>
                </c:pt>
                <c:pt idx="23">
                  <c:v>410</c:v>
                </c:pt>
                <c:pt idx="24">
                  <c:v>429</c:v>
                </c:pt>
                <c:pt idx="25">
                  <c:v>448</c:v>
                </c:pt>
                <c:pt idx="26">
                  <c:v>467</c:v>
                </c:pt>
                <c:pt idx="27">
                  <c:v>486</c:v>
                </c:pt>
                <c:pt idx="28">
                  <c:v>505</c:v>
                </c:pt>
                <c:pt idx="29">
                  <c:v>524</c:v>
                </c:pt>
                <c:pt idx="30">
                  <c:v>543</c:v>
                </c:pt>
                <c:pt idx="31">
                  <c:v>562</c:v>
                </c:pt>
                <c:pt idx="32">
                  <c:v>581</c:v>
                </c:pt>
                <c:pt idx="33">
                  <c:v>600</c:v>
                </c:pt>
              </c:numCache>
            </c:numRef>
          </c:val>
          <c:smooth val="0"/>
          <c:extLst>
            <c:ext xmlns:c16="http://schemas.microsoft.com/office/drawing/2014/chart" uri="{C3380CC4-5D6E-409C-BE32-E72D297353CC}">
              <c16:uniqueId val="{00000001-2B17-4482-9F81-04C96B5C3227}"/>
            </c:ext>
          </c:extLst>
        </c:ser>
        <c:ser>
          <c:idx val="5"/>
          <c:order val="2"/>
          <c:tx>
            <c:strRef>
              <c:f>'1404-0041 Global enrollment'!$A$10</c:f>
              <c:strCache>
                <c:ptCount val="1"/>
                <c:pt idx="0">
                  <c:v>Patient Screened(Actual)</c:v>
                </c:pt>
              </c:strCache>
            </c:strRef>
          </c:tx>
          <c:spPr>
            <a:ln w="28575" cap="rnd">
              <a:solidFill>
                <a:schemeClr val="accent6"/>
              </a:solidFill>
              <a:round/>
            </a:ln>
            <a:effectLst/>
          </c:spPr>
          <c:marker>
            <c:symbol val="none"/>
          </c:marker>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enrollment'!$B$10:$AI$10</c:f>
              <c:numCache>
                <c:formatCode>General</c:formatCode>
                <c:ptCount val="34"/>
                <c:pt idx="0">
                  <c:v>1</c:v>
                </c:pt>
                <c:pt idx="1">
                  <c:v>11</c:v>
                </c:pt>
                <c:pt idx="2">
                  <c:v>26</c:v>
                </c:pt>
                <c:pt idx="3">
                  <c:v>40</c:v>
                </c:pt>
                <c:pt idx="4">
                  <c:v>51</c:v>
                </c:pt>
                <c:pt idx="5">
                  <c:v>54</c:v>
                </c:pt>
                <c:pt idx="6">
                  <c:v>61</c:v>
                </c:pt>
                <c:pt idx="7">
                  <c:v>95</c:v>
                </c:pt>
                <c:pt idx="8">
                  <c:v>106</c:v>
                </c:pt>
                <c:pt idx="9">
                  <c:v>113</c:v>
                </c:pt>
                <c:pt idx="10">
                  <c:v>145</c:v>
                </c:pt>
                <c:pt idx="11">
                  <c:v>183</c:v>
                </c:pt>
                <c:pt idx="12">
                  <c:v>221</c:v>
                </c:pt>
                <c:pt idx="13">
                  <c:v>256</c:v>
                </c:pt>
                <c:pt idx="14">
                  <c:v>296</c:v>
                </c:pt>
                <c:pt idx="15">
                  <c:v>377</c:v>
                </c:pt>
                <c:pt idx="16">
                  <c:v>451</c:v>
                </c:pt>
                <c:pt idx="17">
                  <c:v>529</c:v>
                </c:pt>
                <c:pt idx="18">
                  <c:v>607</c:v>
                </c:pt>
                <c:pt idx="19">
                  <c:v>682</c:v>
                </c:pt>
                <c:pt idx="20">
                  <c:v>777</c:v>
                </c:pt>
                <c:pt idx="21">
                  <c:v>893</c:v>
                </c:pt>
              </c:numCache>
            </c:numRef>
          </c:val>
          <c:smooth val="0"/>
          <c:extLst>
            <c:ext xmlns:c16="http://schemas.microsoft.com/office/drawing/2014/chart" uri="{C3380CC4-5D6E-409C-BE32-E72D297353CC}">
              <c16:uniqueId val="{00000002-2B17-4482-9F81-04C96B5C3227}"/>
            </c:ext>
          </c:extLst>
        </c:ser>
        <c:ser>
          <c:idx val="6"/>
          <c:order val="3"/>
          <c:tx>
            <c:strRef>
              <c:f>'1404-0041 Global enrollment'!$A$11</c:f>
              <c:strCache>
                <c:ptCount val="1"/>
                <c:pt idx="0">
                  <c:v>Patient Screened(Planned)</c:v>
                </c:pt>
              </c:strCache>
            </c:strRef>
          </c:tx>
          <c:spPr>
            <a:ln w="28575" cap="rnd">
              <a:solidFill>
                <a:schemeClr val="accent1">
                  <a:lumMod val="60000"/>
                </a:schemeClr>
              </a:solidFill>
              <a:prstDash val="sysDot"/>
              <a:round/>
            </a:ln>
            <a:effectLst/>
          </c:spPr>
          <c:marker>
            <c:symbol val="none"/>
          </c:marker>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enrollment'!$B$11:$AI$11</c:f>
              <c:numCache>
                <c:formatCode>General</c:formatCode>
                <c:ptCount val="34"/>
                <c:pt idx="0">
                  <c:v>30</c:v>
                </c:pt>
                <c:pt idx="1">
                  <c:v>60</c:v>
                </c:pt>
                <c:pt idx="2">
                  <c:v>90</c:v>
                </c:pt>
                <c:pt idx="3">
                  <c:v>120</c:v>
                </c:pt>
                <c:pt idx="4">
                  <c:v>150</c:v>
                </c:pt>
                <c:pt idx="5">
                  <c:v>180</c:v>
                </c:pt>
                <c:pt idx="6">
                  <c:v>210</c:v>
                </c:pt>
                <c:pt idx="7">
                  <c:v>240</c:v>
                </c:pt>
                <c:pt idx="8">
                  <c:v>270</c:v>
                </c:pt>
                <c:pt idx="9">
                  <c:v>300</c:v>
                </c:pt>
                <c:pt idx="10">
                  <c:v>330</c:v>
                </c:pt>
                <c:pt idx="11">
                  <c:v>360</c:v>
                </c:pt>
                <c:pt idx="12">
                  <c:v>390</c:v>
                </c:pt>
                <c:pt idx="13">
                  <c:v>420</c:v>
                </c:pt>
                <c:pt idx="14">
                  <c:v>450</c:v>
                </c:pt>
                <c:pt idx="15">
                  <c:v>480</c:v>
                </c:pt>
                <c:pt idx="16">
                  <c:v>510</c:v>
                </c:pt>
                <c:pt idx="17">
                  <c:v>540</c:v>
                </c:pt>
                <c:pt idx="18">
                  <c:v>570</c:v>
                </c:pt>
                <c:pt idx="19">
                  <c:v>600</c:v>
                </c:pt>
                <c:pt idx="20">
                  <c:v>630</c:v>
                </c:pt>
                <c:pt idx="21">
                  <c:v>660</c:v>
                </c:pt>
                <c:pt idx="22">
                  <c:v>690</c:v>
                </c:pt>
                <c:pt idx="23">
                  <c:v>720</c:v>
                </c:pt>
                <c:pt idx="24">
                  <c:v>750</c:v>
                </c:pt>
                <c:pt idx="25">
                  <c:v>780</c:v>
                </c:pt>
                <c:pt idx="26">
                  <c:v>810</c:v>
                </c:pt>
                <c:pt idx="27">
                  <c:v>840</c:v>
                </c:pt>
                <c:pt idx="28">
                  <c:v>870</c:v>
                </c:pt>
                <c:pt idx="29">
                  <c:v>900</c:v>
                </c:pt>
              </c:numCache>
            </c:numRef>
          </c:val>
          <c:smooth val="0"/>
          <c:extLst>
            <c:ext xmlns:c16="http://schemas.microsoft.com/office/drawing/2014/chart" uri="{C3380CC4-5D6E-409C-BE32-E72D297353CC}">
              <c16:uniqueId val="{00000003-2B17-4482-9F81-04C96B5C3227}"/>
            </c:ext>
          </c:extLst>
        </c:ser>
        <c:dLbls>
          <c:showLegendKey val="0"/>
          <c:showVal val="0"/>
          <c:showCatName val="0"/>
          <c:showSerName val="0"/>
          <c:showPercent val="0"/>
          <c:showBubbleSize val="0"/>
        </c:dLbls>
        <c:smooth val="0"/>
        <c:axId val="523006048"/>
        <c:axId val="523012280"/>
      </c:lineChart>
      <c:dateAx>
        <c:axId val="523006048"/>
        <c:scaling>
          <c:orientation val="minMax"/>
          <c:max val="45486"/>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days"/>
        <c:majorUnit val="1"/>
        <c:majorTimeUnit val="months"/>
        <c:minorUnit val="14"/>
        <c:minorTimeUnit val="day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9451948874998196E-2"/>
          <c:y val="0.1037149944061667"/>
          <c:w val="0.92098669870042327"/>
          <c:h val="0.6725891916718657"/>
        </c:manualLayout>
      </c:layout>
      <c:lineChart>
        <c:grouping val="standard"/>
        <c:varyColors val="0"/>
        <c:ser>
          <c:idx val="0"/>
          <c:order val="0"/>
          <c:tx>
            <c:strRef>
              <c:f>'1404-0041 China enrollment '!$B$3</c:f>
              <c:strCache>
                <c:ptCount val="1"/>
                <c:pt idx="0">
                  <c:v>Patients Enrolled/Randomized (Actual)</c:v>
                </c:pt>
              </c:strCache>
            </c:strRef>
          </c:tx>
          <c:spPr>
            <a:ln w="28575" cap="rnd">
              <a:solidFill>
                <a:schemeClr val="accent1"/>
              </a:solidFill>
              <a:round/>
            </a:ln>
            <a:effectLst/>
          </c:spPr>
          <c:marker>
            <c:symbol val="none"/>
          </c:marker>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'!$C$3:$Z$3</c:f>
              <c:numCache>
                <c:formatCode>General</c:formatCode>
                <c:ptCount val="24"/>
                <c:pt idx="3">
                  <c:v>0</c:v>
                </c:pt>
                <c:pt idx="4">
                  <c:v>1</c:v>
                </c:pt>
                <c:pt idx="5">
                  <c:v>4</c:v>
                </c:pt>
                <c:pt idx="6">
                  <c:v>5</c:v>
                </c:pt>
                <c:pt idx="7">
                  <c:v>11</c:v>
                </c:pt>
                <c:pt idx="8">
                  <c:v>18</c:v>
                </c:pt>
                <c:pt idx="9">
                  <c:v>27</c:v>
                </c:pt>
                <c:pt idx="10">
                  <c:v>34</c:v>
                </c:pt>
                <c:pt idx="11">
                  <c:v>39</c:v>
                </c:pt>
              </c:numCache>
            </c:numRef>
          </c:val>
          <c:smooth val="0"/>
          <c:extLst>
            <c:ext xmlns:c16="http://schemas.microsoft.com/office/drawing/2014/chart" uri="{C3380CC4-5D6E-409C-BE32-E72D297353CC}">
              <c16:uniqueId val="{00000000-5711-4BDE-904A-F5EE9B1ABD96}"/>
            </c:ext>
          </c:extLst>
        </c:ser>
        <c:ser>
          <c:idx val="1"/>
          <c:order val="1"/>
          <c:tx>
            <c:strRef>
              <c:f>'1404-0041 China enrollment '!$B$4</c:f>
              <c:strCache>
                <c:ptCount val="1"/>
                <c:pt idx="0">
                  <c:v>Patients Enrolled/Randomized (Planned)</c:v>
                </c:pt>
              </c:strCache>
            </c:strRef>
          </c:tx>
          <c:spPr>
            <a:ln w="28575" cap="rnd">
              <a:solidFill>
                <a:schemeClr val="accent2"/>
              </a:solidFill>
              <a:prstDash val="dash"/>
              <a:round/>
            </a:ln>
            <a:effectLst/>
          </c:spPr>
          <c:marker>
            <c:symbol val="none"/>
          </c:marker>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'!$C$4:$Z$4</c:f>
              <c:numCache>
                <c:formatCode>General</c:formatCode>
                <c:ptCount val="24"/>
                <c:pt idx="3" formatCode="0_ ">
                  <c:v>2.0100000000000002</c:v>
                </c:pt>
                <c:pt idx="4" formatCode="0_ ">
                  <c:v>2.0100000000000002</c:v>
                </c:pt>
                <c:pt idx="5" formatCode="0_ ">
                  <c:v>4.0200000000000005</c:v>
                </c:pt>
                <c:pt idx="6" formatCode="0_ ">
                  <c:v>6.03</c:v>
                </c:pt>
                <c:pt idx="7" formatCode="0_ ">
                  <c:v>10.050000000000001</c:v>
                </c:pt>
                <c:pt idx="8" formatCode="0_ ">
                  <c:v>13.4</c:v>
                </c:pt>
                <c:pt idx="9" formatCode="0_ ">
                  <c:v>16.75</c:v>
                </c:pt>
                <c:pt idx="10" formatCode="0_ ">
                  <c:v>20.100000000000001</c:v>
                </c:pt>
                <c:pt idx="11" formatCode="0_ ">
                  <c:v>23.450000000000003</c:v>
                </c:pt>
                <c:pt idx="12" formatCode="0_ ">
                  <c:v>26.8</c:v>
                </c:pt>
                <c:pt idx="13" formatCode="0_ ">
                  <c:v>30.150000000000002</c:v>
                </c:pt>
                <c:pt idx="14" formatCode="0_ ">
                  <c:v>33.5</c:v>
                </c:pt>
                <c:pt idx="15" formatCode="0_ ">
                  <c:v>36.85</c:v>
                </c:pt>
                <c:pt idx="16" formatCode="0_ ">
                  <c:v>40.200000000000003</c:v>
                </c:pt>
                <c:pt idx="17" formatCode="0_ ">
                  <c:v>43.550000000000004</c:v>
                </c:pt>
                <c:pt idx="18" formatCode="0_ ">
                  <c:v>46.900000000000006</c:v>
                </c:pt>
                <c:pt idx="19" formatCode="0_ ">
                  <c:v>50.25</c:v>
                </c:pt>
                <c:pt idx="20" formatCode="0_ ">
                  <c:v>53.6</c:v>
                </c:pt>
                <c:pt idx="21" formatCode="0_ ">
                  <c:v>56.95</c:v>
                </c:pt>
                <c:pt idx="22" formatCode="0_ ">
                  <c:v>60.300000000000004</c:v>
                </c:pt>
              </c:numCache>
            </c:numRef>
          </c:val>
          <c:smooth val="0"/>
          <c:extLst>
            <c:ext xmlns:c16="http://schemas.microsoft.com/office/drawing/2014/chart" uri="{C3380CC4-5D6E-409C-BE32-E72D297353CC}">
              <c16:uniqueId val="{00000001-5711-4BDE-904A-F5EE9B1ABD96}"/>
            </c:ext>
          </c:extLst>
        </c:ser>
        <c:ser>
          <c:idx val="2"/>
          <c:order val="2"/>
          <c:tx>
            <c:strRef>
              <c:f>'1404-0041 China enrollment '!$B$5</c:f>
              <c:strCache>
                <c:ptCount val="1"/>
                <c:pt idx="0">
                  <c:v>Patient Screened(Actual)</c:v>
                </c:pt>
              </c:strCache>
            </c:strRef>
          </c:tx>
          <c:spPr>
            <a:ln w="28575" cap="rnd">
              <a:solidFill>
                <a:srgbClr val="70AD47"/>
              </a:solidFill>
              <a:round/>
            </a:ln>
            <a:effectLst/>
          </c:spPr>
          <c:marker>
            <c:symbol val="none"/>
          </c:marker>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'!$C$5:$Z$5</c:f>
              <c:numCache>
                <c:formatCode>General</c:formatCode>
                <c:ptCount val="24"/>
                <c:pt idx="0">
                  <c:v>0</c:v>
                </c:pt>
                <c:pt idx="1">
                  <c:v>1</c:v>
                </c:pt>
                <c:pt idx="2">
                  <c:v>2</c:v>
                </c:pt>
                <c:pt idx="3">
                  <c:v>5</c:v>
                </c:pt>
                <c:pt idx="4">
                  <c:v>8</c:v>
                </c:pt>
                <c:pt idx="5">
                  <c:v>15</c:v>
                </c:pt>
                <c:pt idx="6">
                  <c:v>30</c:v>
                </c:pt>
                <c:pt idx="7">
                  <c:v>44</c:v>
                </c:pt>
                <c:pt idx="8">
                  <c:v>53</c:v>
                </c:pt>
                <c:pt idx="9">
                  <c:v>64</c:v>
                </c:pt>
                <c:pt idx="10">
                  <c:v>79</c:v>
                </c:pt>
                <c:pt idx="11">
                  <c:v>92</c:v>
                </c:pt>
              </c:numCache>
            </c:numRef>
          </c:val>
          <c:smooth val="0"/>
          <c:extLst>
            <c:ext xmlns:c16="http://schemas.microsoft.com/office/drawing/2014/chart" uri="{C3380CC4-5D6E-409C-BE32-E72D297353CC}">
              <c16:uniqueId val="{00000002-5711-4BDE-904A-F5EE9B1ABD96}"/>
            </c:ext>
          </c:extLst>
        </c:ser>
        <c:ser>
          <c:idx val="3"/>
          <c:order val="3"/>
          <c:tx>
            <c:strRef>
              <c:f>'1404-0041 China enrollment '!$B$6</c:f>
              <c:strCache>
                <c:ptCount val="1"/>
                <c:pt idx="0">
                  <c:v>Patient Screened(Planned)</c:v>
                </c:pt>
              </c:strCache>
            </c:strRef>
          </c:tx>
          <c:spPr>
            <a:ln w="28575" cap="rnd">
              <a:solidFill>
                <a:srgbClr val="264478"/>
              </a:solidFill>
              <a:prstDash val="sysDot"/>
              <a:round/>
            </a:ln>
            <a:effectLst/>
          </c:spPr>
          <c:marker>
            <c:symbol val="none"/>
          </c:marker>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'!$C$6:$Z$6</c:f>
              <c:numCache>
                <c:formatCode>General</c:formatCode>
                <c:ptCount val="24"/>
                <c:pt idx="1">
                  <c:v>3</c:v>
                </c:pt>
                <c:pt idx="2">
                  <c:v>3</c:v>
                </c:pt>
                <c:pt idx="3">
                  <c:v>6</c:v>
                </c:pt>
                <c:pt idx="4">
                  <c:v>9</c:v>
                </c:pt>
                <c:pt idx="5">
                  <c:v>15</c:v>
                </c:pt>
                <c:pt idx="6">
                  <c:v>20</c:v>
                </c:pt>
                <c:pt idx="7">
                  <c:v>25</c:v>
                </c:pt>
                <c:pt idx="8">
                  <c:v>30</c:v>
                </c:pt>
                <c:pt idx="9">
                  <c:v>35</c:v>
                </c:pt>
                <c:pt idx="10">
                  <c:v>40</c:v>
                </c:pt>
                <c:pt idx="11">
                  <c:v>45</c:v>
                </c:pt>
                <c:pt idx="12">
                  <c:v>50</c:v>
                </c:pt>
                <c:pt idx="13">
                  <c:v>55</c:v>
                </c:pt>
                <c:pt idx="14">
                  <c:v>60</c:v>
                </c:pt>
                <c:pt idx="15">
                  <c:v>65</c:v>
                </c:pt>
                <c:pt idx="16">
                  <c:v>70</c:v>
                </c:pt>
                <c:pt idx="17">
                  <c:v>75</c:v>
                </c:pt>
                <c:pt idx="18">
                  <c:v>80</c:v>
                </c:pt>
                <c:pt idx="19">
                  <c:v>85</c:v>
                </c:pt>
                <c:pt idx="20">
                  <c:v>90</c:v>
                </c:pt>
              </c:numCache>
            </c:numRef>
          </c:val>
          <c:smooth val="0"/>
          <c:extLst>
            <c:ext xmlns:c16="http://schemas.microsoft.com/office/drawing/2014/chart" uri="{C3380CC4-5D6E-409C-BE32-E72D297353CC}">
              <c16:uniqueId val="{00000003-5711-4BDE-904A-F5EE9B1ABD96}"/>
            </c:ext>
          </c:extLst>
        </c:ser>
        <c:dLbls>
          <c:showLegendKey val="0"/>
          <c:showVal val="0"/>
          <c:showCatName val="0"/>
          <c:showSerName val="0"/>
          <c:showPercent val="0"/>
          <c:showBubbleSize val="0"/>
        </c:dLbls>
        <c:smooth val="0"/>
        <c:axId val="640158608"/>
        <c:axId val="640152128"/>
      </c:lineChart>
      <c:dateAx>
        <c:axId val="640158608"/>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40152128"/>
        <c:crosses val="autoZero"/>
        <c:auto val="1"/>
        <c:lblOffset val="100"/>
        <c:baseTimeUnit val="days"/>
        <c:majorUnit val="1"/>
        <c:majorTimeUnit val="months"/>
        <c:minorUnit val="1"/>
        <c:minorTimeUnit val="months"/>
      </c:dateAx>
      <c:valAx>
        <c:axId val="640152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40158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1638217751483245E-2"/>
          <c:y val="0.12544018118136571"/>
          <c:w val="0.95278272143692877"/>
          <c:h val="0.8074503984350645"/>
        </c:manualLayout>
      </c:layout>
      <c:lineChart>
        <c:grouping val="standard"/>
        <c:varyColors val="0"/>
        <c:ser>
          <c:idx val="0"/>
          <c:order val="0"/>
          <c:tx>
            <c:strRef>
              <c:f>'Global CTMS data'!$A$2</c:f>
              <c:strCache>
                <c:ptCount val="1"/>
                <c:pt idx="0">
                  <c:v>Patients Enrolled/Randomized (Actual)</c:v>
                </c:pt>
              </c:strCache>
            </c:strRef>
          </c:tx>
          <c:spPr>
            <a:ln w="28575" cap="rnd">
              <a:solidFill>
                <a:srgbClr val="4472C4"/>
              </a:solidFill>
              <a:round/>
            </a:ln>
            <a:effectLst/>
          </c:spPr>
          <c:marker>
            <c:symbol val="none"/>
          </c:marker>
          <c:dPt>
            <c:idx val="2"/>
            <c:marker>
              <c:symbol val="none"/>
            </c:marker>
            <c:bubble3D val="0"/>
            <c:extLst>
              <c:ext xmlns:c16="http://schemas.microsoft.com/office/drawing/2014/chart" uri="{C3380CC4-5D6E-409C-BE32-E72D297353CC}">
                <c16:uniqueId val="{00000000-DBFC-4DCB-8691-5D286809B57E}"/>
              </c:ext>
            </c:extLst>
          </c:dPt>
          <c:dLbls>
            <c:delete val="1"/>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data'!$B$2:$U$2</c:f>
              <c:numCache>
                <c:formatCode>General</c:formatCode>
                <c:ptCount val="20"/>
                <c:pt idx="1">
                  <c:v>96</c:v>
                </c:pt>
                <c:pt idx="2">
                  <c:v>272</c:v>
                </c:pt>
                <c:pt idx="3">
                  <c:v>699</c:v>
                </c:pt>
                <c:pt idx="4">
                  <c:v>1415</c:v>
                </c:pt>
                <c:pt idx="5">
                  <c:v>1788</c:v>
                </c:pt>
                <c:pt idx="6">
                  <c:v>1974</c:v>
                </c:pt>
              </c:numCache>
            </c:numRef>
          </c:val>
          <c:smooth val="0"/>
          <c:extLst>
            <c:ext xmlns:c16="http://schemas.microsoft.com/office/drawing/2014/chart" uri="{C3380CC4-5D6E-409C-BE32-E72D297353CC}">
              <c16:uniqueId val="{00000001-DBFC-4DCB-8691-5D286809B57E}"/>
            </c:ext>
          </c:extLst>
        </c:ser>
        <c:ser>
          <c:idx val="1"/>
          <c:order val="1"/>
          <c:tx>
            <c:strRef>
              <c:f>'Global CTMS data'!$A$3</c:f>
              <c:strCache>
                <c:ptCount val="1"/>
                <c:pt idx="0">
                  <c:v>Patients Enrolled/Randomized ( plan)</c:v>
                </c:pt>
              </c:strCache>
            </c:strRef>
          </c:tx>
          <c:spPr>
            <a:ln w="28575" cap="rnd">
              <a:solidFill>
                <a:schemeClr val="accent2"/>
              </a:solidFill>
              <a:prstDash val="dash"/>
              <a:round/>
            </a:ln>
            <a:effectLst/>
          </c:spPr>
          <c:marker>
            <c:symbol val="none"/>
          </c:marker>
          <c:dLbls>
            <c:delete val="1"/>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data'!$B$3:$U$3</c:f>
              <c:numCache>
                <c:formatCode>General</c:formatCode>
                <c:ptCount val="20"/>
                <c:pt idx="1">
                  <c:v>210</c:v>
                </c:pt>
                <c:pt idx="2">
                  <c:v>462</c:v>
                </c:pt>
                <c:pt idx="3">
                  <c:v>714</c:v>
                </c:pt>
                <c:pt idx="4">
                  <c:v>1029</c:v>
                </c:pt>
                <c:pt idx="5">
                  <c:v>1281</c:v>
                </c:pt>
                <c:pt idx="6">
                  <c:v>1533</c:v>
                </c:pt>
                <c:pt idx="7">
                  <c:v>1848</c:v>
                </c:pt>
                <c:pt idx="8">
                  <c:v>2100</c:v>
                </c:pt>
                <c:pt idx="9">
                  <c:v>2415</c:v>
                </c:pt>
                <c:pt idx="10">
                  <c:v>2667</c:v>
                </c:pt>
                <c:pt idx="11">
                  <c:v>2919</c:v>
                </c:pt>
                <c:pt idx="12">
                  <c:v>3234</c:v>
                </c:pt>
                <c:pt idx="13">
                  <c:v>3486</c:v>
                </c:pt>
                <c:pt idx="14">
                  <c:v>3738</c:v>
                </c:pt>
                <c:pt idx="15">
                  <c:v>3990</c:v>
                </c:pt>
                <c:pt idx="16">
                  <c:v>4305</c:v>
                </c:pt>
                <c:pt idx="17">
                  <c:v>4557</c:v>
                </c:pt>
                <c:pt idx="18">
                  <c:v>4872</c:v>
                </c:pt>
                <c:pt idx="19">
                  <c:v>4935</c:v>
                </c:pt>
              </c:numCache>
            </c:numRef>
          </c:val>
          <c:smooth val="0"/>
          <c:extLst>
            <c:ext xmlns:c16="http://schemas.microsoft.com/office/drawing/2014/chart" uri="{C3380CC4-5D6E-409C-BE32-E72D297353CC}">
              <c16:uniqueId val="{00000003-DBFC-4DCB-8691-5D286809B57E}"/>
            </c:ext>
          </c:extLst>
        </c:ser>
        <c:ser>
          <c:idx val="2"/>
          <c:order val="2"/>
          <c:tx>
            <c:strRef>
              <c:f>'Global CTMS data'!$A$4</c:f>
              <c:strCache>
                <c:ptCount val="1"/>
                <c:pt idx="0">
                  <c:v>Patient Screened(Planned)</c:v>
                </c:pt>
              </c:strCache>
            </c:strRef>
          </c:tx>
          <c:spPr>
            <a:ln w="28575" cap="rnd">
              <a:solidFill>
                <a:srgbClr val="264478"/>
              </a:solidFill>
              <a:prstDash val="sysDot"/>
              <a:round/>
            </a:ln>
            <a:effectLst/>
          </c:spPr>
          <c:marker>
            <c:symbol val="none"/>
          </c:marker>
          <c:dLbls>
            <c:delete val="1"/>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data'!$B$4:$U$4</c:f>
              <c:numCache>
                <c:formatCode>General</c:formatCode>
                <c:ptCount val="20"/>
                <c:pt idx="0">
                  <c:v>133</c:v>
                </c:pt>
                <c:pt idx="1">
                  <c:v>573</c:v>
                </c:pt>
                <c:pt idx="2">
                  <c:v>925</c:v>
                </c:pt>
                <c:pt idx="3">
                  <c:v>1277</c:v>
                </c:pt>
                <c:pt idx="4">
                  <c:v>1717</c:v>
                </c:pt>
                <c:pt idx="5">
                  <c:v>2069</c:v>
                </c:pt>
                <c:pt idx="6">
                  <c:v>2421</c:v>
                </c:pt>
                <c:pt idx="7">
                  <c:v>2861</c:v>
                </c:pt>
                <c:pt idx="8">
                  <c:v>3213</c:v>
                </c:pt>
                <c:pt idx="9">
                  <c:v>3653</c:v>
                </c:pt>
                <c:pt idx="10">
                  <c:v>4005</c:v>
                </c:pt>
                <c:pt idx="11">
                  <c:v>4357</c:v>
                </c:pt>
                <c:pt idx="12">
                  <c:v>4797</c:v>
                </c:pt>
                <c:pt idx="13">
                  <c:v>5149</c:v>
                </c:pt>
                <c:pt idx="14">
                  <c:v>5501</c:v>
                </c:pt>
                <c:pt idx="15">
                  <c:v>5853</c:v>
                </c:pt>
                <c:pt idx="16">
                  <c:v>6205</c:v>
                </c:pt>
                <c:pt idx="17">
                  <c:v>6557</c:v>
                </c:pt>
                <c:pt idx="18">
                  <c:v>6909</c:v>
                </c:pt>
              </c:numCache>
            </c:numRef>
          </c:val>
          <c:smooth val="0"/>
          <c:extLst>
            <c:ext xmlns:c16="http://schemas.microsoft.com/office/drawing/2014/chart" uri="{C3380CC4-5D6E-409C-BE32-E72D297353CC}">
              <c16:uniqueId val="{00000004-DBFC-4DCB-8691-5D286809B57E}"/>
            </c:ext>
          </c:extLst>
        </c:ser>
        <c:ser>
          <c:idx val="3"/>
          <c:order val="3"/>
          <c:tx>
            <c:strRef>
              <c:f>'Global CTMS data'!$A$5</c:f>
              <c:strCache>
                <c:ptCount val="1"/>
                <c:pt idx="0">
                  <c:v>Patient Screened(Actual)</c:v>
                </c:pt>
              </c:strCache>
            </c:strRef>
          </c:tx>
          <c:spPr>
            <a:ln w="28575" cap="rnd">
              <a:solidFill>
                <a:srgbClr val="70AD47"/>
              </a:solidFill>
              <a:round/>
            </a:ln>
            <a:effectLst/>
          </c:spPr>
          <c:marker>
            <c:symbol val="none"/>
          </c:marker>
          <c:dLbls>
            <c:delete val="1"/>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data'!$B$5:$U$5</c:f>
              <c:numCache>
                <c:formatCode>General</c:formatCode>
                <c:ptCount val="20"/>
                <c:pt idx="0">
                  <c:v>2</c:v>
                </c:pt>
                <c:pt idx="1">
                  <c:v>260</c:v>
                </c:pt>
                <c:pt idx="2">
                  <c:v>644</c:v>
                </c:pt>
                <c:pt idx="3">
                  <c:v>1570</c:v>
                </c:pt>
                <c:pt idx="4">
                  <c:v>2463</c:v>
                </c:pt>
                <c:pt idx="5">
                  <c:v>3234</c:v>
                </c:pt>
                <c:pt idx="6">
                  <c:v>3588</c:v>
                </c:pt>
              </c:numCache>
            </c:numRef>
          </c:val>
          <c:smooth val="0"/>
          <c:extLst>
            <c:ext xmlns:c16="http://schemas.microsoft.com/office/drawing/2014/chart" uri="{C3380CC4-5D6E-409C-BE32-E72D297353CC}">
              <c16:uniqueId val="{00000005-DBFC-4DCB-8691-5D286809B57E}"/>
            </c:ext>
          </c:extLst>
        </c:ser>
        <c:dLbls>
          <c:dLblPos val="ctr"/>
          <c:showLegendKey val="0"/>
          <c:showVal val="1"/>
          <c:showCatName val="0"/>
          <c:showSerName val="0"/>
          <c:showPercent val="0"/>
          <c:showBubbleSize val="0"/>
        </c:dLbls>
        <c:smooth val="0"/>
        <c:axId val="671402880"/>
        <c:axId val="671406480"/>
      </c:lineChart>
      <c:dateAx>
        <c:axId val="671402880"/>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1406480"/>
        <c:crosses val="autoZero"/>
        <c:auto val="1"/>
        <c:lblOffset val="100"/>
        <c:baseTimeUnit val="months"/>
      </c:dateAx>
      <c:valAx>
        <c:axId val="671406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14028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1827336323995356E-2"/>
          <c:y val="0.10512763591275985"/>
          <c:w val="0.9173435950729768"/>
          <c:h val="0.7480944088038145"/>
        </c:manualLayout>
      </c:layout>
      <c:lineChart>
        <c:grouping val="standard"/>
        <c:varyColors val="0"/>
        <c:ser>
          <c:idx val="0"/>
          <c:order val="0"/>
          <c:tx>
            <c:strRef>
              <c:f>'China Status'!$A$4</c:f>
              <c:strCache>
                <c:ptCount val="1"/>
                <c:pt idx="0">
                  <c:v>Patient Screened (planed)</c:v>
                </c:pt>
              </c:strCache>
            </c:strRef>
          </c:tx>
          <c:spPr>
            <a:ln w="28575" cap="rnd">
              <a:solidFill>
                <a:srgbClr val="264478"/>
              </a:solidFill>
              <a:prstDash val="sysDot"/>
              <a:round/>
            </a:ln>
            <a:effectLst/>
          </c:spPr>
          <c:marker>
            <c:symbol val="none"/>
          </c:marker>
          <c:dLbls>
            <c:delete val="1"/>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Status'!$B$4:$T$4</c:f>
              <c:numCache>
                <c:formatCode>General</c:formatCode>
                <c:ptCount val="19"/>
                <c:pt idx="1">
                  <c:v>2</c:v>
                </c:pt>
                <c:pt idx="2">
                  <c:v>8</c:v>
                </c:pt>
                <c:pt idx="3">
                  <c:v>14</c:v>
                </c:pt>
                <c:pt idx="4">
                  <c:v>24</c:v>
                </c:pt>
                <c:pt idx="5">
                  <c:v>36</c:v>
                </c:pt>
                <c:pt idx="6">
                  <c:v>51</c:v>
                </c:pt>
                <c:pt idx="7">
                  <c:v>66</c:v>
                </c:pt>
                <c:pt idx="8">
                  <c:v>81</c:v>
                </c:pt>
                <c:pt idx="9">
                  <c:v>96</c:v>
                </c:pt>
                <c:pt idx="10">
                  <c:v>108</c:v>
                </c:pt>
                <c:pt idx="11">
                  <c:v>123</c:v>
                </c:pt>
                <c:pt idx="12">
                  <c:v>138</c:v>
                </c:pt>
                <c:pt idx="13">
                  <c:v>150</c:v>
                </c:pt>
                <c:pt idx="14">
                  <c:v>162</c:v>
                </c:pt>
                <c:pt idx="15">
                  <c:v>175</c:v>
                </c:pt>
                <c:pt idx="16">
                  <c:v>188</c:v>
                </c:pt>
                <c:pt idx="17">
                  <c:v>200</c:v>
                </c:pt>
              </c:numCache>
            </c:numRef>
          </c:val>
          <c:smooth val="0"/>
          <c:extLst>
            <c:ext xmlns:c16="http://schemas.microsoft.com/office/drawing/2014/chart" uri="{C3380CC4-5D6E-409C-BE32-E72D297353CC}">
              <c16:uniqueId val="{00000000-BF37-4403-9AA8-7299AC4A3B3E}"/>
            </c:ext>
          </c:extLst>
        </c:ser>
        <c:ser>
          <c:idx val="1"/>
          <c:order val="1"/>
          <c:tx>
            <c:strRef>
              <c:f>'China Status'!$A$5</c:f>
              <c:strCache>
                <c:ptCount val="1"/>
                <c:pt idx="0">
                  <c:v>Monthly- screen plan</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Status'!$B$5:$T$5</c:f>
            </c:numRef>
          </c:val>
          <c:smooth val="0"/>
          <c:extLst>
            <c:ext xmlns:c16="http://schemas.microsoft.com/office/drawing/2014/chart" uri="{C3380CC4-5D6E-409C-BE32-E72D297353CC}">
              <c16:uniqueId val="{00000001-BF37-4403-9AA8-7299AC4A3B3E}"/>
            </c:ext>
          </c:extLst>
        </c:ser>
        <c:ser>
          <c:idx val="2"/>
          <c:order val="2"/>
          <c:tx>
            <c:strRef>
              <c:f>'China Status'!$A$6</c:f>
              <c:strCache>
                <c:ptCount val="1"/>
                <c:pt idx="0">
                  <c:v>Monthly- screen actual</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Status'!$B$6:$T$6</c:f>
            </c:numRef>
          </c:val>
          <c:smooth val="0"/>
          <c:extLst>
            <c:ext xmlns:c16="http://schemas.microsoft.com/office/drawing/2014/chart" uri="{C3380CC4-5D6E-409C-BE32-E72D297353CC}">
              <c16:uniqueId val="{00000002-BF37-4403-9AA8-7299AC4A3B3E}"/>
            </c:ext>
          </c:extLst>
        </c:ser>
        <c:ser>
          <c:idx val="3"/>
          <c:order val="3"/>
          <c:tx>
            <c:strRef>
              <c:f>'China Status'!$A$7</c:f>
              <c:strCache>
                <c:ptCount val="1"/>
                <c:pt idx="0">
                  <c:v>Patient Screened (Actual)</c:v>
                </c:pt>
              </c:strCache>
            </c:strRef>
          </c:tx>
          <c:spPr>
            <a:ln w="28575" cap="rnd">
              <a:solidFill>
                <a:srgbClr val="70AD47"/>
              </a:solidFill>
              <a:round/>
            </a:ln>
            <a:effectLst/>
          </c:spPr>
          <c:marker>
            <c:symbol val="none"/>
          </c:marker>
          <c:dLbls>
            <c:delete val="1"/>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Status'!$B$7:$T$7</c:f>
              <c:numCache>
                <c:formatCode>General</c:formatCode>
                <c:ptCount val="19"/>
                <c:pt idx="1">
                  <c:v>3</c:v>
                </c:pt>
                <c:pt idx="2">
                  <c:v>19</c:v>
                </c:pt>
                <c:pt idx="3">
                  <c:v>53</c:v>
                </c:pt>
                <c:pt idx="4">
                  <c:v>77</c:v>
                </c:pt>
                <c:pt idx="5">
                  <c:v>93</c:v>
                </c:pt>
              </c:numCache>
            </c:numRef>
          </c:val>
          <c:smooth val="0"/>
          <c:extLst>
            <c:ext xmlns:c16="http://schemas.microsoft.com/office/drawing/2014/chart" uri="{C3380CC4-5D6E-409C-BE32-E72D297353CC}">
              <c16:uniqueId val="{00000003-BF37-4403-9AA8-7299AC4A3B3E}"/>
            </c:ext>
          </c:extLst>
        </c:ser>
        <c:ser>
          <c:idx val="4"/>
          <c:order val="4"/>
          <c:tx>
            <c:strRef>
              <c:f>'China Status'!$A$8</c:f>
              <c:strCache>
                <c:ptCount val="1"/>
                <c:pt idx="0">
                  <c:v>Patients Enrolled/Randomized (Planned)</c:v>
                </c:pt>
              </c:strCache>
            </c:strRef>
          </c:tx>
          <c:spPr>
            <a:ln w="28575" cap="rnd">
              <a:solidFill>
                <a:srgbClr val="ED7D31"/>
              </a:solidFill>
              <a:prstDash val="dash"/>
              <a:round/>
            </a:ln>
            <a:effectLst/>
          </c:spPr>
          <c:marker>
            <c:symbol val="none"/>
          </c:marker>
          <c:dLbls>
            <c:delete val="1"/>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Status'!$B$8:$T$8</c:f>
              <c:numCache>
                <c:formatCode>General</c:formatCode>
                <c:ptCount val="19"/>
                <c:pt idx="1">
                  <c:v>1</c:v>
                </c:pt>
                <c:pt idx="2">
                  <c:v>4</c:v>
                </c:pt>
                <c:pt idx="3">
                  <c:v>8</c:v>
                </c:pt>
                <c:pt idx="4">
                  <c:v>16</c:v>
                </c:pt>
                <c:pt idx="5">
                  <c:v>26</c:v>
                </c:pt>
                <c:pt idx="6">
                  <c:v>36</c:v>
                </c:pt>
                <c:pt idx="7">
                  <c:v>47</c:v>
                </c:pt>
                <c:pt idx="8">
                  <c:v>59</c:v>
                </c:pt>
                <c:pt idx="9">
                  <c:v>72</c:v>
                </c:pt>
                <c:pt idx="10">
                  <c:v>82</c:v>
                </c:pt>
                <c:pt idx="11">
                  <c:v>94</c:v>
                </c:pt>
                <c:pt idx="12">
                  <c:v>106</c:v>
                </c:pt>
                <c:pt idx="13">
                  <c:v>116</c:v>
                </c:pt>
                <c:pt idx="14">
                  <c:v>126</c:v>
                </c:pt>
                <c:pt idx="15">
                  <c:v>136</c:v>
                </c:pt>
                <c:pt idx="16">
                  <c:v>146</c:v>
                </c:pt>
                <c:pt idx="17">
                  <c:v>156</c:v>
                </c:pt>
                <c:pt idx="18">
                  <c:v>160</c:v>
                </c:pt>
              </c:numCache>
            </c:numRef>
          </c:val>
          <c:smooth val="0"/>
          <c:extLst>
            <c:ext xmlns:c16="http://schemas.microsoft.com/office/drawing/2014/chart" uri="{C3380CC4-5D6E-409C-BE32-E72D297353CC}">
              <c16:uniqueId val="{00000004-BF37-4403-9AA8-7299AC4A3B3E}"/>
            </c:ext>
          </c:extLst>
        </c:ser>
        <c:ser>
          <c:idx val="5"/>
          <c:order val="5"/>
          <c:tx>
            <c:strRef>
              <c:f>'China Status'!$A$9</c:f>
              <c:strCache>
                <c:ptCount val="1"/>
                <c:pt idx="0">
                  <c:v>Monthly-enrolled plan</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Status'!$B$9:$T$9</c:f>
            </c:numRef>
          </c:val>
          <c:smooth val="0"/>
          <c:extLst>
            <c:ext xmlns:c16="http://schemas.microsoft.com/office/drawing/2014/chart" uri="{C3380CC4-5D6E-409C-BE32-E72D297353CC}">
              <c16:uniqueId val="{00000005-BF37-4403-9AA8-7299AC4A3B3E}"/>
            </c:ext>
          </c:extLst>
        </c:ser>
        <c:ser>
          <c:idx val="6"/>
          <c:order val="6"/>
          <c:tx>
            <c:strRef>
              <c:f>'China Status'!$A$10</c:f>
              <c:strCache>
                <c:ptCount val="1"/>
                <c:pt idx="0">
                  <c:v>Montly-enrolled actual</c:v>
                </c:pt>
              </c:strCache>
            </c:strRef>
          </c:tx>
          <c:spPr>
            <a:ln w="28575" cap="rnd">
              <a:solidFill>
                <a:schemeClr val="accent1">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Status'!$B$10:$T$10</c:f>
            </c:numRef>
          </c:val>
          <c:smooth val="0"/>
          <c:extLst>
            <c:ext xmlns:c16="http://schemas.microsoft.com/office/drawing/2014/chart" uri="{C3380CC4-5D6E-409C-BE32-E72D297353CC}">
              <c16:uniqueId val="{00000006-BF37-4403-9AA8-7299AC4A3B3E}"/>
            </c:ext>
          </c:extLst>
        </c:ser>
        <c:ser>
          <c:idx val="7"/>
          <c:order val="7"/>
          <c:tx>
            <c:strRef>
              <c:f>'China Status'!$A$11</c:f>
              <c:strCache>
                <c:ptCount val="1"/>
                <c:pt idx="0">
                  <c:v>Patients Enrolled/Randomized (Actual)</c:v>
                </c:pt>
              </c:strCache>
            </c:strRef>
          </c:tx>
          <c:spPr>
            <a:ln w="28575" cap="rnd">
              <a:solidFill>
                <a:srgbClr val="4472C4"/>
              </a:solidFill>
              <a:round/>
            </a:ln>
            <a:effectLst/>
          </c:spPr>
          <c:marker>
            <c:symbol val="none"/>
          </c:marker>
          <c:dLbls>
            <c:delete val="1"/>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Status'!$B$11:$T$11</c:f>
              <c:numCache>
                <c:formatCode>General</c:formatCode>
                <c:ptCount val="19"/>
                <c:pt idx="1">
                  <c:v>0</c:v>
                </c:pt>
                <c:pt idx="2">
                  <c:v>6</c:v>
                </c:pt>
                <c:pt idx="3">
                  <c:v>30</c:v>
                </c:pt>
                <c:pt idx="4">
                  <c:v>40</c:v>
                </c:pt>
                <c:pt idx="5">
                  <c:v>47</c:v>
                </c:pt>
              </c:numCache>
            </c:numRef>
          </c:val>
          <c:smooth val="0"/>
          <c:extLst>
            <c:ext xmlns:c16="http://schemas.microsoft.com/office/drawing/2014/chart" uri="{C3380CC4-5D6E-409C-BE32-E72D297353CC}">
              <c16:uniqueId val="{00000007-BF37-4403-9AA8-7299AC4A3B3E}"/>
            </c:ext>
          </c:extLst>
        </c:ser>
        <c:dLbls>
          <c:dLblPos val="ctr"/>
          <c:showLegendKey val="0"/>
          <c:showVal val="1"/>
          <c:showCatName val="0"/>
          <c:showSerName val="0"/>
          <c:showPercent val="0"/>
          <c:showBubbleSize val="0"/>
        </c:dLbls>
        <c:smooth val="0"/>
        <c:axId val="523006048"/>
        <c:axId val="523012280"/>
      </c:lineChart>
      <c:catAx>
        <c:axId val="52300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Algn val="ctr"/>
        <c:lblOffset val="100"/>
        <c:noMultiLvlLbl val="0"/>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plotVisOnly val="1"/>
    <c:dispBlanksAs val="gap"/>
    <c:showDLblsOverMax val="0"/>
    <c:extLst/>
  </c:chart>
  <c:spPr>
    <a:noFill/>
    <a:ln>
      <a:noFill/>
    </a:ln>
    <a:effectLst/>
  </c:spPr>
  <c:txPr>
    <a:bodyPr/>
    <a:lstStyle/>
    <a:p>
      <a:pPr>
        <a:defRPr/>
      </a:pPr>
      <a:endParaRPr lang="en-US"/>
    </a:p>
  </c:txPr>
  <c:externalData r:id="rId4">
    <c:autoUpdate val="0"/>
  </c:externalData>
  <c:userShapes r:id="rId5"/>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1827336323995356E-2"/>
          <c:y val="0.10512763591275985"/>
          <c:w val="0.9173435950729768"/>
          <c:h val="0.7480944088038145"/>
        </c:manualLayout>
      </c:layout>
      <c:lineChart>
        <c:grouping val="standard"/>
        <c:varyColors val="0"/>
        <c:ser>
          <c:idx val="0"/>
          <c:order val="0"/>
          <c:tx>
            <c:strRef>
              <c:f>'Hongkong Status'!$A$5</c:f>
              <c:strCache>
                <c:ptCount val="1"/>
                <c:pt idx="0">
                  <c:v>Patients Enrolled/Randomized (Actual)</c:v>
                </c:pt>
              </c:strCache>
            </c:strRef>
          </c:tx>
          <c:spPr>
            <a:ln w="28575" cap="rnd">
              <a:solidFill>
                <a:srgbClr val="4472C4"/>
              </a:solidFill>
              <a:prstDash val="solid"/>
              <a:round/>
            </a:ln>
            <a:effectLst/>
          </c:spPr>
          <c:marker>
            <c:symbol val="none"/>
          </c:marker>
          <c:dLbls>
            <c:delete val="1"/>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Status'!$B$5:$S$5</c:f>
              <c:numCache>
                <c:formatCode>General</c:formatCode>
                <c:ptCount val="17"/>
                <c:pt idx="0">
                  <c:v>0</c:v>
                </c:pt>
                <c:pt idx="1">
                  <c:v>2</c:v>
                </c:pt>
                <c:pt idx="2">
                  <c:v>2</c:v>
                </c:pt>
                <c:pt idx="3">
                  <c:v>3</c:v>
                </c:pt>
              </c:numCache>
            </c:numRef>
          </c:val>
          <c:smooth val="0"/>
          <c:extLst>
            <c:ext xmlns:c16="http://schemas.microsoft.com/office/drawing/2014/chart" uri="{C3380CC4-5D6E-409C-BE32-E72D297353CC}">
              <c16:uniqueId val="{00000000-DC42-421B-941B-60855BBD8AF8}"/>
            </c:ext>
          </c:extLst>
        </c:ser>
        <c:ser>
          <c:idx val="1"/>
          <c:order val="1"/>
          <c:tx>
            <c:strRef>
              <c:f>'Hongkong Status'!$A$6</c:f>
              <c:strCache>
                <c:ptCount val="1"/>
                <c:pt idx="0">
                  <c:v>Patients Enrolled/Randomized (Planned)</c:v>
                </c:pt>
              </c:strCache>
            </c:strRef>
          </c:tx>
          <c:spPr>
            <a:ln w="28575" cap="rnd">
              <a:solidFill>
                <a:schemeClr val="accent2"/>
              </a:solidFill>
              <a:prstDash val="dash"/>
              <a:round/>
            </a:ln>
            <a:effectLst/>
          </c:spPr>
          <c:marker>
            <c:symbol val="none"/>
          </c:marker>
          <c:dLbls>
            <c:delete val="1"/>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Status'!$B$6:$S$6</c:f>
              <c:numCache>
                <c:formatCode>General</c:formatCode>
                <c:ptCount val="17"/>
                <c:pt idx="0">
                  <c:v>0</c:v>
                </c:pt>
                <c:pt idx="1">
                  <c:v>1</c:v>
                </c:pt>
                <c:pt idx="2">
                  <c:v>2</c:v>
                </c:pt>
                <c:pt idx="3">
                  <c:v>4</c:v>
                </c:pt>
                <c:pt idx="4">
                  <c:v>6</c:v>
                </c:pt>
                <c:pt idx="5">
                  <c:v>7</c:v>
                </c:pt>
                <c:pt idx="6">
                  <c:v>9</c:v>
                </c:pt>
                <c:pt idx="7">
                  <c:v>11</c:v>
                </c:pt>
                <c:pt idx="8">
                  <c:v>12</c:v>
                </c:pt>
                <c:pt idx="9">
                  <c:v>14</c:v>
                </c:pt>
                <c:pt idx="10">
                  <c:v>15</c:v>
                </c:pt>
                <c:pt idx="11">
                  <c:v>17</c:v>
                </c:pt>
                <c:pt idx="12">
                  <c:v>18</c:v>
                </c:pt>
                <c:pt idx="13">
                  <c:v>20</c:v>
                </c:pt>
              </c:numCache>
            </c:numRef>
          </c:val>
          <c:smooth val="0"/>
          <c:extLst>
            <c:ext xmlns:c16="http://schemas.microsoft.com/office/drawing/2014/chart" uri="{C3380CC4-5D6E-409C-BE32-E72D297353CC}">
              <c16:uniqueId val="{00000001-DC42-421B-941B-60855BBD8AF8}"/>
            </c:ext>
          </c:extLst>
        </c:ser>
        <c:ser>
          <c:idx val="2"/>
          <c:order val="2"/>
          <c:tx>
            <c:strRef>
              <c:f>'Hongkong Status'!$A$7</c:f>
              <c:strCache>
                <c:ptCount val="1"/>
                <c:pt idx="0">
                  <c:v>Sites Activated (Actual)</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Status'!$B$7:$S$7</c:f>
            </c:numRef>
          </c:val>
          <c:smooth val="0"/>
          <c:extLst>
            <c:ext xmlns:c16="http://schemas.microsoft.com/office/drawing/2014/chart" uri="{C3380CC4-5D6E-409C-BE32-E72D297353CC}">
              <c16:uniqueId val="{00000002-DC42-421B-941B-60855BBD8AF8}"/>
            </c:ext>
          </c:extLst>
        </c:ser>
        <c:ser>
          <c:idx val="3"/>
          <c:order val="3"/>
          <c:tx>
            <c:strRef>
              <c:f>'Hongkong Status'!$A$8</c:f>
              <c:strCache>
                <c:ptCount val="1"/>
                <c:pt idx="0">
                  <c:v>Sites Activtied(Planned) </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Status'!$B$8:$S$8</c:f>
            </c:numRef>
          </c:val>
          <c:smooth val="0"/>
          <c:extLst>
            <c:ext xmlns:c16="http://schemas.microsoft.com/office/drawing/2014/chart" uri="{C3380CC4-5D6E-409C-BE32-E72D297353CC}">
              <c16:uniqueId val="{00000003-DC42-421B-941B-60855BBD8AF8}"/>
            </c:ext>
          </c:extLst>
        </c:ser>
        <c:ser>
          <c:idx val="4"/>
          <c:order val="4"/>
          <c:tx>
            <c:strRef>
              <c:f>'Hongkong Status'!$A$9</c:f>
              <c:strCache>
                <c:ptCount val="1"/>
                <c:pt idx="0">
                  <c:v>Patient Screened(Actual)</c:v>
                </c:pt>
              </c:strCache>
            </c:strRef>
          </c:tx>
          <c:spPr>
            <a:ln w="28575" cap="rnd">
              <a:solidFill>
                <a:srgbClr val="70AD47"/>
              </a:solidFill>
              <a:prstDash val="solid"/>
              <a:round/>
            </a:ln>
            <a:effectLst/>
          </c:spPr>
          <c:marker>
            <c:symbol val="none"/>
          </c:marker>
          <c:dLbls>
            <c:delete val="1"/>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Status'!$B$9:$S$9</c:f>
              <c:numCache>
                <c:formatCode>General</c:formatCode>
                <c:ptCount val="17"/>
                <c:pt idx="0">
                  <c:v>0</c:v>
                </c:pt>
                <c:pt idx="1">
                  <c:v>2</c:v>
                </c:pt>
                <c:pt idx="2">
                  <c:v>4</c:v>
                </c:pt>
                <c:pt idx="3">
                  <c:v>5</c:v>
                </c:pt>
              </c:numCache>
            </c:numRef>
          </c:val>
          <c:smooth val="0"/>
          <c:extLst>
            <c:ext xmlns:c16="http://schemas.microsoft.com/office/drawing/2014/chart" uri="{C3380CC4-5D6E-409C-BE32-E72D297353CC}">
              <c16:uniqueId val="{00000004-DC42-421B-941B-60855BBD8AF8}"/>
            </c:ext>
          </c:extLst>
        </c:ser>
        <c:ser>
          <c:idx val="5"/>
          <c:order val="5"/>
          <c:tx>
            <c:strRef>
              <c:f>'Hongkong Status'!$A$10</c:f>
              <c:strCache>
                <c:ptCount val="1"/>
                <c:pt idx="0">
                  <c:v>Patient Screened(Planned)</c:v>
                </c:pt>
              </c:strCache>
            </c:strRef>
          </c:tx>
          <c:spPr>
            <a:ln w="28575" cap="rnd">
              <a:solidFill>
                <a:srgbClr val="264478"/>
              </a:solidFill>
              <a:prstDash val="sysDot"/>
              <a:round/>
            </a:ln>
            <a:effectLst/>
          </c:spPr>
          <c:marker>
            <c:symbol val="none"/>
          </c:marker>
          <c:dLbls>
            <c:delete val="1"/>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Status'!$B$10:$S$10</c:f>
              <c:numCache>
                <c:formatCode>General</c:formatCode>
                <c:ptCount val="17"/>
                <c:pt idx="0">
                  <c:v>1</c:v>
                </c:pt>
                <c:pt idx="1">
                  <c:v>3</c:v>
                </c:pt>
                <c:pt idx="2">
                  <c:v>5</c:v>
                </c:pt>
                <c:pt idx="3">
                  <c:v>7</c:v>
                </c:pt>
                <c:pt idx="4">
                  <c:v>10</c:v>
                </c:pt>
                <c:pt idx="5">
                  <c:v>12</c:v>
                </c:pt>
                <c:pt idx="6">
                  <c:v>15</c:v>
                </c:pt>
                <c:pt idx="7">
                  <c:v>17</c:v>
                </c:pt>
                <c:pt idx="8">
                  <c:v>18</c:v>
                </c:pt>
                <c:pt idx="9">
                  <c:v>21</c:v>
                </c:pt>
                <c:pt idx="10">
                  <c:v>23</c:v>
                </c:pt>
                <c:pt idx="11">
                  <c:v>24</c:v>
                </c:pt>
                <c:pt idx="12">
                  <c:v>26</c:v>
                </c:pt>
                <c:pt idx="13">
                  <c:v>27</c:v>
                </c:pt>
              </c:numCache>
            </c:numRef>
          </c:val>
          <c:smooth val="0"/>
          <c:extLst>
            <c:ext xmlns:c16="http://schemas.microsoft.com/office/drawing/2014/chart" uri="{C3380CC4-5D6E-409C-BE32-E72D297353CC}">
              <c16:uniqueId val="{00000005-DC42-421B-941B-60855BBD8AF8}"/>
            </c:ext>
          </c:extLst>
        </c:ser>
        <c:dLbls>
          <c:dLblPos val="ctr"/>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plotVisOnly val="1"/>
    <c:dispBlanksAs val="gap"/>
    <c:showDLblsOverMax val="0"/>
    <c:extLst/>
  </c:chart>
  <c:spPr>
    <a:noFill/>
    <a:ln>
      <a:noFill/>
    </a:ln>
    <a:effectLst/>
  </c:spPr>
  <c:txPr>
    <a:bodyPr/>
    <a:lstStyle/>
    <a:p>
      <a:pPr>
        <a:defRPr/>
      </a:pPr>
      <a:endParaRPr lang="en-US"/>
    </a:p>
  </c:txPr>
  <c:externalData r:id="rId4">
    <c:autoUpdate val="0"/>
  </c:externalData>
  <c:userShapes r:id="rId5"/>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template!$A$5</c:f>
              <c:strCache>
                <c:ptCount val="1"/>
                <c:pt idx="0">
                  <c:v>Patients Enrolled/Randomized (Actual)</c:v>
                </c:pt>
              </c:strCache>
            </c:strRef>
          </c:tx>
          <c:spPr>
            <a:ln w="19050" cap="rnd">
              <a:solidFill>
                <a:schemeClr val="accent5">
                  <a:lumMod val="75000"/>
                </a:schemeClr>
              </a:solidFill>
              <a:round/>
            </a:ln>
            <a:effectLst/>
          </c:spPr>
          <c:marker>
            <c:symbol val="none"/>
          </c:marker>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template!$B$5:$Q$5</c:f>
              <c:numCache>
                <c:formatCode>General</c:formatCode>
                <c:ptCount val="16"/>
                <c:pt idx="0">
                  <c:v>0</c:v>
                </c:pt>
                <c:pt idx="1">
                  <c:v>0</c:v>
                </c:pt>
                <c:pt idx="2">
                  <c:v>1</c:v>
                </c:pt>
                <c:pt idx="3">
                  <c:v>5</c:v>
                </c:pt>
              </c:numCache>
            </c:numRef>
          </c:val>
          <c:smooth val="0"/>
          <c:extLst>
            <c:ext xmlns:c16="http://schemas.microsoft.com/office/drawing/2014/chart" uri="{C3380CC4-5D6E-409C-BE32-E72D297353CC}">
              <c16:uniqueId val="{00000000-B1A4-4753-AEC9-009CBE702BE3}"/>
            </c:ext>
          </c:extLst>
        </c:ser>
        <c:ser>
          <c:idx val="1"/>
          <c:order val="1"/>
          <c:tx>
            <c:strRef>
              <c:f>template!$A$6</c:f>
              <c:strCache>
                <c:ptCount val="1"/>
                <c:pt idx="0">
                  <c:v>Patients Enrolled/Randomized (orginial plan)</c:v>
                </c:pt>
              </c:strCache>
            </c:strRef>
          </c:tx>
          <c:spPr>
            <a:ln w="25400" cap="rnd">
              <a:solidFill>
                <a:srgbClr val="ED7D31"/>
              </a:solidFill>
              <a:prstDash val="dash"/>
              <a:round/>
            </a:ln>
            <a:effectLst/>
          </c:spPr>
          <c:marker>
            <c:symbol val="none"/>
          </c:marker>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template!$B$6:$S$6</c:f>
              <c:numCache>
                <c:formatCode>General</c:formatCode>
                <c:ptCount val="18"/>
                <c:pt idx="0">
                  <c:v>0</c:v>
                </c:pt>
                <c:pt idx="1">
                  <c:v>0</c:v>
                </c:pt>
                <c:pt idx="2">
                  <c:v>2</c:v>
                </c:pt>
                <c:pt idx="3">
                  <c:v>6</c:v>
                </c:pt>
                <c:pt idx="4">
                  <c:v>10</c:v>
                </c:pt>
                <c:pt idx="5">
                  <c:v>13</c:v>
                </c:pt>
                <c:pt idx="6">
                  <c:v>17</c:v>
                </c:pt>
                <c:pt idx="7">
                  <c:v>21</c:v>
                </c:pt>
                <c:pt idx="8">
                  <c:v>26</c:v>
                </c:pt>
                <c:pt idx="9">
                  <c:v>29</c:v>
                </c:pt>
                <c:pt idx="10">
                  <c:v>34</c:v>
                </c:pt>
                <c:pt idx="11">
                  <c:v>39</c:v>
                </c:pt>
                <c:pt idx="12">
                  <c:v>41</c:v>
                </c:pt>
                <c:pt idx="13">
                  <c:v>45</c:v>
                </c:pt>
                <c:pt idx="14">
                  <c:v>50</c:v>
                </c:pt>
                <c:pt idx="15">
                  <c:v>55</c:v>
                </c:pt>
                <c:pt idx="16">
                  <c:v>56</c:v>
                </c:pt>
                <c:pt idx="17">
                  <c:v>56</c:v>
                </c:pt>
              </c:numCache>
            </c:numRef>
          </c:val>
          <c:smooth val="0"/>
          <c:extLst>
            <c:ext xmlns:c16="http://schemas.microsoft.com/office/drawing/2014/chart" uri="{C3380CC4-5D6E-409C-BE32-E72D297353CC}">
              <c16:uniqueId val="{00000001-B1A4-4753-AEC9-009CBE702BE3}"/>
            </c:ext>
          </c:extLst>
        </c:ser>
        <c:ser>
          <c:idx val="2"/>
          <c:order val="2"/>
          <c:tx>
            <c:strRef>
              <c:f>template!$A$10</c:f>
              <c:strCache>
                <c:ptCount val="1"/>
                <c:pt idx="0">
                  <c:v>Patient Screened(Actual)</c:v>
                </c:pt>
              </c:strCache>
            </c:strRef>
          </c:tx>
          <c:spPr>
            <a:ln w="28575" cap="rnd">
              <a:solidFill>
                <a:srgbClr val="70AD47"/>
              </a:solidFill>
              <a:prstDash val="solid"/>
              <a:round/>
            </a:ln>
            <a:effectLst/>
          </c:spPr>
          <c:marker>
            <c:symbol val="none"/>
          </c:marker>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template!$B$10:$Q$10</c:f>
              <c:numCache>
                <c:formatCode>General</c:formatCode>
                <c:ptCount val="16"/>
                <c:pt idx="0">
                  <c:v>0</c:v>
                </c:pt>
                <c:pt idx="1">
                  <c:v>0</c:v>
                </c:pt>
                <c:pt idx="2">
                  <c:v>3</c:v>
                </c:pt>
                <c:pt idx="3">
                  <c:v>9</c:v>
                </c:pt>
              </c:numCache>
            </c:numRef>
          </c:val>
          <c:smooth val="0"/>
          <c:extLst>
            <c:ext xmlns:c16="http://schemas.microsoft.com/office/drawing/2014/chart" uri="{C3380CC4-5D6E-409C-BE32-E72D297353CC}">
              <c16:uniqueId val="{00000002-B1A4-4753-AEC9-009CBE702BE3}"/>
            </c:ext>
          </c:extLst>
        </c:ser>
        <c:ser>
          <c:idx val="3"/>
          <c:order val="3"/>
          <c:tx>
            <c:strRef>
              <c:f>template!$A$11</c:f>
              <c:strCache>
                <c:ptCount val="1"/>
                <c:pt idx="0">
                  <c:v>Patient Screened(Planned)</c:v>
                </c:pt>
              </c:strCache>
            </c:strRef>
          </c:tx>
          <c:spPr>
            <a:ln w="28575" cap="rnd">
              <a:solidFill>
                <a:srgbClr val="264478"/>
              </a:solidFill>
              <a:prstDash val="sysDot"/>
              <a:round/>
            </a:ln>
            <a:effectLst/>
          </c:spPr>
          <c:marker>
            <c:symbol val="none"/>
          </c:marker>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template!$B$11:$S$11</c:f>
              <c:numCache>
                <c:formatCode>General</c:formatCode>
                <c:ptCount val="18"/>
                <c:pt idx="0">
                  <c:v>0</c:v>
                </c:pt>
                <c:pt idx="1">
                  <c:v>0</c:v>
                </c:pt>
                <c:pt idx="2">
                  <c:v>5</c:v>
                </c:pt>
                <c:pt idx="3">
                  <c:v>10</c:v>
                </c:pt>
                <c:pt idx="4">
                  <c:v>14</c:v>
                </c:pt>
                <c:pt idx="5">
                  <c:v>23</c:v>
                </c:pt>
                <c:pt idx="6">
                  <c:v>29</c:v>
                </c:pt>
                <c:pt idx="7">
                  <c:v>36</c:v>
                </c:pt>
                <c:pt idx="8">
                  <c:v>42</c:v>
                </c:pt>
                <c:pt idx="9">
                  <c:v>48</c:v>
                </c:pt>
                <c:pt idx="10">
                  <c:v>54</c:v>
                </c:pt>
                <c:pt idx="11">
                  <c:v>58</c:v>
                </c:pt>
                <c:pt idx="12">
                  <c:v>59</c:v>
                </c:pt>
                <c:pt idx="13">
                  <c:v>65</c:v>
                </c:pt>
                <c:pt idx="14">
                  <c:v>71</c:v>
                </c:pt>
                <c:pt idx="15">
                  <c:v>75</c:v>
                </c:pt>
                <c:pt idx="16">
                  <c:v>75</c:v>
                </c:pt>
                <c:pt idx="17">
                  <c:v>75</c:v>
                </c:pt>
              </c:numCache>
            </c:numRef>
          </c:val>
          <c:smooth val="0"/>
          <c:extLst>
            <c:ext xmlns:c16="http://schemas.microsoft.com/office/drawing/2014/chart" uri="{C3380CC4-5D6E-409C-BE32-E72D297353CC}">
              <c16:uniqueId val="{00000003-B1A4-4753-AEC9-009CBE702BE3}"/>
            </c:ext>
          </c:extLst>
        </c:ser>
        <c:ser>
          <c:idx val="4"/>
          <c:order val="4"/>
          <c:tx>
            <c:strRef>
              <c:f>template!$A$7</c:f>
              <c:strCache>
                <c:ptCount val="1"/>
                <c:pt idx="0">
                  <c:v>Patients Enrolled/Randomized (updated plan)</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template!$B$7:$Q$7</c:f>
              <c:numCache>
                <c:formatCode>General</c:formatCode>
                <c:ptCount val="16"/>
              </c:numCache>
            </c:numRef>
          </c:val>
          <c:smooth val="0"/>
          <c:extLst>
            <c:ext xmlns:c16="http://schemas.microsoft.com/office/drawing/2014/chart" uri="{C3380CC4-5D6E-409C-BE32-E72D297353CC}">
              <c16:uniqueId val="{00000004-B1A4-4753-AEC9-009CBE702BE3}"/>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158802278848806E-2"/>
          <c:y val="1.9093448103375689E-2"/>
          <c:w val="0.94916486616408735"/>
          <c:h val="0.81157141734140403"/>
        </c:manualLayout>
      </c:layout>
      <c:lineChart>
        <c:grouping val="standard"/>
        <c:varyColors val="0"/>
        <c:ser>
          <c:idx val="0"/>
          <c:order val="0"/>
          <c:tx>
            <c:strRef>
              <c:f>'Report-China'!$A$5</c:f>
              <c:strCache>
                <c:ptCount val="1"/>
                <c:pt idx="0">
                  <c:v>Patients Enrolled/Randomized (Actual)</c:v>
                </c:pt>
              </c:strCache>
            </c:strRef>
          </c:tx>
          <c:spPr>
            <a:ln w="19050" cap="rnd">
              <a:solidFill>
                <a:schemeClr val="accent5">
                  <a:lumMod val="75000"/>
                </a:schemeClr>
              </a:solidFill>
              <a:round/>
            </a:ln>
            <a:effectLst/>
          </c:spPr>
          <c:marker>
            <c:symbol val="none"/>
          </c:marker>
          <c:dPt>
            <c:idx val="4"/>
            <c:marker>
              <c:symbol val="none"/>
            </c:marker>
            <c:bubble3D val="0"/>
            <c:spPr>
              <a:ln w="25400" cap="rnd">
                <a:solidFill>
                  <a:schemeClr val="accent5">
                    <a:lumMod val="75000"/>
                  </a:schemeClr>
                </a:solidFill>
                <a:prstDash val="dash"/>
                <a:round/>
              </a:ln>
              <a:effectLst/>
            </c:spPr>
            <c:extLst>
              <c:ext xmlns:c16="http://schemas.microsoft.com/office/drawing/2014/chart" uri="{C3380CC4-5D6E-409C-BE32-E72D297353CC}">
                <c16:uniqueId val="{00000001-CBD5-40EC-B814-F46243803BB5}"/>
              </c:ext>
            </c:extLst>
          </c:dPt>
          <c:dPt>
            <c:idx val="5"/>
            <c:marker>
              <c:symbol val="none"/>
            </c:marker>
            <c:bubble3D val="0"/>
            <c:spPr>
              <a:ln w="22225" cap="rnd">
                <a:solidFill>
                  <a:schemeClr val="accent5">
                    <a:lumMod val="75000"/>
                  </a:schemeClr>
                </a:solidFill>
                <a:prstDash val="dash"/>
                <a:round/>
              </a:ln>
              <a:effectLst/>
            </c:spPr>
            <c:extLst>
              <c:ext xmlns:c16="http://schemas.microsoft.com/office/drawing/2014/chart" uri="{C3380CC4-5D6E-409C-BE32-E72D297353CC}">
                <c16:uniqueId val="{00000003-CBD5-40EC-B814-F46243803BB5}"/>
              </c:ext>
            </c:extLst>
          </c:dPt>
          <c:dLbls>
            <c:dLbl>
              <c:idx val="2"/>
              <c:layout>
                <c:manualLayout>
                  <c:x val="-3.2835959046578194E-3"/>
                  <c:y val="-3.20073536723227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BD5-40EC-B814-F46243803BB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'Report-China'!$B$4:$N$4</c:f>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f>'Report-China'!$B$5:$N$5</c:f>
              <c:numCache>
                <c:formatCode>0</c:formatCode>
                <c:ptCount val="13"/>
                <c:pt idx="1">
                  <c:v>2</c:v>
                </c:pt>
                <c:pt idx="2">
                  <c:v>50</c:v>
                </c:pt>
                <c:pt idx="3">
                  <c:v>224</c:v>
                </c:pt>
              </c:numCache>
            </c:numRef>
          </c:val>
          <c:smooth val="0"/>
          <c:extLst>
            <c:ext xmlns:c16="http://schemas.microsoft.com/office/drawing/2014/chart" uri="{C3380CC4-5D6E-409C-BE32-E72D297353CC}">
              <c16:uniqueId val="{00000005-CBD5-40EC-B814-F46243803BB5}"/>
            </c:ext>
          </c:extLst>
        </c:ser>
        <c:ser>
          <c:idx val="1"/>
          <c:order val="1"/>
          <c:tx>
            <c:strRef>
              <c:f>'Report-China'!$A$6</c:f>
              <c:strCache>
                <c:ptCount val="1"/>
                <c:pt idx="0">
                  <c:v>Patients Enrolled/Randomized (orginial plan)</c:v>
                </c:pt>
              </c:strCache>
            </c:strRef>
          </c:tx>
          <c:spPr>
            <a:ln w="25400" cap="rnd">
              <a:solidFill>
                <a:srgbClr val="FF0000">
                  <a:alpha val="50000"/>
                </a:srgbClr>
              </a:solidFill>
              <a:prstDash val="sysDot"/>
              <a:round/>
            </a:ln>
            <a:effectLst/>
          </c:spPr>
          <c:marker>
            <c:symbol val="none"/>
          </c:marker>
          <c:dLbls>
            <c:dLbl>
              <c:idx val="8"/>
              <c:layout>
                <c:manualLayout>
                  <c:x val="-3.1275978370271289E-2"/>
                  <c:y val="-9.3666784042510647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BD5-40EC-B814-F46243803BB5}"/>
                </c:ext>
              </c:extLst>
            </c:dLbl>
            <c:dLbl>
              <c:idx val="9"/>
              <c:layout>
                <c:manualLayout>
                  <c:x val="-4.052091452943845E-2"/>
                  <c:y val="6.7950282003355973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BD5-40EC-B814-F46243803BB5}"/>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'Report-China'!$B$4:$N$4</c:f>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f>'Report-China'!$B$6:$N$6</c:f>
              <c:numCache>
                <c:formatCode>0</c:formatCode>
                <c:ptCount val="13"/>
                <c:pt idx="0">
                  <c:v>0</c:v>
                </c:pt>
                <c:pt idx="1">
                  <c:v>4</c:v>
                </c:pt>
                <c:pt idx="2">
                  <c:v>23.378881987577639</c:v>
                </c:pt>
                <c:pt idx="3">
                  <c:v>60.645962732919259</c:v>
                </c:pt>
                <c:pt idx="4">
                  <c:v>105.36645962732919</c:v>
                </c:pt>
                <c:pt idx="5">
                  <c:v>150.08695652173913</c:v>
                </c:pt>
                <c:pt idx="6">
                  <c:v>194.80745341614906</c:v>
                </c:pt>
                <c:pt idx="7">
                  <c:v>239.52795031055899</c:v>
                </c:pt>
                <c:pt idx="8">
                  <c:v>284.2484472049689</c:v>
                </c:pt>
                <c:pt idx="9">
                  <c:v>300</c:v>
                </c:pt>
                <c:pt idx="10">
                  <c:v>300</c:v>
                </c:pt>
                <c:pt idx="11">
                  <c:v>300</c:v>
                </c:pt>
                <c:pt idx="12">
                  <c:v>300</c:v>
                </c:pt>
              </c:numCache>
            </c:numRef>
          </c:val>
          <c:smooth val="0"/>
          <c:extLst>
            <c:ext xmlns:c16="http://schemas.microsoft.com/office/drawing/2014/chart" uri="{C3380CC4-5D6E-409C-BE32-E72D297353CC}">
              <c16:uniqueId val="{00000008-CBD5-40EC-B814-F46243803BB5}"/>
            </c:ext>
          </c:extLst>
        </c:ser>
        <c:ser>
          <c:idx val="2"/>
          <c:order val="2"/>
          <c:tx>
            <c:strRef>
              <c:f>'Report-China'!$A$7</c:f>
              <c:strCache>
                <c:ptCount val="1"/>
                <c:pt idx="0">
                  <c:v>Patients Enrolled/Randomized (updated plan)</c:v>
                </c:pt>
              </c:strCache>
            </c:strRef>
          </c:tx>
          <c:spPr>
            <a:ln w="28575" cap="rnd">
              <a:solidFill>
                <a:srgbClr val="7030A0"/>
              </a:solidFill>
              <a:prstDash val="sysDot"/>
              <a:round/>
            </a:ln>
            <a:effectLst/>
          </c:spPr>
          <c:marker>
            <c:symbol val="none"/>
          </c:marker>
          <c:dLbls>
            <c:dLbl>
              <c:idx val="8"/>
              <c:layout>
                <c:manualLayout>
                  <c:x val="-2.9386128930343668E-2"/>
                  <c:y val="3.74081691865165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BD5-40EC-B814-F46243803BB5}"/>
                </c:ext>
              </c:extLst>
            </c:dLbl>
            <c:dLbl>
              <c:idx val="9"/>
              <c:layout>
                <c:manualLayout>
                  <c:x val="-2.5650392913939533E-2"/>
                  <c:y val="3.55564863354716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BD5-40EC-B814-F46243803BB5}"/>
                </c:ext>
              </c:extLst>
            </c:dLbl>
            <c:dLbl>
              <c:idx val="10"/>
              <c:layout>
                <c:manualLayout>
                  <c:x val="-2.934039426383199E-2"/>
                  <c:y val="2.2292944276894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BD5-40EC-B814-F46243803BB5}"/>
                </c:ext>
              </c:extLst>
            </c:dLbl>
            <c:dLbl>
              <c:idx val="11"/>
              <c:layout>
                <c:manualLayout>
                  <c:x val="-2.657339157102365E-2"/>
                  <c:y val="2.37406275102000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BD5-40EC-B814-F46243803BB5}"/>
                </c:ext>
              </c:extLst>
            </c:dLbl>
            <c:dLbl>
              <c:idx val="12"/>
              <c:layout>
                <c:manualLayout>
                  <c:x val="-2.6573391571023446E-2"/>
                  <c:y val="4.01416775217798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BD5-40EC-B814-F46243803BB5}"/>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7030A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'Report-China'!$B$4:$N$4</c:f>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f>'Report-China'!$B$7:$N$7</c:f>
              <c:numCache>
                <c:formatCode>0</c:formatCode>
                <c:ptCount val="13"/>
                <c:pt idx="0">
                  <c:v>0</c:v>
                </c:pt>
                <c:pt idx="1">
                  <c:v>2</c:v>
                </c:pt>
                <c:pt idx="2">
                  <c:v>50</c:v>
                </c:pt>
                <c:pt idx="3">
                  <c:v>237</c:v>
                </c:pt>
                <c:pt idx="4">
                  <c:v>240</c:v>
                </c:pt>
                <c:pt idx="5">
                  <c:v>243</c:v>
                </c:pt>
                <c:pt idx="6">
                  <c:v>251</c:v>
                </c:pt>
                <c:pt idx="7">
                  <c:v>259</c:v>
                </c:pt>
                <c:pt idx="8">
                  <c:v>267</c:v>
                </c:pt>
                <c:pt idx="9">
                  <c:v>272</c:v>
                </c:pt>
                <c:pt idx="10">
                  <c:v>281</c:v>
                </c:pt>
                <c:pt idx="11">
                  <c:v>290</c:v>
                </c:pt>
                <c:pt idx="12">
                  <c:v>300</c:v>
                </c:pt>
              </c:numCache>
            </c:numRef>
          </c:val>
          <c:smooth val="0"/>
          <c:extLst>
            <c:ext xmlns:c16="http://schemas.microsoft.com/office/drawing/2014/chart" uri="{C3380CC4-5D6E-409C-BE32-E72D297353CC}">
              <c16:uniqueId val="{0000000B-CBD5-40EC-B814-F46243803BB5}"/>
            </c:ext>
          </c:extLst>
        </c:ser>
        <c:ser>
          <c:idx val="5"/>
          <c:order val="5"/>
          <c:tx>
            <c:strRef>
              <c:f>'Report-China'!$A$10</c:f>
              <c:strCache>
                <c:ptCount val="1"/>
                <c:pt idx="0">
                  <c:v>Patient Screened(Actual)</c:v>
                </c:pt>
              </c:strCache>
            </c:strRef>
          </c:tx>
          <c:spPr>
            <a:ln w="28575" cap="rnd">
              <a:solidFill>
                <a:srgbClr val="FFC000"/>
              </a:solidFill>
              <a:prstDash val="solid"/>
              <a:round/>
            </a:ln>
            <a:effectLst/>
          </c:spPr>
          <c:marker>
            <c:symbol val="none"/>
          </c:marker>
          <c:dLbls>
            <c:dLbl>
              <c:idx val="1"/>
              <c:layout>
                <c:manualLayout>
                  <c:x val="-2.5662440702931392E-2"/>
                  <c:y val="-1.32907972008535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BD5-40EC-B814-F46243803BB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'Report-China'!$B$4:$N$4</c:f>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f>'Report-China'!$B$10:$N$10</c:f>
              <c:numCache>
                <c:formatCode>0</c:formatCode>
                <c:ptCount val="13"/>
                <c:pt idx="0">
                  <c:v>0</c:v>
                </c:pt>
                <c:pt idx="1">
                  <c:v>13</c:v>
                </c:pt>
                <c:pt idx="2">
                  <c:v>255</c:v>
                </c:pt>
                <c:pt idx="3">
                  <c:v>284</c:v>
                </c:pt>
              </c:numCache>
            </c:numRef>
          </c:val>
          <c:smooth val="0"/>
          <c:extLst>
            <c:ext xmlns:c16="http://schemas.microsoft.com/office/drawing/2014/chart" uri="{C3380CC4-5D6E-409C-BE32-E72D297353CC}">
              <c16:uniqueId val="{0000000D-CBD5-40EC-B814-F46243803BB5}"/>
            </c:ext>
          </c:extLst>
        </c:ser>
        <c:ser>
          <c:idx val="6"/>
          <c:order val="6"/>
          <c:tx>
            <c:strRef>
              <c:f>'Report-China'!$A$11</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'Report-China'!$B$4:$N$4</c:f>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f>'Report-China'!$B$11:$N$11</c:f>
              <c:numCache>
                <c:formatCode>0</c:formatCode>
                <c:ptCount val="13"/>
                <c:pt idx="0">
                  <c:v>0</c:v>
                </c:pt>
                <c:pt idx="1">
                  <c:v>5.9970014992503744</c:v>
                </c:pt>
                <c:pt idx="2">
                  <c:v>35.050797582575171</c:v>
                </c:pt>
                <c:pt idx="3">
                  <c:v>90.923482358199777</c:v>
                </c:pt>
                <c:pt idx="4">
                  <c:v>157.9707040889493</c:v>
                </c:pt>
                <c:pt idx="5">
                  <c:v>225.01792581969883</c:v>
                </c:pt>
                <c:pt idx="6">
                  <c:v>292.06514755044833</c:v>
                </c:pt>
                <c:pt idx="7">
                  <c:v>359.11236928119786</c:v>
                </c:pt>
                <c:pt idx="8">
                  <c:v>426.15959101194733</c:v>
                </c:pt>
                <c:pt idx="9">
                  <c:v>449.77511244377808</c:v>
                </c:pt>
                <c:pt idx="10">
                  <c:v>449.77511244377808</c:v>
                </c:pt>
                <c:pt idx="11">
                  <c:v>449.77511244377808</c:v>
                </c:pt>
                <c:pt idx="12">
                  <c:v>449.77511244377808</c:v>
                </c:pt>
              </c:numCache>
            </c:numRef>
          </c:val>
          <c:smooth val="0"/>
          <c:extLst>
            <c:ext xmlns:c16="http://schemas.microsoft.com/office/drawing/2014/chart" uri="{C3380CC4-5D6E-409C-BE32-E72D297353CC}">
              <c16:uniqueId val="{0000000E-CBD5-40EC-B814-F46243803BB5}"/>
            </c:ext>
          </c:extLst>
        </c:ser>
        <c:dLbls>
          <c:showLegendKey val="0"/>
          <c:showVal val="0"/>
          <c:showCatName val="0"/>
          <c:showSerName val="0"/>
          <c:showPercent val="0"/>
          <c:showBubbleSize val="0"/>
        </c:dLbls>
        <c:smooth val="0"/>
        <c:axId val="523006048"/>
        <c:axId val="523012280"/>
        <c:extLst>
          <c:ext xmlns:c15="http://schemas.microsoft.com/office/drawing/2012/chart" uri="{02D57815-91ED-43cb-92C2-25804820EDAC}">
            <c15:filteredLineSeries>
              <c15:ser>
                <c:idx val="3"/>
                <c:order val="3"/>
                <c:tx>
                  <c:strRef>
                    <c:extLst>
                      <c:ext uri="{02D57815-91ED-43cb-92C2-25804820EDAC}">
                        <c15:formulaRef>
                          <c15:sqref>'Report-China'!$A$8</c15:sqref>
                        </c15:formulaRef>
                      </c:ext>
                    </c:extLst>
                    <c:strCache>
                      <c:ptCount val="1"/>
                      <c:pt idx="0">
                        <c:v>Sites Activated (Actual)</c:v>
                      </c:pt>
                    </c:strCache>
                  </c:strRef>
                </c:tx>
                <c:spPr>
                  <a:ln w="28575" cap="rnd">
                    <a:solidFill>
                      <a:schemeClr val="accent4"/>
                    </a:solidFill>
                    <a:round/>
                  </a:ln>
                  <a:effectLst/>
                </c:spPr>
                <c:marker>
                  <c:symbol val="none"/>
                </c:marker>
                <c:cat>
                  <c:numRef>
                    <c:extLst>
                      <c:ext uri="{02D57815-91ED-43cb-92C2-25804820EDAC}">
                        <c15:formulaRef>
                          <c15:sqref>'Report-China'!$B$4:$N$4</c15:sqref>
                        </c15:formulaRef>
                      </c:ext>
                    </c:extLst>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extLst>
                      <c:ext uri="{02D57815-91ED-43cb-92C2-25804820EDAC}">
                        <c15:formulaRef>
                          <c15:sqref>'Report-China'!$B$8:$N$8</c15:sqref>
                        </c15:formulaRef>
                      </c:ext>
                    </c:extLst>
                    <c:numCache>
                      <c:formatCode>0</c:formatCode>
                      <c:ptCount val="13"/>
                      <c:pt idx="0">
                        <c:v>6</c:v>
                      </c:pt>
                      <c:pt idx="1">
                        <c:v>20</c:v>
                      </c:pt>
                      <c:pt idx="2">
                        <c:v>31</c:v>
                      </c:pt>
                      <c:pt idx="3">
                        <c:v>31</c:v>
                      </c:pt>
                    </c:numCache>
                  </c:numRef>
                </c:val>
                <c:smooth val="0"/>
                <c:extLst>
                  <c:ext xmlns:c16="http://schemas.microsoft.com/office/drawing/2014/chart" uri="{C3380CC4-5D6E-409C-BE32-E72D297353CC}">
                    <c16:uniqueId val="{0000000F-CBD5-40EC-B814-F46243803BB5}"/>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'Report-China'!$A$9</c15:sqref>
                        </c15:formulaRef>
                      </c:ext>
                    </c:extLst>
                    <c:strCache>
                      <c:ptCount val="1"/>
                      <c:pt idx="0">
                        <c:v>Sites Activtied(Planned) </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'Report-China'!$B$4:$N$4</c15:sqref>
                        </c15:formulaRef>
                      </c:ext>
                    </c:extLst>
                    <c:numCache>
                      <c:formatCode>[$-409]mmm\-yy;@</c:formatCode>
                      <c:ptCount val="13"/>
                      <c:pt idx="0">
                        <c:v>45321</c:v>
                      </c:pt>
                      <c:pt idx="1">
                        <c:v>45351</c:v>
                      </c:pt>
                      <c:pt idx="2">
                        <c:v>45381</c:v>
                      </c:pt>
                      <c:pt idx="3">
                        <c:v>45411</c:v>
                      </c:pt>
                      <c:pt idx="4">
                        <c:v>45441</c:v>
                      </c:pt>
                      <c:pt idx="5">
                        <c:v>45471</c:v>
                      </c:pt>
                      <c:pt idx="6">
                        <c:v>45501</c:v>
                      </c:pt>
                      <c:pt idx="7">
                        <c:v>45531</c:v>
                      </c:pt>
                      <c:pt idx="8">
                        <c:v>45561</c:v>
                      </c:pt>
                      <c:pt idx="9">
                        <c:v>45591</c:v>
                      </c:pt>
                      <c:pt idx="10">
                        <c:v>45621</c:v>
                      </c:pt>
                      <c:pt idx="11">
                        <c:v>45651</c:v>
                      </c:pt>
                      <c:pt idx="12">
                        <c:v>45681</c:v>
                      </c:pt>
                    </c:numCache>
                  </c:numRef>
                </c:cat>
                <c:val>
                  <c:numRef>
                    <c:extLst xmlns:c15="http://schemas.microsoft.com/office/drawing/2012/chart">
                      <c:ext xmlns:c15="http://schemas.microsoft.com/office/drawing/2012/chart" uri="{02D57815-91ED-43cb-92C2-25804820EDAC}">
                        <c15:formulaRef>
                          <c15:sqref>'Report-China'!$B$9:$N$9</c15:sqref>
                        </c15:formulaRef>
                      </c:ext>
                    </c:extLst>
                    <c:numCache>
                      <c:formatCode>0</c:formatCode>
                      <c:ptCount val="13"/>
                      <c:pt idx="0">
                        <c:v>0</c:v>
                      </c:pt>
                      <c:pt idx="1">
                        <c:v>3</c:v>
                      </c:pt>
                      <c:pt idx="2">
                        <c:v>13</c:v>
                      </c:pt>
                      <c:pt idx="3">
                        <c:v>25</c:v>
                      </c:pt>
                      <c:pt idx="4">
                        <c:v>30</c:v>
                      </c:pt>
                      <c:pt idx="5">
                        <c:v>30</c:v>
                      </c:pt>
                      <c:pt idx="6">
                        <c:v>30</c:v>
                      </c:pt>
                      <c:pt idx="7">
                        <c:v>30</c:v>
                      </c:pt>
                      <c:pt idx="8">
                        <c:v>30</c:v>
                      </c:pt>
                      <c:pt idx="9">
                        <c:v>30</c:v>
                      </c:pt>
                      <c:pt idx="10">
                        <c:v>30</c:v>
                      </c:pt>
                      <c:pt idx="11">
                        <c:v>30</c:v>
                      </c:pt>
                      <c:pt idx="12">
                        <c:v>30</c:v>
                      </c:pt>
                    </c:numCache>
                  </c:numRef>
                </c:val>
                <c:smooth val="0"/>
                <c:extLst xmlns:c15="http://schemas.microsoft.com/office/drawing/2012/chart">
                  <c:ext xmlns:c16="http://schemas.microsoft.com/office/drawing/2014/chart" uri="{C3380CC4-5D6E-409C-BE32-E72D297353CC}">
                    <c16:uniqueId val="{00000010-CBD5-40EC-B814-F46243803BB5}"/>
                  </c:ext>
                </c:extLst>
              </c15:ser>
            </c15:filteredLineSeries>
          </c:ext>
        </c:extLst>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layout>
        <c:manualLayout>
          <c:xMode val="edge"/>
          <c:yMode val="edge"/>
          <c:x val="0.15146956429784958"/>
          <c:y val="0.88690162472933087"/>
          <c:w val="0.7475292233571742"/>
          <c:h val="9.7874844700189631E-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r>
              <a:rPr lang="en-US" altLang="zh-CN" sz="1400" b="0" i="0" u="none" strike="noStrike" baseline="0">
                <a:effectLst/>
              </a:rPr>
              <a:t>Synchronize Site Initiation Status</a:t>
            </a:r>
            <a:endParaRPr lang="en-US" altLang="zh-CN" sz="1400" b="0" i="0" u="none" strike="noStrike" baseline="0">
              <a:solidFill>
                <a:sysClr val="windowText" lastClr="000000">
                  <a:lumMod val="65000"/>
                  <a:lumOff val="35000"/>
                </a:sysClr>
              </a:solidFill>
              <a:latin typeface="Calibri" panose="020F0502020204030204"/>
            </a:endParaRPr>
          </a:p>
        </c:rich>
      </c:tx>
      <c:overlay val="0"/>
      <c:spPr>
        <a:noFill/>
        <a:ln>
          <a:noFill/>
        </a:ln>
        <a:effectLst/>
      </c:spPr>
      <c:txPr>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2"/>
          <c:order val="0"/>
          <c:tx>
            <c:strRef>
              <c:f>Sheet1!$M$3</c:f>
              <c:strCache>
                <c:ptCount val="1"/>
                <c:pt idx="0">
                  <c:v>CTA-S to 100% SIV completion(Month)</c:v>
                </c:pt>
              </c:strCache>
            </c:strRef>
          </c:tx>
          <c:spPr>
            <a:solidFill>
              <a:schemeClr val="accent2">
                <a:shade val="65000"/>
              </a:schemeClr>
            </a:solidFill>
            <a:ln>
              <a:noFill/>
            </a:ln>
            <a:effectLst/>
          </c:spPr>
          <c:invertIfNegative val="0"/>
          <c:cat>
            <c:strRef>
              <c:f>Sheet1!$I$4:$I$7</c:f>
              <c:strCache>
                <c:ptCount val="4"/>
                <c:pt idx="0">
                  <c:v>SYNCHRONIZE-1(20sites)</c:v>
                </c:pt>
                <c:pt idx="1">
                  <c:v>SYNCHRONIZE-2 (20sites)</c:v>
                </c:pt>
                <c:pt idx="2">
                  <c:v>SYNCHRONIZE-CVOT (34 sites)*</c:v>
                </c:pt>
                <c:pt idx="3">
                  <c:v>SYNCHRONIZE-CN (31 sites)</c:v>
                </c:pt>
              </c:strCache>
            </c:strRef>
          </c:cat>
          <c:val>
            <c:numRef>
              <c:f>Sheet1!$M$4:$M$7</c:f>
              <c:numCache>
                <c:formatCode>General</c:formatCode>
                <c:ptCount val="4"/>
                <c:pt idx="0">
                  <c:v>6.3</c:v>
                </c:pt>
                <c:pt idx="1">
                  <c:v>6.3</c:v>
                </c:pt>
                <c:pt idx="2">
                  <c:v>8.1</c:v>
                </c:pt>
                <c:pt idx="3">
                  <c:v>6.4</c:v>
                </c:pt>
              </c:numCache>
            </c:numRef>
          </c:val>
          <c:extLst>
            <c:ext xmlns:c16="http://schemas.microsoft.com/office/drawing/2014/chart" uri="{C3380CC4-5D6E-409C-BE32-E72D297353CC}">
              <c16:uniqueId val="{00000000-BC57-4600-9527-014F6B42E46F}"/>
            </c:ext>
          </c:extLst>
        </c:ser>
        <c:ser>
          <c:idx val="1"/>
          <c:order val="1"/>
          <c:tx>
            <c:strRef>
              <c:f>Sheet1!$L$3</c:f>
              <c:strCache>
                <c:ptCount val="1"/>
                <c:pt idx="0">
                  <c:v>CTA-S to 75% SIV completion(Month)</c:v>
                </c:pt>
              </c:strCache>
            </c:strRef>
          </c:tx>
          <c:spPr>
            <a:solidFill>
              <a:schemeClr val="accent2"/>
            </a:solidFill>
            <a:ln>
              <a:noFill/>
            </a:ln>
            <a:effectLst/>
          </c:spPr>
          <c:invertIfNegative val="0"/>
          <c:cat>
            <c:strRef>
              <c:f>Sheet1!$I$4:$I$7</c:f>
              <c:strCache>
                <c:ptCount val="4"/>
                <c:pt idx="0">
                  <c:v>SYNCHRONIZE-1(20sites)</c:v>
                </c:pt>
                <c:pt idx="1">
                  <c:v>SYNCHRONIZE-2 (20sites)</c:v>
                </c:pt>
                <c:pt idx="2">
                  <c:v>SYNCHRONIZE-CVOT (34 sites)*</c:v>
                </c:pt>
                <c:pt idx="3">
                  <c:v>SYNCHRONIZE-CN (31 sites)</c:v>
                </c:pt>
              </c:strCache>
            </c:strRef>
          </c:cat>
          <c:val>
            <c:numRef>
              <c:f>Sheet1!$L$4:$L$7</c:f>
              <c:numCache>
                <c:formatCode>0.0</c:formatCode>
                <c:ptCount val="4"/>
                <c:pt idx="0">
                  <c:v>6.04</c:v>
                </c:pt>
                <c:pt idx="1">
                  <c:v>6.04</c:v>
                </c:pt>
                <c:pt idx="2">
                  <c:v>7.17</c:v>
                </c:pt>
                <c:pt idx="3">
                  <c:v>5.84</c:v>
                </c:pt>
              </c:numCache>
            </c:numRef>
          </c:val>
          <c:extLst xmlns:c15="http://schemas.microsoft.com/office/drawing/2012/chart">
            <c:ext xmlns:c16="http://schemas.microsoft.com/office/drawing/2014/chart" uri="{C3380CC4-5D6E-409C-BE32-E72D297353CC}">
              <c16:uniqueId val="{00000001-BC57-4600-9527-014F6B42E46F}"/>
            </c:ext>
          </c:extLst>
        </c:ser>
        <c:ser>
          <c:idx val="0"/>
          <c:order val="2"/>
          <c:tx>
            <c:strRef>
              <c:f>Sheet1!$J$3</c:f>
              <c:strCache>
                <c:ptCount val="1"/>
                <c:pt idx="0">
                  <c:v>CTA-S to FSIV (Month)</c:v>
                </c:pt>
              </c:strCache>
            </c:strRef>
          </c:tx>
          <c:spPr>
            <a:solidFill>
              <a:schemeClr val="accent2">
                <a:tint val="65000"/>
              </a:schemeClr>
            </a:solidFill>
            <a:ln>
              <a:noFill/>
            </a:ln>
            <a:effectLst/>
          </c:spPr>
          <c:invertIfNegative val="0"/>
          <c:cat>
            <c:strRef>
              <c:f>Sheet1!$I$4:$I$7</c:f>
              <c:strCache>
                <c:ptCount val="4"/>
                <c:pt idx="0">
                  <c:v>SYNCHRONIZE-1(20sites)</c:v>
                </c:pt>
                <c:pt idx="1">
                  <c:v>SYNCHRONIZE-2 (20sites)</c:v>
                </c:pt>
                <c:pt idx="2">
                  <c:v>SYNCHRONIZE-CVOT (34 sites)*</c:v>
                </c:pt>
                <c:pt idx="3">
                  <c:v>SYNCHRONIZE-CN (31 sites)</c:v>
                </c:pt>
              </c:strCache>
            </c:strRef>
          </c:cat>
          <c:val>
            <c:numRef>
              <c:f>Sheet1!$J$4:$J$7</c:f>
              <c:numCache>
                <c:formatCode>General</c:formatCode>
                <c:ptCount val="4"/>
                <c:pt idx="0">
                  <c:v>4.8</c:v>
                </c:pt>
                <c:pt idx="1">
                  <c:v>4.8</c:v>
                </c:pt>
                <c:pt idx="2">
                  <c:v>4.5999999999999996</c:v>
                </c:pt>
                <c:pt idx="3">
                  <c:v>4.0999999999999996</c:v>
                </c:pt>
              </c:numCache>
            </c:numRef>
          </c:val>
          <c:extLst>
            <c:ext xmlns:c16="http://schemas.microsoft.com/office/drawing/2014/chart" uri="{C3380CC4-5D6E-409C-BE32-E72D297353CC}">
              <c16:uniqueId val="{00000002-BC57-4600-9527-014F6B42E46F}"/>
            </c:ext>
          </c:extLst>
        </c:ser>
        <c:dLbls>
          <c:showLegendKey val="0"/>
          <c:showVal val="0"/>
          <c:showCatName val="0"/>
          <c:showSerName val="0"/>
          <c:showPercent val="0"/>
          <c:showBubbleSize val="0"/>
        </c:dLbls>
        <c:gapWidth val="0"/>
        <c:axId val="723872008"/>
        <c:axId val="723879568"/>
        <c:extLst/>
      </c:barChart>
      <c:catAx>
        <c:axId val="7238720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723879568"/>
        <c:crosses val="autoZero"/>
        <c:auto val="1"/>
        <c:lblAlgn val="ctr"/>
        <c:lblOffset val="100"/>
        <c:noMultiLvlLbl val="0"/>
      </c:catAx>
      <c:valAx>
        <c:axId val="7238795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723872008"/>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800" b="0" i="0" u="none" strike="noStrike"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r>
              <a:rPr lang="en-US" altLang="zh-CN" sz="1400" b="1" i="0" u="none" strike="noStrike" kern="1200" spc="0" baseline="0">
                <a:solidFill>
                  <a:sysClr val="windowText" lastClr="000000">
                    <a:lumMod val="65000"/>
                    <a:lumOff val="35000"/>
                  </a:sysClr>
                </a:solidFill>
                <a:effectLst/>
              </a:rPr>
              <a:t>SYNCHRONIZE</a:t>
            </a:r>
            <a:r>
              <a:rPr lang="en-US" altLang="zh-CN" sz="1400" b="1" i="0" u="none" strike="noStrike" kern="1200" spc="0" baseline="30000">
                <a:solidFill>
                  <a:sysClr val="windowText" lastClr="000000">
                    <a:lumMod val="65000"/>
                    <a:lumOff val="35000"/>
                  </a:sysClr>
                </a:solidFill>
                <a:effectLst/>
              </a:rPr>
              <a:t>TM</a:t>
            </a:r>
            <a:r>
              <a:rPr lang="en-US" altLang="zh-CN" sz="1400" b="1" i="0" u="none" strike="noStrike" kern="1200" spc="0" baseline="0">
                <a:solidFill>
                  <a:sysClr val="windowText" lastClr="000000">
                    <a:lumMod val="65000"/>
                    <a:lumOff val="35000"/>
                  </a:sysClr>
                </a:solidFill>
                <a:effectLst/>
              </a:rPr>
              <a:t>-1</a:t>
            </a:r>
            <a:r>
              <a:rPr lang="en-US" altLang="zh-CN" sz="1400" b="1" i="0" u="none" strike="noStrike" kern="1200" spc="0" baseline="30000">
                <a:solidFill>
                  <a:sysClr val="windowText" lastClr="000000">
                    <a:lumMod val="65000"/>
                    <a:lumOff val="35000"/>
                  </a:sysClr>
                </a:solidFill>
                <a:effectLst/>
                <a:latin typeface="Boehringer Forward Head"/>
                <a:ea typeface="+mn-ea"/>
                <a:cs typeface="Calibri"/>
              </a:rPr>
              <a:t> </a:t>
            </a:r>
            <a:r>
              <a:rPr lang="en-US" altLang="zh-CN" sz="1400" b="1" i="0" u="none" strike="noStrike" kern="1200" spc="0" baseline="0">
                <a:solidFill>
                  <a:sysClr val="windowText" lastClr="000000">
                    <a:lumMod val="65000"/>
                    <a:lumOff val="35000"/>
                  </a:sysClr>
                </a:solidFill>
                <a:effectLst/>
                <a:latin typeface="+mn-lt"/>
                <a:ea typeface="+mn-ea"/>
                <a:cs typeface="+mn-cs"/>
              </a:rPr>
              <a:t>Patient Enrollment Status（Global） </a:t>
            </a:r>
          </a:p>
        </c:rich>
      </c:tx>
      <c:layout>
        <c:manualLayout>
          <c:xMode val="edge"/>
          <c:yMode val="edge"/>
          <c:x val="0.37441243123251366"/>
          <c:y val="2.1179578365181143E-2"/>
        </c:manualLayout>
      </c:layout>
      <c:overlay val="0"/>
      <c:spPr>
        <a:noFill/>
        <a:ln>
          <a:noFill/>
        </a:ln>
        <a:effectLst/>
      </c:spPr>
      <c:txPr>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endParaRPr lang="en-US"/>
        </a:p>
      </c:txPr>
    </c:title>
    <c:autoTitleDeleted val="0"/>
    <c:plotArea>
      <c:layout/>
      <c:lineChart>
        <c:grouping val="standard"/>
        <c:varyColors val="0"/>
        <c:ser>
          <c:idx val="0"/>
          <c:order val="0"/>
          <c:tx>
            <c:strRef>
              <c:f>'1404-0038 Global enrollment'!$A$5</c:f>
              <c:strCache>
                <c:ptCount val="1"/>
                <c:pt idx="0">
                  <c:v>Patients Enrolled/Randomized (Actual)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enrollment'!$B$5:$AI$5</c:f>
              <c:numCache>
                <c:formatCode>General</c:formatCode>
                <c:ptCount val="34"/>
                <c:pt idx="2">
                  <c:v>3</c:v>
                </c:pt>
                <c:pt idx="3">
                  <c:v>10</c:v>
                </c:pt>
                <c:pt idx="4">
                  <c:v>17</c:v>
                </c:pt>
                <c:pt idx="5">
                  <c:v>25</c:v>
                </c:pt>
                <c:pt idx="6">
                  <c:v>39</c:v>
                </c:pt>
                <c:pt idx="7">
                  <c:v>64</c:v>
                </c:pt>
                <c:pt idx="8">
                  <c:v>83</c:v>
                </c:pt>
                <c:pt idx="9">
                  <c:v>106</c:v>
                </c:pt>
                <c:pt idx="10">
                  <c:v>136</c:v>
                </c:pt>
                <c:pt idx="11">
                  <c:v>172</c:v>
                </c:pt>
                <c:pt idx="12">
                  <c:v>219</c:v>
                </c:pt>
                <c:pt idx="13">
                  <c:v>267</c:v>
                </c:pt>
                <c:pt idx="14">
                  <c:v>300</c:v>
                </c:pt>
                <c:pt idx="15">
                  <c:v>384</c:v>
                </c:pt>
                <c:pt idx="16">
                  <c:v>444</c:v>
                </c:pt>
                <c:pt idx="17">
                  <c:v>461</c:v>
                </c:pt>
                <c:pt idx="18">
                  <c:v>615</c:v>
                </c:pt>
                <c:pt idx="19">
                  <c:v>653</c:v>
                </c:pt>
                <c:pt idx="20">
                  <c:v>681</c:v>
                </c:pt>
                <c:pt idx="21">
                  <c:v>709</c:v>
                </c:pt>
              </c:numCache>
            </c:numRef>
          </c:val>
          <c:smooth val="0"/>
          <c:extLst>
            <c:ext xmlns:c16="http://schemas.microsoft.com/office/drawing/2014/chart" uri="{C3380CC4-5D6E-409C-BE32-E72D297353CC}">
              <c16:uniqueId val="{00000000-814B-4ED8-8EAD-83B4A9026B1F}"/>
            </c:ext>
          </c:extLst>
        </c:ser>
        <c:ser>
          <c:idx val="1"/>
          <c:order val="1"/>
          <c:tx>
            <c:strRef>
              <c:f>'1404-0038 Global enrollment'!$A$6</c:f>
              <c:strCache>
                <c:ptCount val="1"/>
                <c:pt idx="0">
                  <c:v>Patients Enrolled/Randomized (Planned)</c:v>
                </c:pt>
              </c:strCache>
            </c:strRef>
          </c:tx>
          <c:spPr>
            <a:ln w="28575" cap="rnd">
              <a:solidFill>
                <a:schemeClr val="accent2"/>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enrollment'!$B$6:$AI$6</c:f>
              <c:numCache>
                <c:formatCode>General</c:formatCode>
                <c:ptCount val="34"/>
                <c:pt idx="3">
                  <c:v>30</c:v>
                </c:pt>
                <c:pt idx="4">
                  <c:v>49</c:v>
                </c:pt>
                <c:pt idx="5">
                  <c:v>68</c:v>
                </c:pt>
                <c:pt idx="6">
                  <c:v>87</c:v>
                </c:pt>
                <c:pt idx="7">
                  <c:v>106</c:v>
                </c:pt>
                <c:pt idx="8">
                  <c:v>125</c:v>
                </c:pt>
                <c:pt idx="9">
                  <c:v>144</c:v>
                </c:pt>
                <c:pt idx="10">
                  <c:v>163</c:v>
                </c:pt>
                <c:pt idx="11">
                  <c:v>182</c:v>
                </c:pt>
                <c:pt idx="12">
                  <c:v>201</c:v>
                </c:pt>
                <c:pt idx="13">
                  <c:v>220</c:v>
                </c:pt>
                <c:pt idx="14">
                  <c:v>239</c:v>
                </c:pt>
                <c:pt idx="15">
                  <c:v>258</c:v>
                </c:pt>
                <c:pt idx="16">
                  <c:v>277</c:v>
                </c:pt>
                <c:pt idx="17">
                  <c:v>296</c:v>
                </c:pt>
                <c:pt idx="18">
                  <c:v>315</c:v>
                </c:pt>
                <c:pt idx="19">
                  <c:v>334</c:v>
                </c:pt>
                <c:pt idx="20">
                  <c:v>353</c:v>
                </c:pt>
                <c:pt idx="21">
                  <c:v>372</c:v>
                </c:pt>
                <c:pt idx="22">
                  <c:v>391</c:v>
                </c:pt>
                <c:pt idx="23">
                  <c:v>410</c:v>
                </c:pt>
                <c:pt idx="24">
                  <c:v>429</c:v>
                </c:pt>
                <c:pt idx="25">
                  <c:v>448</c:v>
                </c:pt>
                <c:pt idx="26">
                  <c:v>467</c:v>
                </c:pt>
                <c:pt idx="27">
                  <c:v>486</c:v>
                </c:pt>
                <c:pt idx="28">
                  <c:v>505</c:v>
                </c:pt>
                <c:pt idx="29">
                  <c:v>524</c:v>
                </c:pt>
                <c:pt idx="30">
                  <c:v>543</c:v>
                </c:pt>
                <c:pt idx="31">
                  <c:v>562</c:v>
                </c:pt>
                <c:pt idx="32">
                  <c:v>581</c:v>
                </c:pt>
                <c:pt idx="33">
                  <c:v>600</c:v>
                </c:pt>
              </c:numCache>
            </c:numRef>
          </c:val>
          <c:smooth val="0"/>
          <c:extLst>
            <c:ext xmlns:c16="http://schemas.microsoft.com/office/drawing/2014/chart" uri="{C3380CC4-5D6E-409C-BE32-E72D297353CC}">
              <c16:uniqueId val="{00000001-814B-4ED8-8EAD-83B4A9026B1F}"/>
            </c:ext>
          </c:extLst>
        </c:ser>
        <c:ser>
          <c:idx val="5"/>
          <c:order val="2"/>
          <c:tx>
            <c:strRef>
              <c:f>'1404-0038 Global enrollment'!$A$10</c:f>
              <c:strCache>
                <c:ptCount val="1"/>
                <c:pt idx="0">
                  <c:v>Patient Screened(Actual)</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enrollment'!$B$10:$AI$10</c:f>
              <c:numCache>
                <c:formatCode>General</c:formatCode>
                <c:ptCount val="34"/>
                <c:pt idx="0">
                  <c:v>3</c:v>
                </c:pt>
                <c:pt idx="1">
                  <c:v>17</c:v>
                </c:pt>
                <c:pt idx="2">
                  <c:v>40</c:v>
                </c:pt>
                <c:pt idx="3">
                  <c:v>68</c:v>
                </c:pt>
                <c:pt idx="4">
                  <c:v>92</c:v>
                </c:pt>
                <c:pt idx="5">
                  <c:v>99</c:v>
                </c:pt>
                <c:pt idx="6">
                  <c:v>115</c:v>
                </c:pt>
                <c:pt idx="7">
                  <c:v>131</c:v>
                </c:pt>
                <c:pt idx="8">
                  <c:v>172</c:v>
                </c:pt>
                <c:pt idx="9">
                  <c:v>246</c:v>
                </c:pt>
                <c:pt idx="10">
                  <c:v>309</c:v>
                </c:pt>
                <c:pt idx="11">
                  <c:v>353</c:v>
                </c:pt>
                <c:pt idx="12">
                  <c:v>433</c:v>
                </c:pt>
                <c:pt idx="13">
                  <c:v>525</c:v>
                </c:pt>
                <c:pt idx="14">
                  <c:v>592</c:v>
                </c:pt>
                <c:pt idx="15">
                  <c:v>768</c:v>
                </c:pt>
                <c:pt idx="16">
                  <c:v>768</c:v>
                </c:pt>
                <c:pt idx="17">
                  <c:v>779</c:v>
                </c:pt>
                <c:pt idx="18">
                  <c:v>845</c:v>
                </c:pt>
                <c:pt idx="19">
                  <c:v>866</c:v>
                </c:pt>
                <c:pt idx="20">
                  <c:v>871</c:v>
                </c:pt>
                <c:pt idx="21">
                  <c:v>871</c:v>
                </c:pt>
              </c:numCache>
            </c:numRef>
          </c:val>
          <c:smooth val="0"/>
          <c:extLst>
            <c:ext xmlns:c16="http://schemas.microsoft.com/office/drawing/2014/chart" uri="{C3380CC4-5D6E-409C-BE32-E72D297353CC}">
              <c16:uniqueId val="{00000002-814B-4ED8-8EAD-83B4A9026B1F}"/>
            </c:ext>
          </c:extLst>
        </c:ser>
        <c:ser>
          <c:idx val="6"/>
          <c:order val="3"/>
          <c:tx>
            <c:strRef>
              <c:f>'1404-0038 Global enrollment'!$A$11</c:f>
              <c:strCache>
                <c:ptCount val="1"/>
                <c:pt idx="0">
                  <c:v>Patient Screened(Planned)</c:v>
                </c:pt>
              </c:strCache>
            </c:strRef>
          </c:tx>
          <c:spPr>
            <a:ln w="28575" cap="rnd">
              <a:solidFill>
                <a:schemeClr val="accent1">
                  <a:lumMod val="60000"/>
                </a:scheme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'1404-0038 Global enrollment'!$B$11:$AI$11</c:f>
              <c:numCache>
                <c:formatCode>General</c:formatCode>
                <c:ptCount val="34"/>
                <c:pt idx="0">
                  <c:v>30</c:v>
                </c:pt>
                <c:pt idx="1">
                  <c:v>59</c:v>
                </c:pt>
                <c:pt idx="2">
                  <c:v>88</c:v>
                </c:pt>
                <c:pt idx="3">
                  <c:v>117</c:v>
                </c:pt>
                <c:pt idx="4">
                  <c:v>146</c:v>
                </c:pt>
                <c:pt idx="5">
                  <c:v>175</c:v>
                </c:pt>
                <c:pt idx="6">
                  <c:v>204</c:v>
                </c:pt>
                <c:pt idx="7">
                  <c:v>233</c:v>
                </c:pt>
                <c:pt idx="8">
                  <c:v>262</c:v>
                </c:pt>
                <c:pt idx="9">
                  <c:v>291</c:v>
                </c:pt>
                <c:pt idx="10">
                  <c:v>320</c:v>
                </c:pt>
                <c:pt idx="11">
                  <c:v>349</c:v>
                </c:pt>
                <c:pt idx="12">
                  <c:v>378</c:v>
                </c:pt>
                <c:pt idx="13">
                  <c:v>407</c:v>
                </c:pt>
                <c:pt idx="14">
                  <c:v>436</c:v>
                </c:pt>
                <c:pt idx="15">
                  <c:v>465</c:v>
                </c:pt>
                <c:pt idx="16">
                  <c:v>494</c:v>
                </c:pt>
                <c:pt idx="17">
                  <c:v>523</c:v>
                </c:pt>
                <c:pt idx="18">
                  <c:v>552</c:v>
                </c:pt>
                <c:pt idx="19">
                  <c:v>581</c:v>
                </c:pt>
                <c:pt idx="20">
                  <c:v>610</c:v>
                </c:pt>
                <c:pt idx="21">
                  <c:v>639</c:v>
                </c:pt>
                <c:pt idx="22">
                  <c:v>668</c:v>
                </c:pt>
                <c:pt idx="23">
                  <c:v>697</c:v>
                </c:pt>
                <c:pt idx="24">
                  <c:v>726</c:v>
                </c:pt>
                <c:pt idx="25">
                  <c:v>755</c:v>
                </c:pt>
                <c:pt idx="26">
                  <c:v>784</c:v>
                </c:pt>
                <c:pt idx="27">
                  <c:v>813</c:v>
                </c:pt>
                <c:pt idx="28">
                  <c:v>842</c:v>
                </c:pt>
                <c:pt idx="29">
                  <c:v>871</c:v>
                </c:pt>
                <c:pt idx="30">
                  <c:v>900</c:v>
                </c:pt>
              </c:numCache>
            </c:numRef>
          </c:val>
          <c:smooth val="0"/>
          <c:extLst>
            <c:ext xmlns:c16="http://schemas.microsoft.com/office/drawing/2014/chart" uri="{C3380CC4-5D6E-409C-BE32-E72D297353CC}">
              <c16:uniqueId val="{00000003-814B-4ED8-8EAD-83B4A9026B1F}"/>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days"/>
        <c:majorUnit val="1"/>
        <c:majorTimeUnit val="months"/>
        <c:minorUnit val="14"/>
        <c:minorTimeUnit val="day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altLang="zh-CN" sz="1600" b="1" i="0" u="none" strike="noStrike" kern="1200" spc="0" baseline="0">
                <a:solidFill>
                  <a:sysClr val="windowText" lastClr="000000">
                    <a:lumMod val="65000"/>
                    <a:lumOff val="35000"/>
                  </a:sysClr>
                </a:solidFill>
                <a:effectLst/>
                <a:latin typeface="+mn-lt"/>
                <a:ea typeface="+mn-ea"/>
                <a:cs typeface="+mn-cs"/>
              </a:defRPr>
            </a:pPr>
            <a:r>
              <a:rPr lang="en-US" altLang="zh-CN" sz="1600" b="1" i="0" u="none" strike="noStrike" kern="1200" spc="0" baseline="0">
                <a:solidFill>
                  <a:sysClr val="windowText" lastClr="000000">
                    <a:lumMod val="65000"/>
                    <a:lumOff val="35000"/>
                  </a:sysClr>
                </a:solidFill>
                <a:effectLst/>
              </a:rPr>
              <a:t>SYNCHRONIZE</a:t>
            </a:r>
            <a:r>
              <a:rPr lang="en-US" altLang="zh-CN" sz="1600" b="1" i="0" u="none" strike="noStrike" kern="1200" spc="0" baseline="30000">
                <a:solidFill>
                  <a:sysClr val="windowText" lastClr="000000">
                    <a:lumMod val="65000"/>
                    <a:lumOff val="35000"/>
                  </a:sysClr>
                </a:solidFill>
                <a:effectLst/>
              </a:rPr>
              <a:t>TM</a:t>
            </a:r>
            <a:r>
              <a:rPr lang="en-US" altLang="zh-CN" sz="1600" b="1" i="0" u="none" strike="noStrike" kern="1200" spc="0" baseline="0">
                <a:solidFill>
                  <a:sysClr val="windowText" lastClr="000000">
                    <a:lumMod val="65000"/>
                    <a:lumOff val="35000"/>
                  </a:sysClr>
                </a:solidFill>
                <a:effectLst/>
              </a:rPr>
              <a:t>-1</a:t>
            </a:r>
            <a:r>
              <a:rPr lang="en-US" altLang="zh-CN" sz="1600" b="1" i="0" u="none" strike="noStrike" kern="1200" spc="0" baseline="0">
                <a:solidFill>
                  <a:sysClr val="windowText" lastClr="000000">
                    <a:lumMod val="65000"/>
                    <a:lumOff val="35000"/>
                  </a:sysClr>
                </a:solidFill>
                <a:effectLst/>
                <a:latin typeface="+mn-lt"/>
                <a:ea typeface="+mn-ea"/>
                <a:cs typeface="+mn-cs"/>
              </a:rPr>
              <a:t> Patient Enrollment Status（China） </a:t>
            </a:r>
          </a:p>
        </c:rich>
      </c:tx>
      <c:overlay val="0"/>
      <c:spPr>
        <a:noFill/>
        <a:ln>
          <a:noFill/>
        </a:ln>
        <a:effectLst/>
      </c:spPr>
      <c:txPr>
        <a:bodyPr rot="0" spcFirstLastPara="1" vertOverflow="ellipsis" vert="horz" wrap="square" anchor="ctr" anchorCtr="1"/>
        <a:lstStyle/>
        <a:p>
          <a:pPr>
            <a:defRPr lang="en-US" altLang="zh-CN" sz="1600" b="1" i="0" u="none" strike="noStrike" kern="1200" spc="0" baseline="0">
              <a:solidFill>
                <a:sysClr val="windowText" lastClr="000000">
                  <a:lumMod val="65000"/>
                  <a:lumOff val="35000"/>
                </a:sysClr>
              </a:solidFill>
              <a:effectLst/>
              <a:latin typeface="+mn-lt"/>
              <a:ea typeface="+mn-ea"/>
              <a:cs typeface="+mn-cs"/>
            </a:defRPr>
          </a:pPr>
          <a:endParaRPr lang="en-US"/>
        </a:p>
      </c:txPr>
    </c:title>
    <c:autoTitleDeleted val="0"/>
    <c:plotArea>
      <c:layout/>
      <c:lineChart>
        <c:grouping val="standard"/>
        <c:varyColors val="0"/>
        <c:ser>
          <c:idx val="0"/>
          <c:order val="0"/>
          <c:tx>
            <c:strRef>
              <c:f>'1404-0038 China enrollment'!$B$4</c:f>
              <c:strCache>
                <c:ptCount val="1"/>
                <c:pt idx="0">
                  <c:v>Patients Enrolled/Randomized (Actual)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enrollment'!$C$4:$Z$4</c:f>
              <c:numCache>
                <c:formatCode>General</c:formatCode>
                <c:ptCount val="24"/>
                <c:pt idx="2">
                  <c:v>0</c:v>
                </c:pt>
                <c:pt idx="3">
                  <c:v>2</c:v>
                </c:pt>
                <c:pt idx="4">
                  <c:v>3</c:v>
                </c:pt>
                <c:pt idx="5">
                  <c:v>13</c:v>
                </c:pt>
                <c:pt idx="6">
                  <c:v>19</c:v>
                </c:pt>
                <c:pt idx="7">
                  <c:v>39</c:v>
                </c:pt>
                <c:pt idx="8">
                  <c:v>53</c:v>
                </c:pt>
                <c:pt idx="9">
                  <c:v>60</c:v>
                </c:pt>
                <c:pt idx="10">
                  <c:v>64</c:v>
                </c:pt>
                <c:pt idx="11">
                  <c:v>64</c:v>
                </c:pt>
              </c:numCache>
            </c:numRef>
          </c:val>
          <c:smooth val="0"/>
          <c:extLst>
            <c:ext xmlns:c16="http://schemas.microsoft.com/office/drawing/2014/chart" uri="{C3380CC4-5D6E-409C-BE32-E72D297353CC}">
              <c16:uniqueId val="{00000000-B93D-4D99-A4E8-FA48FBFE14CE}"/>
            </c:ext>
          </c:extLst>
        </c:ser>
        <c:ser>
          <c:idx val="1"/>
          <c:order val="1"/>
          <c:tx>
            <c:strRef>
              <c:f>'1404-0038 China enrollment'!$B$5</c:f>
              <c:strCache>
                <c:ptCount val="1"/>
                <c:pt idx="0">
                  <c:v>Patients Enrolled/Randomized (Planned)</c:v>
                </c:pt>
              </c:strCache>
            </c:strRef>
          </c:tx>
          <c:spPr>
            <a:ln w="28575" cap="rnd">
              <a:solidFill>
                <a:schemeClr val="accent2"/>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enrollment'!$C$5:$Z$5</c:f>
              <c:numCache>
                <c:formatCode>General</c:formatCode>
                <c:ptCount val="24"/>
                <c:pt idx="3" formatCode="0_ ">
                  <c:v>2.0100000000000002</c:v>
                </c:pt>
                <c:pt idx="4" formatCode="0_ ">
                  <c:v>2.0100000000000002</c:v>
                </c:pt>
                <c:pt idx="5" formatCode="0_ ">
                  <c:v>4.0200000000000005</c:v>
                </c:pt>
                <c:pt idx="6" formatCode="0_ ">
                  <c:v>6.03</c:v>
                </c:pt>
                <c:pt idx="7" formatCode="0_ ">
                  <c:v>10.050000000000001</c:v>
                </c:pt>
                <c:pt idx="8" formatCode="0_ ">
                  <c:v>13.4</c:v>
                </c:pt>
                <c:pt idx="9" formatCode="0_ ">
                  <c:v>16.75</c:v>
                </c:pt>
                <c:pt idx="10" formatCode="0_ ">
                  <c:v>20.100000000000001</c:v>
                </c:pt>
                <c:pt idx="11" formatCode="0_ ">
                  <c:v>23.450000000000003</c:v>
                </c:pt>
                <c:pt idx="12" formatCode="0_ ">
                  <c:v>26.8</c:v>
                </c:pt>
                <c:pt idx="13" formatCode="0_ ">
                  <c:v>30.150000000000002</c:v>
                </c:pt>
                <c:pt idx="14" formatCode="0_ ">
                  <c:v>33.5</c:v>
                </c:pt>
                <c:pt idx="15" formatCode="0_ ">
                  <c:v>36.85</c:v>
                </c:pt>
                <c:pt idx="16" formatCode="0_ ">
                  <c:v>40.200000000000003</c:v>
                </c:pt>
                <c:pt idx="17" formatCode="0_ ">
                  <c:v>43.550000000000004</c:v>
                </c:pt>
                <c:pt idx="18" formatCode="0_ ">
                  <c:v>46.900000000000006</c:v>
                </c:pt>
                <c:pt idx="19" formatCode="0_ ">
                  <c:v>50.25</c:v>
                </c:pt>
                <c:pt idx="20" formatCode="0_ ">
                  <c:v>53.6</c:v>
                </c:pt>
                <c:pt idx="21" formatCode="0_ ">
                  <c:v>56.95</c:v>
                </c:pt>
                <c:pt idx="22" formatCode="0_ ">
                  <c:v>60.300000000000004</c:v>
                </c:pt>
              </c:numCache>
            </c:numRef>
          </c:val>
          <c:smooth val="0"/>
          <c:extLst>
            <c:ext xmlns:c16="http://schemas.microsoft.com/office/drawing/2014/chart" uri="{C3380CC4-5D6E-409C-BE32-E72D297353CC}">
              <c16:uniqueId val="{00000001-B93D-4D99-A4E8-FA48FBFE14CE}"/>
            </c:ext>
          </c:extLst>
        </c:ser>
        <c:ser>
          <c:idx val="2"/>
          <c:order val="2"/>
          <c:tx>
            <c:strRef>
              <c:f>'1404-0038 China enrollment'!$B$6</c:f>
              <c:strCache>
                <c:ptCount val="1"/>
                <c:pt idx="0">
                  <c:v>Patient Screened(Actual)</c:v>
                </c:pt>
              </c:strCache>
            </c:strRef>
          </c:tx>
          <c:spPr>
            <a:ln w="28575" cap="rnd">
              <a:solidFill>
                <a:srgbClr val="00B05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enrollment'!$C$6:$Z$6</c:f>
              <c:numCache>
                <c:formatCode>General</c:formatCode>
                <c:ptCount val="24"/>
                <c:pt idx="0">
                  <c:v>3</c:v>
                </c:pt>
                <c:pt idx="1">
                  <c:v>7</c:v>
                </c:pt>
                <c:pt idx="2">
                  <c:v>9</c:v>
                </c:pt>
                <c:pt idx="3">
                  <c:v>17</c:v>
                </c:pt>
                <c:pt idx="4">
                  <c:v>23</c:v>
                </c:pt>
                <c:pt idx="5">
                  <c:v>67</c:v>
                </c:pt>
                <c:pt idx="6">
                  <c:v>67</c:v>
                </c:pt>
                <c:pt idx="7">
                  <c:v>80</c:v>
                </c:pt>
                <c:pt idx="8">
                  <c:v>80</c:v>
                </c:pt>
                <c:pt idx="9">
                  <c:v>80</c:v>
                </c:pt>
                <c:pt idx="10">
                  <c:v>80</c:v>
                </c:pt>
                <c:pt idx="11">
                  <c:v>80</c:v>
                </c:pt>
              </c:numCache>
            </c:numRef>
          </c:val>
          <c:smooth val="0"/>
          <c:extLst>
            <c:ext xmlns:c16="http://schemas.microsoft.com/office/drawing/2014/chart" uri="{C3380CC4-5D6E-409C-BE32-E72D297353CC}">
              <c16:uniqueId val="{00000002-B93D-4D99-A4E8-FA48FBFE14CE}"/>
            </c:ext>
          </c:extLst>
        </c:ser>
        <c:ser>
          <c:idx val="3"/>
          <c:order val="3"/>
          <c:tx>
            <c:strRef>
              <c:f>'1404-0038 China enrollment'!$B$7</c:f>
              <c:strCache>
                <c:ptCount val="1"/>
                <c:pt idx="0">
                  <c:v>Patient Screened(Planned)</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'1404-0038 China enrollment'!$C$3:$Z$3</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'1404-0038 China enrollment'!$C$7:$Z$7</c:f>
              <c:numCache>
                <c:formatCode>General</c:formatCode>
                <c:ptCount val="24"/>
                <c:pt idx="1">
                  <c:v>3</c:v>
                </c:pt>
                <c:pt idx="2">
                  <c:v>3</c:v>
                </c:pt>
                <c:pt idx="3">
                  <c:v>6</c:v>
                </c:pt>
                <c:pt idx="4">
                  <c:v>9</c:v>
                </c:pt>
                <c:pt idx="5">
                  <c:v>15</c:v>
                </c:pt>
                <c:pt idx="6">
                  <c:v>20</c:v>
                </c:pt>
                <c:pt idx="7">
                  <c:v>25</c:v>
                </c:pt>
                <c:pt idx="8">
                  <c:v>30</c:v>
                </c:pt>
                <c:pt idx="9">
                  <c:v>35</c:v>
                </c:pt>
                <c:pt idx="10">
                  <c:v>40</c:v>
                </c:pt>
                <c:pt idx="11">
                  <c:v>45</c:v>
                </c:pt>
                <c:pt idx="12">
                  <c:v>50</c:v>
                </c:pt>
                <c:pt idx="13">
                  <c:v>55</c:v>
                </c:pt>
                <c:pt idx="14">
                  <c:v>60</c:v>
                </c:pt>
                <c:pt idx="15">
                  <c:v>65</c:v>
                </c:pt>
                <c:pt idx="16">
                  <c:v>70</c:v>
                </c:pt>
                <c:pt idx="17">
                  <c:v>75</c:v>
                </c:pt>
                <c:pt idx="18">
                  <c:v>80</c:v>
                </c:pt>
                <c:pt idx="19">
                  <c:v>85</c:v>
                </c:pt>
                <c:pt idx="20">
                  <c:v>90</c:v>
                </c:pt>
              </c:numCache>
            </c:numRef>
          </c:val>
          <c:smooth val="0"/>
          <c:extLst>
            <c:ext xmlns:c16="http://schemas.microsoft.com/office/drawing/2014/chart" uri="{C3380CC4-5D6E-409C-BE32-E72D297353CC}">
              <c16:uniqueId val="{00000003-B93D-4D99-A4E8-FA48FBFE14CE}"/>
            </c:ext>
          </c:extLst>
        </c:ser>
        <c:dLbls>
          <c:showLegendKey val="0"/>
          <c:showVal val="0"/>
          <c:showCatName val="0"/>
          <c:showSerName val="0"/>
          <c:showPercent val="0"/>
          <c:showBubbleSize val="0"/>
        </c:dLbls>
        <c:smooth val="0"/>
        <c:axId val="552640344"/>
        <c:axId val="552634584"/>
      </c:lineChart>
      <c:dateAx>
        <c:axId val="552640344"/>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52634584"/>
        <c:crosses val="autoZero"/>
        <c:auto val="1"/>
        <c:lblOffset val="100"/>
        <c:baseTimeUnit val="days"/>
        <c:majorUnit val="1"/>
        <c:majorTimeUnit val="months"/>
        <c:minorUnit val="7"/>
        <c:minorTimeUnit val="days"/>
      </c:dateAx>
      <c:valAx>
        <c:axId val="552634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526403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r>
              <a:rPr lang="en-US" altLang="zh-CN" sz="1400" b="1" i="0" u="none" strike="noStrike" kern="1200" spc="0" baseline="0">
                <a:solidFill>
                  <a:sysClr val="windowText" lastClr="000000">
                    <a:lumMod val="65000"/>
                    <a:lumOff val="35000"/>
                  </a:sysClr>
                </a:solidFill>
                <a:effectLst/>
              </a:rPr>
              <a:t>SYNCHRONIZE</a:t>
            </a:r>
            <a:r>
              <a:rPr lang="en-US" altLang="zh-CN" sz="1400" b="1" i="0" u="none" strike="noStrike" kern="1200" spc="0" baseline="30000">
                <a:solidFill>
                  <a:sysClr val="windowText" lastClr="000000">
                    <a:lumMod val="65000"/>
                    <a:lumOff val="35000"/>
                  </a:sysClr>
                </a:solidFill>
                <a:effectLst/>
              </a:rPr>
              <a:t>TM</a:t>
            </a:r>
            <a:r>
              <a:rPr lang="en-US" altLang="zh-CN" sz="1400" b="1" i="0" u="none" strike="noStrike" kern="1200" spc="0" baseline="0">
                <a:solidFill>
                  <a:sysClr val="windowText" lastClr="000000">
                    <a:lumMod val="65000"/>
                    <a:lumOff val="35000"/>
                  </a:sysClr>
                </a:solidFill>
                <a:effectLst/>
              </a:rPr>
              <a:t>-2</a:t>
            </a:r>
            <a:r>
              <a:rPr lang="en-US" altLang="zh-CN" sz="1400" b="1" i="0" u="none" strike="noStrike" kern="1200" spc="0" baseline="30000">
                <a:solidFill>
                  <a:sysClr val="windowText" lastClr="000000">
                    <a:lumMod val="65000"/>
                    <a:lumOff val="35000"/>
                  </a:sysClr>
                </a:solidFill>
                <a:effectLst/>
                <a:latin typeface="Boehringer Forward Head"/>
                <a:cs typeface="Calibri"/>
              </a:rPr>
              <a:t> </a:t>
            </a:r>
            <a:r>
              <a:rPr lang="en-US" altLang="zh-CN" sz="1400" b="1" i="0" u="none" strike="noStrike" kern="1200" spc="0" baseline="0">
                <a:solidFill>
                  <a:sysClr val="windowText" lastClr="000000">
                    <a:lumMod val="65000"/>
                    <a:lumOff val="35000"/>
                  </a:sysClr>
                </a:solidFill>
                <a:effectLst/>
                <a:latin typeface="+mn-lt"/>
                <a:ea typeface="+mn-ea"/>
                <a:cs typeface="+mn-cs"/>
              </a:rPr>
              <a:t> Patient Enrollment Status（Global） </a:t>
            </a:r>
          </a:p>
        </c:rich>
      </c:tx>
      <c:overlay val="0"/>
      <c:spPr>
        <a:noFill/>
        <a:ln>
          <a:noFill/>
        </a:ln>
        <a:effectLst/>
      </c:spPr>
      <c:txPr>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endParaRPr lang="en-US"/>
        </a:p>
      </c:txPr>
    </c:title>
    <c:autoTitleDeleted val="0"/>
    <c:plotArea>
      <c:layout/>
      <c:lineChart>
        <c:grouping val="standard"/>
        <c:varyColors val="0"/>
        <c:ser>
          <c:idx val="0"/>
          <c:order val="0"/>
          <c:tx>
            <c:strRef>
              <c:f>'1404-0041 Global enrollment'!$A$5</c:f>
              <c:strCache>
                <c:ptCount val="1"/>
                <c:pt idx="0">
                  <c:v>Patients Enrolled/Randomized (Actual)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enrollment'!$B$5:$AI$5</c:f>
              <c:numCache>
                <c:formatCode>General</c:formatCode>
                <c:ptCount val="34"/>
                <c:pt idx="2">
                  <c:v>1</c:v>
                </c:pt>
                <c:pt idx="3">
                  <c:v>4</c:v>
                </c:pt>
                <c:pt idx="4">
                  <c:v>10</c:v>
                </c:pt>
                <c:pt idx="5">
                  <c:v>14</c:v>
                </c:pt>
                <c:pt idx="6">
                  <c:v>19</c:v>
                </c:pt>
                <c:pt idx="7">
                  <c:v>20</c:v>
                </c:pt>
                <c:pt idx="8">
                  <c:v>32</c:v>
                </c:pt>
                <c:pt idx="9">
                  <c:v>42</c:v>
                </c:pt>
                <c:pt idx="10">
                  <c:v>52</c:v>
                </c:pt>
                <c:pt idx="11">
                  <c:v>60</c:v>
                </c:pt>
                <c:pt idx="12">
                  <c:v>68</c:v>
                </c:pt>
                <c:pt idx="13">
                  <c:v>91</c:v>
                </c:pt>
                <c:pt idx="14">
                  <c:v>102</c:v>
                </c:pt>
                <c:pt idx="15">
                  <c:v>130</c:v>
                </c:pt>
                <c:pt idx="16">
                  <c:v>148</c:v>
                </c:pt>
                <c:pt idx="17">
                  <c:v>182</c:v>
                </c:pt>
                <c:pt idx="18">
                  <c:v>220</c:v>
                </c:pt>
                <c:pt idx="19">
                  <c:v>257</c:v>
                </c:pt>
                <c:pt idx="20">
                  <c:v>293</c:v>
                </c:pt>
                <c:pt idx="21">
                  <c:v>360</c:v>
                </c:pt>
              </c:numCache>
            </c:numRef>
          </c:val>
          <c:smooth val="0"/>
          <c:extLst>
            <c:ext xmlns:c16="http://schemas.microsoft.com/office/drawing/2014/chart" uri="{C3380CC4-5D6E-409C-BE32-E72D297353CC}">
              <c16:uniqueId val="{00000000-2552-4A15-9C38-9CEA804A6464}"/>
            </c:ext>
          </c:extLst>
        </c:ser>
        <c:ser>
          <c:idx val="1"/>
          <c:order val="1"/>
          <c:tx>
            <c:strRef>
              <c:f>'1404-0041 Global enrollment'!$A$6</c:f>
              <c:strCache>
                <c:ptCount val="1"/>
                <c:pt idx="0">
                  <c:v>Patients Enrolled/Randomized (Planned)</c:v>
                </c:pt>
              </c:strCache>
            </c:strRef>
          </c:tx>
          <c:spPr>
            <a:ln w="28575" cap="rnd">
              <a:solidFill>
                <a:schemeClr val="accent2"/>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enrollment'!$B$6:$AI$6</c:f>
              <c:numCache>
                <c:formatCode>General</c:formatCode>
                <c:ptCount val="34"/>
                <c:pt idx="3">
                  <c:v>30</c:v>
                </c:pt>
                <c:pt idx="4">
                  <c:v>49</c:v>
                </c:pt>
                <c:pt idx="5">
                  <c:v>68</c:v>
                </c:pt>
                <c:pt idx="6">
                  <c:v>87</c:v>
                </c:pt>
                <c:pt idx="7">
                  <c:v>106</c:v>
                </c:pt>
                <c:pt idx="8">
                  <c:v>125</c:v>
                </c:pt>
                <c:pt idx="9">
                  <c:v>144</c:v>
                </c:pt>
                <c:pt idx="10">
                  <c:v>163</c:v>
                </c:pt>
                <c:pt idx="11">
                  <c:v>182</c:v>
                </c:pt>
                <c:pt idx="12">
                  <c:v>201</c:v>
                </c:pt>
                <c:pt idx="13">
                  <c:v>220</c:v>
                </c:pt>
                <c:pt idx="14">
                  <c:v>239</c:v>
                </c:pt>
                <c:pt idx="15">
                  <c:v>258</c:v>
                </c:pt>
                <c:pt idx="16">
                  <c:v>277</c:v>
                </c:pt>
                <c:pt idx="17">
                  <c:v>296</c:v>
                </c:pt>
                <c:pt idx="18">
                  <c:v>315</c:v>
                </c:pt>
                <c:pt idx="19">
                  <c:v>334</c:v>
                </c:pt>
                <c:pt idx="20">
                  <c:v>353</c:v>
                </c:pt>
                <c:pt idx="21">
                  <c:v>372</c:v>
                </c:pt>
                <c:pt idx="22">
                  <c:v>391</c:v>
                </c:pt>
                <c:pt idx="23">
                  <c:v>410</c:v>
                </c:pt>
                <c:pt idx="24">
                  <c:v>429</c:v>
                </c:pt>
                <c:pt idx="25">
                  <c:v>448</c:v>
                </c:pt>
                <c:pt idx="26">
                  <c:v>467</c:v>
                </c:pt>
                <c:pt idx="27">
                  <c:v>486</c:v>
                </c:pt>
                <c:pt idx="28">
                  <c:v>505</c:v>
                </c:pt>
                <c:pt idx="29">
                  <c:v>524</c:v>
                </c:pt>
                <c:pt idx="30">
                  <c:v>543</c:v>
                </c:pt>
                <c:pt idx="31">
                  <c:v>562</c:v>
                </c:pt>
                <c:pt idx="32">
                  <c:v>581</c:v>
                </c:pt>
                <c:pt idx="33">
                  <c:v>600</c:v>
                </c:pt>
              </c:numCache>
            </c:numRef>
          </c:val>
          <c:smooth val="0"/>
          <c:extLst>
            <c:ext xmlns:c16="http://schemas.microsoft.com/office/drawing/2014/chart" uri="{C3380CC4-5D6E-409C-BE32-E72D297353CC}">
              <c16:uniqueId val="{00000001-2552-4A15-9C38-9CEA804A6464}"/>
            </c:ext>
          </c:extLst>
        </c:ser>
        <c:ser>
          <c:idx val="5"/>
          <c:order val="2"/>
          <c:tx>
            <c:strRef>
              <c:f>'1404-0041 Global enrollment'!$A$10</c:f>
              <c:strCache>
                <c:ptCount val="1"/>
                <c:pt idx="0">
                  <c:v>Patient Screened(Actual)</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enrollment'!$B$10:$AI$10</c:f>
              <c:numCache>
                <c:formatCode>General</c:formatCode>
                <c:ptCount val="34"/>
                <c:pt idx="0">
                  <c:v>1</c:v>
                </c:pt>
                <c:pt idx="1">
                  <c:v>11</c:v>
                </c:pt>
                <c:pt idx="2">
                  <c:v>26</c:v>
                </c:pt>
                <c:pt idx="3">
                  <c:v>40</c:v>
                </c:pt>
                <c:pt idx="4">
                  <c:v>51</c:v>
                </c:pt>
                <c:pt idx="5">
                  <c:v>54</c:v>
                </c:pt>
                <c:pt idx="6">
                  <c:v>61</c:v>
                </c:pt>
                <c:pt idx="7">
                  <c:v>95</c:v>
                </c:pt>
                <c:pt idx="8">
                  <c:v>106</c:v>
                </c:pt>
                <c:pt idx="9">
                  <c:v>113</c:v>
                </c:pt>
                <c:pt idx="10">
                  <c:v>145</c:v>
                </c:pt>
                <c:pt idx="11">
                  <c:v>183</c:v>
                </c:pt>
                <c:pt idx="12">
                  <c:v>221</c:v>
                </c:pt>
                <c:pt idx="13">
                  <c:v>256</c:v>
                </c:pt>
                <c:pt idx="14">
                  <c:v>296</c:v>
                </c:pt>
                <c:pt idx="15">
                  <c:v>377</c:v>
                </c:pt>
                <c:pt idx="16">
                  <c:v>451</c:v>
                </c:pt>
                <c:pt idx="17">
                  <c:v>529</c:v>
                </c:pt>
                <c:pt idx="18">
                  <c:v>607</c:v>
                </c:pt>
                <c:pt idx="19">
                  <c:v>682</c:v>
                </c:pt>
                <c:pt idx="20">
                  <c:v>777</c:v>
                </c:pt>
                <c:pt idx="21">
                  <c:v>893</c:v>
                </c:pt>
              </c:numCache>
            </c:numRef>
          </c:val>
          <c:smooth val="0"/>
          <c:extLst>
            <c:ext xmlns:c16="http://schemas.microsoft.com/office/drawing/2014/chart" uri="{C3380CC4-5D6E-409C-BE32-E72D297353CC}">
              <c16:uniqueId val="{00000002-2552-4A15-9C38-9CEA804A6464}"/>
            </c:ext>
          </c:extLst>
        </c:ser>
        <c:ser>
          <c:idx val="6"/>
          <c:order val="3"/>
          <c:tx>
            <c:strRef>
              <c:f>'1404-0041 Global enrollment'!$A$11</c:f>
              <c:strCache>
                <c:ptCount val="1"/>
                <c:pt idx="0">
                  <c:v>Patient Screened(Planned)</c:v>
                </c:pt>
              </c:strCache>
            </c:strRef>
          </c:tx>
          <c:spPr>
            <a:ln w="28575" cap="rnd">
              <a:solidFill>
                <a:schemeClr val="accent1">
                  <a:lumMod val="60000"/>
                </a:scheme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Global enrollment'!$B$4:$AI$4</c:f>
              <c:numCache>
                <c:formatCode>d\-mmm\-yy</c:formatCode>
                <c:ptCount val="34"/>
                <c:pt idx="0">
                  <c:v>45255</c:v>
                </c:pt>
                <c:pt idx="1">
                  <c:v>45262</c:v>
                </c:pt>
                <c:pt idx="2">
                  <c:v>45269</c:v>
                </c:pt>
                <c:pt idx="3">
                  <c:v>45276</c:v>
                </c:pt>
                <c:pt idx="4">
                  <c:v>45283</c:v>
                </c:pt>
                <c:pt idx="5">
                  <c:v>45290</c:v>
                </c:pt>
                <c:pt idx="6">
                  <c:v>45297</c:v>
                </c:pt>
                <c:pt idx="7">
                  <c:v>45304</c:v>
                </c:pt>
                <c:pt idx="8">
                  <c:v>45311</c:v>
                </c:pt>
                <c:pt idx="9">
                  <c:v>45318</c:v>
                </c:pt>
                <c:pt idx="10">
                  <c:v>45325</c:v>
                </c:pt>
                <c:pt idx="11">
                  <c:v>45332</c:v>
                </c:pt>
                <c:pt idx="12">
                  <c:v>45339</c:v>
                </c:pt>
                <c:pt idx="13">
                  <c:v>45346</c:v>
                </c:pt>
                <c:pt idx="14">
                  <c:v>45353</c:v>
                </c:pt>
                <c:pt idx="15">
                  <c:v>45360</c:v>
                </c:pt>
                <c:pt idx="16">
                  <c:v>45367</c:v>
                </c:pt>
                <c:pt idx="17">
                  <c:v>45374</c:v>
                </c:pt>
                <c:pt idx="18">
                  <c:v>45381</c:v>
                </c:pt>
                <c:pt idx="19">
                  <c:v>45388</c:v>
                </c:pt>
                <c:pt idx="20">
                  <c:v>45395</c:v>
                </c:pt>
                <c:pt idx="21">
                  <c:v>45402</c:v>
                </c:pt>
                <c:pt idx="22">
                  <c:v>45409</c:v>
                </c:pt>
                <c:pt idx="23">
                  <c:v>45416</c:v>
                </c:pt>
                <c:pt idx="24">
                  <c:v>45423</c:v>
                </c:pt>
                <c:pt idx="25">
                  <c:v>45430</c:v>
                </c:pt>
                <c:pt idx="26">
                  <c:v>45437</c:v>
                </c:pt>
                <c:pt idx="27">
                  <c:v>45444</c:v>
                </c:pt>
                <c:pt idx="28">
                  <c:v>45451</c:v>
                </c:pt>
                <c:pt idx="29">
                  <c:v>45458</c:v>
                </c:pt>
                <c:pt idx="30">
                  <c:v>45465</c:v>
                </c:pt>
                <c:pt idx="31">
                  <c:v>45472</c:v>
                </c:pt>
                <c:pt idx="32">
                  <c:v>45479</c:v>
                </c:pt>
                <c:pt idx="33">
                  <c:v>45486</c:v>
                </c:pt>
              </c:numCache>
            </c:numRef>
          </c:cat>
          <c:val>
            <c:numRef>
              <c:f>'1404-0041 Global enrollment'!$B$11:$AI$11</c:f>
              <c:numCache>
                <c:formatCode>General</c:formatCode>
                <c:ptCount val="34"/>
                <c:pt idx="0">
                  <c:v>30</c:v>
                </c:pt>
                <c:pt idx="1">
                  <c:v>60</c:v>
                </c:pt>
                <c:pt idx="2">
                  <c:v>90</c:v>
                </c:pt>
                <c:pt idx="3">
                  <c:v>120</c:v>
                </c:pt>
                <c:pt idx="4">
                  <c:v>150</c:v>
                </c:pt>
                <c:pt idx="5">
                  <c:v>180</c:v>
                </c:pt>
                <c:pt idx="6">
                  <c:v>210</c:v>
                </c:pt>
                <c:pt idx="7">
                  <c:v>240</c:v>
                </c:pt>
                <c:pt idx="8">
                  <c:v>270</c:v>
                </c:pt>
                <c:pt idx="9">
                  <c:v>300</c:v>
                </c:pt>
                <c:pt idx="10">
                  <c:v>330</c:v>
                </c:pt>
                <c:pt idx="11">
                  <c:v>360</c:v>
                </c:pt>
                <c:pt idx="12">
                  <c:v>390</c:v>
                </c:pt>
                <c:pt idx="13">
                  <c:v>420</c:v>
                </c:pt>
                <c:pt idx="14">
                  <c:v>450</c:v>
                </c:pt>
                <c:pt idx="15">
                  <c:v>480</c:v>
                </c:pt>
                <c:pt idx="16">
                  <c:v>510</c:v>
                </c:pt>
                <c:pt idx="17">
                  <c:v>540</c:v>
                </c:pt>
                <c:pt idx="18">
                  <c:v>570</c:v>
                </c:pt>
                <c:pt idx="19">
                  <c:v>600</c:v>
                </c:pt>
                <c:pt idx="20">
                  <c:v>630</c:v>
                </c:pt>
                <c:pt idx="21">
                  <c:v>660</c:v>
                </c:pt>
                <c:pt idx="22">
                  <c:v>690</c:v>
                </c:pt>
                <c:pt idx="23">
                  <c:v>720</c:v>
                </c:pt>
                <c:pt idx="24">
                  <c:v>750</c:v>
                </c:pt>
                <c:pt idx="25">
                  <c:v>780</c:v>
                </c:pt>
                <c:pt idx="26">
                  <c:v>810</c:v>
                </c:pt>
                <c:pt idx="27">
                  <c:v>840</c:v>
                </c:pt>
                <c:pt idx="28">
                  <c:v>870</c:v>
                </c:pt>
                <c:pt idx="29">
                  <c:v>900</c:v>
                </c:pt>
              </c:numCache>
            </c:numRef>
          </c:val>
          <c:smooth val="0"/>
          <c:extLst>
            <c:ext xmlns:c16="http://schemas.microsoft.com/office/drawing/2014/chart" uri="{C3380CC4-5D6E-409C-BE32-E72D297353CC}">
              <c16:uniqueId val="{00000003-2552-4A15-9C38-9CEA804A6464}"/>
            </c:ext>
          </c:extLst>
        </c:ser>
        <c:dLbls>
          <c:showLegendKey val="0"/>
          <c:showVal val="0"/>
          <c:showCatName val="0"/>
          <c:showSerName val="0"/>
          <c:showPercent val="0"/>
          <c:showBubbleSize val="0"/>
        </c:dLbls>
        <c:smooth val="0"/>
        <c:axId val="523006048"/>
        <c:axId val="523012280"/>
      </c:lineChart>
      <c:dateAx>
        <c:axId val="523006048"/>
        <c:scaling>
          <c:orientation val="minMax"/>
          <c:max val="45486"/>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days"/>
        <c:majorUnit val="1"/>
        <c:majorTimeUnit val="months"/>
        <c:minorUnit val="14"/>
        <c:minorTimeUnit val="day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r>
              <a:rPr lang="en-US" altLang="zh-CN" sz="1400" b="1" i="0" u="none" strike="noStrike" kern="1200" spc="0" baseline="0">
                <a:solidFill>
                  <a:sysClr val="windowText" lastClr="000000">
                    <a:lumMod val="65000"/>
                    <a:lumOff val="35000"/>
                  </a:sysClr>
                </a:solidFill>
                <a:effectLst/>
                <a:latin typeface="+mn-lt"/>
                <a:ea typeface="+mn-ea"/>
                <a:cs typeface="+mn-cs"/>
              </a:rPr>
              <a:t>SYNCHRONIZE</a:t>
            </a:r>
            <a:r>
              <a:rPr lang="en-US" altLang="zh-CN" sz="1400" b="1" i="0" u="none" strike="noStrike" kern="1200" spc="0" baseline="30000">
                <a:solidFill>
                  <a:sysClr val="windowText" lastClr="000000">
                    <a:lumMod val="65000"/>
                    <a:lumOff val="35000"/>
                  </a:sysClr>
                </a:solidFill>
                <a:effectLst/>
                <a:latin typeface="+mn-lt"/>
                <a:ea typeface="+mn-ea"/>
                <a:cs typeface="+mn-cs"/>
              </a:rPr>
              <a:t>TM</a:t>
            </a:r>
            <a:r>
              <a:rPr lang="en-US" altLang="zh-CN" sz="1400" b="1" i="0" u="none" strike="noStrike" kern="1200" spc="0" baseline="0">
                <a:solidFill>
                  <a:sysClr val="windowText" lastClr="000000">
                    <a:lumMod val="65000"/>
                    <a:lumOff val="35000"/>
                  </a:sysClr>
                </a:solidFill>
                <a:effectLst/>
                <a:latin typeface="+mn-lt"/>
                <a:ea typeface="+mn-ea"/>
                <a:cs typeface="+mn-cs"/>
              </a:rPr>
              <a:t>-2 Patient Enrollment Status（China） </a:t>
            </a:r>
          </a:p>
        </c:rich>
      </c:tx>
      <c:overlay val="0"/>
      <c:spPr>
        <a:noFill/>
        <a:ln>
          <a:noFill/>
        </a:ln>
        <a:effectLst/>
      </c:spPr>
      <c:txPr>
        <a:bodyPr rot="0" spcFirstLastPara="1" vertOverflow="ellipsis" vert="horz" wrap="square" anchor="ctr" anchorCtr="1"/>
        <a:lstStyle/>
        <a:p>
          <a:pPr>
            <a:defRPr lang="en-US" altLang="zh-CN" sz="1400" b="1" i="0" u="none" strike="noStrike" kern="1200" spc="0" baseline="0">
              <a:solidFill>
                <a:sysClr val="windowText" lastClr="000000">
                  <a:lumMod val="65000"/>
                  <a:lumOff val="35000"/>
                </a:sysClr>
              </a:solidFill>
              <a:effectLst/>
              <a:latin typeface="+mn-lt"/>
              <a:ea typeface="+mn-ea"/>
              <a:cs typeface="+mn-cs"/>
            </a:defRPr>
          </a:pPr>
          <a:endParaRPr lang="en-US"/>
        </a:p>
      </c:txPr>
    </c:title>
    <c:autoTitleDeleted val="0"/>
    <c:plotArea>
      <c:layout>
        <c:manualLayout>
          <c:layoutTarget val="inner"/>
          <c:xMode val="edge"/>
          <c:yMode val="edge"/>
          <c:x val="5.9451948874998196E-2"/>
          <c:y val="0.1037149944061667"/>
          <c:w val="0.92098669870042327"/>
          <c:h val="0.6725891916718657"/>
        </c:manualLayout>
      </c:layout>
      <c:lineChart>
        <c:grouping val="standard"/>
        <c:varyColors val="0"/>
        <c:ser>
          <c:idx val="0"/>
          <c:order val="0"/>
          <c:tx>
            <c:strRef>
              <c:f>'1404-0041 China enrollment '!$B$3</c:f>
              <c:strCache>
                <c:ptCount val="1"/>
                <c:pt idx="0">
                  <c:v>Patients Enrolled/Randomized (Actual)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'!$C$3:$Z$3</c:f>
              <c:numCache>
                <c:formatCode>General</c:formatCode>
                <c:ptCount val="24"/>
                <c:pt idx="3">
                  <c:v>0</c:v>
                </c:pt>
                <c:pt idx="4">
                  <c:v>1</c:v>
                </c:pt>
                <c:pt idx="5">
                  <c:v>4</c:v>
                </c:pt>
                <c:pt idx="6">
                  <c:v>5</c:v>
                </c:pt>
                <c:pt idx="7">
                  <c:v>11</c:v>
                </c:pt>
                <c:pt idx="8">
                  <c:v>18</c:v>
                </c:pt>
                <c:pt idx="9">
                  <c:v>27</c:v>
                </c:pt>
                <c:pt idx="10">
                  <c:v>34</c:v>
                </c:pt>
                <c:pt idx="11">
                  <c:v>39</c:v>
                </c:pt>
              </c:numCache>
            </c:numRef>
          </c:val>
          <c:smooth val="0"/>
          <c:extLst>
            <c:ext xmlns:c16="http://schemas.microsoft.com/office/drawing/2014/chart" uri="{C3380CC4-5D6E-409C-BE32-E72D297353CC}">
              <c16:uniqueId val="{00000000-D97D-4CA4-936B-EBB7DAF2CD13}"/>
            </c:ext>
          </c:extLst>
        </c:ser>
        <c:ser>
          <c:idx val="1"/>
          <c:order val="1"/>
          <c:tx>
            <c:strRef>
              <c:f>'1404-0041 China enrollment '!$B$4</c:f>
              <c:strCache>
                <c:ptCount val="1"/>
                <c:pt idx="0">
                  <c:v>Patients Enrolled/Randomized (Planned)</c:v>
                </c:pt>
              </c:strCache>
            </c:strRef>
          </c:tx>
          <c:spPr>
            <a:ln w="28575" cap="rnd">
              <a:solidFill>
                <a:schemeClr val="accent2"/>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'!$C$4:$Z$4</c:f>
              <c:numCache>
                <c:formatCode>General</c:formatCode>
                <c:ptCount val="24"/>
                <c:pt idx="3" formatCode="0_ ">
                  <c:v>2.0100000000000002</c:v>
                </c:pt>
                <c:pt idx="4" formatCode="0_ ">
                  <c:v>2.0100000000000002</c:v>
                </c:pt>
                <c:pt idx="5" formatCode="0_ ">
                  <c:v>4.0200000000000005</c:v>
                </c:pt>
                <c:pt idx="6" formatCode="0_ ">
                  <c:v>6.03</c:v>
                </c:pt>
                <c:pt idx="7" formatCode="0_ ">
                  <c:v>10.050000000000001</c:v>
                </c:pt>
                <c:pt idx="8" formatCode="0_ ">
                  <c:v>13.4</c:v>
                </c:pt>
                <c:pt idx="9" formatCode="0_ ">
                  <c:v>16.75</c:v>
                </c:pt>
                <c:pt idx="10" formatCode="0_ ">
                  <c:v>20.100000000000001</c:v>
                </c:pt>
                <c:pt idx="11" formatCode="0_ ">
                  <c:v>23.450000000000003</c:v>
                </c:pt>
                <c:pt idx="12" formatCode="0_ ">
                  <c:v>26.8</c:v>
                </c:pt>
                <c:pt idx="13" formatCode="0_ ">
                  <c:v>30.150000000000002</c:v>
                </c:pt>
                <c:pt idx="14" formatCode="0_ ">
                  <c:v>33.5</c:v>
                </c:pt>
                <c:pt idx="15" formatCode="0_ ">
                  <c:v>36.85</c:v>
                </c:pt>
                <c:pt idx="16" formatCode="0_ ">
                  <c:v>40.200000000000003</c:v>
                </c:pt>
                <c:pt idx="17" formatCode="0_ ">
                  <c:v>43.550000000000004</c:v>
                </c:pt>
                <c:pt idx="18" formatCode="0_ ">
                  <c:v>46.900000000000006</c:v>
                </c:pt>
                <c:pt idx="19" formatCode="0_ ">
                  <c:v>50.25</c:v>
                </c:pt>
                <c:pt idx="20" formatCode="0_ ">
                  <c:v>53.6</c:v>
                </c:pt>
                <c:pt idx="21" formatCode="0_ ">
                  <c:v>56.95</c:v>
                </c:pt>
                <c:pt idx="22" formatCode="0_ ">
                  <c:v>60.300000000000004</c:v>
                </c:pt>
              </c:numCache>
            </c:numRef>
          </c:val>
          <c:smooth val="0"/>
          <c:extLst>
            <c:ext xmlns:c16="http://schemas.microsoft.com/office/drawing/2014/chart" uri="{C3380CC4-5D6E-409C-BE32-E72D297353CC}">
              <c16:uniqueId val="{00000001-D97D-4CA4-936B-EBB7DAF2CD13}"/>
            </c:ext>
          </c:extLst>
        </c:ser>
        <c:ser>
          <c:idx val="2"/>
          <c:order val="2"/>
          <c:tx>
            <c:strRef>
              <c:f>'1404-0041 China enrollment '!$B$5</c:f>
              <c:strCache>
                <c:ptCount val="1"/>
                <c:pt idx="0">
                  <c:v>Patient Screened(Actual)</c:v>
                </c:pt>
              </c:strCache>
            </c:strRef>
          </c:tx>
          <c:spPr>
            <a:ln w="28575" cap="rnd">
              <a:solidFill>
                <a:srgbClr val="00B05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'!$C$5:$Z$5</c:f>
              <c:numCache>
                <c:formatCode>General</c:formatCode>
                <c:ptCount val="24"/>
                <c:pt idx="0">
                  <c:v>0</c:v>
                </c:pt>
                <c:pt idx="1">
                  <c:v>1</c:v>
                </c:pt>
                <c:pt idx="2">
                  <c:v>2</c:v>
                </c:pt>
                <c:pt idx="3">
                  <c:v>5</c:v>
                </c:pt>
                <c:pt idx="4">
                  <c:v>8</c:v>
                </c:pt>
                <c:pt idx="5">
                  <c:v>15</c:v>
                </c:pt>
                <c:pt idx="6">
                  <c:v>30</c:v>
                </c:pt>
                <c:pt idx="7">
                  <c:v>44</c:v>
                </c:pt>
                <c:pt idx="8">
                  <c:v>53</c:v>
                </c:pt>
                <c:pt idx="9">
                  <c:v>64</c:v>
                </c:pt>
                <c:pt idx="10">
                  <c:v>79</c:v>
                </c:pt>
                <c:pt idx="11">
                  <c:v>92</c:v>
                </c:pt>
              </c:numCache>
            </c:numRef>
          </c:val>
          <c:smooth val="0"/>
          <c:extLst>
            <c:ext xmlns:c16="http://schemas.microsoft.com/office/drawing/2014/chart" uri="{C3380CC4-5D6E-409C-BE32-E72D297353CC}">
              <c16:uniqueId val="{00000002-D97D-4CA4-936B-EBB7DAF2CD13}"/>
            </c:ext>
          </c:extLst>
        </c:ser>
        <c:ser>
          <c:idx val="3"/>
          <c:order val="3"/>
          <c:tx>
            <c:strRef>
              <c:f>'1404-0041 China enrollment '!$B$6</c:f>
              <c:strCache>
                <c:ptCount val="1"/>
                <c:pt idx="0">
                  <c:v>Patient Screened(Planned)</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'1404-0041 China enrollment '!$C$2:$Z$2</c:f>
              <c:numCache>
                <c:formatCode>d\-mmm\-yy</c:formatCode>
                <c:ptCount val="24"/>
                <c:pt idx="0">
                  <c:v>45325</c:v>
                </c:pt>
                <c:pt idx="1">
                  <c:v>45332</c:v>
                </c:pt>
                <c:pt idx="2">
                  <c:v>45339</c:v>
                </c:pt>
                <c:pt idx="3">
                  <c:v>45346</c:v>
                </c:pt>
                <c:pt idx="4">
                  <c:v>45353</c:v>
                </c:pt>
                <c:pt idx="5">
                  <c:v>45360</c:v>
                </c:pt>
                <c:pt idx="6">
                  <c:v>45367</c:v>
                </c:pt>
                <c:pt idx="7">
                  <c:v>45374</c:v>
                </c:pt>
                <c:pt idx="8">
                  <c:v>45381</c:v>
                </c:pt>
                <c:pt idx="9">
                  <c:v>45388</c:v>
                </c:pt>
                <c:pt idx="10">
                  <c:v>45395</c:v>
                </c:pt>
                <c:pt idx="11">
                  <c:v>45402</c:v>
                </c:pt>
                <c:pt idx="12">
                  <c:v>45409</c:v>
                </c:pt>
                <c:pt idx="13">
                  <c:v>45416</c:v>
                </c:pt>
                <c:pt idx="14">
                  <c:v>45423</c:v>
                </c:pt>
                <c:pt idx="15">
                  <c:v>45430</c:v>
                </c:pt>
                <c:pt idx="16">
                  <c:v>45437</c:v>
                </c:pt>
                <c:pt idx="17">
                  <c:v>45444</c:v>
                </c:pt>
                <c:pt idx="18">
                  <c:v>45451</c:v>
                </c:pt>
                <c:pt idx="19">
                  <c:v>45458</c:v>
                </c:pt>
                <c:pt idx="20">
                  <c:v>45465</c:v>
                </c:pt>
                <c:pt idx="21">
                  <c:v>45472</c:v>
                </c:pt>
                <c:pt idx="22">
                  <c:v>45479</c:v>
                </c:pt>
                <c:pt idx="23">
                  <c:v>45486</c:v>
                </c:pt>
              </c:numCache>
            </c:numRef>
          </c:cat>
          <c:val>
            <c:numRef>
              <c:f>'1404-0041 China enrollment '!$C$6:$Z$6</c:f>
              <c:numCache>
                <c:formatCode>General</c:formatCode>
                <c:ptCount val="24"/>
                <c:pt idx="1">
                  <c:v>3</c:v>
                </c:pt>
                <c:pt idx="2">
                  <c:v>3</c:v>
                </c:pt>
                <c:pt idx="3">
                  <c:v>6</c:v>
                </c:pt>
                <c:pt idx="4">
                  <c:v>9</c:v>
                </c:pt>
                <c:pt idx="5">
                  <c:v>15</c:v>
                </c:pt>
                <c:pt idx="6">
                  <c:v>20</c:v>
                </c:pt>
                <c:pt idx="7">
                  <c:v>25</c:v>
                </c:pt>
                <c:pt idx="8">
                  <c:v>30</c:v>
                </c:pt>
                <c:pt idx="9">
                  <c:v>35</c:v>
                </c:pt>
                <c:pt idx="10">
                  <c:v>40</c:v>
                </c:pt>
                <c:pt idx="11">
                  <c:v>45</c:v>
                </c:pt>
                <c:pt idx="12">
                  <c:v>50</c:v>
                </c:pt>
                <c:pt idx="13">
                  <c:v>55</c:v>
                </c:pt>
                <c:pt idx="14">
                  <c:v>60</c:v>
                </c:pt>
                <c:pt idx="15">
                  <c:v>65</c:v>
                </c:pt>
                <c:pt idx="16">
                  <c:v>70</c:v>
                </c:pt>
                <c:pt idx="17">
                  <c:v>75</c:v>
                </c:pt>
                <c:pt idx="18">
                  <c:v>80</c:v>
                </c:pt>
                <c:pt idx="19">
                  <c:v>85</c:v>
                </c:pt>
                <c:pt idx="20">
                  <c:v>90</c:v>
                </c:pt>
              </c:numCache>
            </c:numRef>
          </c:val>
          <c:smooth val="0"/>
          <c:extLst>
            <c:ext xmlns:c16="http://schemas.microsoft.com/office/drawing/2014/chart" uri="{C3380CC4-5D6E-409C-BE32-E72D297353CC}">
              <c16:uniqueId val="{00000003-D97D-4CA4-936B-EBB7DAF2CD13}"/>
            </c:ext>
          </c:extLst>
        </c:ser>
        <c:dLbls>
          <c:showLegendKey val="0"/>
          <c:showVal val="0"/>
          <c:showCatName val="0"/>
          <c:showSerName val="0"/>
          <c:showPercent val="0"/>
          <c:showBubbleSize val="0"/>
        </c:dLbls>
        <c:smooth val="0"/>
        <c:axId val="640158608"/>
        <c:axId val="640152128"/>
      </c:lineChart>
      <c:dateAx>
        <c:axId val="640158608"/>
        <c:scaling>
          <c:orientation val="minMax"/>
        </c:scaling>
        <c:delete val="0"/>
        <c:axPos val="b"/>
        <c:numFmt formatCode="d\-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40152128"/>
        <c:crosses val="autoZero"/>
        <c:auto val="1"/>
        <c:lblOffset val="100"/>
        <c:baseTimeUnit val="days"/>
        <c:majorUnit val="1"/>
        <c:majorTimeUnit val="months"/>
        <c:minorUnit val="1"/>
        <c:minorTimeUnit val="months"/>
      </c:dateAx>
      <c:valAx>
        <c:axId val="640152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4015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Screening &amp; enrolled -global (cut-off 22A</a:t>
            </a:r>
            <a:r>
              <a:rPr lang="en-US" altLang="zh-CN"/>
              <a:t>pr</a:t>
            </a:r>
            <a:r>
              <a:rPr lang="en-US"/>
              <a:t>2024)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1638217751483245E-2"/>
          <c:y val="0.12544018118136571"/>
          <c:w val="0.95278272143692877"/>
          <c:h val="0.8074503984350645"/>
        </c:manualLayout>
      </c:layout>
      <c:lineChart>
        <c:grouping val="standard"/>
        <c:varyColors val="0"/>
        <c:ser>
          <c:idx val="0"/>
          <c:order val="0"/>
          <c:tx>
            <c:strRef>
              <c:f>'Global CTMS data'!$A$2</c:f>
              <c:strCache>
                <c:ptCount val="1"/>
                <c:pt idx="0">
                  <c:v>Patients Enrolled/Randomized (Actual)</c:v>
                </c:pt>
              </c:strCache>
            </c:strRef>
          </c:tx>
          <c:spPr>
            <a:ln w="28575" cap="rnd">
              <a:solidFill>
                <a:schemeClr val="accent1"/>
              </a:solidFill>
              <a:round/>
            </a:ln>
            <a:effectLst/>
          </c:spPr>
          <c:marker>
            <c:symbol val="none"/>
          </c:marker>
          <c:dPt>
            <c:idx val="2"/>
            <c:marker>
              <c:symbol val="none"/>
            </c:marker>
            <c:bubble3D val="0"/>
            <c:extLst>
              <c:ext xmlns:c16="http://schemas.microsoft.com/office/drawing/2014/chart" uri="{C3380CC4-5D6E-409C-BE32-E72D297353CC}">
                <c16:uniqueId val="{00000000-70FF-4390-9E5A-889B370D19D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data'!$B$2:$U$2</c:f>
              <c:numCache>
                <c:formatCode>General</c:formatCode>
                <c:ptCount val="20"/>
                <c:pt idx="1">
                  <c:v>96</c:v>
                </c:pt>
                <c:pt idx="2">
                  <c:v>272</c:v>
                </c:pt>
                <c:pt idx="3">
                  <c:v>699</c:v>
                </c:pt>
                <c:pt idx="4">
                  <c:v>1415</c:v>
                </c:pt>
                <c:pt idx="5">
                  <c:v>1788</c:v>
                </c:pt>
                <c:pt idx="6">
                  <c:v>1974</c:v>
                </c:pt>
              </c:numCache>
            </c:numRef>
          </c:val>
          <c:smooth val="0"/>
          <c:extLst>
            <c:ext xmlns:c16="http://schemas.microsoft.com/office/drawing/2014/chart" uri="{C3380CC4-5D6E-409C-BE32-E72D297353CC}">
              <c16:uniqueId val="{00000001-70FF-4390-9E5A-889B370D19DC}"/>
            </c:ext>
          </c:extLst>
        </c:ser>
        <c:ser>
          <c:idx val="1"/>
          <c:order val="1"/>
          <c:tx>
            <c:strRef>
              <c:f>'Global CTMS data'!$A$3</c:f>
              <c:strCache>
                <c:ptCount val="1"/>
                <c:pt idx="0">
                  <c:v>Patients Enrolled/Randomized ( plan)</c:v>
                </c:pt>
              </c:strCache>
            </c:strRef>
          </c:tx>
          <c:spPr>
            <a:ln w="28575" cap="rnd">
              <a:solidFill>
                <a:schemeClr val="accent2"/>
              </a:solidFill>
              <a:prstDash val="dash"/>
              <a:round/>
            </a:ln>
            <a:effectLst/>
          </c:spPr>
          <c:marker>
            <c:symbol val="none"/>
          </c:marker>
          <c:dLbls>
            <c:dLbl>
              <c:idx val="5"/>
              <c:layout>
                <c:manualLayout>
                  <c:x val="-1.5852451641925325E-2"/>
                  <c:y val="4.077471967380074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0FF-4390-9E5A-889B370D19DC}"/>
                </c:ext>
              </c:extLst>
            </c:dLbl>
            <c:spPr>
              <a:noFill/>
              <a:ln>
                <a:noFill/>
                <a:prstDash val="dashDot"/>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data'!$B$3:$U$3</c:f>
              <c:numCache>
                <c:formatCode>General</c:formatCode>
                <c:ptCount val="20"/>
                <c:pt idx="1">
                  <c:v>210</c:v>
                </c:pt>
                <c:pt idx="2">
                  <c:v>462</c:v>
                </c:pt>
                <c:pt idx="3">
                  <c:v>714</c:v>
                </c:pt>
                <c:pt idx="4">
                  <c:v>1029</c:v>
                </c:pt>
                <c:pt idx="5">
                  <c:v>1281</c:v>
                </c:pt>
                <c:pt idx="6">
                  <c:v>1533</c:v>
                </c:pt>
                <c:pt idx="7">
                  <c:v>1848</c:v>
                </c:pt>
                <c:pt idx="8">
                  <c:v>2100</c:v>
                </c:pt>
                <c:pt idx="9">
                  <c:v>2415</c:v>
                </c:pt>
                <c:pt idx="10">
                  <c:v>2667</c:v>
                </c:pt>
                <c:pt idx="11">
                  <c:v>2919</c:v>
                </c:pt>
                <c:pt idx="12">
                  <c:v>3234</c:v>
                </c:pt>
                <c:pt idx="13">
                  <c:v>3486</c:v>
                </c:pt>
                <c:pt idx="14">
                  <c:v>3738</c:v>
                </c:pt>
                <c:pt idx="15">
                  <c:v>3990</c:v>
                </c:pt>
                <c:pt idx="16">
                  <c:v>4305</c:v>
                </c:pt>
                <c:pt idx="17">
                  <c:v>4557</c:v>
                </c:pt>
                <c:pt idx="18">
                  <c:v>4872</c:v>
                </c:pt>
                <c:pt idx="19">
                  <c:v>4935</c:v>
                </c:pt>
              </c:numCache>
            </c:numRef>
          </c:val>
          <c:smooth val="0"/>
          <c:extLst>
            <c:ext xmlns:c16="http://schemas.microsoft.com/office/drawing/2014/chart" uri="{C3380CC4-5D6E-409C-BE32-E72D297353CC}">
              <c16:uniqueId val="{00000003-70FF-4390-9E5A-889B370D19DC}"/>
            </c:ext>
          </c:extLst>
        </c:ser>
        <c:ser>
          <c:idx val="2"/>
          <c:order val="2"/>
          <c:tx>
            <c:strRef>
              <c:f>'Global CTMS data'!$A$4</c:f>
              <c:strCache>
                <c:ptCount val="1"/>
                <c:pt idx="0">
                  <c:v>Patient Screened(Planned)</c:v>
                </c:pt>
              </c:strCache>
            </c:strRef>
          </c:tx>
          <c:spPr>
            <a:ln w="28575" cap="rnd">
              <a:solidFill>
                <a:schemeClr val="accent3"/>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data'!$B$4:$U$4</c:f>
              <c:numCache>
                <c:formatCode>General</c:formatCode>
                <c:ptCount val="20"/>
                <c:pt idx="0">
                  <c:v>133</c:v>
                </c:pt>
                <c:pt idx="1">
                  <c:v>573</c:v>
                </c:pt>
                <c:pt idx="2">
                  <c:v>925</c:v>
                </c:pt>
                <c:pt idx="3">
                  <c:v>1277</c:v>
                </c:pt>
                <c:pt idx="4">
                  <c:v>1717</c:v>
                </c:pt>
                <c:pt idx="5">
                  <c:v>2069</c:v>
                </c:pt>
                <c:pt idx="6">
                  <c:v>2421</c:v>
                </c:pt>
                <c:pt idx="7">
                  <c:v>2861</c:v>
                </c:pt>
                <c:pt idx="8">
                  <c:v>3213</c:v>
                </c:pt>
                <c:pt idx="9">
                  <c:v>3653</c:v>
                </c:pt>
                <c:pt idx="10">
                  <c:v>4005</c:v>
                </c:pt>
                <c:pt idx="11">
                  <c:v>4357</c:v>
                </c:pt>
                <c:pt idx="12">
                  <c:v>4797</c:v>
                </c:pt>
                <c:pt idx="13">
                  <c:v>5149</c:v>
                </c:pt>
                <c:pt idx="14">
                  <c:v>5501</c:v>
                </c:pt>
                <c:pt idx="15">
                  <c:v>5853</c:v>
                </c:pt>
                <c:pt idx="16">
                  <c:v>6205</c:v>
                </c:pt>
                <c:pt idx="17">
                  <c:v>6557</c:v>
                </c:pt>
                <c:pt idx="18">
                  <c:v>6909</c:v>
                </c:pt>
              </c:numCache>
            </c:numRef>
          </c:val>
          <c:smooth val="0"/>
          <c:extLst>
            <c:ext xmlns:c16="http://schemas.microsoft.com/office/drawing/2014/chart" uri="{C3380CC4-5D6E-409C-BE32-E72D297353CC}">
              <c16:uniqueId val="{00000004-70FF-4390-9E5A-889B370D19DC}"/>
            </c:ext>
          </c:extLst>
        </c:ser>
        <c:ser>
          <c:idx val="3"/>
          <c:order val="3"/>
          <c:tx>
            <c:strRef>
              <c:f>'Global CTMS data'!$A$5</c:f>
              <c:strCache>
                <c:ptCount val="1"/>
                <c:pt idx="0">
                  <c:v>Patient Screened(Actual)</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'Global CTMS data'!$B$1:$U$1</c:f>
              <c:numCache>
                <c:formatCode>[$-409]mmm\-yy;@</c:formatCode>
                <c:ptCount val="20"/>
                <c:pt idx="0">
                  <c:v>45255</c:v>
                </c:pt>
                <c:pt idx="1">
                  <c:v>45291</c:v>
                </c:pt>
                <c:pt idx="2">
                  <c:v>45322</c:v>
                </c:pt>
                <c:pt idx="3">
                  <c:v>45351</c:v>
                </c:pt>
                <c:pt idx="4">
                  <c:v>45382</c:v>
                </c:pt>
                <c:pt idx="5">
                  <c:v>45412</c:v>
                </c:pt>
                <c:pt idx="6">
                  <c:v>45443</c:v>
                </c:pt>
                <c:pt idx="7">
                  <c:v>45473</c:v>
                </c:pt>
                <c:pt idx="8">
                  <c:v>45504</c:v>
                </c:pt>
                <c:pt idx="9">
                  <c:v>45535</c:v>
                </c:pt>
                <c:pt idx="10">
                  <c:v>45565</c:v>
                </c:pt>
                <c:pt idx="11">
                  <c:v>45596</c:v>
                </c:pt>
                <c:pt idx="12">
                  <c:v>45626</c:v>
                </c:pt>
                <c:pt idx="13">
                  <c:v>45657</c:v>
                </c:pt>
                <c:pt idx="14">
                  <c:v>45688</c:v>
                </c:pt>
                <c:pt idx="15">
                  <c:v>45716</c:v>
                </c:pt>
                <c:pt idx="16">
                  <c:v>45747</c:v>
                </c:pt>
                <c:pt idx="17">
                  <c:v>45777</c:v>
                </c:pt>
                <c:pt idx="18">
                  <c:v>45808</c:v>
                </c:pt>
                <c:pt idx="19">
                  <c:v>45838</c:v>
                </c:pt>
              </c:numCache>
            </c:numRef>
          </c:cat>
          <c:val>
            <c:numRef>
              <c:f>'Global CTMS data'!$B$5:$U$5</c:f>
              <c:numCache>
                <c:formatCode>General</c:formatCode>
                <c:ptCount val="20"/>
                <c:pt idx="0">
                  <c:v>2</c:v>
                </c:pt>
                <c:pt idx="1">
                  <c:v>260</c:v>
                </c:pt>
                <c:pt idx="2">
                  <c:v>644</c:v>
                </c:pt>
                <c:pt idx="3">
                  <c:v>1570</c:v>
                </c:pt>
                <c:pt idx="4">
                  <c:v>2463</c:v>
                </c:pt>
                <c:pt idx="5">
                  <c:v>3234</c:v>
                </c:pt>
                <c:pt idx="6">
                  <c:v>3588</c:v>
                </c:pt>
              </c:numCache>
            </c:numRef>
          </c:val>
          <c:smooth val="0"/>
          <c:extLst>
            <c:ext xmlns:c16="http://schemas.microsoft.com/office/drawing/2014/chart" uri="{C3380CC4-5D6E-409C-BE32-E72D297353CC}">
              <c16:uniqueId val="{00000005-70FF-4390-9E5A-889B370D19DC}"/>
            </c:ext>
          </c:extLst>
        </c:ser>
        <c:dLbls>
          <c:dLblPos val="ctr"/>
          <c:showLegendKey val="0"/>
          <c:showVal val="1"/>
          <c:showCatName val="0"/>
          <c:showSerName val="0"/>
          <c:showPercent val="0"/>
          <c:showBubbleSize val="0"/>
        </c:dLbls>
        <c:smooth val="0"/>
        <c:axId val="671402880"/>
        <c:axId val="671406480"/>
      </c:lineChart>
      <c:dateAx>
        <c:axId val="671402880"/>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1406480"/>
        <c:crosses val="autoZero"/>
        <c:auto val="1"/>
        <c:lblOffset val="100"/>
        <c:baseTimeUnit val="months"/>
      </c:dateAx>
      <c:valAx>
        <c:axId val="671406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1402880"/>
        <c:crosses val="autoZero"/>
        <c:crossBetween val="between"/>
      </c:valAx>
      <c:spPr>
        <a:noFill/>
        <a:ln>
          <a:noFill/>
        </a:ln>
        <a:effectLst/>
      </c:spPr>
    </c:plotArea>
    <c:legend>
      <c:legendPos val="b"/>
      <c:layout>
        <c:manualLayout>
          <c:xMode val="edge"/>
          <c:yMode val="edge"/>
          <c:x val="5.0000040059997412E-2"/>
          <c:y val="0.9553488229180146"/>
          <c:w val="0.89999991988000516"/>
          <c:h val="4.465117708198536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Screening &amp; enrolled planning -China Mainland (cut-off 22A</a:t>
            </a:r>
            <a:r>
              <a:rPr lang="en-US" altLang="zh-CN"/>
              <a:t>pr</a:t>
            </a:r>
            <a:r>
              <a:rPr lang="en-US"/>
              <a:t>2024)</a:t>
            </a:r>
          </a:p>
        </c:rich>
      </c:tx>
      <c:layout>
        <c:manualLayout>
          <c:xMode val="edge"/>
          <c:yMode val="edge"/>
          <c:x val="0.27768156277053296"/>
          <c:y val="1.03963980786986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1827336323995356E-2"/>
          <c:y val="0.10512763591275985"/>
          <c:w val="0.9173435950729768"/>
          <c:h val="0.7480944088038145"/>
        </c:manualLayout>
      </c:layout>
      <c:lineChart>
        <c:grouping val="standard"/>
        <c:varyColors val="0"/>
        <c:ser>
          <c:idx val="0"/>
          <c:order val="0"/>
          <c:tx>
            <c:strRef>
              <c:f>'China Status'!$A$4</c:f>
              <c:strCache>
                <c:ptCount val="1"/>
                <c:pt idx="0">
                  <c:v>Patient Screened (planed)</c:v>
                </c:pt>
              </c:strCache>
            </c:strRef>
          </c:tx>
          <c:spPr>
            <a:ln w="28575" cap="rnd">
              <a:solidFill>
                <a:schemeClr val="accent1"/>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Status'!$B$4:$T$4</c:f>
              <c:numCache>
                <c:formatCode>General</c:formatCode>
                <c:ptCount val="19"/>
                <c:pt idx="1">
                  <c:v>2</c:v>
                </c:pt>
                <c:pt idx="2">
                  <c:v>8</c:v>
                </c:pt>
                <c:pt idx="3">
                  <c:v>14</c:v>
                </c:pt>
                <c:pt idx="4">
                  <c:v>24</c:v>
                </c:pt>
                <c:pt idx="5">
                  <c:v>36</c:v>
                </c:pt>
                <c:pt idx="6">
                  <c:v>51</c:v>
                </c:pt>
                <c:pt idx="7">
                  <c:v>66</c:v>
                </c:pt>
                <c:pt idx="8">
                  <c:v>81</c:v>
                </c:pt>
                <c:pt idx="9">
                  <c:v>96</c:v>
                </c:pt>
                <c:pt idx="10">
                  <c:v>108</c:v>
                </c:pt>
                <c:pt idx="11">
                  <c:v>123</c:v>
                </c:pt>
                <c:pt idx="12">
                  <c:v>138</c:v>
                </c:pt>
                <c:pt idx="13">
                  <c:v>150</c:v>
                </c:pt>
                <c:pt idx="14">
                  <c:v>162</c:v>
                </c:pt>
                <c:pt idx="15">
                  <c:v>175</c:v>
                </c:pt>
                <c:pt idx="16">
                  <c:v>188</c:v>
                </c:pt>
                <c:pt idx="17">
                  <c:v>200</c:v>
                </c:pt>
              </c:numCache>
            </c:numRef>
          </c:val>
          <c:smooth val="0"/>
          <c:extLst>
            <c:ext xmlns:c16="http://schemas.microsoft.com/office/drawing/2014/chart" uri="{C3380CC4-5D6E-409C-BE32-E72D297353CC}">
              <c16:uniqueId val="{00000000-437C-4692-8E0C-E64FAC0EF82D}"/>
            </c:ext>
          </c:extLst>
        </c:ser>
        <c:ser>
          <c:idx val="1"/>
          <c:order val="1"/>
          <c:tx>
            <c:strRef>
              <c:f>'China Status'!$A$5</c:f>
              <c:strCache>
                <c:ptCount val="1"/>
                <c:pt idx="0">
                  <c:v>Monthly- screen plan</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Status'!$B$5:$T$5</c:f>
            </c:numRef>
          </c:val>
          <c:smooth val="0"/>
          <c:extLst>
            <c:ext xmlns:c16="http://schemas.microsoft.com/office/drawing/2014/chart" uri="{C3380CC4-5D6E-409C-BE32-E72D297353CC}">
              <c16:uniqueId val="{00000001-437C-4692-8E0C-E64FAC0EF82D}"/>
            </c:ext>
          </c:extLst>
        </c:ser>
        <c:ser>
          <c:idx val="2"/>
          <c:order val="2"/>
          <c:tx>
            <c:strRef>
              <c:f>'China Status'!$A$6</c:f>
              <c:strCache>
                <c:ptCount val="1"/>
                <c:pt idx="0">
                  <c:v>Monthly- screen actual</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Status'!$B$6:$T$6</c:f>
            </c:numRef>
          </c:val>
          <c:smooth val="0"/>
          <c:extLst>
            <c:ext xmlns:c16="http://schemas.microsoft.com/office/drawing/2014/chart" uri="{C3380CC4-5D6E-409C-BE32-E72D297353CC}">
              <c16:uniqueId val="{00000002-437C-4692-8E0C-E64FAC0EF82D}"/>
            </c:ext>
          </c:extLst>
        </c:ser>
        <c:ser>
          <c:idx val="3"/>
          <c:order val="3"/>
          <c:tx>
            <c:strRef>
              <c:f>'China Status'!$A$7</c:f>
              <c:strCache>
                <c:ptCount val="1"/>
                <c:pt idx="0">
                  <c:v>Patient Screened (Actual)</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Status'!$B$7:$T$7</c:f>
              <c:numCache>
                <c:formatCode>General</c:formatCode>
                <c:ptCount val="19"/>
                <c:pt idx="1">
                  <c:v>3</c:v>
                </c:pt>
                <c:pt idx="2">
                  <c:v>19</c:v>
                </c:pt>
                <c:pt idx="3">
                  <c:v>53</c:v>
                </c:pt>
                <c:pt idx="4">
                  <c:v>77</c:v>
                </c:pt>
                <c:pt idx="5">
                  <c:v>93</c:v>
                </c:pt>
              </c:numCache>
            </c:numRef>
          </c:val>
          <c:smooth val="0"/>
          <c:extLst>
            <c:ext xmlns:c16="http://schemas.microsoft.com/office/drawing/2014/chart" uri="{C3380CC4-5D6E-409C-BE32-E72D297353CC}">
              <c16:uniqueId val="{00000003-437C-4692-8E0C-E64FAC0EF82D}"/>
            </c:ext>
          </c:extLst>
        </c:ser>
        <c:ser>
          <c:idx val="4"/>
          <c:order val="4"/>
          <c:tx>
            <c:strRef>
              <c:f>'China Status'!$A$8</c:f>
              <c:strCache>
                <c:ptCount val="1"/>
                <c:pt idx="0">
                  <c:v>Patients Enrolled/Randomized (Planned)</c:v>
                </c:pt>
              </c:strCache>
            </c:strRef>
          </c:tx>
          <c:spPr>
            <a:ln w="28575" cap="rnd">
              <a:solidFill>
                <a:schemeClr val="accent5"/>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Status'!$B$8:$T$8</c:f>
              <c:numCache>
                <c:formatCode>General</c:formatCode>
                <c:ptCount val="19"/>
                <c:pt idx="1">
                  <c:v>1</c:v>
                </c:pt>
                <c:pt idx="2">
                  <c:v>4</c:v>
                </c:pt>
                <c:pt idx="3">
                  <c:v>8</c:v>
                </c:pt>
                <c:pt idx="4">
                  <c:v>16</c:v>
                </c:pt>
                <c:pt idx="5">
                  <c:v>26</c:v>
                </c:pt>
                <c:pt idx="6">
                  <c:v>36</c:v>
                </c:pt>
                <c:pt idx="7">
                  <c:v>47</c:v>
                </c:pt>
                <c:pt idx="8">
                  <c:v>59</c:v>
                </c:pt>
                <c:pt idx="9">
                  <c:v>72</c:v>
                </c:pt>
                <c:pt idx="10">
                  <c:v>82</c:v>
                </c:pt>
                <c:pt idx="11">
                  <c:v>94</c:v>
                </c:pt>
                <c:pt idx="12">
                  <c:v>106</c:v>
                </c:pt>
                <c:pt idx="13">
                  <c:v>116</c:v>
                </c:pt>
                <c:pt idx="14">
                  <c:v>126</c:v>
                </c:pt>
                <c:pt idx="15">
                  <c:v>136</c:v>
                </c:pt>
                <c:pt idx="16">
                  <c:v>146</c:v>
                </c:pt>
                <c:pt idx="17">
                  <c:v>156</c:v>
                </c:pt>
                <c:pt idx="18">
                  <c:v>160</c:v>
                </c:pt>
              </c:numCache>
            </c:numRef>
          </c:val>
          <c:smooth val="0"/>
          <c:extLst>
            <c:ext xmlns:c16="http://schemas.microsoft.com/office/drawing/2014/chart" uri="{C3380CC4-5D6E-409C-BE32-E72D297353CC}">
              <c16:uniqueId val="{00000004-437C-4692-8E0C-E64FAC0EF82D}"/>
            </c:ext>
          </c:extLst>
        </c:ser>
        <c:ser>
          <c:idx val="5"/>
          <c:order val="5"/>
          <c:tx>
            <c:strRef>
              <c:f>'China Status'!$A$9</c:f>
              <c:strCache>
                <c:ptCount val="1"/>
                <c:pt idx="0">
                  <c:v>Monthly-enrolled plan</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Status'!$B$9:$T$9</c:f>
            </c:numRef>
          </c:val>
          <c:smooth val="0"/>
          <c:extLst>
            <c:ext xmlns:c16="http://schemas.microsoft.com/office/drawing/2014/chart" uri="{C3380CC4-5D6E-409C-BE32-E72D297353CC}">
              <c16:uniqueId val="{00000005-437C-4692-8E0C-E64FAC0EF82D}"/>
            </c:ext>
          </c:extLst>
        </c:ser>
        <c:ser>
          <c:idx val="6"/>
          <c:order val="6"/>
          <c:tx>
            <c:strRef>
              <c:f>'China Status'!$A$10</c:f>
              <c:strCache>
                <c:ptCount val="1"/>
                <c:pt idx="0">
                  <c:v>Montly-enrolled actual</c:v>
                </c:pt>
              </c:strCache>
            </c:strRef>
          </c:tx>
          <c:spPr>
            <a:ln w="28575" cap="rnd">
              <a:solidFill>
                <a:schemeClr val="accent1">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Status'!$B$10:$T$10</c:f>
            </c:numRef>
          </c:val>
          <c:smooth val="0"/>
          <c:extLst>
            <c:ext xmlns:c16="http://schemas.microsoft.com/office/drawing/2014/chart" uri="{C3380CC4-5D6E-409C-BE32-E72D297353CC}">
              <c16:uniqueId val="{00000006-437C-4692-8E0C-E64FAC0EF82D}"/>
            </c:ext>
          </c:extLst>
        </c:ser>
        <c:ser>
          <c:idx val="7"/>
          <c:order val="7"/>
          <c:tx>
            <c:strRef>
              <c:f>'China Status'!$A$11</c:f>
              <c:strCache>
                <c:ptCount val="1"/>
                <c:pt idx="0">
                  <c:v>Patients Enrolled/Randomized (Actual)</c:v>
                </c:pt>
              </c:strCache>
            </c:strRef>
          </c:tx>
          <c:spPr>
            <a:ln w="28575" cap="rnd">
              <a:solidFill>
                <a:schemeClr val="accent2">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'China Status'!$B$1:$T$1</c:f>
              <c:strCache>
                <c:ptCount val="19"/>
                <c:pt idx="1">
                  <c:v>2024-01</c:v>
                </c:pt>
                <c:pt idx="2">
                  <c:v>2024-02</c:v>
                </c:pt>
                <c:pt idx="3">
                  <c:v>2024-03</c:v>
                </c:pt>
                <c:pt idx="4">
                  <c:v>2024-04</c:v>
                </c:pt>
                <c:pt idx="5">
                  <c:v>2024-05</c:v>
                </c:pt>
                <c:pt idx="6">
                  <c:v>2024-06</c:v>
                </c:pt>
                <c:pt idx="7">
                  <c:v>2024-07</c:v>
                </c:pt>
                <c:pt idx="8">
                  <c:v>2024-08</c:v>
                </c:pt>
                <c:pt idx="9">
                  <c:v>2024-09</c:v>
                </c:pt>
                <c:pt idx="10">
                  <c:v>2024-10</c:v>
                </c:pt>
                <c:pt idx="11">
                  <c:v>2024-11</c:v>
                </c:pt>
                <c:pt idx="12">
                  <c:v>2024-12</c:v>
                </c:pt>
                <c:pt idx="13">
                  <c:v>2025-01</c:v>
                </c:pt>
                <c:pt idx="14">
                  <c:v>2025-02</c:v>
                </c:pt>
                <c:pt idx="15">
                  <c:v>2025-03</c:v>
                </c:pt>
                <c:pt idx="16">
                  <c:v>2025-04</c:v>
                </c:pt>
                <c:pt idx="17">
                  <c:v>2025-05</c:v>
                </c:pt>
                <c:pt idx="18">
                  <c:v>2025-06</c:v>
                </c:pt>
              </c:strCache>
            </c:strRef>
          </c:cat>
          <c:val>
            <c:numRef>
              <c:f>'China Status'!$B$11:$T$11</c:f>
              <c:numCache>
                <c:formatCode>General</c:formatCode>
                <c:ptCount val="19"/>
                <c:pt idx="1">
                  <c:v>0</c:v>
                </c:pt>
                <c:pt idx="2">
                  <c:v>6</c:v>
                </c:pt>
                <c:pt idx="3">
                  <c:v>30</c:v>
                </c:pt>
                <c:pt idx="4">
                  <c:v>40</c:v>
                </c:pt>
                <c:pt idx="5">
                  <c:v>47</c:v>
                </c:pt>
              </c:numCache>
            </c:numRef>
          </c:val>
          <c:smooth val="0"/>
          <c:extLst>
            <c:ext xmlns:c16="http://schemas.microsoft.com/office/drawing/2014/chart" uri="{C3380CC4-5D6E-409C-BE32-E72D297353CC}">
              <c16:uniqueId val="{00000007-437C-4692-8E0C-E64FAC0EF82D}"/>
            </c:ext>
          </c:extLst>
        </c:ser>
        <c:dLbls>
          <c:dLblPos val="ctr"/>
          <c:showLegendKey val="0"/>
          <c:showVal val="1"/>
          <c:showCatName val="0"/>
          <c:showSerName val="0"/>
          <c:showPercent val="0"/>
          <c:showBubbleSize val="0"/>
        </c:dLbls>
        <c:smooth val="0"/>
        <c:axId val="523006048"/>
        <c:axId val="523012280"/>
      </c:lineChart>
      <c:catAx>
        <c:axId val="52300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Algn val="ctr"/>
        <c:lblOffset val="100"/>
        <c:noMultiLvlLbl val="0"/>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userShapes r:id="rId5"/>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Screen</a:t>
            </a:r>
            <a:r>
              <a:rPr lang="en-US" altLang="zh-CN" baseline="0"/>
              <a:t> and Enrolled status Hong Kong (cut-off 22Apr2024)</a:t>
            </a:r>
            <a:endParaRPr lang="zh-CN" altLang="en-US"/>
          </a:p>
        </c:rich>
      </c:tx>
      <c:layout>
        <c:manualLayout>
          <c:xMode val="edge"/>
          <c:yMode val="edge"/>
          <c:x val="0.27768156277053296"/>
          <c:y val="1.03963980786986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1827336323995356E-2"/>
          <c:y val="0.10512763591275985"/>
          <c:w val="0.9173435950729768"/>
          <c:h val="0.7480944088038145"/>
        </c:manualLayout>
      </c:layout>
      <c:lineChart>
        <c:grouping val="standard"/>
        <c:varyColors val="0"/>
        <c:ser>
          <c:idx val="0"/>
          <c:order val="0"/>
          <c:tx>
            <c:strRef>
              <c:f>'Hongkong Status'!$A$5</c:f>
              <c:strCache>
                <c:ptCount val="1"/>
                <c:pt idx="0">
                  <c:v>Patients Enrolled/Randomized (Actual)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Status'!$B$5:$S$5</c:f>
              <c:numCache>
                <c:formatCode>General</c:formatCode>
                <c:ptCount val="17"/>
                <c:pt idx="0">
                  <c:v>0</c:v>
                </c:pt>
                <c:pt idx="1">
                  <c:v>2</c:v>
                </c:pt>
                <c:pt idx="2">
                  <c:v>2</c:v>
                </c:pt>
                <c:pt idx="3">
                  <c:v>3</c:v>
                </c:pt>
              </c:numCache>
            </c:numRef>
          </c:val>
          <c:smooth val="0"/>
          <c:extLst>
            <c:ext xmlns:c16="http://schemas.microsoft.com/office/drawing/2014/chart" uri="{C3380CC4-5D6E-409C-BE32-E72D297353CC}">
              <c16:uniqueId val="{00000000-2423-4873-B9A2-157E6908C486}"/>
            </c:ext>
          </c:extLst>
        </c:ser>
        <c:ser>
          <c:idx val="1"/>
          <c:order val="1"/>
          <c:tx>
            <c:strRef>
              <c:f>'Hongkong Status'!$A$6</c:f>
              <c:strCache>
                <c:ptCount val="1"/>
                <c:pt idx="0">
                  <c:v>Patients Enrolled/Randomized (Planned)</c:v>
                </c:pt>
              </c:strCache>
            </c:strRef>
          </c:tx>
          <c:spPr>
            <a:ln w="28575" cap="rnd">
              <a:solidFill>
                <a:schemeClr val="accent2"/>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Status'!$B$6:$S$6</c:f>
              <c:numCache>
                <c:formatCode>General</c:formatCode>
                <c:ptCount val="17"/>
                <c:pt idx="0">
                  <c:v>0</c:v>
                </c:pt>
                <c:pt idx="1">
                  <c:v>1</c:v>
                </c:pt>
                <c:pt idx="2">
                  <c:v>2</c:v>
                </c:pt>
                <c:pt idx="3">
                  <c:v>4</c:v>
                </c:pt>
                <c:pt idx="4">
                  <c:v>6</c:v>
                </c:pt>
                <c:pt idx="5">
                  <c:v>7</c:v>
                </c:pt>
                <c:pt idx="6">
                  <c:v>9</c:v>
                </c:pt>
                <c:pt idx="7">
                  <c:v>11</c:v>
                </c:pt>
                <c:pt idx="8">
                  <c:v>12</c:v>
                </c:pt>
                <c:pt idx="9">
                  <c:v>14</c:v>
                </c:pt>
                <c:pt idx="10">
                  <c:v>15</c:v>
                </c:pt>
                <c:pt idx="11">
                  <c:v>17</c:v>
                </c:pt>
                <c:pt idx="12">
                  <c:v>18</c:v>
                </c:pt>
                <c:pt idx="13">
                  <c:v>20</c:v>
                </c:pt>
              </c:numCache>
            </c:numRef>
          </c:val>
          <c:smooth val="0"/>
          <c:extLst>
            <c:ext xmlns:c16="http://schemas.microsoft.com/office/drawing/2014/chart" uri="{C3380CC4-5D6E-409C-BE32-E72D297353CC}">
              <c16:uniqueId val="{00000001-2423-4873-B9A2-157E6908C486}"/>
            </c:ext>
          </c:extLst>
        </c:ser>
        <c:ser>
          <c:idx val="2"/>
          <c:order val="2"/>
          <c:tx>
            <c:strRef>
              <c:f>'Hongkong Status'!$A$7</c:f>
              <c:strCache>
                <c:ptCount val="1"/>
                <c:pt idx="0">
                  <c:v>Sites Activated (Actual)</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Status'!$B$7:$S$7</c:f>
            </c:numRef>
          </c:val>
          <c:smooth val="0"/>
          <c:extLst>
            <c:ext xmlns:c16="http://schemas.microsoft.com/office/drawing/2014/chart" uri="{C3380CC4-5D6E-409C-BE32-E72D297353CC}">
              <c16:uniqueId val="{00000002-2423-4873-B9A2-157E6908C486}"/>
            </c:ext>
          </c:extLst>
        </c:ser>
        <c:ser>
          <c:idx val="3"/>
          <c:order val="3"/>
          <c:tx>
            <c:strRef>
              <c:f>'Hongkong Status'!$A$8</c:f>
              <c:strCache>
                <c:ptCount val="1"/>
                <c:pt idx="0">
                  <c:v>Sites Activtied(Planned) </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Status'!$B$8:$S$8</c:f>
            </c:numRef>
          </c:val>
          <c:smooth val="0"/>
          <c:extLst>
            <c:ext xmlns:c16="http://schemas.microsoft.com/office/drawing/2014/chart" uri="{C3380CC4-5D6E-409C-BE32-E72D297353CC}">
              <c16:uniqueId val="{00000003-2423-4873-B9A2-157E6908C486}"/>
            </c:ext>
          </c:extLst>
        </c:ser>
        <c:ser>
          <c:idx val="4"/>
          <c:order val="4"/>
          <c:tx>
            <c:strRef>
              <c:f>'Hongkong Status'!$A$9</c:f>
              <c:strCache>
                <c:ptCount val="1"/>
                <c:pt idx="0">
                  <c:v>Patient Screened(Actual)</c:v>
                </c:pt>
              </c:strCache>
            </c:strRef>
          </c:tx>
          <c:spPr>
            <a:ln w="28575" cap="rnd">
              <a:solidFill>
                <a:schemeClr val="accent5"/>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Status'!$B$9:$S$9</c:f>
              <c:numCache>
                <c:formatCode>General</c:formatCode>
                <c:ptCount val="17"/>
                <c:pt idx="0">
                  <c:v>0</c:v>
                </c:pt>
                <c:pt idx="1">
                  <c:v>2</c:v>
                </c:pt>
                <c:pt idx="2">
                  <c:v>4</c:v>
                </c:pt>
                <c:pt idx="3">
                  <c:v>5</c:v>
                </c:pt>
              </c:numCache>
            </c:numRef>
          </c:val>
          <c:smooth val="0"/>
          <c:extLst>
            <c:ext xmlns:c16="http://schemas.microsoft.com/office/drawing/2014/chart" uri="{C3380CC4-5D6E-409C-BE32-E72D297353CC}">
              <c16:uniqueId val="{00000004-2423-4873-B9A2-157E6908C486}"/>
            </c:ext>
          </c:extLst>
        </c:ser>
        <c:ser>
          <c:idx val="5"/>
          <c:order val="5"/>
          <c:tx>
            <c:strRef>
              <c:f>'Hongkong Status'!$A$10</c:f>
              <c:strCache>
                <c:ptCount val="1"/>
                <c:pt idx="0">
                  <c:v>Patient Screened(Planned)</c:v>
                </c:pt>
              </c:strCache>
            </c:strRef>
          </c:tx>
          <c:spPr>
            <a:ln w="28575" cap="rnd">
              <a:solidFill>
                <a:schemeClr val="accent6"/>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'Hongkong Status'!$B$4:$S$4</c:f>
              <c:numCache>
                <c:formatCode>mmm\-yy</c:formatCode>
                <c:ptCount val="17"/>
                <c:pt idx="0">
                  <c:v>45323</c:v>
                </c:pt>
                <c:pt idx="1">
                  <c:v>45352</c:v>
                </c:pt>
                <c:pt idx="2">
                  <c:v>45383</c:v>
                </c:pt>
                <c:pt idx="3">
                  <c:v>45413</c:v>
                </c:pt>
                <c:pt idx="4">
                  <c:v>45444</c:v>
                </c:pt>
                <c:pt idx="5">
                  <c:v>45474</c:v>
                </c:pt>
                <c:pt idx="6">
                  <c:v>45505</c:v>
                </c:pt>
                <c:pt idx="7">
                  <c:v>45536</c:v>
                </c:pt>
                <c:pt idx="8">
                  <c:v>45566</c:v>
                </c:pt>
                <c:pt idx="9">
                  <c:v>45597</c:v>
                </c:pt>
                <c:pt idx="10">
                  <c:v>45627</c:v>
                </c:pt>
                <c:pt idx="11">
                  <c:v>45658</c:v>
                </c:pt>
                <c:pt idx="12">
                  <c:v>45689</c:v>
                </c:pt>
                <c:pt idx="13">
                  <c:v>45717</c:v>
                </c:pt>
                <c:pt idx="14">
                  <c:v>45748</c:v>
                </c:pt>
                <c:pt idx="15">
                  <c:v>45778</c:v>
                </c:pt>
                <c:pt idx="16">
                  <c:v>45809</c:v>
                </c:pt>
              </c:numCache>
            </c:numRef>
          </c:cat>
          <c:val>
            <c:numRef>
              <c:f>'Hongkong Status'!$B$10:$S$10</c:f>
              <c:numCache>
                <c:formatCode>General</c:formatCode>
                <c:ptCount val="17"/>
                <c:pt idx="0">
                  <c:v>1</c:v>
                </c:pt>
                <c:pt idx="1">
                  <c:v>3</c:v>
                </c:pt>
                <c:pt idx="2">
                  <c:v>5</c:v>
                </c:pt>
                <c:pt idx="3">
                  <c:v>7</c:v>
                </c:pt>
                <c:pt idx="4">
                  <c:v>10</c:v>
                </c:pt>
                <c:pt idx="5">
                  <c:v>12</c:v>
                </c:pt>
                <c:pt idx="6">
                  <c:v>15</c:v>
                </c:pt>
                <c:pt idx="7">
                  <c:v>17</c:v>
                </c:pt>
                <c:pt idx="8">
                  <c:v>18</c:v>
                </c:pt>
                <c:pt idx="9">
                  <c:v>21</c:v>
                </c:pt>
                <c:pt idx="10">
                  <c:v>23</c:v>
                </c:pt>
                <c:pt idx="11">
                  <c:v>24</c:v>
                </c:pt>
                <c:pt idx="12">
                  <c:v>26</c:v>
                </c:pt>
                <c:pt idx="13">
                  <c:v>27</c:v>
                </c:pt>
              </c:numCache>
            </c:numRef>
          </c:val>
          <c:smooth val="0"/>
          <c:extLst>
            <c:ext xmlns:c16="http://schemas.microsoft.com/office/drawing/2014/chart" uri="{C3380CC4-5D6E-409C-BE32-E72D297353CC}">
              <c16:uniqueId val="{00000005-2423-4873-B9A2-157E6908C486}"/>
            </c:ext>
          </c:extLst>
        </c:ser>
        <c:dLbls>
          <c:dLblPos val="ctr"/>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userShapes r:id="rId5"/>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baseline="0"/>
              <a:t>Synchronize CVOT Patient Enrollment Status (Taiwan)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template!$A$5</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template!$B$5:$Q$5</c:f>
              <c:numCache>
                <c:formatCode>General</c:formatCode>
                <c:ptCount val="16"/>
                <c:pt idx="0">
                  <c:v>0</c:v>
                </c:pt>
                <c:pt idx="1">
                  <c:v>0</c:v>
                </c:pt>
                <c:pt idx="2">
                  <c:v>1</c:v>
                </c:pt>
                <c:pt idx="3">
                  <c:v>5</c:v>
                </c:pt>
              </c:numCache>
            </c:numRef>
          </c:val>
          <c:smooth val="0"/>
          <c:extLst>
            <c:ext xmlns:c16="http://schemas.microsoft.com/office/drawing/2014/chart" uri="{C3380CC4-5D6E-409C-BE32-E72D297353CC}">
              <c16:uniqueId val="{00000000-91F0-49FC-ADEA-8A92EA0BC0A4}"/>
            </c:ext>
          </c:extLst>
        </c:ser>
        <c:ser>
          <c:idx val="1"/>
          <c:order val="1"/>
          <c:tx>
            <c:strRef>
              <c:f>template!$A$6</c:f>
              <c:strCache>
                <c:ptCount val="1"/>
                <c:pt idx="0">
                  <c:v>Patients Enrolled/Randomized (orginial plan)</c:v>
                </c:pt>
              </c:strCache>
            </c:strRef>
          </c:tx>
          <c:spPr>
            <a:ln w="25400" cap="rnd">
              <a:solidFill>
                <a:srgbClr val="FF0000">
                  <a:alpha val="5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template!$B$6:$S$6</c:f>
              <c:numCache>
                <c:formatCode>General</c:formatCode>
                <c:ptCount val="18"/>
                <c:pt idx="0">
                  <c:v>0</c:v>
                </c:pt>
                <c:pt idx="1">
                  <c:v>0</c:v>
                </c:pt>
                <c:pt idx="2">
                  <c:v>2</c:v>
                </c:pt>
                <c:pt idx="3">
                  <c:v>6</c:v>
                </c:pt>
                <c:pt idx="4">
                  <c:v>10</c:v>
                </c:pt>
                <c:pt idx="5">
                  <c:v>13</c:v>
                </c:pt>
                <c:pt idx="6">
                  <c:v>17</c:v>
                </c:pt>
                <c:pt idx="7">
                  <c:v>21</c:v>
                </c:pt>
                <c:pt idx="8">
                  <c:v>26</c:v>
                </c:pt>
                <c:pt idx="9">
                  <c:v>29</c:v>
                </c:pt>
                <c:pt idx="10">
                  <c:v>34</c:v>
                </c:pt>
                <c:pt idx="11">
                  <c:v>39</c:v>
                </c:pt>
                <c:pt idx="12">
                  <c:v>41</c:v>
                </c:pt>
                <c:pt idx="13">
                  <c:v>45</c:v>
                </c:pt>
                <c:pt idx="14">
                  <c:v>50</c:v>
                </c:pt>
                <c:pt idx="15">
                  <c:v>55</c:v>
                </c:pt>
                <c:pt idx="16">
                  <c:v>56</c:v>
                </c:pt>
                <c:pt idx="17">
                  <c:v>56</c:v>
                </c:pt>
              </c:numCache>
            </c:numRef>
          </c:val>
          <c:smooth val="0"/>
          <c:extLst>
            <c:ext xmlns:c16="http://schemas.microsoft.com/office/drawing/2014/chart" uri="{C3380CC4-5D6E-409C-BE32-E72D297353CC}">
              <c16:uniqueId val="{00000001-91F0-49FC-ADEA-8A92EA0BC0A4}"/>
            </c:ext>
          </c:extLst>
        </c:ser>
        <c:ser>
          <c:idx val="2"/>
          <c:order val="2"/>
          <c:tx>
            <c:strRef>
              <c:f>template!$A$10</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template!$B$10:$Q$10</c:f>
              <c:numCache>
                <c:formatCode>General</c:formatCode>
                <c:ptCount val="16"/>
                <c:pt idx="0">
                  <c:v>0</c:v>
                </c:pt>
                <c:pt idx="1">
                  <c:v>0</c:v>
                </c:pt>
                <c:pt idx="2">
                  <c:v>3</c:v>
                </c:pt>
                <c:pt idx="3">
                  <c:v>9</c:v>
                </c:pt>
              </c:numCache>
            </c:numRef>
          </c:val>
          <c:smooth val="0"/>
          <c:extLst>
            <c:ext xmlns:c16="http://schemas.microsoft.com/office/drawing/2014/chart" uri="{C3380CC4-5D6E-409C-BE32-E72D297353CC}">
              <c16:uniqueId val="{00000002-91F0-49FC-ADEA-8A92EA0BC0A4}"/>
            </c:ext>
          </c:extLst>
        </c:ser>
        <c:ser>
          <c:idx val="3"/>
          <c:order val="3"/>
          <c:tx>
            <c:strRef>
              <c:f>template!$A$11</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template!$B$11:$S$11</c:f>
              <c:numCache>
                <c:formatCode>General</c:formatCode>
                <c:ptCount val="18"/>
                <c:pt idx="0">
                  <c:v>0</c:v>
                </c:pt>
                <c:pt idx="1">
                  <c:v>0</c:v>
                </c:pt>
                <c:pt idx="2">
                  <c:v>5</c:v>
                </c:pt>
                <c:pt idx="3">
                  <c:v>10</c:v>
                </c:pt>
                <c:pt idx="4">
                  <c:v>14</c:v>
                </c:pt>
                <c:pt idx="5">
                  <c:v>23</c:v>
                </c:pt>
                <c:pt idx="6">
                  <c:v>29</c:v>
                </c:pt>
                <c:pt idx="7">
                  <c:v>36</c:v>
                </c:pt>
                <c:pt idx="8">
                  <c:v>42</c:v>
                </c:pt>
                <c:pt idx="9">
                  <c:v>48</c:v>
                </c:pt>
                <c:pt idx="10">
                  <c:v>54</c:v>
                </c:pt>
                <c:pt idx="11">
                  <c:v>58</c:v>
                </c:pt>
                <c:pt idx="12">
                  <c:v>59</c:v>
                </c:pt>
                <c:pt idx="13">
                  <c:v>65</c:v>
                </c:pt>
                <c:pt idx="14">
                  <c:v>71</c:v>
                </c:pt>
                <c:pt idx="15">
                  <c:v>75</c:v>
                </c:pt>
                <c:pt idx="16">
                  <c:v>75</c:v>
                </c:pt>
                <c:pt idx="17">
                  <c:v>75</c:v>
                </c:pt>
              </c:numCache>
            </c:numRef>
          </c:val>
          <c:smooth val="0"/>
          <c:extLst>
            <c:ext xmlns:c16="http://schemas.microsoft.com/office/drawing/2014/chart" uri="{C3380CC4-5D6E-409C-BE32-E72D297353CC}">
              <c16:uniqueId val="{00000003-91F0-49FC-ADEA-8A92EA0BC0A4}"/>
            </c:ext>
          </c:extLst>
        </c:ser>
        <c:ser>
          <c:idx val="4"/>
          <c:order val="4"/>
          <c:tx>
            <c:strRef>
              <c:f>template!$A$7</c:f>
              <c:strCache>
                <c:ptCount val="1"/>
                <c:pt idx="0">
                  <c:v>Patients Enrolled/Randomized (updated plan)</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template!$B$4:$S$4</c:f>
              <c:numCache>
                <c:formatCode>[$-409]mmm\-yy;@</c:formatCode>
                <c:ptCount val="1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numCache>
            </c:numRef>
          </c:cat>
          <c:val>
            <c:numRef>
              <c:f>template!$B$7:$Q$7</c:f>
              <c:numCache>
                <c:formatCode>General</c:formatCode>
                <c:ptCount val="16"/>
              </c:numCache>
            </c:numRef>
          </c:val>
          <c:smooth val="0"/>
          <c:extLst>
            <c:ext xmlns:c16="http://schemas.microsoft.com/office/drawing/2014/chart" uri="{C3380CC4-5D6E-409C-BE32-E72D297353CC}">
              <c16:uniqueId val="{00000004-91F0-49FC-ADEA-8A92EA0BC0A4}"/>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CKD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CKD+HFpEF</c:v>
                </c:pt>
                <c:pt idx="1">
                  <c:v>Category 2</c:v>
                </c:pt>
                <c:pt idx="2">
                  <c:v>Category 3</c:v>
                </c:pt>
                <c:pt idx="3">
                  <c:v>Category 4</c:v>
                </c:pt>
              </c:strCache>
            </c:strRef>
          </c:cat>
          <c:val>
            <c:numRef>
              <c:f>Sheet1!$B$2:$B$5</c:f>
              <c:numCache>
                <c:formatCode>General</c:formatCode>
                <c:ptCount val="4"/>
                <c:pt idx="0">
                  <c:v>476</c:v>
                </c:pt>
                <c:pt idx="1">
                  <c:v>442</c:v>
                </c:pt>
                <c:pt idx="2">
                  <c:v>478</c:v>
                </c:pt>
                <c:pt idx="3">
                  <c:v>442</c:v>
                </c:pt>
              </c:numCache>
            </c:numRef>
          </c:val>
          <c:extLst>
            <c:ext xmlns:c16="http://schemas.microsoft.com/office/drawing/2014/chart" uri="{C3380CC4-5D6E-409C-BE32-E72D297353CC}">
              <c16:uniqueId val="{00000000-02E6-45A2-8E00-2A920781567E}"/>
            </c:ext>
          </c:extLst>
        </c:ser>
        <c:ser>
          <c:idx val="1"/>
          <c:order val="1"/>
          <c:tx>
            <c:strRef>
              <c:f>Sheet1!$C$1</c:f>
              <c:strCache>
                <c:ptCount val="1"/>
                <c:pt idx="0">
                  <c:v>HFpEF</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CKD+HFpEF</c:v>
                </c:pt>
                <c:pt idx="1">
                  <c:v>Category 2</c:v>
                </c:pt>
                <c:pt idx="2">
                  <c:v>Category 3</c:v>
                </c:pt>
                <c:pt idx="3">
                  <c:v>Category 4</c:v>
                </c:pt>
              </c:strCache>
            </c:strRef>
          </c:cat>
          <c:val>
            <c:numRef>
              <c:f>Sheet1!$C$2:$C$5</c:f>
              <c:numCache>
                <c:formatCode>General</c:formatCode>
                <c:ptCount val="4"/>
                <c:pt idx="0">
                  <c:v>189</c:v>
                </c:pt>
                <c:pt idx="1">
                  <c:v>174</c:v>
                </c:pt>
                <c:pt idx="2">
                  <c:v>189</c:v>
                </c:pt>
                <c:pt idx="3">
                  <c:v>174</c:v>
                </c:pt>
              </c:numCache>
            </c:numRef>
          </c:val>
          <c:extLst>
            <c:ext xmlns:c16="http://schemas.microsoft.com/office/drawing/2014/chart" uri="{C3380CC4-5D6E-409C-BE32-E72D297353CC}">
              <c16:uniqueId val="{00000001-02E6-45A2-8E00-2A920781567E}"/>
            </c:ext>
          </c:extLst>
        </c:ser>
        <c:ser>
          <c:idx val="2"/>
          <c:order val="2"/>
          <c:tx>
            <c:strRef>
              <c:f>Sheet1!$D$1</c:f>
              <c:strCache>
                <c:ptCount val="1"/>
                <c:pt idx="0">
                  <c:v>HFrEF</c:v>
                </c:pt>
              </c:strCache>
            </c:strRef>
          </c:tx>
          <c:spPr>
            <a:solidFill>
              <a:schemeClr val="accent3"/>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6-02E6-45A2-8E00-2A920781567E}"/>
                </c:ext>
              </c:extLst>
            </c:dLbl>
            <c:dLbl>
              <c:idx val="1"/>
              <c:delete val="1"/>
              <c:extLst>
                <c:ext xmlns:c15="http://schemas.microsoft.com/office/drawing/2012/chart" uri="{CE6537A1-D6FC-4f65-9D91-7224C49458BB}"/>
                <c:ext xmlns:c16="http://schemas.microsoft.com/office/drawing/2014/chart" uri="{C3380CC4-5D6E-409C-BE32-E72D297353CC}">
                  <c16:uniqueId val="{00000005-02E6-45A2-8E00-2A920781567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CKD+HFpEF</c:v>
                </c:pt>
                <c:pt idx="1">
                  <c:v>Category 2</c:v>
                </c:pt>
                <c:pt idx="2">
                  <c:v>Category 3</c:v>
                </c:pt>
                <c:pt idx="3">
                  <c:v>Category 4</c:v>
                </c:pt>
              </c:strCache>
            </c:strRef>
          </c:cat>
          <c:val>
            <c:numRef>
              <c:f>Sheet1!$D$2:$D$5</c:f>
              <c:numCache>
                <c:formatCode>General</c:formatCode>
                <c:ptCount val="4"/>
                <c:pt idx="0">
                  <c:v>0</c:v>
                </c:pt>
                <c:pt idx="1">
                  <c:v>0</c:v>
                </c:pt>
                <c:pt idx="2">
                  <c:v>42</c:v>
                </c:pt>
                <c:pt idx="3">
                  <c:v>42</c:v>
                </c:pt>
              </c:numCache>
            </c:numRef>
          </c:val>
          <c:extLst>
            <c:ext xmlns:c16="http://schemas.microsoft.com/office/drawing/2014/chart" uri="{C3380CC4-5D6E-409C-BE32-E72D297353CC}">
              <c16:uniqueId val="{00000002-02E6-45A2-8E00-2A920781567E}"/>
            </c:ext>
          </c:extLst>
        </c:ser>
        <c:ser>
          <c:idx val="3"/>
          <c:order val="3"/>
          <c:tx>
            <c:strRef>
              <c:f>Sheet1!$E$1</c:f>
              <c:strCache>
                <c:ptCount val="1"/>
                <c:pt idx="0">
                  <c:v>rHTN</c:v>
                </c:pt>
              </c:strCache>
            </c:strRef>
          </c:tx>
          <c:spPr>
            <a:solidFill>
              <a:schemeClr val="accent4"/>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7-02E6-45A2-8E00-2A920781567E}"/>
                </c:ext>
              </c:extLst>
            </c:dLbl>
            <c:dLbl>
              <c:idx val="2"/>
              <c:delete val="1"/>
              <c:extLst>
                <c:ext xmlns:c15="http://schemas.microsoft.com/office/drawing/2012/chart" uri="{CE6537A1-D6FC-4f65-9D91-7224C49458BB}"/>
                <c:ext xmlns:c16="http://schemas.microsoft.com/office/drawing/2014/chart" uri="{C3380CC4-5D6E-409C-BE32-E72D297353CC}">
                  <c16:uniqueId val="{00000004-02E6-45A2-8E00-2A920781567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CKD+HFpEF</c:v>
                </c:pt>
                <c:pt idx="1">
                  <c:v>Category 2</c:v>
                </c:pt>
                <c:pt idx="2">
                  <c:v>Category 3</c:v>
                </c:pt>
                <c:pt idx="3">
                  <c:v>Category 4</c:v>
                </c:pt>
              </c:strCache>
            </c:strRef>
          </c:cat>
          <c:val>
            <c:numRef>
              <c:f>Sheet1!$E$2:$E$5</c:f>
              <c:numCache>
                <c:formatCode>General</c:formatCode>
                <c:ptCount val="4"/>
                <c:pt idx="0">
                  <c:v>0</c:v>
                </c:pt>
                <c:pt idx="1">
                  <c:v>71</c:v>
                </c:pt>
                <c:pt idx="2">
                  <c:v>0</c:v>
                </c:pt>
                <c:pt idx="3">
                  <c:v>71</c:v>
                </c:pt>
              </c:numCache>
            </c:numRef>
          </c:val>
          <c:extLst>
            <c:ext xmlns:c16="http://schemas.microsoft.com/office/drawing/2014/chart" uri="{C3380CC4-5D6E-409C-BE32-E72D297353CC}">
              <c16:uniqueId val="{00000003-02E6-45A2-8E00-2A920781567E}"/>
            </c:ext>
          </c:extLst>
        </c:ser>
        <c:dLbls>
          <c:showLegendKey val="0"/>
          <c:showVal val="0"/>
          <c:showCatName val="0"/>
          <c:showSerName val="0"/>
          <c:showPercent val="0"/>
          <c:showBubbleSize val="0"/>
        </c:dLbls>
        <c:gapWidth val="150"/>
        <c:overlap val="100"/>
        <c:axId val="548038800"/>
        <c:axId val="606549152"/>
      </c:barChart>
      <c:catAx>
        <c:axId val="548038800"/>
        <c:scaling>
          <c:orientation val="minMax"/>
        </c:scaling>
        <c:delete val="1"/>
        <c:axPos val="b"/>
        <c:numFmt formatCode="General" sourceLinked="1"/>
        <c:majorTickMark val="none"/>
        <c:minorTickMark val="none"/>
        <c:tickLblPos val="nextTo"/>
        <c:crossAx val="606549152"/>
        <c:crosses val="autoZero"/>
        <c:auto val="1"/>
        <c:lblAlgn val="ctr"/>
        <c:lblOffset val="100"/>
        <c:noMultiLvlLbl val="0"/>
      </c:catAx>
      <c:valAx>
        <c:axId val="606549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48038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Reversed" id="22">
  <a:schemeClr val="accent2"/>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5" dt="2024-01-09T14:16:31.878" idx="4">
    <p:pos x="2206" y="1547"/>
    <p:text>Is there any HAI for Survodutide Pediatirc Obesity？</p:text>
    <p:extLst>
      <p:ext uri="{C676402C-5697-4E1C-873F-D02D1690AC5C}">
        <p15:threadingInfo xmlns:p15="http://schemas.microsoft.com/office/powerpoint/2012/main" timeZoneBias="-480"/>
      </p:ext>
    </p:extLst>
  </p:cm>
  <p:cm authorId="2" dt="2024-01-11T13:31:30.745" idx="4">
    <p:pos x="2206" y="1643"/>
    <p:text>not confirmed yet</p:text>
    <p:extLst>
      <p:ext uri="{C676402C-5697-4E1C-873F-D02D1690AC5C}">
        <p15:threadingInfo xmlns:p15="http://schemas.microsoft.com/office/powerpoint/2012/main" timeZoneBias="-480">
          <p15:parentCm authorId="5" idx="4"/>
        </p15:threadingInfo>
      </p:ext>
    </p:extLst>
  </p:cm>
  <p:cm authorId="5" dt="2024-01-09T14:21:42.909" idx="5">
    <p:pos x="2796" y="3475"/>
    <p:text>Pls add BI 1810237 （NPY2R+survodutide,CN PK,Ph1）CTA submission in 2024（which month？）</p:text>
    <p:extLst>
      <p:ext uri="{C676402C-5697-4E1C-873F-D02D1690AC5C}">
        <p15:threadingInfo xmlns:p15="http://schemas.microsoft.com/office/powerpoint/2012/main" timeZoneBias="-480"/>
      </p:ext>
    </p:extLst>
  </p:cm>
  <p:cm authorId="4" dt="2024-01-09T15:18:30.427" idx="3">
    <p:pos x="2917" y="1137"/>
    <p:text>F2/F3, F4 will be in one HAI.</p:text>
    <p:extLst>
      <p:ext uri="{C676402C-5697-4E1C-873F-D02D1690AC5C}">
        <p15:threadingInfo xmlns:p15="http://schemas.microsoft.com/office/powerpoint/2012/main" timeZoneBias="-480"/>
      </p:ext>
    </p:extLst>
  </p:cm>
  <p:cm authorId="4" dt="2024-01-09T15:20:40.014" idx="5">
    <p:pos x="2917" y="1233"/>
    <p:text>added CTA for Survodutide HFpEF, CKD under section 5.</p:text>
    <p:extLst>
      <p:ext uri="{C676402C-5697-4E1C-873F-D02D1690AC5C}">
        <p15:threadingInfo xmlns:p15="http://schemas.microsoft.com/office/powerpoint/2012/main" timeZoneBias="-480">
          <p15:parentCm authorId="4" idx="3"/>
        </p15:threadingInfo>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172EBD-74DD-471D-A01E-FBDF7B1F7E7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2943078A-48A1-490E-94C5-A0203C87C6E6}">
      <dgm:prSet phldrT="[Text]" custT="1"/>
      <dgm:spPr/>
      <dgm:t>
        <a:bodyPr/>
        <a:lstStyle/>
        <a:p>
          <a:r>
            <a:rPr lang="en-US" sz="2400" b="1"/>
            <a:t>2</a:t>
          </a:r>
          <a:r>
            <a:rPr lang="en-US" sz="1200"/>
            <a:t> </a:t>
          </a:r>
        </a:p>
        <a:p>
          <a:r>
            <a:rPr lang="en-US" altLang="zh-CN" sz="1700"/>
            <a:t>NDA appr</a:t>
          </a:r>
          <a:endParaRPr lang="en-US" sz="1700"/>
        </a:p>
      </dgm:t>
    </dgm:pt>
    <dgm:pt modelId="{43CF73CB-BE09-4B1E-B3C1-9E3530D8D095}" type="parTrans" cxnId="{869E1976-7D8E-401B-B83A-C282B0B7380A}">
      <dgm:prSet/>
      <dgm:spPr/>
      <dgm:t>
        <a:bodyPr/>
        <a:lstStyle/>
        <a:p>
          <a:endParaRPr lang="en-US"/>
        </a:p>
      </dgm:t>
    </dgm:pt>
    <dgm:pt modelId="{02075AF8-F100-48D7-94AD-063D82F1E189}" type="sibTrans" cxnId="{869E1976-7D8E-401B-B83A-C282B0B7380A}">
      <dgm:prSet/>
      <dgm:spPr>
        <a:ln>
          <a:tailEnd type="none"/>
        </a:ln>
      </dgm:spPr>
      <dgm:t>
        <a:bodyPr/>
        <a:lstStyle/>
        <a:p>
          <a:endParaRPr lang="en-US"/>
        </a:p>
      </dgm:t>
    </dgm:pt>
    <dgm:pt modelId="{6917BB8C-B7D9-4D7F-87B8-59402727E199}">
      <dgm:prSet phldrT="[Text]" custT="1"/>
      <dgm:spPr/>
      <dgm:t>
        <a:bodyPr/>
        <a:lstStyle/>
        <a:p>
          <a:r>
            <a:rPr lang="en-US" sz="2400" b="1"/>
            <a:t>5</a:t>
          </a:r>
          <a:r>
            <a:rPr lang="en-US" sz="1800"/>
            <a:t> </a:t>
          </a:r>
        </a:p>
        <a:p>
          <a:r>
            <a:rPr lang="en-US" sz="1700"/>
            <a:t>CTA appr</a:t>
          </a:r>
        </a:p>
      </dgm:t>
    </dgm:pt>
    <dgm:pt modelId="{4A216B81-C31C-4D66-BF0D-4E4325DD76AF}" type="parTrans" cxnId="{F3D002A4-3C89-4A00-A8A5-9E108B694E9D}">
      <dgm:prSet/>
      <dgm:spPr/>
      <dgm:t>
        <a:bodyPr/>
        <a:lstStyle/>
        <a:p>
          <a:endParaRPr lang="en-US"/>
        </a:p>
      </dgm:t>
    </dgm:pt>
    <dgm:pt modelId="{1C63A005-4EB1-4376-8D70-4FB1E93990AC}" type="sibTrans" cxnId="{F3D002A4-3C89-4A00-A8A5-9E108B694E9D}">
      <dgm:prSet/>
      <dgm:spPr>
        <a:ln>
          <a:tailEnd type="none"/>
        </a:ln>
      </dgm:spPr>
      <dgm:t>
        <a:bodyPr/>
        <a:lstStyle/>
        <a:p>
          <a:endParaRPr lang="en-US"/>
        </a:p>
      </dgm:t>
    </dgm:pt>
    <dgm:pt modelId="{D32063AE-EB29-4839-8445-86AC91731F1C}">
      <dgm:prSet phldrT="[Text]" custT="1"/>
      <dgm:spPr/>
      <dgm:t>
        <a:bodyPr/>
        <a:lstStyle/>
        <a:p>
          <a:r>
            <a:rPr lang="en-US" sz="2400" b="1"/>
            <a:t>4</a:t>
          </a:r>
          <a:r>
            <a:rPr lang="en-US" sz="1600"/>
            <a:t> </a:t>
          </a:r>
        </a:p>
        <a:p>
          <a:r>
            <a:rPr lang="en-US" sz="1100"/>
            <a:t>trial completion</a:t>
          </a:r>
          <a:endParaRPr lang="en-US" sz="1600"/>
        </a:p>
      </dgm:t>
    </dgm:pt>
    <dgm:pt modelId="{CF87135D-896A-4C4D-8D0B-F6BDC829673A}" type="parTrans" cxnId="{DA390DF0-F9A8-4E5E-B87F-9B8E4487D914}">
      <dgm:prSet/>
      <dgm:spPr/>
      <dgm:t>
        <a:bodyPr/>
        <a:lstStyle/>
        <a:p>
          <a:endParaRPr lang="en-US"/>
        </a:p>
      </dgm:t>
    </dgm:pt>
    <dgm:pt modelId="{DAD859BE-F7E3-40F6-81BA-ED6CBD9BFF29}" type="sibTrans" cxnId="{DA390DF0-F9A8-4E5E-B87F-9B8E4487D914}">
      <dgm:prSet/>
      <dgm:spPr>
        <a:ln>
          <a:tailEnd type="none"/>
        </a:ln>
      </dgm:spPr>
      <dgm:t>
        <a:bodyPr/>
        <a:lstStyle/>
        <a:p>
          <a:endParaRPr lang="en-US"/>
        </a:p>
      </dgm:t>
    </dgm:pt>
    <dgm:pt modelId="{19069BFA-3754-4014-8DBB-1CA55AAC4701}">
      <dgm:prSet phldrT="[Text]" custT="1"/>
      <dgm:spPr/>
      <dgm:t>
        <a:bodyPr/>
        <a:lstStyle/>
        <a:p>
          <a:r>
            <a:rPr lang="en-US" sz="2400" b="1"/>
            <a:t>6</a:t>
          </a:r>
        </a:p>
        <a:p>
          <a:r>
            <a:rPr lang="en-US" sz="1200"/>
            <a:t>Regional input</a:t>
          </a:r>
        </a:p>
      </dgm:t>
    </dgm:pt>
    <dgm:pt modelId="{E864DF76-1142-4E4B-8FCF-3CFA95B91637}" type="parTrans" cxnId="{43F234FB-1B40-4B5A-A1D6-3FCD6559EF07}">
      <dgm:prSet/>
      <dgm:spPr/>
      <dgm:t>
        <a:bodyPr/>
        <a:lstStyle/>
        <a:p>
          <a:endParaRPr lang="en-US"/>
        </a:p>
      </dgm:t>
    </dgm:pt>
    <dgm:pt modelId="{937184E9-1DA9-4F64-B5FF-F9F370EF4245}" type="sibTrans" cxnId="{43F234FB-1B40-4B5A-A1D6-3FCD6559EF07}">
      <dgm:prSet/>
      <dgm:spPr>
        <a:ln>
          <a:tailEnd type="none"/>
        </a:ln>
      </dgm:spPr>
      <dgm:t>
        <a:bodyPr/>
        <a:lstStyle/>
        <a:p>
          <a:endParaRPr lang="en-US"/>
        </a:p>
      </dgm:t>
    </dgm:pt>
    <dgm:pt modelId="{B0B55153-A155-4174-8475-B1DBDBAABE4C}">
      <dgm:prSet phldrT="[Text]" custT="1"/>
      <dgm:spPr/>
      <dgm:t>
        <a:bodyPr/>
        <a:lstStyle/>
        <a:p>
          <a:r>
            <a:rPr lang="en-US" sz="2400" b="1"/>
            <a:t>4</a:t>
          </a:r>
          <a:r>
            <a:rPr lang="en-US" sz="2000"/>
            <a:t> </a:t>
          </a:r>
        </a:p>
        <a:p>
          <a:r>
            <a:rPr lang="en-US" sz="1700"/>
            <a:t>readout</a:t>
          </a:r>
        </a:p>
      </dgm:t>
    </dgm:pt>
    <dgm:pt modelId="{CA1054B8-AEA4-44F0-A869-B24C4D0AE9E2}" type="parTrans" cxnId="{97470F3D-CD10-45BD-A329-ECBC8DDDCE15}">
      <dgm:prSet/>
      <dgm:spPr/>
      <dgm:t>
        <a:bodyPr/>
        <a:lstStyle/>
        <a:p>
          <a:endParaRPr lang="en-US"/>
        </a:p>
      </dgm:t>
    </dgm:pt>
    <dgm:pt modelId="{ECE44E73-35A4-4775-AEF3-130F1ED5CEA4}" type="sibTrans" cxnId="{97470F3D-CD10-45BD-A329-ECBC8DDDCE15}">
      <dgm:prSet/>
      <dgm:spPr>
        <a:ln>
          <a:tailEnd type="none"/>
        </a:ln>
      </dgm:spPr>
      <dgm:t>
        <a:bodyPr/>
        <a:lstStyle/>
        <a:p>
          <a:endParaRPr lang="en-US"/>
        </a:p>
      </dgm:t>
    </dgm:pt>
    <dgm:pt modelId="{68E8A050-7FCC-42B3-A3FA-91A232FF6699}">
      <dgm:prSet custT="1"/>
      <dgm:spPr/>
      <dgm:t>
        <a:bodyPr/>
        <a:lstStyle/>
        <a:p>
          <a:r>
            <a:rPr lang="en-US" sz="2400" b="1"/>
            <a:t>8</a:t>
          </a:r>
        </a:p>
        <a:p>
          <a:r>
            <a:rPr lang="en-US" sz="1600" b="0"/>
            <a:t>HAI sub</a:t>
          </a:r>
          <a:endParaRPr lang="en-US" sz="1400" b="0"/>
        </a:p>
      </dgm:t>
    </dgm:pt>
    <dgm:pt modelId="{79E5F99C-527F-4231-BCA1-6825B0F4E431}" type="parTrans" cxnId="{2B0C9D7B-CEC1-4EA9-97DE-B78E78656654}">
      <dgm:prSet/>
      <dgm:spPr/>
      <dgm:t>
        <a:bodyPr/>
        <a:lstStyle/>
        <a:p>
          <a:endParaRPr lang="en-US"/>
        </a:p>
      </dgm:t>
    </dgm:pt>
    <dgm:pt modelId="{70E8214F-EE94-49AD-BC98-5856BE69612C}" type="sibTrans" cxnId="{2B0C9D7B-CEC1-4EA9-97DE-B78E78656654}">
      <dgm:prSet/>
      <dgm:spPr>
        <a:ln>
          <a:tailEnd type="none"/>
        </a:ln>
      </dgm:spPr>
      <dgm:t>
        <a:bodyPr/>
        <a:lstStyle/>
        <a:p>
          <a:endParaRPr lang="en-US"/>
        </a:p>
      </dgm:t>
    </dgm:pt>
    <dgm:pt modelId="{8EFE941B-2A91-4509-B4E9-88DC62AAF4E1}">
      <dgm:prSet custT="1"/>
      <dgm:spPr/>
      <dgm:t>
        <a:bodyPr/>
        <a:lstStyle/>
        <a:p>
          <a:r>
            <a:rPr lang="en-US" sz="2400" b="1"/>
            <a:t>6</a:t>
          </a:r>
          <a:r>
            <a:rPr lang="en-US" sz="1700"/>
            <a:t> </a:t>
          </a:r>
        </a:p>
        <a:p>
          <a:r>
            <a:rPr lang="en-US" sz="1700"/>
            <a:t>CTA sub</a:t>
          </a:r>
        </a:p>
      </dgm:t>
    </dgm:pt>
    <dgm:pt modelId="{3C323968-CF01-4348-83FC-20B5BB5B358B}" type="parTrans" cxnId="{6678A97A-A9A1-4B27-90AA-3B8BF8622908}">
      <dgm:prSet/>
      <dgm:spPr/>
      <dgm:t>
        <a:bodyPr/>
        <a:lstStyle/>
        <a:p>
          <a:endParaRPr lang="en-US"/>
        </a:p>
      </dgm:t>
    </dgm:pt>
    <dgm:pt modelId="{3C55CE09-1FB3-4A12-92E8-EBFE8DBD6155}" type="sibTrans" cxnId="{6678A97A-A9A1-4B27-90AA-3B8BF8622908}">
      <dgm:prSet/>
      <dgm:spPr>
        <a:ln>
          <a:tailEnd type="none"/>
        </a:ln>
      </dgm:spPr>
      <dgm:t>
        <a:bodyPr/>
        <a:lstStyle/>
        <a:p>
          <a:endParaRPr lang="en-US"/>
        </a:p>
      </dgm:t>
    </dgm:pt>
    <dgm:pt modelId="{2ED86172-6A8A-4FBF-B0DA-E02CE64D28EE}" type="pres">
      <dgm:prSet presAssocID="{F5172EBD-74DD-471D-A01E-FBDF7B1F7E75}" presName="cycle" presStyleCnt="0">
        <dgm:presLayoutVars>
          <dgm:dir/>
          <dgm:resizeHandles val="exact"/>
        </dgm:presLayoutVars>
      </dgm:prSet>
      <dgm:spPr/>
    </dgm:pt>
    <dgm:pt modelId="{7F86958C-6F3B-45D7-8FDA-9E3A21796CF4}" type="pres">
      <dgm:prSet presAssocID="{2943078A-48A1-490E-94C5-A0203C87C6E6}" presName="node" presStyleLbl="node1" presStyleIdx="0" presStyleCnt="7">
        <dgm:presLayoutVars>
          <dgm:bulletEnabled val="1"/>
        </dgm:presLayoutVars>
      </dgm:prSet>
      <dgm:spPr/>
    </dgm:pt>
    <dgm:pt modelId="{15574858-20CC-4512-8932-3AEE3400A9C3}" type="pres">
      <dgm:prSet presAssocID="{2943078A-48A1-490E-94C5-A0203C87C6E6}" presName="spNode" presStyleCnt="0"/>
      <dgm:spPr/>
    </dgm:pt>
    <dgm:pt modelId="{3E7DE927-97B4-4F00-BC2E-57D712FCA531}" type="pres">
      <dgm:prSet presAssocID="{02075AF8-F100-48D7-94AD-063D82F1E189}" presName="sibTrans" presStyleLbl="sibTrans1D1" presStyleIdx="0" presStyleCnt="7"/>
      <dgm:spPr/>
    </dgm:pt>
    <dgm:pt modelId="{B24612F4-5B20-4400-8581-4D676D9AA669}" type="pres">
      <dgm:prSet presAssocID="{6917BB8C-B7D9-4D7F-87B8-59402727E199}" presName="node" presStyleLbl="node1" presStyleIdx="1" presStyleCnt="7">
        <dgm:presLayoutVars>
          <dgm:bulletEnabled val="1"/>
        </dgm:presLayoutVars>
      </dgm:prSet>
      <dgm:spPr/>
    </dgm:pt>
    <dgm:pt modelId="{B989F3A2-54D2-467A-91F8-72642C58488D}" type="pres">
      <dgm:prSet presAssocID="{6917BB8C-B7D9-4D7F-87B8-59402727E199}" presName="spNode" presStyleCnt="0"/>
      <dgm:spPr/>
    </dgm:pt>
    <dgm:pt modelId="{47CAA4D3-DDF2-46BB-AFC0-A90F310863E3}" type="pres">
      <dgm:prSet presAssocID="{1C63A005-4EB1-4376-8D70-4FB1E93990AC}" presName="sibTrans" presStyleLbl="sibTrans1D1" presStyleIdx="1" presStyleCnt="7"/>
      <dgm:spPr/>
    </dgm:pt>
    <dgm:pt modelId="{43A8649A-E90A-431C-87EE-AF2DC068996F}" type="pres">
      <dgm:prSet presAssocID="{D32063AE-EB29-4839-8445-86AC91731F1C}" presName="node" presStyleLbl="node1" presStyleIdx="2" presStyleCnt="7" custRadScaleRad="91900" custRadScaleInc="-48400">
        <dgm:presLayoutVars>
          <dgm:bulletEnabled val="1"/>
        </dgm:presLayoutVars>
      </dgm:prSet>
      <dgm:spPr/>
    </dgm:pt>
    <dgm:pt modelId="{0369F065-B6AE-42BC-A22A-3077D923A8B3}" type="pres">
      <dgm:prSet presAssocID="{D32063AE-EB29-4839-8445-86AC91731F1C}" presName="spNode" presStyleCnt="0"/>
      <dgm:spPr/>
    </dgm:pt>
    <dgm:pt modelId="{7946F3B9-4671-47DC-9E25-E0C9AF9CEA9F}" type="pres">
      <dgm:prSet presAssocID="{DAD859BE-F7E3-40F6-81BA-ED6CBD9BFF29}" presName="sibTrans" presStyleLbl="sibTrans1D1" presStyleIdx="2" presStyleCnt="7"/>
      <dgm:spPr/>
    </dgm:pt>
    <dgm:pt modelId="{CA4EF0E9-6CCE-40E2-BD6C-E1D2F515E97A}" type="pres">
      <dgm:prSet presAssocID="{19069BFA-3754-4014-8DBB-1CA55AAC4701}" presName="node" presStyleLbl="node1" presStyleIdx="3" presStyleCnt="7" custRadScaleRad="93298" custRadScaleInc="-26495">
        <dgm:presLayoutVars>
          <dgm:bulletEnabled val="1"/>
        </dgm:presLayoutVars>
      </dgm:prSet>
      <dgm:spPr/>
    </dgm:pt>
    <dgm:pt modelId="{92B15DA5-855A-4884-A21D-7B4588725DDE}" type="pres">
      <dgm:prSet presAssocID="{19069BFA-3754-4014-8DBB-1CA55AAC4701}" presName="spNode" presStyleCnt="0"/>
      <dgm:spPr/>
    </dgm:pt>
    <dgm:pt modelId="{2DCEBA6F-1CF7-4187-892C-DDF9976C2AEC}" type="pres">
      <dgm:prSet presAssocID="{937184E9-1DA9-4F64-B5FF-F9F370EF4245}" presName="sibTrans" presStyleLbl="sibTrans1D1" presStyleIdx="3" presStyleCnt="7"/>
      <dgm:spPr/>
    </dgm:pt>
    <dgm:pt modelId="{A81808B1-A649-4C2E-A867-2971690CA825}" type="pres">
      <dgm:prSet presAssocID="{B0B55153-A155-4174-8475-B1DBDBAABE4C}" presName="node" presStyleLbl="node1" presStyleIdx="4" presStyleCnt="7" custRadScaleRad="90221" custRadScaleInc="-1831">
        <dgm:presLayoutVars>
          <dgm:bulletEnabled val="1"/>
        </dgm:presLayoutVars>
      </dgm:prSet>
      <dgm:spPr/>
    </dgm:pt>
    <dgm:pt modelId="{06434780-EB5E-4D08-8776-23F5D9FCACDC}" type="pres">
      <dgm:prSet presAssocID="{B0B55153-A155-4174-8475-B1DBDBAABE4C}" presName="spNode" presStyleCnt="0"/>
      <dgm:spPr/>
    </dgm:pt>
    <dgm:pt modelId="{1A866F79-1E4C-4559-A172-E56626700074}" type="pres">
      <dgm:prSet presAssocID="{ECE44E73-35A4-4775-AEF3-130F1ED5CEA4}" presName="sibTrans" presStyleLbl="sibTrans1D1" presStyleIdx="4" presStyleCnt="7"/>
      <dgm:spPr/>
    </dgm:pt>
    <dgm:pt modelId="{C32C2641-1452-4CCE-88CA-5DF4BC6C34FD}" type="pres">
      <dgm:prSet presAssocID="{68E8A050-7FCC-42B3-A3FA-91A232FF6699}" presName="node" presStyleLbl="node1" presStyleIdx="5" presStyleCnt="7" custRadScaleRad="87801" custRadScaleInc="48863">
        <dgm:presLayoutVars>
          <dgm:bulletEnabled val="1"/>
        </dgm:presLayoutVars>
      </dgm:prSet>
      <dgm:spPr/>
    </dgm:pt>
    <dgm:pt modelId="{61356391-1CD9-415D-9F92-517AACDF7AE3}" type="pres">
      <dgm:prSet presAssocID="{68E8A050-7FCC-42B3-A3FA-91A232FF6699}" presName="spNode" presStyleCnt="0"/>
      <dgm:spPr/>
    </dgm:pt>
    <dgm:pt modelId="{FF49E135-46F1-4B88-ADEA-63C3D1389F1D}" type="pres">
      <dgm:prSet presAssocID="{70E8214F-EE94-49AD-BC98-5856BE69612C}" presName="sibTrans" presStyleLbl="sibTrans1D1" presStyleIdx="5" presStyleCnt="7"/>
      <dgm:spPr/>
    </dgm:pt>
    <dgm:pt modelId="{550B0301-B15D-40DE-89D3-77DBF12D740C}" type="pres">
      <dgm:prSet presAssocID="{8EFE941B-2A91-4509-B4E9-88DC62AAF4E1}" presName="node" presStyleLbl="node1" presStyleIdx="6" presStyleCnt="7">
        <dgm:presLayoutVars>
          <dgm:bulletEnabled val="1"/>
        </dgm:presLayoutVars>
      </dgm:prSet>
      <dgm:spPr/>
    </dgm:pt>
    <dgm:pt modelId="{0ABD9C5C-1176-4F25-8270-4E416E8796B7}" type="pres">
      <dgm:prSet presAssocID="{8EFE941B-2A91-4509-B4E9-88DC62AAF4E1}" presName="spNode" presStyleCnt="0"/>
      <dgm:spPr/>
    </dgm:pt>
    <dgm:pt modelId="{D478F136-3995-4C75-ADDB-6BC82704C8DF}" type="pres">
      <dgm:prSet presAssocID="{3C55CE09-1FB3-4A12-92E8-EBFE8DBD6155}" presName="sibTrans" presStyleLbl="sibTrans1D1" presStyleIdx="6" presStyleCnt="7"/>
      <dgm:spPr/>
    </dgm:pt>
  </dgm:ptLst>
  <dgm:cxnLst>
    <dgm:cxn modelId="{6D1CC30A-F996-4506-8676-E8D342C7AB69}" type="presOf" srcId="{6917BB8C-B7D9-4D7F-87B8-59402727E199}" destId="{B24612F4-5B20-4400-8581-4D676D9AA669}" srcOrd="0" destOrd="0" presId="urn:microsoft.com/office/officeart/2005/8/layout/cycle5"/>
    <dgm:cxn modelId="{6AF09B1A-AB7C-464F-AF1D-1DA1A0B4E928}" type="presOf" srcId="{70E8214F-EE94-49AD-BC98-5856BE69612C}" destId="{FF49E135-46F1-4B88-ADEA-63C3D1389F1D}" srcOrd="0" destOrd="0" presId="urn:microsoft.com/office/officeart/2005/8/layout/cycle5"/>
    <dgm:cxn modelId="{97470F3D-CD10-45BD-A329-ECBC8DDDCE15}" srcId="{F5172EBD-74DD-471D-A01E-FBDF7B1F7E75}" destId="{B0B55153-A155-4174-8475-B1DBDBAABE4C}" srcOrd="4" destOrd="0" parTransId="{CA1054B8-AEA4-44F0-A869-B24C4D0AE9E2}" sibTransId="{ECE44E73-35A4-4775-AEF3-130F1ED5CEA4}"/>
    <dgm:cxn modelId="{09572461-CA28-40E0-BE9B-4A373F4C43A8}" type="presOf" srcId="{B0B55153-A155-4174-8475-B1DBDBAABE4C}" destId="{A81808B1-A649-4C2E-A867-2971690CA825}" srcOrd="0" destOrd="0" presId="urn:microsoft.com/office/officeart/2005/8/layout/cycle5"/>
    <dgm:cxn modelId="{1B653064-EEF6-41C2-8752-FAE5D541A49A}" type="presOf" srcId="{F5172EBD-74DD-471D-A01E-FBDF7B1F7E75}" destId="{2ED86172-6A8A-4FBF-B0DA-E02CE64D28EE}" srcOrd="0" destOrd="0" presId="urn:microsoft.com/office/officeart/2005/8/layout/cycle5"/>
    <dgm:cxn modelId="{A55BCF67-DCCA-4B7E-B087-688C25AB5248}" type="presOf" srcId="{937184E9-1DA9-4F64-B5FF-F9F370EF4245}" destId="{2DCEBA6F-1CF7-4187-892C-DDF9976C2AEC}" srcOrd="0" destOrd="0" presId="urn:microsoft.com/office/officeart/2005/8/layout/cycle5"/>
    <dgm:cxn modelId="{869E1976-7D8E-401B-B83A-C282B0B7380A}" srcId="{F5172EBD-74DD-471D-A01E-FBDF7B1F7E75}" destId="{2943078A-48A1-490E-94C5-A0203C87C6E6}" srcOrd="0" destOrd="0" parTransId="{43CF73CB-BE09-4B1E-B3C1-9E3530D8D095}" sibTransId="{02075AF8-F100-48D7-94AD-063D82F1E189}"/>
    <dgm:cxn modelId="{6678A97A-A9A1-4B27-90AA-3B8BF8622908}" srcId="{F5172EBD-74DD-471D-A01E-FBDF7B1F7E75}" destId="{8EFE941B-2A91-4509-B4E9-88DC62AAF4E1}" srcOrd="6" destOrd="0" parTransId="{3C323968-CF01-4348-83FC-20B5BB5B358B}" sibTransId="{3C55CE09-1FB3-4A12-92E8-EBFE8DBD6155}"/>
    <dgm:cxn modelId="{2B0C9D7B-CEC1-4EA9-97DE-B78E78656654}" srcId="{F5172EBD-74DD-471D-A01E-FBDF7B1F7E75}" destId="{68E8A050-7FCC-42B3-A3FA-91A232FF6699}" srcOrd="5" destOrd="0" parTransId="{79E5F99C-527F-4231-BCA1-6825B0F4E431}" sibTransId="{70E8214F-EE94-49AD-BC98-5856BE69612C}"/>
    <dgm:cxn modelId="{FAF9928C-9D34-4F6A-B6F2-2F4606E6AD44}" type="presOf" srcId="{2943078A-48A1-490E-94C5-A0203C87C6E6}" destId="{7F86958C-6F3B-45D7-8FDA-9E3A21796CF4}" srcOrd="0" destOrd="0" presId="urn:microsoft.com/office/officeart/2005/8/layout/cycle5"/>
    <dgm:cxn modelId="{933D398F-D7C4-4A65-8ECC-BCCB697D7179}" type="presOf" srcId="{3C55CE09-1FB3-4A12-92E8-EBFE8DBD6155}" destId="{D478F136-3995-4C75-ADDB-6BC82704C8DF}" srcOrd="0" destOrd="0" presId="urn:microsoft.com/office/officeart/2005/8/layout/cycle5"/>
    <dgm:cxn modelId="{5532909A-6B63-4E6A-8EBF-E62491734BDE}" type="presOf" srcId="{ECE44E73-35A4-4775-AEF3-130F1ED5CEA4}" destId="{1A866F79-1E4C-4559-A172-E56626700074}" srcOrd="0" destOrd="0" presId="urn:microsoft.com/office/officeart/2005/8/layout/cycle5"/>
    <dgm:cxn modelId="{F3D002A4-3C89-4A00-A8A5-9E108B694E9D}" srcId="{F5172EBD-74DD-471D-A01E-FBDF7B1F7E75}" destId="{6917BB8C-B7D9-4D7F-87B8-59402727E199}" srcOrd="1" destOrd="0" parTransId="{4A216B81-C31C-4D66-BF0D-4E4325DD76AF}" sibTransId="{1C63A005-4EB1-4376-8D70-4FB1E93990AC}"/>
    <dgm:cxn modelId="{B56AE9A4-BB81-455E-8903-C6931C24E042}" type="presOf" srcId="{1C63A005-4EB1-4376-8D70-4FB1E93990AC}" destId="{47CAA4D3-DDF2-46BB-AFC0-A90F310863E3}" srcOrd="0" destOrd="0" presId="urn:microsoft.com/office/officeart/2005/8/layout/cycle5"/>
    <dgm:cxn modelId="{353723A7-FFFC-4254-B243-7CA958370149}" type="presOf" srcId="{19069BFA-3754-4014-8DBB-1CA55AAC4701}" destId="{CA4EF0E9-6CCE-40E2-BD6C-E1D2F515E97A}" srcOrd="0" destOrd="0" presId="urn:microsoft.com/office/officeart/2005/8/layout/cycle5"/>
    <dgm:cxn modelId="{99EC51AF-2C40-4FAE-BB2C-5FC64DF2A565}" type="presOf" srcId="{D32063AE-EB29-4839-8445-86AC91731F1C}" destId="{43A8649A-E90A-431C-87EE-AF2DC068996F}" srcOrd="0" destOrd="0" presId="urn:microsoft.com/office/officeart/2005/8/layout/cycle5"/>
    <dgm:cxn modelId="{FB63A7CB-6C40-4766-B937-BD5229888278}" type="presOf" srcId="{02075AF8-F100-48D7-94AD-063D82F1E189}" destId="{3E7DE927-97B4-4F00-BC2E-57D712FCA531}" srcOrd="0" destOrd="0" presId="urn:microsoft.com/office/officeart/2005/8/layout/cycle5"/>
    <dgm:cxn modelId="{DA390DF0-F9A8-4E5E-B87F-9B8E4487D914}" srcId="{F5172EBD-74DD-471D-A01E-FBDF7B1F7E75}" destId="{D32063AE-EB29-4839-8445-86AC91731F1C}" srcOrd="2" destOrd="0" parTransId="{CF87135D-896A-4C4D-8D0B-F6BDC829673A}" sibTransId="{DAD859BE-F7E3-40F6-81BA-ED6CBD9BFF29}"/>
    <dgm:cxn modelId="{6D0415F5-012A-463C-A7F7-FE7C3B03CFE3}" type="presOf" srcId="{68E8A050-7FCC-42B3-A3FA-91A232FF6699}" destId="{C32C2641-1452-4CCE-88CA-5DF4BC6C34FD}" srcOrd="0" destOrd="0" presId="urn:microsoft.com/office/officeart/2005/8/layout/cycle5"/>
    <dgm:cxn modelId="{49DAE2F9-1777-4492-9499-C064AF9FADB0}" type="presOf" srcId="{DAD859BE-F7E3-40F6-81BA-ED6CBD9BFF29}" destId="{7946F3B9-4671-47DC-9E25-E0C9AF9CEA9F}" srcOrd="0" destOrd="0" presId="urn:microsoft.com/office/officeart/2005/8/layout/cycle5"/>
    <dgm:cxn modelId="{F5E27CFA-E478-4901-8F21-B76307D874F5}" type="presOf" srcId="{8EFE941B-2A91-4509-B4E9-88DC62AAF4E1}" destId="{550B0301-B15D-40DE-89D3-77DBF12D740C}" srcOrd="0" destOrd="0" presId="urn:microsoft.com/office/officeart/2005/8/layout/cycle5"/>
    <dgm:cxn modelId="{43F234FB-1B40-4B5A-A1D6-3FCD6559EF07}" srcId="{F5172EBD-74DD-471D-A01E-FBDF7B1F7E75}" destId="{19069BFA-3754-4014-8DBB-1CA55AAC4701}" srcOrd="3" destOrd="0" parTransId="{E864DF76-1142-4E4B-8FCF-3CFA95B91637}" sibTransId="{937184E9-1DA9-4F64-B5FF-F9F370EF4245}"/>
    <dgm:cxn modelId="{0F2797AA-12BA-4FE6-9918-290BBD5780AF}" type="presParOf" srcId="{2ED86172-6A8A-4FBF-B0DA-E02CE64D28EE}" destId="{7F86958C-6F3B-45D7-8FDA-9E3A21796CF4}" srcOrd="0" destOrd="0" presId="urn:microsoft.com/office/officeart/2005/8/layout/cycle5"/>
    <dgm:cxn modelId="{33F4F8F9-F457-4AA8-998B-9F2F297C6796}" type="presParOf" srcId="{2ED86172-6A8A-4FBF-B0DA-E02CE64D28EE}" destId="{15574858-20CC-4512-8932-3AEE3400A9C3}" srcOrd="1" destOrd="0" presId="urn:microsoft.com/office/officeart/2005/8/layout/cycle5"/>
    <dgm:cxn modelId="{F0F51AAF-2B63-4C11-8127-EE082EF36531}" type="presParOf" srcId="{2ED86172-6A8A-4FBF-B0DA-E02CE64D28EE}" destId="{3E7DE927-97B4-4F00-BC2E-57D712FCA531}" srcOrd="2" destOrd="0" presId="urn:microsoft.com/office/officeart/2005/8/layout/cycle5"/>
    <dgm:cxn modelId="{84B69F65-765C-49B1-9A16-4564D16CF9C1}" type="presParOf" srcId="{2ED86172-6A8A-4FBF-B0DA-E02CE64D28EE}" destId="{B24612F4-5B20-4400-8581-4D676D9AA669}" srcOrd="3" destOrd="0" presId="urn:microsoft.com/office/officeart/2005/8/layout/cycle5"/>
    <dgm:cxn modelId="{A2B830A4-8161-4C51-ACAA-DDFC33A97AC7}" type="presParOf" srcId="{2ED86172-6A8A-4FBF-B0DA-E02CE64D28EE}" destId="{B989F3A2-54D2-467A-91F8-72642C58488D}" srcOrd="4" destOrd="0" presId="urn:microsoft.com/office/officeart/2005/8/layout/cycle5"/>
    <dgm:cxn modelId="{F8B6D288-F57A-4E29-90DD-44851381E6F4}" type="presParOf" srcId="{2ED86172-6A8A-4FBF-B0DA-E02CE64D28EE}" destId="{47CAA4D3-DDF2-46BB-AFC0-A90F310863E3}" srcOrd="5" destOrd="0" presId="urn:microsoft.com/office/officeart/2005/8/layout/cycle5"/>
    <dgm:cxn modelId="{284AA5A9-C8E4-4154-B871-E054F6AF59A6}" type="presParOf" srcId="{2ED86172-6A8A-4FBF-B0DA-E02CE64D28EE}" destId="{43A8649A-E90A-431C-87EE-AF2DC068996F}" srcOrd="6" destOrd="0" presId="urn:microsoft.com/office/officeart/2005/8/layout/cycle5"/>
    <dgm:cxn modelId="{C3C00479-7AFB-4F76-98EC-0A90379CA797}" type="presParOf" srcId="{2ED86172-6A8A-4FBF-B0DA-E02CE64D28EE}" destId="{0369F065-B6AE-42BC-A22A-3077D923A8B3}" srcOrd="7" destOrd="0" presId="urn:microsoft.com/office/officeart/2005/8/layout/cycle5"/>
    <dgm:cxn modelId="{41AF9C52-64DC-4AD0-AF9F-AE756340C24E}" type="presParOf" srcId="{2ED86172-6A8A-4FBF-B0DA-E02CE64D28EE}" destId="{7946F3B9-4671-47DC-9E25-E0C9AF9CEA9F}" srcOrd="8" destOrd="0" presId="urn:microsoft.com/office/officeart/2005/8/layout/cycle5"/>
    <dgm:cxn modelId="{DD6B2F20-5CE3-46B6-AB4E-3E1D6C980A6A}" type="presParOf" srcId="{2ED86172-6A8A-4FBF-B0DA-E02CE64D28EE}" destId="{CA4EF0E9-6CCE-40E2-BD6C-E1D2F515E97A}" srcOrd="9" destOrd="0" presId="urn:microsoft.com/office/officeart/2005/8/layout/cycle5"/>
    <dgm:cxn modelId="{D1446C1D-CEAF-4860-B5D7-28C1CFEFF663}" type="presParOf" srcId="{2ED86172-6A8A-4FBF-B0DA-E02CE64D28EE}" destId="{92B15DA5-855A-4884-A21D-7B4588725DDE}" srcOrd="10" destOrd="0" presId="urn:microsoft.com/office/officeart/2005/8/layout/cycle5"/>
    <dgm:cxn modelId="{0DC73664-48D0-401D-AE8B-573BD44CD7F5}" type="presParOf" srcId="{2ED86172-6A8A-4FBF-B0DA-E02CE64D28EE}" destId="{2DCEBA6F-1CF7-4187-892C-DDF9976C2AEC}" srcOrd="11" destOrd="0" presId="urn:microsoft.com/office/officeart/2005/8/layout/cycle5"/>
    <dgm:cxn modelId="{1A4EEE34-7300-48C9-98E3-286F65680A1D}" type="presParOf" srcId="{2ED86172-6A8A-4FBF-B0DA-E02CE64D28EE}" destId="{A81808B1-A649-4C2E-A867-2971690CA825}" srcOrd="12" destOrd="0" presId="urn:microsoft.com/office/officeart/2005/8/layout/cycle5"/>
    <dgm:cxn modelId="{88F4F538-C0B2-47C1-BDA7-0FBFDA8AEC16}" type="presParOf" srcId="{2ED86172-6A8A-4FBF-B0DA-E02CE64D28EE}" destId="{06434780-EB5E-4D08-8776-23F5D9FCACDC}" srcOrd="13" destOrd="0" presId="urn:microsoft.com/office/officeart/2005/8/layout/cycle5"/>
    <dgm:cxn modelId="{F012D8B4-3986-431B-A5D4-95C9637A9F51}" type="presParOf" srcId="{2ED86172-6A8A-4FBF-B0DA-E02CE64D28EE}" destId="{1A866F79-1E4C-4559-A172-E56626700074}" srcOrd="14" destOrd="0" presId="urn:microsoft.com/office/officeart/2005/8/layout/cycle5"/>
    <dgm:cxn modelId="{6217A512-F502-4D47-8F9D-57281E59CD09}" type="presParOf" srcId="{2ED86172-6A8A-4FBF-B0DA-E02CE64D28EE}" destId="{C32C2641-1452-4CCE-88CA-5DF4BC6C34FD}" srcOrd="15" destOrd="0" presId="urn:microsoft.com/office/officeart/2005/8/layout/cycle5"/>
    <dgm:cxn modelId="{33137AAF-D971-45A2-BC4C-E5DDE1138E63}" type="presParOf" srcId="{2ED86172-6A8A-4FBF-B0DA-E02CE64D28EE}" destId="{61356391-1CD9-415D-9F92-517AACDF7AE3}" srcOrd="16" destOrd="0" presId="urn:microsoft.com/office/officeart/2005/8/layout/cycle5"/>
    <dgm:cxn modelId="{CB4C021C-A32B-4B6C-A88F-F85DD5A847E0}" type="presParOf" srcId="{2ED86172-6A8A-4FBF-B0DA-E02CE64D28EE}" destId="{FF49E135-46F1-4B88-ADEA-63C3D1389F1D}" srcOrd="17" destOrd="0" presId="urn:microsoft.com/office/officeart/2005/8/layout/cycle5"/>
    <dgm:cxn modelId="{4F8CF535-1CC5-4DA1-AFD8-CD9C1F246032}" type="presParOf" srcId="{2ED86172-6A8A-4FBF-B0DA-E02CE64D28EE}" destId="{550B0301-B15D-40DE-89D3-77DBF12D740C}" srcOrd="18" destOrd="0" presId="urn:microsoft.com/office/officeart/2005/8/layout/cycle5"/>
    <dgm:cxn modelId="{F51C1873-2087-4433-83E2-836BBA5063BF}" type="presParOf" srcId="{2ED86172-6A8A-4FBF-B0DA-E02CE64D28EE}" destId="{0ABD9C5C-1176-4F25-8270-4E416E8796B7}" srcOrd="19" destOrd="0" presId="urn:microsoft.com/office/officeart/2005/8/layout/cycle5"/>
    <dgm:cxn modelId="{E6C75A44-5719-4D7C-A49F-0E1A6A3311EA}" type="presParOf" srcId="{2ED86172-6A8A-4FBF-B0DA-E02CE64D28EE}" destId="{D478F136-3995-4C75-ADDB-6BC82704C8DF}" srcOrd="20"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6958C-6F3B-45D7-8FDA-9E3A21796CF4}">
      <dsp:nvSpPr>
        <dsp:cNvPr id="0" name=""/>
        <dsp:cNvSpPr/>
      </dsp:nvSpPr>
      <dsp:spPr>
        <a:xfrm>
          <a:off x="3416101" y="2747"/>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2</a:t>
          </a:r>
          <a:r>
            <a:rPr lang="en-US" sz="1200" kern="1200"/>
            <a:t> </a:t>
          </a:r>
        </a:p>
        <a:p>
          <a:pPr marL="0" lvl="0" indent="0" algn="ctr" defTabSz="1066800">
            <a:lnSpc>
              <a:spcPct val="90000"/>
            </a:lnSpc>
            <a:spcBef>
              <a:spcPct val="0"/>
            </a:spcBef>
            <a:spcAft>
              <a:spcPct val="35000"/>
            </a:spcAft>
            <a:buNone/>
          </a:pPr>
          <a:r>
            <a:rPr lang="en-US" altLang="zh-CN" sz="1700" kern="1200"/>
            <a:t>NDA appr</a:t>
          </a:r>
          <a:endParaRPr lang="en-US" sz="1700" kern="1200"/>
        </a:p>
      </dsp:txBody>
      <dsp:txXfrm>
        <a:off x="3457217" y="43863"/>
        <a:ext cx="1213564" cy="760035"/>
      </dsp:txXfrm>
    </dsp:sp>
    <dsp:sp modelId="{3E7DE927-97B4-4F00-BC2E-57D712FCA531}">
      <dsp:nvSpPr>
        <dsp:cNvPr id="0" name=""/>
        <dsp:cNvSpPr/>
      </dsp:nvSpPr>
      <dsp:spPr>
        <a:xfrm>
          <a:off x="1659487" y="423881"/>
          <a:ext cx="4809024" cy="4809024"/>
        </a:xfrm>
        <a:custGeom>
          <a:avLst/>
          <a:gdLst/>
          <a:ahLst/>
          <a:cxnLst/>
          <a:rect l="0" t="0" r="0" b="0"/>
          <a:pathLst>
            <a:path>
              <a:moveTo>
                <a:pt x="3222193" y="143301"/>
              </a:moveTo>
              <a:arcTo wR="2404512" hR="2404512" stAng="17392836" swAng="772238"/>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B24612F4-5B20-4400-8581-4D676D9AA669}">
      <dsp:nvSpPr>
        <dsp:cNvPr id="0" name=""/>
        <dsp:cNvSpPr/>
      </dsp:nvSpPr>
      <dsp:spPr>
        <a:xfrm>
          <a:off x="5296025" y="908071"/>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5</a:t>
          </a:r>
          <a:r>
            <a:rPr lang="en-US" sz="1800" kern="1200"/>
            <a:t> </a:t>
          </a:r>
        </a:p>
        <a:p>
          <a:pPr marL="0" lvl="0" indent="0" algn="ctr" defTabSz="1066800">
            <a:lnSpc>
              <a:spcPct val="90000"/>
            </a:lnSpc>
            <a:spcBef>
              <a:spcPct val="0"/>
            </a:spcBef>
            <a:spcAft>
              <a:spcPct val="35000"/>
            </a:spcAft>
            <a:buNone/>
          </a:pPr>
          <a:r>
            <a:rPr lang="en-US" sz="1700" kern="1200"/>
            <a:t>CTA appr</a:t>
          </a:r>
        </a:p>
      </dsp:txBody>
      <dsp:txXfrm>
        <a:off x="5337141" y="949187"/>
        <a:ext cx="1213564" cy="760035"/>
      </dsp:txXfrm>
    </dsp:sp>
    <dsp:sp modelId="{47CAA4D3-DDF2-46BB-AFC0-A90F310863E3}">
      <dsp:nvSpPr>
        <dsp:cNvPr id="0" name=""/>
        <dsp:cNvSpPr/>
      </dsp:nvSpPr>
      <dsp:spPr>
        <a:xfrm>
          <a:off x="1467815" y="-105042"/>
          <a:ext cx="4809024" cy="4809024"/>
        </a:xfrm>
        <a:custGeom>
          <a:avLst/>
          <a:gdLst/>
          <a:ahLst/>
          <a:cxnLst/>
          <a:rect l="0" t="0" r="0" b="0"/>
          <a:pathLst>
            <a:path>
              <a:moveTo>
                <a:pt x="4777910" y="2018947"/>
              </a:moveTo>
              <a:arcTo wR="2404512" hR="2404512" stAng="21046365" swAng="721410"/>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43A8649A-E90A-431C-87EE-AF2DC068996F}">
      <dsp:nvSpPr>
        <dsp:cNvPr id="0" name=""/>
        <dsp:cNvSpPr/>
      </dsp:nvSpPr>
      <dsp:spPr>
        <a:xfrm>
          <a:off x="5618853" y="2582941"/>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4</a:t>
          </a:r>
          <a:r>
            <a:rPr lang="en-US" sz="1600" kern="1200"/>
            <a:t> </a:t>
          </a:r>
        </a:p>
        <a:p>
          <a:pPr marL="0" lvl="0" indent="0" algn="ctr" defTabSz="1066800">
            <a:lnSpc>
              <a:spcPct val="90000"/>
            </a:lnSpc>
            <a:spcBef>
              <a:spcPct val="0"/>
            </a:spcBef>
            <a:spcAft>
              <a:spcPct val="35000"/>
            </a:spcAft>
            <a:buNone/>
          </a:pPr>
          <a:r>
            <a:rPr lang="en-US" sz="1100" kern="1200"/>
            <a:t>trial completion</a:t>
          </a:r>
          <a:endParaRPr lang="en-US" sz="1600" kern="1200"/>
        </a:p>
      </dsp:txBody>
      <dsp:txXfrm>
        <a:off x="5659969" y="2624057"/>
        <a:ext cx="1213564" cy="760035"/>
      </dsp:txXfrm>
    </dsp:sp>
    <dsp:sp modelId="{7946F3B9-4671-47DC-9E25-E0C9AF9CEA9F}">
      <dsp:nvSpPr>
        <dsp:cNvPr id="0" name=""/>
        <dsp:cNvSpPr/>
      </dsp:nvSpPr>
      <dsp:spPr>
        <a:xfrm>
          <a:off x="1463056" y="403898"/>
          <a:ext cx="4809024" cy="4809024"/>
        </a:xfrm>
        <a:custGeom>
          <a:avLst/>
          <a:gdLst/>
          <a:ahLst/>
          <a:cxnLst/>
          <a:rect l="0" t="0" r="0" b="0"/>
          <a:pathLst>
            <a:path>
              <a:moveTo>
                <a:pt x="4666925" y="3218862"/>
              </a:moveTo>
              <a:arcTo wR="2404512" hR="2404512" stAng="1187773" swAng="899558"/>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CA4EF0E9-6CCE-40E2-BD6C-E1D2F515E97A}">
      <dsp:nvSpPr>
        <dsp:cNvPr id="0" name=""/>
        <dsp:cNvSpPr/>
      </dsp:nvSpPr>
      <dsp:spPr>
        <a:xfrm>
          <a:off x="4546461" y="4345032"/>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6</a:t>
          </a:r>
        </a:p>
        <a:p>
          <a:pPr marL="0" lvl="0" indent="0" algn="ctr" defTabSz="1066800">
            <a:lnSpc>
              <a:spcPct val="90000"/>
            </a:lnSpc>
            <a:spcBef>
              <a:spcPct val="0"/>
            </a:spcBef>
            <a:spcAft>
              <a:spcPct val="35000"/>
            </a:spcAft>
            <a:buNone/>
          </a:pPr>
          <a:r>
            <a:rPr lang="en-US" sz="1200" kern="1200"/>
            <a:t>Regional input</a:t>
          </a:r>
        </a:p>
      </dsp:txBody>
      <dsp:txXfrm>
        <a:off x="4587577" y="4386148"/>
        <a:ext cx="1213564" cy="760035"/>
      </dsp:txXfrm>
    </dsp:sp>
    <dsp:sp modelId="{2DCEBA6F-1CF7-4187-892C-DDF9976C2AEC}">
      <dsp:nvSpPr>
        <dsp:cNvPr id="0" name=""/>
        <dsp:cNvSpPr/>
      </dsp:nvSpPr>
      <dsp:spPr>
        <a:xfrm>
          <a:off x="1883284" y="224191"/>
          <a:ext cx="4809024" cy="4809024"/>
        </a:xfrm>
        <a:custGeom>
          <a:avLst/>
          <a:gdLst/>
          <a:ahLst/>
          <a:cxnLst/>
          <a:rect l="0" t="0" r="0" b="0"/>
          <a:pathLst>
            <a:path>
              <a:moveTo>
                <a:pt x="2510415" y="4806691"/>
              </a:moveTo>
              <a:arcTo wR="2404512" hR="2404512" stAng="5248540" swAng="661902"/>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A81808B1-A649-4C2E-A867-2971690CA825}">
      <dsp:nvSpPr>
        <dsp:cNvPr id="0" name=""/>
        <dsp:cNvSpPr/>
      </dsp:nvSpPr>
      <dsp:spPr>
        <a:xfrm>
          <a:off x="2485566" y="4366926"/>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4</a:t>
          </a:r>
          <a:r>
            <a:rPr lang="en-US" sz="2000" kern="1200"/>
            <a:t> </a:t>
          </a:r>
        </a:p>
        <a:p>
          <a:pPr marL="0" lvl="0" indent="0" algn="ctr" defTabSz="1066800">
            <a:lnSpc>
              <a:spcPct val="90000"/>
            </a:lnSpc>
            <a:spcBef>
              <a:spcPct val="0"/>
            </a:spcBef>
            <a:spcAft>
              <a:spcPct val="35000"/>
            </a:spcAft>
            <a:buNone/>
          </a:pPr>
          <a:r>
            <a:rPr lang="en-US" sz="1700" kern="1200"/>
            <a:t>readout</a:t>
          </a:r>
        </a:p>
      </dsp:txBody>
      <dsp:txXfrm>
        <a:off x="2526682" y="4408042"/>
        <a:ext cx="1213564" cy="760035"/>
      </dsp:txXfrm>
    </dsp:sp>
    <dsp:sp modelId="{1A866F79-1E4C-4559-A172-E56626700074}">
      <dsp:nvSpPr>
        <dsp:cNvPr id="0" name=""/>
        <dsp:cNvSpPr/>
      </dsp:nvSpPr>
      <dsp:spPr>
        <a:xfrm>
          <a:off x="1956856" y="398909"/>
          <a:ext cx="4809024" cy="4809024"/>
        </a:xfrm>
        <a:custGeom>
          <a:avLst/>
          <a:gdLst/>
          <a:ahLst/>
          <a:cxnLst/>
          <a:rect l="0" t="0" r="0" b="0"/>
          <a:pathLst>
            <a:path>
              <a:moveTo>
                <a:pt x="445393" y="3798618"/>
              </a:moveTo>
              <a:arcTo wR="2404512" hR="2404512" stAng="8673864" swAng="935411"/>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C32C2641-1452-4CCE-88CA-5DF4BC6C34FD}">
      <dsp:nvSpPr>
        <dsp:cNvPr id="0" name=""/>
        <dsp:cNvSpPr/>
      </dsp:nvSpPr>
      <dsp:spPr>
        <a:xfrm>
          <a:off x="1311367" y="2572190"/>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8</a:t>
          </a:r>
        </a:p>
        <a:p>
          <a:pPr marL="0" lvl="0" indent="0" algn="ctr" defTabSz="1066800">
            <a:lnSpc>
              <a:spcPct val="90000"/>
            </a:lnSpc>
            <a:spcBef>
              <a:spcPct val="0"/>
            </a:spcBef>
            <a:spcAft>
              <a:spcPct val="35000"/>
            </a:spcAft>
            <a:buNone/>
          </a:pPr>
          <a:r>
            <a:rPr lang="en-US" sz="1600" b="0" kern="1200"/>
            <a:t>HAI sub</a:t>
          </a:r>
          <a:endParaRPr lang="en-US" sz="1400" b="0" kern="1200"/>
        </a:p>
      </dsp:txBody>
      <dsp:txXfrm>
        <a:off x="1352483" y="2613306"/>
        <a:ext cx="1213564" cy="760035"/>
      </dsp:txXfrm>
    </dsp:sp>
    <dsp:sp modelId="{FF49E135-46F1-4B88-ADEA-63C3D1389F1D}">
      <dsp:nvSpPr>
        <dsp:cNvPr id="0" name=""/>
        <dsp:cNvSpPr/>
      </dsp:nvSpPr>
      <dsp:spPr>
        <a:xfrm>
          <a:off x="1900991" y="-397750"/>
          <a:ext cx="4809024" cy="4809024"/>
        </a:xfrm>
        <a:custGeom>
          <a:avLst/>
          <a:gdLst/>
          <a:ahLst/>
          <a:cxnLst/>
          <a:rect l="0" t="0" r="0" b="0"/>
          <a:pathLst>
            <a:path>
              <a:moveTo>
                <a:pt x="34203" y="2808637"/>
              </a:moveTo>
              <a:arcTo wR="2404512" hR="2404512" stAng="10219464" swAng="712341"/>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 modelId="{550B0301-B15D-40DE-89D3-77DBF12D740C}">
      <dsp:nvSpPr>
        <dsp:cNvPr id="0" name=""/>
        <dsp:cNvSpPr/>
      </dsp:nvSpPr>
      <dsp:spPr>
        <a:xfrm>
          <a:off x="1536178" y="908071"/>
          <a:ext cx="1295796" cy="8422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6</a:t>
          </a:r>
          <a:r>
            <a:rPr lang="en-US" sz="1700" kern="1200"/>
            <a:t> </a:t>
          </a:r>
        </a:p>
        <a:p>
          <a:pPr marL="0" lvl="0" indent="0" algn="ctr" defTabSz="1066800">
            <a:lnSpc>
              <a:spcPct val="90000"/>
            </a:lnSpc>
            <a:spcBef>
              <a:spcPct val="0"/>
            </a:spcBef>
            <a:spcAft>
              <a:spcPct val="35000"/>
            </a:spcAft>
            <a:buNone/>
          </a:pPr>
          <a:r>
            <a:rPr lang="en-US" sz="1700" kern="1200"/>
            <a:t>CTA sub</a:t>
          </a:r>
        </a:p>
      </dsp:txBody>
      <dsp:txXfrm>
        <a:off x="1577294" y="949187"/>
        <a:ext cx="1213564" cy="760035"/>
      </dsp:txXfrm>
    </dsp:sp>
    <dsp:sp modelId="{D478F136-3995-4C75-ADDB-6BC82704C8DF}">
      <dsp:nvSpPr>
        <dsp:cNvPr id="0" name=""/>
        <dsp:cNvSpPr/>
      </dsp:nvSpPr>
      <dsp:spPr>
        <a:xfrm>
          <a:off x="1659487" y="423881"/>
          <a:ext cx="4809024" cy="4809024"/>
        </a:xfrm>
        <a:custGeom>
          <a:avLst/>
          <a:gdLst/>
          <a:ahLst/>
          <a:cxnLst/>
          <a:rect l="0" t="0" r="0" b="0"/>
          <a:pathLst>
            <a:path>
              <a:moveTo>
                <a:pt x="1103688" y="382251"/>
              </a:moveTo>
              <a:arcTo wR="2404512" hR="2404512" stAng="14234926" swAng="772238"/>
            </a:path>
          </a:pathLst>
        </a:custGeom>
        <a:noFill/>
        <a:ln w="6350" cap="flat" cmpd="sng" algn="ctr">
          <a:solidFill>
            <a:scrgbClr r="0" g="0" b="0"/>
          </a:solidFill>
          <a:prstDash val="solid"/>
          <a:miter lim="800000"/>
          <a:tailEnd type="none"/>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0.63518</cdr:x>
      <cdr:y>0.09386</cdr:y>
    </cdr:from>
    <cdr:to>
      <cdr:x>0.70549</cdr:x>
      <cdr:y>0.14938</cdr:y>
    </cdr:to>
    <cdr:sp macro="" textlink="">
      <cdr:nvSpPr>
        <cdr:cNvPr id="2" name="文本框 1">
          <a:extLst xmlns:a="http://schemas.openxmlformats.org/drawingml/2006/main">
            <a:ext uri="{FF2B5EF4-FFF2-40B4-BE49-F238E27FC236}">
              <a16:creationId xmlns:a16="http://schemas.microsoft.com/office/drawing/2014/main" id="{3F1FCF0E-C2F6-37EB-1D62-9FD2555506B8}"/>
            </a:ext>
          </a:extLst>
        </cdr:cNvPr>
        <cdr:cNvSpPr txBox="1"/>
      </cdr:nvSpPr>
      <cdr:spPr bwMode="gray">
        <a:xfrm xmlns:a="http://schemas.openxmlformats.org/drawingml/2006/main">
          <a:off x="3489595" y="363408"/>
          <a:ext cx="386269" cy="214995"/>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nchor="ctr">
          <a:spAutoFit/>
        </a:bodyPr>
        <a:lstStyle xmlns:a="http://schemas.openxmlformats.org/drawingml/2006/main"/>
        <a:p xmlns:a="http://schemas.openxmlformats.org/drawingml/2006/main">
          <a:pPr algn="ctr">
            <a:lnSpc>
              <a:spcPct val="140000"/>
            </a:lnSpc>
          </a:pPr>
          <a:r>
            <a:rPr lang="en-US" altLang="zh-CN" sz="1100" b="1" dirty="0">
              <a:solidFill>
                <a:srgbClr val="70AD47"/>
              </a:solidFill>
            </a:rPr>
            <a:t>871</a:t>
          </a:r>
          <a:endParaRPr lang="zh-CN" altLang="en-US" sz="1100" b="1" dirty="0">
            <a:solidFill>
              <a:srgbClr val="70AD47"/>
            </a:solidFill>
          </a:endParaRPr>
        </a:p>
      </cdr:txBody>
    </cdr:sp>
  </cdr:relSizeAnchor>
  <cdr:relSizeAnchor xmlns:cdr="http://schemas.openxmlformats.org/drawingml/2006/chartDrawing">
    <cdr:from>
      <cdr:x>0.63287</cdr:x>
      <cdr:y>0.21327</cdr:y>
    </cdr:from>
    <cdr:to>
      <cdr:x>0.70317</cdr:x>
      <cdr:y>0.2688</cdr:y>
    </cdr:to>
    <cdr:sp macro="" textlink="">
      <cdr:nvSpPr>
        <cdr:cNvPr id="3" name="文本框 1">
          <a:extLst xmlns:a="http://schemas.openxmlformats.org/drawingml/2006/main">
            <a:ext uri="{FF2B5EF4-FFF2-40B4-BE49-F238E27FC236}">
              <a16:creationId xmlns:a16="http://schemas.microsoft.com/office/drawing/2014/main" id="{93167F83-7657-2C36-FF95-DC99A2F34403}"/>
            </a:ext>
          </a:extLst>
        </cdr:cNvPr>
        <cdr:cNvSpPr txBox="1"/>
      </cdr:nvSpPr>
      <cdr:spPr bwMode="gray">
        <a:xfrm xmlns:a="http://schemas.openxmlformats.org/drawingml/2006/main">
          <a:off x="3476895" y="825765"/>
          <a:ext cx="386269" cy="214995"/>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lnSpc>
              <a:spcPct val="140000"/>
            </a:lnSpc>
          </a:pPr>
          <a:r>
            <a:rPr lang="en-US" altLang="zh-CN" b="1" dirty="0">
              <a:solidFill>
                <a:srgbClr val="4472C4"/>
              </a:solidFill>
            </a:rPr>
            <a:t>709</a:t>
          </a:r>
          <a:endParaRPr lang="zh-CN" altLang="en-US" b="1" dirty="0">
            <a:solidFill>
              <a:srgbClr val="4472C4"/>
            </a:solidFill>
          </a:endParaRPr>
        </a:p>
      </cdr:txBody>
    </cdr:sp>
  </cdr:relSizeAnchor>
  <cdr:relSizeAnchor xmlns:cdr="http://schemas.openxmlformats.org/drawingml/2006/chartDrawing">
    <cdr:from>
      <cdr:x>0.86288</cdr:x>
      <cdr:y>0.07223</cdr:y>
    </cdr:from>
    <cdr:to>
      <cdr:x>0.93319</cdr:x>
      <cdr:y>0.12776</cdr:y>
    </cdr:to>
    <cdr:sp macro="" textlink="">
      <cdr:nvSpPr>
        <cdr:cNvPr id="4" name="文本框 1">
          <a:extLst xmlns:a="http://schemas.openxmlformats.org/drawingml/2006/main">
            <a:ext uri="{FF2B5EF4-FFF2-40B4-BE49-F238E27FC236}">
              <a16:creationId xmlns:a16="http://schemas.microsoft.com/office/drawing/2014/main" id="{E3BC9D7F-8387-F163-A982-EC4157554E07}"/>
            </a:ext>
          </a:extLst>
        </cdr:cNvPr>
        <cdr:cNvSpPr txBox="1"/>
      </cdr:nvSpPr>
      <cdr:spPr bwMode="gray">
        <a:xfrm xmlns:a="http://schemas.openxmlformats.org/drawingml/2006/main">
          <a:off x="4740545" y="279665"/>
          <a:ext cx="386269" cy="214995"/>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lnSpc>
              <a:spcPct val="140000"/>
            </a:lnSpc>
          </a:pPr>
          <a:r>
            <a:rPr lang="en-US" altLang="zh-CN" b="1" dirty="0">
              <a:solidFill>
                <a:srgbClr val="264478"/>
              </a:solidFill>
            </a:rPr>
            <a:t>900</a:t>
          </a:r>
          <a:endParaRPr lang="zh-CN" altLang="en-US" b="1" dirty="0">
            <a:solidFill>
              <a:srgbClr val="264478"/>
            </a:solidFill>
          </a:endParaRPr>
        </a:p>
      </cdr:txBody>
    </cdr:sp>
  </cdr:relSizeAnchor>
  <cdr:relSizeAnchor xmlns:cdr="http://schemas.openxmlformats.org/drawingml/2006/chartDrawing">
    <cdr:from>
      <cdr:x>0.92969</cdr:x>
      <cdr:y>0.29807</cdr:y>
    </cdr:from>
    <cdr:to>
      <cdr:x>1</cdr:x>
      <cdr:y>0.3536</cdr:y>
    </cdr:to>
    <cdr:sp macro="" textlink="">
      <cdr:nvSpPr>
        <cdr:cNvPr id="5" name="文本框 1">
          <a:extLst xmlns:a="http://schemas.openxmlformats.org/drawingml/2006/main">
            <a:ext uri="{FF2B5EF4-FFF2-40B4-BE49-F238E27FC236}">
              <a16:creationId xmlns:a16="http://schemas.microsoft.com/office/drawing/2014/main" id="{E3BC9D7F-8387-F163-A982-EC4157554E07}"/>
            </a:ext>
          </a:extLst>
        </cdr:cNvPr>
        <cdr:cNvSpPr txBox="1"/>
      </cdr:nvSpPr>
      <cdr:spPr bwMode="gray">
        <a:xfrm xmlns:a="http://schemas.openxmlformats.org/drawingml/2006/main">
          <a:off x="5180876" y="1182038"/>
          <a:ext cx="391809" cy="220199"/>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lnSpc>
              <a:spcPct val="140000"/>
            </a:lnSpc>
          </a:pPr>
          <a:r>
            <a:rPr lang="en-US" altLang="zh-CN" b="1" dirty="0">
              <a:solidFill>
                <a:srgbClr val="ED7D31"/>
              </a:solidFill>
            </a:rPr>
            <a:t>600</a:t>
          </a:r>
          <a:endParaRPr lang="zh-CN" altLang="en-US" b="1" dirty="0">
            <a:solidFill>
              <a:srgbClr val="ED7D31"/>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0.10797</cdr:x>
      <cdr:y>0.66476</cdr:y>
    </cdr:from>
    <cdr:to>
      <cdr:x>0.23671</cdr:x>
      <cdr:y>0.75036</cdr:y>
    </cdr:to>
    <cdr:sp macro="" textlink="">
      <cdr:nvSpPr>
        <cdr:cNvPr id="2" name="TextBox 1">
          <a:extLst xmlns:a="http://schemas.openxmlformats.org/drawingml/2006/main">
            <a:ext uri="{FF2B5EF4-FFF2-40B4-BE49-F238E27FC236}">
              <a16:creationId xmlns:a16="http://schemas.microsoft.com/office/drawing/2014/main" id="{12CFEE9E-9DEB-2C3A-B567-9D6C7398A975}"/>
            </a:ext>
          </a:extLst>
        </cdr:cNvPr>
        <cdr:cNvSpPr txBox="1"/>
      </cdr:nvSpPr>
      <cdr:spPr>
        <a:xfrm xmlns:a="http://schemas.openxmlformats.org/drawingml/2006/main">
          <a:off x="1238250" y="4438651"/>
          <a:ext cx="1476375" cy="5714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0.10548</cdr:x>
      <cdr:y>0.69758</cdr:y>
    </cdr:from>
    <cdr:to>
      <cdr:x>0.24502</cdr:x>
      <cdr:y>0.78317</cdr:y>
    </cdr:to>
    <cdr:sp macro="" textlink="">
      <cdr:nvSpPr>
        <cdr:cNvPr id="3" name="TextBox 2">
          <a:extLst xmlns:a="http://schemas.openxmlformats.org/drawingml/2006/main">
            <a:ext uri="{FF2B5EF4-FFF2-40B4-BE49-F238E27FC236}">
              <a16:creationId xmlns:a16="http://schemas.microsoft.com/office/drawing/2014/main" id="{FB7C0BB2-C924-32BC-CEF0-6C9E80639A61}"/>
            </a:ext>
          </a:extLst>
        </cdr:cNvPr>
        <cdr:cNvSpPr txBox="1"/>
      </cdr:nvSpPr>
      <cdr:spPr>
        <a:xfrm xmlns:a="http://schemas.openxmlformats.org/drawingml/2006/main">
          <a:off x="1209675" y="4657726"/>
          <a:ext cx="1600200" cy="5715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0.11047</cdr:x>
      <cdr:y>0.6776</cdr:y>
    </cdr:from>
    <cdr:to>
      <cdr:x>0.27409</cdr:x>
      <cdr:y>0.76462</cdr:y>
    </cdr:to>
    <cdr:sp macro="" textlink="">
      <cdr:nvSpPr>
        <cdr:cNvPr id="4" name="TextBox 3">
          <a:extLst xmlns:a="http://schemas.openxmlformats.org/drawingml/2006/main">
            <a:ext uri="{FF2B5EF4-FFF2-40B4-BE49-F238E27FC236}">
              <a16:creationId xmlns:a16="http://schemas.microsoft.com/office/drawing/2014/main" id="{C974BD8E-4423-74AF-5241-CAC0918466CF}"/>
            </a:ext>
          </a:extLst>
        </cdr:cNvPr>
        <cdr:cNvSpPr txBox="1"/>
      </cdr:nvSpPr>
      <cdr:spPr>
        <a:xfrm xmlns:a="http://schemas.openxmlformats.org/drawingml/2006/main">
          <a:off x="1266825" y="4524376"/>
          <a:ext cx="1876425" cy="5810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userShapes>
</file>

<file path=ppt/drawings/drawing3.xml><?xml version="1.0" encoding="utf-8"?>
<c:userShapes xmlns:c="http://schemas.openxmlformats.org/drawingml/2006/chart">
  <cdr:relSizeAnchor xmlns:cdr="http://schemas.openxmlformats.org/drawingml/2006/chartDrawing">
    <cdr:from>
      <cdr:x>0.10797</cdr:x>
      <cdr:y>0.66476</cdr:y>
    </cdr:from>
    <cdr:to>
      <cdr:x>0.23671</cdr:x>
      <cdr:y>0.75036</cdr:y>
    </cdr:to>
    <cdr:sp macro="" textlink="">
      <cdr:nvSpPr>
        <cdr:cNvPr id="2" name="TextBox 1">
          <a:extLst xmlns:a="http://schemas.openxmlformats.org/drawingml/2006/main">
            <a:ext uri="{FF2B5EF4-FFF2-40B4-BE49-F238E27FC236}">
              <a16:creationId xmlns:a16="http://schemas.microsoft.com/office/drawing/2014/main" id="{12CFEE9E-9DEB-2C3A-B567-9D6C7398A975}"/>
            </a:ext>
          </a:extLst>
        </cdr:cNvPr>
        <cdr:cNvSpPr txBox="1"/>
      </cdr:nvSpPr>
      <cdr:spPr>
        <a:xfrm xmlns:a="http://schemas.openxmlformats.org/drawingml/2006/main">
          <a:off x="1238250" y="4438651"/>
          <a:ext cx="1476375" cy="5714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0.10548</cdr:x>
      <cdr:y>0.69758</cdr:y>
    </cdr:from>
    <cdr:to>
      <cdr:x>0.24502</cdr:x>
      <cdr:y>0.78317</cdr:y>
    </cdr:to>
    <cdr:sp macro="" textlink="">
      <cdr:nvSpPr>
        <cdr:cNvPr id="3" name="TextBox 2">
          <a:extLst xmlns:a="http://schemas.openxmlformats.org/drawingml/2006/main">
            <a:ext uri="{FF2B5EF4-FFF2-40B4-BE49-F238E27FC236}">
              <a16:creationId xmlns:a16="http://schemas.microsoft.com/office/drawing/2014/main" id="{FB7C0BB2-C924-32BC-CEF0-6C9E80639A61}"/>
            </a:ext>
          </a:extLst>
        </cdr:cNvPr>
        <cdr:cNvSpPr txBox="1"/>
      </cdr:nvSpPr>
      <cdr:spPr>
        <a:xfrm xmlns:a="http://schemas.openxmlformats.org/drawingml/2006/main">
          <a:off x="1209675" y="4657726"/>
          <a:ext cx="1600200" cy="5715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0.11047</cdr:x>
      <cdr:y>0.6776</cdr:y>
    </cdr:from>
    <cdr:to>
      <cdr:x>0.27409</cdr:x>
      <cdr:y>0.76462</cdr:y>
    </cdr:to>
    <cdr:sp macro="" textlink="">
      <cdr:nvSpPr>
        <cdr:cNvPr id="4" name="TextBox 3">
          <a:extLst xmlns:a="http://schemas.openxmlformats.org/drawingml/2006/main">
            <a:ext uri="{FF2B5EF4-FFF2-40B4-BE49-F238E27FC236}">
              <a16:creationId xmlns:a16="http://schemas.microsoft.com/office/drawing/2014/main" id="{C974BD8E-4423-74AF-5241-CAC0918466CF}"/>
            </a:ext>
          </a:extLst>
        </cdr:cNvPr>
        <cdr:cNvSpPr txBox="1"/>
      </cdr:nvSpPr>
      <cdr:spPr>
        <a:xfrm xmlns:a="http://schemas.openxmlformats.org/drawingml/2006/main">
          <a:off x="1266825" y="4524376"/>
          <a:ext cx="1876425" cy="5810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userShapes>
</file>

<file path=ppt/drawings/drawing4.xml><?xml version="1.0" encoding="utf-8"?>
<c:userShapes xmlns:c="http://schemas.openxmlformats.org/drawingml/2006/chart">
  <cdr:relSizeAnchor xmlns:cdr="http://schemas.openxmlformats.org/drawingml/2006/chartDrawing">
    <cdr:from>
      <cdr:x>0.20002</cdr:x>
      <cdr:y>0.16897</cdr:y>
    </cdr:from>
    <cdr:to>
      <cdr:x>0.428</cdr:x>
      <cdr:y>0.29035</cdr:y>
    </cdr:to>
    <cdr:sp macro="" textlink="">
      <cdr:nvSpPr>
        <cdr:cNvPr id="2" name="TextBox 1">
          <a:extLst xmlns:a="http://schemas.openxmlformats.org/drawingml/2006/main">
            <a:ext uri="{FF2B5EF4-FFF2-40B4-BE49-F238E27FC236}">
              <a16:creationId xmlns:a16="http://schemas.microsoft.com/office/drawing/2014/main" id="{1F5200BB-A5BF-42D9-3FDE-444D6C5C6338}"/>
            </a:ext>
          </a:extLst>
        </cdr:cNvPr>
        <cdr:cNvSpPr txBox="1"/>
      </cdr:nvSpPr>
      <cdr:spPr>
        <a:xfrm xmlns:a="http://schemas.openxmlformats.org/drawingml/2006/main">
          <a:off x="1806256" y="785020"/>
          <a:ext cx="2058739" cy="56393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altLang="zh-CN" sz="1100" b="1" dirty="0"/>
            <a:t>only MRI sites (7)</a:t>
          </a:r>
        </a:p>
        <a:p xmlns:a="http://schemas.openxmlformats.org/drawingml/2006/main">
          <a:pPr algn="ctr"/>
          <a:r>
            <a:rPr lang="en-US" altLang="zh-CN" sz="1100" b="1" dirty="0"/>
            <a:t> allow</a:t>
          </a:r>
          <a:r>
            <a:rPr lang="en-US" altLang="zh-CN" sz="1100" b="1" baseline="0" dirty="0"/>
            <a:t> screen</a:t>
          </a:r>
          <a:r>
            <a:rPr lang="en-US" altLang="zh-CN" sz="1100" b="1" dirty="0"/>
            <a:t> </a:t>
          </a:r>
          <a:endParaRPr lang="en-US" sz="1100" b="1" dirty="0"/>
        </a:p>
      </cdr:txBody>
    </cdr:sp>
  </cdr:relSizeAnchor>
</c:userShapes>
</file>

<file path=ppt/drawings/drawing5.xml><?xml version="1.0" encoding="utf-8"?>
<c:userShapes xmlns:c="http://schemas.openxmlformats.org/drawingml/2006/chart">
  <cdr:relSizeAnchor xmlns:cdr="http://schemas.openxmlformats.org/drawingml/2006/chartDrawing">
    <cdr:from>
      <cdr:x>0.12233</cdr:x>
      <cdr:y>0.26979</cdr:y>
    </cdr:from>
    <cdr:to>
      <cdr:x>0.32817</cdr:x>
      <cdr:y>0.43854</cdr:y>
    </cdr:to>
    <cdr:sp macro="" textlink="">
      <cdr:nvSpPr>
        <cdr:cNvPr id="2" name="TextBox 1">
          <a:extLst xmlns:a="http://schemas.openxmlformats.org/drawingml/2006/main">
            <a:ext uri="{FF2B5EF4-FFF2-40B4-BE49-F238E27FC236}">
              <a16:creationId xmlns:a16="http://schemas.microsoft.com/office/drawing/2014/main" id="{8ECE49EC-A325-40DA-FDDE-AC22B2683088}"/>
            </a:ext>
          </a:extLst>
        </cdr:cNvPr>
        <cdr:cNvSpPr txBox="1"/>
      </cdr:nvSpPr>
      <cdr:spPr>
        <a:xfrm xmlns:a="http://schemas.openxmlformats.org/drawingml/2006/main">
          <a:off x="1374114" y="1369760"/>
          <a:ext cx="2312293" cy="856765"/>
        </a:xfrm>
        <a:prstGeom xmlns:a="http://schemas.openxmlformats.org/drawingml/2006/main" prst="rect">
          <a:avLst/>
        </a:prstGeom>
        <a:solidFill xmlns:a="http://schemas.openxmlformats.org/drawingml/2006/main">
          <a:schemeClr val="accent5">
            <a:alpha val="50000"/>
          </a:schemeClr>
        </a:solidFill>
        <a:ln xmlns:a="http://schemas.openxmlformats.org/drawingml/2006/main">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lt1"/>
        </a:fontRef>
      </cdr:style>
      <cdr:txBody>
        <a:bodyPr xmlns:a="http://schemas.openxmlformats.org/drawingml/2006/main" vertOverflow="clip" wrap="square" rtlCol="0"/>
        <a:lstStyle xmlns:a="http://schemas.openxmlformats.org/drawingml/2006/main"/>
        <a:p xmlns:a="http://schemas.openxmlformats.org/drawingml/2006/main">
          <a:r>
            <a:rPr lang="en-US" altLang="zh-CN" sz="1200" b="1" dirty="0">
              <a:solidFill>
                <a:schemeClr val="tx2">
                  <a:lumMod val="75000"/>
                </a:schemeClr>
              </a:solidFill>
              <a:latin typeface="+mj-lt"/>
            </a:rPr>
            <a:t>Total</a:t>
          </a:r>
          <a:r>
            <a:rPr lang="en-US" altLang="zh-CN" sz="1200" b="1" baseline="0" dirty="0">
              <a:solidFill>
                <a:schemeClr val="tx2">
                  <a:lumMod val="75000"/>
                </a:schemeClr>
              </a:solidFill>
              <a:latin typeface="+mj-lt"/>
            </a:rPr>
            <a:t> </a:t>
          </a:r>
          <a:r>
            <a:rPr lang="en-US" altLang="zh-CN" sz="1200" b="1" dirty="0">
              <a:solidFill>
                <a:schemeClr val="tx2">
                  <a:lumMod val="75000"/>
                </a:schemeClr>
              </a:solidFill>
              <a:latin typeface="+mj-lt"/>
            </a:rPr>
            <a:t>Screened=3588</a:t>
          </a:r>
        </a:p>
        <a:p xmlns:a="http://schemas.openxmlformats.org/drawingml/2006/main">
          <a:r>
            <a:rPr lang="en-US" altLang="zh-CN" sz="1200" b="1" dirty="0">
              <a:solidFill>
                <a:schemeClr val="tx2">
                  <a:lumMod val="75000"/>
                </a:schemeClr>
              </a:solidFill>
              <a:latin typeface="+mj-lt"/>
            </a:rPr>
            <a:t>Total</a:t>
          </a:r>
          <a:r>
            <a:rPr lang="en-US" altLang="zh-CN" sz="1200" b="1" baseline="0" dirty="0">
              <a:solidFill>
                <a:schemeClr val="tx2">
                  <a:lumMod val="75000"/>
                </a:schemeClr>
              </a:solidFill>
              <a:latin typeface="+mj-lt"/>
            </a:rPr>
            <a:t> </a:t>
          </a:r>
          <a:r>
            <a:rPr lang="en-US" altLang="zh-CN" sz="1200" b="1" dirty="0">
              <a:solidFill>
                <a:schemeClr val="tx2">
                  <a:lumMod val="75000"/>
                </a:schemeClr>
              </a:solidFill>
              <a:latin typeface="+mj-lt"/>
            </a:rPr>
            <a:t>Randomized=1974</a:t>
          </a:r>
        </a:p>
        <a:p xmlns:a="http://schemas.openxmlformats.org/drawingml/2006/main">
          <a:r>
            <a:rPr lang="en-US" altLang="zh-CN" sz="1200" b="1" dirty="0">
              <a:solidFill>
                <a:schemeClr val="tx2">
                  <a:lumMod val="75000"/>
                </a:schemeClr>
              </a:solidFill>
              <a:latin typeface="+mj-lt"/>
            </a:rPr>
            <a:t>screen</a:t>
          </a:r>
          <a:r>
            <a:rPr lang="en-US" altLang="zh-CN" sz="1200" b="1" baseline="0" dirty="0">
              <a:solidFill>
                <a:schemeClr val="tx2">
                  <a:lumMod val="75000"/>
                </a:schemeClr>
              </a:solidFill>
              <a:latin typeface="+mj-lt"/>
            </a:rPr>
            <a:t> failure=25%</a:t>
          </a:r>
          <a:endParaRPr lang="zh-CN" altLang="en-US" sz="1400" b="1" dirty="0">
            <a:solidFill>
              <a:schemeClr val="tx2">
                <a:lumMod val="75000"/>
              </a:schemeClr>
            </a:solidFill>
            <a:latin typeface="+mj-lt"/>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0.10797</cdr:x>
      <cdr:y>0.66476</cdr:y>
    </cdr:from>
    <cdr:to>
      <cdr:x>0.23671</cdr:x>
      <cdr:y>0.75036</cdr:y>
    </cdr:to>
    <cdr:sp macro="" textlink="">
      <cdr:nvSpPr>
        <cdr:cNvPr id="2" name="TextBox 1">
          <a:extLst xmlns:a="http://schemas.openxmlformats.org/drawingml/2006/main">
            <a:ext uri="{FF2B5EF4-FFF2-40B4-BE49-F238E27FC236}">
              <a16:creationId xmlns:a16="http://schemas.microsoft.com/office/drawing/2014/main" id="{12CFEE9E-9DEB-2C3A-B567-9D6C7398A975}"/>
            </a:ext>
          </a:extLst>
        </cdr:cNvPr>
        <cdr:cNvSpPr txBox="1"/>
      </cdr:nvSpPr>
      <cdr:spPr>
        <a:xfrm xmlns:a="http://schemas.openxmlformats.org/drawingml/2006/main">
          <a:off x="1238250" y="4438651"/>
          <a:ext cx="1476375" cy="5714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0.10548</cdr:x>
      <cdr:y>0.69758</cdr:y>
    </cdr:from>
    <cdr:to>
      <cdr:x>0.24502</cdr:x>
      <cdr:y>0.78317</cdr:y>
    </cdr:to>
    <cdr:sp macro="" textlink="">
      <cdr:nvSpPr>
        <cdr:cNvPr id="3" name="TextBox 2">
          <a:extLst xmlns:a="http://schemas.openxmlformats.org/drawingml/2006/main">
            <a:ext uri="{FF2B5EF4-FFF2-40B4-BE49-F238E27FC236}">
              <a16:creationId xmlns:a16="http://schemas.microsoft.com/office/drawing/2014/main" id="{FB7C0BB2-C924-32BC-CEF0-6C9E80639A61}"/>
            </a:ext>
          </a:extLst>
        </cdr:cNvPr>
        <cdr:cNvSpPr txBox="1"/>
      </cdr:nvSpPr>
      <cdr:spPr>
        <a:xfrm xmlns:a="http://schemas.openxmlformats.org/drawingml/2006/main">
          <a:off x="1209675" y="4657726"/>
          <a:ext cx="1600200" cy="5715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0.11047</cdr:x>
      <cdr:y>0.6776</cdr:y>
    </cdr:from>
    <cdr:to>
      <cdr:x>0.27409</cdr:x>
      <cdr:y>0.76462</cdr:y>
    </cdr:to>
    <cdr:sp macro="" textlink="">
      <cdr:nvSpPr>
        <cdr:cNvPr id="4" name="TextBox 3">
          <a:extLst xmlns:a="http://schemas.openxmlformats.org/drawingml/2006/main">
            <a:ext uri="{FF2B5EF4-FFF2-40B4-BE49-F238E27FC236}">
              <a16:creationId xmlns:a16="http://schemas.microsoft.com/office/drawing/2014/main" id="{C974BD8E-4423-74AF-5241-CAC0918466CF}"/>
            </a:ext>
          </a:extLst>
        </cdr:cNvPr>
        <cdr:cNvSpPr txBox="1"/>
      </cdr:nvSpPr>
      <cdr:spPr>
        <a:xfrm xmlns:a="http://schemas.openxmlformats.org/drawingml/2006/main">
          <a:off x="1266825" y="4524376"/>
          <a:ext cx="1876425" cy="5810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0.21805</cdr:x>
      <cdr:y>0.39859</cdr:y>
    </cdr:from>
    <cdr:to>
      <cdr:x>0.46555</cdr:x>
      <cdr:y>0.54627</cdr:y>
    </cdr:to>
    <cdr:sp macro="" textlink="">
      <cdr:nvSpPr>
        <cdr:cNvPr id="6" name="对话气泡: 矩形 1">
          <a:extLst xmlns:a="http://schemas.openxmlformats.org/drawingml/2006/main">
            <a:ext uri="{FF2B5EF4-FFF2-40B4-BE49-F238E27FC236}">
              <a16:creationId xmlns:a16="http://schemas.microsoft.com/office/drawing/2014/main" id="{908B4A3D-4016-9E78-B67D-98458860BAFE}"/>
            </a:ext>
          </a:extLst>
        </cdr:cNvPr>
        <cdr:cNvSpPr/>
      </cdr:nvSpPr>
      <cdr:spPr>
        <a:xfrm xmlns:a="http://schemas.openxmlformats.org/drawingml/2006/main">
          <a:off x="1890174" y="1943219"/>
          <a:ext cx="2145419" cy="720000"/>
        </a:xfrm>
        <a:prstGeom xmlns:a="http://schemas.openxmlformats.org/drawingml/2006/main" prst="wedgeRectCallout">
          <a:avLst>
            <a:gd name="adj1" fmla="val -33151"/>
            <a:gd name="adj2" fmla="val 45642"/>
          </a:avLst>
        </a:prstGeom>
        <a:solidFill xmlns:a="http://schemas.openxmlformats.org/drawingml/2006/main">
          <a:schemeClr val="accent4">
            <a:lumMod val="20000"/>
            <a:lumOff val="80000"/>
          </a:schemeClr>
        </a:solidFill>
        <a:ln xmlns:a="http://schemas.openxmlformats.org/drawingml/2006/main" w="12700">
          <a:solidFill>
            <a:schemeClr val="tx1"/>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altLang="zh-CN" sz="1000" dirty="0">
              <a:solidFill>
                <a:schemeClr val="tx1"/>
              </a:solidFill>
              <a:effectLst/>
              <a:latin typeface="+mn-lt"/>
              <a:ea typeface="+mn-ea"/>
              <a:cs typeface="+mn-cs"/>
            </a:rPr>
            <a:t>Total Screened = </a:t>
          </a:r>
          <a:r>
            <a:rPr lang="en-US" altLang="zh-CN" sz="1000" dirty="0">
              <a:solidFill>
                <a:schemeClr val="tx1"/>
              </a:solidFill>
            </a:rPr>
            <a:t>93</a:t>
          </a:r>
          <a:endParaRPr lang="en-US" altLang="zh-CN" sz="1000" dirty="0">
            <a:solidFill>
              <a:schemeClr val="tx1"/>
            </a:solidFill>
            <a:effectLst/>
            <a:latin typeface="+mn-lt"/>
            <a:ea typeface="+mn-ea"/>
            <a:cs typeface="+mn-cs"/>
          </a:endParaRPr>
        </a:p>
        <a:p xmlns:a="http://schemas.openxmlformats.org/drawingml/2006/main">
          <a:r>
            <a:rPr lang="en-US" altLang="zh-CN" sz="1000" dirty="0">
              <a:solidFill>
                <a:schemeClr val="tx1"/>
              </a:solidFill>
              <a:effectLst/>
              <a:latin typeface="+mn-lt"/>
              <a:ea typeface="+mn-ea"/>
              <a:cs typeface="+mn-cs"/>
            </a:rPr>
            <a:t>Total Randomized = 47</a:t>
          </a:r>
        </a:p>
        <a:p xmlns:a="http://schemas.openxmlformats.org/drawingml/2006/main">
          <a:r>
            <a:rPr lang="en-US" altLang="zh-CN" sz="1000" dirty="0">
              <a:solidFill>
                <a:schemeClr val="tx1"/>
              </a:solidFill>
              <a:effectLst/>
              <a:latin typeface="+mn-lt"/>
              <a:ea typeface="+mn-ea"/>
              <a:cs typeface="+mn-cs"/>
            </a:rPr>
            <a:t>screen failed=11</a:t>
          </a:r>
        </a:p>
      </cdr:txBody>
    </cdr:sp>
  </cdr:relSizeAnchor>
</c:userShapes>
</file>

<file path=ppt/drawings/drawing7.xml><?xml version="1.0" encoding="utf-8"?>
<c:userShapes xmlns:c="http://schemas.openxmlformats.org/drawingml/2006/chart">
  <cdr:relSizeAnchor xmlns:cdr="http://schemas.openxmlformats.org/drawingml/2006/chartDrawing">
    <cdr:from>
      <cdr:x>0.10797</cdr:x>
      <cdr:y>0.66476</cdr:y>
    </cdr:from>
    <cdr:to>
      <cdr:x>0.23671</cdr:x>
      <cdr:y>0.75036</cdr:y>
    </cdr:to>
    <cdr:sp macro="" textlink="">
      <cdr:nvSpPr>
        <cdr:cNvPr id="2" name="TextBox 1">
          <a:extLst xmlns:a="http://schemas.openxmlformats.org/drawingml/2006/main">
            <a:ext uri="{FF2B5EF4-FFF2-40B4-BE49-F238E27FC236}">
              <a16:creationId xmlns:a16="http://schemas.microsoft.com/office/drawing/2014/main" id="{12CFEE9E-9DEB-2C3A-B567-9D6C7398A975}"/>
            </a:ext>
          </a:extLst>
        </cdr:cNvPr>
        <cdr:cNvSpPr txBox="1"/>
      </cdr:nvSpPr>
      <cdr:spPr>
        <a:xfrm xmlns:a="http://schemas.openxmlformats.org/drawingml/2006/main">
          <a:off x="1238250" y="4438651"/>
          <a:ext cx="1476375" cy="57149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0.10548</cdr:x>
      <cdr:y>0.69758</cdr:y>
    </cdr:from>
    <cdr:to>
      <cdr:x>0.24502</cdr:x>
      <cdr:y>0.78317</cdr:y>
    </cdr:to>
    <cdr:sp macro="" textlink="">
      <cdr:nvSpPr>
        <cdr:cNvPr id="3" name="TextBox 2">
          <a:extLst xmlns:a="http://schemas.openxmlformats.org/drawingml/2006/main">
            <a:ext uri="{FF2B5EF4-FFF2-40B4-BE49-F238E27FC236}">
              <a16:creationId xmlns:a16="http://schemas.microsoft.com/office/drawing/2014/main" id="{FB7C0BB2-C924-32BC-CEF0-6C9E80639A61}"/>
            </a:ext>
          </a:extLst>
        </cdr:cNvPr>
        <cdr:cNvSpPr txBox="1"/>
      </cdr:nvSpPr>
      <cdr:spPr>
        <a:xfrm xmlns:a="http://schemas.openxmlformats.org/drawingml/2006/main">
          <a:off x="1209675" y="4657726"/>
          <a:ext cx="1600200" cy="5715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0.11047</cdr:x>
      <cdr:y>0.6776</cdr:y>
    </cdr:from>
    <cdr:to>
      <cdr:x>0.27409</cdr:x>
      <cdr:y>0.76462</cdr:y>
    </cdr:to>
    <cdr:sp macro="" textlink="">
      <cdr:nvSpPr>
        <cdr:cNvPr id="4" name="TextBox 3">
          <a:extLst xmlns:a="http://schemas.openxmlformats.org/drawingml/2006/main">
            <a:ext uri="{FF2B5EF4-FFF2-40B4-BE49-F238E27FC236}">
              <a16:creationId xmlns:a16="http://schemas.microsoft.com/office/drawing/2014/main" id="{C974BD8E-4423-74AF-5241-CAC0918466CF}"/>
            </a:ext>
          </a:extLst>
        </cdr:cNvPr>
        <cdr:cNvSpPr txBox="1"/>
      </cdr:nvSpPr>
      <cdr:spPr>
        <a:xfrm xmlns:a="http://schemas.openxmlformats.org/drawingml/2006/main">
          <a:off x="1266825" y="4524376"/>
          <a:ext cx="1876425" cy="5810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0.09331</cdr:x>
      <cdr:y>0.46213</cdr:y>
    </cdr:from>
    <cdr:to>
      <cdr:x>0.26644</cdr:x>
      <cdr:y>0.61159</cdr:y>
    </cdr:to>
    <cdr:sp macro="" textlink="">
      <cdr:nvSpPr>
        <cdr:cNvPr id="6" name="对话气泡: 矩形 1">
          <a:extLst xmlns:a="http://schemas.openxmlformats.org/drawingml/2006/main">
            <a:ext uri="{FF2B5EF4-FFF2-40B4-BE49-F238E27FC236}">
              <a16:creationId xmlns:a16="http://schemas.microsoft.com/office/drawing/2014/main" id="{908B4A3D-4016-9E78-B67D-98458860BAFE}"/>
            </a:ext>
          </a:extLst>
        </cdr:cNvPr>
        <cdr:cNvSpPr/>
      </cdr:nvSpPr>
      <cdr:spPr>
        <a:xfrm xmlns:a="http://schemas.openxmlformats.org/drawingml/2006/main">
          <a:off x="930089" y="2384987"/>
          <a:ext cx="1725707" cy="771349"/>
        </a:xfrm>
        <a:prstGeom xmlns:a="http://schemas.openxmlformats.org/drawingml/2006/main" prst="wedgeRectCallout">
          <a:avLst>
            <a:gd name="adj1" fmla="val -33151"/>
            <a:gd name="adj2" fmla="val 45642"/>
          </a:avLst>
        </a:prstGeom>
        <a:solidFill xmlns:a="http://schemas.openxmlformats.org/drawingml/2006/main">
          <a:schemeClr val="accent4">
            <a:lumMod val="20000"/>
            <a:lumOff val="80000"/>
          </a:schemeClr>
        </a:solidFill>
        <a:ln xmlns:a="http://schemas.openxmlformats.org/drawingml/2006/main" w="12700">
          <a:solidFill>
            <a:schemeClr val="tx1"/>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altLang="zh-CN" sz="1000" dirty="0">
              <a:solidFill>
                <a:schemeClr val="tx1"/>
              </a:solidFill>
              <a:effectLst/>
              <a:latin typeface="+mn-lt"/>
              <a:ea typeface="+mn-ea"/>
              <a:cs typeface="+mn-cs"/>
            </a:rPr>
            <a:t>Total Screened = 5</a:t>
          </a:r>
        </a:p>
        <a:p xmlns:a="http://schemas.openxmlformats.org/drawingml/2006/main">
          <a:r>
            <a:rPr lang="en-US" altLang="zh-CN" sz="1000" dirty="0">
              <a:solidFill>
                <a:schemeClr val="tx1"/>
              </a:solidFill>
              <a:effectLst/>
              <a:latin typeface="+mn-lt"/>
              <a:ea typeface="+mn-ea"/>
              <a:cs typeface="+mn-cs"/>
            </a:rPr>
            <a:t>Total Randomized = 3</a:t>
          </a:r>
        </a:p>
        <a:p xmlns:a="http://schemas.openxmlformats.org/drawingml/2006/main">
          <a:r>
            <a:rPr lang="en-US" altLang="zh-CN" sz="1000" dirty="0">
              <a:solidFill>
                <a:schemeClr val="tx1"/>
              </a:solidFill>
              <a:effectLst/>
              <a:latin typeface="+mn-lt"/>
              <a:ea typeface="+mn-ea"/>
              <a:cs typeface="+mn-cs"/>
            </a:rPr>
            <a:t>screen failed=0</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267742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3</a:t>
            </a:fld>
            <a:endParaRPr lang="en-US" sz="800">
              <a:solidFill>
                <a:schemeClr val="bg2"/>
              </a:solidFill>
            </a:endParaRPr>
          </a:p>
        </p:txBody>
      </p:sp>
    </p:spTree>
    <p:extLst>
      <p:ext uri="{BB962C8B-B14F-4D97-AF65-F5344CB8AC3E}">
        <p14:creationId xmlns:p14="http://schemas.microsoft.com/office/powerpoint/2010/main" val="1168325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21D018-2401-4689-97C8-A084A48DE48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80305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defTabSz="931774">
              <a:defRPr/>
            </a:pPr>
            <a:endParaRPr lang="en-US" altLang="zh-CN">
              <a:latin typeface="+mn-ea"/>
              <a:cs typeface="Calibri" panose="020F0502020204030204" pitchFamily="34" charset="0"/>
            </a:endParaRPr>
          </a:p>
        </p:txBody>
      </p:sp>
      <p:sp>
        <p:nvSpPr>
          <p:cNvPr id="4" name="Slide Number Placeholder 3"/>
          <p:cNvSpPr>
            <a:spLocks noGrp="1"/>
          </p:cNvSpPr>
          <p:nvPr>
            <p:ph type="sldNum" sz="quarter" idx="10"/>
          </p:nvPr>
        </p:nvSpPr>
        <p:spPr/>
        <p:txBody>
          <a:bodyPr/>
          <a:lstStyle/>
          <a:p>
            <a:fld id="{D48D0D97-DB3F-4E61-81F7-89017C080499}" type="slidenum">
              <a:rPr lang="zh-CN" altLang="en-US" smtClean="0"/>
              <a:t>8</a:t>
            </a:fld>
            <a:endParaRPr lang="zh-CN" altLang="en-US"/>
          </a:p>
        </p:txBody>
      </p:sp>
    </p:spTree>
    <p:extLst>
      <p:ext uri="{BB962C8B-B14F-4D97-AF65-F5344CB8AC3E}">
        <p14:creationId xmlns:p14="http://schemas.microsoft.com/office/powerpoint/2010/main" val="1606126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pPr marL="144000" marR="0" lvl="0" indent="-1440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altLang="zh-CN" sz="1200"/>
              <a:t>MRI Sub-study: 136 R, 10 in screening </a:t>
            </a:r>
            <a:endParaRPr lang="zh-CN" altLang="en-US" sz="1200"/>
          </a:p>
          <a:p>
            <a:endParaRPr lang="zh-CN" altLang="en-US"/>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pPr/>
              <a:t>9</a:t>
            </a:fld>
            <a:endParaRPr lang="en-US" sz="800">
              <a:solidFill>
                <a:schemeClr val="bg2"/>
              </a:solidFill>
            </a:endParaRPr>
          </a:p>
        </p:txBody>
      </p:sp>
    </p:spTree>
    <p:extLst>
      <p:ext uri="{BB962C8B-B14F-4D97-AF65-F5344CB8AC3E}">
        <p14:creationId xmlns:p14="http://schemas.microsoft.com/office/powerpoint/2010/main" val="2033121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defTabSz="931774">
              <a:defRPr/>
            </a:pPr>
            <a:endParaRPr lang="en-US" altLang="zh-CN">
              <a:latin typeface="+mn-ea"/>
              <a:cs typeface="Calibri" panose="020F0502020204030204" pitchFamily="34" charset="0"/>
            </a:endParaRPr>
          </a:p>
        </p:txBody>
      </p:sp>
      <p:sp>
        <p:nvSpPr>
          <p:cNvPr id="4" name="Slide Number Placeholder 3"/>
          <p:cNvSpPr>
            <a:spLocks noGrp="1"/>
          </p:cNvSpPr>
          <p:nvPr>
            <p:ph type="sldNum" sz="quarter" idx="10"/>
          </p:nvPr>
        </p:nvSpPr>
        <p:spPr/>
        <p:txBody>
          <a:bodyPr/>
          <a:lstStyle/>
          <a:p>
            <a:fld id="{D48D0D97-DB3F-4E61-81F7-89017C080499}" type="slidenum">
              <a:rPr lang="zh-CN" altLang="en-US" smtClean="0"/>
              <a:t>14</a:t>
            </a:fld>
            <a:endParaRPr lang="zh-CN" altLang="en-US"/>
          </a:p>
        </p:txBody>
      </p:sp>
    </p:spTree>
    <p:extLst>
      <p:ext uri="{BB962C8B-B14F-4D97-AF65-F5344CB8AC3E}">
        <p14:creationId xmlns:p14="http://schemas.microsoft.com/office/powerpoint/2010/main" val="2328718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pPr defTabSz="1219139">
              <a:lnSpc>
                <a:spcPct val="90000"/>
              </a:lnSpc>
            </a:pPr>
            <a:r>
              <a:rPr lang="en-US" altLang="zh-CN" sz="1200">
                <a:solidFill>
                  <a:srgbClr val="000000"/>
                </a:solidFill>
                <a:latin typeface="BISansOpti"/>
              </a:rPr>
              <a:t>Oral GLP1 trials:</a:t>
            </a:r>
          </a:p>
          <a:p>
            <a:pPr defTabSz="1219139">
              <a:lnSpc>
                <a:spcPct val="90000"/>
              </a:lnSpc>
            </a:pPr>
            <a:r>
              <a:rPr lang="en-US" altLang="zh-CN" sz="1200" err="1">
                <a:solidFill>
                  <a:srgbClr val="000000"/>
                </a:solidFill>
                <a:highlight>
                  <a:srgbClr val="FFFF00"/>
                </a:highlight>
                <a:latin typeface="BISansOpti"/>
              </a:rPr>
              <a:t>Orforglipron</a:t>
            </a:r>
            <a:r>
              <a:rPr lang="en-US" altLang="zh-CN" sz="1200">
                <a:solidFill>
                  <a:srgbClr val="000000"/>
                </a:solidFill>
                <a:highlight>
                  <a:srgbClr val="FFFF00"/>
                </a:highlight>
                <a:latin typeface="BISansOpti"/>
              </a:rPr>
              <a:t>: Ph2 36w</a:t>
            </a:r>
            <a:r>
              <a:rPr lang="en-US" altLang="zh-CN" sz="1200">
                <a:solidFill>
                  <a:srgbClr val="000000"/>
                </a:solidFill>
                <a:latin typeface="BISansOpti"/>
              </a:rPr>
              <a:t>, Ph3 72w, CVOT (Ph2</a:t>
            </a:r>
            <a:r>
              <a:rPr lang="zh-CN" altLang="en-US" sz="1200">
                <a:solidFill>
                  <a:srgbClr val="000000"/>
                </a:solidFill>
                <a:latin typeface="BISansOpti"/>
              </a:rPr>
              <a:t> </a:t>
            </a:r>
            <a:r>
              <a:rPr lang="en-US" altLang="zh-CN" sz="1200">
                <a:solidFill>
                  <a:srgbClr val="000000"/>
                </a:solidFill>
                <a:latin typeface="BISansOpti"/>
              </a:rPr>
              <a:t>starts</a:t>
            </a:r>
            <a:r>
              <a:rPr lang="zh-CN" altLang="en-US" sz="1200">
                <a:solidFill>
                  <a:srgbClr val="000000"/>
                </a:solidFill>
                <a:latin typeface="BISansOpti"/>
              </a:rPr>
              <a:t> </a:t>
            </a:r>
            <a:r>
              <a:rPr lang="en-US" altLang="zh-CN" sz="1200">
                <a:solidFill>
                  <a:srgbClr val="000000"/>
                </a:solidFill>
                <a:latin typeface="BISansOpti"/>
              </a:rPr>
              <a:t>in 2021.09,</a:t>
            </a:r>
            <a:r>
              <a:rPr lang="zh-CN" altLang="en-US" sz="1200">
                <a:solidFill>
                  <a:srgbClr val="000000"/>
                </a:solidFill>
                <a:latin typeface="BISansOpti"/>
              </a:rPr>
              <a:t> </a:t>
            </a:r>
            <a:r>
              <a:rPr lang="en-US" altLang="zh-CN" sz="1200">
                <a:solidFill>
                  <a:srgbClr val="000000"/>
                </a:solidFill>
                <a:latin typeface="BISansOpti"/>
              </a:rPr>
              <a:t>Ph3 starts in 2023.06, Ph3 completes in 2027.9) </a:t>
            </a:r>
          </a:p>
          <a:p>
            <a:pPr defTabSz="1219139">
              <a:lnSpc>
                <a:spcPct val="90000"/>
              </a:lnSpc>
            </a:pPr>
            <a:r>
              <a:rPr lang="en-US" altLang="zh-CN" sz="1200">
                <a:solidFill>
                  <a:srgbClr val="000000"/>
                </a:solidFill>
                <a:latin typeface="BISansOpti"/>
              </a:rPr>
              <a:t>Semaglutide: Ph2 52w, Ph3 64w</a:t>
            </a: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b="0" i="0" err="1">
                <a:solidFill>
                  <a:srgbClr val="000000"/>
                </a:solidFill>
                <a:effectLst/>
                <a:latin typeface="Noto Sans" panose="020B0502040504020204" pitchFamily="34" charset="0"/>
              </a:rPr>
              <a:t>Danuglipron</a:t>
            </a:r>
            <a:r>
              <a:rPr lang="en-US" altLang="zh-CN" sz="1200" b="0" i="0">
                <a:solidFill>
                  <a:srgbClr val="000000"/>
                </a:solidFill>
                <a:effectLst/>
                <a:latin typeface="BISansOpti"/>
              </a:rPr>
              <a:t>: Ph2b 26w, Ph3 </a:t>
            </a:r>
            <a:r>
              <a:rPr lang="zh-CN" altLang="en-US" sz="1200" b="0" i="0">
                <a:solidFill>
                  <a:srgbClr val="000000"/>
                </a:solidFill>
                <a:effectLst/>
                <a:latin typeface="BISansOpti"/>
              </a:rPr>
              <a:t>停止研发</a:t>
            </a:r>
            <a:endParaRPr lang="en-US" altLang="zh-CN" sz="1200" b="0" i="0">
              <a:solidFill>
                <a:srgbClr val="000000"/>
              </a:solidFill>
              <a:effectLst/>
              <a:latin typeface="BISansOpti"/>
            </a:endParaRPr>
          </a:p>
          <a:p>
            <a:pPr marL="0" marR="0" lvl="0" indent="0" algn="l" defTabSz="1219139" rtl="0" eaLnBrk="1" fontAlgn="auto" latinLnBrk="0" hangingPunct="1">
              <a:lnSpc>
                <a:spcPct val="90000"/>
              </a:lnSpc>
              <a:spcBef>
                <a:spcPts val="0"/>
              </a:spcBef>
              <a:spcAft>
                <a:spcPts val="0"/>
              </a:spcAft>
              <a:buClrTx/>
              <a:buSzTx/>
              <a:buFontTx/>
              <a:buNone/>
              <a:tabLst/>
              <a:defRPr/>
            </a:pPr>
            <a:endParaRPr lang="en-US" altLang="zh-CN" sz="1200" b="0" i="0">
              <a:solidFill>
                <a:srgbClr val="000000"/>
              </a:solidFill>
              <a:effectLst/>
              <a:latin typeface="BISansOpti"/>
            </a:endParaRP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sz="1200" b="0" i="0" err="1">
                <a:solidFill>
                  <a:srgbClr val="000000"/>
                </a:solidFill>
                <a:effectLst/>
                <a:latin typeface="BISansOpti"/>
              </a:rPr>
              <a:t>Madzutide</a:t>
            </a:r>
            <a:r>
              <a:rPr lang="en-US" altLang="zh-CN" sz="1200" b="0" i="0">
                <a:solidFill>
                  <a:srgbClr val="000000"/>
                </a:solidFill>
                <a:effectLst/>
                <a:latin typeface="BISansOpti"/>
              </a:rPr>
              <a:t>:</a:t>
            </a:r>
            <a:r>
              <a:rPr lang="zh-CN" altLang="en-US" sz="1200" b="0" i="0">
                <a:solidFill>
                  <a:srgbClr val="000000"/>
                </a:solidFill>
                <a:effectLst/>
                <a:latin typeface="BISansOpti"/>
              </a:rPr>
              <a:t> </a:t>
            </a:r>
            <a:r>
              <a:rPr lang="en-US" altLang="zh-CN" sz="1200" b="0" i="0">
                <a:solidFill>
                  <a:srgbClr val="000000"/>
                </a:solidFill>
                <a:effectLst/>
                <a:latin typeface="BISansOpti"/>
              </a:rPr>
              <a:t>Ph2 24w, Ph3 52w (Ph2 starts in 2021.6, Ph3 completes in 2024.1)</a:t>
            </a:r>
          </a:p>
          <a:p>
            <a:pPr marL="0" marR="0" lvl="0" indent="0" algn="l" defTabSz="1219139" rtl="0" eaLnBrk="1" fontAlgn="auto" latinLnBrk="0" hangingPunct="1">
              <a:lnSpc>
                <a:spcPct val="90000"/>
              </a:lnSpc>
              <a:spcBef>
                <a:spcPts val="0"/>
              </a:spcBef>
              <a:spcAft>
                <a:spcPts val="0"/>
              </a:spcAft>
              <a:buClrTx/>
              <a:buSzTx/>
              <a:buFontTx/>
              <a:buNone/>
              <a:tabLst/>
              <a:defRPr/>
            </a:pPr>
            <a:endParaRPr lang="en-US" altLang="zh-CN" b="0" i="0">
              <a:solidFill>
                <a:srgbClr val="000000"/>
              </a:solidFill>
              <a:effectLst/>
              <a:latin typeface="Noto Sans" panose="020B0502040504020204" pitchFamily="34" charset="0"/>
            </a:endParaRP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b="0" i="0">
                <a:solidFill>
                  <a:srgbClr val="000000"/>
                </a:solidFill>
                <a:effectLst/>
                <a:latin typeface="Noto Sans" panose="020B0502040504020204" pitchFamily="34" charset="0"/>
              </a:rPr>
              <a:t>Assumption: </a:t>
            </a: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b="0" i="0">
                <a:solidFill>
                  <a:srgbClr val="000000"/>
                </a:solidFill>
                <a:effectLst/>
                <a:latin typeface="Noto Sans" panose="020B0502040504020204" pitchFamily="34" charset="0"/>
              </a:rPr>
              <a:t>GSBR-1290 Ph2 completes in 2024H2, Ph3 starts in 2025 Q4, benchmark </a:t>
            </a:r>
            <a:r>
              <a:rPr lang="en-US" altLang="zh-CN" b="0" i="0" err="1">
                <a:solidFill>
                  <a:srgbClr val="000000"/>
                </a:solidFill>
                <a:effectLst/>
                <a:latin typeface="Noto Sans" panose="020B0502040504020204" pitchFamily="34" charset="0"/>
              </a:rPr>
              <a:t>Orforglipron</a:t>
            </a:r>
            <a:endParaRPr lang="en-US" altLang="zh-CN" b="0" i="0">
              <a:solidFill>
                <a:srgbClr val="000000"/>
              </a:solidFill>
              <a:effectLst/>
              <a:latin typeface="Noto Sans" panose="020B0502040504020204" pitchFamily="34" charset="0"/>
            </a:endParaRP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b="0" i="0">
                <a:solidFill>
                  <a:srgbClr val="000000"/>
                </a:solidFill>
                <a:effectLst/>
                <a:latin typeface="Noto Sans" panose="020B0502040504020204" pitchFamily="34" charset="0"/>
              </a:rPr>
              <a:t>ECC5004 Ph2 starts in 2024Q4, benchmark </a:t>
            </a:r>
            <a:r>
              <a:rPr lang="en-US" altLang="zh-CN" b="0" i="0" err="1">
                <a:solidFill>
                  <a:srgbClr val="000000"/>
                </a:solidFill>
                <a:effectLst/>
                <a:latin typeface="Noto Sans" panose="020B0502040504020204" pitchFamily="34" charset="0"/>
              </a:rPr>
              <a:t>Orforglipron</a:t>
            </a:r>
            <a:endParaRPr lang="en-US" altLang="zh-CN" b="0" i="0">
              <a:solidFill>
                <a:srgbClr val="000000"/>
              </a:solidFill>
              <a:effectLst/>
              <a:latin typeface="Noto Sans" panose="020B0502040504020204" pitchFamily="34" charset="0"/>
            </a:endParaRPr>
          </a:p>
          <a:p>
            <a:pPr marL="0" marR="0" lvl="0" indent="0" algn="l" defTabSz="1219139" rtl="0" eaLnBrk="1" fontAlgn="auto" latinLnBrk="0" hangingPunct="1">
              <a:lnSpc>
                <a:spcPct val="90000"/>
              </a:lnSpc>
              <a:spcBef>
                <a:spcPts val="0"/>
              </a:spcBef>
              <a:spcAft>
                <a:spcPts val="0"/>
              </a:spcAft>
              <a:buClrTx/>
              <a:buSzTx/>
              <a:buFontTx/>
              <a:buNone/>
              <a:tabLst/>
              <a:defRPr/>
            </a:pPr>
            <a:r>
              <a:rPr lang="en-US" altLang="zh-CN" b="0">
                <a:solidFill>
                  <a:srgbClr val="FFFFFF"/>
                </a:solidFill>
                <a:latin typeface="Boehringer Forward Head"/>
              </a:rPr>
              <a:t>HRS-7535</a:t>
            </a:r>
            <a:r>
              <a:rPr lang="en-US" altLang="zh-CN" b="0" i="0">
                <a:solidFill>
                  <a:srgbClr val="000000"/>
                </a:solidFill>
                <a:effectLst/>
                <a:latin typeface="Noto Sans" panose="020B0502040504020204" pitchFamily="34" charset="0"/>
              </a:rPr>
              <a:t> Ph2 starts in 2024Q4, benchmark </a:t>
            </a:r>
            <a:r>
              <a:rPr lang="en-US" altLang="zh-CN" b="0" i="0" err="1">
                <a:solidFill>
                  <a:srgbClr val="000000"/>
                </a:solidFill>
                <a:effectLst/>
                <a:latin typeface="Noto Sans" panose="020B0502040504020204" pitchFamily="34" charset="0"/>
              </a:rPr>
              <a:t>Mazdutide</a:t>
            </a:r>
            <a:endParaRPr lang="zh-CN" altLang="en-US" b="1">
              <a:solidFill>
                <a:srgbClr val="FFFFFF"/>
              </a:solidFill>
              <a:latin typeface="Boehringer Forward Head"/>
            </a:endParaRPr>
          </a:p>
        </p:txBody>
      </p:sp>
      <p:sp>
        <p:nvSpPr>
          <p:cNvPr id="4" name="灯片编号占位符 3"/>
          <p:cNvSpPr>
            <a:spLocks noGrp="1"/>
          </p:cNvSpPr>
          <p:nvPr>
            <p:ph type="sldNum" sz="quarter" idx="5"/>
          </p:nvPr>
        </p:nvSpPr>
        <p:spPr/>
        <p:txBody>
          <a:bodyPr/>
          <a:lstStyle/>
          <a:p>
            <a:fld id="{F1CB7A11-2375-4DA2-BB4E-B891D3E53F11}" type="slidenum">
              <a:rPr lang="en-US" smtClean="0"/>
              <a:t>26</a:t>
            </a:fld>
            <a:endParaRPr lang="en-US"/>
          </a:p>
        </p:txBody>
      </p:sp>
    </p:spTree>
    <p:extLst>
      <p:ext uri="{BB962C8B-B14F-4D97-AF65-F5344CB8AC3E}">
        <p14:creationId xmlns:p14="http://schemas.microsoft.com/office/powerpoint/2010/main" val="3249684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indent="0">
              <a:buNone/>
            </a:pPr>
            <a:r>
              <a:rPr lang="en-US"/>
              <a:t>CTA+EC+H</a:t>
            </a:r>
            <a:r>
              <a:rPr lang="en-US" altLang="zh-CN"/>
              <a:t>GRAC+1</a:t>
            </a:r>
            <a:r>
              <a:rPr lang="en-US" altLang="zh-CN" baseline="30000"/>
              <a:t>st</a:t>
            </a:r>
            <a:r>
              <a:rPr lang="en-US" altLang="zh-CN"/>
              <a:t> SIV=4.5m</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27</a:t>
            </a:fld>
            <a:endParaRPr lang="en-US" sz="800">
              <a:solidFill>
                <a:schemeClr val="bg2"/>
              </a:solidFill>
            </a:endParaRPr>
          </a:p>
        </p:txBody>
      </p:sp>
    </p:spTree>
    <p:extLst>
      <p:ext uri="{BB962C8B-B14F-4D97-AF65-F5344CB8AC3E}">
        <p14:creationId xmlns:p14="http://schemas.microsoft.com/office/powerpoint/2010/main" val="3274143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pPr defTabSz="1070282">
              <a:lnSpc>
                <a:spcPct val="90000"/>
              </a:lnSpc>
            </a:pPr>
            <a:r>
              <a:rPr lang="en-US" altLang="zh-CN" sz="1100">
                <a:solidFill>
                  <a:srgbClr val="000000"/>
                </a:solidFill>
                <a:latin typeface="BISansOpti"/>
              </a:rPr>
              <a:t>For assets during 2031-2033, they are at Ph2 development stage, and Ph2 trial will end in 2024-2025. </a:t>
            </a:r>
            <a:r>
              <a:rPr lang="en-US" altLang="zh-CN" sz="1100" err="1">
                <a:solidFill>
                  <a:srgbClr val="000000"/>
                </a:solidFill>
                <a:latin typeface="BISansOpti"/>
              </a:rPr>
              <a:t>Survodutide</a:t>
            </a:r>
            <a:r>
              <a:rPr lang="en-US" altLang="zh-CN" sz="1100">
                <a:solidFill>
                  <a:srgbClr val="000000"/>
                </a:solidFill>
                <a:latin typeface="BISansOpti"/>
              </a:rPr>
              <a:t> Ph2 will have primary read out in Feb 2024, earlier than these assets. Considering the exact timing of Ph3 is difficult to estimate, we use Ph3 TDO (trial document outline) for reference. </a:t>
            </a:r>
          </a:p>
        </p:txBody>
      </p:sp>
      <p:sp>
        <p:nvSpPr>
          <p:cNvPr id="4" name="灯片编号占位符 3"/>
          <p:cNvSpPr>
            <a:spLocks noGrp="1"/>
          </p:cNvSpPr>
          <p:nvPr>
            <p:ph type="sldNum" sz="quarter" idx="5"/>
          </p:nvPr>
        </p:nvSpPr>
        <p:spPr/>
        <p:txBody>
          <a:bodyPr/>
          <a:lstStyle/>
          <a:p>
            <a:pPr defTabSz="802752">
              <a:defRPr/>
            </a:pPr>
            <a:fld id="{F1CB7A11-2375-4DA2-BB4E-B891D3E53F11}" type="slidenum">
              <a:rPr lang="en-US">
                <a:solidFill>
                  <a:prstClr val="black"/>
                </a:solidFill>
                <a:latin typeface="BISansOpti"/>
              </a:rPr>
              <a:pPr defTabSz="802752">
                <a:defRPr/>
              </a:pPr>
              <a:t>32</a:t>
            </a:fld>
            <a:endParaRPr lang="en-US">
              <a:solidFill>
                <a:prstClr val="black"/>
              </a:solidFill>
              <a:latin typeface="BISansOpti"/>
            </a:endParaRPr>
          </a:p>
        </p:txBody>
      </p:sp>
    </p:spTree>
    <p:extLst>
      <p:ext uri="{BB962C8B-B14F-4D97-AF65-F5344CB8AC3E}">
        <p14:creationId xmlns:p14="http://schemas.microsoft.com/office/powerpoint/2010/main" val="3249684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indent="0">
              <a:buNone/>
            </a:pPr>
            <a:r>
              <a:rPr lang="en-US"/>
              <a:t>CTA+EC+H</a:t>
            </a:r>
            <a:r>
              <a:rPr lang="en-US" altLang="zh-CN"/>
              <a:t>GRAC+1</a:t>
            </a:r>
            <a:r>
              <a:rPr lang="en-US" altLang="zh-CN" baseline="30000"/>
              <a:t>st</a:t>
            </a:r>
            <a:r>
              <a:rPr lang="en-US" altLang="zh-CN"/>
              <a:t> SIV=4.5m</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33</a:t>
            </a:fld>
            <a:endParaRPr lang="en-US" sz="800">
              <a:solidFill>
                <a:schemeClr val="bg2"/>
              </a:solidFill>
            </a:endParaRPr>
          </a:p>
        </p:txBody>
      </p:sp>
    </p:spTree>
    <p:extLst>
      <p:ext uri="{BB962C8B-B14F-4D97-AF65-F5344CB8AC3E}">
        <p14:creationId xmlns:p14="http://schemas.microsoft.com/office/powerpoint/2010/main" val="1123130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defTabSz="931774">
              <a:defRPr/>
            </a:pPr>
            <a:r>
              <a:rPr lang="en-US">
                <a:solidFill>
                  <a:srgbClr val="FF0000"/>
                </a:solidFill>
                <a:latin typeface="+mn-ea"/>
                <a:cs typeface="Calibri" panose="020F0502020204030204" pitchFamily="34" charset="0"/>
              </a:rPr>
              <a:t>If CDE had concern on Oxford Livia system and streamline study design, Oxford agrees to make local protocol amendment and adopt an independent way of data collection in China to meet HA’s requirement</a:t>
            </a:r>
          </a:p>
          <a:p>
            <a:pPr defTabSz="931774">
              <a:defRPr/>
            </a:pPr>
            <a:r>
              <a:rPr lang="en-US">
                <a:solidFill>
                  <a:srgbClr val="FF0000"/>
                </a:solidFill>
                <a:latin typeface="+mn-ea"/>
                <a:cs typeface="Calibri" panose="020F0502020204030204" pitchFamily="34" charset="0"/>
              </a:rPr>
              <a:t>In the progress of aligning with AT on the potential risk of current RCC selection and next steps</a:t>
            </a:r>
          </a:p>
          <a:p>
            <a:pPr defTabSz="931774">
              <a:defRPr/>
            </a:pPr>
            <a:r>
              <a:rPr lang="en-US">
                <a:solidFill>
                  <a:srgbClr val="FF0000"/>
                </a:solidFill>
                <a:latin typeface="+mn-ea"/>
                <a:cs typeface="Calibri" panose="020F0502020204030204" pitchFamily="34" charset="0"/>
              </a:rPr>
              <a:t>Communication: internal regular catch-up btw global and local </a:t>
            </a:r>
            <a:r>
              <a:rPr lang="en-US" err="1">
                <a:solidFill>
                  <a:srgbClr val="FF0000"/>
                </a:solidFill>
                <a:latin typeface="+mn-ea"/>
                <a:cs typeface="Calibri" panose="020F0502020204030204" pitchFamily="34" charset="0"/>
              </a:rPr>
              <a:t>Clinops</a:t>
            </a:r>
            <a:r>
              <a:rPr lang="en-US">
                <a:solidFill>
                  <a:srgbClr val="FF0000"/>
                </a:solidFill>
                <a:latin typeface="+mn-ea"/>
                <a:cs typeface="Calibri" panose="020F0502020204030204" pitchFamily="34" charset="0"/>
              </a:rPr>
              <a:t>;  3-party meeting as per need</a:t>
            </a:r>
          </a:p>
          <a:p>
            <a:pPr defTabSz="931774">
              <a:defRPr/>
            </a:pPr>
            <a:endParaRPr lang="en-US">
              <a:solidFill>
                <a:srgbClr val="FF0000"/>
              </a:solidFill>
              <a:latin typeface="+mn-ea"/>
              <a:cs typeface="Calibri" panose="020F0502020204030204" pitchFamily="34" charset="0"/>
            </a:endParaRPr>
          </a:p>
        </p:txBody>
      </p:sp>
      <p:sp>
        <p:nvSpPr>
          <p:cNvPr id="4" name="Slide Number Placeholder 3"/>
          <p:cNvSpPr>
            <a:spLocks noGrp="1"/>
          </p:cNvSpPr>
          <p:nvPr>
            <p:ph type="sldNum" sz="quarter" idx="10"/>
          </p:nvPr>
        </p:nvSpPr>
        <p:spPr/>
        <p:txBody>
          <a:bodyPr/>
          <a:lstStyle/>
          <a:p>
            <a:fld id="{D48D0D97-DB3F-4E61-81F7-89017C080499}" type="slidenum">
              <a:rPr lang="zh-CN" altLang="en-US" smtClean="0"/>
              <a:t>35</a:t>
            </a:fld>
            <a:endParaRPr lang="zh-CN" altLang="en-US"/>
          </a:p>
        </p:txBody>
      </p:sp>
    </p:spTree>
    <p:extLst>
      <p:ext uri="{BB962C8B-B14F-4D97-AF65-F5344CB8AC3E}">
        <p14:creationId xmlns:p14="http://schemas.microsoft.com/office/powerpoint/2010/main" val="2641640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8D0D97-DB3F-4E61-81F7-89017C080499}" type="slidenum">
              <a:rPr lang="zh-CN" altLang="en-US" smtClean="0"/>
              <a:t>37</a:t>
            </a:fld>
            <a:endParaRPr lang="zh-CN" altLang="en-US"/>
          </a:p>
        </p:txBody>
      </p:sp>
    </p:spTree>
    <p:extLst>
      <p:ext uri="{BB962C8B-B14F-4D97-AF65-F5344CB8AC3E}">
        <p14:creationId xmlns:p14="http://schemas.microsoft.com/office/powerpoint/2010/main" val="4022591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40</a:t>
            </a:fld>
            <a:endParaRPr lang="en-US" sz="800">
              <a:solidFill>
                <a:schemeClr val="bg2"/>
              </a:solidFill>
            </a:endParaRPr>
          </a:p>
        </p:txBody>
      </p:sp>
    </p:spTree>
    <p:extLst>
      <p:ext uri="{BB962C8B-B14F-4D97-AF65-F5344CB8AC3E}">
        <p14:creationId xmlns:p14="http://schemas.microsoft.com/office/powerpoint/2010/main" val="2695292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41</a:t>
            </a:fld>
            <a:endParaRPr lang="en-US" sz="800">
              <a:solidFill>
                <a:schemeClr val="bg2"/>
              </a:solidFill>
            </a:endParaRPr>
          </a:p>
        </p:txBody>
      </p:sp>
    </p:spTree>
    <p:extLst>
      <p:ext uri="{BB962C8B-B14F-4D97-AF65-F5344CB8AC3E}">
        <p14:creationId xmlns:p14="http://schemas.microsoft.com/office/powerpoint/2010/main" val="3222691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42</a:t>
            </a:fld>
            <a:endParaRPr lang="en-US" sz="800">
              <a:solidFill>
                <a:schemeClr val="bg2"/>
              </a:solidFill>
            </a:endParaRPr>
          </a:p>
        </p:txBody>
      </p:sp>
    </p:spTree>
    <p:extLst>
      <p:ext uri="{BB962C8B-B14F-4D97-AF65-F5344CB8AC3E}">
        <p14:creationId xmlns:p14="http://schemas.microsoft.com/office/powerpoint/2010/main" val="4114003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zh-CN" altLang="en-US"/>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pPr/>
              <a:t>48</a:t>
            </a:fld>
            <a:endParaRPr lang="en-US" sz="800">
              <a:solidFill>
                <a:schemeClr val="bg2"/>
              </a:solidFill>
            </a:endParaRPr>
          </a:p>
        </p:txBody>
      </p:sp>
    </p:spTree>
    <p:extLst>
      <p:ext uri="{BB962C8B-B14F-4D97-AF65-F5344CB8AC3E}">
        <p14:creationId xmlns:p14="http://schemas.microsoft.com/office/powerpoint/2010/main" val="269312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6D87A4-8DCA-4677-A962-03798A8C7F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4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t>2 months of delay due to the implementation of new ONIS process, leading to changes in the authors and content of protocol</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61</a:t>
            </a:fld>
            <a:endParaRPr lang="en-US" sz="800">
              <a:solidFill>
                <a:schemeClr val="bg2"/>
              </a:solidFill>
            </a:endParaRPr>
          </a:p>
        </p:txBody>
      </p:sp>
    </p:spTree>
    <p:extLst>
      <p:ext uri="{BB962C8B-B14F-4D97-AF65-F5344CB8AC3E}">
        <p14:creationId xmlns:p14="http://schemas.microsoft.com/office/powerpoint/2010/main" val="1437612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FE67DE-5FB7-4559-9814-A2C84A92479C}" type="slidenum">
              <a:rPr lang="en-US" smtClean="0"/>
              <a:t>63</a:t>
            </a:fld>
            <a:endParaRPr lang="en-US"/>
          </a:p>
        </p:txBody>
      </p:sp>
    </p:spTree>
    <p:extLst>
      <p:ext uri="{BB962C8B-B14F-4D97-AF65-F5344CB8AC3E}">
        <p14:creationId xmlns:p14="http://schemas.microsoft.com/office/powerpoint/2010/main" val="855465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16832967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2.xml"/><Relationship Id="rId4" Type="http://schemas.openxmlformats.org/officeDocument/2006/relationships/image" Target="../media/image30.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2024</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2024/9/11</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175084048"/>
      </p:ext>
    </p:extLst>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95D34-70FA-4E4D-BD43-694BE183A43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10ACC5D-793A-D515-77FE-8680CE7A79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85FC431-AD33-FF09-78DA-2E2C8B1DDC15}"/>
              </a:ext>
            </a:extLst>
          </p:cNvPr>
          <p:cNvSpPr>
            <a:spLocks noGrp="1"/>
          </p:cNvSpPr>
          <p:nvPr>
            <p:ph type="dt" sz="half" idx="10"/>
          </p:nvPr>
        </p:nvSpPr>
        <p:spPr/>
        <p:txBody>
          <a:bodyPr/>
          <a:lstStyle/>
          <a:p>
            <a:fld id="{8AB66CCA-5755-40EB-A188-1EB8A2E48C6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253E1FAA-5B6C-3DD5-9053-AA72A864DC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3B6FC7-B50E-F978-8720-8C26078598F0}"/>
              </a:ext>
            </a:extLst>
          </p:cNvPr>
          <p:cNvSpPr>
            <a:spLocks noGrp="1"/>
          </p:cNvSpPr>
          <p:nvPr>
            <p:ph type="sldNum" sz="quarter" idx="12"/>
          </p:nvPr>
        </p:nvSpPr>
        <p:spPr/>
        <p:txBody>
          <a:bodyPr/>
          <a:lstStyle/>
          <a:p>
            <a:fld id="{380EEA07-ADCA-4343-BE4B-CC34BE6A0F34}" type="slidenum">
              <a:rPr lang="zh-CN" altLang="en-US" smtClean="0"/>
              <a:t>‹#›</a:t>
            </a:fld>
            <a:endParaRPr lang="zh-CN" altLang="en-US"/>
          </a:p>
        </p:txBody>
      </p:sp>
    </p:spTree>
    <p:extLst>
      <p:ext uri="{BB962C8B-B14F-4D97-AF65-F5344CB8AC3E}">
        <p14:creationId xmlns:p14="http://schemas.microsoft.com/office/powerpoint/2010/main" val="489121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11/09/2024</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9622709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9C91-ACFE-114C-8BD6-64D3D1F7D817}"/>
              </a:ext>
            </a:extLst>
          </p:cNvPr>
          <p:cNvSpPr>
            <a:spLocks noGrp="1"/>
          </p:cNvSpPr>
          <p:nvPr>
            <p:ph type="title"/>
          </p:nvPr>
        </p:nvSpPr>
        <p:spPr>
          <a:xfrm>
            <a:off x="612648" y="170608"/>
            <a:ext cx="10671048" cy="1019693"/>
          </a:xfrm>
          <a:prstGeom prst="rect">
            <a:avLst/>
          </a:prstGeom>
        </p:spPr>
        <p:txBody>
          <a:bodyPr anchor="b"/>
          <a:lstStyle/>
          <a:p>
            <a:r>
              <a:rPr lang="en-GB"/>
              <a:t>Click to edit Master title style</a:t>
            </a:r>
          </a:p>
        </p:txBody>
      </p:sp>
      <p:sp>
        <p:nvSpPr>
          <p:cNvPr id="6" name="Footer Placeholder 1">
            <a:extLst>
              <a:ext uri="{FF2B5EF4-FFF2-40B4-BE49-F238E27FC236}">
                <a16:creationId xmlns:a16="http://schemas.microsoft.com/office/drawing/2014/main" id="{86CCE5C1-F59D-4CB2-9068-B9547F1DC4E1}"/>
              </a:ext>
            </a:extLst>
          </p:cNvPr>
          <p:cNvSpPr>
            <a:spLocks noGrp="1"/>
          </p:cNvSpPr>
          <p:nvPr>
            <p:ph type="ftr" sz="quarter" idx="3"/>
          </p:nvPr>
        </p:nvSpPr>
        <p:spPr>
          <a:xfrm>
            <a:off x="559127" y="5955934"/>
            <a:ext cx="10721526" cy="365125"/>
          </a:xfrm>
          <a:prstGeom prst="rect">
            <a:avLst/>
          </a:prstGeom>
        </p:spPr>
        <p:txBody>
          <a:bodyPr vert="horz" lIns="91440" tIns="45720" rIns="91440" bIns="45720" rtlCol="0" anchor="b" anchorCtr="0"/>
          <a:lstStyle>
            <a:lvl1pPr algn="l">
              <a:defRPr sz="900">
                <a:solidFill>
                  <a:schemeClr val="tx2"/>
                </a:solidFill>
              </a:defRPr>
            </a:lvl1pPr>
          </a:lstStyle>
          <a:p>
            <a:endParaRPr lang="en-GB"/>
          </a:p>
        </p:txBody>
      </p:sp>
      <p:sp>
        <p:nvSpPr>
          <p:cNvPr id="7" name="Slide Number Placeholder 5">
            <a:extLst>
              <a:ext uri="{FF2B5EF4-FFF2-40B4-BE49-F238E27FC236}">
                <a16:creationId xmlns:a16="http://schemas.microsoft.com/office/drawing/2014/main" id="{297346C9-18C7-4811-A257-C83685F4B038}"/>
              </a:ext>
            </a:extLst>
          </p:cNvPr>
          <p:cNvSpPr>
            <a:spLocks noGrp="1"/>
          </p:cNvSpPr>
          <p:nvPr>
            <p:ph type="sldNum" sz="quarter" idx="4"/>
          </p:nvPr>
        </p:nvSpPr>
        <p:spPr>
          <a:xfrm>
            <a:off x="559127" y="6356397"/>
            <a:ext cx="415657" cy="275772"/>
          </a:xfrm>
          <a:prstGeom prst="rect">
            <a:avLst/>
          </a:prstGeom>
        </p:spPr>
        <p:txBody>
          <a:bodyPr rIns="0" anchor="b" anchorCtr="0"/>
          <a:lstStyle>
            <a:lvl1pPr algn="l">
              <a:defRPr sz="1100">
                <a:solidFill>
                  <a:schemeClr val="tx1"/>
                </a:solidFill>
              </a:defRPr>
            </a:lvl1pPr>
          </a:lstStyle>
          <a:p>
            <a:fld id="{B687C26E-76E8-F74A-ABD7-29242BE2C250}" type="slidenum">
              <a:rPr lang="en-GB" smtClean="0"/>
              <a:pPr/>
              <a:t>‹#›</a:t>
            </a:fld>
            <a:endParaRPr lang="en-GB"/>
          </a:p>
        </p:txBody>
      </p:sp>
    </p:spTree>
    <p:extLst>
      <p:ext uri="{BB962C8B-B14F-4D97-AF65-F5344CB8AC3E}">
        <p14:creationId xmlns:p14="http://schemas.microsoft.com/office/powerpoint/2010/main" val="15880525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141122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1481749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814492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8947811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1231663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1C680EB-2824-4EDC-B9C7-88A00105F93E}"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3231038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A7310AA1-86F8-4FB0-9DCE-D5F18240FE43}" type="datetime1">
              <a:rPr lang="en-US" smtClean="0"/>
              <a:t>9/11/2024</a:t>
            </a:fld>
            <a:endParaRPr lang="en-GB"/>
          </a:p>
        </p:txBody>
      </p:sp>
      <p:sp>
        <p:nvSpPr>
          <p:cNvPr id="5" name="Fußzeilenplatzhalter 4"/>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54744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4E8C6A-84B2-45F0-B56E-06EA156D155F}" type="datetime1">
              <a:rPr lang="en-US" smtClean="0"/>
              <a:t>9/11/2024</a:t>
            </a:fld>
            <a:endParaRPr lang="en-GB"/>
          </a:p>
        </p:txBody>
      </p:sp>
      <p:sp>
        <p:nvSpPr>
          <p:cNvPr id="7" name="Fußzeilenplatzhalter 6"/>
          <p:cNvSpPr>
            <a:spLocks noGrp="1"/>
          </p:cNvSpPr>
          <p:nvPr>
            <p:ph type="ftr" sz="quarter" idx="11"/>
          </p:nvPr>
        </p:nvSpPr>
        <p:spPr/>
        <p:txBody>
          <a:bodyPr/>
          <a:lstStyle/>
          <a:p>
            <a:r>
              <a:rPr lang="en-US"/>
              <a:t>China Intergration to TRPC6i Ph2a</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516946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9B3CAD97-8E20-4F3D-A4ED-5B31DA3156B5}"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2918110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5E1396A-D48D-4160-B532-F4E763BF167C}" type="datetime1">
              <a:rPr lang="en-US" smtClean="0"/>
              <a:t>9/11/2024</a:t>
            </a:fld>
            <a:endParaRPr lang="en-GB"/>
          </a:p>
        </p:txBody>
      </p:sp>
      <p:sp>
        <p:nvSpPr>
          <p:cNvPr id="6" name="Fußzeilenplatzhalter 5"/>
          <p:cNvSpPr>
            <a:spLocks noGrp="1"/>
          </p:cNvSpPr>
          <p:nvPr>
            <p:ph type="ftr" sz="quarter" idx="11"/>
          </p:nvPr>
        </p:nvSpPr>
        <p:spPr/>
        <p:txBody>
          <a:bodyPr/>
          <a:lstStyle/>
          <a:p>
            <a:r>
              <a:rPr lang="en-US"/>
              <a:t>China Intergration to TRPC6i Ph2a</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2926727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766A3F0A-0FC0-4423-B154-4803A06364F7}" type="datetime1">
              <a:rPr lang="en-US" smtClean="0"/>
              <a:t>9/11/2024</a:t>
            </a:fld>
            <a:endParaRPr lang="en-GB"/>
          </a:p>
        </p:txBody>
      </p:sp>
      <p:sp>
        <p:nvSpPr>
          <p:cNvPr id="5" name="Fußzeilenplatzhalter 4"/>
          <p:cNvSpPr>
            <a:spLocks noGrp="1"/>
          </p:cNvSpPr>
          <p:nvPr>
            <p:ph type="ftr" sz="quarter" idx="13"/>
          </p:nvPr>
        </p:nvSpPr>
        <p:spPr/>
        <p:txBody>
          <a:bodyPr/>
          <a:lstStyle/>
          <a:p>
            <a:r>
              <a:rPr lang="en-US"/>
              <a:t>China Intergration to TRPC6i Ph2a</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0386911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51099CA6-2B78-4A4D-AC4A-07737F66D8C7}"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28879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87175DEC-A51D-40DE-A094-7758D3BBBCA1}" type="datetime1">
              <a:rPr lang="en-US" noProof="0" smtClean="0"/>
              <a:t>9/11/2024</a:t>
            </a:fld>
            <a:endParaRPr lang="en-GB" noProof="0"/>
          </a:p>
        </p:txBody>
      </p:sp>
      <p:sp>
        <p:nvSpPr>
          <p:cNvPr id="5" name="Fußzeilenplatzhalter 4"/>
          <p:cNvSpPr>
            <a:spLocks noGrp="1"/>
          </p:cNvSpPr>
          <p:nvPr>
            <p:ph type="ftr" sz="quarter" idx="11"/>
          </p:nvPr>
        </p:nvSpPr>
        <p:spPr/>
        <p:txBody>
          <a:bodyPr/>
          <a:lstStyle/>
          <a:p>
            <a:r>
              <a:rPr lang="en-US" noProof="0"/>
              <a:t>China Intergration to TRPC6i Ph2a</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00011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85B8EFAD-C774-43DD-9650-159A1215437E}" type="datetime1">
              <a:rPr lang="en-US" noProof="0" smtClean="0"/>
              <a:t>9/11/2024</a:t>
            </a:fld>
            <a:endParaRPr lang="en-GB" noProof="0"/>
          </a:p>
        </p:txBody>
      </p:sp>
      <p:sp>
        <p:nvSpPr>
          <p:cNvPr id="5" name="Fußzeilenplatzhalter 4"/>
          <p:cNvSpPr>
            <a:spLocks noGrp="1"/>
          </p:cNvSpPr>
          <p:nvPr>
            <p:ph type="ftr" sz="quarter" idx="11"/>
          </p:nvPr>
        </p:nvSpPr>
        <p:spPr/>
        <p:txBody>
          <a:bodyPr/>
          <a:lstStyle/>
          <a:p>
            <a:r>
              <a:rPr lang="en-US" noProof="0"/>
              <a:t>China Intergration to TRPC6i Ph2a</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4178087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FFE94DE-431D-40B4-AEEC-593502726324}" type="datetime1">
              <a:rPr lang="en-US" noProof="0" smtClean="0"/>
              <a:t>9/11/2024</a:t>
            </a:fld>
            <a:endParaRPr lang="en-GB" noProof="0"/>
          </a:p>
        </p:txBody>
      </p:sp>
      <p:sp>
        <p:nvSpPr>
          <p:cNvPr id="5" name="Fußzeilenplatzhalter 4"/>
          <p:cNvSpPr>
            <a:spLocks noGrp="1"/>
          </p:cNvSpPr>
          <p:nvPr>
            <p:ph type="ftr" sz="quarter" idx="11"/>
          </p:nvPr>
        </p:nvSpPr>
        <p:spPr/>
        <p:txBody>
          <a:bodyPr/>
          <a:lstStyle/>
          <a:p>
            <a:r>
              <a:rPr lang="en-US" noProof="0"/>
              <a:t>China Intergration to TRPC6i Ph2a</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507136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2E38A688-0E3F-4FB5-BB88-315508D716A5}" type="datetime1">
              <a:rPr lang="en-US" noProof="0" smtClean="0"/>
              <a:t>9/11/2024</a:t>
            </a:fld>
            <a:endParaRPr lang="en-GB" noProof="0"/>
          </a:p>
        </p:txBody>
      </p:sp>
      <p:sp>
        <p:nvSpPr>
          <p:cNvPr id="6" name="Fußzeilenplatzhalter 5"/>
          <p:cNvSpPr>
            <a:spLocks noGrp="1"/>
          </p:cNvSpPr>
          <p:nvPr>
            <p:ph type="ftr" sz="quarter" idx="13"/>
          </p:nvPr>
        </p:nvSpPr>
        <p:spPr/>
        <p:txBody>
          <a:bodyPr/>
          <a:lstStyle/>
          <a:p>
            <a:r>
              <a:rPr lang="en-US" noProof="0"/>
              <a:t>China Intergration to TRPC6i Ph2a</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460956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418E96C3-0B20-4726-9D77-78DE8506070C}" type="datetime1">
              <a:rPr lang="en-US" noProof="0" smtClean="0"/>
              <a:t>9/11/2024</a:t>
            </a:fld>
            <a:endParaRPr lang="en-GB" noProof="0"/>
          </a:p>
        </p:txBody>
      </p:sp>
      <p:sp>
        <p:nvSpPr>
          <p:cNvPr id="6" name="Fußzeilenplatzhalter 5"/>
          <p:cNvSpPr>
            <a:spLocks noGrp="1"/>
          </p:cNvSpPr>
          <p:nvPr>
            <p:ph type="ftr" sz="quarter" idx="13"/>
          </p:nvPr>
        </p:nvSpPr>
        <p:spPr/>
        <p:txBody>
          <a:bodyPr/>
          <a:lstStyle/>
          <a:p>
            <a:r>
              <a:rPr lang="en-US" noProof="0"/>
              <a:t>China Intergration to TRPC6i Ph2a</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0803622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DDEBA68-6B06-4039-B824-2FE679193706}" type="datetime1">
              <a:rPr lang="en-US" noProof="0" smtClean="0"/>
              <a:t>9/11/2024</a:t>
            </a:fld>
            <a:endParaRPr lang="en-GB" noProof="0"/>
          </a:p>
        </p:txBody>
      </p:sp>
      <p:sp>
        <p:nvSpPr>
          <p:cNvPr id="3" name="Fußzeilenplatzhalter 2"/>
          <p:cNvSpPr>
            <a:spLocks noGrp="1"/>
          </p:cNvSpPr>
          <p:nvPr>
            <p:ph type="ftr" sz="quarter" idx="11"/>
          </p:nvPr>
        </p:nvSpPr>
        <p:spPr/>
        <p:txBody>
          <a:bodyPr/>
          <a:lstStyle/>
          <a:p>
            <a:r>
              <a:rPr lang="en-US" noProof="0"/>
              <a:t>China Intergration to TRPC6i Ph2a</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7526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1F382DE-B390-47FC-AA41-3B0FE1982915}"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9958613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ECC4E875-251E-401C-BB28-BA5F1AB599C8}"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055333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97E6F6E-F287-4FA7-A450-FFCF0EF07D0B}"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764186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D7F0721-65DB-4E1F-BCDB-904FA85608D4}"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8996035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AB5E8C4-FB4A-4364-8E1C-A0DE25393F10}"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647113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64434C1-2D2D-4E75-BFA9-4238CFA6EB44}"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798802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5BD3680-DA42-48B1-A6F4-B284D233AA17}" type="datetime1">
              <a:rPr lang="en-US" smtClean="0"/>
              <a:t>9/11/2024</a:t>
            </a:fld>
            <a:endParaRPr lang="en-GB"/>
          </a:p>
        </p:txBody>
      </p:sp>
      <p:sp>
        <p:nvSpPr>
          <p:cNvPr id="4" name="Fußzeilenplatzhalter 3"/>
          <p:cNvSpPr>
            <a:spLocks noGrp="1"/>
          </p:cNvSpPr>
          <p:nvPr>
            <p:ph type="ftr" sz="quarter" idx="11"/>
          </p:nvPr>
        </p:nvSpPr>
        <p:spPr/>
        <p:txBody>
          <a:bodyPr/>
          <a:lstStyle/>
          <a:p>
            <a:r>
              <a:rPr lang="en-US"/>
              <a:t>China Intergration to TRPC6i Ph2a</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62830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en-GB" sz="1333" noProof="0">
                <a:solidFill>
                  <a:srgbClr val="1F497D"/>
                </a:solidFill>
                <a:latin typeface="BISansOpti"/>
                <a:cs typeface="BISansOpti"/>
              </a:rPr>
              <a:t>Click to add copyright-text</a:t>
            </a:r>
          </a:p>
        </p:txBody>
      </p:sp>
      <p:sp>
        <p:nvSpPr>
          <p:cNvPr id="5"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en-GB" noProof="0"/>
              <a:t>Click to add year of copyright</a:t>
            </a:r>
          </a:p>
        </p:txBody>
      </p:sp>
    </p:spTree>
    <p:extLst>
      <p:ext uri="{BB962C8B-B14F-4D97-AF65-F5344CB8AC3E}">
        <p14:creationId xmlns:p14="http://schemas.microsoft.com/office/powerpoint/2010/main" val="40263160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5"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baseline="0">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de-DE" sz="1333" noProof="0">
                <a:solidFill>
                  <a:srgbClr val="1F497D"/>
                </a:solidFill>
                <a:latin typeface="BISansOpti"/>
                <a:cs typeface="BISansOpti"/>
              </a:rPr>
              <a:t>Zum Einfügen des Copyright-Textes hier klicken</a:t>
            </a:r>
          </a:p>
        </p:txBody>
      </p:sp>
      <p:sp>
        <p:nvSpPr>
          <p:cNvPr id="37" name="Textfeld 36"/>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38"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de-DE" noProof="0"/>
              <a:t>Zum Einfügen des Copyright-Jahres hier klicken</a:t>
            </a:r>
          </a:p>
        </p:txBody>
      </p:sp>
    </p:spTree>
    <p:extLst>
      <p:ext uri="{BB962C8B-B14F-4D97-AF65-F5344CB8AC3E}">
        <p14:creationId xmlns:p14="http://schemas.microsoft.com/office/powerpoint/2010/main" val="2363768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4"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2"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3964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page_02">
    <p:spTree>
      <p:nvGrpSpPr>
        <p:cNvPr id="1" name=""/>
        <p:cNvGrpSpPr/>
        <p:nvPr/>
      </p:nvGrpSpPr>
      <p:grpSpPr>
        <a:xfrm>
          <a:off x="0" y="0"/>
          <a:ext cx="0" cy="0"/>
          <a:chOff x="0" y="0"/>
          <a:chExt cx="0" cy="0"/>
        </a:xfrm>
      </p:grpSpPr>
      <p:sp>
        <p:nvSpPr>
          <p:cNvPr id="13" name="Rechteck 12"/>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20315260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4587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6138855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3651075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tandard page_01">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6849784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tandard page_02">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3"/>
            <a:ext cx="11211800" cy="553998"/>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4946944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tandard page_03">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54187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tandard page_04">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14"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8862895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Diagram slide_01">
    <p:spTree>
      <p:nvGrpSpPr>
        <p:cNvPr id="1" name=""/>
        <p:cNvGrpSpPr/>
        <p:nvPr/>
      </p:nvGrpSpPr>
      <p:grpSpPr>
        <a:xfrm>
          <a:off x="0" y="0"/>
          <a:ext cx="0" cy="0"/>
          <a:chOff x="0" y="0"/>
          <a:chExt cx="0" cy="0"/>
        </a:xfrm>
      </p:grpSpPr>
      <p:sp>
        <p:nvSpPr>
          <p:cNvPr id="14" name="Rechteck 13"/>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0"/>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6248561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slid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1"/>
            <a:ext cx="6754212" cy="1231106"/>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2"/>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40411016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620137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7400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0" cy="553998"/>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71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7685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2024/9/11</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876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2024/9/11</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97253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2024/9/11</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6202973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Live 1: Standard-Folie">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3" y="6579126"/>
            <a:ext cx="9900129" cy="184666"/>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92860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2024/9/11</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59140989"/>
      </p:ext>
    </p:extLst>
  </p:cSld>
  <p:clrMapOvr>
    <a:masterClrMapping/>
  </p:clrMapOvr>
  <p:transition spd="med">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3" y="550782"/>
            <a:ext cx="11211277" cy="410369"/>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397002" y="6573259"/>
            <a:ext cx="541815" cy="153888"/>
          </a:xfrm>
        </p:spPr>
        <p:txBody>
          <a:bodyPr/>
          <a:lstStyle/>
          <a:p>
            <a:fld id="{6AD62AEF-0A88-4D11-BE02-3D67B99F04B6}" type="datetime1">
              <a:rPr lang="en-US" smtClean="0"/>
              <a:t>9/11/2024</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0650108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BI_CF">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347" imgH="346" progId="TCLayout.ActiveDocument.1">
                  <p:embed/>
                </p:oleObj>
              </mc:Choice>
              <mc:Fallback>
                <p:oleObj name="think-cell Slide" r:id="rId3" imgW="347" imgH="346"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5" name="doc id" hidden="1"/>
          <p:cNvSpPr>
            <a:spLocks noChangeArrowheads="1"/>
          </p:cNvSpPr>
          <p:nvPr/>
        </p:nvSpPr>
        <p:spPr bwMode="auto">
          <a:xfrm>
            <a:off x="10995479"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1065973" fontAlgn="base">
              <a:spcBef>
                <a:spcPct val="0"/>
              </a:spcBef>
              <a:spcAft>
                <a:spcPct val="0"/>
              </a:spcAft>
            </a:pPr>
            <a:endParaRPr lang="en-GB" sz="973">
              <a:solidFill>
                <a:srgbClr val="808080"/>
              </a:solidFill>
              <a:latin typeface="Calibri" panose="020F0502020204030204" pitchFamily="34" charset="0"/>
              <a:cs typeface="Calibri" panose="020F0502020204030204" pitchFamily="34" charset="0"/>
              <a:sym typeface="Calibri" panose="020F0502020204030204" pitchFamily="34" charset="0"/>
            </a:endParaRPr>
          </a:p>
        </p:txBody>
      </p:sp>
      <p:sp>
        <p:nvSpPr>
          <p:cNvPr id="4" name="Title 3">
            <a:extLst>
              <a:ext uri="{FF2B5EF4-FFF2-40B4-BE49-F238E27FC236}">
                <a16:creationId xmlns:a16="http://schemas.microsoft.com/office/drawing/2014/main" id="{59B4D4F8-FF24-4FD3-B8CB-444FBF7167C7}"/>
              </a:ext>
            </a:extLst>
          </p:cNvPr>
          <p:cNvSpPr>
            <a:spLocks noGrp="1"/>
          </p:cNvSpPr>
          <p:nvPr>
            <p:ph type="title"/>
          </p:nvPr>
        </p:nvSpPr>
        <p:spPr/>
        <p:txBody>
          <a:bodyPr/>
          <a:lstStyle>
            <a:lvl1pPr>
              <a:defRPr/>
            </a:lvl1pPr>
          </a:lstStyle>
          <a:p>
            <a:r>
              <a:rPr lang="en-GB"/>
              <a:t>Click to edit Master title style</a:t>
            </a:r>
          </a:p>
        </p:txBody>
      </p:sp>
    </p:spTree>
    <p:extLst>
      <p:ext uri="{BB962C8B-B14F-4D97-AF65-F5344CB8AC3E}">
        <p14:creationId xmlns:p14="http://schemas.microsoft.com/office/powerpoint/2010/main" val="1068917259"/>
      </p:ext>
    </p:extLst>
  </p:cSld>
  <p:clrMapOvr>
    <a:masterClrMapping/>
  </p:clrMapOvr>
  <p:extLst>
    <p:ext uri="{DCECCB84-F9BA-43D5-87BE-67443E8EF086}">
      <p15:sldGuideLst xmlns:p15="http://schemas.microsoft.com/office/powerpoint/2012/main">
        <p15:guide id="1" pos="5617">
          <p15:clr>
            <a:srgbClr val="F26B43"/>
          </p15:clr>
        </p15:guide>
        <p15:guide id="2" pos="76">
          <p15:clr>
            <a:srgbClr val="F26B43"/>
          </p15:clr>
        </p15:guide>
        <p15:guide id="3" orient="horz" pos="583">
          <p15:clr>
            <a:srgbClr val="F26B43"/>
          </p15:clr>
        </p15:guide>
        <p15:guide id="4" orient="horz" pos="3990">
          <p15:clr>
            <a:srgbClr val="F26B43"/>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942484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835878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C9BD0-5225-957A-CA82-8D5B1123FCD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3FC7D6B-0B50-D178-D728-4C6EED93CF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D85DFB8-4FD6-833D-42A7-5D31D62B78F2}"/>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2412F331-44A2-2C60-8FAE-3DEA819709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2461B5-913C-3139-7AFF-D2C0415C7377}"/>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47802736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B6D5A-CE69-28BD-CD7C-748539B31BA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2B043D-B9D1-BE92-7EE1-BD3BEC76770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54EF98-C64D-47CA-9D14-23B925786D41}"/>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A5CDE76E-5DC7-7A2F-7AE5-F05194003F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A2E4E7-1254-08C4-3988-2590A746A9FE}"/>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73459564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FB3B56-BF99-88EB-E328-E38416CDCF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0FA5015-449D-CFC4-D359-E15B9A94AF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978053D-DB53-809B-94B0-F0AF55A69C2C}"/>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C873CE23-0FF2-0B5F-4C1B-70614697C1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0EAC43-7BE7-FD2D-9D79-316FD0C2D3FA}"/>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243444208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8101E8-FA6D-667B-4BE2-55BD65D363B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C6FC0E-761D-BA1B-D64B-766DCA35914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9618289-3276-51B5-DF5D-FF075BA89BB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7FD25A3-F94C-B993-D366-4B2F7244C395}"/>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77D619A9-F55A-AEF8-A992-DA023E22A3B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C38FF5-2FD3-F89C-C14E-41C7A2A7ED53}"/>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1526677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6C5FF-7B80-F957-DF7A-81F82B80072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A2C1466-4740-E0DE-13F8-AEFBCDAAA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075B408-418F-C88E-9EC0-E2A2CD6DD1A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C7890D7-5CA7-C602-93FA-6DE378B4D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60891D8-6D48-D047-F0D2-A382F4C6B8A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7ED513-AB32-2A45-578C-A50230B86DCD}"/>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8" name="页脚占位符 7">
            <a:extLst>
              <a:ext uri="{FF2B5EF4-FFF2-40B4-BE49-F238E27FC236}">
                <a16:creationId xmlns:a16="http://schemas.microsoft.com/office/drawing/2014/main" id="{DE9E8D97-A3D1-2844-4A3A-ECE3A264A7C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46ACB88-8A38-417D-D77C-7E6E8FB30119}"/>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223464462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9D8182-BAD6-1A48-C242-03100D24566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A2F935D-709F-F409-81CA-731650A69134}"/>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4" name="页脚占位符 3">
            <a:extLst>
              <a:ext uri="{FF2B5EF4-FFF2-40B4-BE49-F238E27FC236}">
                <a16:creationId xmlns:a16="http://schemas.microsoft.com/office/drawing/2014/main" id="{CDAF7AE9-78DB-3BA2-7057-0BF81EE5690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CDDC93F-0006-7DB5-6791-7C4EB2860090}"/>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51485911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10D4494-AF9D-6E8E-A892-CD2F9111729A}"/>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3" name="页脚占位符 2">
            <a:extLst>
              <a:ext uri="{FF2B5EF4-FFF2-40B4-BE49-F238E27FC236}">
                <a16:creationId xmlns:a16="http://schemas.microsoft.com/office/drawing/2014/main" id="{E2613236-FA9E-D466-CD36-8BA453F923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15102BC-A774-E053-8A73-84C3B8F2F397}"/>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81806245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9922A4-7C0A-9D31-509F-A0EFC7CED20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D03D7B0-B144-3E04-8B2F-737D487E94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497B27B-485D-D402-B46F-C83ACB4D5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320EB70-0B0F-16EF-BCFC-EA99E06F9578}"/>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FE0A7903-F871-A853-591F-699A72020D3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B8FF6E3-6F63-2771-0CC5-4B7F74683FAC}"/>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66814219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B6280F-A299-3964-4026-8D7F558882C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35A700E-F1C5-DD30-BD6B-5F61A2253B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0738294-F526-22E3-6988-CFA879D94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3BECD8-B522-528F-D7AF-DC59AE3F43D1}"/>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843E0FF3-4D17-A540-93A8-F0EE93C861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3F36CB8-AABD-8B27-2207-10FC4322FE76}"/>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4474274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60A4F5-1B8B-4DE9-CDEF-8262D932F79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8DEF3D3-F1CC-D31D-C832-B3BCE507569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135C54-2D48-CE99-F49F-66613DCE0FF6}"/>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2722F2AA-AF8E-CEDE-5162-E17A4B3AC6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467EE8-A17D-93C2-937B-7288E466205C}"/>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5604033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3D54040-4277-5ED5-11E2-6B83966F66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23638-82F9-2235-87DF-1BF368CA21D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82C193-1299-1556-173E-EA5FA6794E3E}"/>
              </a:ext>
            </a:extLst>
          </p:cNvPr>
          <p:cNvSpPr>
            <a:spLocks noGrp="1"/>
          </p:cNvSpPr>
          <p:nvPr>
            <p:ph type="dt" sz="half" idx="10"/>
          </p:nvPr>
        </p:nvSpPr>
        <p:spPr/>
        <p:txBody>
          <a:body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5AF8DC72-9432-9D60-8062-29C3EBC0BB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597906-0B7F-B56C-961F-1C2D0E1A76E9}"/>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5769921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cSld name="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4" y="550790"/>
            <a:ext cx="11211277" cy="410369"/>
          </a:xfrm>
        </p:spPr>
        <p:txBody>
          <a:bodyPr anchor="b"/>
          <a:lstStyle>
            <a:lvl1pPr>
              <a:defRPr sz="2665">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938758" y="6592905"/>
            <a:ext cx="65" cy="153888"/>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a:xfrm>
            <a:off x="2298235" y="6297808"/>
            <a:ext cx="7624759" cy="153888"/>
          </a:xfrm>
        </p:spPr>
        <p:txBody>
          <a:bodyPr/>
          <a:lstStyle>
            <a:lvl1pPr>
              <a:defRPr/>
            </a:lvl1pPr>
          </a:lstStyle>
          <a:p>
            <a:r>
              <a:rPr lang="en-US"/>
              <a:t>HP Regions - 2021 Outlook+1</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a:xfrm>
            <a:off x="11554427" y="6528376"/>
            <a:ext cx="147476" cy="153888"/>
          </a:xfrm>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8342711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image" Target="../media/image21.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theme" Target="../theme/theme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26" Type="http://schemas.openxmlformats.org/officeDocument/2006/relationships/image" Target="../media/image26.png"/><Relationship Id="rId3" Type="http://schemas.openxmlformats.org/officeDocument/2006/relationships/slideLayout" Target="../slideLayouts/slideLayout67.xml"/><Relationship Id="rId21" Type="http://schemas.openxmlformats.org/officeDocument/2006/relationships/slideLayout" Target="../slideLayouts/slideLayout85.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5" Type="http://schemas.openxmlformats.org/officeDocument/2006/relationships/theme" Target="../theme/theme3.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slideLayout" Target="../slideLayouts/slideLayout84.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24" Type="http://schemas.openxmlformats.org/officeDocument/2006/relationships/slideLayout" Target="../slideLayouts/slideLayout88.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slideLayout" Target="../slideLayouts/slideLayout87.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slideLayout" Target="../slideLayouts/slideLayout8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theme" Target="../theme/theme4.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 id="2147483813" r:id="rId34"/>
    <p:sldLayoutId id="2147483867" r:id="rId35"/>
    <p:sldLayoutId id="2147483868" r:id="rId36"/>
    <p:sldLayoutId id="2147483882" r:id="rId37"/>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222272" y="6547642"/>
            <a:ext cx="716543"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76F55117-29E5-4E2F-9004-E9CD0D1CCD0E}" type="datetime1">
              <a:rPr lang="en-US" noProof="0" smtClean="0"/>
              <a:t>9/11/2024</a:t>
            </a:fld>
            <a:endParaRPr lang="en-GB" noProof="0"/>
          </a:p>
        </p:txBody>
      </p:sp>
      <p:sp>
        <p:nvSpPr>
          <p:cNvPr id="5" name="Fußzeilenplatzhalter 4"/>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US" noProof="0"/>
              <a:t>China Intergration to TRPC6i Ph2a</a:t>
            </a:r>
            <a:endParaRPr lang="en-GB" noProof="0"/>
          </a:p>
        </p:txBody>
      </p:sp>
      <p:sp>
        <p:nvSpPr>
          <p:cNvPr id="6" name="Foliennummernplatzhalter 5"/>
          <p:cNvSpPr>
            <a:spLocks noGrp="1"/>
          </p:cNvSpPr>
          <p:nvPr>
            <p:ph type="sldNum" sz="quarter" idx="4"/>
          </p:nvPr>
        </p:nvSpPr>
        <p:spPr>
          <a:xfrm>
            <a:off x="11504731" y="6547642"/>
            <a:ext cx="197169"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657229719"/>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 id="2147483832" r:id="rId18"/>
    <p:sldLayoutId id="2147483833" r:id="rId19"/>
    <p:sldLayoutId id="2147483834" r:id="rId20"/>
    <p:sldLayoutId id="2147483835" r:id="rId21"/>
    <p:sldLayoutId id="2147483836" r:id="rId22"/>
    <p:sldLayoutId id="2147483837" r:id="rId23"/>
    <p:sldLayoutId id="2147483838" r:id="rId24"/>
    <p:sldLayoutId id="2147483839" r:id="rId25"/>
    <p:sldLayoutId id="2147483840" r:id="rId26"/>
    <p:sldLayoutId id="2147483841" r:id="rId2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p:txStyles>
    <p:titleStyle>
      <a:lvl1pPr algn="l" defTabSz="121917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91" indent="-355591" algn="l" defTabSz="121917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pSp>
        <p:nvGrpSpPr>
          <p:cNvPr id="23" name="Gruppieren 22"/>
          <p:cNvGrpSpPr/>
          <p:nvPr/>
        </p:nvGrpSpPr>
        <p:grpSpPr>
          <a:xfrm>
            <a:off x="243771"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4"/>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61122" y="6573259"/>
            <a:ext cx="47769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2024/9/11</a:t>
            </a:fld>
            <a:endParaRPr lang="zh-CN" altLang="en-US"/>
          </a:p>
        </p:txBody>
      </p:sp>
      <p:sp>
        <p:nvSpPr>
          <p:cNvPr id="5" name="Fußzeilenplatzhalter 4"/>
          <p:cNvSpPr>
            <a:spLocks noGrp="1"/>
          </p:cNvSpPr>
          <p:nvPr>
            <p:ph type="ftr" sz="quarter" idx="3"/>
          </p:nvPr>
        </p:nvSpPr>
        <p:spPr>
          <a:xfrm>
            <a:off x="1801772"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5"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1"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Tree>
    <p:extLst>
      <p:ext uri="{BB962C8B-B14F-4D97-AF65-F5344CB8AC3E}">
        <p14:creationId xmlns:p14="http://schemas.microsoft.com/office/powerpoint/2010/main" val="48355551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 id="2147483861" r:id="rId19"/>
    <p:sldLayoutId id="2147483862" r:id="rId20"/>
    <p:sldLayoutId id="2147483863" r:id="rId21"/>
    <p:sldLayoutId id="2147483864" r:id="rId22"/>
    <p:sldLayoutId id="2147483865" r:id="rId23"/>
    <p:sldLayoutId id="2147483866" r:id="rId2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4547BF-619B-6975-19AC-5E97007F3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C84FD33-09C2-0654-BCB2-D6E7A21F1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F0DB23-1614-944B-1102-F5C048F5C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E25553-B278-4F4C-B773-8A63C5458ED3}"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6D43B460-83E2-1227-1208-D4B54C396F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69E2074-AE75-742F-909D-7F53E5678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54260574"/>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5.xml"/><Relationship Id="rId7" Type="http://schemas.openxmlformats.org/officeDocument/2006/relationships/image" Target="../media/image3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3.xml"/><Relationship Id="rId5" Type="http://schemas.openxmlformats.org/officeDocument/2006/relationships/slideLayout" Target="../slideLayouts/slideLayout100.xml"/><Relationship Id="rId4"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3" Type="http://schemas.openxmlformats.org/officeDocument/2006/relationships/tags" Target="../tags/tag19.xml"/><Relationship Id="rId18" Type="http://schemas.openxmlformats.org/officeDocument/2006/relationships/tags" Target="../tags/tag24.xml"/><Relationship Id="rId26" Type="http://schemas.openxmlformats.org/officeDocument/2006/relationships/tags" Target="../tags/tag32.xml"/><Relationship Id="rId39" Type="http://schemas.openxmlformats.org/officeDocument/2006/relationships/tags" Target="../tags/tag45.xml"/><Relationship Id="rId21" Type="http://schemas.openxmlformats.org/officeDocument/2006/relationships/tags" Target="../tags/tag27.xml"/><Relationship Id="rId34" Type="http://schemas.openxmlformats.org/officeDocument/2006/relationships/tags" Target="../tags/tag40.xml"/><Relationship Id="rId42" Type="http://schemas.openxmlformats.org/officeDocument/2006/relationships/slideLayout" Target="../slideLayouts/slideLayout31.xml"/><Relationship Id="rId7" Type="http://schemas.openxmlformats.org/officeDocument/2006/relationships/tags" Target="../tags/tag13.xml"/><Relationship Id="rId2" Type="http://schemas.openxmlformats.org/officeDocument/2006/relationships/tags" Target="../tags/tag8.xml"/><Relationship Id="rId16" Type="http://schemas.openxmlformats.org/officeDocument/2006/relationships/tags" Target="../tags/tag22.xml"/><Relationship Id="rId29" Type="http://schemas.openxmlformats.org/officeDocument/2006/relationships/tags" Target="../tags/tag35.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24" Type="http://schemas.openxmlformats.org/officeDocument/2006/relationships/tags" Target="../tags/tag30.xml"/><Relationship Id="rId32" Type="http://schemas.openxmlformats.org/officeDocument/2006/relationships/tags" Target="../tags/tag38.xml"/><Relationship Id="rId37" Type="http://schemas.openxmlformats.org/officeDocument/2006/relationships/tags" Target="../tags/tag43.xml"/><Relationship Id="rId40" Type="http://schemas.openxmlformats.org/officeDocument/2006/relationships/tags" Target="../tags/tag46.xml"/><Relationship Id="rId45" Type="http://schemas.openxmlformats.org/officeDocument/2006/relationships/image" Target="../media/image32.png"/><Relationship Id="rId5" Type="http://schemas.openxmlformats.org/officeDocument/2006/relationships/tags" Target="../tags/tag11.xml"/><Relationship Id="rId15" Type="http://schemas.openxmlformats.org/officeDocument/2006/relationships/tags" Target="../tags/tag21.xml"/><Relationship Id="rId23" Type="http://schemas.openxmlformats.org/officeDocument/2006/relationships/tags" Target="../tags/tag29.xml"/><Relationship Id="rId28" Type="http://schemas.openxmlformats.org/officeDocument/2006/relationships/tags" Target="../tags/tag34.xml"/><Relationship Id="rId36" Type="http://schemas.openxmlformats.org/officeDocument/2006/relationships/tags" Target="../tags/tag42.xml"/><Relationship Id="rId10" Type="http://schemas.openxmlformats.org/officeDocument/2006/relationships/tags" Target="../tags/tag16.xml"/><Relationship Id="rId19" Type="http://schemas.openxmlformats.org/officeDocument/2006/relationships/tags" Target="../tags/tag25.xml"/><Relationship Id="rId31" Type="http://schemas.openxmlformats.org/officeDocument/2006/relationships/tags" Target="../tags/tag37.xml"/><Relationship Id="rId44" Type="http://schemas.openxmlformats.org/officeDocument/2006/relationships/image" Target="../media/image34.png"/><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 Id="rId22" Type="http://schemas.openxmlformats.org/officeDocument/2006/relationships/tags" Target="../tags/tag28.xml"/><Relationship Id="rId27" Type="http://schemas.openxmlformats.org/officeDocument/2006/relationships/tags" Target="../tags/tag33.xml"/><Relationship Id="rId30" Type="http://schemas.openxmlformats.org/officeDocument/2006/relationships/tags" Target="../tags/tag36.xml"/><Relationship Id="rId35" Type="http://schemas.openxmlformats.org/officeDocument/2006/relationships/tags" Target="../tags/tag41.xml"/><Relationship Id="rId43" Type="http://schemas.openxmlformats.org/officeDocument/2006/relationships/notesSlide" Target="../notesSlides/notesSlide4.xml"/><Relationship Id="rId8" Type="http://schemas.openxmlformats.org/officeDocument/2006/relationships/tags" Target="../tags/tag14.xml"/><Relationship Id="rId3" Type="http://schemas.openxmlformats.org/officeDocument/2006/relationships/tags" Target="../tags/tag9.xml"/><Relationship Id="rId12" Type="http://schemas.openxmlformats.org/officeDocument/2006/relationships/tags" Target="../tags/tag18.xml"/><Relationship Id="rId17" Type="http://schemas.openxmlformats.org/officeDocument/2006/relationships/tags" Target="../tags/tag23.xml"/><Relationship Id="rId25" Type="http://schemas.openxmlformats.org/officeDocument/2006/relationships/tags" Target="../tags/tag31.xml"/><Relationship Id="rId33" Type="http://schemas.openxmlformats.org/officeDocument/2006/relationships/tags" Target="../tags/tag39.xml"/><Relationship Id="rId38" Type="http://schemas.openxmlformats.org/officeDocument/2006/relationships/tags" Target="../tags/tag44.xml"/><Relationship Id="rId46" Type="http://schemas.openxmlformats.org/officeDocument/2006/relationships/image" Target="../media/image35.png"/><Relationship Id="rId20" Type="http://schemas.openxmlformats.org/officeDocument/2006/relationships/tags" Target="../tags/tag26.xml"/><Relationship Id="rId41" Type="http://schemas.openxmlformats.org/officeDocument/2006/relationships/tags" Target="../tags/tag47.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31.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31.xml"/><Relationship Id="rId5" Type="http://schemas.openxmlformats.org/officeDocument/2006/relationships/image" Target="../media/image32.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32.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tags" Target="../tags/tag73.xml"/><Relationship Id="rId39" Type="http://schemas.openxmlformats.org/officeDocument/2006/relationships/slideLayout" Target="../slideLayouts/slideLayout31.xml"/><Relationship Id="rId21" Type="http://schemas.openxmlformats.org/officeDocument/2006/relationships/tags" Target="../tags/tag68.xml"/><Relationship Id="rId34" Type="http://schemas.openxmlformats.org/officeDocument/2006/relationships/tags" Target="../tags/tag81.xml"/><Relationship Id="rId42" Type="http://schemas.openxmlformats.org/officeDocument/2006/relationships/image" Target="../media/image32.png"/><Relationship Id="rId7" Type="http://schemas.openxmlformats.org/officeDocument/2006/relationships/tags" Target="../tags/tag54.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29" Type="http://schemas.openxmlformats.org/officeDocument/2006/relationships/tags" Target="../tags/tag76.xml"/><Relationship Id="rId41" Type="http://schemas.openxmlformats.org/officeDocument/2006/relationships/image" Target="../media/image34.pn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tags" Target="../tags/tag71.xml"/><Relationship Id="rId32" Type="http://schemas.openxmlformats.org/officeDocument/2006/relationships/tags" Target="../tags/tag79.xml"/><Relationship Id="rId37" Type="http://schemas.openxmlformats.org/officeDocument/2006/relationships/tags" Target="../tags/tag84.xml"/><Relationship Id="rId40" Type="http://schemas.openxmlformats.org/officeDocument/2006/relationships/notesSlide" Target="../notesSlides/notesSlide6.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28" Type="http://schemas.openxmlformats.org/officeDocument/2006/relationships/tags" Target="../tags/tag75.xml"/><Relationship Id="rId36" Type="http://schemas.openxmlformats.org/officeDocument/2006/relationships/tags" Target="../tags/tag83.xml"/><Relationship Id="rId10" Type="http://schemas.openxmlformats.org/officeDocument/2006/relationships/tags" Target="../tags/tag57.xml"/><Relationship Id="rId19" Type="http://schemas.openxmlformats.org/officeDocument/2006/relationships/tags" Target="../tags/tag66.xml"/><Relationship Id="rId31" Type="http://schemas.openxmlformats.org/officeDocument/2006/relationships/tags" Target="../tags/tag78.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tags" Target="../tags/tag74.xml"/><Relationship Id="rId30" Type="http://schemas.openxmlformats.org/officeDocument/2006/relationships/tags" Target="../tags/tag77.xml"/><Relationship Id="rId35" Type="http://schemas.openxmlformats.org/officeDocument/2006/relationships/tags" Target="../tags/tag82.xml"/><Relationship Id="rId43" Type="http://schemas.openxmlformats.org/officeDocument/2006/relationships/image" Target="../media/image35.png"/><Relationship Id="rId8" Type="http://schemas.openxmlformats.org/officeDocument/2006/relationships/tags" Target="../tags/tag55.xml"/><Relationship Id="rId3" Type="http://schemas.openxmlformats.org/officeDocument/2006/relationships/tags" Target="../tags/tag50.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72.xml"/><Relationship Id="rId33" Type="http://schemas.openxmlformats.org/officeDocument/2006/relationships/tags" Target="../tags/tag80.xml"/><Relationship Id="rId38" Type="http://schemas.openxmlformats.org/officeDocument/2006/relationships/tags" Target="../tags/tag8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image" Target="../media/image37.svg"/><Relationship Id="rId7" Type="http://schemas.openxmlformats.org/officeDocument/2006/relationships/image" Target="../media/image8.svg"/><Relationship Id="rId2" Type="http://schemas.openxmlformats.org/officeDocument/2006/relationships/image" Target="../media/image36.png"/><Relationship Id="rId1" Type="http://schemas.openxmlformats.org/officeDocument/2006/relationships/slideLayout" Target="../slideLayouts/slideLayout30.xml"/><Relationship Id="rId6" Type="http://schemas.openxmlformats.org/officeDocument/2006/relationships/image" Target="../media/image7.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slide" Target="slide16.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3" Type="http://schemas.openxmlformats.org/officeDocument/2006/relationships/tags" Target="../tags/tag98.xml"/><Relationship Id="rId18" Type="http://schemas.openxmlformats.org/officeDocument/2006/relationships/tags" Target="../tags/tag103.xml"/><Relationship Id="rId26" Type="http://schemas.openxmlformats.org/officeDocument/2006/relationships/tags" Target="../tags/tag111.xml"/><Relationship Id="rId39" Type="http://schemas.openxmlformats.org/officeDocument/2006/relationships/image" Target="../media/image34.png"/><Relationship Id="rId21" Type="http://schemas.openxmlformats.org/officeDocument/2006/relationships/tags" Target="../tags/tag106.xml"/><Relationship Id="rId34" Type="http://schemas.openxmlformats.org/officeDocument/2006/relationships/tags" Target="../tags/tag119.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5" Type="http://schemas.openxmlformats.org/officeDocument/2006/relationships/tags" Target="../tags/tag110.xml"/><Relationship Id="rId33" Type="http://schemas.openxmlformats.org/officeDocument/2006/relationships/tags" Target="../tags/tag118.xml"/><Relationship Id="rId38" Type="http://schemas.openxmlformats.org/officeDocument/2006/relationships/image" Target="../media/image32.png"/><Relationship Id="rId2" Type="http://schemas.openxmlformats.org/officeDocument/2006/relationships/tags" Target="../tags/tag87.xml"/><Relationship Id="rId16" Type="http://schemas.openxmlformats.org/officeDocument/2006/relationships/tags" Target="../tags/tag101.xml"/><Relationship Id="rId20" Type="http://schemas.openxmlformats.org/officeDocument/2006/relationships/tags" Target="../tags/tag105.xml"/><Relationship Id="rId29" Type="http://schemas.openxmlformats.org/officeDocument/2006/relationships/tags" Target="../tags/tag114.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24" Type="http://schemas.openxmlformats.org/officeDocument/2006/relationships/tags" Target="../tags/tag109.xml"/><Relationship Id="rId32" Type="http://schemas.openxmlformats.org/officeDocument/2006/relationships/tags" Target="../tags/tag117.xml"/><Relationship Id="rId37" Type="http://schemas.openxmlformats.org/officeDocument/2006/relationships/notesSlide" Target="../notesSlides/notesSlide8.xml"/><Relationship Id="rId40" Type="http://schemas.openxmlformats.org/officeDocument/2006/relationships/image" Target="../media/image35.png"/><Relationship Id="rId5" Type="http://schemas.openxmlformats.org/officeDocument/2006/relationships/tags" Target="../tags/tag90.xml"/><Relationship Id="rId15" Type="http://schemas.openxmlformats.org/officeDocument/2006/relationships/tags" Target="../tags/tag100.xml"/><Relationship Id="rId23" Type="http://schemas.openxmlformats.org/officeDocument/2006/relationships/tags" Target="../tags/tag108.xml"/><Relationship Id="rId28" Type="http://schemas.openxmlformats.org/officeDocument/2006/relationships/tags" Target="../tags/tag113.xml"/><Relationship Id="rId36" Type="http://schemas.openxmlformats.org/officeDocument/2006/relationships/slideLayout" Target="../slideLayouts/slideLayout30.xml"/><Relationship Id="rId10" Type="http://schemas.openxmlformats.org/officeDocument/2006/relationships/tags" Target="../tags/tag95.xml"/><Relationship Id="rId19" Type="http://schemas.openxmlformats.org/officeDocument/2006/relationships/tags" Target="../tags/tag104.xml"/><Relationship Id="rId31" Type="http://schemas.openxmlformats.org/officeDocument/2006/relationships/tags" Target="../tags/tag116.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 Id="rId22" Type="http://schemas.openxmlformats.org/officeDocument/2006/relationships/tags" Target="../tags/tag107.xml"/><Relationship Id="rId27" Type="http://schemas.openxmlformats.org/officeDocument/2006/relationships/tags" Target="../tags/tag112.xml"/><Relationship Id="rId30" Type="http://schemas.openxmlformats.org/officeDocument/2006/relationships/tags" Target="../tags/tag115.xml"/><Relationship Id="rId35" Type="http://schemas.openxmlformats.org/officeDocument/2006/relationships/tags" Target="../tags/tag120.xml"/><Relationship Id="rId8" Type="http://schemas.openxmlformats.org/officeDocument/2006/relationships/tags" Target="../tags/tag93.xml"/><Relationship Id="rId3" Type="http://schemas.openxmlformats.org/officeDocument/2006/relationships/tags" Target="../tags/tag88.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30.xml"/><Relationship Id="rId5" Type="http://schemas.microsoft.com/office/2007/relationships/hdphoto" Target="../media/hdphoto2.wdp"/><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0.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36.xml"/><Relationship Id="rId5" Type="http://schemas.openxmlformats.org/officeDocument/2006/relationships/image" Target="../media/image42.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0.xml"/><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3" Type="http://schemas.openxmlformats.org/officeDocument/2006/relationships/tags" Target="../tags/tag133.xml"/><Relationship Id="rId18" Type="http://schemas.openxmlformats.org/officeDocument/2006/relationships/tags" Target="../tags/tag138.xml"/><Relationship Id="rId26" Type="http://schemas.openxmlformats.org/officeDocument/2006/relationships/tags" Target="../tags/tag146.xml"/><Relationship Id="rId39" Type="http://schemas.openxmlformats.org/officeDocument/2006/relationships/slideLayout" Target="../slideLayouts/slideLayout30.xml"/><Relationship Id="rId21" Type="http://schemas.openxmlformats.org/officeDocument/2006/relationships/tags" Target="../tags/tag141.xml"/><Relationship Id="rId34" Type="http://schemas.openxmlformats.org/officeDocument/2006/relationships/tags" Target="../tags/tag154.xml"/><Relationship Id="rId42" Type="http://schemas.openxmlformats.org/officeDocument/2006/relationships/image" Target="../media/image32.png"/><Relationship Id="rId7" Type="http://schemas.openxmlformats.org/officeDocument/2006/relationships/tags" Target="../tags/tag127.xml"/><Relationship Id="rId2" Type="http://schemas.openxmlformats.org/officeDocument/2006/relationships/tags" Target="../tags/tag122.xml"/><Relationship Id="rId16" Type="http://schemas.openxmlformats.org/officeDocument/2006/relationships/tags" Target="../tags/tag136.xml"/><Relationship Id="rId20" Type="http://schemas.openxmlformats.org/officeDocument/2006/relationships/tags" Target="../tags/tag140.xml"/><Relationship Id="rId29" Type="http://schemas.openxmlformats.org/officeDocument/2006/relationships/tags" Target="../tags/tag149.xml"/><Relationship Id="rId41" Type="http://schemas.openxmlformats.org/officeDocument/2006/relationships/image" Target="../media/image34.png"/><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24" Type="http://schemas.openxmlformats.org/officeDocument/2006/relationships/tags" Target="../tags/tag144.xml"/><Relationship Id="rId32" Type="http://schemas.openxmlformats.org/officeDocument/2006/relationships/tags" Target="../tags/tag152.xml"/><Relationship Id="rId37" Type="http://schemas.openxmlformats.org/officeDocument/2006/relationships/tags" Target="../tags/tag157.xml"/><Relationship Id="rId40" Type="http://schemas.openxmlformats.org/officeDocument/2006/relationships/notesSlide" Target="../notesSlides/notesSlide11.xml"/><Relationship Id="rId5" Type="http://schemas.openxmlformats.org/officeDocument/2006/relationships/tags" Target="../tags/tag125.xml"/><Relationship Id="rId15" Type="http://schemas.openxmlformats.org/officeDocument/2006/relationships/tags" Target="../tags/tag135.xml"/><Relationship Id="rId23" Type="http://schemas.openxmlformats.org/officeDocument/2006/relationships/tags" Target="../tags/tag143.xml"/><Relationship Id="rId28" Type="http://schemas.openxmlformats.org/officeDocument/2006/relationships/tags" Target="../tags/tag148.xml"/><Relationship Id="rId36" Type="http://schemas.openxmlformats.org/officeDocument/2006/relationships/tags" Target="../tags/tag156.xml"/><Relationship Id="rId10" Type="http://schemas.openxmlformats.org/officeDocument/2006/relationships/tags" Target="../tags/tag130.xml"/><Relationship Id="rId19" Type="http://schemas.openxmlformats.org/officeDocument/2006/relationships/tags" Target="../tags/tag139.xml"/><Relationship Id="rId31" Type="http://schemas.openxmlformats.org/officeDocument/2006/relationships/tags" Target="../tags/tag151.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 Id="rId22" Type="http://schemas.openxmlformats.org/officeDocument/2006/relationships/tags" Target="../tags/tag142.xml"/><Relationship Id="rId27" Type="http://schemas.openxmlformats.org/officeDocument/2006/relationships/tags" Target="../tags/tag147.xml"/><Relationship Id="rId30" Type="http://schemas.openxmlformats.org/officeDocument/2006/relationships/tags" Target="../tags/tag150.xml"/><Relationship Id="rId35" Type="http://schemas.openxmlformats.org/officeDocument/2006/relationships/tags" Target="../tags/tag155.xml"/><Relationship Id="rId43" Type="http://schemas.openxmlformats.org/officeDocument/2006/relationships/image" Target="../media/image35.png"/><Relationship Id="rId8" Type="http://schemas.openxmlformats.org/officeDocument/2006/relationships/tags" Target="../tags/tag128.xml"/><Relationship Id="rId3" Type="http://schemas.openxmlformats.org/officeDocument/2006/relationships/tags" Target="../tags/tag123.xml"/><Relationship Id="rId12" Type="http://schemas.openxmlformats.org/officeDocument/2006/relationships/tags" Target="../tags/tag132.xml"/><Relationship Id="rId17" Type="http://schemas.openxmlformats.org/officeDocument/2006/relationships/tags" Target="../tags/tag137.xml"/><Relationship Id="rId25" Type="http://schemas.openxmlformats.org/officeDocument/2006/relationships/tags" Target="../tags/tag145.xml"/><Relationship Id="rId33" Type="http://schemas.openxmlformats.org/officeDocument/2006/relationships/tags" Target="../tags/tag153.xml"/><Relationship Id="rId38" Type="http://schemas.openxmlformats.org/officeDocument/2006/relationships/tags" Target="../tags/tag15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tags" Target="../tags/tag175.xml"/><Relationship Id="rId3" Type="http://schemas.openxmlformats.org/officeDocument/2006/relationships/tags" Target="../tags/tag160.xml"/><Relationship Id="rId21" Type="http://schemas.openxmlformats.org/officeDocument/2006/relationships/image" Target="../media/image31.png"/><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tags" Target="../tags/tag174.xml"/><Relationship Id="rId2" Type="http://schemas.openxmlformats.org/officeDocument/2006/relationships/tags" Target="../tags/tag159.xml"/><Relationship Id="rId16" Type="http://schemas.openxmlformats.org/officeDocument/2006/relationships/tags" Target="../tags/tag173.xml"/><Relationship Id="rId20" Type="http://schemas.openxmlformats.org/officeDocument/2006/relationships/notesSlide" Target="../notesSlides/notesSlide12.xml"/><Relationship Id="rId1" Type="http://schemas.openxmlformats.org/officeDocument/2006/relationships/themeOverride" Target="../theme/themeOverride14.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tags" Target="../tags/tag172.xml"/><Relationship Id="rId23" Type="http://schemas.openxmlformats.org/officeDocument/2006/relationships/image" Target="../media/image35.png"/><Relationship Id="rId10" Type="http://schemas.openxmlformats.org/officeDocument/2006/relationships/tags" Target="../tags/tag167.xml"/><Relationship Id="rId19" Type="http://schemas.openxmlformats.org/officeDocument/2006/relationships/slideLayout" Target="../slideLayouts/slideLayout31.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 Id="rId22"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3.xml"/><Relationship Id="rId1" Type="http://schemas.openxmlformats.org/officeDocument/2006/relationships/slideLayout" Target="../slideLayouts/slideLayout31.xml"/><Relationship Id="rId5" Type="http://schemas.openxmlformats.org/officeDocument/2006/relationships/image" Target="../media/image52.png"/><Relationship Id="rId4" Type="http://schemas.openxmlformats.org/officeDocument/2006/relationships/image" Target="../media/image51.emf"/></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31.xml"/><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31.xml"/><Relationship Id="rId5" Type="http://schemas.openxmlformats.org/officeDocument/2006/relationships/image" Target="../media/image58.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3" Type="http://schemas.openxmlformats.org/officeDocument/2006/relationships/tags" Target="../tags/tag188.xml"/><Relationship Id="rId18" Type="http://schemas.openxmlformats.org/officeDocument/2006/relationships/tags" Target="../tags/tag193.xml"/><Relationship Id="rId26" Type="http://schemas.openxmlformats.org/officeDocument/2006/relationships/tags" Target="../tags/tag201.xml"/><Relationship Id="rId39" Type="http://schemas.openxmlformats.org/officeDocument/2006/relationships/slideLayout" Target="../slideLayouts/slideLayout30.xml"/><Relationship Id="rId21" Type="http://schemas.openxmlformats.org/officeDocument/2006/relationships/tags" Target="../tags/tag196.xml"/><Relationship Id="rId34" Type="http://schemas.openxmlformats.org/officeDocument/2006/relationships/tags" Target="../tags/tag209.xml"/><Relationship Id="rId42" Type="http://schemas.openxmlformats.org/officeDocument/2006/relationships/image" Target="../media/image35.png"/><Relationship Id="rId7" Type="http://schemas.openxmlformats.org/officeDocument/2006/relationships/tags" Target="../tags/tag182.xml"/><Relationship Id="rId2" Type="http://schemas.openxmlformats.org/officeDocument/2006/relationships/tags" Target="../tags/tag177.xml"/><Relationship Id="rId16" Type="http://schemas.openxmlformats.org/officeDocument/2006/relationships/tags" Target="../tags/tag191.xml"/><Relationship Id="rId20" Type="http://schemas.openxmlformats.org/officeDocument/2006/relationships/tags" Target="../tags/tag195.xml"/><Relationship Id="rId29" Type="http://schemas.openxmlformats.org/officeDocument/2006/relationships/tags" Target="../tags/tag204.xml"/><Relationship Id="rId41" Type="http://schemas.openxmlformats.org/officeDocument/2006/relationships/image" Target="../media/image32.png"/><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24" Type="http://schemas.openxmlformats.org/officeDocument/2006/relationships/tags" Target="../tags/tag199.xml"/><Relationship Id="rId32" Type="http://schemas.openxmlformats.org/officeDocument/2006/relationships/tags" Target="../tags/tag207.xml"/><Relationship Id="rId37" Type="http://schemas.openxmlformats.org/officeDocument/2006/relationships/tags" Target="../tags/tag212.xml"/><Relationship Id="rId40" Type="http://schemas.openxmlformats.org/officeDocument/2006/relationships/image" Target="../media/image34.png"/><Relationship Id="rId5" Type="http://schemas.openxmlformats.org/officeDocument/2006/relationships/tags" Target="../tags/tag180.xml"/><Relationship Id="rId15" Type="http://schemas.openxmlformats.org/officeDocument/2006/relationships/tags" Target="../tags/tag190.xml"/><Relationship Id="rId23" Type="http://schemas.openxmlformats.org/officeDocument/2006/relationships/tags" Target="../tags/tag198.xml"/><Relationship Id="rId28" Type="http://schemas.openxmlformats.org/officeDocument/2006/relationships/tags" Target="../tags/tag203.xml"/><Relationship Id="rId36" Type="http://schemas.openxmlformats.org/officeDocument/2006/relationships/tags" Target="../tags/tag211.xml"/><Relationship Id="rId10" Type="http://schemas.openxmlformats.org/officeDocument/2006/relationships/tags" Target="../tags/tag185.xml"/><Relationship Id="rId19" Type="http://schemas.openxmlformats.org/officeDocument/2006/relationships/tags" Target="../tags/tag194.xml"/><Relationship Id="rId31" Type="http://schemas.openxmlformats.org/officeDocument/2006/relationships/tags" Target="../tags/tag206.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 Id="rId22" Type="http://schemas.openxmlformats.org/officeDocument/2006/relationships/tags" Target="../tags/tag197.xml"/><Relationship Id="rId27" Type="http://schemas.openxmlformats.org/officeDocument/2006/relationships/tags" Target="../tags/tag202.xml"/><Relationship Id="rId30" Type="http://schemas.openxmlformats.org/officeDocument/2006/relationships/tags" Target="../tags/tag205.xml"/><Relationship Id="rId35" Type="http://schemas.openxmlformats.org/officeDocument/2006/relationships/tags" Target="../tags/tag210.xml"/><Relationship Id="rId8" Type="http://schemas.openxmlformats.org/officeDocument/2006/relationships/tags" Target="../tags/tag183.xml"/><Relationship Id="rId3" Type="http://schemas.openxmlformats.org/officeDocument/2006/relationships/tags" Target="../tags/tag178.xml"/><Relationship Id="rId12" Type="http://schemas.openxmlformats.org/officeDocument/2006/relationships/tags" Target="../tags/tag187.xml"/><Relationship Id="rId17" Type="http://schemas.openxmlformats.org/officeDocument/2006/relationships/tags" Target="../tags/tag192.xml"/><Relationship Id="rId25" Type="http://schemas.openxmlformats.org/officeDocument/2006/relationships/tags" Target="../tags/tag200.xml"/><Relationship Id="rId33" Type="http://schemas.openxmlformats.org/officeDocument/2006/relationships/tags" Target="../tags/tag208.xml"/><Relationship Id="rId38" Type="http://schemas.openxmlformats.org/officeDocument/2006/relationships/tags" Target="../tags/tag2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3" Type="http://schemas.openxmlformats.org/officeDocument/2006/relationships/tags" Target="../tags/tag226.xml"/><Relationship Id="rId18" Type="http://schemas.openxmlformats.org/officeDocument/2006/relationships/tags" Target="../tags/tag231.xml"/><Relationship Id="rId26" Type="http://schemas.openxmlformats.org/officeDocument/2006/relationships/tags" Target="../tags/tag239.xml"/><Relationship Id="rId39" Type="http://schemas.openxmlformats.org/officeDocument/2006/relationships/tags" Target="../tags/tag252.xml"/><Relationship Id="rId21" Type="http://schemas.openxmlformats.org/officeDocument/2006/relationships/tags" Target="../tags/tag234.xml"/><Relationship Id="rId34" Type="http://schemas.openxmlformats.org/officeDocument/2006/relationships/tags" Target="../tags/tag247.xml"/><Relationship Id="rId42" Type="http://schemas.openxmlformats.org/officeDocument/2006/relationships/tags" Target="../tags/tag255.xml"/><Relationship Id="rId47" Type="http://schemas.openxmlformats.org/officeDocument/2006/relationships/tags" Target="../tags/tag260.xml"/><Relationship Id="rId50" Type="http://schemas.openxmlformats.org/officeDocument/2006/relationships/tags" Target="../tags/tag263.xml"/><Relationship Id="rId55" Type="http://schemas.openxmlformats.org/officeDocument/2006/relationships/tags" Target="../tags/tag268.xml"/><Relationship Id="rId7" Type="http://schemas.openxmlformats.org/officeDocument/2006/relationships/tags" Target="../tags/tag220.xml"/><Relationship Id="rId2" Type="http://schemas.openxmlformats.org/officeDocument/2006/relationships/tags" Target="../tags/tag215.xml"/><Relationship Id="rId16" Type="http://schemas.openxmlformats.org/officeDocument/2006/relationships/tags" Target="../tags/tag229.xml"/><Relationship Id="rId29" Type="http://schemas.openxmlformats.org/officeDocument/2006/relationships/tags" Target="../tags/tag242.xml"/><Relationship Id="rId11" Type="http://schemas.openxmlformats.org/officeDocument/2006/relationships/tags" Target="../tags/tag224.xml"/><Relationship Id="rId24" Type="http://schemas.openxmlformats.org/officeDocument/2006/relationships/tags" Target="../tags/tag237.xml"/><Relationship Id="rId32" Type="http://schemas.openxmlformats.org/officeDocument/2006/relationships/tags" Target="../tags/tag245.xml"/><Relationship Id="rId37" Type="http://schemas.openxmlformats.org/officeDocument/2006/relationships/tags" Target="../tags/tag250.xml"/><Relationship Id="rId40" Type="http://schemas.openxmlformats.org/officeDocument/2006/relationships/tags" Target="../tags/tag253.xml"/><Relationship Id="rId45" Type="http://schemas.openxmlformats.org/officeDocument/2006/relationships/tags" Target="../tags/tag258.xml"/><Relationship Id="rId53" Type="http://schemas.openxmlformats.org/officeDocument/2006/relationships/tags" Target="../tags/tag266.xml"/><Relationship Id="rId58" Type="http://schemas.openxmlformats.org/officeDocument/2006/relationships/slideLayout" Target="../slideLayouts/slideLayout30.xml"/><Relationship Id="rId5" Type="http://schemas.openxmlformats.org/officeDocument/2006/relationships/tags" Target="../tags/tag218.xml"/><Relationship Id="rId61" Type="http://schemas.openxmlformats.org/officeDocument/2006/relationships/image" Target="../media/image34.png"/><Relationship Id="rId19" Type="http://schemas.openxmlformats.org/officeDocument/2006/relationships/tags" Target="../tags/tag232.xml"/><Relationship Id="rId14" Type="http://schemas.openxmlformats.org/officeDocument/2006/relationships/tags" Target="../tags/tag227.xml"/><Relationship Id="rId22" Type="http://schemas.openxmlformats.org/officeDocument/2006/relationships/tags" Target="../tags/tag235.xml"/><Relationship Id="rId27" Type="http://schemas.openxmlformats.org/officeDocument/2006/relationships/tags" Target="../tags/tag240.xml"/><Relationship Id="rId30" Type="http://schemas.openxmlformats.org/officeDocument/2006/relationships/tags" Target="../tags/tag243.xml"/><Relationship Id="rId35" Type="http://schemas.openxmlformats.org/officeDocument/2006/relationships/tags" Target="../tags/tag248.xml"/><Relationship Id="rId43" Type="http://schemas.openxmlformats.org/officeDocument/2006/relationships/tags" Target="../tags/tag256.xml"/><Relationship Id="rId48" Type="http://schemas.openxmlformats.org/officeDocument/2006/relationships/tags" Target="../tags/tag261.xml"/><Relationship Id="rId56" Type="http://schemas.openxmlformats.org/officeDocument/2006/relationships/tags" Target="../tags/tag269.xml"/><Relationship Id="rId8" Type="http://schemas.openxmlformats.org/officeDocument/2006/relationships/tags" Target="../tags/tag221.xml"/><Relationship Id="rId51" Type="http://schemas.openxmlformats.org/officeDocument/2006/relationships/tags" Target="../tags/tag264.xml"/><Relationship Id="rId3" Type="http://schemas.openxmlformats.org/officeDocument/2006/relationships/tags" Target="../tags/tag216.xml"/><Relationship Id="rId12" Type="http://schemas.openxmlformats.org/officeDocument/2006/relationships/tags" Target="../tags/tag225.xml"/><Relationship Id="rId17" Type="http://schemas.openxmlformats.org/officeDocument/2006/relationships/tags" Target="../tags/tag230.xml"/><Relationship Id="rId25" Type="http://schemas.openxmlformats.org/officeDocument/2006/relationships/tags" Target="../tags/tag238.xml"/><Relationship Id="rId33" Type="http://schemas.openxmlformats.org/officeDocument/2006/relationships/tags" Target="../tags/tag246.xml"/><Relationship Id="rId38" Type="http://schemas.openxmlformats.org/officeDocument/2006/relationships/tags" Target="../tags/tag251.xml"/><Relationship Id="rId46" Type="http://schemas.openxmlformats.org/officeDocument/2006/relationships/tags" Target="../tags/tag259.xml"/><Relationship Id="rId59" Type="http://schemas.openxmlformats.org/officeDocument/2006/relationships/notesSlide" Target="../notesSlides/notesSlide16.xml"/><Relationship Id="rId20" Type="http://schemas.openxmlformats.org/officeDocument/2006/relationships/tags" Target="../tags/tag233.xml"/><Relationship Id="rId41" Type="http://schemas.openxmlformats.org/officeDocument/2006/relationships/tags" Target="../tags/tag254.xml"/><Relationship Id="rId54" Type="http://schemas.openxmlformats.org/officeDocument/2006/relationships/tags" Target="../tags/tag267.xml"/><Relationship Id="rId62" Type="http://schemas.openxmlformats.org/officeDocument/2006/relationships/image" Target="../media/image32.png"/><Relationship Id="rId1" Type="http://schemas.openxmlformats.org/officeDocument/2006/relationships/tags" Target="../tags/tag214.xml"/><Relationship Id="rId6" Type="http://schemas.openxmlformats.org/officeDocument/2006/relationships/tags" Target="../tags/tag219.xml"/><Relationship Id="rId15" Type="http://schemas.openxmlformats.org/officeDocument/2006/relationships/tags" Target="../tags/tag228.xml"/><Relationship Id="rId23" Type="http://schemas.openxmlformats.org/officeDocument/2006/relationships/tags" Target="../tags/tag236.xml"/><Relationship Id="rId28" Type="http://schemas.openxmlformats.org/officeDocument/2006/relationships/tags" Target="../tags/tag241.xml"/><Relationship Id="rId36" Type="http://schemas.openxmlformats.org/officeDocument/2006/relationships/tags" Target="../tags/tag249.xml"/><Relationship Id="rId49" Type="http://schemas.openxmlformats.org/officeDocument/2006/relationships/tags" Target="../tags/tag262.xml"/><Relationship Id="rId57" Type="http://schemas.openxmlformats.org/officeDocument/2006/relationships/tags" Target="../tags/tag270.xml"/><Relationship Id="rId10" Type="http://schemas.openxmlformats.org/officeDocument/2006/relationships/tags" Target="../tags/tag223.xml"/><Relationship Id="rId31" Type="http://schemas.openxmlformats.org/officeDocument/2006/relationships/tags" Target="../tags/tag244.xml"/><Relationship Id="rId44" Type="http://schemas.openxmlformats.org/officeDocument/2006/relationships/tags" Target="../tags/tag257.xml"/><Relationship Id="rId52" Type="http://schemas.openxmlformats.org/officeDocument/2006/relationships/tags" Target="../tags/tag265.xml"/><Relationship Id="rId60" Type="http://schemas.openxmlformats.org/officeDocument/2006/relationships/image" Target="../media/image35.png"/><Relationship Id="rId4" Type="http://schemas.openxmlformats.org/officeDocument/2006/relationships/tags" Target="../tags/tag217.xml"/><Relationship Id="rId9" Type="http://schemas.openxmlformats.org/officeDocument/2006/relationships/tags" Target="../tags/tag222.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4.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4.xml"/></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4.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4.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8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8" Type="http://schemas.openxmlformats.org/officeDocument/2006/relationships/tags" Target="../tags/tag278.xml"/><Relationship Id="rId13" Type="http://schemas.openxmlformats.org/officeDocument/2006/relationships/tags" Target="../tags/tag283.xml"/><Relationship Id="rId18" Type="http://schemas.openxmlformats.org/officeDocument/2006/relationships/tags" Target="../tags/tag288.xml"/><Relationship Id="rId3" Type="http://schemas.openxmlformats.org/officeDocument/2006/relationships/tags" Target="../tags/tag273.xml"/><Relationship Id="rId21" Type="http://schemas.openxmlformats.org/officeDocument/2006/relationships/tags" Target="../tags/tag291.xml"/><Relationship Id="rId7" Type="http://schemas.openxmlformats.org/officeDocument/2006/relationships/tags" Target="../tags/tag277.xml"/><Relationship Id="rId12" Type="http://schemas.openxmlformats.org/officeDocument/2006/relationships/tags" Target="../tags/tag282.xml"/><Relationship Id="rId17" Type="http://schemas.openxmlformats.org/officeDocument/2006/relationships/tags" Target="../tags/tag287.xml"/><Relationship Id="rId25" Type="http://schemas.openxmlformats.org/officeDocument/2006/relationships/image" Target="../media/image32.png"/><Relationship Id="rId2" Type="http://schemas.openxmlformats.org/officeDocument/2006/relationships/tags" Target="../tags/tag272.xml"/><Relationship Id="rId16" Type="http://schemas.openxmlformats.org/officeDocument/2006/relationships/tags" Target="../tags/tag286.xml"/><Relationship Id="rId20" Type="http://schemas.openxmlformats.org/officeDocument/2006/relationships/tags" Target="../tags/tag290.xml"/><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tags" Target="../tags/tag281.xml"/><Relationship Id="rId24" Type="http://schemas.openxmlformats.org/officeDocument/2006/relationships/image" Target="../media/image34.png"/><Relationship Id="rId5" Type="http://schemas.openxmlformats.org/officeDocument/2006/relationships/tags" Target="../tags/tag275.xml"/><Relationship Id="rId15" Type="http://schemas.openxmlformats.org/officeDocument/2006/relationships/tags" Target="../tags/tag285.xml"/><Relationship Id="rId23" Type="http://schemas.openxmlformats.org/officeDocument/2006/relationships/image" Target="../media/image35.png"/><Relationship Id="rId10" Type="http://schemas.openxmlformats.org/officeDocument/2006/relationships/tags" Target="../tags/tag280.xml"/><Relationship Id="rId19" Type="http://schemas.openxmlformats.org/officeDocument/2006/relationships/tags" Target="../tags/tag289.xml"/><Relationship Id="rId4" Type="http://schemas.openxmlformats.org/officeDocument/2006/relationships/tags" Target="../tags/tag274.xml"/><Relationship Id="rId9" Type="http://schemas.openxmlformats.org/officeDocument/2006/relationships/tags" Target="../tags/tag279.xml"/><Relationship Id="rId14" Type="http://schemas.openxmlformats.org/officeDocument/2006/relationships/tags" Target="../tags/tag284.xml"/><Relationship Id="rId22"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4.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3" Type="http://schemas.openxmlformats.org/officeDocument/2006/relationships/tags" Target="../tags/tag304.xml"/><Relationship Id="rId18" Type="http://schemas.openxmlformats.org/officeDocument/2006/relationships/tags" Target="../tags/tag309.xml"/><Relationship Id="rId26" Type="http://schemas.openxmlformats.org/officeDocument/2006/relationships/tags" Target="../tags/tag317.xml"/><Relationship Id="rId39" Type="http://schemas.openxmlformats.org/officeDocument/2006/relationships/tags" Target="../tags/tag330.xml"/><Relationship Id="rId21" Type="http://schemas.openxmlformats.org/officeDocument/2006/relationships/tags" Target="../tags/tag312.xml"/><Relationship Id="rId34" Type="http://schemas.openxmlformats.org/officeDocument/2006/relationships/tags" Target="../tags/tag325.xml"/><Relationship Id="rId42" Type="http://schemas.openxmlformats.org/officeDocument/2006/relationships/tags" Target="../tags/tag333.xml"/><Relationship Id="rId47" Type="http://schemas.openxmlformats.org/officeDocument/2006/relationships/tags" Target="../tags/tag338.xml"/><Relationship Id="rId50" Type="http://schemas.openxmlformats.org/officeDocument/2006/relationships/tags" Target="../tags/tag341.xml"/><Relationship Id="rId55" Type="http://schemas.openxmlformats.org/officeDocument/2006/relationships/tags" Target="../tags/tag346.xml"/><Relationship Id="rId63" Type="http://schemas.openxmlformats.org/officeDocument/2006/relationships/image" Target="../media/image34.png"/><Relationship Id="rId7" Type="http://schemas.openxmlformats.org/officeDocument/2006/relationships/tags" Target="../tags/tag298.xml"/><Relationship Id="rId2" Type="http://schemas.openxmlformats.org/officeDocument/2006/relationships/tags" Target="../tags/tag293.xml"/><Relationship Id="rId16" Type="http://schemas.openxmlformats.org/officeDocument/2006/relationships/tags" Target="../tags/tag307.xml"/><Relationship Id="rId29" Type="http://schemas.openxmlformats.org/officeDocument/2006/relationships/tags" Target="../tags/tag320.xml"/><Relationship Id="rId11" Type="http://schemas.openxmlformats.org/officeDocument/2006/relationships/tags" Target="../tags/tag302.xml"/><Relationship Id="rId24" Type="http://schemas.openxmlformats.org/officeDocument/2006/relationships/tags" Target="../tags/tag315.xml"/><Relationship Id="rId32" Type="http://schemas.openxmlformats.org/officeDocument/2006/relationships/tags" Target="../tags/tag323.xml"/><Relationship Id="rId37" Type="http://schemas.openxmlformats.org/officeDocument/2006/relationships/tags" Target="../tags/tag328.xml"/><Relationship Id="rId40" Type="http://schemas.openxmlformats.org/officeDocument/2006/relationships/tags" Target="../tags/tag331.xml"/><Relationship Id="rId45" Type="http://schemas.openxmlformats.org/officeDocument/2006/relationships/tags" Target="../tags/tag336.xml"/><Relationship Id="rId53" Type="http://schemas.openxmlformats.org/officeDocument/2006/relationships/tags" Target="../tags/tag344.xml"/><Relationship Id="rId58" Type="http://schemas.openxmlformats.org/officeDocument/2006/relationships/tags" Target="../tags/tag349.xml"/><Relationship Id="rId5" Type="http://schemas.openxmlformats.org/officeDocument/2006/relationships/tags" Target="../tags/tag296.xml"/><Relationship Id="rId61" Type="http://schemas.openxmlformats.org/officeDocument/2006/relationships/image" Target="../media/image35.png"/><Relationship Id="rId19" Type="http://schemas.openxmlformats.org/officeDocument/2006/relationships/tags" Target="../tags/tag310.xml"/><Relationship Id="rId14" Type="http://schemas.openxmlformats.org/officeDocument/2006/relationships/tags" Target="../tags/tag305.xml"/><Relationship Id="rId22" Type="http://schemas.openxmlformats.org/officeDocument/2006/relationships/tags" Target="../tags/tag313.xml"/><Relationship Id="rId27" Type="http://schemas.openxmlformats.org/officeDocument/2006/relationships/tags" Target="../tags/tag318.xml"/><Relationship Id="rId30" Type="http://schemas.openxmlformats.org/officeDocument/2006/relationships/tags" Target="../tags/tag321.xml"/><Relationship Id="rId35" Type="http://schemas.openxmlformats.org/officeDocument/2006/relationships/tags" Target="../tags/tag326.xml"/><Relationship Id="rId43" Type="http://schemas.openxmlformats.org/officeDocument/2006/relationships/tags" Target="../tags/tag334.xml"/><Relationship Id="rId48" Type="http://schemas.openxmlformats.org/officeDocument/2006/relationships/tags" Target="../tags/tag339.xml"/><Relationship Id="rId56" Type="http://schemas.openxmlformats.org/officeDocument/2006/relationships/tags" Target="../tags/tag347.xml"/><Relationship Id="rId8" Type="http://schemas.openxmlformats.org/officeDocument/2006/relationships/tags" Target="../tags/tag299.xml"/><Relationship Id="rId51" Type="http://schemas.openxmlformats.org/officeDocument/2006/relationships/tags" Target="../tags/tag342.xml"/><Relationship Id="rId3" Type="http://schemas.openxmlformats.org/officeDocument/2006/relationships/tags" Target="../tags/tag294.xml"/><Relationship Id="rId12" Type="http://schemas.openxmlformats.org/officeDocument/2006/relationships/tags" Target="../tags/tag303.xml"/><Relationship Id="rId17" Type="http://schemas.openxmlformats.org/officeDocument/2006/relationships/tags" Target="../tags/tag308.xml"/><Relationship Id="rId25" Type="http://schemas.openxmlformats.org/officeDocument/2006/relationships/tags" Target="../tags/tag316.xml"/><Relationship Id="rId33" Type="http://schemas.openxmlformats.org/officeDocument/2006/relationships/tags" Target="../tags/tag324.xml"/><Relationship Id="rId38" Type="http://schemas.openxmlformats.org/officeDocument/2006/relationships/tags" Target="../tags/tag329.xml"/><Relationship Id="rId46" Type="http://schemas.openxmlformats.org/officeDocument/2006/relationships/tags" Target="../tags/tag337.xml"/><Relationship Id="rId59" Type="http://schemas.openxmlformats.org/officeDocument/2006/relationships/tags" Target="../tags/tag350.xml"/><Relationship Id="rId20" Type="http://schemas.openxmlformats.org/officeDocument/2006/relationships/tags" Target="../tags/tag311.xml"/><Relationship Id="rId41" Type="http://schemas.openxmlformats.org/officeDocument/2006/relationships/tags" Target="../tags/tag332.xml"/><Relationship Id="rId54" Type="http://schemas.openxmlformats.org/officeDocument/2006/relationships/tags" Target="../tags/tag345.xml"/><Relationship Id="rId62" Type="http://schemas.openxmlformats.org/officeDocument/2006/relationships/image" Target="../media/image32.png"/><Relationship Id="rId1" Type="http://schemas.openxmlformats.org/officeDocument/2006/relationships/tags" Target="../tags/tag292.xml"/><Relationship Id="rId6" Type="http://schemas.openxmlformats.org/officeDocument/2006/relationships/tags" Target="../tags/tag297.xml"/><Relationship Id="rId15" Type="http://schemas.openxmlformats.org/officeDocument/2006/relationships/tags" Target="../tags/tag306.xml"/><Relationship Id="rId23" Type="http://schemas.openxmlformats.org/officeDocument/2006/relationships/tags" Target="../tags/tag314.xml"/><Relationship Id="rId28" Type="http://schemas.openxmlformats.org/officeDocument/2006/relationships/tags" Target="../tags/tag319.xml"/><Relationship Id="rId36" Type="http://schemas.openxmlformats.org/officeDocument/2006/relationships/tags" Target="../tags/tag327.xml"/><Relationship Id="rId49" Type="http://schemas.openxmlformats.org/officeDocument/2006/relationships/tags" Target="../tags/tag340.xml"/><Relationship Id="rId57" Type="http://schemas.openxmlformats.org/officeDocument/2006/relationships/tags" Target="../tags/tag348.xml"/><Relationship Id="rId10" Type="http://schemas.openxmlformats.org/officeDocument/2006/relationships/tags" Target="../tags/tag301.xml"/><Relationship Id="rId31" Type="http://schemas.openxmlformats.org/officeDocument/2006/relationships/tags" Target="../tags/tag322.xml"/><Relationship Id="rId44" Type="http://schemas.openxmlformats.org/officeDocument/2006/relationships/tags" Target="../tags/tag335.xml"/><Relationship Id="rId52" Type="http://schemas.openxmlformats.org/officeDocument/2006/relationships/tags" Target="../tags/tag343.xml"/><Relationship Id="rId60" Type="http://schemas.openxmlformats.org/officeDocument/2006/relationships/slideLayout" Target="../slideLayouts/slideLayout30.xml"/><Relationship Id="rId4" Type="http://schemas.openxmlformats.org/officeDocument/2006/relationships/tags" Target="../tags/tag295.xml"/><Relationship Id="rId9" Type="http://schemas.openxmlformats.org/officeDocument/2006/relationships/tags" Target="../tags/tag30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3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1E614ADB-816F-D0B2-36B5-7FDBAB3DD757}"/>
              </a:ext>
            </a:extLst>
          </p:cNvPr>
          <p:cNvSpPr>
            <a:spLocks noGrp="1"/>
          </p:cNvSpPr>
          <p:nvPr>
            <p:ph type="subTitle" idx="14"/>
          </p:nvPr>
        </p:nvSpPr>
        <p:spPr bwMode="gray"/>
        <p:txBody>
          <a:bodyPr/>
          <a:lstStyle/>
          <a:p>
            <a:r>
              <a:rPr lang="en-US"/>
              <a:t>25-Apr-2024</a:t>
            </a:r>
          </a:p>
          <a:p>
            <a:r>
              <a:rPr lang="en-US"/>
              <a:t>40 min</a:t>
            </a:r>
            <a:endParaRPr lang="de-DE"/>
          </a:p>
        </p:txBody>
      </p:sp>
      <p:sp>
        <p:nvSpPr>
          <p:cNvPr id="10" name="Title 9">
            <a:extLst>
              <a:ext uri="{FF2B5EF4-FFF2-40B4-BE49-F238E27FC236}">
                <a16:creationId xmlns:a16="http://schemas.microsoft.com/office/drawing/2014/main" id="{6723DFFC-7A84-40F2-69DD-524819653FC2}"/>
              </a:ext>
            </a:extLst>
          </p:cNvPr>
          <p:cNvSpPr>
            <a:spLocks noGrp="1"/>
          </p:cNvSpPr>
          <p:nvPr>
            <p:ph type="title"/>
          </p:nvPr>
        </p:nvSpPr>
        <p:spPr bwMode="gray">
          <a:xfrm>
            <a:off x="479424" y="1412874"/>
            <a:ext cx="9578976" cy="1799861"/>
          </a:xfrm>
        </p:spPr>
        <p:txBody>
          <a:bodyPr/>
          <a:lstStyle/>
          <a:p>
            <a:r>
              <a:rPr kumimoji="0" lang="en-US" sz="3300" b="1" i="0" u="none" strike="noStrike" kern="1200" cap="none" spc="0" normalizeH="0" baseline="0" noProof="0">
                <a:ln>
                  <a:noFill/>
                </a:ln>
                <a:solidFill>
                  <a:srgbClr val="00E47C"/>
                </a:solidFill>
                <a:effectLst/>
                <a:uLnTx/>
                <a:uFillTx/>
                <a:latin typeface="BISansOptiCond"/>
                <a:ea typeface="+mj-ea"/>
                <a:cs typeface="+mj-cs"/>
              </a:rPr>
              <a:t>Portfolio Executive Committee (PEC) Review Meeting</a:t>
            </a:r>
            <a:br>
              <a:rPr kumimoji="0" lang="en-US" sz="3300" b="1" i="0" u="none" strike="noStrike" kern="1200" cap="none" spc="0" normalizeH="0" baseline="0" noProof="0">
                <a:ln>
                  <a:noFill/>
                </a:ln>
                <a:solidFill>
                  <a:srgbClr val="00E47C"/>
                </a:solidFill>
                <a:effectLst/>
                <a:uLnTx/>
                <a:uFillTx/>
                <a:latin typeface="BISansOptiCond"/>
                <a:ea typeface="+mj-ea"/>
                <a:cs typeface="+mj-cs"/>
              </a:rPr>
            </a:br>
            <a:r>
              <a:rPr kumimoji="0" lang="en-US" sz="3300" b="1" i="0" u="none" strike="noStrike" kern="1200" cap="none" spc="0" normalizeH="0" baseline="0" noProof="0">
                <a:ln>
                  <a:noFill/>
                </a:ln>
                <a:solidFill>
                  <a:srgbClr val="00E47C"/>
                </a:solidFill>
                <a:effectLst/>
                <a:uLnTx/>
                <a:uFillTx/>
                <a:latin typeface="BISansOptiCond"/>
                <a:ea typeface="+mj-ea"/>
                <a:cs typeface="+mj-cs"/>
              </a:rPr>
              <a:t>Portfolio Overview Update, TA CRM </a:t>
            </a:r>
            <a:endParaRPr lang="de-DE"/>
          </a:p>
        </p:txBody>
      </p:sp>
    </p:spTree>
    <p:extLst>
      <p:ext uri="{BB962C8B-B14F-4D97-AF65-F5344CB8AC3E}">
        <p14:creationId xmlns:p14="http://schemas.microsoft.com/office/powerpoint/2010/main" val="1429912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6EDECE-3080-1D2A-DAC5-A50B07FA93EC}"/>
              </a:ext>
            </a:extLst>
          </p:cNvPr>
          <p:cNvSpPr>
            <a:spLocks noGrp="1"/>
          </p:cNvSpPr>
          <p:nvPr>
            <p:ph type="title"/>
          </p:nvPr>
        </p:nvSpPr>
        <p:spPr/>
        <p:txBody>
          <a:bodyPr/>
          <a:lstStyle/>
          <a:p>
            <a:r>
              <a:rPr lang="en-US" altLang="zh-CN"/>
              <a:t>Agenda</a:t>
            </a:r>
            <a:endParaRPr lang="zh-CN" altLang="en-US"/>
          </a:p>
        </p:txBody>
      </p:sp>
      <p:sp>
        <p:nvSpPr>
          <p:cNvPr id="4" name="页脚占位符 3">
            <a:extLst>
              <a:ext uri="{FF2B5EF4-FFF2-40B4-BE49-F238E27FC236}">
                <a16:creationId xmlns:a16="http://schemas.microsoft.com/office/drawing/2014/main" id="{C01A406A-3BC6-A449-3A72-2A4A930D8D67}"/>
              </a:ext>
            </a:extLst>
          </p:cNvPr>
          <p:cNvSpPr>
            <a:spLocks noGrp="1"/>
          </p:cNvSpPr>
          <p:nvPr>
            <p:ph type="ftr" sz="quarter" idx="16"/>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603C24DF-7DAC-2E7A-105E-D8975E5DDF28}"/>
              </a:ext>
            </a:extLst>
          </p:cNvPr>
          <p:cNvSpPr>
            <a:spLocks noGrp="1"/>
          </p:cNvSpPr>
          <p:nvPr>
            <p:ph type="sldNum" sz="quarter" idx="17"/>
          </p:nvPr>
        </p:nvSpPr>
        <p:spPr/>
        <p:txBody>
          <a:bodyPr/>
          <a:lstStyle/>
          <a:p>
            <a:fld id="{8FF9B0DE-3FEB-4AA0-B465-B80EF7C1333D}" type="slidenum">
              <a:rPr lang="en-US" smtClean="0"/>
              <a:pPr/>
              <a:t>2</a:t>
            </a:fld>
            <a:endParaRPr lang="en-US"/>
          </a:p>
        </p:txBody>
      </p:sp>
      <p:graphicFrame>
        <p:nvGraphicFramePr>
          <p:cNvPr id="6" name="表格 6">
            <a:extLst>
              <a:ext uri="{FF2B5EF4-FFF2-40B4-BE49-F238E27FC236}">
                <a16:creationId xmlns:a16="http://schemas.microsoft.com/office/drawing/2014/main" id="{1BEDC4F8-0BB0-E4D4-CF78-5689041F13D7}"/>
              </a:ext>
            </a:extLst>
          </p:cNvPr>
          <p:cNvGraphicFramePr>
            <a:graphicFrameLocks noGrp="1"/>
          </p:cNvGraphicFramePr>
          <p:nvPr>
            <p:extLst>
              <p:ext uri="{D42A27DB-BD31-4B8C-83A1-F6EECF244321}">
                <p14:modId xmlns:p14="http://schemas.microsoft.com/office/powerpoint/2010/main" val="1169473886"/>
              </p:ext>
            </p:extLst>
          </p:nvPr>
        </p:nvGraphicFramePr>
        <p:xfrm>
          <a:off x="1413690" y="1897183"/>
          <a:ext cx="9210276" cy="1854200"/>
        </p:xfrm>
        <a:graphic>
          <a:graphicData uri="http://schemas.openxmlformats.org/drawingml/2006/table">
            <a:tbl>
              <a:tblPr firstRow="1" bandRow="1">
                <a:tableStyleId>{9D7B26C5-4107-4FEC-AEDC-1716B250A1EF}</a:tableStyleId>
              </a:tblPr>
              <a:tblGrid>
                <a:gridCol w="4482013">
                  <a:extLst>
                    <a:ext uri="{9D8B030D-6E8A-4147-A177-3AD203B41FA5}">
                      <a16:colId xmlns:a16="http://schemas.microsoft.com/office/drawing/2014/main" val="96769872"/>
                    </a:ext>
                  </a:extLst>
                </a:gridCol>
                <a:gridCol w="1454331">
                  <a:extLst>
                    <a:ext uri="{9D8B030D-6E8A-4147-A177-3AD203B41FA5}">
                      <a16:colId xmlns:a16="http://schemas.microsoft.com/office/drawing/2014/main" val="932028950"/>
                    </a:ext>
                  </a:extLst>
                </a:gridCol>
                <a:gridCol w="1176425">
                  <a:extLst>
                    <a:ext uri="{9D8B030D-6E8A-4147-A177-3AD203B41FA5}">
                      <a16:colId xmlns:a16="http://schemas.microsoft.com/office/drawing/2014/main" val="2968475207"/>
                    </a:ext>
                  </a:extLst>
                </a:gridCol>
                <a:gridCol w="2097507">
                  <a:extLst>
                    <a:ext uri="{9D8B030D-6E8A-4147-A177-3AD203B41FA5}">
                      <a16:colId xmlns:a16="http://schemas.microsoft.com/office/drawing/2014/main" val="4080991046"/>
                    </a:ext>
                  </a:extLst>
                </a:gridCol>
              </a:tblGrid>
              <a:tr h="370840">
                <a:tc>
                  <a:txBody>
                    <a:bodyPr/>
                    <a:lstStyle/>
                    <a:p>
                      <a:r>
                        <a:rPr lang="en-US" altLang="zh-CN" sz="1400">
                          <a:latin typeface="+mn-lt"/>
                        </a:rPr>
                        <a:t>Topic </a:t>
                      </a:r>
                      <a:endParaRPr lang="zh-CN" altLang="en-US" sz="1400">
                        <a:latin typeface="+mn-lt"/>
                      </a:endParaRPr>
                    </a:p>
                  </a:txBody>
                  <a:tcPr/>
                </a:tc>
                <a:tc>
                  <a:txBody>
                    <a:bodyPr/>
                    <a:lstStyle/>
                    <a:p>
                      <a:r>
                        <a:rPr lang="en-US" altLang="zh-CN" sz="1400">
                          <a:latin typeface="+mn-lt"/>
                        </a:rPr>
                        <a:t>Presenter </a:t>
                      </a:r>
                      <a:endParaRPr lang="zh-CN" altLang="en-US" sz="1400">
                        <a:latin typeface="+mn-lt"/>
                      </a:endParaRPr>
                    </a:p>
                  </a:txBody>
                  <a:tcPr/>
                </a:tc>
                <a:tc>
                  <a:txBody>
                    <a:bodyPr/>
                    <a:lstStyle/>
                    <a:p>
                      <a:r>
                        <a:rPr lang="en-US" altLang="zh-CN" sz="1400">
                          <a:latin typeface="+mn-lt"/>
                        </a:rPr>
                        <a:t>Duration </a:t>
                      </a:r>
                      <a:endParaRPr lang="zh-CN" altLang="en-US" sz="1400">
                        <a:latin typeface="+mn-lt"/>
                      </a:endParaRPr>
                    </a:p>
                  </a:txBody>
                  <a:tcPr/>
                </a:tc>
                <a:tc>
                  <a:txBody>
                    <a:bodyPr/>
                    <a:lstStyle/>
                    <a:p>
                      <a:r>
                        <a:rPr lang="en-US" altLang="zh-CN" sz="1400">
                          <a:latin typeface="+mn-lt"/>
                        </a:rPr>
                        <a:t>Key</a:t>
                      </a:r>
                      <a:r>
                        <a:rPr lang="zh-CN" altLang="en-US" sz="1400">
                          <a:latin typeface="+mn-lt"/>
                        </a:rPr>
                        <a:t> </a:t>
                      </a:r>
                      <a:r>
                        <a:rPr lang="en-US" altLang="zh-CN" sz="1400">
                          <a:latin typeface="+mn-lt"/>
                        </a:rPr>
                        <a:t>discussion</a:t>
                      </a:r>
                      <a:r>
                        <a:rPr lang="zh-CN" altLang="en-US" sz="1400">
                          <a:latin typeface="+mn-lt"/>
                        </a:rPr>
                        <a:t> </a:t>
                      </a:r>
                      <a:r>
                        <a:rPr lang="en-US" altLang="zh-CN" sz="1400">
                          <a:latin typeface="+mn-lt"/>
                        </a:rPr>
                        <a:t>point</a:t>
                      </a:r>
                      <a:endParaRPr lang="zh-CN" altLang="en-US" sz="1400">
                        <a:latin typeface="+mn-lt"/>
                      </a:endParaRPr>
                    </a:p>
                  </a:txBody>
                  <a:tcPr/>
                </a:tc>
                <a:extLst>
                  <a:ext uri="{0D108BD9-81ED-4DB2-BD59-A6C34878D82A}">
                    <a16:rowId xmlns:a16="http://schemas.microsoft.com/office/drawing/2014/main" val="2558489059"/>
                  </a:ext>
                </a:extLst>
              </a:tr>
              <a:tr h="370840">
                <a:tc>
                  <a:txBody>
                    <a:bodyPr/>
                    <a:lstStyle/>
                    <a:p>
                      <a:r>
                        <a:rPr lang="en-US" altLang="zh-CN" sz="1400">
                          <a:latin typeface="+mn-lt"/>
                        </a:rPr>
                        <a:t>(I) </a:t>
                      </a:r>
                      <a:r>
                        <a:rPr lang="en-US" altLang="zh-CN" sz="1400" err="1">
                          <a:latin typeface="+mn-lt"/>
                        </a:rPr>
                        <a:t>Survodutide</a:t>
                      </a:r>
                      <a:r>
                        <a:rPr lang="en-US" altLang="zh-CN" sz="1400">
                          <a:latin typeface="+mn-lt"/>
                        </a:rPr>
                        <a:t> asset update</a:t>
                      </a:r>
                      <a:endParaRPr lang="zh-CN" altLang="en-US" sz="1400">
                        <a:latin typeface="+mn-lt"/>
                      </a:endParaRPr>
                    </a:p>
                  </a:txBody>
                  <a:tcPr/>
                </a:tc>
                <a:tc>
                  <a:txBody>
                    <a:bodyPr/>
                    <a:lstStyle/>
                    <a:p>
                      <a:r>
                        <a:rPr lang="en-US" altLang="zh-CN" sz="1400">
                          <a:latin typeface="+mn-lt"/>
                        </a:rPr>
                        <a:t>Yinan Zhu</a:t>
                      </a:r>
                      <a:endParaRPr lang="zh-CN" altLang="en-US" sz="1400">
                        <a:latin typeface="+mn-lt"/>
                      </a:endParaRPr>
                    </a:p>
                  </a:txBody>
                  <a:tcPr/>
                </a:tc>
                <a:tc>
                  <a:txBody>
                    <a:bodyPr/>
                    <a:lstStyle/>
                    <a:p>
                      <a:r>
                        <a:rPr lang="en-US" altLang="zh-CN" sz="1400">
                          <a:latin typeface="+mn-lt"/>
                        </a:rPr>
                        <a:t>15 min</a:t>
                      </a:r>
                      <a:endParaRPr lang="zh-CN" altLang="en-US" sz="1400">
                        <a:latin typeface="+mn-lt"/>
                      </a:endParaRPr>
                    </a:p>
                  </a:txBody>
                  <a:tcPr/>
                </a:tc>
                <a:tc>
                  <a:txBody>
                    <a:bodyPr/>
                    <a:lstStyle/>
                    <a:p>
                      <a:endParaRPr lang="zh-CN" altLang="en-US" sz="1400">
                        <a:latin typeface="+mn-lt"/>
                      </a:endParaRPr>
                    </a:p>
                  </a:txBody>
                  <a:tcPr/>
                </a:tc>
                <a:extLst>
                  <a:ext uri="{0D108BD9-81ED-4DB2-BD59-A6C34878D82A}">
                    <a16:rowId xmlns:a16="http://schemas.microsoft.com/office/drawing/2014/main" val="785633890"/>
                  </a:ext>
                </a:extLst>
              </a:tr>
              <a:tr h="370840">
                <a:tc>
                  <a:txBody>
                    <a:bodyPr/>
                    <a:lstStyle/>
                    <a:p>
                      <a:r>
                        <a:rPr lang="en-US" altLang="zh-CN" sz="1400">
                          <a:latin typeface="+mn-lt"/>
                        </a:rPr>
                        <a:t>(I) EMPA +</a:t>
                      </a:r>
                      <a:r>
                        <a:rPr lang="en-US" altLang="zh-CN" sz="1400" err="1">
                          <a:latin typeface="+mn-lt"/>
                        </a:rPr>
                        <a:t>ASi</a:t>
                      </a:r>
                      <a:r>
                        <a:rPr lang="en-US" altLang="zh-CN" sz="1400">
                          <a:latin typeface="+mn-lt"/>
                        </a:rPr>
                        <a:t> asset update</a:t>
                      </a:r>
                      <a:endParaRPr lang="zh-CN" altLang="en-US" sz="1400">
                        <a:latin typeface="+mn-lt"/>
                      </a:endParaRPr>
                    </a:p>
                  </a:txBody>
                  <a:tcPr/>
                </a:tc>
                <a:tc>
                  <a:txBody>
                    <a:bodyPr/>
                    <a:lstStyle/>
                    <a:p>
                      <a:r>
                        <a:rPr lang="en-US" altLang="zh-CN" sz="1400">
                          <a:latin typeface="+mn-lt"/>
                        </a:rPr>
                        <a:t>Lian Zheng</a:t>
                      </a:r>
                      <a:endParaRPr lang="zh-CN" altLang="en-US" sz="1400">
                        <a:latin typeface="+mn-lt"/>
                      </a:endParaRPr>
                    </a:p>
                  </a:txBody>
                  <a:tcPr/>
                </a:tc>
                <a:tc>
                  <a:txBody>
                    <a:bodyPr/>
                    <a:lstStyle/>
                    <a:p>
                      <a:r>
                        <a:rPr lang="en-US" altLang="zh-CN" sz="1400">
                          <a:latin typeface="+mn-lt"/>
                        </a:rPr>
                        <a:t>5 min</a:t>
                      </a:r>
                      <a:endParaRPr lang="zh-CN" altLang="en-US" sz="1400">
                        <a:latin typeface="+mn-lt"/>
                      </a:endParaRPr>
                    </a:p>
                  </a:txBody>
                  <a:tcPr/>
                </a:tc>
                <a:tc>
                  <a:txBody>
                    <a:bodyPr/>
                    <a:lstStyle/>
                    <a:p>
                      <a:endParaRPr lang="zh-CN" altLang="en-US" sz="1400">
                        <a:latin typeface="+mn-lt"/>
                      </a:endParaRPr>
                    </a:p>
                  </a:txBody>
                  <a:tcPr/>
                </a:tc>
                <a:extLst>
                  <a:ext uri="{0D108BD9-81ED-4DB2-BD59-A6C34878D82A}">
                    <a16:rowId xmlns:a16="http://schemas.microsoft.com/office/drawing/2014/main" val="41282065"/>
                  </a:ext>
                </a:extLst>
              </a:tr>
              <a:tr h="370840">
                <a:tc>
                  <a:txBody>
                    <a:bodyPr/>
                    <a:lstStyle/>
                    <a:p>
                      <a:r>
                        <a:rPr lang="en-US" altLang="zh-CN" sz="1400"/>
                        <a:t>(I) Decision on EMPA-MI HA interaction</a:t>
                      </a:r>
                      <a:endParaRPr lang="zh-CN" altLang="en-US" sz="1400">
                        <a:latin typeface="+mn-lt"/>
                      </a:endParaRPr>
                    </a:p>
                  </a:txBody>
                  <a:tcPr/>
                </a:tc>
                <a:tc>
                  <a:txBody>
                    <a:bodyPr/>
                    <a:lstStyle/>
                    <a:p>
                      <a:r>
                        <a:rPr lang="en-US" altLang="zh-CN" sz="1400">
                          <a:latin typeface="+mn-lt"/>
                        </a:rPr>
                        <a:t>Yu Zhou</a:t>
                      </a:r>
                      <a:endParaRPr lang="zh-CN" altLang="en-US" sz="1400">
                        <a:latin typeface="+mn-lt"/>
                      </a:endParaRPr>
                    </a:p>
                  </a:txBody>
                  <a:tcPr/>
                </a:tc>
                <a:tc>
                  <a:txBody>
                    <a:bodyPr/>
                    <a:lstStyle/>
                    <a:p>
                      <a:r>
                        <a:rPr lang="en-US" altLang="zh-CN" sz="1400">
                          <a:latin typeface="+mn-lt"/>
                        </a:rPr>
                        <a:t>10 min</a:t>
                      </a:r>
                      <a:endParaRPr lang="zh-CN" altLang="en-US" sz="1400">
                        <a:latin typeface="+mn-lt"/>
                      </a:endParaRPr>
                    </a:p>
                  </a:txBody>
                  <a:tcPr/>
                </a:tc>
                <a:tc>
                  <a:txBody>
                    <a:bodyPr/>
                    <a:lstStyle/>
                    <a:p>
                      <a:endParaRPr lang="zh-CN" altLang="en-US" sz="1400">
                        <a:latin typeface="+mn-lt"/>
                      </a:endParaRPr>
                    </a:p>
                  </a:txBody>
                  <a:tcPr/>
                </a:tc>
                <a:extLst>
                  <a:ext uri="{0D108BD9-81ED-4DB2-BD59-A6C34878D82A}">
                    <a16:rowId xmlns:a16="http://schemas.microsoft.com/office/drawing/2014/main" val="2312735602"/>
                  </a:ext>
                </a:extLst>
              </a:tr>
              <a:tr h="370840">
                <a:tc>
                  <a:txBody>
                    <a:bodyPr/>
                    <a:lstStyle/>
                    <a:p>
                      <a:r>
                        <a:rPr lang="en-US" altLang="zh-CN" sz="1400">
                          <a:latin typeface="+mn-lt"/>
                        </a:rPr>
                        <a:t>(I) Early asset update</a:t>
                      </a:r>
                      <a:endParaRPr lang="zh-CN" altLang="en-US" sz="1400">
                        <a:latin typeface="+mn-lt"/>
                      </a:endParaRPr>
                    </a:p>
                  </a:txBody>
                  <a:tcPr/>
                </a:tc>
                <a:tc>
                  <a:txBody>
                    <a:bodyPr/>
                    <a:lstStyle/>
                    <a:p>
                      <a:r>
                        <a:rPr lang="en-US" altLang="zh-CN" sz="1400">
                          <a:latin typeface="+mn-lt"/>
                        </a:rPr>
                        <a:t>Hongzi Liang</a:t>
                      </a:r>
                      <a:endParaRPr lang="zh-CN" altLang="en-US" sz="1400">
                        <a:latin typeface="+mn-lt"/>
                      </a:endParaRPr>
                    </a:p>
                  </a:txBody>
                  <a:tcPr/>
                </a:tc>
                <a:tc>
                  <a:txBody>
                    <a:bodyPr/>
                    <a:lstStyle/>
                    <a:p>
                      <a:r>
                        <a:rPr lang="en-US" altLang="zh-CN" sz="1400">
                          <a:latin typeface="+mn-lt"/>
                        </a:rPr>
                        <a:t>5 min</a:t>
                      </a:r>
                      <a:endParaRPr lang="zh-CN" altLang="en-US" sz="1400">
                        <a:latin typeface="+mn-lt"/>
                      </a:endParaRPr>
                    </a:p>
                  </a:txBody>
                  <a:tcPr/>
                </a:tc>
                <a:tc>
                  <a:txBody>
                    <a:bodyPr/>
                    <a:lstStyle/>
                    <a:p>
                      <a:endParaRPr lang="zh-CN" altLang="en-US" sz="1400">
                        <a:latin typeface="+mn-lt"/>
                      </a:endParaRPr>
                    </a:p>
                  </a:txBody>
                  <a:tcPr/>
                </a:tc>
                <a:extLst>
                  <a:ext uri="{0D108BD9-81ED-4DB2-BD59-A6C34878D82A}">
                    <a16:rowId xmlns:a16="http://schemas.microsoft.com/office/drawing/2014/main" val="2151453698"/>
                  </a:ext>
                </a:extLst>
              </a:tr>
            </a:tbl>
          </a:graphicData>
        </a:graphic>
      </p:graphicFrame>
      <p:sp>
        <p:nvSpPr>
          <p:cNvPr id="8" name="文本框 7">
            <a:extLst>
              <a:ext uri="{FF2B5EF4-FFF2-40B4-BE49-F238E27FC236}">
                <a16:creationId xmlns:a16="http://schemas.microsoft.com/office/drawing/2014/main" id="{B6A932E9-D1D6-3DC9-9DE9-DD5315386480}"/>
              </a:ext>
            </a:extLst>
          </p:cNvPr>
          <p:cNvSpPr txBox="1"/>
          <p:nvPr/>
        </p:nvSpPr>
        <p:spPr bwMode="gray">
          <a:xfrm>
            <a:off x="1413690" y="3782586"/>
            <a:ext cx="8109857" cy="276999"/>
          </a:xfrm>
          <a:prstGeom prst="rect">
            <a:avLst/>
          </a:prstGeom>
          <a:noFill/>
        </p:spPr>
        <p:txBody>
          <a:bodyPr wrap="square">
            <a:spAutoFit/>
          </a:bodyPr>
          <a:lstStyle/>
          <a:p>
            <a:r>
              <a:rPr lang="en-US" altLang="zh-CN" sz="1200">
                <a:effectLst/>
                <a:ea typeface="SimSun" panose="02010600030101010101" pitchFamily="2" charset="-122"/>
              </a:rPr>
              <a:t>Purpose of the presentation: Information sharing </a:t>
            </a:r>
            <a:r>
              <a:rPr lang="en-US" altLang="zh-CN" sz="1200" b="1">
                <a:effectLst/>
                <a:ea typeface="SimSun" panose="02010600030101010101" pitchFamily="2" charset="-122"/>
              </a:rPr>
              <a:t>(I)</a:t>
            </a:r>
            <a:r>
              <a:rPr lang="en-US" altLang="zh-CN" sz="1200">
                <a:effectLst/>
                <a:ea typeface="SimSun" panose="02010600030101010101" pitchFamily="2" charset="-122"/>
              </a:rPr>
              <a:t>, Advice collection </a:t>
            </a:r>
            <a:r>
              <a:rPr lang="en-US" altLang="zh-CN" sz="1200" b="1">
                <a:effectLst/>
                <a:ea typeface="SimSun" panose="02010600030101010101" pitchFamily="2" charset="-122"/>
              </a:rPr>
              <a:t>(A)</a:t>
            </a:r>
            <a:r>
              <a:rPr lang="en-US" altLang="zh-CN" sz="1200">
                <a:effectLst/>
                <a:ea typeface="SimSun" panose="02010600030101010101" pitchFamily="2" charset="-122"/>
              </a:rPr>
              <a:t>, and Content Endorsement </a:t>
            </a:r>
            <a:r>
              <a:rPr lang="en-US" altLang="zh-CN" sz="1200" b="1">
                <a:effectLst/>
                <a:ea typeface="SimSun" panose="02010600030101010101" pitchFamily="2" charset="-122"/>
              </a:rPr>
              <a:t>(E)</a:t>
            </a:r>
            <a:endParaRPr lang="zh-CN" altLang="en-US" sz="1200"/>
          </a:p>
        </p:txBody>
      </p:sp>
    </p:spTree>
    <p:extLst>
      <p:ext uri="{BB962C8B-B14F-4D97-AF65-F5344CB8AC3E}">
        <p14:creationId xmlns:p14="http://schemas.microsoft.com/office/powerpoint/2010/main" val="163936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AAF0-0F48-7D42-326C-1373B935D58F}"/>
              </a:ext>
            </a:extLst>
          </p:cNvPr>
          <p:cNvSpPr>
            <a:spLocks noGrp="1"/>
          </p:cNvSpPr>
          <p:nvPr>
            <p:ph type="title"/>
          </p:nvPr>
        </p:nvSpPr>
        <p:spPr>
          <a:xfrm>
            <a:off x="269250" y="228600"/>
            <a:ext cx="11233151" cy="720000"/>
          </a:xfrm>
        </p:spPr>
        <p:txBody>
          <a:bodyPr/>
          <a:lstStyle/>
          <a:p>
            <a:r>
              <a:rPr lang="en-US" sz="2000">
                <a:solidFill>
                  <a:schemeClr val="accent1">
                    <a:lumMod val="90000"/>
                    <a:lumOff val="10000"/>
                  </a:schemeClr>
                </a:solidFill>
                <a:cs typeface="Calibri" panose="020F0502020204030204" pitchFamily="34" charset="0"/>
              </a:rPr>
              <a:t>CRM Summary</a:t>
            </a:r>
          </a:p>
        </p:txBody>
      </p:sp>
      <p:sp>
        <p:nvSpPr>
          <p:cNvPr id="4" name="Footer Placeholder 3">
            <a:extLst>
              <a:ext uri="{FF2B5EF4-FFF2-40B4-BE49-F238E27FC236}">
                <a16:creationId xmlns:a16="http://schemas.microsoft.com/office/drawing/2014/main" id="{21FB4303-5F6A-4CE1-0E93-773AFE2E75C8}"/>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5826B597-57EB-BB61-7F20-76C36ED96F53}"/>
              </a:ext>
            </a:extLst>
          </p:cNvPr>
          <p:cNvSpPr>
            <a:spLocks noGrp="1"/>
          </p:cNvSpPr>
          <p:nvPr>
            <p:ph type="sldNum" sz="quarter" idx="11"/>
          </p:nvPr>
        </p:nvSpPr>
        <p:spPr/>
        <p:txBody>
          <a:bodyPr/>
          <a:lstStyle/>
          <a:p>
            <a:fld id="{8FF9B0DE-3FEB-4AA0-B465-B80EF7C1333D}" type="slidenum">
              <a:rPr lang="en-US" smtClean="0"/>
              <a:pPr/>
              <a:t>3</a:t>
            </a:fld>
            <a:endParaRPr lang="en-US"/>
          </a:p>
        </p:txBody>
      </p:sp>
      <p:graphicFrame>
        <p:nvGraphicFramePr>
          <p:cNvPr id="6" name="Table 5">
            <a:extLst>
              <a:ext uri="{FF2B5EF4-FFF2-40B4-BE49-F238E27FC236}">
                <a16:creationId xmlns:a16="http://schemas.microsoft.com/office/drawing/2014/main" id="{792B0506-9A30-E90C-A188-E57BD9E4AC56}"/>
              </a:ext>
            </a:extLst>
          </p:cNvPr>
          <p:cNvGraphicFramePr>
            <a:graphicFrameLocks noGrp="1"/>
          </p:cNvGraphicFramePr>
          <p:nvPr>
            <p:extLst>
              <p:ext uri="{D42A27DB-BD31-4B8C-83A1-F6EECF244321}">
                <p14:modId xmlns:p14="http://schemas.microsoft.com/office/powerpoint/2010/main" val="3748932732"/>
              </p:ext>
            </p:extLst>
          </p:nvPr>
        </p:nvGraphicFramePr>
        <p:xfrm>
          <a:off x="243485" y="639291"/>
          <a:ext cx="11679265" cy="6881800"/>
        </p:xfrm>
        <a:graphic>
          <a:graphicData uri="http://schemas.openxmlformats.org/drawingml/2006/table">
            <a:tbl>
              <a:tblPr firstRow="1" bandRow="1">
                <a:tableStyleId>{5C22544A-7EE6-4342-B048-85BDC9FD1C3A}</a:tableStyleId>
              </a:tblPr>
              <a:tblGrid>
                <a:gridCol w="4345440">
                  <a:extLst>
                    <a:ext uri="{9D8B030D-6E8A-4147-A177-3AD203B41FA5}">
                      <a16:colId xmlns:a16="http://schemas.microsoft.com/office/drawing/2014/main" val="3396209198"/>
                    </a:ext>
                  </a:extLst>
                </a:gridCol>
                <a:gridCol w="668422">
                  <a:extLst>
                    <a:ext uri="{9D8B030D-6E8A-4147-A177-3AD203B41FA5}">
                      <a16:colId xmlns:a16="http://schemas.microsoft.com/office/drawing/2014/main" val="4246012505"/>
                    </a:ext>
                  </a:extLst>
                </a:gridCol>
                <a:gridCol w="850490">
                  <a:extLst>
                    <a:ext uri="{9D8B030D-6E8A-4147-A177-3AD203B41FA5}">
                      <a16:colId xmlns:a16="http://schemas.microsoft.com/office/drawing/2014/main" val="4055819752"/>
                    </a:ext>
                  </a:extLst>
                </a:gridCol>
                <a:gridCol w="2902998">
                  <a:extLst>
                    <a:ext uri="{9D8B030D-6E8A-4147-A177-3AD203B41FA5}">
                      <a16:colId xmlns:a16="http://schemas.microsoft.com/office/drawing/2014/main" val="2089765037"/>
                    </a:ext>
                  </a:extLst>
                </a:gridCol>
                <a:gridCol w="2911915">
                  <a:extLst>
                    <a:ext uri="{9D8B030D-6E8A-4147-A177-3AD203B41FA5}">
                      <a16:colId xmlns:a16="http://schemas.microsoft.com/office/drawing/2014/main" val="449671523"/>
                    </a:ext>
                  </a:extLst>
                </a:gridCol>
              </a:tblGrid>
              <a:tr h="2105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aseline="0">
                          <a:latin typeface="+mn-lt"/>
                        </a:rPr>
                        <a:t>Ongoing</a:t>
                      </a:r>
                      <a:endParaRPr lang="en-US" sz="1050">
                        <a:latin typeface="+mn-lt"/>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aseline="0">
                          <a:latin typeface="+mn-lt"/>
                        </a:rPr>
                        <a:t>Endorsed</a:t>
                      </a:r>
                      <a:endParaRPr lang="en-US" sz="1050">
                        <a:latin typeface="+mn-lt"/>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mn-lt"/>
                        </a:rPr>
                        <a:t>Under Evaluation</a:t>
                      </a:r>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mn-lt"/>
                        </a:rPr>
                        <a:t>Next Wave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29187725"/>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err="1">
                          <a:solidFill>
                            <a:schemeClr val="tx1"/>
                          </a:solidFill>
                          <a:latin typeface="+mn-lt"/>
                          <a:ea typeface="+mn-ea"/>
                          <a:cs typeface="+mn-cs"/>
                        </a:rPr>
                        <a:t>Survodutide</a:t>
                      </a:r>
                      <a:r>
                        <a:rPr lang="en-US" sz="900" b="0" kern="1200">
                          <a:solidFill>
                            <a:schemeClr val="tx1"/>
                          </a:solidFill>
                          <a:latin typeface="+mn-lt"/>
                          <a:ea typeface="+mn-ea"/>
                          <a:cs typeface="+mn-cs"/>
                        </a:rPr>
                        <a:t> (GLP1/GCGR Agonist)/Obesity – Ph3 </a:t>
                      </a:r>
                      <a:endParaRPr lang="en-US" sz="900" b="0" kern="1200">
                        <a:solidFill>
                          <a:srgbClr val="0000FF"/>
                        </a:solidFill>
                        <a:latin typeface="+mn-lt"/>
                        <a:ea typeface="+mn-ea"/>
                        <a:cs typeface="+mn-cs"/>
                      </a:endParaRPr>
                    </a:p>
                  </a:txBody>
                  <a:tcPr anchor="ctr">
                    <a:solidFill>
                      <a:srgbClr val="E0E1F6"/>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zh-CN" sz="900" kern="1200">
                        <a:solidFill>
                          <a:schemeClr val="dk1"/>
                        </a:solidFill>
                        <a:latin typeface="+mn-lt"/>
                        <a:ea typeface="+mn-ea"/>
                        <a:cs typeface="+mn-cs"/>
                      </a:endParaRPr>
                    </a:p>
                  </a:txBody>
                  <a:tcPr anchor="ctr">
                    <a:solidFill>
                      <a:srgbClr val="CCCED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kern="1200">
                          <a:solidFill>
                            <a:schemeClr val="tx1"/>
                          </a:solidFill>
                          <a:latin typeface="+mn-lt"/>
                          <a:ea typeface="+mn-ea"/>
                          <a:cs typeface="+mn-cs"/>
                        </a:rPr>
                        <a:t>Survodutide (GLP1/GCGR Agonist) /MASH Ph3, CKD Ph3, HFpEF Ph3</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kern="1200">
                          <a:solidFill>
                            <a:schemeClr val="tx1"/>
                          </a:solidFill>
                          <a:latin typeface="+mn-lt"/>
                          <a:ea typeface="+mn-ea"/>
                          <a:cs typeface="+mn-cs"/>
                        </a:rPr>
                        <a:t>BI 770371 (SIRP-alpha next gen.)/MASH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a:solidFill>
                            <a:schemeClr val="tx1"/>
                          </a:solidFill>
                          <a:latin typeface="+mn-lt"/>
                          <a:ea typeface="+mn-ea"/>
                          <a:cs typeface="+mn-cs"/>
                        </a:rPr>
                        <a:t>gPh I ongoing in Onco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a:solidFill>
                            <a:schemeClr val="tx1"/>
                          </a:solidFill>
                          <a:latin typeface="+mn-lt"/>
                          <a:ea typeface="+mn-ea"/>
                          <a:cs typeface="+mn-cs"/>
                        </a:rPr>
                        <a:t>China strategy TBD</a:t>
                      </a:r>
                    </a:p>
                  </a:txBody>
                  <a:tcPr anchor="ctr">
                    <a:solidFill>
                      <a:schemeClr val="bg1">
                        <a:lumMod val="85000"/>
                      </a:schemeClr>
                    </a:solidFill>
                  </a:tcPr>
                </a:tc>
                <a:extLst>
                  <a:ext uri="{0D108BD9-81ED-4DB2-BD59-A6C34878D82A}">
                    <a16:rowId xmlns:a16="http://schemas.microsoft.com/office/drawing/2014/main" val="761211330"/>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err="1">
                          <a:solidFill>
                            <a:schemeClr val="tx1"/>
                          </a:solidFill>
                          <a:latin typeface="+mn-lt"/>
                          <a:ea typeface="+mn-ea"/>
                          <a:cs typeface="+mn-cs"/>
                        </a:rPr>
                        <a:t>Survodutide</a:t>
                      </a:r>
                      <a:r>
                        <a:rPr lang="en-US" sz="900" b="0" kern="1200">
                          <a:solidFill>
                            <a:schemeClr val="tx1"/>
                          </a:solidFill>
                          <a:latin typeface="+mn-lt"/>
                          <a:ea typeface="+mn-ea"/>
                          <a:cs typeface="+mn-cs"/>
                        </a:rPr>
                        <a:t> (GLP1/GCGR Agonist) – CN PK Ph1</a:t>
                      </a:r>
                    </a:p>
                  </a:txBody>
                  <a:tcPr>
                    <a:solidFill>
                      <a:srgbClr val="E0E1F6"/>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kern="1200">
                          <a:solidFill>
                            <a:schemeClr val="tx1"/>
                          </a:solidFill>
                          <a:latin typeface="+mn-lt"/>
                          <a:ea typeface="+mn-ea"/>
                          <a:cs typeface="+mn-cs"/>
                        </a:rPr>
                        <a:t>BI 3006337 (GLP-1/FGF21 ago.)/MASH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err="1">
                          <a:solidFill>
                            <a:schemeClr val="tx1"/>
                          </a:solidFill>
                          <a:latin typeface="+mn-lt"/>
                          <a:ea typeface="+mn-ea"/>
                          <a:cs typeface="+mn-cs"/>
                        </a:rPr>
                        <a:t>gPh</a:t>
                      </a:r>
                      <a:r>
                        <a:rPr lang="en-US" altLang="zh-CN" sz="900" b="0" kern="1200">
                          <a:solidFill>
                            <a:schemeClr val="tx1"/>
                          </a:solidFill>
                          <a:latin typeface="+mn-lt"/>
                          <a:ea typeface="+mn-ea"/>
                          <a:cs typeface="+mn-cs"/>
                        </a:rPr>
                        <a:t> </a:t>
                      </a:r>
                      <a:r>
                        <a:rPr lang="en-US" altLang="zh-CN" sz="900" b="0" kern="1200" err="1">
                          <a:solidFill>
                            <a:schemeClr val="tx1"/>
                          </a:solidFill>
                          <a:latin typeface="+mn-lt"/>
                          <a:ea typeface="+mn-ea"/>
                          <a:cs typeface="+mn-cs"/>
                        </a:rPr>
                        <a:t>Ib</a:t>
                      </a:r>
                      <a:r>
                        <a:rPr lang="en-US" altLang="zh-CN" sz="900" b="0" kern="1200">
                          <a:solidFill>
                            <a:schemeClr val="tx1"/>
                          </a:solidFill>
                          <a:latin typeface="+mn-lt"/>
                          <a:ea typeface="+mn-ea"/>
                          <a:cs typeface="+mn-cs"/>
                        </a:rPr>
                        <a:t> MRD ongoing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a:solidFill>
                            <a:schemeClr val="tx1"/>
                          </a:solidFill>
                          <a:latin typeface="+mn-lt"/>
                          <a:ea typeface="+mn-ea"/>
                          <a:cs typeface="+mn-cs"/>
                        </a:rPr>
                        <a:t>Target to join </a:t>
                      </a:r>
                      <a:r>
                        <a:rPr lang="en-US" altLang="zh-CN" sz="900" b="0" kern="1200" err="1">
                          <a:solidFill>
                            <a:schemeClr val="tx1"/>
                          </a:solidFill>
                          <a:latin typeface="+mn-lt"/>
                          <a:ea typeface="+mn-ea"/>
                          <a:cs typeface="+mn-cs"/>
                        </a:rPr>
                        <a:t>gPh</a:t>
                      </a:r>
                      <a:r>
                        <a:rPr lang="en-US" altLang="zh-CN" sz="900" b="0" kern="1200">
                          <a:solidFill>
                            <a:schemeClr val="tx1"/>
                          </a:solidFill>
                          <a:latin typeface="+mn-lt"/>
                          <a:ea typeface="+mn-ea"/>
                          <a:cs typeface="+mn-cs"/>
                        </a:rPr>
                        <a:t> II, FSS in Nov 2025</a:t>
                      </a:r>
                    </a:p>
                  </a:txBody>
                  <a:tcPr anchor="ctr">
                    <a:solidFill>
                      <a:srgbClr val="D2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kern="1200">
                          <a:solidFill>
                            <a:schemeClr val="tx1"/>
                          </a:solidFill>
                          <a:latin typeface="+mn-lt"/>
                          <a:ea typeface="+mn-ea"/>
                          <a:cs typeface="+mn-cs"/>
                        </a:rPr>
                        <a:t>BI  3060292 (NMUR2 ago.)/​Obesity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a:solidFill>
                            <a:schemeClr val="tx1"/>
                          </a:solidFill>
                          <a:latin typeface="+mn-lt"/>
                        </a:rPr>
                        <a:t>gPh I FSS in Jul 2025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a:solidFill>
                            <a:schemeClr val="tx1"/>
                          </a:solidFill>
                          <a:latin typeface="+mn-lt"/>
                        </a:rPr>
                        <a:t>China strategy TBD</a:t>
                      </a:r>
                    </a:p>
                  </a:txBody>
                  <a:tcPr anchor="ctr">
                    <a:solidFill>
                      <a:srgbClr val="D2F2F7"/>
                    </a:solidFill>
                  </a:tcPr>
                </a:tc>
                <a:extLst>
                  <a:ext uri="{0D108BD9-81ED-4DB2-BD59-A6C34878D82A}">
                    <a16:rowId xmlns:a16="http://schemas.microsoft.com/office/drawing/2014/main" val="3201360931"/>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err="1">
                          <a:solidFill>
                            <a:schemeClr val="tx1"/>
                          </a:solidFill>
                          <a:latin typeface="+mn-lt"/>
                          <a:ea typeface="+mn-ea"/>
                          <a:cs typeface="+mn-cs"/>
                        </a:rPr>
                        <a:t>Survodutide</a:t>
                      </a:r>
                      <a:r>
                        <a:rPr lang="en-US" sz="900" b="0" kern="1200">
                          <a:solidFill>
                            <a:schemeClr val="tx1"/>
                          </a:solidFill>
                          <a:latin typeface="+mn-lt"/>
                          <a:ea typeface="+mn-ea"/>
                          <a:cs typeface="+mn-cs"/>
                        </a:rPr>
                        <a:t> (GLP1/GCGR Agonist)/MASH – Ph2</a:t>
                      </a:r>
                    </a:p>
                  </a:txBody>
                  <a:tcPr>
                    <a:solidFill>
                      <a:srgbClr val="E0E1F6"/>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kern="1200">
                          <a:solidFill>
                            <a:srgbClr val="00B050"/>
                          </a:solidFill>
                          <a:latin typeface="+mn-lt"/>
                          <a:ea typeface="+mn-ea"/>
                          <a:cs typeface="+mn-cs"/>
                        </a:rPr>
                        <a:t>BI 3804379 (IL-11 next gen.)/MASH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a:solidFill>
                            <a:srgbClr val="00B050"/>
                          </a:solidFill>
                          <a:latin typeface="+mn-lt"/>
                          <a:ea typeface="+mn-ea"/>
                          <a:cs typeface="+mn-cs"/>
                        </a:rPr>
                        <a:t>gPh I FSS in Oct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b="0" kern="1200">
                          <a:solidFill>
                            <a:srgbClr val="00B050"/>
                          </a:solidFill>
                          <a:latin typeface="+mn-lt"/>
                          <a:ea typeface="+mn-ea"/>
                          <a:cs typeface="+mn-cs"/>
                        </a:rPr>
                        <a:t>Target to join gPh IIa, FSS in Aug 2026</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dk1"/>
                          </a:solidFill>
                          <a:latin typeface="+mn-lt"/>
                          <a:ea typeface="+mn-ea"/>
                          <a:cs typeface="+mn-cs"/>
                        </a:rPr>
                        <a:t>BI3798489 (obesity) NMUR2 ago. Back-up</a:t>
                      </a:r>
                    </a:p>
                  </a:txBody>
                  <a:tcPr anchor="ctr">
                    <a:solidFill>
                      <a:schemeClr val="bg1">
                        <a:lumMod val="95000"/>
                      </a:schemeClr>
                    </a:solidFill>
                  </a:tcPr>
                </a:tc>
                <a:extLst>
                  <a:ext uri="{0D108BD9-81ED-4DB2-BD59-A6C34878D82A}">
                    <a16:rowId xmlns:a16="http://schemas.microsoft.com/office/drawing/2014/main" val="2422402243"/>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900" b="0" i="0" u="none" strike="noStrike" kern="1200" cap="none" spc="0" normalizeH="0" baseline="0" noProof="0">
                          <a:ln>
                            <a:noFill/>
                          </a:ln>
                          <a:solidFill>
                            <a:schemeClr val="tx1"/>
                          </a:solidFill>
                          <a:effectLst/>
                          <a:uLnTx/>
                          <a:uFillTx/>
                          <a:latin typeface="+mn-lt"/>
                          <a:ea typeface="+mn-ea"/>
                          <a:cs typeface="+mn-cs"/>
                        </a:rPr>
                        <a:t>BI 690517 (A</a:t>
                      </a:r>
                      <a:r>
                        <a:rPr kumimoji="0" lang="en-US" altLang="zh-CN" sz="900" b="0" i="0" u="none" strike="noStrike" kern="1200" cap="none" spc="0" normalizeH="0" baseline="0" noProof="0">
                          <a:ln>
                            <a:noFill/>
                          </a:ln>
                          <a:solidFill>
                            <a:schemeClr val="tx1"/>
                          </a:solidFill>
                          <a:effectLst/>
                          <a:uLnTx/>
                          <a:uFillTx/>
                          <a:latin typeface="+mn-lt"/>
                          <a:ea typeface="+mn-ea"/>
                          <a:cs typeface="+mn-cs"/>
                        </a:rPr>
                        <a:t>S</a:t>
                      </a:r>
                      <a:r>
                        <a:rPr kumimoji="0" lang="it-IT" sz="900" b="0" i="0" u="none" strike="noStrike" kern="1200" cap="none" spc="0" normalizeH="0" baseline="0" noProof="0">
                          <a:ln>
                            <a:noFill/>
                          </a:ln>
                          <a:solidFill>
                            <a:schemeClr val="tx1"/>
                          </a:solidFill>
                          <a:effectLst/>
                          <a:uLnTx/>
                          <a:uFillTx/>
                          <a:latin typeface="+mn-lt"/>
                          <a:ea typeface="+mn-ea"/>
                          <a:cs typeface="+mn-cs"/>
                        </a:rPr>
                        <a:t>i) +</a:t>
                      </a:r>
                      <a:r>
                        <a:rPr kumimoji="0" lang="en-US" altLang="zh-CN" sz="900" b="0" i="0" u="none" strike="noStrike" kern="1200" cap="none" spc="0" normalizeH="0" baseline="0" noProof="0">
                          <a:ln>
                            <a:noFill/>
                          </a:ln>
                          <a:solidFill>
                            <a:schemeClr val="tx1"/>
                          </a:solidFill>
                          <a:effectLst/>
                          <a:uLnTx/>
                          <a:uFillTx/>
                          <a:latin typeface="+mn-lt"/>
                          <a:ea typeface="+mn-ea"/>
                          <a:cs typeface="+mn-cs"/>
                        </a:rPr>
                        <a:t>E</a:t>
                      </a:r>
                      <a:r>
                        <a:rPr kumimoji="0" lang="it-IT" sz="900" b="0" i="0" u="none" strike="noStrike" kern="1200" cap="none" spc="0" normalizeH="0" baseline="0" noProof="0">
                          <a:ln>
                            <a:noFill/>
                          </a:ln>
                          <a:solidFill>
                            <a:schemeClr val="tx1"/>
                          </a:solidFill>
                          <a:effectLst/>
                          <a:uLnTx/>
                          <a:uFillTx/>
                          <a:latin typeface="+mn-lt"/>
                          <a:ea typeface="+mn-ea"/>
                          <a:cs typeface="+mn-cs"/>
                        </a:rPr>
                        <a:t>mpa /CKD</a:t>
                      </a:r>
                      <a:r>
                        <a:rPr kumimoji="0" lang="zh-CN" altLang="en-US" sz="900" b="0" i="0" u="none" strike="noStrike" kern="1200" cap="none" spc="0" normalizeH="0" baseline="0" noProof="0">
                          <a:ln>
                            <a:noFill/>
                          </a:ln>
                          <a:solidFill>
                            <a:schemeClr val="tx1"/>
                          </a:solidFill>
                          <a:effectLst/>
                          <a:uLnTx/>
                          <a:uFillTx/>
                          <a:latin typeface="+mn-lt"/>
                          <a:ea typeface="+mn-ea"/>
                          <a:cs typeface="+mn-cs"/>
                        </a:rPr>
                        <a:t>（</a:t>
                      </a:r>
                      <a:r>
                        <a:rPr kumimoji="0" lang="it-IT" altLang="zh-CN" sz="900" b="0" i="0" u="none" strike="noStrike" kern="1200" cap="none" spc="0" normalizeH="0" baseline="0" noProof="0">
                          <a:ln>
                            <a:noFill/>
                          </a:ln>
                          <a:solidFill>
                            <a:schemeClr val="tx1"/>
                          </a:solidFill>
                          <a:effectLst/>
                          <a:uLnTx/>
                          <a:uFillTx/>
                          <a:latin typeface="+mn-lt"/>
                          <a:ea typeface="+mn-ea"/>
                          <a:cs typeface="+mn-cs"/>
                        </a:rPr>
                        <a:t>1378.0006</a:t>
                      </a:r>
                      <a:r>
                        <a:rPr kumimoji="0" lang="zh-CN" altLang="en-US" sz="900" b="0" i="0" u="none" strike="noStrike" kern="1200" cap="none" spc="0" normalizeH="0" baseline="0" noProof="0">
                          <a:ln>
                            <a:noFill/>
                          </a:ln>
                          <a:solidFill>
                            <a:schemeClr val="tx1"/>
                          </a:solidFill>
                          <a:effectLst/>
                          <a:uLnTx/>
                          <a:uFillTx/>
                          <a:latin typeface="+mn-lt"/>
                          <a:ea typeface="+mn-ea"/>
                          <a:cs typeface="+mn-cs"/>
                        </a:rPr>
                        <a:t>）</a:t>
                      </a:r>
                      <a:r>
                        <a:rPr kumimoji="0" lang="it-IT" sz="900" b="0" i="0" u="none" strike="noStrike" kern="1200" cap="none" spc="0" normalizeH="0" baseline="0" noProof="0">
                          <a:ln>
                            <a:noFill/>
                          </a:ln>
                          <a:solidFill>
                            <a:schemeClr val="tx1"/>
                          </a:solidFill>
                          <a:effectLst/>
                          <a:uLnTx/>
                          <a:uFillTx/>
                          <a:latin typeface="+mn-lt"/>
                          <a:ea typeface="+mn-ea"/>
                          <a:cs typeface="+mn-cs"/>
                        </a:rPr>
                        <a:t>– Ph3 </a:t>
                      </a:r>
                      <a:br>
                        <a:rPr kumimoji="0" lang="it-IT" sz="900" b="0" i="0" u="none" strike="noStrike" kern="1200" cap="none" spc="0" normalizeH="0" baseline="0" noProof="0">
                          <a:ln>
                            <a:noFill/>
                          </a:ln>
                          <a:solidFill>
                            <a:schemeClr val="tx1"/>
                          </a:solidFill>
                          <a:effectLst/>
                          <a:uLnTx/>
                          <a:uFillTx/>
                          <a:latin typeface="+mn-lt"/>
                          <a:ea typeface="+mn-ea"/>
                          <a:cs typeface="+mn-cs"/>
                        </a:rPr>
                      </a:br>
                      <a:r>
                        <a:rPr kumimoji="0" lang="it-IT" sz="900" b="0" i="0" u="none" strike="noStrike" kern="1200" cap="none" spc="0" normalizeH="0" baseline="0" noProof="0">
                          <a:ln>
                            <a:noFill/>
                          </a:ln>
                          <a:solidFill>
                            <a:schemeClr val="tx1"/>
                          </a:solidFill>
                          <a:effectLst/>
                          <a:uLnTx/>
                          <a:uFillTx/>
                          <a:latin typeface="+mn-lt"/>
                          <a:ea typeface="+mn-ea"/>
                          <a:cs typeface="+mn-cs"/>
                        </a:rPr>
                        <a:t>(fully outsourced to Oxford) </a:t>
                      </a:r>
                    </a:p>
                  </a:txBody>
                  <a:tcPr>
                    <a:solidFill>
                      <a:srgbClr val="D2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solidFill>
                      <a:srgbClr val="92D050"/>
                    </a:solidFill>
                  </a:tcPr>
                </a:tc>
                <a:tc>
                  <a:txBody>
                    <a:bodyPr/>
                    <a:lstStyle/>
                    <a:p>
                      <a:endParaRPr lang="zh-CN" altLang="en-US" sz="900" b="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a:solidFill>
                            <a:schemeClr val="tx1"/>
                          </a:solidFill>
                          <a:latin typeface="+mn-lt"/>
                        </a:rPr>
                        <a:t>BI 3802876 (FAP-TRAILR2 ago.)/MASH</a:t>
                      </a:r>
                    </a:p>
                    <a:p>
                      <a:pPr marL="171450" indent="-171450">
                        <a:buFont typeface="Arial" panose="020B0604020202020204" pitchFamily="34" charset="0"/>
                        <a:buChar char="•"/>
                      </a:pPr>
                      <a:r>
                        <a:rPr lang="en-US" altLang="zh-CN" sz="900" b="0" kern="1200" err="1">
                          <a:solidFill>
                            <a:schemeClr val="tx1"/>
                          </a:solidFill>
                          <a:latin typeface="+mn-lt"/>
                          <a:ea typeface="+mn-ea"/>
                          <a:cs typeface="+mn-cs"/>
                        </a:rPr>
                        <a:t>gPh</a:t>
                      </a:r>
                      <a:r>
                        <a:rPr lang="en-US" altLang="zh-CN" sz="900" b="0" kern="1200">
                          <a:solidFill>
                            <a:schemeClr val="tx1"/>
                          </a:solidFill>
                          <a:latin typeface="+mn-lt"/>
                          <a:ea typeface="+mn-ea"/>
                          <a:cs typeface="+mn-cs"/>
                        </a:rPr>
                        <a:t> I ongoing</a:t>
                      </a:r>
                    </a:p>
                    <a:p>
                      <a:pPr marL="171450" indent="-171450">
                        <a:buFont typeface="Arial" panose="020B0604020202020204" pitchFamily="34" charset="0"/>
                        <a:buChar char="•"/>
                      </a:pPr>
                      <a:r>
                        <a:rPr lang="en-US" altLang="zh-CN" sz="900" b="0" kern="1200">
                          <a:solidFill>
                            <a:schemeClr val="tx1"/>
                          </a:solidFill>
                          <a:latin typeface="+mn-lt"/>
                          <a:ea typeface="+mn-ea"/>
                          <a:cs typeface="+mn-cs"/>
                        </a:rPr>
                        <a:t>Target to join </a:t>
                      </a:r>
                      <a:r>
                        <a:rPr lang="en-US" altLang="zh-CN" sz="900" b="0" kern="1200" err="1">
                          <a:solidFill>
                            <a:schemeClr val="tx1"/>
                          </a:solidFill>
                          <a:latin typeface="+mn-lt"/>
                          <a:ea typeface="+mn-ea"/>
                          <a:cs typeface="+mn-cs"/>
                        </a:rPr>
                        <a:t>gPh</a:t>
                      </a:r>
                      <a:r>
                        <a:rPr lang="en-US" altLang="zh-CN" sz="900" b="0" kern="1200">
                          <a:solidFill>
                            <a:schemeClr val="tx1"/>
                          </a:solidFill>
                          <a:latin typeface="+mn-lt"/>
                          <a:ea typeface="+mn-ea"/>
                          <a:cs typeface="+mn-cs"/>
                        </a:rPr>
                        <a:t> IIb, FSS in Jun 2027</a:t>
                      </a:r>
                    </a:p>
                  </a:txBody>
                  <a:tcPr anchor="ctr">
                    <a:solidFill>
                      <a:schemeClr val="bg1">
                        <a:lumMod val="85000"/>
                      </a:schemeClr>
                    </a:solidFill>
                  </a:tcPr>
                </a:tc>
                <a:tc>
                  <a:txBody>
                    <a:bodyPr/>
                    <a:lstStyle/>
                    <a:p>
                      <a:r>
                        <a:rPr lang="en-US" altLang="zh-CN" sz="900" b="0" kern="1200">
                          <a:solidFill>
                            <a:schemeClr val="tx1"/>
                          </a:solidFill>
                          <a:latin typeface="+mn-lt"/>
                          <a:ea typeface="+mn-ea"/>
                          <a:cs typeface="+mn-cs"/>
                        </a:rPr>
                        <a:t>BI 1584862 (NASH)</a:t>
                      </a:r>
                    </a:p>
                    <a:p>
                      <a:r>
                        <a:rPr lang="en-US" altLang="zh-CN" sz="900" b="0" kern="1200">
                          <a:solidFill>
                            <a:schemeClr val="tx1"/>
                          </a:solidFill>
                          <a:latin typeface="+mn-lt"/>
                          <a:ea typeface="+mn-ea"/>
                          <a:cs typeface="+mn-cs"/>
                        </a:rPr>
                        <a:t>PAF receptor antagonist</a:t>
                      </a:r>
                    </a:p>
                  </a:txBody>
                  <a:tcPr anchor="ctr">
                    <a:solidFill>
                      <a:schemeClr val="bg1">
                        <a:lumMod val="85000"/>
                      </a:schemeClr>
                    </a:solidFill>
                  </a:tcPr>
                </a:tc>
                <a:extLst>
                  <a:ext uri="{0D108BD9-81ED-4DB2-BD59-A6C34878D82A}">
                    <a16:rowId xmlns:a16="http://schemas.microsoft.com/office/drawing/2014/main" val="4191356717"/>
                  </a:ext>
                </a:extLst>
              </a:tr>
              <a:tr h="53606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a:solidFill>
                            <a:schemeClr val="tx1"/>
                          </a:solidFill>
                          <a:latin typeface="+mn-lt"/>
                          <a:ea typeface="+mn-ea"/>
                          <a:cs typeface="+mn-cs"/>
                        </a:rPr>
                        <a:t>BI 690517 (</a:t>
                      </a:r>
                      <a:r>
                        <a:rPr lang="en-US" sz="900" b="0" kern="1200" err="1">
                          <a:solidFill>
                            <a:schemeClr val="tx1"/>
                          </a:solidFill>
                          <a:latin typeface="+mn-lt"/>
                          <a:ea typeface="+mn-ea"/>
                          <a:cs typeface="+mn-cs"/>
                        </a:rPr>
                        <a:t>ASi</a:t>
                      </a:r>
                      <a:r>
                        <a:rPr lang="en-US" sz="900" b="0" kern="1200">
                          <a:solidFill>
                            <a:schemeClr val="tx1"/>
                          </a:solidFill>
                          <a:latin typeface="+mn-lt"/>
                          <a:ea typeface="+mn-ea"/>
                          <a:cs typeface="+mn-cs"/>
                        </a:rPr>
                        <a:t>)+</a:t>
                      </a:r>
                      <a:r>
                        <a:rPr lang="en-US" sz="900" b="0" kern="1200" err="1">
                          <a:solidFill>
                            <a:schemeClr val="tx1"/>
                          </a:solidFill>
                          <a:latin typeface="+mn-lt"/>
                          <a:ea typeface="+mn-ea"/>
                          <a:cs typeface="+mn-cs"/>
                        </a:rPr>
                        <a:t>Empa</a:t>
                      </a:r>
                      <a:r>
                        <a:rPr lang="en-US" sz="900" b="0" kern="1200">
                          <a:solidFill>
                            <a:schemeClr val="tx1"/>
                          </a:solidFill>
                          <a:latin typeface="+mn-lt"/>
                          <a:ea typeface="+mn-ea"/>
                          <a:cs typeface="+mn-cs"/>
                        </a:rPr>
                        <a:t> FDC/HF (1378-0014)- Ph3</a:t>
                      </a:r>
                    </a:p>
                  </a:txBody>
                  <a:tcPr>
                    <a:solidFill>
                      <a:srgbClr val="D2F2F7"/>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dk1"/>
                          </a:solidFill>
                          <a:latin typeface="+mn-lt"/>
                          <a:ea typeface="+mn-ea"/>
                          <a:cs typeface="+mn-cs"/>
                        </a:rPr>
                        <a:t>BI 765845 (MYDGF)/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dk1"/>
                          </a:solidFill>
                          <a:latin typeface="+mn-lt"/>
                          <a:ea typeface="+mn-ea"/>
                          <a:cs typeface="+mn-cs"/>
                        </a:rPr>
                        <a:t>Myocardial Infarction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kern="1200" err="1">
                          <a:solidFill>
                            <a:schemeClr val="dk1"/>
                          </a:solidFill>
                          <a:latin typeface="+mn-lt"/>
                          <a:ea typeface="+mn-ea"/>
                          <a:cs typeface="+mn-cs"/>
                        </a:rPr>
                        <a:t>gPh</a:t>
                      </a:r>
                      <a:r>
                        <a:rPr lang="en-US" altLang="zh-CN" sz="900" kern="1200">
                          <a:solidFill>
                            <a:schemeClr val="dk1"/>
                          </a:solidFill>
                          <a:latin typeface="+mn-lt"/>
                          <a:ea typeface="+mn-ea"/>
                          <a:cs typeface="+mn-cs"/>
                        </a:rPr>
                        <a:t> </a:t>
                      </a:r>
                      <a:r>
                        <a:rPr lang="en-US" altLang="zh-CN" sz="900" kern="1200" err="1">
                          <a:solidFill>
                            <a:schemeClr val="dk1"/>
                          </a:solidFill>
                          <a:latin typeface="+mn-lt"/>
                          <a:ea typeface="+mn-ea"/>
                          <a:cs typeface="+mn-cs"/>
                        </a:rPr>
                        <a:t>IIa</a:t>
                      </a:r>
                      <a:r>
                        <a:rPr lang="en-US" altLang="zh-CN" sz="900" kern="1200">
                          <a:solidFill>
                            <a:schemeClr val="dk1"/>
                          </a:solidFill>
                          <a:latin typeface="+mn-lt"/>
                          <a:ea typeface="+mn-ea"/>
                          <a:cs typeface="+mn-cs"/>
                        </a:rPr>
                        <a:t> ongoing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kern="1200">
                          <a:solidFill>
                            <a:schemeClr val="dk1"/>
                          </a:solidFill>
                          <a:latin typeface="+mn-lt"/>
                          <a:ea typeface="+mn-ea"/>
                          <a:cs typeface="+mn-cs"/>
                        </a:rPr>
                        <a:t>Target to join </a:t>
                      </a:r>
                      <a:r>
                        <a:rPr lang="en-US" altLang="zh-CN" sz="900" kern="1200" err="1">
                          <a:solidFill>
                            <a:schemeClr val="dk1"/>
                          </a:solidFill>
                          <a:latin typeface="+mn-lt"/>
                          <a:ea typeface="+mn-ea"/>
                          <a:cs typeface="+mn-cs"/>
                        </a:rPr>
                        <a:t>gPh</a:t>
                      </a:r>
                      <a:r>
                        <a:rPr lang="en-US" altLang="zh-CN" sz="900" kern="1200">
                          <a:solidFill>
                            <a:schemeClr val="dk1"/>
                          </a:solidFill>
                          <a:latin typeface="+mn-lt"/>
                          <a:ea typeface="+mn-ea"/>
                          <a:cs typeface="+mn-cs"/>
                        </a:rPr>
                        <a:t> III, FSS in H2 2027</a:t>
                      </a:r>
                    </a:p>
                  </a:txBody>
                  <a:tcPr anchor="ctr">
                    <a:solidFill>
                      <a:srgbClr val="D2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dk1"/>
                        </a:solidFill>
                        <a:latin typeface="+mn-lt"/>
                        <a:ea typeface="+mn-ea"/>
                        <a:cs typeface="+mn-cs"/>
                      </a:endParaRPr>
                    </a:p>
                  </a:txBody>
                  <a:tcPr anchor="ctr">
                    <a:solidFill>
                      <a:srgbClr val="E7E8EA"/>
                    </a:solidFill>
                  </a:tcPr>
                </a:tc>
                <a:extLst>
                  <a:ext uri="{0D108BD9-81ED-4DB2-BD59-A6C34878D82A}">
                    <a16:rowId xmlns:a16="http://schemas.microsoft.com/office/drawing/2014/main" val="1949815108"/>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900" b="0" strike="sngStrike" kern="1200">
                          <a:solidFill>
                            <a:schemeClr val="tx1"/>
                          </a:solidFill>
                          <a:latin typeface="+mn-lt"/>
                          <a:ea typeface="+mn-ea"/>
                          <a:cs typeface="+mn-cs"/>
                        </a:rPr>
                        <a:t>Empa/post MI (1245-0202) – Ph3 (fully outsourced) </a:t>
                      </a:r>
                    </a:p>
                  </a:txBody>
                  <a:tcPr>
                    <a:solidFill>
                      <a:srgbClr val="E7E8E8"/>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a:solidFill>
                          <a:schemeClr val="bg2">
                            <a:lumMod val="90000"/>
                            <a:lumOff val="10000"/>
                          </a:schemeClr>
                        </a:solidFill>
                        <a:latin typeface="+mn-lt"/>
                      </a:endParaRPr>
                    </a:p>
                  </a:txBody>
                  <a:tcPr anchor="ctr">
                    <a:solidFill>
                      <a:srgbClr val="E7E8EA"/>
                    </a:solidFill>
                  </a:tcPr>
                </a:tc>
                <a:tc>
                  <a:txBody>
                    <a:bodyPr/>
                    <a:lstStyle/>
                    <a:p>
                      <a:endParaRPr lang="en-US" altLang="zh-CN" sz="900" b="0" kern="1200">
                        <a:solidFill>
                          <a:schemeClr val="tx1"/>
                        </a:solidFill>
                        <a:latin typeface="+mn-lt"/>
                        <a:ea typeface="+mn-ea"/>
                        <a:cs typeface="+mn-cs"/>
                      </a:endParaRPr>
                    </a:p>
                  </a:txBody>
                  <a:tcPr anchor="ctr">
                    <a:solidFill>
                      <a:srgbClr val="E7E8EA"/>
                    </a:solidFill>
                  </a:tcPr>
                </a:tc>
                <a:extLst>
                  <a:ext uri="{0D108BD9-81ED-4DB2-BD59-A6C34878D82A}">
                    <a16:rowId xmlns:a16="http://schemas.microsoft.com/office/drawing/2014/main" val="3047743530"/>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900" b="0" kern="1200" err="1">
                          <a:solidFill>
                            <a:schemeClr val="tx1"/>
                          </a:solidFill>
                          <a:latin typeface="+mn-lt"/>
                          <a:ea typeface="+mn-ea"/>
                          <a:cs typeface="+mn-cs"/>
                        </a:rPr>
                        <a:t>Avenciguat</a:t>
                      </a:r>
                      <a:r>
                        <a:rPr lang="en-US" altLang="zh-CN" sz="900" b="0" kern="1200">
                          <a:solidFill>
                            <a:schemeClr val="tx1"/>
                          </a:solidFill>
                          <a:latin typeface="+mn-lt"/>
                          <a:ea typeface="+mn-ea"/>
                          <a:cs typeface="+mn-cs"/>
                        </a:rPr>
                        <a:t> (</a:t>
                      </a:r>
                      <a:r>
                        <a:rPr lang="en-US" altLang="zh-CN" sz="900" b="0" kern="1200" err="1">
                          <a:solidFill>
                            <a:schemeClr val="tx1"/>
                          </a:solidFill>
                          <a:latin typeface="+mn-lt"/>
                          <a:ea typeface="+mn-ea"/>
                          <a:cs typeface="+mn-cs"/>
                        </a:rPr>
                        <a:t>sGC</a:t>
                      </a:r>
                      <a:r>
                        <a:rPr lang="en-US" altLang="zh-CN" sz="900" b="0" kern="1200">
                          <a:solidFill>
                            <a:schemeClr val="tx1"/>
                          </a:solidFill>
                          <a:latin typeface="+mn-lt"/>
                          <a:ea typeface="+mn-ea"/>
                          <a:cs typeface="+mn-cs"/>
                        </a:rPr>
                        <a:t> activator)/CSPH in CC (1366-0021) – Ph2</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solidFill>
                      <a:srgbClr val="92D050"/>
                    </a:solidFill>
                  </a:tcPr>
                </a:tc>
                <a:tc>
                  <a:txBody>
                    <a:bodyPr/>
                    <a:lstStyle/>
                    <a:p>
                      <a:endParaRPr lang="zh-CN" alt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b="1" kern="1200">
                        <a:solidFill>
                          <a:schemeClr val="bg2">
                            <a:lumMod val="90000"/>
                            <a:lumOff val="10000"/>
                          </a:schemeClr>
                        </a:solidFill>
                        <a:latin typeface="+mn-lt"/>
                        <a:ea typeface="+mn-ea"/>
                        <a:cs typeface="+mn-cs"/>
                      </a:endParaRPr>
                    </a:p>
                  </a:txBody>
                  <a:tcPr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b="0" kern="1200">
                        <a:solidFill>
                          <a:schemeClr val="tx1"/>
                        </a:solidFill>
                        <a:latin typeface="+mn-lt"/>
                        <a:ea typeface="+mn-ea"/>
                        <a:cs typeface="+mn-cs"/>
                      </a:endParaRPr>
                    </a:p>
                  </a:txBody>
                  <a:tcPr anchor="ctr">
                    <a:solidFill>
                      <a:srgbClr val="E7E8EA"/>
                    </a:solidFill>
                  </a:tcPr>
                </a:tc>
                <a:extLst>
                  <a:ext uri="{0D108BD9-81ED-4DB2-BD59-A6C34878D82A}">
                    <a16:rowId xmlns:a16="http://schemas.microsoft.com/office/drawing/2014/main" val="1113534311"/>
                  </a:ext>
                </a:extLst>
              </a:tr>
              <a:tr h="1451428">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900" b="0" kern="1200" err="1">
                          <a:solidFill>
                            <a:schemeClr val="tx1"/>
                          </a:solidFill>
                          <a:latin typeface="+mn-lt"/>
                          <a:ea typeface="+mn-ea"/>
                          <a:cs typeface="+mn-cs"/>
                        </a:rPr>
                        <a:t>Avenciguat</a:t>
                      </a:r>
                      <a:r>
                        <a:rPr lang="en-US" altLang="zh-CN" sz="900" b="0" kern="1200">
                          <a:solidFill>
                            <a:schemeClr val="tx1"/>
                          </a:solidFill>
                          <a:latin typeface="+mn-lt"/>
                          <a:ea typeface="+mn-ea"/>
                          <a:cs typeface="+mn-cs"/>
                        </a:rPr>
                        <a:t> (</a:t>
                      </a:r>
                      <a:r>
                        <a:rPr lang="en-US" altLang="zh-CN" sz="900" b="0" kern="1200" err="1">
                          <a:solidFill>
                            <a:schemeClr val="tx1"/>
                          </a:solidFill>
                          <a:latin typeface="+mn-lt"/>
                          <a:ea typeface="+mn-ea"/>
                          <a:cs typeface="+mn-cs"/>
                        </a:rPr>
                        <a:t>sGC</a:t>
                      </a:r>
                      <a:r>
                        <a:rPr lang="en-US" altLang="zh-CN" sz="900" b="0" kern="1200">
                          <a:solidFill>
                            <a:schemeClr val="tx1"/>
                          </a:solidFill>
                          <a:latin typeface="+mn-lt"/>
                          <a:ea typeface="+mn-ea"/>
                          <a:cs typeface="+mn-cs"/>
                        </a:rPr>
                        <a:t> activator)/CSPH in CC (1366-0029) – Ph2</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solidFill>
                      <a:srgbClr val="92D050"/>
                    </a:solidFill>
                  </a:tcPr>
                </a:tc>
                <a:tc>
                  <a:txBody>
                    <a:bodyPr/>
                    <a:lstStyle/>
                    <a:p>
                      <a:endParaRPr lang="zh-CN" alt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b="1" kern="1200">
                        <a:solidFill>
                          <a:schemeClr val="bg2">
                            <a:lumMod val="90000"/>
                            <a:lumOff val="10000"/>
                          </a:schemeClr>
                        </a:solidFill>
                        <a:latin typeface="+mn-lt"/>
                        <a:ea typeface="+mn-ea"/>
                        <a:cs typeface="+mn-cs"/>
                      </a:endParaRPr>
                    </a:p>
                  </a:txBody>
                  <a:tcPr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b="0" kern="1200">
                        <a:solidFill>
                          <a:schemeClr val="tx1"/>
                        </a:solidFill>
                        <a:latin typeface="+mn-lt"/>
                        <a:ea typeface="+mn-ea"/>
                        <a:cs typeface="+mn-cs"/>
                      </a:endParaRPr>
                    </a:p>
                  </a:txBody>
                  <a:tcPr anchor="ctr">
                    <a:solidFill>
                      <a:srgbClr val="E7E8EA"/>
                    </a:solidFill>
                  </a:tcPr>
                </a:tc>
                <a:extLst>
                  <a:ext uri="{0D108BD9-81ED-4DB2-BD59-A6C34878D82A}">
                    <a16:rowId xmlns:a16="http://schemas.microsoft.com/office/drawing/2014/main" val="3304741659"/>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900" b="0" kern="1200" err="1">
                          <a:solidFill>
                            <a:schemeClr val="tx1"/>
                          </a:solidFill>
                          <a:latin typeface="+mn-lt"/>
                          <a:ea typeface="+mn-ea"/>
                          <a:cs typeface="+mn-cs"/>
                        </a:rPr>
                        <a:t>Avenciguat</a:t>
                      </a:r>
                      <a:r>
                        <a:rPr lang="en-US" altLang="zh-CN" sz="800" b="0" kern="1200">
                          <a:solidFill>
                            <a:schemeClr val="dk1"/>
                          </a:solidFill>
                          <a:latin typeface="+mn-lt"/>
                          <a:ea typeface="+mn-ea"/>
                          <a:cs typeface="+mn-cs"/>
                        </a:rPr>
                        <a:t> </a:t>
                      </a:r>
                      <a:r>
                        <a:rPr lang="en-US" altLang="zh-CN" sz="900" b="0" i="0" kern="1200">
                          <a:solidFill>
                            <a:schemeClr val="tx1"/>
                          </a:solidFill>
                          <a:latin typeface="+mn-lt"/>
                          <a:ea typeface="+mn-ea"/>
                          <a:cs typeface="+mn-cs"/>
                        </a:rPr>
                        <a:t>(</a:t>
                      </a:r>
                      <a:r>
                        <a:rPr lang="en-US" altLang="zh-CN" sz="900" b="0" i="0" kern="1200" err="1">
                          <a:solidFill>
                            <a:schemeClr val="tx1"/>
                          </a:solidFill>
                          <a:latin typeface="+mn-lt"/>
                          <a:ea typeface="+mn-ea"/>
                          <a:cs typeface="+mn-cs"/>
                        </a:rPr>
                        <a:t>sGC</a:t>
                      </a:r>
                      <a:r>
                        <a:rPr lang="en-US" altLang="zh-CN" sz="900" b="0" i="0" kern="1200">
                          <a:solidFill>
                            <a:schemeClr val="tx1"/>
                          </a:solidFill>
                          <a:latin typeface="+mn-lt"/>
                          <a:ea typeface="+mn-ea"/>
                          <a:cs typeface="+mn-cs"/>
                        </a:rPr>
                        <a:t> activator)/CSPH in </a:t>
                      </a:r>
                      <a:r>
                        <a:rPr lang="en-US" altLang="zh-CN" sz="900" b="0" i="0" kern="1200" err="1">
                          <a:solidFill>
                            <a:schemeClr val="tx1"/>
                          </a:solidFill>
                          <a:latin typeface="+mn-lt"/>
                          <a:ea typeface="+mn-ea"/>
                          <a:cs typeface="+mn-cs"/>
                        </a:rPr>
                        <a:t>eDC</a:t>
                      </a:r>
                      <a:r>
                        <a:rPr lang="en-US" altLang="zh-CN" sz="900" b="0" i="0" kern="1200">
                          <a:solidFill>
                            <a:schemeClr val="tx1"/>
                          </a:solidFill>
                          <a:latin typeface="+mn-lt"/>
                          <a:ea typeface="+mn-ea"/>
                          <a:cs typeface="+mn-cs"/>
                        </a:rPr>
                        <a:t> (1366-0055) – Ph2</a:t>
                      </a:r>
                      <a:endParaRPr lang="en-US" altLang="zh-CN" sz="900" b="0" kern="1200">
                        <a:solidFill>
                          <a:schemeClr val="bg2">
                            <a:lumMod val="90000"/>
                            <a:lumOff val="10000"/>
                          </a:schemeClr>
                        </a:solidFill>
                        <a:latin typeface="+mn-lt"/>
                        <a:ea typeface="+mn-ea"/>
                        <a:cs typeface="+mn-cs"/>
                      </a:endParaRP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solidFill>
                      <a:srgbClr val="92D050"/>
                    </a:solidFill>
                  </a:tcPr>
                </a:tc>
                <a:tc>
                  <a:txBody>
                    <a:bodyPr/>
                    <a:lstStyle/>
                    <a:p>
                      <a:endParaRPr lang="zh-CN" altLang="en-US" sz="900" kern="1200">
                        <a:solidFill>
                          <a:schemeClr val="tx1"/>
                        </a:solidFill>
                        <a:latin typeface="+mn-lt"/>
                        <a:ea typeface="+mn-ea"/>
                        <a:cs typeface="+mn-cs"/>
                      </a:endParaRPr>
                    </a:p>
                  </a:txBody>
                  <a:tcPr anchor="ctr"/>
                </a:tc>
                <a:tc>
                  <a:txBody>
                    <a:bodyPr/>
                    <a:lstStyle/>
                    <a:p>
                      <a:endParaRPr lang="it-IT" altLang="zh-CN" sz="900" kern="1200">
                        <a:solidFill>
                          <a:schemeClr val="dk1"/>
                        </a:solidFill>
                        <a:latin typeface="+mn-lt"/>
                        <a:ea typeface="+mn-ea"/>
                        <a:cs typeface="+mn-cs"/>
                      </a:endParaRPr>
                    </a:p>
                  </a:txBody>
                  <a:tcPr anchor="ctr">
                    <a:solidFill>
                      <a:srgbClr val="CCCDCD"/>
                    </a:solidFill>
                  </a:tcPr>
                </a:tc>
                <a:tc>
                  <a:txBody>
                    <a:bodyPr/>
                    <a:lstStyle/>
                    <a:p>
                      <a:endParaRPr lang="it-IT" altLang="zh-CN" sz="900" kern="1200">
                        <a:solidFill>
                          <a:schemeClr val="dk1"/>
                        </a:solidFill>
                        <a:latin typeface="+mn-lt"/>
                        <a:ea typeface="+mn-ea"/>
                        <a:cs typeface="+mn-cs"/>
                      </a:endParaRPr>
                    </a:p>
                  </a:txBody>
                  <a:tcPr anchor="ctr">
                    <a:solidFill>
                      <a:srgbClr val="CCCDCD"/>
                    </a:solidFill>
                  </a:tcPr>
                </a:tc>
                <a:extLst>
                  <a:ext uri="{0D108BD9-81ED-4DB2-BD59-A6C34878D82A}">
                    <a16:rowId xmlns:a16="http://schemas.microsoft.com/office/drawing/2014/main" val="2474278202"/>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900" b="0" kern="1200">
                          <a:solidFill>
                            <a:schemeClr val="tx1"/>
                          </a:solidFill>
                          <a:latin typeface="+mn-lt"/>
                          <a:ea typeface="+mn-ea"/>
                          <a:cs typeface="+mn-cs"/>
                        </a:rPr>
                        <a:t>BI 784198 (TRPC6i)/FSGS(1434-0004) - Ph2 </a:t>
                      </a:r>
                    </a:p>
                  </a:txBody>
                  <a:tcPr anchor="ctr">
                    <a:solidFill>
                      <a:srgbClr val="E7E8E8"/>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extLst>
                  <a:ext uri="{0D108BD9-81ED-4DB2-BD59-A6C34878D82A}">
                    <a16:rowId xmlns:a16="http://schemas.microsoft.com/office/drawing/2014/main" val="749220031"/>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a:solidFill>
                            <a:schemeClr val="tx1"/>
                          </a:solidFill>
                          <a:latin typeface="+mn-lt"/>
                          <a:ea typeface="+mn-ea"/>
                          <a:cs typeface="+mn-cs"/>
                        </a:rPr>
                        <a:t>BI 1820237 (NPY2)+GLP1/GCGR agonist FDC/obesity-Phase 2</a:t>
                      </a:r>
                    </a:p>
                  </a:txBody>
                  <a:tcPr anchor="ctr">
                    <a:solidFill>
                      <a:srgbClr val="CCCDCD"/>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extLst>
                  <a:ext uri="{0D108BD9-81ED-4DB2-BD59-A6C34878D82A}">
                    <a16:rowId xmlns:a16="http://schemas.microsoft.com/office/drawing/2014/main" val="4090775545"/>
                  </a:ext>
                </a:extLst>
              </a:tr>
              <a:tr h="42119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a:solidFill>
                            <a:schemeClr val="tx1"/>
                          </a:solidFill>
                          <a:latin typeface="+mn-lt"/>
                          <a:ea typeface="+mn-ea"/>
                          <a:cs typeface="+mn-cs"/>
                        </a:rPr>
                        <a:t>BI 1820237 (NPY2)+GLP1/GCGR agonist FDC/obesity-Phase 1 CN PK</a:t>
                      </a:r>
                    </a:p>
                  </a:txBody>
                  <a:tcPr anchor="ctr">
                    <a:solidFill>
                      <a:srgbClr val="E7E8E8"/>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kern="1200">
                        <a:solidFill>
                          <a:srgbClr val="FF0000"/>
                        </a:solidFill>
                        <a:latin typeface="+mn-lt"/>
                        <a:ea typeface="+mn-ea"/>
                        <a:cs typeface="+mn-cs"/>
                      </a:endParaRPr>
                    </a:p>
                  </a:txBody>
                  <a:tcPr anchor="c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anchor="ctr"/>
                </a:tc>
                <a:extLst>
                  <a:ext uri="{0D108BD9-81ED-4DB2-BD59-A6C34878D82A}">
                    <a16:rowId xmlns:a16="http://schemas.microsoft.com/office/drawing/2014/main" val="399942309"/>
                  </a:ext>
                </a:extLst>
              </a:tr>
            </a:tbl>
          </a:graphicData>
        </a:graphic>
      </p:graphicFrame>
      <p:grpSp>
        <p:nvGrpSpPr>
          <p:cNvPr id="3" name="组合 2">
            <a:extLst>
              <a:ext uri="{FF2B5EF4-FFF2-40B4-BE49-F238E27FC236}">
                <a16:creationId xmlns:a16="http://schemas.microsoft.com/office/drawing/2014/main" id="{123317CD-0C57-F4DA-5219-6249C582D226}"/>
              </a:ext>
            </a:extLst>
          </p:cNvPr>
          <p:cNvGrpSpPr/>
          <p:nvPr/>
        </p:nvGrpSpPr>
        <p:grpSpPr>
          <a:xfrm>
            <a:off x="950240" y="6528958"/>
            <a:ext cx="3812259" cy="245546"/>
            <a:chOff x="109845" y="5701565"/>
            <a:chExt cx="3272337" cy="187056"/>
          </a:xfrm>
        </p:grpSpPr>
        <p:sp>
          <p:nvSpPr>
            <p:cNvPr id="7" name="Rounded Rectangle 9">
              <a:extLst>
                <a:ext uri="{FF2B5EF4-FFF2-40B4-BE49-F238E27FC236}">
                  <a16:creationId xmlns:a16="http://schemas.microsoft.com/office/drawing/2014/main" id="{663CA671-35E5-2800-080F-672BBF527EB5}"/>
                </a:ext>
              </a:extLst>
            </p:cNvPr>
            <p:cNvSpPr/>
            <p:nvPr/>
          </p:nvSpPr>
          <p:spPr>
            <a:xfrm>
              <a:off x="1283013" y="5701565"/>
              <a:ext cx="267259" cy="187056"/>
            </a:xfrm>
            <a:prstGeom prst="roundRect">
              <a:avLst/>
            </a:prstGeom>
            <a:solidFill>
              <a:srgbClr val="FFFF0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5">
                <a:defRPr/>
              </a:pPr>
              <a:endParaRPr lang="en-US" sz="900">
                <a:solidFill>
                  <a:srgbClr val="FFFFFF"/>
                </a:solidFill>
              </a:endParaRPr>
            </a:p>
          </p:txBody>
        </p:sp>
        <p:sp>
          <p:nvSpPr>
            <p:cNvPr id="8" name="Rounded Rectangle 9">
              <a:extLst>
                <a:ext uri="{FF2B5EF4-FFF2-40B4-BE49-F238E27FC236}">
                  <a16:creationId xmlns:a16="http://schemas.microsoft.com/office/drawing/2014/main" id="{A1AB4E26-0E68-40B8-3CF3-420A32A72C00}"/>
                </a:ext>
              </a:extLst>
            </p:cNvPr>
            <p:cNvSpPr/>
            <p:nvPr/>
          </p:nvSpPr>
          <p:spPr>
            <a:xfrm>
              <a:off x="109845" y="5701565"/>
              <a:ext cx="267259" cy="187056"/>
            </a:xfrm>
            <a:prstGeom prst="roundRect">
              <a:avLst/>
            </a:prstGeom>
            <a:solidFill>
              <a:srgbClr val="92D05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5">
                <a:defRPr/>
              </a:pPr>
              <a:endParaRPr lang="en-US" sz="900">
                <a:solidFill>
                  <a:srgbClr val="FFFFFF"/>
                </a:solidFill>
              </a:endParaRPr>
            </a:p>
          </p:txBody>
        </p:sp>
        <p:sp>
          <p:nvSpPr>
            <p:cNvPr id="9" name="TextBox 20">
              <a:extLst>
                <a:ext uri="{FF2B5EF4-FFF2-40B4-BE49-F238E27FC236}">
                  <a16:creationId xmlns:a16="http://schemas.microsoft.com/office/drawing/2014/main" id="{7CEE7826-D344-A9FC-8B58-3AFC772A68F7}"/>
                </a:ext>
              </a:extLst>
            </p:cNvPr>
            <p:cNvSpPr txBox="1"/>
            <p:nvPr/>
          </p:nvSpPr>
          <p:spPr>
            <a:xfrm>
              <a:off x="326308" y="5701565"/>
              <a:ext cx="1293431" cy="175847"/>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999" indent="-71999" defTabSz="914355">
                <a:buFont typeface="Arial" panose="020B0604020202020204" pitchFamily="34" charset="0"/>
                <a:buChar char="•"/>
                <a:defRPr/>
              </a:pPr>
              <a:r>
                <a:rPr lang="en-US" sz="900">
                  <a:solidFill>
                    <a:srgbClr val="505050"/>
                  </a:solidFill>
                </a:rPr>
                <a:t>On track</a:t>
              </a:r>
            </a:p>
          </p:txBody>
        </p:sp>
        <p:sp>
          <p:nvSpPr>
            <p:cNvPr id="10" name="TextBox 21">
              <a:extLst>
                <a:ext uri="{FF2B5EF4-FFF2-40B4-BE49-F238E27FC236}">
                  <a16:creationId xmlns:a16="http://schemas.microsoft.com/office/drawing/2014/main" id="{042AB6BD-42CD-3EB5-A236-225E16501B6F}"/>
                </a:ext>
              </a:extLst>
            </p:cNvPr>
            <p:cNvSpPr txBox="1"/>
            <p:nvPr/>
          </p:nvSpPr>
          <p:spPr>
            <a:xfrm>
              <a:off x="1579444" y="5701565"/>
              <a:ext cx="1802738" cy="175847"/>
            </a:xfrm>
            <a:prstGeom prst="rect">
              <a:avLst/>
            </a:prstGeom>
            <a:noFill/>
            <a:ln>
              <a:noFill/>
            </a:ln>
          </p:spPr>
          <p:txBody>
            <a:bodyPr wrap="square" rtlCol="0">
              <a:spAutoFit/>
            </a:bodyPr>
            <a:lstStyle>
              <a:defPPr>
                <a:defRPr lang="zh-CN"/>
              </a:defPPr>
              <a:lvl1pPr marL="95998" marR="0" lvl="0" indent="-95998" defTabSz="1219140" fontAlgn="auto">
                <a:lnSpc>
                  <a:spcPct val="100000"/>
                </a:lnSpc>
                <a:spcBef>
                  <a:spcPts val="0"/>
                </a:spcBef>
                <a:spcAft>
                  <a:spcPts val="0"/>
                </a:spcAft>
                <a:buClrTx/>
                <a:buSzTx/>
                <a:buFont typeface="Arial" panose="020B0604020202020204" pitchFamily="34" charset="0"/>
                <a:buChar char="•"/>
                <a:tabLst/>
                <a:defRPr kumimoji="0" sz="800" b="0" i="0" u="none" strike="noStrike" cap="none" spc="0" normalizeH="0" baseline="0">
                  <a:ln>
                    <a:noFill/>
                  </a:ln>
                  <a:solidFill>
                    <a:srgbClr val="505050"/>
                  </a:solidFill>
                  <a:effectLst/>
                  <a:uLnTx/>
                  <a:uFillTx/>
                  <a:latin typeface="Boehringer Forward Text" panose="0200050000000002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999" indent="-71999" defTabSz="914355"/>
              <a:r>
                <a:rPr lang="en-US" altLang="zh-CN" sz="900">
                  <a:latin typeface="+mn-lt"/>
                </a:rPr>
                <a:t>Global strategy uncertain</a:t>
              </a:r>
            </a:p>
          </p:txBody>
        </p:sp>
      </p:grpSp>
      <p:sp>
        <p:nvSpPr>
          <p:cNvPr id="11" name="文本框 10">
            <a:extLst>
              <a:ext uri="{FF2B5EF4-FFF2-40B4-BE49-F238E27FC236}">
                <a16:creationId xmlns:a16="http://schemas.microsoft.com/office/drawing/2014/main" id="{81316D8A-F847-A7CC-4AFB-6EDF2AE45B54}"/>
              </a:ext>
            </a:extLst>
          </p:cNvPr>
          <p:cNvSpPr txBox="1"/>
          <p:nvPr/>
        </p:nvSpPr>
        <p:spPr bwMode="gray">
          <a:xfrm>
            <a:off x="7061889" y="248683"/>
            <a:ext cx="1260000" cy="236924"/>
          </a:xfrm>
          <a:prstGeom prst="rect">
            <a:avLst/>
          </a:prstGeom>
          <a:solidFill>
            <a:srgbClr val="E0E1F6"/>
          </a:solidFill>
        </p:spPr>
        <p:txBody>
          <a:bodyPr wrap="square" lIns="0" tIns="0" rIns="0" bIns="0" rtlCol="0">
            <a:spAutoFit/>
          </a:bodyPr>
          <a:lstStyle/>
          <a:p>
            <a:pPr algn="ctr">
              <a:lnSpc>
                <a:spcPct val="140000"/>
              </a:lnSpc>
            </a:pPr>
            <a:r>
              <a:rPr lang="en-US" altLang="zh-CN" sz="1200" err="1"/>
              <a:t>OneHP</a:t>
            </a:r>
            <a:r>
              <a:rPr lang="en-US" altLang="zh-CN" sz="1200"/>
              <a:t> priority</a:t>
            </a:r>
            <a:endParaRPr lang="zh-CN" altLang="en-US" sz="1200"/>
          </a:p>
        </p:txBody>
      </p:sp>
      <p:sp>
        <p:nvSpPr>
          <p:cNvPr id="12" name="文本框 11">
            <a:extLst>
              <a:ext uri="{FF2B5EF4-FFF2-40B4-BE49-F238E27FC236}">
                <a16:creationId xmlns:a16="http://schemas.microsoft.com/office/drawing/2014/main" id="{FAFBDA34-065A-2887-294A-B9B23AB28CF0}"/>
              </a:ext>
            </a:extLst>
          </p:cNvPr>
          <p:cNvSpPr txBox="1"/>
          <p:nvPr/>
        </p:nvSpPr>
        <p:spPr bwMode="gray">
          <a:xfrm>
            <a:off x="8559924" y="248683"/>
            <a:ext cx="1260000" cy="236924"/>
          </a:xfrm>
          <a:prstGeom prst="rect">
            <a:avLst/>
          </a:prstGeom>
          <a:solidFill>
            <a:srgbClr val="D2F2F7"/>
          </a:solidFill>
        </p:spPr>
        <p:txBody>
          <a:bodyPr wrap="square" lIns="0" tIns="0" rIns="0" bIns="0" rtlCol="0">
            <a:spAutoFit/>
          </a:bodyPr>
          <a:lstStyle/>
          <a:p>
            <a:pPr algn="ctr">
              <a:lnSpc>
                <a:spcPct val="140000"/>
              </a:lnSpc>
            </a:pPr>
            <a:r>
              <a:rPr lang="en-US" altLang="zh-CN" sz="1200"/>
              <a:t>TA priority</a:t>
            </a:r>
            <a:endParaRPr lang="zh-CN" altLang="en-US" sz="1200"/>
          </a:p>
        </p:txBody>
      </p:sp>
      <p:sp>
        <p:nvSpPr>
          <p:cNvPr id="13" name="文本框 12">
            <a:extLst>
              <a:ext uri="{FF2B5EF4-FFF2-40B4-BE49-F238E27FC236}">
                <a16:creationId xmlns:a16="http://schemas.microsoft.com/office/drawing/2014/main" id="{772CDCBB-3E24-8A2C-20A0-A25EFE6B9EDA}"/>
              </a:ext>
            </a:extLst>
          </p:cNvPr>
          <p:cNvSpPr txBox="1"/>
          <p:nvPr/>
        </p:nvSpPr>
        <p:spPr bwMode="gray">
          <a:xfrm>
            <a:off x="9734109" y="248683"/>
            <a:ext cx="1260000" cy="236924"/>
          </a:xfrm>
          <a:prstGeom prst="rect">
            <a:avLst/>
          </a:prstGeom>
          <a:noFill/>
        </p:spPr>
        <p:txBody>
          <a:bodyPr wrap="square" lIns="0" tIns="0" rIns="0" bIns="0" rtlCol="0">
            <a:spAutoFit/>
          </a:bodyPr>
          <a:lstStyle/>
          <a:p>
            <a:pPr algn="ctr">
              <a:lnSpc>
                <a:spcPct val="140000"/>
              </a:lnSpc>
            </a:pPr>
            <a:r>
              <a:rPr lang="en-US" altLang="zh-CN" sz="1200">
                <a:solidFill>
                  <a:srgbClr val="00B050"/>
                </a:solidFill>
              </a:rPr>
              <a:t>new asset</a:t>
            </a:r>
            <a:endParaRPr lang="zh-CN" altLang="en-US" sz="1200">
              <a:solidFill>
                <a:srgbClr val="00B050"/>
              </a:solidFill>
            </a:endParaRPr>
          </a:p>
        </p:txBody>
      </p:sp>
    </p:spTree>
    <p:extLst>
      <p:ext uri="{BB962C8B-B14F-4D97-AF65-F5344CB8AC3E}">
        <p14:creationId xmlns:p14="http://schemas.microsoft.com/office/powerpoint/2010/main" val="274816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t>CDE feedback on </a:t>
            </a:r>
            <a:r>
              <a:rPr lang="en-US" err="1"/>
              <a:t>Actilyse</a:t>
            </a:r>
            <a:r>
              <a:rPr lang="en-US"/>
              <a:t> &gt;80y BLA application</a:t>
            </a:r>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p>
        </p:txBody>
      </p:sp>
    </p:spTree>
    <p:extLst>
      <p:ext uri="{BB962C8B-B14F-4D97-AF65-F5344CB8AC3E}">
        <p14:creationId xmlns:p14="http://schemas.microsoft.com/office/powerpoint/2010/main" val="760852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灯片编号占位符 3">
            <a:extLst>
              <a:ext uri="{FF2B5EF4-FFF2-40B4-BE49-F238E27FC236}">
                <a16:creationId xmlns:a16="http://schemas.microsoft.com/office/drawing/2014/main" id="{58F2354E-7CA5-7D09-8F03-B4290BD3AE3F}"/>
              </a:ext>
            </a:extLst>
          </p:cNvPr>
          <p:cNvSpPr txBox="1">
            <a:spLocks/>
          </p:cNvSpPr>
          <p:nvPr/>
        </p:nvSpPr>
        <p:spPr>
          <a:xfrm>
            <a:off x="11577136" y="6178400"/>
            <a:ext cx="72135" cy="138499"/>
          </a:xfrm>
          <a:prstGeom prst="rect">
            <a:avLst/>
          </a:prstGeom>
        </p:spPr>
        <p:txBody>
          <a:bodyPr vert="horz" wrap="none" lIns="0" tIns="0" rIns="0" bIns="0" rtlCol="0" anchor="ctr">
            <a:spAutoFit/>
          </a:bodyPr>
          <a:lstStyle>
            <a:defPPr>
              <a:defRPr lang="zh-CN"/>
            </a:defPPr>
            <a:lvl1pPr marL="0" algn="r" defTabSz="914400" rtl="0" eaLnBrk="1" latinLnBrk="0" hangingPunct="1">
              <a:defRPr sz="1000" kern="1200">
                <a:solidFill>
                  <a:schemeClr val="bg1">
                    <a:lumMod val="50000"/>
                  </a:schemeClr>
                </a:solidFill>
                <a:latin typeface="BISansCond" panose="0200000605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900" b="0" i="0" u="none" strike="noStrike" kern="1200" cap="none" spc="0" normalizeH="0" baseline="0" noProof="0" smtClean="0">
                <a:ln>
                  <a:noFill/>
                </a:ln>
                <a:solidFill>
                  <a:prstClr val="white">
                    <a:lumMod val="50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0" normalizeH="0" baseline="0" noProof="0">
              <a:ln>
                <a:noFill/>
              </a:ln>
              <a:solidFill>
                <a:prstClr val="white">
                  <a:lumMod val="50000"/>
                </a:prstClr>
              </a:solidFill>
              <a:effectLst/>
              <a:uLnTx/>
              <a:uFillTx/>
              <a:latin typeface="等线" panose="020F0502020204030204"/>
              <a:ea typeface="+mn-ea"/>
              <a:cs typeface="+mn-cs"/>
            </a:endParaRPr>
          </a:p>
        </p:txBody>
      </p:sp>
      <p:sp>
        <p:nvSpPr>
          <p:cNvPr id="32" name="标题 4">
            <a:extLst>
              <a:ext uri="{FF2B5EF4-FFF2-40B4-BE49-F238E27FC236}">
                <a16:creationId xmlns:a16="http://schemas.microsoft.com/office/drawing/2014/main" id="{0E2FA8D1-E81D-0ADE-A4B5-08122761F816}"/>
              </a:ext>
            </a:extLst>
          </p:cNvPr>
          <p:cNvSpPr txBox="1">
            <a:spLocks/>
          </p:cNvSpPr>
          <p:nvPr/>
        </p:nvSpPr>
        <p:spPr>
          <a:xfrm>
            <a:off x="250934" y="252843"/>
            <a:ext cx="11210925" cy="430887"/>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600" kern="1200">
                <a:solidFill>
                  <a:srgbClr val="00336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err="1">
                <a:ln>
                  <a:noFill/>
                </a:ln>
                <a:solidFill>
                  <a:srgbClr val="000000"/>
                </a:solidFill>
                <a:effectLst/>
                <a:uLnTx/>
                <a:uFillTx/>
                <a:latin typeface="BISansCond"/>
                <a:ea typeface="+mj-ea"/>
                <a:cs typeface="+mj-cs"/>
              </a:rPr>
              <a:t>Actilyse</a:t>
            </a:r>
            <a:r>
              <a:rPr kumimoji="0" lang="en-US" sz="2800" b="1" i="0" u="none" strike="noStrike" kern="1200" cap="none" spc="0" normalizeH="0" baseline="0" noProof="0">
                <a:ln>
                  <a:noFill/>
                </a:ln>
                <a:solidFill>
                  <a:srgbClr val="000000"/>
                </a:solidFill>
                <a:effectLst/>
                <a:uLnTx/>
                <a:uFillTx/>
                <a:latin typeface="BISansCond"/>
                <a:ea typeface="+mj-ea"/>
                <a:cs typeface="+mj-cs"/>
              </a:rPr>
              <a:t> contraindication (＞80yrs) removal o</a:t>
            </a:r>
            <a:r>
              <a:rPr kumimoji="0" lang="en-US" altLang="zh-CN"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j-cs"/>
              </a:rPr>
              <a:t>verall regulatory strategy</a:t>
            </a:r>
            <a:endParaRPr kumimoji="0" lang="en-US" sz="2800" b="1" i="0" u="none" strike="noStrike" kern="1200" cap="none" spc="0" normalizeH="0" baseline="0" noProof="0">
              <a:ln>
                <a:noFill/>
              </a:ln>
              <a:solidFill>
                <a:srgbClr val="000000"/>
              </a:solidFill>
              <a:effectLst/>
              <a:uLnTx/>
              <a:uFillTx/>
              <a:latin typeface="BISansCond"/>
              <a:ea typeface="+mj-ea"/>
              <a:cs typeface="+mj-cs"/>
            </a:endParaRPr>
          </a:p>
        </p:txBody>
      </p:sp>
      <p:graphicFrame>
        <p:nvGraphicFramePr>
          <p:cNvPr id="34" name="Table 3">
            <a:extLst>
              <a:ext uri="{FF2B5EF4-FFF2-40B4-BE49-F238E27FC236}">
                <a16:creationId xmlns:a16="http://schemas.microsoft.com/office/drawing/2014/main" id="{00070821-E352-A9C2-2474-94135CDBAA3B}"/>
              </a:ext>
            </a:extLst>
          </p:cNvPr>
          <p:cNvGraphicFramePr>
            <a:graphicFrameLocks noGrp="1"/>
          </p:cNvGraphicFramePr>
          <p:nvPr/>
        </p:nvGraphicFramePr>
        <p:xfrm>
          <a:off x="1025943" y="770081"/>
          <a:ext cx="10387152" cy="685800"/>
        </p:xfrm>
        <a:graphic>
          <a:graphicData uri="http://schemas.openxmlformats.org/drawingml/2006/table">
            <a:tbl>
              <a:tblPr firstRow="1" bandRow="1"/>
              <a:tblGrid>
                <a:gridCol w="1298394">
                  <a:extLst>
                    <a:ext uri="{9D8B030D-6E8A-4147-A177-3AD203B41FA5}">
                      <a16:colId xmlns:a16="http://schemas.microsoft.com/office/drawing/2014/main" val="1064917641"/>
                    </a:ext>
                  </a:extLst>
                </a:gridCol>
                <a:gridCol w="1298394">
                  <a:extLst>
                    <a:ext uri="{9D8B030D-6E8A-4147-A177-3AD203B41FA5}">
                      <a16:colId xmlns:a16="http://schemas.microsoft.com/office/drawing/2014/main" val="4221117315"/>
                    </a:ext>
                  </a:extLst>
                </a:gridCol>
                <a:gridCol w="1298394">
                  <a:extLst>
                    <a:ext uri="{9D8B030D-6E8A-4147-A177-3AD203B41FA5}">
                      <a16:colId xmlns:a16="http://schemas.microsoft.com/office/drawing/2014/main" val="3266065341"/>
                    </a:ext>
                  </a:extLst>
                </a:gridCol>
                <a:gridCol w="1298394">
                  <a:extLst>
                    <a:ext uri="{9D8B030D-6E8A-4147-A177-3AD203B41FA5}">
                      <a16:colId xmlns:a16="http://schemas.microsoft.com/office/drawing/2014/main" val="2374051224"/>
                    </a:ext>
                  </a:extLst>
                </a:gridCol>
                <a:gridCol w="1298394">
                  <a:extLst>
                    <a:ext uri="{9D8B030D-6E8A-4147-A177-3AD203B41FA5}">
                      <a16:colId xmlns:a16="http://schemas.microsoft.com/office/drawing/2014/main" val="1840388365"/>
                    </a:ext>
                  </a:extLst>
                </a:gridCol>
                <a:gridCol w="1298394">
                  <a:extLst>
                    <a:ext uri="{9D8B030D-6E8A-4147-A177-3AD203B41FA5}">
                      <a16:colId xmlns:a16="http://schemas.microsoft.com/office/drawing/2014/main" val="267750830"/>
                    </a:ext>
                  </a:extLst>
                </a:gridCol>
                <a:gridCol w="1298394">
                  <a:extLst>
                    <a:ext uri="{9D8B030D-6E8A-4147-A177-3AD203B41FA5}">
                      <a16:colId xmlns:a16="http://schemas.microsoft.com/office/drawing/2014/main" val="3966469970"/>
                    </a:ext>
                  </a:extLst>
                </a:gridCol>
                <a:gridCol w="1298394">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sp>
        <p:nvSpPr>
          <p:cNvPr id="35" name="Isosceles Triangle 1">
            <a:extLst>
              <a:ext uri="{FF2B5EF4-FFF2-40B4-BE49-F238E27FC236}">
                <a16:creationId xmlns:a16="http://schemas.microsoft.com/office/drawing/2014/main" id="{B79C329A-B6F2-3AAC-04E7-E160B017B81A}"/>
              </a:ext>
            </a:extLst>
          </p:cNvPr>
          <p:cNvSpPr/>
          <p:nvPr/>
        </p:nvSpPr>
        <p:spPr>
          <a:xfrm rot="16200000" flipH="1">
            <a:off x="609916" y="997560"/>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182C5E"/>
              </a:solidFill>
              <a:effectLst/>
              <a:uLnTx/>
              <a:uFillTx/>
              <a:latin typeface="等线" panose="020F0502020204030204"/>
              <a:ea typeface="+mn-ea"/>
              <a:cs typeface="+mn-cs"/>
            </a:endParaRPr>
          </a:p>
        </p:txBody>
      </p:sp>
      <p:sp>
        <p:nvSpPr>
          <p:cNvPr id="36" name="Isosceles Triangle 128">
            <a:extLst>
              <a:ext uri="{FF2B5EF4-FFF2-40B4-BE49-F238E27FC236}">
                <a16:creationId xmlns:a16="http://schemas.microsoft.com/office/drawing/2014/main" id="{95379DC4-B665-5EE3-213E-9CB9E4EE9909}"/>
              </a:ext>
            </a:extLst>
          </p:cNvPr>
          <p:cNvSpPr/>
          <p:nvPr/>
        </p:nvSpPr>
        <p:spPr>
          <a:xfrm rot="5400000">
            <a:off x="11251337" y="985711"/>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182C5E"/>
              </a:solidFill>
              <a:effectLst/>
              <a:uLnTx/>
              <a:uFillTx/>
              <a:latin typeface="等线" panose="020F0502020204030204"/>
              <a:ea typeface="+mn-ea"/>
              <a:cs typeface="+mn-cs"/>
            </a:endParaRPr>
          </a:p>
        </p:txBody>
      </p:sp>
      <p:cxnSp>
        <p:nvCxnSpPr>
          <p:cNvPr id="37" name="Straight Connector 147">
            <a:extLst>
              <a:ext uri="{FF2B5EF4-FFF2-40B4-BE49-F238E27FC236}">
                <a16:creationId xmlns:a16="http://schemas.microsoft.com/office/drawing/2014/main" id="{0F2A5F0B-EA57-DE9E-EB62-28A8BB38E574}"/>
              </a:ext>
            </a:extLst>
          </p:cNvPr>
          <p:cNvCxnSpPr>
            <a:cxnSpLocks/>
          </p:cNvCxnSpPr>
          <p:nvPr/>
        </p:nvCxnSpPr>
        <p:spPr bwMode="auto">
          <a:xfrm flipH="1">
            <a:off x="10113" y="1849555"/>
            <a:ext cx="12161520" cy="0"/>
          </a:xfrm>
          <a:prstGeom prst="line">
            <a:avLst/>
          </a:prstGeom>
          <a:solidFill>
            <a:srgbClr val="192C5E"/>
          </a:solidFill>
          <a:ln w="15875" cap="flat" cmpd="sng" algn="ctr">
            <a:solidFill>
              <a:srgbClr val="EE3806"/>
            </a:solidFill>
            <a:prstDash val="sysDash"/>
            <a:round/>
            <a:headEnd type="none" w="med" len="med"/>
            <a:tailEnd type="none" w="med" len="med"/>
          </a:ln>
          <a:effectLst/>
        </p:spPr>
      </p:cxnSp>
      <p:sp>
        <p:nvSpPr>
          <p:cNvPr id="38" name="Freeform: Shape 147">
            <a:extLst>
              <a:ext uri="{FF2B5EF4-FFF2-40B4-BE49-F238E27FC236}">
                <a16:creationId xmlns:a16="http://schemas.microsoft.com/office/drawing/2014/main" id="{588AD9C3-914E-5FEE-FD45-D076F4F8215B}"/>
              </a:ext>
            </a:extLst>
          </p:cNvPr>
          <p:cNvSpPr/>
          <p:nvPr/>
        </p:nvSpPr>
        <p:spPr bwMode="auto">
          <a:xfrm>
            <a:off x="115129" y="1535805"/>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Global</a:t>
            </a: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39" name="Rectangle: Rounded Corners 116">
            <a:extLst>
              <a:ext uri="{FF2B5EF4-FFF2-40B4-BE49-F238E27FC236}">
                <a16:creationId xmlns:a16="http://schemas.microsoft.com/office/drawing/2014/main" id="{EFF00CA3-07B6-6170-1310-8849D9653526}"/>
              </a:ext>
            </a:extLst>
          </p:cNvPr>
          <p:cNvSpPr/>
          <p:nvPr/>
        </p:nvSpPr>
        <p:spPr bwMode="auto">
          <a:xfrm>
            <a:off x="1128791" y="1489917"/>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40" name="Picture 6" descr="Image result for world circle png">
            <a:extLst>
              <a:ext uri="{FF2B5EF4-FFF2-40B4-BE49-F238E27FC236}">
                <a16:creationId xmlns:a16="http://schemas.microsoft.com/office/drawing/2014/main" id="{0653C427-252C-01E3-D05F-A55FD5DE2E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4094" t="4010" r="4094" b="4010"/>
          <a:stretch/>
        </p:blipFill>
        <p:spPr bwMode="auto">
          <a:xfrm>
            <a:off x="99874" y="1474758"/>
            <a:ext cx="373767" cy="374797"/>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Shape 152">
            <a:extLst>
              <a:ext uri="{FF2B5EF4-FFF2-40B4-BE49-F238E27FC236}">
                <a16:creationId xmlns:a16="http://schemas.microsoft.com/office/drawing/2014/main" id="{A19276CC-7AF5-9B39-00C1-EF379D188C9C}"/>
              </a:ext>
            </a:extLst>
          </p:cNvPr>
          <p:cNvSpPr/>
          <p:nvPr/>
        </p:nvSpPr>
        <p:spPr bwMode="auto">
          <a:xfrm>
            <a:off x="115129" y="2035031"/>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China</a:t>
            </a: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42" name="Oval 134">
            <a:extLst>
              <a:ext uri="{FF2B5EF4-FFF2-40B4-BE49-F238E27FC236}">
                <a16:creationId xmlns:a16="http://schemas.microsoft.com/office/drawing/2014/main" id="{0E99E5FD-E726-1BBC-BF5F-B06ECEE4DC9C}"/>
              </a:ext>
            </a:extLst>
          </p:cNvPr>
          <p:cNvSpPr/>
          <p:nvPr/>
        </p:nvSpPr>
        <p:spPr>
          <a:xfrm>
            <a:off x="51020" y="1924595"/>
            <a:ext cx="447229" cy="447229"/>
          </a:xfrm>
          <a:prstGeom prst="ellipse">
            <a:avLst/>
          </a:prstGeom>
          <a:solidFill>
            <a:sysClr val="window" lastClr="FFFFFF"/>
          </a:solidFill>
          <a:ln w="12700" cap="flat" cmpd="sng" algn="ctr">
            <a:noFill/>
            <a:prstDash val="solid"/>
            <a:miter lim="800000"/>
          </a:ln>
          <a:effectLst>
            <a:outerShdw blurRad="38100" sx="102000" sy="102000" algn="ctr" rotWithShape="0">
              <a:srgbClr val="182C5E">
                <a:alpha val="40000"/>
              </a:srgbClr>
            </a:outerShdw>
          </a:effectLst>
        </p:spPr>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prstClr val="white"/>
              </a:solidFill>
              <a:effectLst/>
              <a:uLnTx/>
              <a:uFillTx/>
              <a:latin typeface="等线" panose="020F0502020204030204"/>
              <a:ea typeface="+mn-ea"/>
              <a:cs typeface="+mn-cs"/>
            </a:endParaRPr>
          </a:p>
        </p:txBody>
      </p:sp>
      <p:sp>
        <p:nvSpPr>
          <p:cNvPr id="43" name="Rectangle: Rounded Corners 116">
            <a:extLst>
              <a:ext uri="{FF2B5EF4-FFF2-40B4-BE49-F238E27FC236}">
                <a16:creationId xmlns:a16="http://schemas.microsoft.com/office/drawing/2014/main" id="{B49A82A6-AA75-3A6E-7F1E-EAAE3A0A9D58}"/>
              </a:ext>
            </a:extLst>
          </p:cNvPr>
          <p:cNvSpPr/>
          <p:nvPr/>
        </p:nvSpPr>
        <p:spPr bwMode="auto">
          <a:xfrm>
            <a:off x="1128791" y="1978257"/>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44" name="Picture 2" descr="Image result for China flag circle png">
            <a:extLst>
              <a:ext uri="{FF2B5EF4-FFF2-40B4-BE49-F238E27FC236}">
                <a16:creationId xmlns:a16="http://schemas.microsoft.com/office/drawing/2014/main" id="{84970D2F-0E59-C795-5C10-43EED549197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356" y="1952723"/>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45" name="OTLSHAPE_T_e17f3958430f4cff8650518c93c7635e_Shape">
            <a:extLst>
              <a:ext uri="{FF2B5EF4-FFF2-40B4-BE49-F238E27FC236}">
                <a16:creationId xmlns:a16="http://schemas.microsoft.com/office/drawing/2014/main" id="{8372A055-E664-98C8-04C7-68C5FBAF19C3}"/>
              </a:ext>
            </a:extLst>
          </p:cNvPr>
          <p:cNvSpPr/>
          <p:nvPr>
            <p:custDataLst>
              <p:tags r:id="rId1"/>
            </p:custDataLst>
          </p:nvPr>
        </p:nvSpPr>
        <p:spPr bwMode="auto">
          <a:xfrm>
            <a:off x="3842911" y="2241245"/>
            <a:ext cx="5682090" cy="336787"/>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1200" cap="none" spc="0" normalizeH="0" baseline="0" noProof="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CN Variation (200WDs)</a:t>
            </a:r>
            <a:endParaRPr kumimoji="0" lang="zh-CN" altLang="en-US" sz="1200" b="1" i="0" u="none" strike="noStrike" kern="1200" cap="none" spc="0" normalizeH="0" baseline="0" noProof="0">
              <a:ln>
                <a:noFill/>
              </a:ln>
              <a:solidFill>
                <a:srgbClr val="182C5E"/>
              </a:solidFill>
              <a:effectLst/>
              <a:uLnTx/>
              <a:uFillTx/>
              <a:latin typeface="等线" panose="020F0502020204030204"/>
              <a:ea typeface="黑体" panose="02010609060101010101" pitchFamily="49" charset="-122"/>
              <a:cs typeface="Calibri" panose="020F0502020204030204" pitchFamily="34" charset="0"/>
            </a:endParaRPr>
          </a:p>
        </p:txBody>
      </p:sp>
      <p:sp>
        <p:nvSpPr>
          <p:cNvPr id="46" name="OTLSHAPE_T_e17f3958430f4cff8650518c93c7635e_StartDate">
            <a:extLst>
              <a:ext uri="{FF2B5EF4-FFF2-40B4-BE49-F238E27FC236}">
                <a16:creationId xmlns:a16="http://schemas.microsoft.com/office/drawing/2014/main" id="{557DEECC-DED6-BD04-933B-41826088655E}"/>
              </a:ext>
            </a:extLst>
          </p:cNvPr>
          <p:cNvSpPr txBox="1"/>
          <p:nvPr>
            <p:custDataLst>
              <p:tags r:id="rId2"/>
            </p:custDataLst>
          </p:nvPr>
        </p:nvSpPr>
        <p:spPr>
          <a:xfrm>
            <a:off x="3343555" y="2784884"/>
            <a:ext cx="1168143" cy="3693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Variation 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18</a:t>
            </a:r>
            <a:r>
              <a:rPr kumimoji="0" lang="en-US" altLang="zh-CN" sz="1200" b="1" i="0" u="none" strike="noStrike" kern="1200" cap="none" spc="0" normalizeH="0" baseline="3000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th</a:t>
            </a:r>
            <a:r>
              <a:rPr kumimoji="0" lang="en-US" altLang="zh-CN" sz="12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 Aug. 2023 </a:t>
            </a:r>
          </a:p>
        </p:txBody>
      </p:sp>
      <p:sp>
        <p:nvSpPr>
          <p:cNvPr id="47" name="五角星 55">
            <a:extLst>
              <a:ext uri="{FF2B5EF4-FFF2-40B4-BE49-F238E27FC236}">
                <a16:creationId xmlns:a16="http://schemas.microsoft.com/office/drawing/2014/main" id="{FD50C9E0-887D-3045-C437-9E89EDE50A0A}"/>
              </a:ext>
            </a:extLst>
          </p:cNvPr>
          <p:cNvSpPr/>
          <p:nvPr/>
        </p:nvSpPr>
        <p:spPr bwMode="auto">
          <a:xfrm>
            <a:off x="9443817" y="2684601"/>
            <a:ext cx="121379" cy="124915"/>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0000"/>
              </a:solidFill>
              <a:effectLst/>
              <a:uLnTx/>
              <a:uFillTx/>
              <a:latin typeface="等线" panose="020F0502020204030204"/>
              <a:ea typeface="黑体" panose="02010609060101010101" pitchFamily="49" charset="-122"/>
              <a:cs typeface="+mn-cs"/>
            </a:endParaRPr>
          </a:p>
        </p:txBody>
      </p:sp>
      <p:sp>
        <p:nvSpPr>
          <p:cNvPr id="49" name="文本框 46">
            <a:extLst>
              <a:ext uri="{FF2B5EF4-FFF2-40B4-BE49-F238E27FC236}">
                <a16:creationId xmlns:a16="http://schemas.microsoft.com/office/drawing/2014/main" id="{6AA6745B-6650-DC9F-A839-B55050D662D7}"/>
              </a:ext>
            </a:extLst>
          </p:cNvPr>
          <p:cNvSpPr txBox="1"/>
          <p:nvPr/>
        </p:nvSpPr>
        <p:spPr>
          <a:xfrm>
            <a:off x="8932177" y="2818672"/>
            <a:ext cx="12679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Variation App.</a:t>
            </a:r>
            <a:endParaRPr kumimoji="0" lang="zh-CN" altLang="en-US" sz="16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0" name="文本框 1">
            <a:extLst>
              <a:ext uri="{FF2B5EF4-FFF2-40B4-BE49-F238E27FC236}">
                <a16:creationId xmlns:a16="http://schemas.microsoft.com/office/drawing/2014/main" id="{EAB10E17-83A5-5DE0-97C6-846092A14153}"/>
              </a:ext>
            </a:extLst>
          </p:cNvPr>
          <p:cNvSpPr txBox="1"/>
          <p:nvPr/>
        </p:nvSpPr>
        <p:spPr>
          <a:xfrm>
            <a:off x="1427480" y="1543215"/>
            <a:ext cx="8477282"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Restrictions on &gt;80 y was removed in label by EU since Jun 2018.</a:t>
            </a:r>
            <a:endParaRPr kumimoji="0" lang="zh-CN" altLang="en-US" sz="14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endParaRPr>
          </a:p>
        </p:txBody>
      </p:sp>
      <p:grpSp>
        <p:nvGrpSpPr>
          <p:cNvPr id="51" name="Group 50">
            <a:extLst>
              <a:ext uri="{FF2B5EF4-FFF2-40B4-BE49-F238E27FC236}">
                <a16:creationId xmlns:a16="http://schemas.microsoft.com/office/drawing/2014/main" id="{25414E60-A293-C2E8-77DA-135E2D2C115E}"/>
              </a:ext>
            </a:extLst>
          </p:cNvPr>
          <p:cNvGrpSpPr/>
          <p:nvPr/>
        </p:nvGrpSpPr>
        <p:grpSpPr>
          <a:xfrm>
            <a:off x="7455391" y="819346"/>
            <a:ext cx="447229" cy="6049158"/>
            <a:chOff x="5091596" y="971447"/>
            <a:chExt cx="322204" cy="5781229"/>
          </a:xfrm>
        </p:grpSpPr>
        <p:sp>
          <p:nvSpPr>
            <p:cNvPr id="52" name="TextBox 51">
              <a:extLst>
                <a:ext uri="{FF2B5EF4-FFF2-40B4-BE49-F238E27FC236}">
                  <a16:creationId xmlns:a16="http://schemas.microsoft.com/office/drawing/2014/main" id="{B3DEB748-B20C-52E7-527C-F7966F8CBC11}"/>
                </a:ext>
              </a:extLst>
            </p:cNvPr>
            <p:cNvSpPr txBox="1"/>
            <p:nvPr/>
          </p:nvSpPr>
          <p:spPr>
            <a:xfrm>
              <a:off x="5091596" y="971447"/>
              <a:ext cx="322204" cy="151810"/>
            </a:xfrm>
            <a:prstGeom prst="rect">
              <a:avLst/>
            </a:prstGeom>
            <a:noFill/>
          </p:spPr>
          <p:txBody>
            <a:bodyPr wrap="none" lIns="0" tIns="0" rIns="0" bIns="0" rtlCol="0">
              <a:spAutoFit/>
            </a:bodyPr>
            <a:lstStyle/>
            <a:p>
              <a:pPr marL="0" marR="0" lvl="0" indent="0" algn="l" defTabSz="914241"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rPr>
                <a:t>today</a:t>
              </a:r>
              <a:endParaRPr kumimoji="0" lang="zh-CN" altLang="en-US" sz="1000" b="1" i="0" u="none" strike="noStrike" kern="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endParaRPr>
            </a:p>
          </p:txBody>
        </p:sp>
        <p:cxnSp>
          <p:nvCxnSpPr>
            <p:cNvPr id="53" name="Straight Connector 52">
              <a:extLst>
                <a:ext uri="{FF2B5EF4-FFF2-40B4-BE49-F238E27FC236}">
                  <a16:creationId xmlns:a16="http://schemas.microsoft.com/office/drawing/2014/main" id="{9EDF9560-9C9D-D860-DF93-39EBA08070C1}"/>
                </a:ext>
              </a:extLst>
            </p:cNvPr>
            <p:cNvCxnSpPr/>
            <p:nvPr/>
          </p:nvCxnSpPr>
          <p:spPr>
            <a:xfrm>
              <a:off x="5192837" y="1100676"/>
              <a:ext cx="0" cy="5652000"/>
            </a:xfrm>
            <a:prstGeom prst="line">
              <a:avLst/>
            </a:prstGeom>
            <a:noFill/>
            <a:ln w="12700" cap="flat" cmpd="sng" algn="ctr">
              <a:solidFill>
                <a:srgbClr val="FF0000"/>
              </a:solidFill>
              <a:prstDash val="sysDot"/>
            </a:ln>
            <a:effectLst/>
          </p:spPr>
        </p:cxnSp>
      </p:grpSp>
      <p:cxnSp>
        <p:nvCxnSpPr>
          <p:cNvPr id="3" name="Straight Connector 147">
            <a:extLst>
              <a:ext uri="{FF2B5EF4-FFF2-40B4-BE49-F238E27FC236}">
                <a16:creationId xmlns:a16="http://schemas.microsoft.com/office/drawing/2014/main" id="{DB29EF07-E531-41D0-1FE4-34ADA060827F}"/>
              </a:ext>
            </a:extLst>
          </p:cNvPr>
          <p:cNvCxnSpPr>
            <a:cxnSpLocks/>
          </p:cNvCxnSpPr>
          <p:nvPr/>
        </p:nvCxnSpPr>
        <p:spPr bwMode="auto">
          <a:xfrm flipH="1">
            <a:off x="0" y="3271118"/>
            <a:ext cx="12161520" cy="0"/>
          </a:xfrm>
          <a:prstGeom prst="line">
            <a:avLst/>
          </a:prstGeom>
          <a:solidFill>
            <a:srgbClr val="192C5E"/>
          </a:solidFill>
          <a:ln w="15875" cap="flat" cmpd="sng" algn="ctr">
            <a:solidFill>
              <a:srgbClr val="EE3806"/>
            </a:solidFill>
            <a:prstDash val="sysDash"/>
            <a:round/>
            <a:headEnd type="none" w="med" len="med"/>
            <a:tailEnd type="none" w="med" len="med"/>
          </a:ln>
          <a:effectLst/>
        </p:spPr>
      </p:cxnSp>
      <p:sp>
        <p:nvSpPr>
          <p:cNvPr id="4" name="Rectangle: Rounded Corners 53">
            <a:extLst>
              <a:ext uri="{FF2B5EF4-FFF2-40B4-BE49-F238E27FC236}">
                <a16:creationId xmlns:a16="http://schemas.microsoft.com/office/drawing/2014/main" id="{53FBFD54-AECB-F4CE-E458-8D60CEBD45DF}"/>
              </a:ext>
            </a:extLst>
          </p:cNvPr>
          <p:cNvSpPr/>
          <p:nvPr/>
        </p:nvSpPr>
        <p:spPr>
          <a:xfrm>
            <a:off x="1279437" y="3638757"/>
            <a:ext cx="5456766" cy="2449162"/>
          </a:xfrm>
          <a:prstGeom prst="roundRect">
            <a:avLst/>
          </a:prstGeom>
          <a:solidFill>
            <a:schemeClr val="accent6">
              <a:lumMod val="20000"/>
              <a:lumOff val="80000"/>
            </a:scheme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Verbal feedback from CDE on 19 Apr.2024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Acknowledge the significant unmet treatment needs in elderly (&gt; 80ys) pts in China;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The local study (0135-0349) showed numerically higher in </a:t>
            </a:r>
            <a:r>
              <a:rPr kumimoji="0" lang="en-US" altLang="zh-CN" sz="1000" b="0" i="0" u="none" strike="noStrike" kern="1200" cap="none" spc="0" normalizeH="0" baseline="0" noProof="0" err="1">
                <a:ln>
                  <a:noFill/>
                </a:ln>
                <a:solidFill>
                  <a:srgbClr val="000000"/>
                </a:solidFill>
                <a:effectLst/>
                <a:uLnTx/>
                <a:uFillTx/>
                <a:latin typeface="Boehringer Forward Text"/>
                <a:ea typeface="等线" panose="02010600030101010101" pitchFamily="2" charset="-122"/>
                <a:cs typeface="Calibri" panose="020F0502020204030204" pitchFamily="34" charset="0"/>
              </a:rPr>
              <a:t>Actilyse</a:t>
            </a: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group on one-year all-cause mortality (39.5% vs 38.8%) and in-hospital any intracranial </a:t>
            </a:r>
            <a:r>
              <a:rPr kumimoji="0" lang="en-US" altLang="zh-CN" sz="1000" b="0" i="0" u="none" strike="noStrike" kern="1200" cap="none" spc="0" normalizeH="0" baseline="0" noProof="0" err="1">
                <a:ln>
                  <a:noFill/>
                </a:ln>
                <a:solidFill>
                  <a:srgbClr val="000000"/>
                </a:solidFill>
                <a:effectLst/>
                <a:uLnTx/>
                <a:uFillTx/>
                <a:latin typeface="Boehringer Forward Text"/>
                <a:ea typeface="等线" panose="02010600030101010101" pitchFamily="2" charset="-122"/>
                <a:cs typeface="Calibri" panose="020F0502020204030204" pitchFamily="34" charset="0"/>
              </a:rPr>
              <a:t>haemorrhage</a:t>
            </a: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(13.7% vs 10.8%) which is hard to provide strong justifications for safety consideration.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Suggest Sponsor to withdraw the current application AND re-submit it following the route of "Clinical Technical Requirements for Drugs Already Marketed Abroad but Not Yet in China“, with the content mainly based on global data and supplemented by Chinese data.</a:t>
            </a:r>
          </a:p>
        </p:txBody>
      </p:sp>
      <p:sp>
        <p:nvSpPr>
          <p:cNvPr id="6" name="Freeform: Shape 152">
            <a:extLst>
              <a:ext uri="{FF2B5EF4-FFF2-40B4-BE49-F238E27FC236}">
                <a16:creationId xmlns:a16="http://schemas.microsoft.com/office/drawing/2014/main" id="{C67EACF9-8128-D7F5-0355-B3465C5AAF36}"/>
              </a:ext>
            </a:extLst>
          </p:cNvPr>
          <p:cNvSpPr/>
          <p:nvPr/>
        </p:nvSpPr>
        <p:spPr bwMode="auto">
          <a:xfrm>
            <a:off x="113444" y="3744933"/>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China</a:t>
            </a: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7" name="Oval 134">
            <a:extLst>
              <a:ext uri="{FF2B5EF4-FFF2-40B4-BE49-F238E27FC236}">
                <a16:creationId xmlns:a16="http://schemas.microsoft.com/office/drawing/2014/main" id="{CF83D820-9129-EF73-E816-B6390AE32711}"/>
              </a:ext>
            </a:extLst>
          </p:cNvPr>
          <p:cNvSpPr/>
          <p:nvPr/>
        </p:nvSpPr>
        <p:spPr>
          <a:xfrm>
            <a:off x="45239" y="3626408"/>
            <a:ext cx="447229" cy="447229"/>
          </a:xfrm>
          <a:prstGeom prst="ellipse">
            <a:avLst/>
          </a:prstGeom>
          <a:solidFill>
            <a:sysClr val="window" lastClr="FFFFFF"/>
          </a:solidFill>
          <a:ln w="12700" cap="flat" cmpd="sng" algn="ctr">
            <a:noFill/>
            <a:prstDash val="solid"/>
            <a:miter lim="800000"/>
          </a:ln>
          <a:effectLst>
            <a:outerShdw blurRad="38100" sx="102000" sy="102000" algn="ctr" rotWithShape="0">
              <a:srgbClr val="182C5E">
                <a:alpha val="40000"/>
              </a:srgbClr>
            </a:outerShdw>
          </a:effectLst>
        </p:spPr>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prstClr val="white"/>
              </a:solidFill>
              <a:effectLst/>
              <a:uLnTx/>
              <a:uFillTx/>
              <a:latin typeface="等线" panose="020F0502020204030204"/>
              <a:ea typeface="+mn-ea"/>
              <a:cs typeface="+mn-cs"/>
            </a:endParaRPr>
          </a:p>
        </p:txBody>
      </p:sp>
      <p:sp>
        <p:nvSpPr>
          <p:cNvPr id="8" name="Rectangle: Rounded Corners 116">
            <a:extLst>
              <a:ext uri="{FF2B5EF4-FFF2-40B4-BE49-F238E27FC236}">
                <a16:creationId xmlns:a16="http://schemas.microsoft.com/office/drawing/2014/main" id="{DAA4B092-763F-8D29-B715-A4EC83300110}"/>
              </a:ext>
            </a:extLst>
          </p:cNvPr>
          <p:cNvSpPr/>
          <p:nvPr/>
        </p:nvSpPr>
        <p:spPr bwMode="auto">
          <a:xfrm>
            <a:off x="1127106" y="3688159"/>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9" name="Picture 2" descr="Image result for China flag circle png">
            <a:extLst>
              <a:ext uri="{FF2B5EF4-FFF2-40B4-BE49-F238E27FC236}">
                <a16:creationId xmlns:a16="http://schemas.microsoft.com/office/drawing/2014/main" id="{F9B3C8A0-0EC8-B74B-FC02-AFBC1673554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0671" y="3662625"/>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10" name="OTLSHAPE_T_e17f3958430f4cff8650518c93c7635e_Shape">
            <a:extLst>
              <a:ext uri="{FF2B5EF4-FFF2-40B4-BE49-F238E27FC236}">
                <a16:creationId xmlns:a16="http://schemas.microsoft.com/office/drawing/2014/main" id="{83182FE8-07C8-4FC3-81C1-1C8E593D2DD5}"/>
              </a:ext>
            </a:extLst>
          </p:cNvPr>
          <p:cNvSpPr/>
          <p:nvPr>
            <p:custDataLst>
              <p:tags r:id="rId3"/>
            </p:custDataLst>
          </p:nvPr>
        </p:nvSpPr>
        <p:spPr bwMode="auto">
          <a:xfrm>
            <a:off x="7972292" y="3775586"/>
            <a:ext cx="2356640" cy="336787"/>
          </a:xfrm>
          <a:prstGeom prst="roundRect">
            <a:avLst/>
          </a:prstGeom>
          <a:solidFill>
            <a:schemeClr val="accent6">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1200" cap="none" spc="0" normalizeH="0" baseline="0" noProof="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CN Variation (80WDs)</a:t>
            </a:r>
            <a:r>
              <a:rPr kumimoji="0" lang="en-US" altLang="zh-CN" sz="1200" b="1" i="0" u="none" strike="noStrike" kern="1200" cap="none" spc="0" normalizeH="0" baseline="30000" noProof="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1</a:t>
            </a:r>
            <a:endParaRPr kumimoji="0" lang="zh-CN" altLang="en-US" sz="1200" b="1" i="0" u="none" strike="noStrike" kern="1200" cap="none" spc="0" normalizeH="0" baseline="30000" noProof="0">
              <a:ln>
                <a:noFill/>
              </a:ln>
              <a:solidFill>
                <a:srgbClr val="182C5E"/>
              </a:solidFill>
              <a:effectLst/>
              <a:uLnTx/>
              <a:uFillTx/>
              <a:latin typeface="等线" panose="020F0502020204030204"/>
              <a:ea typeface="黑体" panose="02010609060101010101" pitchFamily="49" charset="-122"/>
              <a:cs typeface="Calibri" panose="020F0502020204030204" pitchFamily="34" charset="0"/>
            </a:endParaRPr>
          </a:p>
        </p:txBody>
      </p:sp>
      <p:sp>
        <p:nvSpPr>
          <p:cNvPr id="13" name="等腰三角形 12">
            <a:extLst>
              <a:ext uri="{FF2B5EF4-FFF2-40B4-BE49-F238E27FC236}">
                <a16:creationId xmlns:a16="http://schemas.microsoft.com/office/drawing/2014/main" id="{AED23F5C-5B10-96DB-506E-4B2EECA75156}"/>
              </a:ext>
            </a:extLst>
          </p:cNvPr>
          <p:cNvSpPr/>
          <p:nvPr/>
        </p:nvSpPr>
        <p:spPr bwMode="gray">
          <a:xfrm>
            <a:off x="3795176" y="2623005"/>
            <a:ext cx="118635" cy="109031"/>
          </a:xfrm>
          <a:prstGeom prst="triangle">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OTLSHAPE_T_e17f3958430f4cff8650518c93c7635e_StartDate">
            <a:extLst>
              <a:ext uri="{FF2B5EF4-FFF2-40B4-BE49-F238E27FC236}">
                <a16:creationId xmlns:a16="http://schemas.microsoft.com/office/drawing/2014/main" id="{C303B314-2B8A-3474-8C8C-61E18674BB0B}"/>
              </a:ext>
            </a:extLst>
          </p:cNvPr>
          <p:cNvSpPr txBox="1"/>
          <p:nvPr>
            <p:custDataLst>
              <p:tags r:id="rId4"/>
            </p:custDataLst>
          </p:nvPr>
        </p:nvSpPr>
        <p:spPr>
          <a:xfrm>
            <a:off x="7643459" y="4247915"/>
            <a:ext cx="1168143" cy="3693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Re-sub: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 Early Jun. 2024 </a:t>
            </a:r>
          </a:p>
        </p:txBody>
      </p:sp>
      <p:sp>
        <p:nvSpPr>
          <p:cNvPr id="15" name="等腰三角形 14">
            <a:extLst>
              <a:ext uri="{FF2B5EF4-FFF2-40B4-BE49-F238E27FC236}">
                <a16:creationId xmlns:a16="http://schemas.microsoft.com/office/drawing/2014/main" id="{EC951892-09FB-8F87-0FC0-9045CBFEC938}"/>
              </a:ext>
            </a:extLst>
          </p:cNvPr>
          <p:cNvSpPr/>
          <p:nvPr/>
        </p:nvSpPr>
        <p:spPr bwMode="gray">
          <a:xfrm>
            <a:off x="7968908" y="4126685"/>
            <a:ext cx="118635" cy="109031"/>
          </a:xfrm>
          <a:prstGeom prst="triangle">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 name="五角星 55">
            <a:extLst>
              <a:ext uri="{FF2B5EF4-FFF2-40B4-BE49-F238E27FC236}">
                <a16:creationId xmlns:a16="http://schemas.microsoft.com/office/drawing/2014/main" id="{35496A85-4265-7670-8C96-F5218F43E433}"/>
              </a:ext>
            </a:extLst>
          </p:cNvPr>
          <p:cNvSpPr/>
          <p:nvPr/>
        </p:nvSpPr>
        <p:spPr bwMode="auto">
          <a:xfrm>
            <a:off x="10267920" y="4166637"/>
            <a:ext cx="121379" cy="124915"/>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0000"/>
              </a:solidFill>
              <a:effectLst/>
              <a:uLnTx/>
              <a:uFillTx/>
              <a:latin typeface="等线" panose="020F0502020204030204"/>
              <a:ea typeface="黑体" panose="02010609060101010101" pitchFamily="49" charset="-122"/>
              <a:cs typeface="+mn-cs"/>
            </a:endParaRPr>
          </a:p>
        </p:txBody>
      </p:sp>
      <p:sp>
        <p:nvSpPr>
          <p:cNvPr id="22" name="文本框 46">
            <a:extLst>
              <a:ext uri="{FF2B5EF4-FFF2-40B4-BE49-F238E27FC236}">
                <a16:creationId xmlns:a16="http://schemas.microsoft.com/office/drawing/2014/main" id="{9B217250-79A0-EFD5-52D7-8EB22BFBDC8E}"/>
              </a:ext>
            </a:extLst>
          </p:cNvPr>
          <p:cNvSpPr txBox="1"/>
          <p:nvPr/>
        </p:nvSpPr>
        <p:spPr>
          <a:xfrm>
            <a:off x="9755333" y="4291552"/>
            <a:ext cx="126793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Variation App.</a:t>
            </a:r>
          </a:p>
        </p:txBody>
      </p:sp>
      <p:sp>
        <p:nvSpPr>
          <p:cNvPr id="23" name="文本框 22">
            <a:extLst>
              <a:ext uri="{FF2B5EF4-FFF2-40B4-BE49-F238E27FC236}">
                <a16:creationId xmlns:a16="http://schemas.microsoft.com/office/drawing/2014/main" id="{34818A5F-6334-70A1-159D-92004599D2FA}"/>
              </a:ext>
            </a:extLst>
          </p:cNvPr>
          <p:cNvSpPr txBox="1"/>
          <p:nvPr/>
        </p:nvSpPr>
        <p:spPr>
          <a:xfrm>
            <a:off x="9648053" y="2348165"/>
            <a:ext cx="2257397"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rPr>
              <a:t>Aug. 2024 (if</a:t>
            </a:r>
            <a:r>
              <a:rPr kumimoji="0" lang="zh-CN" altLang="en-US" sz="1200" b="1" i="0" u="none" strike="noStrike" kern="1200" cap="none" spc="0" normalizeH="0" baseline="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rPr>
              <a:t> </a:t>
            </a:r>
            <a:r>
              <a:rPr kumimoji="0" lang="en-US" altLang="zh-CN" sz="1200" b="1" i="0" u="none" strike="noStrike" kern="1200" cap="none" spc="0" normalizeH="0" baseline="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rPr>
              <a:t>no</a:t>
            </a:r>
            <a:r>
              <a:rPr kumimoji="0" lang="zh-CN" altLang="en-US" sz="1200" b="1" i="0" u="none" strike="noStrike" kern="1200" cap="none" spc="0" normalizeH="0" baseline="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rPr>
              <a:t> </a:t>
            </a:r>
            <a:r>
              <a:rPr kumimoji="0" lang="en-US" altLang="zh-CN" sz="1200" b="1" i="0" u="none" strike="noStrike" kern="1200" cap="none" spc="0" normalizeH="0" baseline="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rPr>
              <a:t>formal queries)</a:t>
            </a:r>
            <a:endParaRPr kumimoji="0" lang="en-US" altLang="zh-CN" sz="1200" b="1" i="0" u="none" strike="noStrike" kern="1200" cap="none" spc="0" normalizeH="0" baseline="30000" noProof="0">
              <a:ln>
                <a:noFill/>
              </a:ln>
              <a:solidFill>
                <a:srgbClr val="00B050"/>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27" name="文本框 26">
            <a:extLst>
              <a:ext uri="{FF2B5EF4-FFF2-40B4-BE49-F238E27FC236}">
                <a16:creationId xmlns:a16="http://schemas.microsoft.com/office/drawing/2014/main" id="{FAFB15D0-EA4B-16D0-505E-BF17E38445F1}"/>
              </a:ext>
            </a:extLst>
          </p:cNvPr>
          <p:cNvSpPr txBox="1"/>
          <p:nvPr/>
        </p:nvSpPr>
        <p:spPr bwMode="gray">
          <a:xfrm>
            <a:off x="10389299" y="3852429"/>
            <a:ext cx="171203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Best case</a:t>
            </a:r>
            <a:r>
              <a:rPr kumimoji="0" lang="en-US" altLang="zh-CN" sz="1200" b="1" i="0" u="none" strike="noStrike" kern="1200" cap="none" spc="0" normalizeH="0" baseline="30000" noProof="0">
                <a:ln>
                  <a:noFill/>
                </a:ln>
                <a:solidFill>
                  <a:prstClr val="black"/>
                </a:solidFill>
                <a:effectLst/>
                <a:uLnTx/>
                <a:uFillTx/>
                <a:latin typeface="等线" panose="020F0502020204030204"/>
                <a:ea typeface="等线" panose="02010600030101010101" pitchFamily="2" charset="-122"/>
                <a:cs typeface="+mn-cs"/>
              </a:rPr>
              <a:t>2</a:t>
            </a:r>
            <a:r>
              <a:rPr kumimoji="0" lang="zh-CN" altLang="en-US" sz="12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r>
              <a:rPr kumimoji="0" lang="en-US" altLang="zh-CN" sz="12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Oct. 2024</a:t>
            </a:r>
            <a:endParaRPr kumimoji="0" lang="en-US" altLang="zh-CN" sz="1200" b="1" i="0" u="none" strike="noStrike" kern="1200" cap="none" spc="0" normalizeH="0" baseline="30000" noProof="0">
              <a:ln>
                <a:noFill/>
              </a:ln>
              <a:solidFill>
                <a:prstClr val="black"/>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8849DBD9-66B1-14AF-331C-6031157710BA}"/>
              </a:ext>
            </a:extLst>
          </p:cNvPr>
          <p:cNvSpPr txBox="1"/>
          <p:nvPr/>
        </p:nvSpPr>
        <p:spPr bwMode="gray">
          <a:xfrm>
            <a:off x="7704442" y="5212512"/>
            <a:ext cx="4204193" cy="926344"/>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40000"/>
              </a:lnSpc>
              <a:spcBef>
                <a:spcPts val="0"/>
              </a:spcBef>
              <a:spcAft>
                <a:spcPts val="0"/>
              </a:spcAft>
              <a:buClrTx/>
              <a:buSzTx/>
              <a:buFontTx/>
              <a:buAutoNum type="arabicPeriod"/>
              <a:tabLst/>
              <a:defRPr/>
            </a:pPr>
            <a:r>
              <a:rPr kumimoji="0" lang="en-US" altLang="zh-CN" sz="1100" b="1" i="1"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No GCP inspection is expected. </a:t>
            </a:r>
          </a:p>
          <a:p>
            <a:pPr marL="228600" marR="0" lvl="0" indent="-228600" algn="l" defTabSz="914400" rtl="0" eaLnBrk="1" fontAlgn="auto" latinLnBrk="0" hangingPunct="1">
              <a:lnSpc>
                <a:spcPct val="140000"/>
              </a:lnSpc>
              <a:spcBef>
                <a:spcPts val="0"/>
              </a:spcBef>
              <a:spcAft>
                <a:spcPts val="0"/>
              </a:spcAft>
              <a:buClrTx/>
              <a:buSzTx/>
              <a:buFontTx/>
              <a:buAutoNum type="arabicPeriod"/>
              <a:tabLst/>
              <a:defRPr/>
            </a:pPr>
            <a:r>
              <a:rPr kumimoji="0" lang="en-US" altLang="zh-CN" sz="1100" b="1" i="1"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Best case: If no formal deficiency letter issued, no panel meeting or CDE internal meetings required,  approval is expected in Oct 2024. </a:t>
            </a:r>
          </a:p>
        </p:txBody>
      </p:sp>
      <p:sp>
        <p:nvSpPr>
          <p:cNvPr id="12" name="星形: 四角 11">
            <a:extLst>
              <a:ext uri="{FF2B5EF4-FFF2-40B4-BE49-F238E27FC236}">
                <a16:creationId xmlns:a16="http://schemas.microsoft.com/office/drawing/2014/main" id="{09337A17-A3D3-7D5C-DB78-9FAE688E217C}"/>
              </a:ext>
            </a:extLst>
          </p:cNvPr>
          <p:cNvSpPr/>
          <p:nvPr/>
        </p:nvSpPr>
        <p:spPr bwMode="gray">
          <a:xfrm>
            <a:off x="7472865" y="3741626"/>
            <a:ext cx="313509" cy="460123"/>
          </a:xfrm>
          <a:prstGeom prst="star4">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46">
            <a:extLst>
              <a:ext uri="{FF2B5EF4-FFF2-40B4-BE49-F238E27FC236}">
                <a16:creationId xmlns:a16="http://schemas.microsoft.com/office/drawing/2014/main" id="{14DE788F-B798-AD9B-2B13-210A2208B6A9}"/>
              </a:ext>
            </a:extLst>
          </p:cNvPr>
          <p:cNvSpPr txBox="1"/>
          <p:nvPr/>
        </p:nvSpPr>
        <p:spPr>
          <a:xfrm>
            <a:off x="6683956" y="4201749"/>
            <a:ext cx="126793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Withdraw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Apr 24</a:t>
            </a:r>
            <a:r>
              <a:rPr kumimoji="0" lang="en-US" altLang="zh-CN" sz="1200" b="1" i="0" u="none" strike="noStrike" kern="1200" cap="none" spc="0" normalizeH="0" baseline="3000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th</a:t>
            </a:r>
            <a:r>
              <a:rPr kumimoji="0" lang="en-US" altLang="zh-CN" sz="1200" b="1" i="0" u="none" strike="noStrike" kern="1200" cap="none" spc="0" normalizeH="0" baseline="0" noProof="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 </a:t>
            </a:r>
          </a:p>
        </p:txBody>
      </p:sp>
      <p:sp>
        <p:nvSpPr>
          <p:cNvPr id="19" name="文本框 18">
            <a:extLst>
              <a:ext uri="{FF2B5EF4-FFF2-40B4-BE49-F238E27FC236}">
                <a16:creationId xmlns:a16="http://schemas.microsoft.com/office/drawing/2014/main" id="{55E06761-96F3-4E1E-A528-77CAB9C4E823}"/>
              </a:ext>
            </a:extLst>
          </p:cNvPr>
          <p:cNvSpPr txBox="1"/>
          <p:nvPr/>
        </p:nvSpPr>
        <p:spPr bwMode="gray">
          <a:xfrm>
            <a:off x="174621" y="2322928"/>
            <a:ext cx="1168143" cy="274178"/>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Original Plan</a:t>
            </a:r>
            <a:endParaRPr kumimoji="0" lang="zh-CN" altLang="en-US" sz="1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 name="文本框 19">
            <a:extLst>
              <a:ext uri="{FF2B5EF4-FFF2-40B4-BE49-F238E27FC236}">
                <a16:creationId xmlns:a16="http://schemas.microsoft.com/office/drawing/2014/main" id="{57A4FCDA-DEAF-3027-991B-2CBE00C4354D}"/>
              </a:ext>
            </a:extLst>
          </p:cNvPr>
          <p:cNvSpPr txBox="1"/>
          <p:nvPr/>
        </p:nvSpPr>
        <p:spPr bwMode="gray">
          <a:xfrm>
            <a:off x="166832" y="4101542"/>
            <a:ext cx="1183719" cy="274178"/>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Current Plan</a:t>
            </a:r>
            <a:endParaRPr kumimoji="0" lang="zh-CN" altLang="en-US" sz="1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310036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AD0AFF8-BBA1-797F-079B-64CB8DCEAC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pic>
        <p:nvPicPr>
          <p:cNvPr id="1026" name="Picture 4">
            <a:extLst>
              <a:ext uri="{FF2B5EF4-FFF2-40B4-BE49-F238E27FC236}">
                <a16:creationId xmlns:a16="http://schemas.microsoft.com/office/drawing/2014/main" id="{1DFB34FE-81F6-F3C0-4998-CF316CD81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 y="1071563"/>
            <a:ext cx="11191061"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83743A5D-2A05-2DB4-D88C-BD4B895FA4C1}"/>
              </a:ext>
            </a:extLst>
          </p:cNvPr>
          <p:cNvSpPr txBox="1"/>
          <p:nvPr/>
        </p:nvSpPr>
        <p:spPr bwMode="gray">
          <a:xfrm>
            <a:off x="266699" y="301109"/>
            <a:ext cx="1011827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rPr>
              <a:t>Actilyse resubmission clinical overview 2.0 timeline </a:t>
            </a:r>
            <a:r>
              <a:rPr kumimoji="0" lang="en-US" altLang="zh-CN"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rPr>
              <a:t>(BACKUP)</a:t>
            </a:r>
            <a:endParaRPr kumimoji="0" lang="zh-CN" altLang="en-US"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endParaRPr>
          </a:p>
        </p:txBody>
      </p:sp>
    </p:spTree>
    <p:extLst>
      <p:ext uri="{BB962C8B-B14F-4D97-AF65-F5344CB8AC3E}">
        <p14:creationId xmlns:p14="http://schemas.microsoft.com/office/powerpoint/2010/main" val="3681688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ltLang="zh-CN" b="1"/>
              <a:t>Survodutide (GLP-1/GCGR dual agonist) </a:t>
            </a:r>
            <a:r>
              <a:rPr lang="en-US" b="1"/>
              <a:t>Projects</a:t>
            </a:r>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7</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2543445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166537" y="1143000"/>
          <a:ext cx="10559707" cy="685800"/>
        </p:xfrm>
        <a:graphic>
          <a:graphicData uri="http://schemas.openxmlformats.org/drawingml/2006/table">
            <a:tbl>
              <a:tblPr firstRow="1" bandRow="1"/>
              <a:tblGrid>
                <a:gridCol w="518267">
                  <a:extLst>
                    <a:ext uri="{9D8B030D-6E8A-4147-A177-3AD203B41FA5}">
                      <a16:colId xmlns:a16="http://schemas.microsoft.com/office/drawing/2014/main" val="1064917641"/>
                    </a:ext>
                  </a:extLst>
                </a:gridCol>
                <a:gridCol w="518267">
                  <a:extLst>
                    <a:ext uri="{9D8B030D-6E8A-4147-A177-3AD203B41FA5}">
                      <a16:colId xmlns:a16="http://schemas.microsoft.com/office/drawing/2014/main" val="4221117315"/>
                    </a:ext>
                  </a:extLst>
                </a:gridCol>
                <a:gridCol w="518267">
                  <a:extLst>
                    <a:ext uri="{9D8B030D-6E8A-4147-A177-3AD203B41FA5}">
                      <a16:colId xmlns:a16="http://schemas.microsoft.com/office/drawing/2014/main" val="3266065341"/>
                    </a:ext>
                  </a:extLst>
                </a:gridCol>
                <a:gridCol w="518267">
                  <a:extLst>
                    <a:ext uri="{9D8B030D-6E8A-4147-A177-3AD203B41FA5}">
                      <a16:colId xmlns:a16="http://schemas.microsoft.com/office/drawing/2014/main" val="2374051224"/>
                    </a:ext>
                  </a:extLst>
                </a:gridCol>
                <a:gridCol w="566864">
                  <a:extLst>
                    <a:ext uri="{9D8B030D-6E8A-4147-A177-3AD203B41FA5}">
                      <a16:colId xmlns:a16="http://schemas.microsoft.com/office/drawing/2014/main" val="1840388365"/>
                    </a:ext>
                  </a:extLst>
                </a:gridCol>
                <a:gridCol w="527985">
                  <a:extLst>
                    <a:ext uri="{9D8B030D-6E8A-4147-A177-3AD203B41FA5}">
                      <a16:colId xmlns:a16="http://schemas.microsoft.com/office/drawing/2014/main" val="1916737696"/>
                    </a:ext>
                  </a:extLst>
                </a:gridCol>
                <a:gridCol w="527985">
                  <a:extLst>
                    <a:ext uri="{9D8B030D-6E8A-4147-A177-3AD203B41FA5}">
                      <a16:colId xmlns:a16="http://schemas.microsoft.com/office/drawing/2014/main" val="267750830"/>
                    </a:ext>
                  </a:extLst>
                </a:gridCol>
                <a:gridCol w="527985">
                  <a:extLst>
                    <a:ext uri="{9D8B030D-6E8A-4147-A177-3AD203B41FA5}">
                      <a16:colId xmlns:a16="http://schemas.microsoft.com/office/drawing/2014/main" val="676677274"/>
                    </a:ext>
                  </a:extLst>
                </a:gridCol>
                <a:gridCol w="527985">
                  <a:extLst>
                    <a:ext uri="{9D8B030D-6E8A-4147-A177-3AD203B41FA5}">
                      <a16:colId xmlns:a16="http://schemas.microsoft.com/office/drawing/2014/main" val="3966469970"/>
                    </a:ext>
                  </a:extLst>
                </a:gridCol>
                <a:gridCol w="527985">
                  <a:extLst>
                    <a:ext uri="{9D8B030D-6E8A-4147-A177-3AD203B41FA5}">
                      <a16:colId xmlns:a16="http://schemas.microsoft.com/office/drawing/2014/main" val="1780112805"/>
                    </a:ext>
                  </a:extLst>
                </a:gridCol>
                <a:gridCol w="527985">
                  <a:extLst>
                    <a:ext uri="{9D8B030D-6E8A-4147-A177-3AD203B41FA5}">
                      <a16:colId xmlns:a16="http://schemas.microsoft.com/office/drawing/2014/main" val="2522973146"/>
                    </a:ext>
                  </a:extLst>
                </a:gridCol>
                <a:gridCol w="527985">
                  <a:extLst>
                    <a:ext uri="{9D8B030D-6E8A-4147-A177-3AD203B41FA5}">
                      <a16:colId xmlns:a16="http://schemas.microsoft.com/office/drawing/2014/main" val="2828037664"/>
                    </a:ext>
                  </a:extLst>
                </a:gridCol>
                <a:gridCol w="527985">
                  <a:extLst>
                    <a:ext uri="{9D8B030D-6E8A-4147-A177-3AD203B41FA5}">
                      <a16:colId xmlns:a16="http://schemas.microsoft.com/office/drawing/2014/main" val="4229858754"/>
                    </a:ext>
                  </a:extLst>
                </a:gridCol>
                <a:gridCol w="527985">
                  <a:extLst>
                    <a:ext uri="{9D8B030D-6E8A-4147-A177-3AD203B41FA5}">
                      <a16:colId xmlns:a16="http://schemas.microsoft.com/office/drawing/2014/main" val="477917424"/>
                    </a:ext>
                  </a:extLst>
                </a:gridCol>
                <a:gridCol w="527985">
                  <a:extLst>
                    <a:ext uri="{9D8B030D-6E8A-4147-A177-3AD203B41FA5}">
                      <a16:colId xmlns:a16="http://schemas.microsoft.com/office/drawing/2014/main" val="3049670565"/>
                    </a:ext>
                  </a:extLst>
                </a:gridCol>
                <a:gridCol w="527985">
                  <a:extLst>
                    <a:ext uri="{9D8B030D-6E8A-4147-A177-3AD203B41FA5}">
                      <a16:colId xmlns:a16="http://schemas.microsoft.com/office/drawing/2014/main" val="679641061"/>
                    </a:ext>
                  </a:extLst>
                </a:gridCol>
                <a:gridCol w="527985">
                  <a:extLst>
                    <a:ext uri="{9D8B030D-6E8A-4147-A177-3AD203B41FA5}">
                      <a16:colId xmlns:a16="http://schemas.microsoft.com/office/drawing/2014/main" val="2564818166"/>
                    </a:ext>
                  </a:extLst>
                </a:gridCol>
                <a:gridCol w="527985">
                  <a:extLst>
                    <a:ext uri="{9D8B030D-6E8A-4147-A177-3AD203B41FA5}">
                      <a16:colId xmlns:a16="http://schemas.microsoft.com/office/drawing/2014/main" val="27647923"/>
                    </a:ext>
                  </a:extLst>
                </a:gridCol>
                <a:gridCol w="527985">
                  <a:extLst>
                    <a:ext uri="{9D8B030D-6E8A-4147-A177-3AD203B41FA5}">
                      <a16:colId xmlns:a16="http://schemas.microsoft.com/office/drawing/2014/main" val="1813513822"/>
                    </a:ext>
                  </a:extLst>
                </a:gridCol>
                <a:gridCol w="527985">
                  <a:extLst>
                    <a:ext uri="{9D8B030D-6E8A-4147-A177-3AD203B41FA5}">
                      <a16:colId xmlns:a16="http://schemas.microsoft.com/office/drawing/2014/main" val="3281359632"/>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Q2</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Q4</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2" name="Isosceles Triangle 1"/>
          <p:cNvSpPr/>
          <p:nvPr/>
        </p:nvSpPr>
        <p:spPr>
          <a:xfrm rot="16200000" flipH="1">
            <a:off x="726045" y="13644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129" name="Isosceles Triangle 128"/>
          <p:cNvSpPr/>
          <p:nvPr/>
        </p:nvSpPr>
        <p:spPr>
          <a:xfrm rot="5400000">
            <a:off x="11515718" y="135352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cxnSp>
        <p:nvCxnSpPr>
          <p:cNvPr id="81"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30480" y="304048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pSp>
        <p:nvGrpSpPr>
          <p:cNvPr id="10" name="组合 9">
            <a:extLst>
              <a:ext uri="{FF2B5EF4-FFF2-40B4-BE49-F238E27FC236}">
                <a16:creationId xmlns:a16="http://schemas.microsoft.com/office/drawing/2014/main" id="{87284D00-9832-467B-B5C7-95C96A496C28}"/>
              </a:ext>
            </a:extLst>
          </p:cNvPr>
          <p:cNvGrpSpPr/>
          <p:nvPr/>
        </p:nvGrpSpPr>
        <p:grpSpPr>
          <a:xfrm>
            <a:off x="16028" y="1669021"/>
            <a:ext cx="1013461" cy="388379"/>
            <a:chOff x="16026" y="1475391"/>
            <a:chExt cx="1078255" cy="447229"/>
          </a:xfrm>
        </p:grpSpPr>
        <p:sp>
          <p:nvSpPr>
            <p:cNvPr id="113" name="Freeform: Shape 147">
              <a:extLst>
                <a:ext uri="{FF2B5EF4-FFF2-40B4-BE49-F238E27FC236}">
                  <a16:creationId xmlns:a16="http://schemas.microsoft.com/office/drawing/2014/main" id="{469F5FF1-4B8E-465D-97EF-9CE5D974FE0D}"/>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0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114" name="Oval 4">
              <a:extLst>
                <a:ext uri="{FF2B5EF4-FFF2-40B4-BE49-F238E27FC236}">
                  <a16:creationId xmlns:a16="http://schemas.microsoft.com/office/drawing/2014/main" id="{1629834C-75E8-4773-BA88-2CA38E81E009}"/>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15" name="Rectangle: Rounded Corners 116">
              <a:extLst>
                <a:ext uri="{FF2B5EF4-FFF2-40B4-BE49-F238E27FC236}">
                  <a16:creationId xmlns:a16="http://schemas.microsoft.com/office/drawing/2014/main" id="{85DDDECC-056A-4A99-8642-D99AB653A4E9}"/>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116"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组合 13">
            <a:extLst>
              <a:ext uri="{FF2B5EF4-FFF2-40B4-BE49-F238E27FC236}">
                <a16:creationId xmlns:a16="http://schemas.microsoft.com/office/drawing/2014/main" id="{8E4F9132-9958-4938-8610-DD9A8E39B15A}"/>
              </a:ext>
            </a:extLst>
          </p:cNvPr>
          <p:cNvGrpSpPr/>
          <p:nvPr/>
        </p:nvGrpSpPr>
        <p:grpSpPr>
          <a:xfrm>
            <a:off x="30195" y="3084556"/>
            <a:ext cx="999295" cy="388377"/>
            <a:chOff x="0" y="3230959"/>
            <a:chExt cx="1078256" cy="447229"/>
          </a:xfrm>
        </p:grpSpPr>
        <p:grpSp>
          <p:nvGrpSpPr>
            <p:cNvPr id="15" name="Group 14">
              <a:extLst>
                <a:ext uri="{FF2B5EF4-FFF2-40B4-BE49-F238E27FC236}">
                  <a16:creationId xmlns:a16="http://schemas.microsoft.com/office/drawing/2014/main" id="{B3186A6E-2E58-45BD-91DF-817525852692}"/>
                </a:ext>
              </a:extLst>
            </p:cNvPr>
            <p:cNvGrpSpPr/>
            <p:nvPr/>
          </p:nvGrpSpPr>
          <p:grpSpPr>
            <a:xfrm>
              <a:off x="0" y="3230959"/>
              <a:ext cx="1078256" cy="447229"/>
              <a:chOff x="0" y="2654487"/>
              <a:chExt cx="808692" cy="335422"/>
            </a:xfrm>
          </p:grpSpPr>
          <p:sp>
            <p:nvSpPr>
              <p:cNvPr id="134" name="Freeform: Shape 152">
                <a:extLst>
                  <a:ext uri="{FF2B5EF4-FFF2-40B4-BE49-F238E27FC236}">
                    <a16:creationId xmlns:a16="http://schemas.microsoft.com/office/drawing/2014/main" id="{808EC121-D3B7-4E05-908F-C8EFBD0CB71E}"/>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35" name="Oval 134">
                <a:extLst>
                  <a:ext uri="{FF2B5EF4-FFF2-40B4-BE49-F238E27FC236}">
                    <a16:creationId xmlns:a16="http://schemas.microsoft.com/office/drawing/2014/main" id="{FEFADB89-8F35-407D-93F6-37544172D655}"/>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36" name="Rectangle: Rounded Corners 116">
                <a:extLst>
                  <a:ext uri="{FF2B5EF4-FFF2-40B4-BE49-F238E27FC236}">
                    <a16:creationId xmlns:a16="http://schemas.microsoft.com/office/drawing/2014/main" id="{07FF067D-CE54-4150-AA18-A64493FAA508}"/>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38"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5">
            <a:extLst>
              <a:ext uri="{FF2B5EF4-FFF2-40B4-BE49-F238E27FC236}">
                <a16:creationId xmlns:a16="http://schemas.microsoft.com/office/drawing/2014/main" id="{F9BCA914-7BB9-4AC7-AA9C-7B23081EE5CE}"/>
              </a:ext>
            </a:extLst>
          </p:cNvPr>
          <p:cNvGrpSpPr/>
          <p:nvPr/>
        </p:nvGrpSpPr>
        <p:grpSpPr>
          <a:xfrm>
            <a:off x="9763453" y="1855798"/>
            <a:ext cx="1056643" cy="615664"/>
            <a:chOff x="9807568" y="2333923"/>
            <a:chExt cx="1056642" cy="615663"/>
          </a:xfrm>
        </p:grpSpPr>
        <p:sp>
          <p:nvSpPr>
            <p:cNvPr id="102" name="五角星 55"/>
            <p:cNvSpPr/>
            <p:nvPr/>
          </p:nvSpPr>
          <p:spPr bwMode="auto">
            <a:xfrm>
              <a:off x="10209835" y="2333923"/>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203864"/>
                </a:solidFill>
              </a:endParaRPr>
            </a:p>
          </p:txBody>
        </p:sp>
        <p:sp>
          <p:nvSpPr>
            <p:cNvPr id="95" name="OTLSHAPE_M_39ea6ebc19a94c9fab6ef5006c31df58_Title">
              <a:extLst>
                <a:ext uri="{FF2B5EF4-FFF2-40B4-BE49-F238E27FC236}">
                  <a16:creationId xmlns:a16="http://schemas.microsoft.com/office/drawing/2014/main" id="{90B8C819-3C78-4A88-A866-5DA965418DB0}"/>
                </a:ext>
              </a:extLst>
            </p:cNvPr>
            <p:cNvSpPr txBox="1"/>
            <p:nvPr>
              <p:custDataLst>
                <p:tags r:id="rId41"/>
              </p:custDataLst>
            </p:nvPr>
          </p:nvSpPr>
          <p:spPr>
            <a:xfrm>
              <a:off x="9807568" y="2559800"/>
              <a:ext cx="1056642" cy="389786"/>
            </a:xfrm>
            <a:prstGeom prst="rect">
              <a:avLst/>
            </a:prstGeom>
            <a:noFill/>
          </p:spPr>
          <p:txBody>
            <a:bodyPr vert="horz" wrap="square" lIns="0" tIns="0" rIns="0" bIns="0" rtlCol="0" anchor="ctr" anchorCtr="0">
              <a:spAutoFit/>
            </a:bodyPr>
            <a:lstStyle/>
            <a:p>
              <a:pPr algn="ctr"/>
              <a:r>
                <a:rPr lang="en-US" altLang="zh-CN" sz="800" b="1">
                  <a:solidFill>
                    <a:srgbClr val="203864"/>
                  </a:solidFill>
                  <a:latin typeface="Calibri" panose="020F0502020204030204" pitchFamily="34" charset="0"/>
                  <a:cs typeface="Calibri" panose="020F0502020204030204" pitchFamily="34" charset="0"/>
                </a:rPr>
                <a:t>26 Jul 2027</a:t>
              </a:r>
            </a:p>
            <a:p>
              <a:pPr algn="ctr"/>
              <a:r>
                <a:rPr lang="en-US" altLang="zh-CN" sz="800" b="1">
                  <a:solidFill>
                    <a:srgbClr val="203864"/>
                  </a:solidFill>
                  <a:latin typeface="Calibri" panose="020F0502020204030204" pitchFamily="34" charset="0"/>
                  <a:cs typeface="Calibri" panose="020F0502020204030204" pitchFamily="34" charset="0"/>
                </a:rPr>
                <a:t>US approval</a:t>
              </a:r>
            </a:p>
            <a:p>
              <a:pPr algn="ctr"/>
              <a:endParaRPr lang="en-US" altLang="zh-CN" sz="933" b="1">
                <a:solidFill>
                  <a:srgbClr val="203864"/>
                </a:solidFill>
                <a:latin typeface="Calibri" panose="020F0502020204030204" pitchFamily="34" charset="0"/>
                <a:cs typeface="Calibri" panose="020F0502020204030204" pitchFamily="34" charset="0"/>
              </a:endParaRPr>
            </a:p>
          </p:txBody>
        </p:sp>
      </p:grpSp>
      <p:grpSp>
        <p:nvGrpSpPr>
          <p:cNvPr id="5" name="组合 4">
            <a:extLst>
              <a:ext uri="{FF2B5EF4-FFF2-40B4-BE49-F238E27FC236}">
                <a16:creationId xmlns:a16="http://schemas.microsoft.com/office/drawing/2014/main" id="{C911E4A5-C228-4645-8A56-EB0CF3F8A295}"/>
              </a:ext>
            </a:extLst>
          </p:cNvPr>
          <p:cNvGrpSpPr/>
          <p:nvPr/>
        </p:nvGrpSpPr>
        <p:grpSpPr>
          <a:xfrm>
            <a:off x="8453155" y="1990307"/>
            <a:ext cx="746410" cy="409368"/>
            <a:chOff x="8416072" y="1787096"/>
            <a:chExt cx="746412" cy="409368"/>
          </a:xfrm>
        </p:grpSpPr>
        <p:sp>
          <p:nvSpPr>
            <p:cNvPr id="225" name="OTLSHAPE_T_e17f3958430f4cff8650518c93c7635e_StartDate">
              <a:extLst>
                <a:ext uri="{FF2B5EF4-FFF2-40B4-BE49-F238E27FC236}">
                  <a16:creationId xmlns:a16="http://schemas.microsoft.com/office/drawing/2014/main" id="{66B72D49-72EA-4466-BBCB-474ADB480A4C}"/>
                </a:ext>
              </a:extLst>
            </p:cNvPr>
            <p:cNvSpPr txBox="1"/>
            <p:nvPr>
              <p:custDataLst>
                <p:tags r:id="rId40"/>
              </p:custDataLst>
            </p:nvPr>
          </p:nvSpPr>
          <p:spPr>
            <a:xfrm>
              <a:off x="8416072" y="1787096"/>
              <a:ext cx="746412" cy="123111"/>
            </a:xfrm>
            <a:prstGeom prst="rect">
              <a:avLst/>
            </a:prstGeom>
            <a:noFill/>
          </p:spPr>
          <p:txBody>
            <a:bodyPr vert="horz" wrap="square" lIns="0" tIns="0" rIns="0" bIns="0" rtlCol="0" anchor="ctr" anchorCtr="0">
              <a:spAutoFit/>
            </a:bodyPr>
            <a:lstStyle/>
            <a:p>
              <a:pPr algn="ctr"/>
              <a:r>
                <a:rPr lang="en-US" altLang="zh-CN" sz="800" b="1">
                  <a:solidFill>
                    <a:srgbClr val="203864"/>
                  </a:solidFill>
                  <a:latin typeface="Calibri" panose="020F0502020204030204" pitchFamily="34" charset="0"/>
                  <a:cs typeface="Calibri" panose="020F0502020204030204" pitchFamily="34" charset="0"/>
                </a:rPr>
                <a:t>26 Jul 2026</a:t>
              </a:r>
              <a:endParaRPr lang="zh-CN" altLang="en-US" sz="800" b="1">
                <a:solidFill>
                  <a:srgbClr val="203864"/>
                </a:solidFill>
                <a:latin typeface="Calibri" panose="020F0502020204030204" pitchFamily="34" charset="0"/>
                <a:cs typeface="Calibri" panose="020F0502020204030204" pitchFamily="34" charset="0"/>
              </a:endParaRPr>
            </a:p>
          </p:txBody>
        </p:sp>
        <p:sp>
          <p:nvSpPr>
            <p:cNvPr id="227" name="Rectangle 37">
              <a:extLst>
                <a:ext uri="{FF2B5EF4-FFF2-40B4-BE49-F238E27FC236}">
                  <a16:creationId xmlns:a16="http://schemas.microsoft.com/office/drawing/2014/main" id="{FE82B3E4-078D-4E0F-9633-06B05A75D69C}"/>
                </a:ext>
              </a:extLst>
            </p:cNvPr>
            <p:cNvSpPr/>
            <p:nvPr/>
          </p:nvSpPr>
          <p:spPr>
            <a:xfrm>
              <a:off x="8481788" y="1857910"/>
              <a:ext cx="574197" cy="338554"/>
            </a:xfrm>
            <a:prstGeom prst="rect">
              <a:avLst/>
            </a:prstGeom>
          </p:spPr>
          <p:txBody>
            <a:bodyPr wrap="none">
              <a:spAutoFit/>
            </a:bodyPr>
            <a:lstStyle/>
            <a:p>
              <a:pPr algn="ctr"/>
              <a:r>
                <a:rPr lang="en-US" altLang="zh-CN" sz="800" b="1">
                  <a:solidFill>
                    <a:srgbClr val="203864"/>
                  </a:solidFill>
                  <a:latin typeface="Calibri" panose="020F0502020204030204" pitchFamily="34" charset="0"/>
                  <a:cs typeface="Calibri" panose="020F0502020204030204" pitchFamily="34" charset="0"/>
                </a:rPr>
                <a:t>NDA sub </a:t>
              </a:r>
            </a:p>
            <a:p>
              <a:pPr algn="ctr"/>
              <a:endParaRPr lang="zh-CN" altLang="en-US" sz="800" b="1">
                <a:solidFill>
                  <a:srgbClr val="203864"/>
                </a:solidFill>
                <a:latin typeface="Calibri" panose="020F0502020204030204" pitchFamily="34" charset="0"/>
                <a:cs typeface="Calibri" panose="020F0502020204030204" pitchFamily="34" charset="0"/>
              </a:endParaRPr>
            </a:p>
          </p:txBody>
        </p:sp>
      </p:grpSp>
      <p:grpSp>
        <p:nvGrpSpPr>
          <p:cNvPr id="16" name="组合 15">
            <a:extLst>
              <a:ext uri="{FF2B5EF4-FFF2-40B4-BE49-F238E27FC236}">
                <a16:creationId xmlns:a16="http://schemas.microsoft.com/office/drawing/2014/main" id="{528D940B-43C7-4558-8A8B-062AB357E237}"/>
              </a:ext>
            </a:extLst>
          </p:cNvPr>
          <p:cNvGrpSpPr/>
          <p:nvPr/>
        </p:nvGrpSpPr>
        <p:grpSpPr>
          <a:xfrm>
            <a:off x="94417" y="1857457"/>
            <a:ext cx="8738763" cy="1131031"/>
            <a:chOff x="94416" y="1815964"/>
            <a:chExt cx="8738763" cy="1131031"/>
          </a:xfrm>
        </p:grpSpPr>
        <p:sp>
          <p:nvSpPr>
            <p:cNvPr id="72" name="TextBox 146"/>
            <p:cNvSpPr txBox="1"/>
            <p:nvPr/>
          </p:nvSpPr>
          <p:spPr>
            <a:xfrm>
              <a:off x="94416" y="2032499"/>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SYNCHRONIZE-1</a:t>
              </a:r>
            </a:p>
          </p:txBody>
        </p:sp>
        <p:sp>
          <p:nvSpPr>
            <p:cNvPr id="74" name="TextBox 146"/>
            <p:cNvSpPr txBox="1"/>
            <p:nvPr/>
          </p:nvSpPr>
          <p:spPr>
            <a:xfrm>
              <a:off x="94416" y="2357270"/>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SYNCHRONIZE-2</a:t>
              </a:r>
            </a:p>
          </p:txBody>
        </p:sp>
        <p:sp>
          <p:nvSpPr>
            <p:cNvPr id="82" name="TextBox 146"/>
            <p:cNvSpPr txBox="1"/>
            <p:nvPr/>
          </p:nvSpPr>
          <p:spPr>
            <a:xfrm>
              <a:off x="94416" y="2682037"/>
              <a:ext cx="720000" cy="24622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SYNCHRONIZE-CVOT</a:t>
              </a:r>
            </a:p>
          </p:txBody>
        </p:sp>
        <p:sp>
          <p:nvSpPr>
            <p:cNvPr id="177" name="TextBox 176">
              <a:extLst>
                <a:ext uri="{FF2B5EF4-FFF2-40B4-BE49-F238E27FC236}">
                  <a16:creationId xmlns:a16="http://schemas.microsoft.com/office/drawing/2014/main" id="{F7235E81-0FFA-4095-BDA9-219AD659BF81}"/>
                </a:ext>
              </a:extLst>
            </p:cNvPr>
            <p:cNvSpPr txBox="1"/>
            <p:nvPr/>
          </p:nvSpPr>
          <p:spPr>
            <a:xfrm>
              <a:off x="3996470" y="1849401"/>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Jul</a:t>
              </a:r>
              <a:r>
                <a:rPr lang="en-US" sz="800" b="1">
                  <a:solidFill>
                    <a:srgbClr val="203864"/>
                  </a:solidFill>
                  <a:latin typeface="Calibri" panose="020F0502020204030204" pitchFamily="34" charset="0"/>
                  <a:cs typeface="Calibri" panose="020F0502020204030204" pitchFamily="34" charset="0"/>
                </a:rPr>
                <a:t>/LS</a:t>
              </a:r>
              <a:r>
                <a:rPr lang="en-US" altLang="zh-CN" sz="800" b="1">
                  <a:solidFill>
                    <a:srgbClr val="203864"/>
                  </a:solidFill>
                  <a:latin typeface="Calibri" panose="020F0502020204030204" pitchFamily="34" charset="0"/>
                  <a:cs typeface="Calibri" panose="020F0502020204030204" pitchFamily="34" charset="0"/>
                </a:rPr>
                <a:t>R</a:t>
              </a:r>
              <a:endParaRPr lang="en-US" sz="800" b="1">
                <a:solidFill>
                  <a:srgbClr val="203864"/>
                </a:solidFill>
                <a:latin typeface="Calibri" panose="020F0502020204030204" pitchFamily="34" charset="0"/>
                <a:cs typeface="Calibri" panose="020F0502020204030204" pitchFamily="34" charset="0"/>
              </a:endParaRPr>
            </a:p>
          </p:txBody>
        </p:sp>
        <p:sp>
          <p:nvSpPr>
            <p:cNvPr id="226" name="OTLSHAPE_M_6b1a73d763be4fac8983a757de742681_Shape">
              <a:extLst>
                <a:ext uri="{FF2B5EF4-FFF2-40B4-BE49-F238E27FC236}">
                  <a16:creationId xmlns:a16="http://schemas.microsoft.com/office/drawing/2014/main" id="{54472A95-3527-4483-A454-2A6B85E4AF1C}"/>
                </a:ext>
              </a:extLst>
            </p:cNvPr>
            <p:cNvSpPr/>
            <p:nvPr>
              <p:custDataLst>
                <p:tags r:id="rId33"/>
              </p:custDataLst>
            </p:nvPr>
          </p:nvSpPr>
          <p:spPr>
            <a:xfrm>
              <a:off x="8689179" y="1815964"/>
              <a:ext cx="144000" cy="144000"/>
            </a:xfrm>
            <a:prstGeom prst="diamond">
              <a:avLst/>
            </a:prstGeom>
            <a:solidFill>
              <a:schemeClr val="accent2"/>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800">
                <a:solidFill>
                  <a:srgbClr val="203864"/>
                </a:solidFill>
                <a:latin typeface="Calibri" panose="020F0502020204030204" pitchFamily="34" charset="0"/>
                <a:cs typeface="Calibri" panose="020F0502020204030204" pitchFamily="34" charset="0"/>
              </a:endParaRPr>
            </a:p>
          </p:txBody>
        </p:sp>
        <p:sp>
          <p:nvSpPr>
            <p:cNvPr id="171" name="OTLSHAPE_T_e17f3958430f4cff8650518c93c7635e_Shape">
              <a:extLst>
                <a:ext uri="{FF2B5EF4-FFF2-40B4-BE49-F238E27FC236}">
                  <a16:creationId xmlns:a16="http://schemas.microsoft.com/office/drawing/2014/main" id="{F4EBF5DB-75B7-47C9-97E6-3A193A92FD22}"/>
                </a:ext>
              </a:extLst>
            </p:cNvPr>
            <p:cNvSpPr/>
            <p:nvPr>
              <p:custDataLst>
                <p:tags r:id="rId34"/>
              </p:custDataLst>
            </p:nvPr>
          </p:nvSpPr>
          <p:spPr bwMode="auto">
            <a:xfrm>
              <a:off x="3064665" y="1994605"/>
              <a:ext cx="1463040" cy="18699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Obesity w/o T2DM, N=600 (up to 850)</a:t>
              </a:r>
            </a:p>
          </p:txBody>
        </p:sp>
        <p:sp>
          <p:nvSpPr>
            <p:cNvPr id="139" name="OTLSHAPE_T_5a934a26f311425e8ebaa0f45e6533ad_Shape">
              <a:extLst>
                <a:ext uri="{FF2B5EF4-FFF2-40B4-BE49-F238E27FC236}">
                  <a16:creationId xmlns:a16="http://schemas.microsoft.com/office/drawing/2014/main" id="{3AADFD0C-E478-4702-BCAC-3DCA92863B0E}"/>
                </a:ext>
              </a:extLst>
            </p:cNvPr>
            <p:cNvSpPr/>
            <p:nvPr>
              <p:custDataLst>
                <p:tags r:id="rId35"/>
              </p:custDataLst>
            </p:nvPr>
          </p:nvSpPr>
          <p:spPr bwMode="auto">
            <a:xfrm>
              <a:off x="6307494" y="2655427"/>
              <a:ext cx="1920240" cy="143625"/>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57" name="Star: 4 Points 143">
              <a:extLst>
                <a:ext uri="{FF2B5EF4-FFF2-40B4-BE49-F238E27FC236}">
                  <a16:creationId xmlns:a16="http://schemas.microsoft.com/office/drawing/2014/main" id="{A3EC5C36-5E1F-446F-BF43-32E629CB6B49}"/>
                </a:ext>
              </a:extLst>
            </p:cNvPr>
            <p:cNvSpPr/>
            <p:nvPr/>
          </p:nvSpPr>
          <p:spPr bwMode="auto">
            <a:xfrm>
              <a:off x="8122841" y="2701569"/>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8" name="Star: 4 Points 143">
              <a:extLst>
                <a:ext uri="{FF2B5EF4-FFF2-40B4-BE49-F238E27FC236}">
                  <a16:creationId xmlns:a16="http://schemas.microsoft.com/office/drawing/2014/main" id="{7E19EE01-6D82-4BC6-BA0E-8395AB5A3251}"/>
                </a:ext>
              </a:extLst>
            </p:cNvPr>
            <p:cNvSpPr/>
            <p:nvPr/>
          </p:nvSpPr>
          <p:spPr bwMode="auto">
            <a:xfrm>
              <a:off x="6209118" y="264441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78" name="TextBox 177">
              <a:extLst>
                <a:ext uri="{FF2B5EF4-FFF2-40B4-BE49-F238E27FC236}">
                  <a16:creationId xmlns:a16="http://schemas.microsoft.com/office/drawing/2014/main" id="{287F5F38-28F5-419D-806F-AFB1B1E3C586}"/>
                </a:ext>
              </a:extLst>
            </p:cNvPr>
            <p:cNvSpPr txBox="1"/>
            <p:nvPr/>
          </p:nvSpPr>
          <p:spPr>
            <a:xfrm>
              <a:off x="5927071" y="2823884"/>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May</a:t>
              </a:r>
              <a:r>
                <a:rPr lang="en-US" sz="800" b="1">
                  <a:solidFill>
                    <a:srgbClr val="203864"/>
                  </a:solidFill>
                  <a:latin typeface="Calibri" panose="020F0502020204030204" pitchFamily="34" charset="0"/>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LSR</a:t>
              </a:r>
              <a:endParaRPr lang="en-US" sz="800" b="1">
                <a:solidFill>
                  <a:srgbClr val="203864"/>
                </a:solidFill>
                <a:latin typeface="Calibri" panose="020F0502020204030204" pitchFamily="34" charset="0"/>
                <a:cs typeface="Calibri" panose="020F0502020204030204" pitchFamily="34" charset="0"/>
              </a:endParaRPr>
            </a:p>
          </p:txBody>
        </p:sp>
        <p:sp>
          <p:nvSpPr>
            <p:cNvPr id="179" name="TextBox 178">
              <a:extLst>
                <a:ext uri="{FF2B5EF4-FFF2-40B4-BE49-F238E27FC236}">
                  <a16:creationId xmlns:a16="http://schemas.microsoft.com/office/drawing/2014/main" id="{78AD7E7B-0D93-44E7-A461-265545763924}"/>
                </a:ext>
              </a:extLst>
            </p:cNvPr>
            <p:cNvSpPr txBox="1"/>
            <p:nvPr/>
          </p:nvSpPr>
          <p:spPr>
            <a:xfrm>
              <a:off x="7896292" y="2461624"/>
              <a:ext cx="627645" cy="24622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30Apr</a:t>
              </a:r>
            </a:p>
            <a:p>
              <a:pPr algn="ctr" defTabSz="1625438"/>
              <a:r>
                <a:rPr lang="en-US" altLang="zh-CN" sz="800" b="1">
                  <a:solidFill>
                    <a:srgbClr val="203864"/>
                  </a:solidFill>
                  <a:latin typeface="Calibri" panose="020F0502020204030204" pitchFamily="34" charset="0"/>
                  <a:cs typeface="Calibri" panose="020F0502020204030204" pitchFamily="34" charset="0"/>
                </a:rPr>
                <a:t>/TLR</a:t>
              </a:r>
            </a:p>
          </p:txBody>
        </p:sp>
        <p:sp>
          <p:nvSpPr>
            <p:cNvPr id="176" name="OTLSHAPE_T_e17f3958430f4cff8650518c93c7635e_Shape">
              <a:extLst>
                <a:ext uri="{FF2B5EF4-FFF2-40B4-BE49-F238E27FC236}">
                  <a16:creationId xmlns:a16="http://schemas.microsoft.com/office/drawing/2014/main" id="{9996BC75-AED7-4C95-8473-FDC22EACC8C6}"/>
                </a:ext>
              </a:extLst>
            </p:cNvPr>
            <p:cNvSpPr/>
            <p:nvPr>
              <p:custDataLst>
                <p:tags r:id="rId36"/>
              </p:custDataLst>
            </p:nvPr>
          </p:nvSpPr>
          <p:spPr bwMode="auto">
            <a:xfrm>
              <a:off x="3064666" y="2644143"/>
              <a:ext cx="3242826" cy="146936"/>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Obesity with CV risk, N=4935 (up to 6000)</a:t>
              </a:r>
              <a:endParaRPr lang="en-US" altLang="zh-CN" sz="800" b="1" strike="sngStrike">
                <a:solidFill>
                  <a:srgbClr val="203864"/>
                </a:solidFill>
                <a:latin typeface="Calibri" panose="020F0502020204030204" pitchFamily="34" charset="0"/>
                <a:cs typeface="Calibri" panose="020F0502020204030204" pitchFamily="34" charset="0"/>
              </a:endParaRPr>
            </a:p>
          </p:txBody>
        </p:sp>
        <p:sp>
          <p:nvSpPr>
            <p:cNvPr id="180" name="TextBox 179">
              <a:extLst>
                <a:ext uri="{FF2B5EF4-FFF2-40B4-BE49-F238E27FC236}">
                  <a16:creationId xmlns:a16="http://schemas.microsoft.com/office/drawing/2014/main" id="{C36AD114-1EFF-4823-BF5A-4400FF1D5F0E}"/>
                </a:ext>
              </a:extLst>
            </p:cNvPr>
            <p:cNvSpPr txBox="1"/>
            <p:nvPr/>
          </p:nvSpPr>
          <p:spPr>
            <a:xfrm>
              <a:off x="2762586" y="1849401"/>
              <a:ext cx="609600"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25Nov/FSS</a:t>
              </a:r>
            </a:p>
          </p:txBody>
        </p:sp>
        <p:sp>
          <p:nvSpPr>
            <p:cNvPr id="156" name="OTLSHAPE_T_5a934a26f311425e8ebaa0f45e6533ad_Shape">
              <a:extLst>
                <a:ext uri="{FF2B5EF4-FFF2-40B4-BE49-F238E27FC236}">
                  <a16:creationId xmlns:a16="http://schemas.microsoft.com/office/drawing/2014/main" id="{17915A8F-7CD7-48C4-A19A-3D702BD4583C}"/>
                </a:ext>
              </a:extLst>
            </p:cNvPr>
            <p:cNvSpPr/>
            <p:nvPr>
              <p:custDataLst>
                <p:tags r:id="rId37"/>
              </p:custDataLst>
            </p:nvPr>
          </p:nvSpPr>
          <p:spPr bwMode="auto">
            <a:xfrm>
              <a:off x="4538291" y="2004598"/>
              <a:ext cx="3108960" cy="1888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70" name="Star: 4 Points 143">
              <a:extLst>
                <a:ext uri="{FF2B5EF4-FFF2-40B4-BE49-F238E27FC236}">
                  <a16:creationId xmlns:a16="http://schemas.microsoft.com/office/drawing/2014/main" id="{410ACF09-A8B3-40B0-A2E0-76E82BB72A46}"/>
                </a:ext>
              </a:extLst>
            </p:cNvPr>
            <p:cNvSpPr/>
            <p:nvPr/>
          </p:nvSpPr>
          <p:spPr bwMode="auto">
            <a:xfrm>
              <a:off x="4408430" y="209883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3" name="OTLSHAPE_T_5a934a26f311425e8ebaa0f45e6533ad_Shape">
              <a:extLst>
                <a:ext uri="{FF2B5EF4-FFF2-40B4-BE49-F238E27FC236}">
                  <a16:creationId xmlns:a16="http://schemas.microsoft.com/office/drawing/2014/main" id="{66EC4921-091C-46B4-B50F-57FA446630DE}"/>
                </a:ext>
              </a:extLst>
            </p:cNvPr>
            <p:cNvSpPr/>
            <p:nvPr>
              <p:custDataLst>
                <p:tags r:id="rId38"/>
              </p:custDataLst>
            </p:nvPr>
          </p:nvSpPr>
          <p:spPr bwMode="auto">
            <a:xfrm>
              <a:off x="4537104" y="2303603"/>
              <a:ext cx="3108960" cy="151875"/>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73" name="OTLSHAPE_T_e17f3958430f4cff8650518c93c7635e_Shape">
              <a:extLst>
                <a:ext uri="{FF2B5EF4-FFF2-40B4-BE49-F238E27FC236}">
                  <a16:creationId xmlns:a16="http://schemas.microsoft.com/office/drawing/2014/main" id="{9610C173-774E-4809-90E8-036956CB879A}"/>
                </a:ext>
              </a:extLst>
            </p:cNvPr>
            <p:cNvSpPr/>
            <p:nvPr>
              <p:custDataLst>
                <p:tags r:id="rId39"/>
              </p:custDataLst>
            </p:nvPr>
          </p:nvSpPr>
          <p:spPr bwMode="auto">
            <a:xfrm>
              <a:off x="3064668" y="2303603"/>
              <a:ext cx="1463036" cy="17677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de-DE" altLang="zh-CN" sz="800" b="1">
                  <a:solidFill>
                    <a:srgbClr val="203864"/>
                  </a:solidFill>
                  <a:latin typeface="Calibri" panose="020F0502020204030204" pitchFamily="34" charset="0"/>
                  <a:cs typeface="Calibri" panose="020F0502020204030204" pitchFamily="34" charset="0"/>
                </a:rPr>
                <a:t>Obesity with T2DM, N=600 (up to 850)</a:t>
              </a:r>
            </a:p>
          </p:txBody>
        </p:sp>
        <p:sp>
          <p:nvSpPr>
            <p:cNvPr id="161" name="Star: 4 Points 143">
              <a:extLst>
                <a:ext uri="{FF2B5EF4-FFF2-40B4-BE49-F238E27FC236}">
                  <a16:creationId xmlns:a16="http://schemas.microsoft.com/office/drawing/2014/main" id="{C25F8EEB-1E94-458E-B49E-CCC060014DCB}"/>
                </a:ext>
              </a:extLst>
            </p:cNvPr>
            <p:cNvSpPr/>
            <p:nvPr/>
          </p:nvSpPr>
          <p:spPr bwMode="auto">
            <a:xfrm>
              <a:off x="4406037" y="2442080"/>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1" name="Star: 4 Points 143">
              <a:extLst>
                <a:ext uri="{FF2B5EF4-FFF2-40B4-BE49-F238E27FC236}">
                  <a16:creationId xmlns:a16="http://schemas.microsoft.com/office/drawing/2014/main" id="{CF17B9B8-E45E-4432-9877-57BF9A920730}"/>
                </a:ext>
              </a:extLst>
            </p:cNvPr>
            <p:cNvSpPr/>
            <p:nvPr/>
          </p:nvSpPr>
          <p:spPr bwMode="auto">
            <a:xfrm>
              <a:off x="2968090" y="209883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4" name="Star: 4 Points 143">
              <a:extLst>
                <a:ext uri="{FF2B5EF4-FFF2-40B4-BE49-F238E27FC236}">
                  <a16:creationId xmlns:a16="http://schemas.microsoft.com/office/drawing/2014/main" id="{41156E56-7939-4DB4-9DCE-DDE2187AE2FC}"/>
                </a:ext>
              </a:extLst>
            </p:cNvPr>
            <p:cNvSpPr/>
            <p:nvPr/>
          </p:nvSpPr>
          <p:spPr bwMode="auto">
            <a:xfrm>
              <a:off x="7553306" y="209883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8" name="Star: 4 Points 143">
              <a:extLst>
                <a:ext uri="{FF2B5EF4-FFF2-40B4-BE49-F238E27FC236}">
                  <a16:creationId xmlns:a16="http://schemas.microsoft.com/office/drawing/2014/main" id="{26B65E49-67D1-4C91-8A8F-69550E5EB95A}"/>
                </a:ext>
              </a:extLst>
            </p:cNvPr>
            <p:cNvSpPr/>
            <p:nvPr/>
          </p:nvSpPr>
          <p:spPr bwMode="auto">
            <a:xfrm>
              <a:off x="2954988" y="2431361"/>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9" name="TextBox 158">
              <a:extLst>
                <a:ext uri="{FF2B5EF4-FFF2-40B4-BE49-F238E27FC236}">
                  <a16:creationId xmlns:a16="http://schemas.microsoft.com/office/drawing/2014/main" id="{8A4102C0-123C-43D3-BD33-BD758D9260DC}"/>
                </a:ext>
              </a:extLst>
            </p:cNvPr>
            <p:cNvSpPr txBox="1"/>
            <p:nvPr/>
          </p:nvSpPr>
          <p:spPr>
            <a:xfrm>
              <a:off x="7255363" y="1849401"/>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25Feb2026</a:t>
              </a:r>
              <a:r>
                <a:rPr lang="en-US" sz="800" b="1">
                  <a:solidFill>
                    <a:srgbClr val="203864"/>
                  </a:solidFill>
                  <a:latin typeface="Calibri" panose="020F0502020204030204" pitchFamily="34" charset="0"/>
                  <a:cs typeface="Calibri" panose="020F0502020204030204" pitchFamily="34" charset="0"/>
                </a:rPr>
                <a:t>/TLR</a:t>
              </a:r>
            </a:p>
          </p:txBody>
        </p:sp>
        <p:sp>
          <p:nvSpPr>
            <p:cNvPr id="124" name="Star: 4 Points 143">
              <a:extLst>
                <a:ext uri="{FF2B5EF4-FFF2-40B4-BE49-F238E27FC236}">
                  <a16:creationId xmlns:a16="http://schemas.microsoft.com/office/drawing/2014/main" id="{803ACDE2-E736-4889-930F-9D20FDBE28EF}"/>
                </a:ext>
              </a:extLst>
            </p:cNvPr>
            <p:cNvSpPr/>
            <p:nvPr/>
          </p:nvSpPr>
          <p:spPr bwMode="auto">
            <a:xfrm>
              <a:off x="7542050" y="2363655"/>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25" name="Star: 4 Points 143">
              <a:extLst>
                <a:ext uri="{FF2B5EF4-FFF2-40B4-BE49-F238E27FC236}">
                  <a16:creationId xmlns:a16="http://schemas.microsoft.com/office/drawing/2014/main" id="{11D68AB7-5C98-4234-A2D8-6C53239E7C0C}"/>
                </a:ext>
              </a:extLst>
            </p:cNvPr>
            <p:cNvSpPr/>
            <p:nvPr/>
          </p:nvSpPr>
          <p:spPr bwMode="auto">
            <a:xfrm>
              <a:off x="2968090" y="271109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grpSp>
      <p:sp>
        <p:nvSpPr>
          <p:cNvPr id="109" name="页脚占位符 1">
            <a:extLst>
              <a:ext uri="{FF2B5EF4-FFF2-40B4-BE49-F238E27FC236}">
                <a16:creationId xmlns:a16="http://schemas.microsoft.com/office/drawing/2014/main" id="{4E0A92AE-2F1E-4950-A8D7-114B4EA61714}"/>
              </a:ext>
            </a:extLst>
          </p:cNvPr>
          <p:cNvSpPr>
            <a:spLocks noGrp="1"/>
          </p:cNvSpPr>
          <p:nvPr>
            <p:ph type="ftr" sz="quarter" idx="10"/>
          </p:nvPr>
        </p:nvSpPr>
        <p:spPr/>
        <p:txBody>
          <a:bodyPr/>
          <a:lstStyle/>
          <a:p>
            <a:r>
              <a:rPr lang="en-US"/>
              <a:t>Confidential</a:t>
            </a:r>
            <a:endParaRPr lang="en-GB"/>
          </a:p>
        </p:txBody>
      </p:sp>
      <p:sp>
        <p:nvSpPr>
          <p:cNvPr id="110" name="灯片编号占位符 2">
            <a:extLst>
              <a:ext uri="{FF2B5EF4-FFF2-40B4-BE49-F238E27FC236}">
                <a16:creationId xmlns:a16="http://schemas.microsoft.com/office/drawing/2014/main" id="{293C8DF2-23DA-491E-8B42-CA67C2A8D18A}"/>
              </a:ext>
            </a:extLst>
          </p:cNvPr>
          <p:cNvSpPr>
            <a:spLocks noGrp="1"/>
          </p:cNvSpPr>
          <p:nvPr>
            <p:ph type="sldNum" sz="quarter" idx="11"/>
          </p:nvPr>
        </p:nvSpPr>
        <p:spPr/>
        <p:txBody>
          <a:bodyPr/>
          <a:lstStyle/>
          <a:p>
            <a:fld id="{143B55C4-4F5A-416B-997D-6CE47EB0A945}" type="slidenum">
              <a:rPr lang="en-GB" smtClean="0"/>
              <a:pPr/>
              <a:t>8</a:t>
            </a:fld>
            <a:endParaRPr lang="en-GB"/>
          </a:p>
        </p:txBody>
      </p:sp>
      <p:cxnSp>
        <p:nvCxnSpPr>
          <p:cNvPr id="146" name="直接连接符 145">
            <a:extLst>
              <a:ext uri="{FF2B5EF4-FFF2-40B4-BE49-F238E27FC236}">
                <a16:creationId xmlns:a16="http://schemas.microsoft.com/office/drawing/2014/main" id="{3EB8C12A-4512-4719-9A12-FD05431B5098}"/>
              </a:ext>
            </a:extLst>
          </p:cNvPr>
          <p:cNvCxnSpPr>
            <a:cxnSpLocks/>
          </p:cNvCxnSpPr>
          <p:nvPr/>
        </p:nvCxnSpPr>
        <p:spPr>
          <a:xfrm>
            <a:off x="3927404" y="1879428"/>
            <a:ext cx="0" cy="4002711"/>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149" name="TextBox 56">
            <a:extLst>
              <a:ext uri="{FF2B5EF4-FFF2-40B4-BE49-F238E27FC236}">
                <a16:creationId xmlns:a16="http://schemas.microsoft.com/office/drawing/2014/main" id="{C94FAC8B-A607-4A05-BBF2-C27AE74589D9}"/>
              </a:ext>
            </a:extLst>
          </p:cNvPr>
          <p:cNvSpPr txBox="1"/>
          <p:nvPr/>
        </p:nvSpPr>
        <p:spPr>
          <a:xfrm>
            <a:off x="2922216" y="1725204"/>
            <a:ext cx="2086527" cy="153888"/>
          </a:xfrm>
          <a:prstGeom prst="rect">
            <a:avLst/>
          </a:prstGeom>
          <a:noFill/>
        </p:spPr>
        <p:txBody>
          <a:bodyPr wrap="square" lIns="45720" tIns="0" rIns="4572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70">
              <a:defRPr/>
            </a:pPr>
            <a:r>
              <a:rPr lang="en-US" sz="1000">
                <a:solidFill>
                  <a:srgbClr val="FF0000"/>
                </a:solidFill>
                <a:latin typeface="+mj-lt"/>
                <a:cs typeface="Calibri" panose="020F0502020204030204" pitchFamily="34" charset="0"/>
              </a:rPr>
              <a:t>We are here</a:t>
            </a:r>
          </a:p>
        </p:txBody>
      </p:sp>
      <p:grpSp>
        <p:nvGrpSpPr>
          <p:cNvPr id="207" name="组合 206">
            <a:extLst>
              <a:ext uri="{FF2B5EF4-FFF2-40B4-BE49-F238E27FC236}">
                <a16:creationId xmlns:a16="http://schemas.microsoft.com/office/drawing/2014/main" id="{5AD5EB17-19CD-423B-92D5-55AE9D84C190}"/>
              </a:ext>
            </a:extLst>
          </p:cNvPr>
          <p:cNvGrpSpPr/>
          <p:nvPr/>
        </p:nvGrpSpPr>
        <p:grpSpPr>
          <a:xfrm>
            <a:off x="10608807" y="5804564"/>
            <a:ext cx="1056643" cy="620841"/>
            <a:chOff x="9735377" y="5081282"/>
            <a:chExt cx="1056642" cy="620840"/>
          </a:xfrm>
        </p:grpSpPr>
        <p:sp>
          <p:nvSpPr>
            <p:cNvPr id="208" name="五角星 55">
              <a:extLst>
                <a:ext uri="{FF2B5EF4-FFF2-40B4-BE49-F238E27FC236}">
                  <a16:creationId xmlns:a16="http://schemas.microsoft.com/office/drawing/2014/main" id="{ACE75D6F-23FE-4E72-BE3A-B716DD252705}"/>
                </a:ext>
              </a:extLst>
            </p:cNvPr>
            <p:cNvSpPr/>
            <p:nvPr/>
          </p:nvSpPr>
          <p:spPr bwMode="auto">
            <a:xfrm>
              <a:off x="10110198" y="5081282"/>
              <a:ext cx="203981" cy="179685"/>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209" name="OTLSHAPE_M_39ea6ebc19a94c9fab6ef5006c31df58_Title">
              <a:extLst>
                <a:ext uri="{FF2B5EF4-FFF2-40B4-BE49-F238E27FC236}">
                  <a16:creationId xmlns:a16="http://schemas.microsoft.com/office/drawing/2014/main" id="{D92E168B-23D5-4441-82DF-B134AB51A1D2}"/>
                </a:ext>
              </a:extLst>
            </p:cNvPr>
            <p:cNvSpPr txBox="1"/>
            <p:nvPr>
              <p:custDataLst>
                <p:tags r:id="rId32"/>
              </p:custDataLst>
            </p:nvPr>
          </p:nvSpPr>
          <p:spPr>
            <a:xfrm>
              <a:off x="9735377" y="5332791"/>
              <a:ext cx="1056642" cy="369331"/>
            </a:xfrm>
            <a:prstGeom prst="rect">
              <a:avLst/>
            </a:prstGeom>
            <a:noFill/>
          </p:spPr>
          <p:txBody>
            <a:bodyPr vert="horz" wrap="square" lIns="0" tIns="0" rIns="0" bIns="0" rtlCol="0" anchor="ctr" anchorCtr="0">
              <a:spAutoFit/>
            </a:bodyPr>
            <a:lstStyle/>
            <a:p>
              <a:pPr algn="ctr"/>
              <a:r>
                <a:rPr lang="en-US" altLang="zh-CN" sz="800" b="1">
                  <a:solidFill>
                    <a:srgbClr val="003366"/>
                  </a:solidFill>
                  <a:latin typeface="Calibri" panose="020F0502020204030204" pitchFamily="34" charset="0"/>
                  <a:cs typeface="Calibri" panose="020F0502020204030204" pitchFamily="34" charset="0"/>
                </a:rPr>
                <a:t>Jan 2028</a:t>
              </a:r>
            </a:p>
            <a:p>
              <a:pPr algn="ctr"/>
              <a:r>
                <a:rPr lang="en-US" altLang="zh-CN" sz="800" b="1">
                  <a:solidFill>
                    <a:srgbClr val="003366"/>
                  </a:solidFill>
                  <a:latin typeface="Calibri" panose="020F0502020204030204" pitchFamily="34" charset="0"/>
                  <a:cs typeface="Calibri" panose="020F0502020204030204" pitchFamily="34" charset="0"/>
                </a:rPr>
                <a:t>CN NDA App </a:t>
              </a:r>
            </a:p>
            <a:p>
              <a:pPr algn="ctr"/>
              <a:r>
                <a:rPr lang="en-US" altLang="zh-CN" sz="800" b="1">
                  <a:solidFill>
                    <a:srgbClr val="003366"/>
                  </a:solidFill>
                  <a:latin typeface="Calibri" panose="020F0502020204030204" pitchFamily="34" charset="0"/>
                  <a:cs typeface="Calibri" panose="020F0502020204030204" pitchFamily="34" charset="0"/>
                </a:rPr>
                <a:t>(base case)</a:t>
              </a:r>
            </a:p>
          </p:txBody>
        </p:sp>
      </p:grpSp>
      <p:grpSp>
        <p:nvGrpSpPr>
          <p:cNvPr id="210" name="组合 209">
            <a:extLst>
              <a:ext uri="{FF2B5EF4-FFF2-40B4-BE49-F238E27FC236}">
                <a16:creationId xmlns:a16="http://schemas.microsoft.com/office/drawing/2014/main" id="{E5A55BFD-CA12-4057-AC31-22CE9B2F0D50}"/>
              </a:ext>
            </a:extLst>
          </p:cNvPr>
          <p:cNvGrpSpPr/>
          <p:nvPr/>
        </p:nvGrpSpPr>
        <p:grpSpPr>
          <a:xfrm>
            <a:off x="8696989" y="5828301"/>
            <a:ext cx="825867" cy="682240"/>
            <a:chOff x="7934026" y="5028530"/>
            <a:chExt cx="825867" cy="682239"/>
          </a:xfrm>
        </p:grpSpPr>
        <p:sp>
          <p:nvSpPr>
            <p:cNvPr id="211" name="OTLSHAPE_M_6b1a73d763be4fac8983a757de742681_Shape">
              <a:extLst>
                <a:ext uri="{FF2B5EF4-FFF2-40B4-BE49-F238E27FC236}">
                  <a16:creationId xmlns:a16="http://schemas.microsoft.com/office/drawing/2014/main" id="{D11B5CBA-6A45-403B-9084-927926A11258}"/>
                </a:ext>
              </a:extLst>
            </p:cNvPr>
            <p:cNvSpPr>
              <a:spLocks noChangeAspect="1"/>
            </p:cNvSpPr>
            <p:nvPr>
              <p:custDataLst>
                <p:tags r:id="rId31"/>
              </p:custDataLst>
            </p:nvPr>
          </p:nvSpPr>
          <p:spPr>
            <a:xfrm>
              <a:off x="8255520" y="5028530"/>
              <a:ext cx="182880" cy="182880"/>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200" b="1" err="1">
                <a:solidFill>
                  <a:srgbClr val="FF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212" name="Rectangle 37">
              <a:extLst>
                <a:ext uri="{FF2B5EF4-FFF2-40B4-BE49-F238E27FC236}">
                  <a16:creationId xmlns:a16="http://schemas.microsoft.com/office/drawing/2014/main" id="{4F12D62E-0204-43B9-8722-3EE8538E20E6}"/>
                </a:ext>
              </a:extLst>
            </p:cNvPr>
            <p:cNvSpPr/>
            <p:nvPr/>
          </p:nvSpPr>
          <p:spPr>
            <a:xfrm>
              <a:off x="7934026" y="5187550"/>
              <a:ext cx="825867" cy="523219"/>
            </a:xfrm>
            <a:prstGeom prst="rect">
              <a:avLst/>
            </a:prstGeom>
          </p:spPr>
          <p:txBody>
            <a:bodyPr wrap="none">
              <a:spAutoFit/>
            </a:bodyPr>
            <a:lstStyle/>
            <a:p>
              <a:pPr algn="ctr"/>
              <a:r>
                <a:rPr lang="en-US" altLang="zh-CN" sz="1000" b="1">
                  <a:solidFill>
                    <a:srgbClr val="003366"/>
                  </a:solidFill>
                  <a:latin typeface="Calibri" panose="020F0502020204030204" pitchFamily="34" charset="0"/>
                  <a:cs typeface="Calibri" panose="020F0502020204030204" pitchFamily="34" charset="0"/>
                </a:rPr>
                <a:t>Aug 2026</a:t>
              </a:r>
            </a:p>
            <a:p>
              <a:pPr algn="ctr"/>
              <a:r>
                <a:rPr lang="en-US" altLang="zh-CN" sz="1000" b="1">
                  <a:solidFill>
                    <a:srgbClr val="003366"/>
                  </a:solidFill>
                  <a:latin typeface="Calibri" panose="020F0502020204030204" pitchFamily="34" charset="0"/>
                  <a:cs typeface="Calibri" panose="020F0502020204030204" pitchFamily="34" charset="0"/>
                </a:rPr>
                <a:t>CN NDA sub</a:t>
              </a:r>
            </a:p>
            <a:p>
              <a:pPr algn="ctr"/>
              <a:endParaRPr lang="en-US" altLang="zh-CN" sz="800" b="1">
                <a:solidFill>
                  <a:srgbClr val="003366"/>
                </a:solidFill>
                <a:latin typeface="Calibri" panose="020F0502020204030204" pitchFamily="34" charset="0"/>
                <a:cs typeface="Calibri" panose="020F0502020204030204" pitchFamily="34" charset="0"/>
              </a:endParaRPr>
            </a:p>
          </p:txBody>
        </p:sp>
      </p:grpSp>
      <p:grpSp>
        <p:nvGrpSpPr>
          <p:cNvPr id="11" name="Group 10">
            <a:extLst>
              <a:ext uri="{FF2B5EF4-FFF2-40B4-BE49-F238E27FC236}">
                <a16:creationId xmlns:a16="http://schemas.microsoft.com/office/drawing/2014/main" id="{22461806-8A79-4F79-92C3-1E22DB4D75C7}"/>
              </a:ext>
            </a:extLst>
          </p:cNvPr>
          <p:cNvGrpSpPr/>
          <p:nvPr/>
        </p:nvGrpSpPr>
        <p:grpSpPr>
          <a:xfrm>
            <a:off x="133658" y="3189593"/>
            <a:ext cx="8175716" cy="1129413"/>
            <a:chOff x="97540" y="2548518"/>
            <a:chExt cx="6131787" cy="847060"/>
          </a:xfrm>
        </p:grpSpPr>
        <p:sp>
          <p:nvSpPr>
            <p:cNvPr id="140" name="TextBox 139">
              <a:extLst>
                <a:ext uri="{FF2B5EF4-FFF2-40B4-BE49-F238E27FC236}">
                  <a16:creationId xmlns:a16="http://schemas.microsoft.com/office/drawing/2014/main" id="{1EC58832-E272-42A1-8ED1-AAE9CCDB1F45}"/>
                </a:ext>
              </a:extLst>
            </p:cNvPr>
            <p:cNvSpPr txBox="1"/>
            <p:nvPr/>
          </p:nvSpPr>
          <p:spPr>
            <a:xfrm>
              <a:off x="3112278" y="2620465"/>
              <a:ext cx="572015" cy="92333"/>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Jul</a:t>
              </a:r>
              <a:r>
                <a:rPr lang="en-US" sz="800" b="1">
                  <a:solidFill>
                    <a:srgbClr val="203864"/>
                  </a:solidFill>
                  <a:latin typeface="Calibri" panose="020F0502020204030204" pitchFamily="34" charset="0"/>
                  <a:cs typeface="Calibri" panose="020F0502020204030204" pitchFamily="34" charset="0"/>
                </a:rPr>
                <a:t>/LS</a:t>
              </a:r>
              <a:r>
                <a:rPr lang="en-US" altLang="zh-CN" sz="800" b="1">
                  <a:solidFill>
                    <a:srgbClr val="203864"/>
                  </a:solidFill>
                  <a:latin typeface="Calibri" panose="020F0502020204030204" pitchFamily="34" charset="0"/>
                  <a:cs typeface="Calibri" panose="020F0502020204030204" pitchFamily="34" charset="0"/>
                </a:rPr>
                <a:t>R</a:t>
              </a:r>
              <a:endParaRPr lang="en-US" sz="800" b="1">
                <a:solidFill>
                  <a:srgbClr val="203864"/>
                </a:solidFill>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A2E3BC87-1A5F-4290-8E6A-7D7F10308AD8}"/>
                </a:ext>
              </a:extLst>
            </p:cNvPr>
            <p:cNvGrpSpPr/>
            <p:nvPr/>
          </p:nvGrpSpPr>
          <p:grpSpPr>
            <a:xfrm>
              <a:off x="97540" y="2548518"/>
              <a:ext cx="6131787" cy="847060"/>
              <a:chOff x="87985" y="2455555"/>
              <a:chExt cx="6131787" cy="847060"/>
            </a:xfrm>
          </p:grpSpPr>
          <p:grpSp>
            <p:nvGrpSpPr>
              <p:cNvPr id="3" name="Group 2">
                <a:extLst>
                  <a:ext uri="{FF2B5EF4-FFF2-40B4-BE49-F238E27FC236}">
                    <a16:creationId xmlns:a16="http://schemas.microsoft.com/office/drawing/2014/main" id="{5922AE03-890C-4C8D-A179-1B14AF530F80}"/>
                  </a:ext>
                </a:extLst>
              </p:cNvPr>
              <p:cNvGrpSpPr/>
              <p:nvPr/>
            </p:nvGrpSpPr>
            <p:grpSpPr>
              <a:xfrm>
                <a:off x="87985" y="2455555"/>
                <a:ext cx="6131787" cy="847060"/>
                <a:chOff x="87985" y="2448408"/>
                <a:chExt cx="6131787" cy="847060"/>
              </a:xfrm>
            </p:grpSpPr>
            <p:sp>
              <p:nvSpPr>
                <p:cNvPr id="172" name="TextBox 171">
                  <a:extLst>
                    <a:ext uri="{FF2B5EF4-FFF2-40B4-BE49-F238E27FC236}">
                      <a16:creationId xmlns:a16="http://schemas.microsoft.com/office/drawing/2014/main" id="{6ADC767E-AEE4-444A-AA5F-F62795ABA7D3}"/>
                    </a:ext>
                  </a:extLst>
                </p:cNvPr>
                <p:cNvSpPr txBox="1"/>
                <p:nvPr/>
              </p:nvSpPr>
              <p:spPr>
                <a:xfrm>
                  <a:off x="4403296" y="2963901"/>
                  <a:ext cx="572015" cy="92333"/>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May</a:t>
                  </a:r>
                  <a:r>
                    <a:rPr lang="en-US" sz="800" b="1">
                      <a:solidFill>
                        <a:srgbClr val="203864"/>
                      </a:solidFill>
                      <a:latin typeface="Calibri" panose="020F0502020204030204" pitchFamily="34" charset="0"/>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LSR</a:t>
                  </a:r>
                  <a:endParaRPr lang="en-US" sz="800" b="1">
                    <a:solidFill>
                      <a:srgbClr val="203864"/>
                    </a:solidFill>
                    <a:latin typeface="Calibri" panose="020F0502020204030204" pitchFamily="34" charset="0"/>
                    <a:cs typeface="Calibri" panose="020F0502020204030204" pitchFamily="34" charset="0"/>
                  </a:endParaRPr>
                </a:p>
              </p:txBody>
            </p:sp>
            <p:grpSp>
              <p:nvGrpSpPr>
                <p:cNvPr id="21" name="组合 20">
                  <a:extLst>
                    <a:ext uri="{FF2B5EF4-FFF2-40B4-BE49-F238E27FC236}">
                      <a16:creationId xmlns:a16="http://schemas.microsoft.com/office/drawing/2014/main" id="{9E40DA0E-9CEA-4660-B49A-F7A1CEA37459}"/>
                    </a:ext>
                  </a:extLst>
                </p:cNvPr>
                <p:cNvGrpSpPr/>
                <p:nvPr/>
              </p:nvGrpSpPr>
              <p:grpSpPr>
                <a:xfrm>
                  <a:off x="87985" y="2448408"/>
                  <a:ext cx="6131787" cy="847060"/>
                  <a:chOff x="117312" y="3423987"/>
                  <a:chExt cx="8175713" cy="1129414"/>
                </a:xfrm>
              </p:grpSpPr>
              <p:sp>
                <p:nvSpPr>
                  <p:cNvPr id="195" name="TextBox 194">
                    <a:extLst>
                      <a:ext uri="{FF2B5EF4-FFF2-40B4-BE49-F238E27FC236}">
                        <a16:creationId xmlns:a16="http://schemas.microsoft.com/office/drawing/2014/main" id="{F1880E03-E496-4CB8-81B1-C1C2E6BD2B4A}"/>
                      </a:ext>
                    </a:extLst>
                  </p:cNvPr>
                  <p:cNvSpPr txBox="1"/>
                  <p:nvPr/>
                </p:nvSpPr>
                <p:spPr>
                  <a:xfrm>
                    <a:off x="2589299" y="3892643"/>
                    <a:ext cx="849929" cy="277127"/>
                  </a:xfrm>
                  <a:prstGeom prst="rect">
                    <a:avLst/>
                  </a:prstGeom>
                  <a:noFill/>
                </p:spPr>
                <p:txBody>
                  <a:bodyPr wrap="square">
                    <a:spAutoFit/>
                  </a:bodyPr>
                  <a:lstStyle/>
                  <a:p>
                    <a:pPr algn="ctr" defTabSz="1625438" eaLnBrk="0" fontAlgn="base" hangingPunct="0">
                      <a:lnSpc>
                        <a:spcPct val="90000"/>
                      </a:lnSpc>
                      <a:spcBef>
                        <a:spcPct val="0"/>
                      </a:spcBef>
                      <a:spcAft>
                        <a:spcPct val="0"/>
                      </a:spcAft>
                    </a:pPr>
                    <a:r>
                      <a:rPr lang="en-US" altLang="zh-CN" sz="667" b="1">
                        <a:solidFill>
                          <a:srgbClr val="203864"/>
                        </a:solidFill>
                        <a:latin typeface="Calibri" panose="020F0502020204030204" pitchFamily="34" charset="0"/>
                        <a:cs typeface="Calibri" panose="020F0502020204030204" pitchFamily="34" charset="0"/>
                      </a:rPr>
                      <a:t>CTA + EC + HGRAC + 1</a:t>
                    </a:r>
                    <a:r>
                      <a:rPr lang="en-US" altLang="zh-CN" sz="667" b="1" baseline="30000">
                        <a:solidFill>
                          <a:srgbClr val="203864"/>
                        </a:solidFill>
                        <a:latin typeface="Calibri" panose="020F0502020204030204" pitchFamily="34" charset="0"/>
                        <a:cs typeface="Calibri" panose="020F0502020204030204" pitchFamily="34" charset="0"/>
                      </a:rPr>
                      <a:t>st</a:t>
                    </a:r>
                    <a:r>
                      <a:rPr lang="en-US" altLang="zh-CN" sz="667" b="1">
                        <a:solidFill>
                          <a:srgbClr val="203864"/>
                        </a:solidFill>
                        <a:latin typeface="Calibri" panose="020F0502020204030204" pitchFamily="34" charset="0"/>
                        <a:cs typeface="Calibri" panose="020F0502020204030204" pitchFamily="34" charset="0"/>
                      </a:rPr>
                      <a:t> SIV (5M)</a:t>
                    </a:r>
                    <a:endParaRPr lang="zh-CN" altLang="en-US" sz="667" b="1">
                      <a:solidFill>
                        <a:srgbClr val="203864"/>
                      </a:solidFill>
                      <a:latin typeface="Calibri" panose="020F0502020204030204" pitchFamily="34" charset="0"/>
                      <a:cs typeface="Calibri" panose="020F0502020204030204" pitchFamily="34" charset="0"/>
                    </a:endParaRPr>
                  </a:p>
                </p:txBody>
              </p:sp>
              <p:grpSp>
                <p:nvGrpSpPr>
                  <p:cNvPr id="18" name="组合 17">
                    <a:extLst>
                      <a:ext uri="{FF2B5EF4-FFF2-40B4-BE49-F238E27FC236}">
                        <a16:creationId xmlns:a16="http://schemas.microsoft.com/office/drawing/2014/main" id="{4DED0391-9CB7-4681-BF89-2B331ED9B66B}"/>
                      </a:ext>
                    </a:extLst>
                  </p:cNvPr>
                  <p:cNvGrpSpPr/>
                  <p:nvPr/>
                </p:nvGrpSpPr>
                <p:grpSpPr>
                  <a:xfrm>
                    <a:off x="117312" y="3423987"/>
                    <a:ext cx="8175713" cy="1129414"/>
                    <a:chOff x="117312" y="3566600"/>
                    <a:chExt cx="8175713" cy="1129414"/>
                  </a:xfrm>
                </p:grpSpPr>
                <p:sp>
                  <p:nvSpPr>
                    <p:cNvPr id="213" name="TextBox 172"/>
                    <p:cNvSpPr txBox="1"/>
                    <p:nvPr/>
                  </p:nvSpPr>
                  <p:spPr>
                    <a:xfrm>
                      <a:off x="117312" y="3816756"/>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SYNCHRONIZE-1</a:t>
                      </a:r>
                    </a:p>
                  </p:txBody>
                </p:sp>
                <p:sp>
                  <p:nvSpPr>
                    <p:cNvPr id="107" name="TextBox 172"/>
                    <p:cNvSpPr txBox="1"/>
                    <p:nvPr/>
                  </p:nvSpPr>
                  <p:spPr>
                    <a:xfrm>
                      <a:off x="117312" y="4116445"/>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SYNCHRONIZE-2</a:t>
                      </a:r>
                    </a:p>
                  </p:txBody>
                </p:sp>
                <p:sp>
                  <p:nvSpPr>
                    <p:cNvPr id="108" name="TextBox 172"/>
                    <p:cNvSpPr txBox="1"/>
                    <p:nvPr/>
                  </p:nvSpPr>
                  <p:spPr>
                    <a:xfrm>
                      <a:off x="117312" y="4449793"/>
                      <a:ext cx="720000" cy="24622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SYNCHRONIZE-CVOT</a:t>
                      </a:r>
                    </a:p>
                  </p:txBody>
                </p:sp>
                <p:sp>
                  <p:nvSpPr>
                    <p:cNvPr id="200" name="OTLSHAPE_M_39ea6ebc19a94c9fab6ef5006c31df58_Title">
                      <a:extLst>
                        <a:ext uri="{FF2B5EF4-FFF2-40B4-BE49-F238E27FC236}">
                          <a16:creationId xmlns:a16="http://schemas.microsoft.com/office/drawing/2014/main" id="{AB395328-49DE-4921-9C87-6B8D6F4F0708}"/>
                        </a:ext>
                      </a:extLst>
                    </p:cNvPr>
                    <p:cNvSpPr txBox="1"/>
                    <p:nvPr>
                      <p:custDataLst>
                        <p:tags r:id="rId19"/>
                      </p:custDataLst>
                    </p:nvPr>
                  </p:nvSpPr>
                  <p:spPr>
                    <a:xfrm>
                      <a:off x="2065786" y="4285099"/>
                      <a:ext cx="662880" cy="123111"/>
                    </a:xfrm>
                    <a:prstGeom prst="rect">
                      <a:avLst/>
                    </a:prstGeom>
                    <a:noFill/>
                  </p:spPr>
                  <p:txBody>
                    <a:bodyPr vert="horz" wrap="square" lIns="0" tIns="0" rIns="0" bIns="0" rtlCol="0" anchor="ctr" anchorCtr="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CTA Sub </a:t>
                      </a:r>
                      <a:endParaRPr lang="zh-CN" altLang="en-US" sz="800" b="1">
                        <a:solidFill>
                          <a:srgbClr val="203864"/>
                        </a:solidFill>
                        <a:latin typeface="Calibri" panose="020F0502020204030204" pitchFamily="34" charset="0"/>
                        <a:cs typeface="Calibri" panose="020F0502020204030204" pitchFamily="34" charset="0"/>
                      </a:endParaRPr>
                    </a:p>
                  </p:txBody>
                </p:sp>
                <p:sp>
                  <p:nvSpPr>
                    <p:cNvPr id="202" name="OTLSHAPE_T_e17f3958430f4cff8650518c93c7635e_Shape">
                      <a:extLst>
                        <a:ext uri="{FF2B5EF4-FFF2-40B4-BE49-F238E27FC236}">
                          <a16:creationId xmlns:a16="http://schemas.microsoft.com/office/drawing/2014/main" id="{E46ED098-BE94-48FC-9289-011445A905C0}"/>
                        </a:ext>
                      </a:extLst>
                    </p:cNvPr>
                    <p:cNvSpPr/>
                    <p:nvPr>
                      <p:custDataLst>
                        <p:tags r:id="rId20"/>
                      </p:custDataLst>
                    </p:nvPr>
                  </p:nvSpPr>
                  <p:spPr bwMode="auto">
                    <a:xfrm>
                      <a:off x="2520996" y="4095516"/>
                      <a:ext cx="793227" cy="13059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438" eaLnBrk="0" fontAlgn="base" hangingPunct="0">
                        <a:lnSpc>
                          <a:spcPct val="90000"/>
                        </a:lnSpc>
                        <a:spcBef>
                          <a:spcPct val="0"/>
                        </a:spcBef>
                        <a:spcAft>
                          <a:spcPct val="0"/>
                        </a:spcAft>
                      </a:pPr>
                      <a:endParaRPr lang="zh-CN" altLang="en-US" sz="800" b="1">
                        <a:solidFill>
                          <a:srgbClr val="203864"/>
                        </a:solidFill>
                        <a:latin typeface="Calibri" panose="020F0502020204030204" pitchFamily="34" charset="0"/>
                        <a:cs typeface="Calibri" panose="020F0502020204030204" pitchFamily="34" charset="0"/>
                      </a:endParaRPr>
                    </a:p>
                  </p:txBody>
                </p:sp>
                <p:sp>
                  <p:nvSpPr>
                    <p:cNvPr id="206" name="OTLSHAPE_M_39ea6ebc19a94c9fab6ef5006c31df58_Shape">
                      <a:extLst>
                        <a:ext uri="{FF2B5EF4-FFF2-40B4-BE49-F238E27FC236}">
                          <a16:creationId xmlns:a16="http://schemas.microsoft.com/office/drawing/2014/main" id="{9DC2C3A5-D33C-440F-90B2-D361AC43E0D0}"/>
                        </a:ext>
                      </a:extLst>
                    </p:cNvPr>
                    <p:cNvSpPr/>
                    <p:nvPr>
                      <p:custDataLst>
                        <p:tags r:id="rId21"/>
                      </p:custDataLst>
                    </p:nvPr>
                  </p:nvSpPr>
                  <p:spPr bwMode="auto">
                    <a:xfrm rot="16200000">
                      <a:off x="2504676" y="4198576"/>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240" name="TextBox 239">
                      <a:extLst>
                        <a:ext uri="{FF2B5EF4-FFF2-40B4-BE49-F238E27FC236}">
                          <a16:creationId xmlns:a16="http://schemas.microsoft.com/office/drawing/2014/main" id="{DD960669-FA3D-4779-BE43-8062D8EDC837}"/>
                        </a:ext>
                      </a:extLst>
                    </p:cNvPr>
                    <p:cNvSpPr txBox="1"/>
                    <p:nvPr/>
                  </p:nvSpPr>
                  <p:spPr>
                    <a:xfrm>
                      <a:off x="1944315" y="3967774"/>
                      <a:ext cx="1101600"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25Aug</a:t>
                      </a:r>
                      <a:endParaRPr lang="en-US" sz="800" b="1">
                        <a:solidFill>
                          <a:srgbClr val="203864"/>
                        </a:solidFill>
                        <a:latin typeface="Calibri" panose="020F0502020204030204" pitchFamily="34" charset="0"/>
                        <a:cs typeface="Calibri" panose="020F0502020204030204" pitchFamily="34" charset="0"/>
                      </a:endParaRPr>
                    </a:p>
                  </p:txBody>
                </p:sp>
                <p:sp>
                  <p:nvSpPr>
                    <p:cNvPr id="242" name="OTLSHAPE_T_e17f3958430f4cff8650518c93c7635e_Shape">
                      <a:extLst>
                        <a:ext uri="{FF2B5EF4-FFF2-40B4-BE49-F238E27FC236}">
                          <a16:creationId xmlns:a16="http://schemas.microsoft.com/office/drawing/2014/main" id="{823A2169-736F-4CDC-8E1C-754BC50F79C2}"/>
                        </a:ext>
                      </a:extLst>
                    </p:cNvPr>
                    <p:cNvSpPr/>
                    <p:nvPr>
                      <p:custDataLst>
                        <p:tags r:id="rId22"/>
                      </p:custDataLst>
                    </p:nvPr>
                  </p:nvSpPr>
                  <p:spPr bwMode="auto">
                    <a:xfrm>
                      <a:off x="1033052" y="4077949"/>
                      <a:ext cx="638193" cy="233060"/>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GB" altLang="zh-CN" sz="800" b="1">
                          <a:solidFill>
                            <a:srgbClr val="203864"/>
                          </a:solidFill>
                          <a:latin typeface="Calibri" panose="020F0502020204030204" pitchFamily="34" charset="0"/>
                          <a:cs typeface="Calibri" panose="020F0502020204030204" pitchFamily="34" charset="0"/>
                        </a:rPr>
                        <a:t>EoP2</a:t>
                      </a:r>
                      <a:endParaRPr lang="zh-CN" altLang="en-US" sz="800" b="1">
                        <a:solidFill>
                          <a:srgbClr val="203864"/>
                        </a:solidFill>
                        <a:latin typeface="Calibri" panose="020F0502020204030204" pitchFamily="34" charset="0"/>
                        <a:cs typeface="Calibri" panose="020F0502020204030204" pitchFamily="34" charset="0"/>
                      </a:endParaRPr>
                    </a:p>
                  </p:txBody>
                </p:sp>
                <p:sp>
                  <p:nvSpPr>
                    <p:cNvPr id="243" name="TextBox 242">
                      <a:extLst>
                        <a:ext uri="{FF2B5EF4-FFF2-40B4-BE49-F238E27FC236}">
                          <a16:creationId xmlns:a16="http://schemas.microsoft.com/office/drawing/2014/main" id="{3D9534D1-AB83-41C0-A085-F593E0D87B01}"/>
                        </a:ext>
                      </a:extLst>
                    </p:cNvPr>
                    <p:cNvSpPr txBox="1"/>
                    <p:nvPr/>
                  </p:nvSpPr>
                  <p:spPr>
                    <a:xfrm>
                      <a:off x="752056" y="3805156"/>
                      <a:ext cx="638192" cy="24622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29 Dec </a:t>
                      </a:r>
                    </a:p>
                    <a:p>
                      <a:pPr algn="ctr" defTabSz="1625438"/>
                      <a:r>
                        <a:rPr lang="en-US" sz="800" b="1">
                          <a:solidFill>
                            <a:srgbClr val="203864"/>
                          </a:solidFill>
                          <a:latin typeface="Calibri" panose="020F0502020204030204" pitchFamily="34" charset="0"/>
                          <a:cs typeface="Calibri" panose="020F0502020204030204" pitchFamily="34" charset="0"/>
                        </a:rPr>
                        <a:t>2022</a:t>
                      </a:r>
                    </a:p>
                  </p:txBody>
                </p:sp>
                <p:sp>
                  <p:nvSpPr>
                    <p:cNvPr id="137" name="OTLSHAPE_T_e17f3958430f4cff8650518c93c7635e_Shape">
                      <a:extLst>
                        <a:ext uri="{FF2B5EF4-FFF2-40B4-BE49-F238E27FC236}">
                          <a16:creationId xmlns:a16="http://schemas.microsoft.com/office/drawing/2014/main" id="{0E6AC0BA-2C7E-4BD5-A107-4979B1E4FCCB}"/>
                        </a:ext>
                      </a:extLst>
                    </p:cNvPr>
                    <p:cNvSpPr/>
                    <p:nvPr>
                      <p:custDataLst>
                        <p:tags r:id="rId23"/>
                      </p:custDataLst>
                    </p:nvPr>
                  </p:nvSpPr>
                  <p:spPr bwMode="auto">
                    <a:xfrm>
                      <a:off x="3325175" y="3752419"/>
                      <a:ext cx="1196022" cy="1643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Obesity w/o T2DM, N=60/600 (up to 850</a:t>
                      </a:r>
                      <a:r>
                        <a:rPr lang="en-US" altLang="zh-CN" sz="667" b="1">
                          <a:solidFill>
                            <a:srgbClr val="203864"/>
                          </a:solidFill>
                          <a:latin typeface="Calibri" panose="020F0502020204030204" pitchFamily="34" charset="0"/>
                          <a:cs typeface="Calibri" panose="020F0502020204030204" pitchFamily="34" charset="0"/>
                        </a:rPr>
                        <a:t>)</a:t>
                      </a:r>
                    </a:p>
                  </p:txBody>
                </p:sp>
                <p:sp>
                  <p:nvSpPr>
                    <p:cNvPr id="166" name="OTLSHAPE_T_5a934a26f311425e8ebaa0f45e6533ad_Shape">
                      <a:extLst>
                        <a:ext uri="{FF2B5EF4-FFF2-40B4-BE49-F238E27FC236}">
                          <a16:creationId xmlns:a16="http://schemas.microsoft.com/office/drawing/2014/main" id="{BF03E8EC-D692-4015-8855-FB96FB32DDA1}"/>
                        </a:ext>
                      </a:extLst>
                    </p:cNvPr>
                    <p:cNvSpPr/>
                    <p:nvPr>
                      <p:custDataLst>
                        <p:tags r:id="rId24"/>
                      </p:custDataLst>
                    </p:nvPr>
                  </p:nvSpPr>
                  <p:spPr bwMode="auto">
                    <a:xfrm>
                      <a:off x="6285232" y="4394610"/>
                      <a:ext cx="1920240" cy="120325"/>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67" name="Star: 4 Points 143">
                      <a:extLst>
                        <a:ext uri="{FF2B5EF4-FFF2-40B4-BE49-F238E27FC236}">
                          <a16:creationId xmlns:a16="http://schemas.microsoft.com/office/drawing/2014/main" id="{83EE14F2-92E0-4920-86B1-0BDC77D87848}"/>
                        </a:ext>
                      </a:extLst>
                    </p:cNvPr>
                    <p:cNvSpPr/>
                    <p:nvPr/>
                  </p:nvSpPr>
                  <p:spPr bwMode="auto">
                    <a:xfrm>
                      <a:off x="8094432" y="444774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9" name="Star: 4 Points 143">
                      <a:extLst>
                        <a:ext uri="{FF2B5EF4-FFF2-40B4-BE49-F238E27FC236}">
                          <a16:creationId xmlns:a16="http://schemas.microsoft.com/office/drawing/2014/main" id="{FD080A49-EE4D-4334-A9C8-F96991380FF1}"/>
                        </a:ext>
                      </a:extLst>
                    </p:cNvPr>
                    <p:cNvSpPr/>
                    <p:nvPr/>
                  </p:nvSpPr>
                  <p:spPr bwMode="auto">
                    <a:xfrm>
                      <a:off x="6203635" y="442869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8" name="OTLSHAPE_T_e17f3958430f4cff8650518c93c7635e_Shape">
                      <a:extLst>
                        <a:ext uri="{FF2B5EF4-FFF2-40B4-BE49-F238E27FC236}">
                          <a16:creationId xmlns:a16="http://schemas.microsoft.com/office/drawing/2014/main" id="{4C904C91-3BAF-49EC-977A-25D64D759EA7}"/>
                        </a:ext>
                      </a:extLst>
                    </p:cNvPr>
                    <p:cNvSpPr/>
                    <p:nvPr>
                      <p:custDataLst>
                        <p:tags r:id="rId25"/>
                      </p:custDataLst>
                    </p:nvPr>
                  </p:nvSpPr>
                  <p:spPr bwMode="auto">
                    <a:xfrm>
                      <a:off x="3325883" y="4347386"/>
                      <a:ext cx="2959351" cy="180755"/>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a:cs typeface="Calibri"/>
                        </a:rPr>
                        <a:t>Obesity with CV risk, N=160+55 (incl TW&amp;HK)/4935 </a:t>
                      </a:r>
                    </a:p>
                    <a:p>
                      <a:pPr algn="ctr" defTabSz="1625438" eaLnBrk="0" fontAlgn="base" hangingPunct="0">
                        <a:spcBef>
                          <a:spcPct val="0"/>
                        </a:spcBef>
                        <a:spcAft>
                          <a:spcPct val="0"/>
                        </a:spcAft>
                      </a:pPr>
                      <a:r>
                        <a:rPr lang="en-US" altLang="zh-CN" sz="800" b="1">
                          <a:solidFill>
                            <a:srgbClr val="203864"/>
                          </a:solidFill>
                          <a:latin typeface="Calibri"/>
                          <a:cs typeface="Calibri"/>
                        </a:rPr>
                        <a:t>(up to 6000)</a:t>
                      </a:r>
                      <a:endParaRPr lang="en-US" altLang="zh-CN" sz="800" b="1" strike="sngStrike">
                        <a:solidFill>
                          <a:srgbClr val="203864"/>
                        </a:solidFill>
                        <a:latin typeface="Calibri" panose="020F0502020204030204" pitchFamily="34" charset="0"/>
                        <a:cs typeface="Calibri" panose="020F0502020204030204" pitchFamily="34" charset="0"/>
                      </a:endParaRPr>
                    </a:p>
                  </p:txBody>
                </p:sp>
                <p:sp>
                  <p:nvSpPr>
                    <p:cNvPr id="141" name="TextBox 140">
                      <a:extLst>
                        <a:ext uri="{FF2B5EF4-FFF2-40B4-BE49-F238E27FC236}">
                          <a16:creationId xmlns:a16="http://schemas.microsoft.com/office/drawing/2014/main" id="{87C5E1FC-88A5-4543-850C-9297D186708B}"/>
                        </a:ext>
                      </a:extLst>
                    </p:cNvPr>
                    <p:cNvSpPr txBox="1"/>
                    <p:nvPr/>
                  </p:nvSpPr>
                  <p:spPr>
                    <a:xfrm>
                      <a:off x="2370409" y="3566600"/>
                      <a:ext cx="1828801"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31Jan/FSS</a:t>
                      </a:r>
                    </a:p>
                  </p:txBody>
                </p:sp>
                <p:sp>
                  <p:nvSpPr>
                    <p:cNvPr id="147" name="OTLSHAPE_T_5a934a26f311425e8ebaa0f45e6533ad_Shape">
                      <a:extLst>
                        <a:ext uri="{FF2B5EF4-FFF2-40B4-BE49-F238E27FC236}">
                          <a16:creationId xmlns:a16="http://schemas.microsoft.com/office/drawing/2014/main" id="{EA38A3DC-AB6A-4B76-9C34-E6368D1B2147}"/>
                        </a:ext>
                      </a:extLst>
                    </p:cNvPr>
                    <p:cNvSpPr/>
                    <p:nvPr>
                      <p:custDataLst>
                        <p:tags r:id="rId26"/>
                      </p:custDataLst>
                    </p:nvPr>
                  </p:nvSpPr>
                  <p:spPr bwMode="auto">
                    <a:xfrm>
                      <a:off x="4521197" y="3778863"/>
                      <a:ext cx="3108960" cy="15004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48" name="Star: 4 Points 143">
                      <a:extLst>
                        <a:ext uri="{FF2B5EF4-FFF2-40B4-BE49-F238E27FC236}">
                          <a16:creationId xmlns:a16="http://schemas.microsoft.com/office/drawing/2014/main" id="{68142583-5BBD-4B46-8D26-8F1348C7FE91}"/>
                        </a:ext>
                      </a:extLst>
                    </p:cNvPr>
                    <p:cNvSpPr/>
                    <p:nvPr/>
                  </p:nvSpPr>
                  <p:spPr bwMode="auto">
                    <a:xfrm>
                      <a:off x="4412521" y="383777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3" name="OTLSHAPE_T_5a934a26f311425e8ebaa0f45e6533ad_Shape">
                      <a:extLst>
                        <a:ext uri="{FF2B5EF4-FFF2-40B4-BE49-F238E27FC236}">
                          <a16:creationId xmlns:a16="http://schemas.microsoft.com/office/drawing/2014/main" id="{83F34793-4500-4F7A-8727-C32E01B2409C}"/>
                        </a:ext>
                      </a:extLst>
                    </p:cNvPr>
                    <p:cNvSpPr/>
                    <p:nvPr>
                      <p:custDataLst>
                        <p:tags r:id="rId27"/>
                      </p:custDataLst>
                    </p:nvPr>
                  </p:nvSpPr>
                  <p:spPr bwMode="auto">
                    <a:xfrm>
                      <a:off x="4521195" y="4077950"/>
                      <a:ext cx="3108960" cy="15004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64" name="OTLSHAPE_T_e17f3958430f4cff8650518c93c7635e_Shape">
                      <a:extLst>
                        <a:ext uri="{FF2B5EF4-FFF2-40B4-BE49-F238E27FC236}">
                          <a16:creationId xmlns:a16="http://schemas.microsoft.com/office/drawing/2014/main" id="{E40C00DA-3FEB-4889-BC41-55E9DBEC4ACA}"/>
                        </a:ext>
                      </a:extLst>
                    </p:cNvPr>
                    <p:cNvSpPr/>
                    <p:nvPr>
                      <p:custDataLst>
                        <p:tags r:id="rId28"/>
                      </p:custDataLst>
                    </p:nvPr>
                  </p:nvSpPr>
                  <p:spPr bwMode="auto">
                    <a:xfrm>
                      <a:off x="3329512" y="4077952"/>
                      <a:ext cx="1191685" cy="15610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de-DE" altLang="zh-CN" sz="800" b="1">
                          <a:solidFill>
                            <a:srgbClr val="203864"/>
                          </a:solidFill>
                          <a:latin typeface="Calibri" panose="020F0502020204030204" pitchFamily="34" charset="0"/>
                          <a:cs typeface="Calibri" panose="020F0502020204030204" pitchFamily="34" charset="0"/>
                        </a:rPr>
                        <a:t>Obesity with T2DM, N=60/600 (up to 850</a:t>
                      </a:r>
                      <a:r>
                        <a:rPr lang="de-DE" altLang="zh-CN" sz="667" b="1">
                          <a:solidFill>
                            <a:srgbClr val="203864"/>
                          </a:solidFill>
                          <a:latin typeface="Calibri" panose="020F0502020204030204" pitchFamily="34" charset="0"/>
                          <a:cs typeface="Calibri" panose="020F0502020204030204" pitchFamily="34" charset="0"/>
                        </a:rPr>
                        <a:t>)</a:t>
                      </a:r>
                    </a:p>
                  </p:txBody>
                </p:sp>
                <p:sp>
                  <p:nvSpPr>
                    <p:cNvPr id="165" name="Star: 4 Points 143">
                      <a:extLst>
                        <a:ext uri="{FF2B5EF4-FFF2-40B4-BE49-F238E27FC236}">
                          <a16:creationId xmlns:a16="http://schemas.microsoft.com/office/drawing/2014/main" id="{6C96286A-C536-45DD-96F3-324E960A307A}"/>
                        </a:ext>
                      </a:extLst>
                    </p:cNvPr>
                    <p:cNvSpPr/>
                    <p:nvPr/>
                  </p:nvSpPr>
                  <p:spPr bwMode="auto">
                    <a:xfrm>
                      <a:off x="4411184" y="4144441"/>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1" name="Star: 4 Points 143">
                      <a:extLst>
                        <a:ext uri="{FF2B5EF4-FFF2-40B4-BE49-F238E27FC236}">
                          <a16:creationId xmlns:a16="http://schemas.microsoft.com/office/drawing/2014/main" id="{C50E94EE-0107-4752-AF63-CB9F27425BA1}"/>
                        </a:ext>
                      </a:extLst>
                    </p:cNvPr>
                    <p:cNvSpPr/>
                    <p:nvPr/>
                  </p:nvSpPr>
                  <p:spPr bwMode="auto">
                    <a:xfrm>
                      <a:off x="3223219" y="382745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0" name="Star: 4 Points 143">
                      <a:extLst>
                        <a:ext uri="{FF2B5EF4-FFF2-40B4-BE49-F238E27FC236}">
                          <a16:creationId xmlns:a16="http://schemas.microsoft.com/office/drawing/2014/main" id="{43F7D966-020B-4887-99F7-A0367410E81B}"/>
                        </a:ext>
                      </a:extLst>
                    </p:cNvPr>
                    <p:cNvSpPr/>
                    <p:nvPr/>
                  </p:nvSpPr>
                  <p:spPr bwMode="auto">
                    <a:xfrm>
                      <a:off x="7530729" y="3843070"/>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2" name="Star: 4 Points 143">
                      <a:extLst>
                        <a:ext uri="{FF2B5EF4-FFF2-40B4-BE49-F238E27FC236}">
                          <a16:creationId xmlns:a16="http://schemas.microsoft.com/office/drawing/2014/main" id="{C1811289-1E2F-42CA-AB61-B3EE8E9F0127}"/>
                        </a:ext>
                      </a:extLst>
                    </p:cNvPr>
                    <p:cNvSpPr/>
                    <p:nvPr/>
                  </p:nvSpPr>
                  <p:spPr bwMode="auto">
                    <a:xfrm>
                      <a:off x="3205539" y="4209511"/>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9" name="Star: 4 Points 143">
                      <a:extLst>
                        <a:ext uri="{FF2B5EF4-FFF2-40B4-BE49-F238E27FC236}">
                          <a16:creationId xmlns:a16="http://schemas.microsoft.com/office/drawing/2014/main" id="{CD5F50A9-0008-4D3A-855B-312FB933F34A}"/>
                        </a:ext>
                      </a:extLst>
                    </p:cNvPr>
                    <p:cNvSpPr/>
                    <p:nvPr/>
                  </p:nvSpPr>
                  <p:spPr bwMode="auto">
                    <a:xfrm>
                      <a:off x="3223217" y="441968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90" name="OTLSHAPE_M_39ea6ebc19a94c9fab6ef5006c31df58_Shape">
                      <a:extLst>
                        <a:ext uri="{FF2B5EF4-FFF2-40B4-BE49-F238E27FC236}">
                          <a16:creationId xmlns:a16="http://schemas.microsoft.com/office/drawing/2014/main" id="{3C997D5E-EE65-4FB4-8934-450D53C963E0}"/>
                        </a:ext>
                      </a:extLst>
                    </p:cNvPr>
                    <p:cNvSpPr/>
                    <p:nvPr>
                      <p:custDataLst>
                        <p:tags r:id="rId29"/>
                      </p:custDataLst>
                    </p:nvPr>
                  </p:nvSpPr>
                  <p:spPr bwMode="auto">
                    <a:xfrm rot="16200000">
                      <a:off x="1025346"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191" name="OTLSHAPE_M_39ea6ebc19a94c9fab6ef5006c31df58_Shape">
                      <a:extLst>
                        <a:ext uri="{FF2B5EF4-FFF2-40B4-BE49-F238E27FC236}">
                          <a16:creationId xmlns:a16="http://schemas.microsoft.com/office/drawing/2014/main" id="{DF1790CB-6034-4A62-B272-BDE76E7F5388}"/>
                        </a:ext>
                      </a:extLst>
                    </p:cNvPr>
                    <p:cNvSpPr/>
                    <p:nvPr>
                      <p:custDataLst>
                        <p:tags r:id="rId30"/>
                      </p:custDataLst>
                    </p:nvPr>
                  </p:nvSpPr>
                  <p:spPr bwMode="auto">
                    <a:xfrm rot="16200000">
                      <a:off x="1673829"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192" name="TextBox 191">
                      <a:extLst>
                        <a:ext uri="{FF2B5EF4-FFF2-40B4-BE49-F238E27FC236}">
                          <a16:creationId xmlns:a16="http://schemas.microsoft.com/office/drawing/2014/main" id="{A197CB62-C545-4328-A0D5-39D7EB52413D}"/>
                        </a:ext>
                      </a:extLst>
                    </p:cNvPr>
                    <p:cNvSpPr txBox="1"/>
                    <p:nvPr/>
                  </p:nvSpPr>
                  <p:spPr>
                    <a:xfrm>
                      <a:off x="1235653" y="3764512"/>
                      <a:ext cx="642400" cy="24622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Mar/CDE feedback</a:t>
                      </a:r>
                    </a:p>
                  </p:txBody>
                </p:sp>
              </p:grpSp>
            </p:grpSp>
          </p:grpSp>
          <p:sp>
            <p:nvSpPr>
              <p:cNvPr id="187" name="OTLSHAPE_M_39ea6ebc19a94c9fab6ef5006c31df58_Shape">
                <a:extLst>
                  <a:ext uri="{FF2B5EF4-FFF2-40B4-BE49-F238E27FC236}">
                    <a16:creationId xmlns:a16="http://schemas.microsoft.com/office/drawing/2014/main" id="{CDD2B52A-CB82-48D5-B38C-C81E4482AF7E}"/>
                  </a:ext>
                </a:extLst>
              </p:cNvPr>
              <p:cNvSpPr/>
              <p:nvPr>
                <p:custDataLst>
                  <p:tags r:id="rId18"/>
                </p:custDataLst>
              </p:nvPr>
            </p:nvSpPr>
            <p:spPr bwMode="auto">
              <a:xfrm rot="16200000">
                <a:off x="1385288" y="2969221"/>
                <a:ext cx="68710" cy="8001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193" name="TextBox 192">
                <a:extLst>
                  <a:ext uri="{FF2B5EF4-FFF2-40B4-BE49-F238E27FC236}">
                    <a16:creationId xmlns:a16="http://schemas.microsoft.com/office/drawing/2014/main" id="{C46B05F6-DAFE-4CCA-A00D-C7BEBC23655C}"/>
                  </a:ext>
                </a:extLst>
              </p:cNvPr>
              <p:cNvSpPr txBox="1"/>
              <p:nvPr/>
            </p:nvSpPr>
            <p:spPr>
              <a:xfrm>
                <a:off x="1119677" y="3078402"/>
                <a:ext cx="696512" cy="184666"/>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25Apr</a:t>
                </a:r>
                <a:r>
                  <a:rPr lang="en-US" sz="800" b="1">
                    <a:solidFill>
                      <a:srgbClr val="203864"/>
                    </a:solidFill>
                    <a:latin typeface="Calibri" panose="020F0502020204030204" pitchFamily="34" charset="0"/>
                    <a:cs typeface="Calibri" panose="020F0502020204030204" pitchFamily="34" charset="0"/>
                  </a:rPr>
                  <a:t>/</a:t>
                </a:r>
              </a:p>
              <a:p>
                <a:pPr algn="ctr" defTabSz="1625438"/>
                <a:r>
                  <a:rPr lang="en-US" sz="800" b="1">
                    <a:solidFill>
                      <a:srgbClr val="203864"/>
                    </a:solidFill>
                    <a:latin typeface="Calibri" panose="020F0502020204030204" pitchFamily="34" charset="0"/>
                    <a:cs typeface="Calibri" panose="020F0502020204030204" pitchFamily="34" charset="0"/>
                  </a:rPr>
                  <a:t>EoP2 meeting</a:t>
                </a:r>
              </a:p>
            </p:txBody>
          </p:sp>
        </p:grpSp>
      </p:grpSp>
      <p:sp>
        <p:nvSpPr>
          <p:cNvPr id="222" name="Google Shape;656;p8">
            <a:extLst>
              <a:ext uri="{FF2B5EF4-FFF2-40B4-BE49-F238E27FC236}">
                <a16:creationId xmlns:a16="http://schemas.microsoft.com/office/drawing/2014/main" id="{CC548B22-8EC7-4630-9F7F-0F5258F0B131}"/>
              </a:ext>
            </a:extLst>
          </p:cNvPr>
          <p:cNvSpPr/>
          <p:nvPr/>
        </p:nvSpPr>
        <p:spPr>
          <a:xfrm>
            <a:off x="6540152" y="6052021"/>
            <a:ext cx="1872883" cy="730815"/>
          </a:xfrm>
          <a:prstGeom prst="wedgeRectCallout">
            <a:avLst>
              <a:gd name="adj1" fmla="val 31997"/>
              <a:gd name="adj2" fmla="val -59625"/>
            </a:avLst>
          </a:prstGeom>
          <a:solidFill>
            <a:schemeClr val="bg1"/>
          </a:solidFill>
          <a:ln w="12700">
            <a:solidFill>
              <a:srgbClr val="00B050"/>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4291" tIns="72000" rIns="34291" bIns="72000" rtlCol="0" anchor="ctr"/>
          <a:lstStyle/>
          <a:p>
            <a:r>
              <a:rPr lang="en-US" altLang="zh-CN" sz="900" b="1">
                <a:solidFill>
                  <a:srgbClr val="006666"/>
                </a:solidFill>
              </a:rPr>
              <a:t>CN Sub. data incl.:</a:t>
            </a:r>
          </a:p>
          <a:p>
            <a:pPr marL="171442" indent="-171442">
              <a:buFont typeface="Arial" panose="020B0604020202020204" pitchFamily="34" charset="0"/>
              <a:buChar char="•"/>
            </a:pPr>
            <a:r>
              <a:rPr lang="en-US" altLang="zh-CN" sz="900" b="1">
                <a:solidFill>
                  <a:srgbClr val="006666"/>
                </a:solidFill>
              </a:rPr>
              <a:t>CN-alone </a:t>
            </a:r>
          </a:p>
          <a:p>
            <a:pPr marL="171442" indent="-171442">
              <a:buFont typeface="Arial" panose="020B0604020202020204" pitchFamily="34" charset="0"/>
              <a:buChar char="•"/>
            </a:pPr>
            <a:r>
              <a:rPr lang="en-US" altLang="zh-CN" sz="900" b="1">
                <a:solidFill>
                  <a:srgbClr val="006666"/>
                </a:solidFill>
              </a:rPr>
              <a:t>MRCT SYNCHROMIZE-1&amp;2</a:t>
            </a:r>
          </a:p>
          <a:p>
            <a:pPr marL="171442" indent="-171442">
              <a:buFont typeface="Arial" panose="020B0604020202020204" pitchFamily="34" charset="0"/>
              <a:buChar char="•"/>
            </a:pPr>
            <a:r>
              <a:rPr lang="en-US" altLang="zh-CN" sz="900" b="1">
                <a:solidFill>
                  <a:srgbClr val="006666"/>
                </a:solidFill>
              </a:rPr>
              <a:t>CVOT</a:t>
            </a:r>
          </a:p>
          <a:p>
            <a:pPr marL="171442" indent="-171442">
              <a:buFont typeface="Arial" panose="020B0604020202020204" pitchFamily="34" charset="0"/>
              <a:buChar char="•"/>
            </a:pPr>
            <a:r>
              <a:rPr lang="en-US" altLang="zh-CN" sz="900" b="1">
                <a:solidFill>
                  <a:srgbClr val="006666"/>
                </a:solidFill>
              </a:rPr>
              <a:t>Ph1 &amp; 2 </a:t>
            </a:r>
            <a:endParaRPr lang="en-US" altLang="zh-CN" sz="800" b="1">
              <a:solidFill>
                <a:srgbClr val="006666"/>
              </a:solidFill>
            </a:endParaRPr>
          </a:p>
        </p:txBody>
      </p:sp>
      <p:grpSp>
        <p:nvGrpSpPr>
          <p:cNvPr id="23" name="Group 22">
            <a:extLst>
              <a:ext uri="{FF2B5EF4-FFF2-40B4-BE49-F238E27FC236}">
                <a16:creationId xmlns:a16="http://schemas.microsoft.com/office/drawing/2014/main" id="{126C5FC8-F517-53FC-9052-8CF9879D66EE}"/>
              </a:ext>
            </a:extLst>
          </p:cNvPr>
          <p:cNvGrpSpPr/>
          <p:nvPr/>
        </p:nvGrpSpPr>
        <p:grpSpPr>
          <a:xfrm>
            <a:off x="133657" y="4270535"/>
            <a:ext cx="8946113" cy="753606"/>
            <a:chOff x="-109310" y="3638864"/>
            <a:chExt cx="6709585" cy="565198"/>
          </a:xfrm>
        </p:grpSpPr>
        <p:sp>
          <p:nvSpPr>
            <p:cNvPr id="24" name="OTLSHAPE_T_e17f3958430f4cff8650518c93c7635e_Shape">
              <a:extLst>
                <a:ext uri="{FF2B5EF4-FFF2-40B4-BE49-F238E27FC236}">
                  <a16:creationId xmlns:a16="http://schemas.microsoft.com/office/drawing/2014/main" id="{58BCF507-ACB3-5156-DEBD-82107A2B7213}"/>
                </a:ext>
              </a:extLst>
            </p:cNvPr>
            <p:cNvSpPr/>
            <p:nvPr>
              <p:custDataLst>
                <p:tags r:id="rId10"/>
              </p:custDataLst>
            </p:nvPr>
          </p:nvSpPr>
          <p:spPr bwMode="auto">
            <a:xfrm>
              <a:off x="3666956" y="3757106"/>
              <a:ext cx="2537460" cy="163071"/>
            </a:xfrm>
            <a:prstGeom prst="roundRect">
              <a:avLst/>
            </a:prstGeom>
            <a:pattFill prst="pct25">
              <a:fgClr>
                <a:srgbClr val="0066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nvGrpSpPr>
            <p:cNvPr id="25" name="组合 21">
              <a:extLst>
                <a:ext uri="{FF2B5EF4-FFF2-40B4-BE49-F238E27FC236}">
                  <a16:creationId xmlns:a16="http://schemas.microsoft.com/office/drawing/2014/main" id="{FA462E2B-5244-AAAC-7302-AF9330E10467}"/>
                </a:ext>
              </a:extLst>
            </p:cNvPr>
            <p:cNvGrpSpPr/>
            <p:nvPr/>
          </p:nvGrpSpPr>
          <p:grpSpPr>
            <a:xfrm>
              <a:off x="-109310" y="3638864"/>
              <a:ext cx="6709585" cy="565198"/>
              <a:chOff x="-145746" y="5573285"/>
              <a:chExt cx="8946118" cy="753598"/>
            </a:xfrm>
          </p:grpSpPr>
          <p:sp>
            <p:nvSpPr>
              <p:cNvPr id="28" name="OTLSHAPE_M_39ea6ebc19a94c9fab6ef5006c31df58_Title">
                <a:extLst>
                  <a:ext uri="{FF2B5EF4-FFF2-40B4-BE49-F238E27FC236}">
                    <a16:creationId xmlns:a16="http://schemas.microsoft.com/office/drawing/2014/main" id="{9C0CCCC8-39BF-F506-F909-958015AED7B5}"/>
                  </a:ext>
                </a:extLst>
              </p:cNvPr>
              <p:cNvSpPr txBox="1"/>
              <p:nvPr>
                <p:custDataLst>
                  <p:tags r:id="rId11"/>
                </p:custDataLst>
              </p:nvPr>
            </p:nvSpPr>
            <p:spPr>
              <a:xfrm>
                <a:off x="1941102" y="6058048"/>
                <a:ext cx="1028091" cy="143564"/>
              </a:xfrm>
              <a:prstGeom prst="rect">
                <a:avLst/>
              </a:prstGeom>
              <a:noFill/>
            </p:spPr>
            <p:txBody>
              <a:bodyPr vert="horz" wrap="square" lIns="0" tIns="0" rIns="0" bIns="0" rtlCol="0" anchor="ctr" anchorCtr="0">
                <a:spAutoFit/>
              </a:bodyPr>
              <a:lstStyle/>
              <a:p>
                <a:pPr algn="ctr" defTabSz="1625398"/>
                <a:r>
                  <a:rPr lang="en-US" altLang="zh-CN" sz="933" b="1">
                    <a:solidFill>
                      <a:srgbClr val="1F497D"/>
                    </a:solidFill>
                    <a:latin typeface="Calibri" panose="020F0502020204030204" pitchFamily="34" charset="0"/>
                    <a:ea typeface="等线" panose="02010600030101010101" pitchFamily="2" charset="-122"/>
                    <a:cs typeface="Calibri" panose="020F0502020204030204" pitchFamily="34" charset="0"/>
                  </a:rPr>
                  <a:t>CTA Sub</a:t>
                </a:r>
                <a:endParaRPr lang="zh-CN" altLang="en-US" sz="933" b="1">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EA28EB14-BF4D-E5D2-7F10-B55EDECAB031}"/>
                  </a:ext>
                </a:extLst>
              </p:cNvPr>
              <p:cNvSpPr/>
              <p:nvPr>
                <p:custDataLst>
                  <p:tags r:id="rId12"/>
                </p:custDataLst>
              </p:nvPr>
            </p:nvSpPr>
            <p:spPr bwMode="auto">
              <a:xfrm>
                <a:off x="2405033" y="5751009"/>
                <a:ext cx="731520" cy="20092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algn="ctr" defTabSz="1625398" eaLnBrk="0" fontAlgn="base" hangingPunct="0">
                  <a:lnSpc>
                    <a:spcPct val="90000"/>
                  </a:lnSpc>
                  <a:spcBef>
                    <a:spcPct val="0"/>
                  </a:spcBef>
                  <a:spcAft>
                    <a:spcPct val="0"/>
                  </a:spcAft>
                </a:pPr>
                <a:endParaRPr lang="zh-CN" altLang="en-US" sz="5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30" name="OTLSHAPE_M_39ea6ebc19a94c9fab6ef5006c31df58_Shape">
                <a:extLst>
                  <a:ext uri="{FF2B5EF4-FFF2-40B4-BE49-F238E27FC236}">
                    <a16:creationId xmlns:a16="http://schemas.microsoft.com/office/drawing/2014/main" id="{0F13300B-292D-E9B6-CA73-73D253863906}"/>
                  </a:ext>
                </a:extLst>
              </p:cNvPr>
              <p:cNvSpPr/>
              <p:nvPr>
                <p:custDataLst>
                  <p:tags r:id="rId13"/>
                </p:custDataLst>
              </p:nvPr>
            </p:nvSpPr>
            <p:spPr bwMode="auto">
              <a:xfrm rot="16200000">
                <a:off x="2367520" y="5927084"/>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31" name="TextBox 192">
                <a:extLst>
                  <a:ext uri="{FF2B5EF4-FFF2-40B4-BE49-F238E27FC236}">
                    <a16:creationId xmlns:a16="http://schemas.microsoft.com/office/drawing/2014/main" id="{637607C5-A70E-3AE1-34D7-614874F750F5}"/>
                  </a:ext>
                </a:extLst>
              </p:cNvPr>
              <p:cNvSpPr txBox="1"/>
              <p:nvPr/>
            </p:nvSpPr>
            <p:spPr>
              <a:xfrm>
                <a:off x="2125113" y="5575481"/>
                <a:ext cx="616276" cy="123110"/>
              </a:xfrm>
              <a:prstGeom prst="rect">
                <a:avLst/>
              </a:prstGeom>
              <a:noFill/>
            </p:spPr>
            <p:txBody>
              <a:bodyPr wrap="square" lIns="0" tIns="0" rIns="0" bIns="0" rtlCol="0" anchor="t">
                <a:spAutoFit/>
              </a:bodyPr>
              <a:lstStyle/>
              <a:p>
                <a:pPr algn="ctr" defTabSz="1625398"/>
                <a:r>
                  <a:rPr lang="en-US" sz="800" b="1">
                    <a:solidFill>
                      <a:srgbClr val="003366"/>
                    </a:solidFill>
                    <a:latin typeface="Calibri"/>
                    <a:cs typeface="Calibri"/>
                  </a:rPr>
                  <a:t>15Sep</a:t>
                </a:r>
                <a:endParaRPr lang="en-US" sz="800" b="1">
                  <a:solidFill>
                    <a:srgbClr val="003366"/>
                  </a:solidFill>
                  <a:latin typeface="Calibri" panose="020F0502020204030204" pitchFamily="34" charset="0"/>
                  <a:cs typeface="Calibri" panose="020F0502020204030204" pitchFamily="34" charset="0"/>
                </a:endParaRPr>
              </a:p>
            </p:txBody>
          </p:sp>
          <p:sp>
            <p:nvSpPr>
              <p:cNvPr id="224" name="Star: 4 Points 143">
                <a:extLst>
                  <a:ext uri="{FF2B5EF4-FFF2-40B4-BE49-F238E27FC236}">
                    <a16:creationId xmlns:a16="http://schemas.microsoft.com/office/drawing/2014/main" id="{FB68E783-E73F-FA10-0B72-2FFE63309F5E}"/>
                  </a:ext>
                </a:extLst>
              </p:cNvPr>
              <p:cNvSpPr/>
              <p:nvPr/>
            </p:nvSpPr>
            <p:spPr bwMode="auto">
              <a:xfrm>
                <a:off x="4754288" y="5875878"/>
                <a:ext cx="245472" cy="19313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0" name="OTLSHAPE_T_e17f3958430f4cff8650518c93c7635e_Shape">
                <a:extLst>
                  <a:ext uri="{FF2B5EF4-FFF2-40B4-BE49-F238E27FC236}">
                    <a16:creationId xmlns:a16="http://schemas.microsoft.com/office/drawing/2014/main" id="{DC72E225-01E8-BAE8-A69C-CF1AAD7CC5A2}"/>
                  </a:ext>
                </a:extLst>
              </p:cNvPr>
              <p:cNvSpPr/>
              <p:nvPr>
                <p:custDataLst>
                  <p:tags r:id="rId14"/>
                </p:custDataLst>
              </p:nvPr>
            </p:nvSpPr>
            <p:spPr bwMode="auto">
              <a:xfrm>
                <a:off x="3144523" y="5730921"/>
                <a:ext cx="1737360" cy="238549"/>
              </a:xfrm>
              <a:prstGeom prst="roundRect">
                <a:avLst/>
              </a:prstGeom>
              <a:solidFill>
                <a:srgbClr val="006600">
                  <a:alpha val="4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1" name="OTLSHAPE_T_e17f3958430f4cff8650518c93c7635e_StartDate">
                <a:extLst>
                  <a:ext uri="{FF2B5EF4-FFF2-40B4-BE49-F238E27FC236}">
                    <a16:creationId xmlns:a16="http://schemas.microsoft.com/office/drawing/2014/main" id="{6A7C8C18-670E-8B82-B6C3-5E0D1AD76AF9}"/>
                  </a:ext>
                </a:extLst>
              </p:cNvPr>
              <p:cNvSpPr txBox="1"/>
              <p:nvPr>
                <p:custDataLst>
                  <p:tags r:id="rId15"/>
                </p:custDataLst>
              </p:nvPr>
            </p:nvSpPr>
            <p:spPr>
              <a:xfrm>
                <a:off x="2734280" y="5576292"/>
                <a:ext cx="1198111" cy="143564"/>
              </a:xfrm>
              <a:prstGeom prst="rect">
                <a:avLst/>
              </a:prstGeom>
              <a:noFill/>
            </p:spPr>
            <p:txBody>
              <a:bodyPr vert="horz" wrap="square" lIns="0" tIns="0" rIns="0" bIns="0" rtlCol="0" anchor="ctr" anchorCtr="0">
                <a:spAutoFit/>
              </a:bodyPr>
              <a:lstStyle/>
              <a:p>
                <a:pPr algn="ctr" defTabSz="1625398"/>
                <a:r>
                  <a:rPr lang="en-US" altLang="zh-CN" sz="933" b="1">
                    <a:solidFill>
                      <a:srgbClr val="003366"/>
                    </a:solidFill>
                    <a:latin typeface="Calibri" panose="020F0502020204030204" pitchFamily="34" charset="0"/>
                    <a:ea typeface="等线" panose="02010600030101010101" pitchFamily="2" charset="-122"/>
                    <a:cs typeface="Calibri" panose="020F0502020204030204" pitchFamily="34" charset="0"/>
                  </a:rPr>
                  <a:t>6Feb</a:t>
                </a:r>
                <a:r>
                  <a:rPr lang="en-US" altLang="zh-CN" sz="933" b="1">
                    <a:solidFill>
                      <a:srgbClr val="1F497D"/>
                    </a:solidFill>
                    <a:latin typeface="Calibri" panose="020F0502020204030204" pitchFamily="34" charset="0"/>
                    <a:ea typeface="等线" panose="02010600030101010101" pitchFamily="2" charset="-122"/>
                    <a:cs typeface="Calibri" panose="020F0502020204030204" pitchFamily="34" charset="0"/>
                  </a:rPr>
                  <a:t>/FSS</a:t>
                </a:r>
                <a:endParaRPr lang="zh-CN" altLang="en-US" sz="933" b="1">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A27762EC-D3FD-7A18-9704-144466FAC1DA}"/>
                  </a:ext>
                </a:extLst>
              </p:cNvPr>
              <p:cNvSpPr/>
              <p:nvPr/>
            </p:nvSpPr>
            <p:spPr bwMode="auto">
              <a:xfrm>
                <a:off x="3017079" y="5859913"/>
                <a:ext cx="232372" cy="22351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3" name="TextBox 108">
                <a:extLst>
                  <a:ext uri="{FF2B5EF4-FFF2-40B4-BE49-F238E27FC236}">
                    <a16:creationId xmlns:a16="http://schemas.microsoft.com/office/drawing/2014/main" id="{F61C334A-6279-0269-9BDD-84822CD36F13}"/>
                  </a:ext>
                </a:extLst>
              </p:cNvPr>
              <p:cNvSpPr txBox="1"/>
              <p:nvPr/>
            </p:nvSpPr>
            <p:spPr>
              <a:xfrm>
                <a:off x="4307792" y="5573285"/>
                <a:ext cx="762111" cy="143563"/>
              </a:xfrm>
              <a:prstGeom prst="rect">
                <a:avLst/>
              </a:prstGeom>
              <a:noFill/>
            </p:spPr>
            <p:txBody>
              <a:bodyPr wrap="square" lIns="0" tIns="0" rIns="0" bIns="0" rtlCol="0">
                <a:spAutoFit/>
              </a:bodyPr>
              <a:lstStyle/>
              <a:p>
                <a:pPr algn="ctr" defTabSz="1625398"/>
                <a:r>
                  <a:rPr lang="en-US" altLang="zh-CN" sz="933" b="1">
                    <a:solidFill>
                      <a:srgbClr val="003366"/>
                    </a:solidFill>
                    <a:latin typeface="Calibri" panose="020F0502020204030204" pitchFamily="34" charset="0"/>
                    <a:cs typeface="Calibri" panose="020F0502020204030204" pitchFamily="34" charset="0"/>
                  </a:rPr>
                  <a:t>Nov</a:t>
                </a:r>
                <a:r>
                  <a:rPr lang="en-US" sz="933" b="1">
                    <a:solidFill>
                      <a:srgbClr val="003366"/>
                    </a:solidFill>
                    <a:latin typeface="Calibri" panose="020F0502020204030204" pitchFamily="34" charset="0"/>
                    <a:cs typeface="Calibri" panose="020F0502020204030204" pitchFamily="34" charset="0"/>
                  </a:rPr>
                  <a:t>/</a:t>
                </a:r>
                <a:r>
                  <a:rPr lang="en-US" sz="933" b="1">
                    <a:solidFill>
                      <a:srgbClr val="1F497D"/>
                    </a:solidFill>
                    <a:latin typeface="Calibri" panose="020F0502020204030204" pitchFamily="34" charset="0"/>
                    <a:cs typeface="Calibri" panose="020F0502020204030204" pitchFamily="34" charset="0"/>
                  </a:rPr>
                  <a:t>LSS</a:t>
                </a:r>
              </a:p>
            </p:txBody>
          </p:sp>
          <p:sp>
            <p:nvSpPr>
              <p:cNvPr id="234" name="OTLSHAPE_T_e17f3958430f4cff8650518c93c7635e_Shape">
                <a:extLst>
                  <a:ext uri="{FF2B5EF4-FFF2-40B4-BE49-F238E27FC236}">
                    <a16:creationId xmlns:a16="http://schemas.microsoft.com/office/drawing/2014/main" id="{B2757B82-D3CF-8E57-BC76-E684F0850598}"/>
                  </a:ext>
                </a:extLst>
              </p:cNvPr>
              <p:cNvSpPr/>
              <p:nvPr>
                <p:custDataLst>
                  <p:tags r:id="rId16"/>
                </p:custDataLst>
              </p:nvPr>
            </p:nvSpPr>
            <p:spPr bwMode="auto">
              <a:xfrm>
                <a:off x="1916306" y="5722455"/>
                <a:ext cx="487680" cy="241201"/>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zh-CN" altLang="en-US" sz="5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6" name="TextBox 235">
                <a:extLst>
                  <a:ext uri="{FF2B5EF4-FFF2-40B4-BE49-F238E27FC236}">
                    <a16:creationId xmlns:a16="http://schemas.microsoft.com/office/drawing/2014/main" id="{5395C515-17C5-3482-CEC7-D76D7785AD19}"/>
                  </a:ext>
                </a:extLst>
              </p:cNvPr>
              <p:cNvSpPr txBox="1"/>
              <p:nvPr/>
            </p:nvSpPr>
            <p:spPr>
              <a:xfrm>
                <a:off x="1796020" y="5740000"/>
                <a:ext cx="731520" cy="235896"/>
              </a:xfrm>
              <a:prstGeom prst="rect">
                <a:avLst/>
              </a:prstGeom>
              <a:noFill/>
            </p:spPr>
            <p:txBody>
              <a:bodyPr wrap="square">
                <a:spAutoFit/>
              </a:bodyPr>
              <a:lstStyle/>
              <a:p>
                <a:pPr algn="ctr" defTabSz="1625398" eaLnBrk="0" fontAlgn="base" hangingPunct="0">
                  <a:spcBef>
                    <a:spcPct val="0"/>
                  </a:spcBef>
                  <a:spcAft>
                    <a:spcPct val="0"/>
                  </a:spcAft>
                </a:pPr>
                <a:r>
                  <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rPr>
                  <a:t>Pre-IND</a:t>
                </a:r>
                <a:endParaRPr lang="zh-CN" altLang="en-US"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7" name="Star: 4 Points 143">
                <a:extLst>
                  <a:ext uri="{FF2B5EF4-FFF2-40B4-BE49-F238E27FC236}">
                    <a16:creationId xmlns:a16="http://schemas.microsoft.com/office/drawing/2014/main" id="{C8651D31-65A7-973A-D647-1F7D9911E99A}"/>
                  </a:ext>
                </a:extLst>
              </p:cNvPr>
              <p:cNvSpPr/>
              <p:nvPr/>
            </p:nvSpPr>
            <p:spPr bwMode="auto">
              <a:xfrm>
                <a:off x="7030612" y="5873037"/>
                <a:ext cx="217623" cy="18127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8" name="TextBox 146">
                <a:extLst>
                  <a:ext uri="{FF2B5EF4-FFF2-40B4-BE49-F238E27FC236}">
                    <a16:creationId xmlns:a16="http://schemas.microsoft.com/office/drawing/2014/main" id="{65A867ED-8E3B-3315-FC00-A2C934D090CD}"/>
                  </a:ext>
                </a:extLst>
              </p:cNvPr>
              <p:cNvSpPr txBox="1"/>
              <p:nvPr/>
            </p:nvSpPr>
            <p:spPr>
              <a:xfrm>
                <a:off x="-145746" y="5772743"/>
                <a:ext cx="892635" cy="123110"/>
              </a:xfrm>
              <a:prstGeom prst="rect">
                <a:avLst/>
              </a:prstGeom>
              <a:noFill/>
              <a:ln w="9525">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SYNCHRONIZE-CN</a:t>
                </a:r>
              </a:p>
            </p:txBody>
          </p:sp>
          <p:sp>
            <p:nvSpPr>
              <p:cNvPr id="239" name="TextBox 112">
                <a:extLst>
                  <a:ext uri="{FF2B5EF4-FFF2-40B4-BE49-F238E27FC236}">
                    <a16:creationId xmlns:a16="http://schemas.microsoft.com/office/drawing/2014/main" id="{C9B0154B-D79E-88F5-DC52-003F2D37606D}"/>
                  </a:ext>
                </a:extLst>
              </p:cNvPr>
              <p:cNvSpPr txBox="1"/>
              <p:nvPr/>
            </p:nvSpPr>
            <p:spPr>
              <a:xfrm>
                <a:off x="7283690" y="6039756"/>
                <a:ext cx="1516682" cy="287127"/>
              </a:xfrm>
              <a:prstGeom prst="rect">
                <a:avLst/>
              </a:prstGeom>
              <a:noFill/>
            </p:spPr>
            <p:txBody>
              <a:bodyPr wrap="square" lIns="0" tIns="0" rIns="0" bIns="0" rtlCol="0" anchor="t">
                <a:spAutoFit/>
              </a:bodyPr>
              <a:lstStyle/>
              <a:p>
                <a:pPr algn="ctr" defTabSz="1625398"/>
                <a:r>
                  <a:rPr lang="en-US" altLang="zh-CN" sz="933" b="1">
                    <a:solidFill>
                      <a:srgbClr val="003366"/>
                    </a:solidFill>
                    <a:latin typeface="Calibri"/>
                    <a:cs typeface="Calibri"/>
                  </a:rPr>
                  <a:t>Jun</a:t>
                </a:r>
                <a:r>
                  <a:rPr lang="en-US" sz="933" b="1">
                    <a:solidFill>
                      <a:srgbClr val="1F497D"/>
                    </a:solidFill>
                    <a:latin typeface="Calibri"/>
                    <a:cs typeface="Calibri"/>
                  </a:rPr>
                  <a:t>/LSC </a:t>
                </a:r>
                <a:endParaRPr lang="en-US" sz="933" b="1">
                  <a:solidFill>
                    <a:srgbClr val="1F497D"/>
                  </a:solidFill>
                  <a:latin typeface="Calibri" panose="020F0502020204030204" pitchFamily="34" charset="0"/>
                  <a:cs typeface="Calibri" panose="020F0502020204030204" pitchFamily="34" charset="0"/>
                </a:endParaRPr>
              </a:p>
              <a:p>
                <a:pPr algn="ctr" defTabSz="1625398"/>
                <a:r>
                  <a:rPr lang="en-US" sz="933" b="1">
                    <a:solidFill>
                      <a:srgbClr val="1F497D"/>
                    </a:solidFill>
                    <a:latin typeface="Calibri"/>
                    <a:cs typeface="Calibri"/>
                  </a:rPr>
                  <a:t>at Week </a:t>
                </a:r>
                <a:r>
                  <a:rPr lang="en-US" sz="933" b="1">
                    <a:solidFill>
                      <a:srgbClr val="496C98"/>
                    </a:solidFill>
                    <a:latin typeface="Calibri"/>
                    <a:cs typeface="Calibri"/>
                  </a:rPr>
                  <a:t>79</a:t>
                </a:r>
              </a:p>
            </p:txBody>
          </p:sp>
          <p:sp>
            <p:nvSpPr>
              <p:cNvPr id="241" name="Star: 4 Points 143">
                <a:extLst>
                  <a:ext uri="{FF2B5EF4-FFF2-40B4-BE49-F238E27FC236}">
                    <a16:creationId xmlns:a16="http://schemas.microsoft.com/office/drawing/2014/main" id="{D06F9062-3A46-C9F5-4016-C0B0FA7E6FD7}"/>
                  </a:ext>
                </a:extLst>
              </p:cNvPr>
              <p:cNvSpPr/>
              <p:nvPr/>
            </p:nvSpPr>
            <p:spPr bwMode="auto">
              <a:xfrm>
                <a:off x="8162248" y="5850195"/>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48" eaLnBrk="0" fontAlgn="base" hangingPunct="0">
                  <a:spcBef>
                    <a:spcPct val="0"/>
                  </a:spcBef>
                  <a:spcAft>
                    <a:spcPct val="0"/>
                  </a:spcAft>
                </a:pPr>
                <a:endParaRPr lang="zh-CN" altLang="en-US" sz="3200">
                  <a:solidFill>
                    <a:srgbClr val="000000"/>
                  </a:solidFill>
                  <a:latin typeface="Calibri" panose="020F0502020204030204" pitchFamily="34" charset="0"/>
                  <a:cs typeface="Calibri" panose="020F0502020204030204" pitchFamily="34" charset="0"/>
                </a:endParaRPr>
              </a:p>
            </p:txBody>
          </p:sp>
          <p:sp>
            <p:nvSpPr>
              <p:cNvPr id="244" name="TextBox 192">
                <a:extLst>
                  <a:ext uri="{FF2B5EF4-FFF2-40B4-BE49-F238E27FC236}">
                    <a16:creationId xmlns:a16="http://schemas.microsoft.com/office/drawing/2014/main" id="{F248D2DC-A15D-605A-E56C-93600B26B0D4}"/>
                  </a:ext>
                </a:extLst>
              </p:cNvPr>
              <p:cNvSpPr txBox="1"/>
              <p:nvPr/>
            </p:nvSpPr>
            <p:spPr>
              <a:xfrm>
                <a:off x="1753350" y="5575662"/>
                <a:ext cx="458851" cy="143563"/>
              </a:xfrm>
              <a:prstGeom prst="rect">
                <a:avLst/>
              </a:prstGeom>
              <a:noFill/>
            </p:spPr>
            <p:txBody>
              <a:bodyPr wrap="square" lIns="0" tIns="0" rIns="0" bIns="0" rtlCol="0">
                <a:spAutoFit/>
              </a:bodyPr>
              <a:lstStyle/>
              <a:p>
                <a:pPr defTabSz="1625398"/>
                <a:r>
                  <a:rPr lang="en-US" sz="933" b="1">
                    <a:solidFill>
                      <a:srgbClr val="003366"/>
                    </a:solidFill>
                    <a:latin typeface="Calibri" panose="020F0502020204030204" pitchFamily="34" charset="0"/>
                    <a:cs typeface="Calibri" panose="020F0502020204030204" pitchFamily="34" charset="0"/>
                  </a:rPr>
                  <a:t>31 May</a:t>
                </a:r>
              </a:p>
            </p:txBody>
          </p:sp>
          <p:sp>
            <p:nvSpPr>
              <p:cNvPr id="245" name="OTLSHAPE_M_39ea6ebc19a94c9fab6ef5006c31df58_Shape">
                <a:extLst>
                  <a:ext uri="{FF2B5EF4-FFF2-40B4-BE49-F238E27FC236}">
                    <a16:creationId xmlns:a16="http://schemas.microsoft.com/office/drawing/2014/main" id="{02FCE94E-D6B7-D9A8-F38D-B050364E3C59}"/>
                  </a:ext>
                </a:extLst>
              </p:cNvPr>
              <p:cNvSpPr/>
              <p:nvPr>
                <p:custDataLst>
                  <p:tags r:id="rId17"/>
                </p:custDataLst>
              </p:nvPr>
            </p:nvSpPr>
            <p:spPr bwMode="auto">
              <a:xfrm rot="16200000">
                <a:off x="1891312" y="5927082"/>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46" name="TextBox 112">
                <a:extLst>
                  <a:ext uri="{FF2B5EF4-FFF2-40B4-BE49-F238E27FC236}">
                    <a16:creationId xmlns:a16="http://schemas.microsoft.com/office/drawing/2014/main" id="{ED941EED-B88A-2EA5-A21D-D6010D995E03}"/>
                  </a:ext>
                </a:extLst>
              </p:cNvPr>
              <p:cNvSpPr txBox="1"/>
              <p:nvPr/>
            </p:nvSpPr>
            <p:spPr>
              <a:xfrm>
                <a:off x="5498972" y="5757162"/>
                <a:ext cx="2232814" cy="430690"/>
              </a:xfrm>
              <a:prstGeom prst="rect">
                <a:avLst/>
              </a:prstGeom>
              <a:noFill/>
            </p:spPr>
            <p:txBody>
              <a:bodyPr wrap="square" lIns="0" tIns="0" rIns="0" bIns="0" rtlCol="0">
                <a:spAutoFit/>
              </a:bodyPr>
              <a:lstStyle/>
              <a:p>
                <a:pPr algn="ctr" defTabSz="1625398"/>
                <a:r>
                  <a:rPr lang="en-US" sz="933" b="1">
                    <a:solidFill>
                      <a:srgbClr val="003366"/>
                    </a:solidFill>
                    <a:latin typeface="Calibri" panose="020F0502020204030204" pitchFamily="34" charset="0"/>
                    <a:cs typeface="Calibri" panose="020F0502020204030204" pitchFamily="34" charset="0"/>
                  </a:rPr>
                  <a:t>Nov/LSC </a:t>
                </a:r>
              </a:p>
              <a:p>
                <a:pPr algn="ctr" defTabSz="1625398"/>
                <a:r>
                  <a:rPr lang="en-US" sz="933" b="1">
                    <a:solidFill>
                      <a:srgbClr val="1F497D"/>
                    </a:solidFill>
                    <a:latin typeface="Calibri" panose="020F0502020204030204" pitchFamily="34" charset="0"/>
                    <a:cs typeface="Calibri" panose="020F0502020204030204" pitchFamily="34" charset="0"/>
                  </a:rPr>
                  <a:t>at Week 52 </a:t>
                </a:r>
              </a:p>
              <a:p>
                <a:pPr algn="ctr" defTabSz="1625398"/>
                <a:r>
                  <a:rPr lang="en-US" sz="933" b="1">
                    <a:solidFill>
                      <a:srgbClr val="1F497D"/>
                    </a:solidFill>
                    <a:latin typeface="Calibri" panose="020F0502020204030204" pitchFamily="34" charset="0"/>
                    <a:cs typeface="Calibri" panose="020F0502020204030204" pitchFamily="34" charset="0"/>
                  </a:rPr>
                  <a:t>(primary efficacy data for NDA submission)</a:t>
                </a:r>
              </a:p>
            </p:txBody>
          </p:sp>
        </p:grpSp>
      </p:grpSp>
      <p:sp>
        <p:nvSpPr>
          <p:cNvPr id="247" name="文本框 174">
            <a:extLst>
              <a:ext uri="{FF2B5EF4-FFF2-40B4-BE49-F238E27FC236}">
                <a16:creationId xmlns:a16="http://schemas.microsoft.com/office/drawing/2014/main" id="{85C09B5F-33AD-EB9D-75ED-742DDB67886F}"/>
              </a:ext>
            </a:extLst>
          </p:cNvPr>
          <p:cNvSpPr txBox="1"/>
          <p:nvPr/>
        </p:nvSpPr>
        <p:spPr>
          <a:xfrm>
            <a:off x="3507631" y="4375593"/>
            <a:ext cx="1450631" cy="338554"/>
          </a:xfrm>
          <a:prstGeom prst="rect">
            <a:avLst/>
          </a:prstGeom>
          <a:noFill/>
        </p:spPr>
        <p:txBody>
          <a:bodyPr wrap="square">
            <a:spAutoFit/>
          </a:bodyPr>
          <a:lstStyle/>
          <a:p>
            <a:pPr algn="ctr" defTabSz="1625398" eaLnBrk="0" fontAlgn="base" hangingPunct="0">
              <a:spcBef>
                <a:spcPct val="0"/>
              </a:spcBef>
              <a:spcAft>
                <a:spcPct val="0"/>
              </a:spcAft>
            </a:pPr>
            <a:r>
              <a:rPr lang="en-US" altLang="zh-CN" sz="800" b="1">
                <a:solidFill>
                  <a:srgbClr val="203864"/>
                </a:solidFill>
                <a:latin typeface="Calibri" panose="020F0502020204030204" pitchFamily="34" charset="0"/>
                <a:ea typeface="等线" panose="02010600030101010101" pitchFamily="2" charset="-122"/>
                <a:cs typeface="Calibri" panose="020F0502020204030204" pitchFamily="34" charset="0"/>
              </a:rPr>
              <a:t>Obesity, BMI 24/28 N=300 (60 for MRI-PDFF)</a:t>
            </a:r>
          </a:p>
        </p:txBody>
      </p:sp>
      <p:sp>
        <p:nvSpPr>
          <p:cNvPr id="19" name="TextBox 146">
            <a:extLst>
              <a:ext uri="{FF2B5EF4-FFF2-40B4-BE49-F238E27FC236}">
                <a16:creationId xmlns:a16="http://schemas.microsoft.com/office/drawing/2014/main" id="{F6ABA3B6-60D2-8583-6D7B-48BF8EDC61F4}"/>
              </a:ext>
            </a:extLst>
          </p:cNvPr>
          <p:cNvSpPr txBox="1"/>
          <p:nvPr/>
        </p:nvSpPr>
        <p:spPr>
          <a:xfrm>
            <a:off x="97913" y="5332593"/>
            <a:ext cx="892635" cy="246221"/>
          </a:xfrm>
          <a:prstGeom prst="rect">
            <a:avLst/>
          </a:prstGeom>
          <a:noFill/>
          <a:ln w="9525">
            <a:solidFill>
              <a:schemeClr val="accent1"/>
            </a:solidFill>
          </a:ln>
        </p:spPr>
        <p:txBody>
          <a:bodyPr wrap="square" lIns="0" tIns="0" rIns="0" bIns="0" rtlCol="0">
            <a:spAutoFit/>
          </a:bodyPr>
          <a:lstStyle/>
          <a:p>
            <a:pPr algn="ctr" defTabSz="1625398"/>
            <a:r>
              <a:rPr lang="en-US" sz="800" b="1">
                <a:latin typeface="Calibri" panose="020F0502020204030204" pitchFamily="34" charset="0"/>
                <a:cs typeface="Calibri" panose="020F0502020204030204" pitchFamily="34" charset="0"/>
              </a:rPr>
              <a:t>CN </a:t>
            </a:r>
            <a:r>
              <a:rPr lang="en-US" altLang="zh-CN" sz="800" b="1">
                <a:latin typeface="Calibri" panose="020F0502020204030204" pitchFamily="34" charset="0"/>
                <a:cs typeface="Calibri" panose="020F0502020204030204" pitchFamily="34" charset="0"/>
              </a:rPr>
              <a:t>PK</a:t>
            </a:r>
            <a:r>
              <a:rPr lang="en-US" sz="800" b="1">
                <a:latin typeface="Calibri" panose="020F0502020204030204" pitchFamily="34" charset="0"/>
                <a:cs typeface="Calibri" panose="020F0502020204030204" pitchFamily="34" charset="0"/>
              </a:rPr>
              <a:t>-1404.13</a:t>
            </a:r>
          </a:p>
          <a:p>
            <a:pPr algn="ctr" defTabSz="1625398"/>
            <a:r>
              <a:rPr lang="en-US" sz="800" b="1">
                <a:latin typeface="Calibri" panose="020F0502020204030204" pitchFamily="34" charset="0"/>
                <a:cs typeface="Calibri" panose="020F0502020204030204" pitchFamily="34" charset="0"/>
              </a:rPr>
              <a:t>MRD study design</a:t>
            </a:r>
          </a:p>
        </p:txBody>
      </p:sp>
      <p:sp>
        <p:nvSpPr>
          <p:cNvPr id="251" name="TextBox 250">
            <a:extLst>
              <a:ext uri="{FF2B5EF4-FFF2-40B4-BE49-F238E27FC236}">
                <a16:creationId xmlns:a16="http://schemas.microsoft.com/office/drawing/2014/main" id="{20EF82D9-46B0-701F-5C96-5B1AEE3A6480}"/>
              </a:ext>
            </a:extLst>
          </p:cNvPr>
          <p:cNvSpPr txBox="1"/>
          <p:nvPr/>
        </p:nvSpPr>
        <p:spPr>
          <a:xfrm>
            <a:off x="2741917" y="4335782"/>
            <a:ext cx="694809" cy="371064"/>
          </a:xfrm>
          <a:prstGeom prst="rect">
            <a:avLst/>
          </a:prstGeom>
          <a:noFill/>
        </p:spPr>
        <p:txBody>
          <a:bodyPr wrap="square">
            <a:spAutoFit/>
          </a:bodyPr>
          <a:lstStyle/>
          <a:p>
            <a:pPr algn="ctr" defTabSz="1625398" eaLnBrk="0" fontAlgn="base" hangingPunct="0">
              <a:lnSpc>
                <a:spcPct val="90000"/>
              </a:lnSpc>
              <a:spcBef>
                <a:spcPct val="0"/>
              </a:spcBef>
              <a:spcAft>
                <a:spcPct val="0"/>
              </a:spcAft>
            </a:pPr>
            <a:r>
              <a:rPr lang="en-US" altLang="zh-CN" sz="671" b="1">
                <a:solidFill>
                  <a:srgbClr val="203864"/>
                </a:solidFill>
                <a:latin typeface="Calibri" panose="020F0502020204030204" pitchFamily="34" charset="0"/>
                <a:cs typeface="Calibri" panose="020F0502020204030204" pitchFamily="34" charset="0"/>
              </a:rPr>
              <a:t>CTA + EC +HGRAC + 1</a:t>
            </a:r>
            <a:r>
              <a:rPr lang="en-US" altLang="zh-CN" sz="671" b="1" baseline="30000">
                <a:solidFill>
                  <a:srgbClr val="203864"/>
                </a:solidFill>
                <a:latin typeface="Calibri" panose="020F0502020204030204" pitchFamily="34" charset="0"/>
                <a:cs typeface="Calibri" panose="020F0502020204030204" pitchFamily="34" charset="0"/>
              </a:rPr>
              <a:t>st</a:t>
            </a:r>
            <a:r>
              <a:rPr lang="en-US" altLang="zh-CN" sz="671" b="1">
                <a:solidFill>
                  <a:srgbClr val="203864"/>
                </a:solidFill>
                <a:latin typeface="Calibri" panose="020F0502020204030204" pitchFamily="34" charset="0"/>
                <a:cs typeface="Calibri" panose="020F0502020204030204" pitchFamily="34" charset="0"/>
              </a:rPr>
              <a:t> SIV (5M)</a:t>
            </a:r>
            <a:endParaRPr lang="zh-CN" altLang="en-US" sz="671" b="1">
              <a:solidFill>
                <a:srgbClr val="203864"/>
              </a:solidFill>
              <a:latin typeface="Calibri" panose="020F0502020204030204" pitchFamily="34" charset="0"/>
              <a:cs typeface="Calibri" panose="020F0502020204030204" pitchFamily="34" charset="0"/>
            </a:endParaRPr>
          </a:p>
        </p:txBody>
      </p:sp>
      <p:sp>
        <p:nvSpPr>
          <p:cNvPr id="255" name="OTLSHAPE_M_39ea6ebc19a94c9fab6ef5006c31df58_Title">
            <a:extLst>
              <a:ext uri="{FF2B5EF4-FFF2-40B4-BE49-F238E27FC236}">
                <a16:creationId xmlns:a16="http://schemas.microsoft.com/office/drawing/2014/main" id="{EB1824F7-0CF2-DBBA-5F17-7E47C7437D3C}"/>
              </a:ext>
            </a:extLst>
          </p:cNvPr>
          <p:cNvSpPr txBox="1"/>
          <p:nvPr>
            <p:custDataLst>
              <p:tags r:id="rId1"/>
            </p:custDataLst>
          </p:nvPr>
        </p:nvSpPr>
        <p:spPr>
          <a:xfrm>
            <a:off x="2677517" y="5605921"/>
            <a:ext cx="1028091" cy="143565"/>
          </a:xfrm>
          <a:prstGeom prst="rect">
            <a:avLst/>
          </a:prstGeom>
          <a:noFill/>
        </p:spPr>
        <p:txBody>
          <a:bodyPr vert="horz" wrap="square" lIns="0" tIns="0" rIns="0" bIns="0" rtlCol="0" anchor="ctr" anchorCtr="0">
            <a:spAutoFit/>
          </a:bodyPr>
          <a:lstStyle/>
          <a:p>
            <a:pPr algn="ctr" defTabSz="1625398"/>
            <a:r>
              <a:rPr lang="en-US" altLang="zh-CN" sz="933" b="1">
                <a:solidFill>
                  <a:srgbClr val="1F497D"/>
                </a:solidFill>
                <a:latin typeface="Calibri" panose="020F0502020204030204" pitchFamily="34" charset="0"/>
                <a:ea typeface="等线" panose="02010600030101010101" pitchFamily="2" charset="-122"/>
                <a:cs typeface="Calibri" panose="020F0502020204030204" pitchFamily="34" charset="0"/>
              </a:rPr>
              <a:t>CTA Sub</a:t>
            </a:r>
            <a:endParaRPr lang="zh-CN" altLang="en-US" sz="933" b="1">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249" name="OTLSHAPE_M_39ea6ebc19a94c9fab6ef5006c31df58_Shape">
            <a:extLst>
              <a:ext uri="{FF2B5EF4-FFF2-40B4-BE49-F238E27FC236}">
                <a16:creationId xmlns:a16="http://schemas.microsoft.com/office/drawing/2014/main" id="{95C66EDC-6BCF-51E9-E0E9-AB4B385FC25E}"/>
              </a:ext>
            </a:extLst>
          </p:cNvPr>
          <p:cNvSpPr/>
          <p:nvPr>
            <p:custDataLst>
              <p:tags r:id="rId2"/>
            </p:custDataLst>
          </p:nvPr>
        </p:nvSpPr>
        <p:spPr bwMode="auto">
          <a:xfrm rot="16200000">
            <a:off x="3138234" y="5418084"/>
            <a:ext cx="133253"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59213AE9-1239-3085-CF8F-9F43D01D970A}"/>
              </a:ext>
            </a:extLst>
          </p:cNvPr>
          <p:cNvSpPr/>
          <p:nvPr>
            <p:custDataLst>
              <p:tags r:id="rId3"/>
            </p:custDataLst>
          </p:nvPr>
        </p:nvSpPr>
        <p:spPr bwMode="auto">
          <a:xfrm>
            <a:off x="3138976" y="5260591"/>
            <a:ext cx="1005841" cy="20092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algn="ctr" defTabSz="1625398" eaLnBrk="0" fontAlgn="base" hangingPunct="0">
              <a:lnSpc>
                <a:spcPct val="90000"/>
              </a:lnSpc>
              <a:spcBef>
                <a:spcPct val="0"/>
              </a:spcBef>
              <a:spcAft>
                <a:spcPct val="0"/>
              </a:spcAft>
            </a:pPr>
            <a:endParaRPr lang="zh-CN" altLang="en-US" sz="533" b="1">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254" name="TextBox 253">
            <a:extLst>
              <a:ext uri="{FF2B5EF4-FFF2-40B4-BE49-F238E27FC236}">
                <a16:creationId xmlns:a16="http://schemas.microsoft.com/office/drawing/2014/main" id="{65FEED95-9B77-9309-D4CA-734A1A5F2450}"/>
              </a:ext>
            </a:extLst>
          </p:cNvPr>
          <p:cNvSpPr txBox="1"/>
          <p:nvPr/>
        </p:nvSpPr>
        <p:spPr>
          <a:xfrm>
            <a:off x="3151176" y="5216152"/>
            <a:ext cx="1005841" cy="278153"/>
          </a:xfrm>
          <a:prstGeom prst="rect">
            <a:avLst/>
          </a:prstGeom>
          <a:noFill/>
        </p:spPr>
        <p:txBody>
          <a:bodyPr wrap="square">
            <a:spAutoFit/>
          </a:bodyPr>
          <a:lstStyle/>
          <a:p>
            <a:pPr algn="ctr" defTabSz="1625398" eaLnBrk="0" fontAlgn="base" hangingPunct="0">
              <a:lnSpc>
                <a:spcPct val="90000"/>
              </a:lnSpc>
              <a:spcBef>
                <a:spcPct val="0"/>
              </a:spcBef>
              <a:spcAft>
                <a:spcPct val="0"/>
              </a:spcAft>
            </a:pPr>
            <a:r>
              <a:rPr lang="en-US" altLang="zh-CN" sz="671" b="1">
                <a:solidFill>
                  <a:srgbClr val="203864"/>
                </a:solidFill>
                <a:latin typeface="Calibri" panose="020F0502020204030204" pitchFamily="34" charset="0"/>
                <a:cs typeface="Calibri" panose="020F0502020204030204" pitchFamily="34" charset="0"/>
              </a:rPr>
              <a:t>CTA + EC +HGRAC + 1</a:t>
            </a:r>
            <a:r>
              <a:rPr lang="en-US" altLang="zh-CN" sz="671" b="1" baseline="30000">
                <a:solidFill>
                  <a:srgbClr val="203864"/>
                </a:solidFill>
                <a:latin typeface="Calibri" panose="020F0502020204030204" pitchFamily="34" charset="0"/>
                <a:cs typeface="Calibri" panose="020F0502020204030204" pitchFamily="34" charset="0"/>
              </a:rPr>
              <a:t>st</a:t>
            </a:r>
            <a:r>
              <a:rPr lang="en-US" altLang="zh-CN" sz="671" b="1">
                <a:solidFill>
                  <a:srgbClr val="203864"/>
                </a:solidFill>
                <a:latin typeface="Calibri" panose="020F0502020204030204" pitchFamily="34" charset="0"/>
                <a:cs typeface="Calibri" panose="020F0502020204030204" pitchFamily="34" charset="0"/>
              </a:rPr>
              <a:t> SIV (6M)</a:t>
            </a:r>
            <a:endParaRPr lang="zh-CN" altLang="en-US" sz="671" b="1">
              <a:solidFill>
                <a:srgbClr val="203864"/>
              </a:solidFill>
              <a:latin typeface="Calibri" panose="020F0502020204030204" pitchFamily="34" charset="0"/>
              <a:cs typeface="Calibri" panose="020F0502020204030204" pitchFamily="34" charset="0"/>
            </a:endParaRPr>
          </a:p>
        </p:txBody>
      </p:sp>
      <p:sp>
        <p:nvSpPr>
          <p:cNvPr id="65" name="TextBox 192">
            <a:extLst>
              <a:ext uri="{FF2B5EF4-FFF2-40B4-BE49-F238E27FC236}">
                <a16:creationId xmlns:a16="http://schemas.microsoft.com/office/drawing/2014/main" id="{D671EAA7-9915-52F6-2E27-1B4F1CA3A262}"/>
              </a:ext>
            </a:extLst>
          </p:cNvPr>
          <p:cNvSpPr txBox="1"/>
          <p:nvPr/>
        </p:nvSpPr>
        <p:spPr>
          <a:xfrm>
            <a:off x="2954990" y="5056016"/>
            <a:ext cx="467596" cy="143565"/>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28 Dec</a:t>
            </a:r>
            <a:endParaRPr lang="en-US" sz="933" b="1">
              <a:solidFill>
                <a:srgbClr val="203864"/>
              </a:solidFill>
              <a:latin typeface="Calibri" panose="020F0502020204030204" pitchFamily="34" charset="0"/>
              <a:cs typeface="Calibri" panose="020F0502020204030204" pitchFamily="34" charset="0"/>
            </a:endParaRPr>
          </a:p>
        </p:txBody>
      </p:sp>
      <p:sp>
        <p:nvSpPr>
          <p:cNvPr id="66" name="Star: 4 Points 143">
            <a:extLst>
              <a:ext uri="{FF2B5EF4-FFF2-40B4-BE49-F238E27FC236}">
                <a16:creationId xmlns:a16="http://schemas.microsoft.com/office/drawing/2014/main" id="{EE0FE79E-7408-260A-51A3-09F3EAEE2CA9}"/>
              </a:ext>
            </a:extLst>
          </p:cNvPr>
          <p:cNvSpPr/>
          <p:nvPr/>
        </p:nvSpPr>
        <p:spPr bwMode="auto">
          <a:xfrm>
            <a:off x="4003481" y="5390664"/>
            <a:ext cx="232372" cy="22352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67" name="OTLSHAPE_T_e17f3958430f4cff8650518c93c7635e_Shape">
            <a:extLst>
              <a:ext uri="{FF2B5EF4-FFF2-40B4-BE49-F238E27FC236}">
                <a16:creationId xmlns:a16="http://schemas.microsoft.com/office/drawing/2014/main" id="{DE815627-8983-68FE-D774-A7C368D4EF7B}"/>
              </a:ext>
            </a:extLst>
          </p:cNvPr>
          <p:cNvSpPr/>
          <p:nvPr>
            <p:custDataLst>
              <p:tags r:id="rId4"/>
            </p:custDataLst>
          </p:nvPr>
        </p:nvSpPr>
        <p:spPr bwMode="auto">
          <a:xfrm>
            <a:off x="4138996" y="5260076"/>
            <a:ext cx="731521" cy="218521"/>
          </a:xfrm>
          <a:prstGeom prst="roundRect">
            <a:avLst/>
          </a:prstGeom>
          <a:solidFill>
            <a:schemeClr val="accent5">
              <a:lumMod val="50000"/>
              <a:alpha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r>
              <a:rPr lang="en-US" altLang="zh-CN" sz="933" b="1">
                <a:solidFill>
                  <a:srgbClr val="203864"/>
                </a:solidFill>
                <a:latin typeface="Calibri" panose="020F0502020204030204" pitchFamily="34" charset="0"/>
                <a:ea typeface="等线" panose="02010600030101010101" pitchFamily="2" charset="-122"/>
                <a:cs typeface="Calibri" panose="020F0502020204030204" pitchFamily="34" charset="0"/>
              </a:rPr>
              <a:t>N = 15 </a:t>
            </a:r>
          </a:p>
        </p:txBody>
      </p:sp>
      <p:sp>
        <p:nvSpPr>
          <p:cNvPr id="68" name="TextBox 192">
            <a:extLst>
              <a:ext uri="{FF2B5EF4-FFF2-40B4-BE49-F238E27FC236}">
                <a16:creationId xmlns:a16="http://schemas.microsoft.com/office/drawing/2014/main" id="{3FD6E0CB-F305-16D0-E7DD-D1B94A974214}"/>
              </a:ext>
            </a:extLst>
          </p:cNvPr>
          <p:cNvSpPr txBox="1"/>
          <p:nvPr/>
        </p:nvSpPr>
        <p:spPr>
          <a:xfrm>
            <a:off x="3884060" y="5064301"/>
            <a:ext cx="622255" cy="143565"/>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Jul 2024/SIV</a:t>
            </a:r>
            <a:endParaRPr lang="en-US" sz="933" b="1">
              <a:solidFill>
                <a:srgbClr val="203864"/>
              </a:solidFill>
              <a:latin typeface="Calibri" panose="020F0502020204030204" pitchFamily="34" charset="0"/>
              <a:cs typeface="Calibri" panose="020F0502020204030204" pitchFamily="34" charset="0"/>
            </a:endParaRPr>
          </a:p>
        </p:txBody>
      </p:sp>
      <p:sp>
        <p:nvSpPr>
          <p:cNvPr id="69" name="Star: 4 Points 143">
            <a:extLst>
              <a:ext uri="{FF2B5EF4-FFF2-40B4-BE49-F238E27FC236}">
                <a16:creationId xmlns:a16="http://schemas.microsoft.com/office/drawing/2014/main" id="{D0C73A3A-E4BC-2AB4-44EB-0873ECED36CC}"/>
              </a:ext>
            </a:extLst>
          </p:cNvPr>
          <p:cNvSpPr/>
          <p:nvPr/>
        </p:nvSpPr>
        <p:spPr bwMode="auto">
          <a:xfrm>
            <a:off x="4722341" y="5419467"/>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70" name="TextBox 192">
            <a:extLst>
              <a:ext uri="{FF2B5EF4-FFF2-40B4-BE49-F238E27FC236}">
                <a16:creationId xmlns:a16="http://schemas.microsoft.com/office/drawing/2014/main" id="{6190EE31-1D91-F052-169E-67B9F9E3B845}"/>
              </a:ext>
            </a:extLst>
          </p:cNvPr>
          <p:cNvSpPr txBox="1"/>
          <p:nvPr/>
        </p:nvSpPr>
        <p:spPr>
          <a:xfrm>
            <a:off x="4605310" y="4967336"/>
            <a:ext cx="467596"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Sep2024/LSS</a:t>
            </a:r>
            <a:endParaRPr lang="en-US" sz="933" b="1">
              <a:solidFill>
                <a:srgbClr val="203864"/>
              </a:solidFill>
              <a:latin typeface="Calibri" panose="020F0502020204030204" pitchFamily="34" charset="0"/>
              <a:cs typeface="Calibri" panose="020F0502020204030204" pitchFamily="34" charset="0"/>
            </a:endParaRPr>
          </a:p>
        </p:txBody>
      </p:sp>
      <p:sp>
        <p:nvSpPr>
          <p:cNvPr id="71" name="OTLSHAPE_T_e17f3958430f4cff8650518c93c7635e_Shape">
            <a:extLst>
              <a:ext uri="{FF2B5EF4-FFF2-40B4-BE49-F238E27FC236}">
                <a16:creationId xmlns:a16="http://schemas.microsoft.com/office/drawing/2014/main" id="{3324F616-1C67-66BB-AFF4-0D9847C4BFA8}"/>
              </a:ext>
            </a:extLst>
          </p:cNvPr>
          <p:cNvSpPr/>
          <p:nvPr>
            <p:custDataLst>
              <p:tags r:id="rId5"/>
            </p:custDataLst>
          </p:nvPr>
        </p:nvSpPr>
        <p:spPr bwMode="auto">
          <a:xfrm>
            <a:off x="4876880" y="5250781"/>
            <a:ext cx="1554482" cy="217430"/>
          </a:xfrm>
          <a:prstGeom prst="roundRect">
            <a:avLst/>
          </a:prstGeom>
          <a:pattFill prst="pct60">
            <a:fgClr>
              <a:srgbClr val="A7B9C9"/>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73" name="Star: 4 Points 143">
            <a:extLst>
              <a:ext uri="{FF2B5EF4-FFF2-40B4-BE49-F238E27FC236}">
                <a16:creationId xmlns:a16="http://schemas.microsoft.com/office/drawing/2014/main" id="{ABA1EA8B-499C-EF1D-894E-3BD62B812509}"/>
              </a:ext>
            </a:extLst>
          </p:cNvPr>
          <p:cNvSpPr/>
          <p:nvPr/>
        </p:nvSpPr>
        <p:spPr bwMode="auto">
          <a:xfrm>
            <a:off x="6294680" y="5396426"/>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75" name="TextBox 192">
            <a:extLst>
              <a:ext uri="{FF2B5EF4-FFF2-40B4-BE49-F238E27FC236}">
                <a16:creationId xmlns:a16="http://schemas.microsoft.com/office/drawing/2014/main" id="{2CF194E8-6969-97FF-F660-AA7A78A30582}"/>
              </a:ext>
            </a:extLst>
          </p:cNvPr>
          <p:cNvSpPr txBox="1"/>
          <p:nvPr/>
        </p:nvSpPr>
        <p:spPr>
          <a:xfrm>
            <a:off x="6129349" y="4976880"/>
            <a:ext cx="467596"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May2025/LSC</a:t>
            </a:r>
            <a:endParaRPr lang="en-US" sz="933" b="1">
              <a:solidFill>
                <a:srgbClr val="203864"/>
              </a:solidFill>
              <a:latin typeface="Calibri" panose="020F0502020204030204" pitchFamily="34" charset="0"/>
              <a:cs typeface="Calibri" panose="020F0502020204030204" pitchFamily="34" charset="0"/>
            </a:endParaRPr>
          </a:p>
        </p:txBody>
      </p:sp>
      <p:sp>
        <p:nvSpPr>
          <p:cNvPr id="76" name="OTLSHAPE_M_39ea6ebc19a94c9fab6ef5006c31df58_Shape">
            <a:extLst>
              <a:ext uri="{FF2B5EF4-FFF2-40B4-BE49-F238E27FC236}">
                <a16:creationId xmlns:a16="http://schemas.microsoft.com/office/drawing/2014/main" id="{768F857A-15AB-2B10-330A-132AF539244A}"/>
              </a:ext>
            </a:extLst>
          </p:cNvPr>
          <p:cNvSpPr/>
          <p:nvPr>
            <p:custDataLst>
              <p:tags r:id="rId6"/>
            </p:custDataLst>
          </p:nvPr>
        </p:nvSpPr>
        <p:spPr bwMode="auto">
          <a:xfrm rot="16200000">
            <a:off x="7304036" y="5399230"/>
            <a:ext cx="181577" cy="1771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77" name="TextBox 192">
            <a:extLst>
              <a:ext uri="{FF2B5EF4-FFF2-40B4-BE49-F238E27FC236}">
                <a16:creationId xmlns:a16="http://schemas.microsoft.com/office/drawing/2014/main" id="{32F4CCC4-359E-0B57-46A9-5095BBE0E969}"/>
              </a:ext>
            </a:extLst>
          </p:cNvPr>
          <p:cNvSpPr txBox="1"/>
          <p:nvPr/>
        </p:nvSpPr>
        <p:spPr>
          <a:xfrm>
            <a:off x="6858091" y="5025181"/>
            <a:ext cx="958780"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Dec2025</a:t>
            </a:r>
          </a:p>
          <a:p>
            <a:pPr algn="ctr" defTabSz="1625398"/>
            <a:r>
              <a:rPr lang="en-US" altLang="zh-CN" sz="933" b="1">
                <a:solidFill>
                  <a:srgbClr val="203864"/>
                </a:solidFill>
                <a:latin typeface="Calibri" panose="020F0502020204030204" pitchFamily="34" charset="0"/>
                <a:cs typeface="Calibri" panose="020F0502020204030204" pitchFamily="34" charset="0"/>
              </a:rPr>
              <a:t>/report archived</a:t>
            </a:r>
            <a:endParaRPr lang="en-US" sz="933" b="1">
              <a:solidFill>
                <a:srgbClr val="203864"/>
              </a:solidFill>
              <a:latin typeface="Calibri" panose="020F0502020204030204" pitchFamily="34" charset="0"/>
              <a:cs typeface="Calibri" panose="020F0502020204030204" pitchFamily="34" charset="0"/>
            </a:endParaRPr>
          </a:p>
        </p:txBody>
      </p:sp>
      <p:sp>
        <p:nvSpPr>
          <p:cNvPr id="228" name="TextBox 227">
            <a:extLst>
              <a:ext uri="{FF2B5EF4-FFF2-40B4-BE49-F238E27FC236}">
                <a16:creationId xmlns:a16="http://schemas.microsoft.com/office/drawing/2014/main" id="{4C5D9690-1D3C-CB1E-B675-2B7FDF74D796}"/>
              </a:ext>
            </a:extLst>
          </p:cNvPr>
          <p:cNvSpPr txBox="1"/>
          <p:nvPr/>
        </p:nvSpPr>
        <p:spPr>
          <a:xfrm>
            <a:off x="7810155" y="3698041"/>
            <a:ext cx="627645"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30AprTLR</a:t>
            </a:r>
          </a:p>
        </p:txBody>
      </p:sp>
      <p:sp>
        <p:nvSpPr>
          <p:cNvPr id="229" name="TextBox 228">
            <a:extLst>
              <a:ext uri="{FF2B5EF4-FFF2-40B4-BE49-F238E27FC236}">
                <a16:creationId xmlns:a16="http://schemas.microsoft.com/office/drawing/2014/main" id="{A82B941D-F6AC-D3BB-516D-721F5C9740B4}"/>
              </a:ext>
            </a:extLst>
          </p:cNvPr>
          <p:cNvSpPr txBox="1"/>
          <p:nvPr/>
        </p:nvSpPr>
        <p:spPr>
          <a:xfrm>
            <a:off x="7201030" y="3141478"/>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25Feb2026</a:t>
            </a:r>
            <a:r>
              <a:rPr lang="en-US" sz="800" b="1">
                <a:solidFill>
                  <a:srgbClr val="203864"/>
                </a:solidFill>
                <a:latin typeface="Calibri" panose="020F0502020204030204" pitchFamily="34" charset="0"/>
                <a:cs typeface="Calibri" panose="020F0502020204030204" pitchFamily="34" charset="0"/>
              </a:rPr>
              <a:t>/TLR</a:t>
            </a:r>
          </a:p>
        </p:txBody>
      </p:sp>
      <p:sp>
        <p:nvSpPr>
          <p:cNvPr id="235" name="Star: 4 Points 143">
            <a:extLst>
              <a:ext uri="{FF2B5EF4-FFF2-40B4-BE49-F238E27FC236}">
                <a16:creationId xmlns:a16="http://schemas.microsoft.com/office/drawing/2014/main" id="{D668713C-9457-9A32-F785-E4A2E174685C}"/>
              </a:ext>
            </a:extLst>
          </p:cNvPr>
          <p:cNvSpPr/>
          <p:nvPr/>
        </p:nvSpPr>
        <p:spPr bwMode="auto">
          <a:xfrm>
            <a:off x="7559280" y="3751147"/>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26" name="标题 3">
            <a:extLst>
              <a:ext uri="{FF2B5EF4-FFF2-40B4-BE49-F238E27FC236}">
                <a16:creationId xmlns:a16="http://schemas.microsoft.com/office/drawing/2014/main" id="{4CA28293-53C6-5D9E-5828-201594D33D61}"/>
              </a:ext>
            </a:extLst>
          </p:cNvPr>
          <p:cNvSpPr txBox="1">
            <a:spLocks/>
          </p:cNvSpPr>
          <p:nvPr/>
        </p:nvSpPr>
        <p:spPr>
          <a:xfrm>
            <a:off x="490031" y="457200"/>
            <a:ext cx="11211800" cy="529569"/>
          </a:xfrm>
          <a:prstGeom prst="rect">
            <a:avLst/>
          </a:prstGeom>
        </p:spPr>
        <p:txBody>
          <a:bodyPr vert="horz" wrap="square" lIns="0" tIns="0" rIns="0" bIns="0" rtlCol="0" anchor="b" anchorCtr="0">
            <a:spAutoFit/>
          </a:bodyPr>
          <a:lstStyle>
            <a:lvl1pPr algn="l" defTabSz="914400" rtl="0" eaLnBrk="1" latinLnBrk="0" hangingPunct="1">
              <a:lnSpc>
                <a:spcPct val="85000"/>
              </a:lnSpc>
              <a:spcBef>
                <a:spcPct val="0"/>
              </a:spcBef>
              <a:buNone/>
              <a:defRPr sz="2000" b="0" i="0" kern="1200">
                <a:solidFill>
                  <a:srgbClr val="003366"/>
                </a:solidFill>
                <a:latin typeface="+mj-lt"/>
                <a:ea typeface="+mj-ea"/>
                <a:cs typeface="BISansOptiCond"/>
              </a:defRPr>
            </a:lvl1pPr>
          </a:lstStyle>
          <a:p>
            <a:r>
              <a:rPr lang="en-US" b="1" u="sng">
                <a:solidFill>
                  <a:schemeClr val="accent1">
                    <a:lumMod val="90000"/>
                    <a:lumOff val="10000"/>
                  </a:schemeClr>
                </a:solidFill>
                <a:cs typeface="Calibri" panose="020F0502020204030204" pitchFamily="34" charset="0"/>
              </a:rPr>
              <a:t>Ongoing</a:t>
            </a:r>
            <a:br>
              <a:rPr lang="en-US" b="1">
                <a:solidFill>
                  <a:schemeClr val="accent1">
                    <a:lumMod val="90000"/>
                    <a:lumOff val="10000"/>
                  </a:schemeClr>
                </a:solidFill>
                <a:cs typeface="Calibri" panose="020F0502020204030204" pitchFamily="34" charset="0"/>
              </a:rPr>
            </a:br>
            <a:r>
              <a:rPr lang="en-US" b="1">
                <a:solidFill>
                  <a:schemeClr val="accent1">
                    <a:lumMod val="90000"/>
                    <a:lumOff val="10000"/>
                  </a:schemeClr>
                </a:solidFill>
                <a:cs typeface="Calibri" panose="020F0502020204030204" pitchFamily="34" charset="0"/>
              </a:rPr>
              <a:t>Survodutide (GLP1/GCGR agonist): Obesity (Ph3)</a:t>
            </a:r>
            <a:endParaRPr lang="en-US" altLang="zh-CN">
              <a:solidFill>
                <a:schemeClr val="accent1">
                  <a:lumMod val="90000"/>
                  <a:lumOff val="10000"/>
                </a:schemeClr>
              </a:solidFill>
            </a:endParaRPr>
          </a:p>
        </p:txBody>
      </p:sp>
      <p:pic>
        <p:nvPicPr>
          <p:cNvPr id="27" name="Picture 8" descr="Traffic light - Simple English Wikipedia, the free ...">
            <a:extLst>
              <a:ext uri="{FF2B5EF4-FFF2-40B4-BE49-F238E27FC236}">
                <a16:creationId xmlns:a16="http://schemas.microsoft.com/office/drawing/2014/main" id="{A4C97E71-5197-6A49-C3FE-E432A30C57F2}"/>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rot="10800000">
            <a:off x="10281548" y="476250"/>
            <a:ext cx="1420283" cy="575084"/>
          </a:xfrm>
          <a:prstGeom prst="rect">
            <a:avLst/>
          </a:prstGeom>
          <a:solidFill>
            <a:schemeClr val="tx1"/>
          </a:solidFill>
        </p:spPr>
      </p:pic>
      <p:sp>
        <p:nvSpPr>
          <p:cNvPr id="7" name="TextBox 6">
            <a:extLst>
              <a:ext uri="{FF2B5EF4-FFF2-40B4-BE49-F238E27FC236}">
                <a16:creationId xmlns:a16="http://schemas.microsoft.com/office/drawing/2014/main" id="{13AC06E7-FB28-A8B3-8336-5FC9ABD2FDBA}"/>
              </a:ext>
            </a:extLst>
          </p:cNvPr>
          <p:cNvSpPr txBox="1"/>
          <p:nvPr/>
        </p:nvSpPr>
        <p:spPr>
          <a:xfrm>
            <a:off x="2852395" y="3416733"/>
            <a:ext cx="609600" cy="246221"/>
          </a:xfrm>
          <a:prstGeom prst="rect">
            <a:avLst/>
          </a:prstGeom>
          <a:noFill/>
        </p:spPr>
        <p:txBody>
          <a:bodyPr wrap="square" lIns="0" tIns="0" rIns="0" bIns="0" rtlCol="0" anchor="t">
            <a:spAutoFit/>
          </a:bodyPr>
          <a:lstStyle/>
          <a:p>
            <a:r>
              <a:rPr lang="en-US" altLang="zh-CN" sz="800" b="1">
                <a:solidFill>
                  <a:srgbClr val="203864"/>
                </a:solidFill>
                <a:latin typeface="Calibri"/>
                <a:cs typeface="Calibri"/>
              </a:rPr>
              <a:t>30Nov</a:t>
            </a:r>
          </a:p>
          <a:p>
            <a:r>
              <a:rPr lang="en-US" altLang="zh-CN" sz="800" b="1">
                <a:solidFill>
                  <a:srgbClr val="203864"/>
                </a:solidFill>
                <a:latin typeface="Calibri"/>
                <a:cs typeface="Calibri"/>
              </a:rPr>
              <a:t>/CTA appr</a:t>
            </a:r>
            <a:endParaRPr lang="zh-CN" altLang="en-US" sz="800" b="1">
              <a:solidFill>
                <a:srgbClr val="203864"/>
              </a:solidFill>
              <a:latin typeface="Calibri"/>
              <a:cs typeface="Calibri"/>
            </a:endParaRPr>
          </a:p>
        </p:txBody>
      </p:sp>
      <p:sp>
        <p:nvSpPr>
          <p:cNvPr id="13" name="OTLSHAPE_M_39ea6ebc19a94c9fab6ef5006c31df58_Shape">
            <a:extLst>
              <a:ext uri="{FF2B5EF4-FFF2-40B4-BE49-F238E27FC236}">
                <a16:creationId xmlns:a16="http://schemas.microsoft.com/office/drawing/2014/main" id="{5CBA3459-A619-5C78-7A8A-6673FAC8D9C2}"/>
              </a:ext>
            </a:extLst>
          </p:cNvPr>
          <p:cNvSpPr/>
          <p:nvPr>
            <p:custDataLst>
              <p:tags r:id="rId7"/>
            </p:custDataLst>
          </p:nvPr>
        </p:nvSpPr>
        <p:spPr bwMode="auto">
          <a:xfrm rot="16200000">
            <a:off x="3093352" y="3821569"/>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7" name="OTLSHAPE_M_39ea6ebc19a94c9fab6ef5006c31df58_Shape">
            <a:extLst>
              <a:ext uri="{FF2B5EF4-FFF2-40B4-BE49-F238E27FC236}">
                <a16:creationId xmlns:a16="http://schemas.microsoft.com/office/drawing/2014/main" id="{87F9B76D-83D9-76A8-48D7-1EE5EE0F1D5F}"/>
              </a:ext>
            </a:extLst>
          </p:cNvPr>
          <p:cNvSpPr/>
          <p:nvPr>
            <p:custDataLst>
              <p:tags r:id="rId8"/>
            </p:custDataLst>
          </p:nvPr>
        </p:nvSpPr>
        <p:spPr bwMode="auto">
          <a:xfrm rot="16200000">
            <a:off x="2957364" y="4639204"/>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250" name="TextBox 192">
            <a:extLst>
              <a:ext uri="{FF2B5EF4-FFF2-40B4-BE49-F238E27FC236}">
                <a16:creationId xmlns:a16="http://schemas.microsoft.com/office/drawing/2014/main" id="{0F6E6E5D-B0F8-EFEB-002F-AEABB5D45F40}"/>
              </a:ext>
            </a:extLst>
          </p:cNvPr>
          <p:cNvSpPr txBox="1"/>
          <p:nvPr/>
        </p:nvSpPr>
        <p:spPr>
          <a:xfrm>
            <a:off x="2798352" y="4757608"/>
            <a:ext cx="616276" cy="246221"/>
          </a:xfrm>
          <a:prstGeom prst="rect">
            <a:avLst/>
          </a:prstGeom>
          <a:noFill/>
        </p:spPr>
        <p:txBody>
          <a:bodyPr wrap="square" lIns="0" tIns="0" rIns="0" bIns="0" rtlCol="0" anchor="t">
            <a:spAutoFit/>
          </a:bodyPr>
          <a:lstStyle/>
          <a:p>
            <a:pPr algn="ctr" defTabSz="1625398"/>
            <a:r>
              <a:rPr lang="en-US" sz="800" b="1">
                <a:solidFill>
                  <a:srgbClr val="203864"/>
                </a:solidFill>
                <a:latin typeface="Calibri"/>
                <a:cs typeface="Calibri"/>
              </a:rPr>
              <a:t>30Nov/</a:t>
            </a:r>
          </a:p>
          <a:p>
            <a:pPr algn="ctr" defTabSz="1625398"/>
            <a:r>
              <a:rPr lang="en-US" sz="800" b="1">
                <a:solidFill>
                  <a:srgbClr val="203864"/>
                </a:solidFill>
                <a:latin typeface="Calibri"/>
                <a:cs typeface="Calibri"/>
              </a:rPr>
              <a:t>CTA appr</a:t>
            </a:r>
            <a:endParaRPr lang="en-US" sz="800" b="1">
              <a:solidFill>
                <a:srgbClr val="203864"/>
              </a:solidFill>
              <a:latin typeface="Calibri" panose="020F0502020204030204" pitchFamily="34" charset="0"/>
              <a:cs typeface="Calibri" panose="020F0502020204030204" pitchFamily="34" charset="0"/>
            </a:endParaRPr>
          </a:p>
        </p:txBody>
      </p:sp>
      <p:grpSp>
        <p:nvGrpSpPr>
          <p:cNvPr id="80" name="组合 206">
            <a:extLst>
              <a:ext uri="{FF2B5EF4-FFF2-40B4-BE49-F238E27FC236}">
                <a16:creationId xmlns:a16="http://schemas.microsoft.com/office/drawing/2014/main" id="{77037E16-E1E1-D550-8F6A-4DE7EFF20BED}"/>
              </a:ext>
            </a:extLst>
          </p:cNvPr>
          <p:cNvGrpSpPr/>
          <p:nvPr/>
        </p:nvGrpSpPr>
        <p:grpSpPr>
          <a:xfrm>
            <a:off x="10028976" y="5802247"/>
            <a:ext cx="1056643" cy="635154"/>
            <a:chOff x="9783504" y="5030128"/>
            <a:chExt cx="1056642" cy="635152"/>
          </a:xfrm>
        </p:grpSpPr>
        <p:sp>
          <p:nvSpPr>
            <p:cNvPr id="83" name="五角星 55">
              <a:extLst>
                <a:ext uri="{FF2B5EF4-FFF2-40B4-BE49-F238E27FC236}">
                  <a16:creationId xmlns:a16="http://schemas.microsoft.com/office/drawing/2014/main" id="{157B506A-1084-226B-EE2E-C1079225C188}"/>
                </a:ext>
              </a:extLst>
            </p:cNvPr>
            <p:cNvSpPr/>
            <p:nvPr/>
          </p:nvSpPr>
          <p:spPr bwMode="auto">
            <a:xfrm>
              <a:off x="10209835" y="5030128"/>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84" name="OTLSHAPE_M_39ea6ebc19a94c9fab6ef5006c31df58_Title">
              <a:extLst>
                <a:ext uri="{FF2B5EF4-FFF2-40B4-BE49-F238E27FC236}">
                  <a16:creationId xmlns:a16="http://schemas.microsoft.com/office/drawing/2014/main" id="{41A37908-B3E2-3FB7-4E62-F302E1B37D80}"/>
                </a:ext>
              </a:extLst>
            </p:cNvPr>
            <p:cNvSpPr txBox="1"/>
            <p:nvPr>
              <p:custDataLst>
                <p:tags r:id="rId9"/>
              </p:custDataLst>
            </p:nvPr>
          </p:nvSpPr>
          <p:spPr>
            <a:xfrm>
              <a:off x="9783504" y="5295949"/>
              <a:ext cx="1056642" cy="369331"/>
            </a:xfrm>
            <a:prstGeom prst="rect">
              <a:avLst/>
            </a:prstGeom>
            <a:noFill/>
          </p:spPr>
          <p:txBody>
            <a:bodyPr vert="horz" wrap="square" lIns="0" tIns="0" rIns="0" bIns="0" rtlCol="0" anchor="ctr" anchorCtr="0">
              <a:spAutoFit/>
            </a:bodyPr>
            <a:lstStyle/>
            <a:p>
              <a:pPr algn="ctr"/>
              <a:r>
                <a:rPr lang="en-US" altLang="zh-CN" sz="800" b="1">
                  <a:solidFill>
                    <a:srgbClr val="C00000"/>
                  </a:solidFill>
                  <a:latin typeface="Calibri" panose="020F0502020204030204" pitchFamily="34" charset="0"/>
                  <a:cs typeface="Calibri" panose="020F0502020204030204" pitchFamily="34" charset="0"/>
                </a:rPr>
                <a:t>Oct 2027</a:t>
              </a:r>
            </a:p>
            <a:p>
              <a:pPr algn="ctr"/>
              <a:r>
                <a:rPr lang="en-US" altLang="zh-CN" sz="800" b="1">
                  <a:solidFill>
                    <a:srgbClr val="C00000"/>
                  </a:solidFill>
                  <a:latin typeface="Calibri" panose="020F0502020204030204" pitchFamily="34" charset="0"/>
                  <a:cs typeface="Calibri" panose="020F0502020204030204" pitchFamily="34" charset="0"/>
                </a:rPr>
                <a:t>CN NDA App </a:t>
              </a:r>
            </a:p>
            <a:p>
              <a:pPr algn="ctr"/>
              <a:r>
                <a:rPr lang="en-US" altLang="zh-CN" sz="800" b="1">
                  <a:solidFill>
                    <a:srgbClr val="C00000"/>
                  </a:solidFill>
                  <a:latin typeface="Calibri" panose="020F0502020204030204" pitchFamily="34" charset="0"/>
                  <a:cs typeface="Calibri" panose="020F0502020204030204" pitchFamily="34" charset="0"/>
                </a:rPr>
                <a:t>(best case)</a:t>
              </a:r>
            </a:p>
          </p:txBody>
        </p:sp>
      </p:grpSp>
      <p:cxnSp>
        <p:nvCxnSpPr>
          <p:cNvPr id="221" name="直接连接符 196">
            <a:extLst>
              <a:ext uri="{FF2B5EF4-FFF2-40B4-BE49-F238E27FC236}">
                <a16:creationId xmlns:a16="http://schemas.microsoft.com/office/drawing/2014/main" id="{9DA3172C-731E-4DD1-B481-F3F67347A51D}"/>
              </a:ext>
            </a:extLst>
          </p:cNvPr>
          <p:cNvCxnSpPr>
            <a:cxnSpLocks/>
          </p:cNvCxnSpPr>
          <p:nvPr/>
        </p:nvCxnSpPr>
        <p:spPr>
          <a:xfrm>
            <a:off x="8221607" y="1686055"/>
            <a:ext cx="0" cy="4206240"/>
          </a:xfrm>
          <a:prstGeom prst="line">
            <a:avLst/>
          </a:prstGeom>
          <a:ln>
            <a:solidFill>
              <a:srgbClr val="00B050"/>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12CB1375-DDF7-CE32-DF5B-B0F8966B3A8B}"/>
              </a:ext>
            </a:extLst>
          </p:cNvPr>
          <p:cNvSpPr txBox="1"/>
          <p:nvPr/>
        </p:nvSpPr>
        <p:spPr>
          <a:xfrm>
            <a:off x="8584343" y="2332788"/>
            <a:ext cx="3394410" cy="646331"/>
          </a:xfrm>
          <a:prstGeom prst="rect">
            <a:avLst/>
          </a:prstGeom>
          <a:solidFill>
            <a:schemeClr val="accent4">
              <a:lumMod val="20000"/>
              <a:lumOff val="80000"/>
            </a:schemeClr>
          </a:solidFill>
        </p:spPr>
        <p:txBody>
          <a:bodyPr wrap="square" lIns="0" tIns="0" rIns="0" bIns="0" rtlCol="0" anchor="t">
            <a:spAutoFit/>
          </a:bodyPr>
          <a:lstStyle/>
          <a:p>
            <a:r>
              <a:rPr lang="en-US" sz="1050" b="1">
                <a:latin typeface="Calibri"/>
                <a:cs typeface="Calibri"/>
              </a:rPr>
              <a:t>Global status:</a:t>
            </a:r>
            <a:endParaRPr lang="en-US" sz="1050">
              <a:solidFill>
                <a:schemeClr val="accent2">
                  <a:lumMod val="75000"/>
                </a:schemeClr>
              </a:solidFill>
              <a:latin typeface="Calibri"/>
              <a:cs typeface="Calibri"/>
            </a:endParaRPr>
          </a:p>
          <a:p>
            <a:pPr marL="171450" indent="-171450">
              <a:buFont typeface="Arial" panose="020B0604020202020204" pitchFamily="34" charset="0"/>
              <a:buChar char="•"/>
            </a:pPr>
            <a:r>
              <a:rPr lang="en-US" sz="1050">
                <a:solidFill>
                  <a:srgbClr val="0E584B"/>
                </a:solidFill>
                <a:latin typeface="Calibri"/>
                <a:cs typeface="Calibri"/>
              </a:rPr>
              <a:t>Obesity Recruitment: completed for SYNCHRONIZE-1; potentially to complete the recruitment for SYNCHORNIZE-2 and CVOT earlier than planned.</a:t>
            </a:r>
          </a:p>
        </p:txBody>
      </p:sp>
      <p:sp>
        <p:nvSpPr>
          <p:cNvPr id="20" name="TextBox 19">
            <a:extLst>
              <a:ext uri="{FF2B5EF4-FFF2-40B4-BE49-F238E27FC236}">
                <a16:creationId xmlns:a16="http://schemas.microsoft.com/office/drawing/2014/main" id="{3362DDB3-1612-2175-0D2C-7457175FF0A1}"/>
              </a:ext>
            </a:extLst>
          </p:cNvPr>
          <p:cNvSpPr txBox="1"/>
          <p:nvPr/>
        </p:nvSpPr>
        <p:spPr>
          <a:xfrm>
            <a:off x="8620926" y="3539832"/>
            <a:ext cx="3332663" cy="1292662"/>
          </a:xfrm>
          <a:prstGeom prst="rect">
            <a:avLst/>
          </a:prstGeom>
          <a:solidFill>
            <a:schemeClr val="accent4">
              <a:lumMod val="20000"/>
              <a:lumOff val="80000"/>
            </a:schemeClr>
          </a:solidFill>
        </p:spPr>
        <p:txBody>
          <a:bodyPr wrap="square" lIns="0" tIns="0" rIns="0" bIns="0" rtlCol="0" anchor="t">
            <a:spAutoFit/>
          </a:bodyPr>
          <a:lstStyle/>
          <a:p>
            <a:r>
              <a:rPr lang="en-US" sz="1050" b="1">
                <a:latin typeface="Calibri"/>
                <a:cs typeface="Calibri"/>
              </a:rPr>
              <a:t>China status:</a:t>
            </a:r>
          </a:p>
          <a:p>
            <a:pPr marL="171450" indent="-171450">
              <a:buFont typeface="Arial" panose="020B0604020202020204" pitchFamily="34" charset="0"/>
              <a:buChar char="•"/>
            </a:pPr>
            <a:r>
              <a:rPr lang="en-US" sz="1050">
                <a:solidFill>
                  <a:srgbClr val="0E584B"/>
                </a:solidFill>
                <a:latin typeface="Calibri"/>
                <a:cs typeface="Calibri"/>
              </a:rPr>
              <a:t>SYNCHRONIZE Recruitment updates</a:t>
            </a:r>
          </a:p>
          <a:p>
            <a:pPr marL="171450" indent="-171450">
              <a:buFont typeface="Arial" panose="020B0604020202020204" pitchFamily="34" charset="0"/>
              <a:buChar char="•"/>
            </a:pPr>
            <a:r>
              <a:rPr lang="en-US" sz="1050">
                <a:solidFill>
                  <a:srgbClr val="0E584B"/>
                </a:solidFill>
                <a:latin typeface="Calibri"/>
                <a:cs typeface="Calibri"/>
              </a:rPr>
              <a:t>1) major variation for shelf-life and specification extend (to avoid OOS in stability study) is planned; 2) HAI is planned for using new stability concept for AI shelf-life claim </a:t>
            </a:r>
          </a:p>
          <a:p>
            <a:pPr marL="171450" indent="-171450">
              <a:buFont typeface="Arial" panose="020B0604020202020204" pitchFamily="34" charset="0"/>
              <a:buChar char="•"/>
            </a:pPr>
            <a:r>
              <a:rPr lang="en-US" sz="1050">
                <a:solidFill>
                  <a:srgbClr val="0E584B"/>
                </a:solidFill>
                <a:latin typeface="Calibri"/>
                <a:cs typeface="Calibri"/>
              </a:rPr>
              <a:t>2025 IAP co-creation done and submitted to TALC on Apr. 22</a:t>
            </a:r>
          </a:p>
        </p:txBody>
      </p:sp>
      <p:sp>
        <p:nvSpPr>
          <p:cNvPr id="22" name="TextBox 21">
            <a:extLst>
              <a:ext uri="{FF2B5EF4-FFF2-40B4-BE49-F238E27FC236}">
                <a16:creationId xmlns:a16="http://schemas.microsoft.com/office/drawing/2014/main" id="{E19A7A96-F3B4-8752-904E-7DCDE0C949E4}"/>
              </a:ext>
            </a:extLst>
          </p:cNvPr>
          <p:cNvSpPr txBox="1"/>
          <p:nvPr/>
        </p:nvSpPr>
        <p:spPr>
          <a:xfrm>
            <a:off x="2673741" y="3556962"/>
            <a:ext cx="1828802"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6Feb/FSS</a:t>
            </a:r>
          </a:p>
        </p:txBody>
      </p:sp>
      <p:sp>
        <p:nvSpPr>
          <p:cNvPr id="248" name="TextBox 247">
            <a:extLst>
              <a:ext uri="{FF2B5EF4-FFF2-40B4-BE49-F238E27FC236}">
                <a16:creationId xmlns:a16="http://schemas.microsoft.com/office/drawing/2014/main" id="{5B1536FB-B6F6-2079-4C10-BE50087F353A}"/>
              </a:ext>
            </a:extLst>
          </p:cNvPr>
          <p:cNvSpPr txBox="1"/>
          <p:nvPr/>
        </p:nvSpPr>
        <p:spPr>
          <a:xfrm>
            <a:off x="2682195" y="4146127"/>
            <a:ext cx="1828802"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17Jan/FSS</a:t>
            </a:r>
          </a:p>
        </p:txBody>
      </p:sp>
    </p:spTree>
    <p:extLst>
      <p:ext uri="{BB962C8B-B14F-4D97-AF65-F5344CB8AC3E}">
        <p14:creationId xmlns:p14="http://schemas.microsoft.com/office/powerpoint/2010/main" val="98481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3F863043-2E63-658C-3A72-029AEE981CB1}"/>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2D2D02DD-8238-D7F2-30C2-29CA4C2703E0}"/>
              </a:ext>
            </a:extLst>
          </p:cNvPr>
          <p:cNvSpPr>
            <a:spLocks noGrp="1"/>
          </p:cNvSpPr>
          <p:nvPr>
            <p:ph type="sldNum" sz="quarter" idx="11"/>
          </p:nvPr>
        </p:nvSpPr>
        <p:spPr/>
        <p:txBody>
          <a:bodyPr/>
          <a:lstStyle/>
          <a:p>
            <a:fld id="{8FF9B0DE-3FEB-4AA0-B465-B80EF7C1333D}" type="slidenum">
              <a:rPr lang="en-US" smtClean="0"/>
              <a:pPr/>
              <a:t>9</a:t>
            </a:fld>
            <a:endParaRPr lang="en-US"/>
          </a:p>
        </p:txBody>
      </p:sp>
      <p:sp>
        <p:nvSpPr>
          <p:cNvPr id="5" name="Title 1">
            <a:extLst>
              <a:ext uri="{FF2B5EF4-FFF2-40B4-BE49-F238E27FC236}">
                <a16:creationId xmlns:a16="http://schemas.microsoft.com/office/drawing/2014/main" id="{F90B5DB9-BDA1-2357-4143-8B38EB53A16B}"/>
              </a:ext>
            </a:extLst>
          </p:cNvPr>
          <p:cNvSpPr txBox="1">
            <a:spLocks/>
          </p:cNvSpPr>
          <p:nvPr/>
        </p:nvSpPr>
        <p:spPr>
          <a:xfrm>
            <a:off x="479424" y="477000"/>
            <a:ext cx="11233151" cy="325004"/>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000">
                <a:solidFill>
                  <a:schemeClr val="accent1">
                    <a:lumMod val="90000"/>
                    <a:lumOff val="10000"/>
                  </a:schemeClr>
                </a:solidFill>
                <a:cs typeface="Calibri" panose="020F0502020204030204" pitchFamily="34" charset="0"/>
              </a:rPr>
              <a:t>SYNCHRONIZE Program Global &amp;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altLang="zh-CN" sz="1400">
                <a:solidFill>
                  <a:schemeClr val="accent1">
                    <a:lumMod val="90000"/>
                    <a:lumOff val="10000"/>
                  </a:schemeClr>
                </a:solidFill>
                <a:cs typeface="Calibri" panose="020F0502020204030204" pitchFamily="34" charset="0"/>
              </a:rPr>
              <a:t>(</a:t>
            </a:r>
            <a:r>
              <a:rPr lang="en-US" altLang="zh-CN" sz="1400">
                <a:solidFill>
                  <a:srgbClr val="FFC000"/>
                </a:solidFill>
                <a:cs typeface="Calibri" panose="020F0502020204030204" pitchFamily="34" charset="0"/>
              </a:rPr>
              <a:t>cut-off</a:t>
            </a:r>
            <a:r>
              <a:rPr lang="zh-CN" altLang="en-US" sz="1400">
                <a:solidFill>
                  <a:srgbClr val="FFC000"/>
                </a:solidFill>
                <a:cs typeface="Calibri" panose="020F0502020204030204" pitchFamily="34" charset="0"/>
              </a:rPr>
              <a:t> </a:t>
            </a:r>
            <a:r>
              <a:rPr lang="en-US" altLang="zh-CN" sz="1400">
                <a:solidFill>
                  <a:srgbClr val="FFC000"/>
                </a:solidFill>
                <a:cs typeface="Calibri" panose="020F0502020204030204" pitchFamily="34" charset="0"/>
              </a:rPr>
              <a:t>date: 22-Apr-2024</a:t>
            </a:r>
            <a:r>
              <a:rPr lang="en-US" altLang="zh-CN" sz="1400">
                <a:solidFill>
                  <a:schemeClr val="accent1">
                    <a:lumMod val="90000"/>
                    <a:lumOff val="10000"/>
                  </a:schemeClr>
                </a:solidFill>
                <a:cs typeface="Calibri" panose="020F0502020204030204" pitchFamily="34" charset="0"/>
              </a:rPr>
              <a:t>)</a:t>
            </a:r>
            <a:endParaRPr lang="en-US" sz="2000">
              <a:solidFill>
                <a:schemeClr val="accent1">
                  <a:lumMod val="90000"/>
                  <a:lumOff val="10000"/>
                </a:schemeClr>
              </a:solidFill>
              <a:cs typeface="Calibri" panose="020F0502020204030204" pitchFamily="34" charset="0"/>
            </a:endParaRPr>
          </a:p>
        </p:txBody>
      </p:sp>
      <p:sp>
        <p:nvSpPr>
          <p:cNvPr id="9" name="TextBox 18">
            <a:extLst>
              <a:ext uri="{FF2B5EF4-FFF2-40B4-BE49-F238E27FC236}">
                <a16:creationId xmlns:a16="http://schemas.microsoft.com/office/drawing/2014/main" id="{1D4D5B05-2AAD-400C-2BF0-130FDF0BF58A}"/>
              </a:ext>
            </a:extLst>
          </p:cNvPr>
          <p:cNvSpPr txBox="1"/>
          <p:nvPr/>
        </p:nvSpPr>
        <p:spPr bwMode="gray">
          <a:xfrm>
            <a:off x="4866834" y="995911"/>
            <a:ext cx="2458329" cy="553998"/>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8312A"/>
                </a:solidFill>
                <a:effectLst/>
                <a:uLnTx/>
                <a:uFillTx/>
                <a:latin typeface="Boehringer Forward Text"/>
                <a:ea typeface="+mn-ea"/>
                <a:cs typeface="+mn-cs"/>
              </a:rPr>
              <a:t>SYNCHRONIZE</a:t>
            </a:r>
            <a:r>
              <a:rPr kumimoji="0" lang="en-US" sz="1600" b="1" i="0" u="none" strike="noStrike" kern="1200" cap="none" spc="0" normalizeH="0" baseline="30000" noProof="0">
                <a:ln>
                  <a:noFill/>
                </a:ln>
                <a:solidFill>
                  <a:srgbClr val="08312A"/>
                </a:solidFill>
                <a:effectLst/>
                <a:uLnTx/>
                <a:uFillTx/>
                <a:latin typeface="Boehringer Forward Text"/>
                <a:ea typeface="+mn-ea"/>
                <a:cs typeface="+mn-cs"/>
              </a:rPr>
              <a:t>TM </a:t>
            </a:r>
            <a:r>
              <a:rPr kumimoji="0" lang="en-GB" sz="1600" b="1" i="0"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a:t>
            </a:r>
            <a:r>
              <a:rPr kumimoji="0" lang="en-GB" sz="1600" b="1" i="0"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Obesity </a:t>
            </a:r>
            <a:r>
              <a:rPr kumimoji="0" lang="en-GB" sz="14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without</a:t>
            </a:r>
            <a:r>
              <a:rPr kumimoji="0" lang="en-GB" sz="14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T2D</a:t>
            </a:r>
          </a:p>
        </p:txBody>
      </p:sp>
      <p:grpSp>
        <p:nvGrpSpPr>
          <p:cNvPr id="23" name="组合 22">
            <a:extLst>
              <a:ext uri="{FF2B5EF4-FFF2-40B4-BE49-F238E27FC236}">
                <a16:creationId xmlns:a16="http://schemas.microsoft.com/office/drawing/2014/main" id="{66C3571C-BA6E-C6EE-8948-FD77EDE65F1C}"/>
              </a:ext>
            </a:extLst>
          </p:cNvPr>
          <p:cNvGrpSpPr/>
          <p:nvPr/>
        </p:nvGrpSpPr>
        <p:grpSpPr>
          <a:xfrm>
            <a:off x="654528" y="1525118"/>
            <a:ext cx="3768032" cy="388379"/>
            <a:chOff x="16028" y="1669021"/>
            <a:chExt cx="3768032" cy="388379"/>
          </a:xfrm>
        </p:grpSpPr>
        <p:sp>
          <p:nvSpPr>
            <p:cNvPr id="6" name="TextBox 18">
              <a:extLst>
                <a:ext uri="{FF2B5EF4-FFF2-40B4-BE49-F238E27FC236}">
                  <a16:creationId xmlns:a16="http://schemas.microsoft.com/office/drawing/2014/main" id="{06DC7E43-BD7A-3632-C526-5877F0ADC6E8}"/>
                </a:ext>
              </a:extLst>
            </p:cNvPr>
            <p:cNvSpPr txBox="1"/>
            <p:nvPr/>
          </p:nvSpPr>
          <p:spPr bwMode="gray">
            <a:xfrm>
              <a:off x="1325731" y="174801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871;  R:</a:t>
              </a:r>
              <a:r>
                <a:rPr lang="en-GB" sz="1200" b="1" i="1">
                  <a:solidFill>
                    <a:srgbClr val="FF0000"/>
                  </a:solidFill>
                  <a:latin typeface="Boehringer Forward Text"/>
                  <a:ea typeface="Times New Roman" panose="02020603050405020304" pitchFamily="18" charset="0"/>
                </a:rPr>
                <a:t>709</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/600</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10" name="组合 9">
              <a:extLst>
                <a:ext uri="{FF2B5EF4-FFF2-40B4-BE49-F238E27FC236}">
                  <a16:creationId xmlns:a16="http://schemas.microsoft.com/office/drawing/2014/main" id="{DB55E91A-4E30-06D3-F089-6B103D159B3F}"/>
                </a:ext>
              </a:extLst>
            </p:cNvPr>
            <p:cNvGrpSpPr/>
            <p:nvPr/>
          </p:nvGrpSpPr>
          <p:grpSpPr>
            <a:xfrm>
              <a:off x="16028" y="1669021"/>
              <a:ext cx="1013461" cy="388379"/>
              <a:chOff x="16026" y="1475391"/>
              <a:chExt cx="1078255" cy="447229"/>
            </a:xfrm>
          </p:grpSpPr>
          <p:sp>
            <p:nvSpPr>
              <p:cNvPr id="11" name="Freeform: Shape 147">
                <a:extLst>
                  <a:ext uri="{FF2B5EF4-FFF2-40B4-BE49-F238E27FC236}">
                    <a16:creationId xmlns:a16="http://schemas.microsoft.com/office/drawing/2014/main" id="{8606BC98-B37C-8FCA-DD04-77BEC448612B}"/>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0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12" name="Oval 4">
                <a:extLst>
                  <a:ext uri="{FF2B5EF4-FFF2-40B4-BE49-F238E27FC236}">
                    <a16:creationId xmlns:a16="http://schemas.microsoft.com/office/drawing/2014/main" id="{DBFA51A0-4FD7-E440-5D49-AAC0745C4668}"/>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3" name="Rectangle: Rounded Corners 116">
                <a:extLst>
                  <a:ext uri="{FF2B5EF4-FFF2-40B4-BE49-F238E27FC236}">
                    <a16:creationId xmlns:a16="http://schemas.microsoft.com/office/drawing/2014/main" id="{240FA31A-CFA8-1635-CEB4-066EAE9BE0D0}"/>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14" name="Picture 6" descr="Image result for world circle png">
                <a:extLst>
                  <a:ext uri="{FF2B5EF4-FFF2-40B4-BE49-F238E27FC236}">
                    <a16:creationId xmlns:a16="http://schemas.microsoft.com/office/drawing/2014/main" id="{A200F454-2F39-81CC-5904-CF2CB748BE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2" name="组合 21">
            <a:extLst>
              <a:ext uri="{FF2B5EF4-FFF2-40B4-BE49-F238E27FC236}">
                <a16:creationId xmlns:a16="http://schemas.microsoft.com/office/drawing/2014/main" id="{28120674-2219-61AF-3529-5A34CEB0CA9C}"/>
              </a:ext>
            </a:extLst>
          </p:cNvPr>
          <p:cNvGrpSpPr/>
          <p:nvPr/>
        </p:nvGrpSpPr>
        <p:grpSpPr>
          <a:xfrm>
            <a:off x="7670726" y="1525119"/>
            <a:ext cx="3753866" cy="388377"/>
            <a:chOff x="30194" y="2162061"/>
            <a:chExt cx="3753866" cy="388377"/>
          </a:xfrm>
        </p:grpSpPr>
        <p:grpSp>
          <p:nvGrpSpPr>
            <p:cNvPr id="15" name="组合 14">
              <a:extLst>
                <a:ext uri="{FF2B5EF4-FFF2-40B4-BE49-F238E27FC236}">
                  <a16:creationId xmlns:a16="http://schemas.microsoft.com/office/drawing/2014/main" id="{CC798BB6-AAE1-C4F2-4098-D83CD9713EB1}"/>
                </a:ext>
              </a:extLst>
            </p:cNvPr>
            <p:cNvGrpSpPr/>
            <p:nvPr/>
          </p:nvGrpSpPr>
          <p:grpSpPr>
            <a:xfrm>
              <a:off x="30194" y="2162061"/>
              <a:ext cx="999295" cy="388377"/>
              <a:chOff x="0" y="3230959"/>
              <a:chExt cx="1078256" cy="447229"/>
            </a:xfrm>
          </p:grpSpPr>
          <p:grpSp>
            <p:nvGrpSpPr>
              <p:cNvPr id="16" name="Group 14">
                <a:extLst>
                  <a:ext uri="{FF2B5EF4-FFF2-40B4-BE49-F238E27FC236}">
                    <a16:creationId xmlns:a16="http://schemas.microsoft.com/office/drawing/2014/main" id="{51CBE9BD-7C7B-6FBA-C52C-F9782631EA65}"/>
                  </a:ext>
                </a:extLst>
              </p:cNvPr>
              <p:cNvGrpSpPr/>
              <p:nvPr/>
            </p:nvGrpSpPr>
            <p:grpSpPr>
              <a:xfrm>
                <a:off x="0" y="3230959"/>
                <a:ext cx="1078256" cy="447229"/>
                <a:chOff x="0" y="2654487"/>
                <a:chExt cx="808692" cy="335422"/>
              </a:xfrm>
            </p:grpSpPr>
            <p:sp>
              <p:nvSpPr>
                <p:cNvPr id="18" name="Freeform: Shape 152">
                  <a:extLst>
                    <a:ext uri="{FF2B5EF4-FFF2-40B4-BE49-F238E27FC236}">
                      <a16:creationId xmlns:a16="http://schemas.microsoft.com/office/drawing/2014/main" id="{FC4DADE5-318E-D2D1-C914-00C30BAD0625}"/>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9" name="Oval 134">
                  <a:extLst>
                    <a:ext uri="{FF2B5EF4-FFF2-40B4-BE49-F238E27FC236}">
                      <a16:creationId xmlns:a16="http://schemas.microsoft.com/office/drawing/2014/main" id="{477256B6-DDDE-9439-6672-C7F84C97D58F}"/>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20" name="Rectangle: Rounded Corners 116">
                  <a:extLst>
                    <a:ext uri="{FF2B5EF4-FFF2-40B4-BE49-F238E27FC236}">
                      <a16:creationId xmlns:a16="http://schemas.microsoft.com/office/drawing/2014/main" id="{C5F47E0F-B8E1-3895-854C-2F5E88CF5E75}"/>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7" name="Picture 2" descr="Image result for China flag circle png">
                <a:extLst>
                  <a:ext uri="{FF2B5EF4-FFF2-40B4-BE49-F238E27FC236}">
                    <a16:creationId xmlns:a16="http://schemas.microsoft.com/office/drawing/2014/main" id="{C6E7226A-B6F1-BE0D-2E26-F2D4AAEF1D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TextBox 18">
              <a:extLst>
                <a:ext uri="{FF2B5EF4-FFF2-40B4-BE49-F238E27FC236}">
                  <a16:creationId xmlns:a16="http://schemas.microsoft.com/office/drawing/2014/main" id="{6835981F-22B6-3BCA-1A80-4CC651F99C71}"/>
                </a:ext>
              </a:extLst>
            </p:cNvPr>
            <p:cNvSpPr txBox="1"/>
            <p:nvPr/>
          </p:nvSpPr>
          <p:spPr bwMode="gray">
            <a:xfrm>
              <a:off x="1325731" y="221774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80;  R:</a:t>
              </a:r>
              <a:r>
                <a:rPr lang="en-GB" sz="1200" b="1" i="1">
                  <a:solidFill>
                    <a:srgbClr val="FF0000"/>
                  </a:solidFill>
                  <a:latin typeface="Boehringer Forward Text"/>
                  <a:ea typeface="Times New Roman" panose="02020603050405020304" pitchFamily="18" charset="0"/>
                </a:rPr>
                <a:t>64</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/60</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grpSp>
        <p:nvGrpSpPr>
          <p:cNvPr id="30" name="组合 29">
            <a:extLst>
              <a:ext uri="{FF2B5EF4-FFF2-40B4-BE49-F238E27FC236}">
                <a16:creationId xmlns:a16="http://schemas.microsoft.com/office/drawing/2014/main" id="{6D269289-B2CC-C4E8-A149-C7514EDD8F5E}"/>
              </a:ext>
            </a:extLst>
          </p:cNvPr>
          <p:cNvGrpSpPr/>
          <p:nvPr/>
        </p:nvGrpSpPr>
        <p:grpSpPr>
          <a:xfrm>
            <a:off x="10346533" y="129959"/>
            <a:ext cx="2198924" cy="1692255"/>
            <a:chOff x="9344354" y="3464426"/>
            <a:chExt cx="2198924" cy="1692255"/>
          </a:xfrm>
        </p:grpSpPr>
        <p:sp>
          <p:nvSpPr>
            <p:cNvPr id="28" name="爆炸形: 14 pt  27">
              <a:extLst>
                <a:ext uri="{FF2B5EF4-FFF2-40B4-BE49-F238E27FC236}">
                  <a16:creationId xmlns:a16="http://schemas.microsoft.com/office/drawing/2014/main" id="{FE230CAA-10CE-6F41-2931-73755EB6366E}"/>
                </a:ext>
              </a:extLst>
            </p:cNvPr>
            <p:cNvSpPr/>
            <p:nvPr/>
          </p:nvSpPr>
          <p:spPr bwMode="gray">
            <a:xfrm>
              <a:off x="9344354" y="3464426"/>
              <a:ext cx="2198924" cy="1692255"/>
            </a:xfrm>
            <a:prstGeom prst="irregularSeal2">
              <a:avLst/>
            </a:prstGeom>
            <a:solidFill>
              <a:schemeClr val="tx2"/>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400">
                <a:solidFill>
                  <a:schemeClr val="tx1"/>
                </a:solidFill>
              </a:endParaRPr>
            </a:p>
          </p:txBody>
        </p:sp>
        <p:sp>
          <p:nvSpPr>
            <p:cNvPr id="29" name="文本框 28">
              <a:extLst>
                <a:ext uri="{FF2B5EF4-FFF2-40B4-BE49-F238E27FC236}">
                  <a16:creationId xmlns:a16="http://schemas.microsoft.com/office/drawing/2014/main" id="{E2D549D8-901D-9AA5-32EC-66F8EA87DCDE}"/>
                </a:ext>
              </a:extLst>
            </p:cNvPr>
            <p:cNvSpPr txBox="1"/>
            <p:nvPr/>
          </p:nvSpPr>
          <p:spPr bwMode="gray">
            <a:xfrm>
              <a:off x="9799030" y="3979890"/>
              <a:ext cx="1342822" cy="578043"/>
            </a:xfrm>
            <a:prstGeom prst="rect">
              <a:avLst/>
            </a:prstGeom>
            <a:noFill/>
          </p:spPr>
          <p:txBody>
            <a:bodyPr wrap="square" lIns="0" tIns="0" rIns="0" bIns="0" rtlCol="0" anchor="ctr">
              <a:spAutoFit/>
            </a:bodyPr>
            <a:lstStyle/>
            <a:p>
              <a:pPr algn="ctr">
                <a:lnSpc>
                  <a:spcPct val="140000"/>
                </a:lnSpc>
              </a:pPr>
              <a:r>
                <a:rPr lang="en-US" altLang="zh-CN" sz="1400" b="1">
                  <a:solidFill>
                    <a:srgbClr val="FFFF00"/>
                  </a:solidFill>
                </a:rPr>
                <a:t>Recruitment Completed</a:t>
              </a:r>
              <a:endParaRPr lang="zh-CN" altLang="en-US" sz="1400" b="1">
                <a:solidFill>
                  <a:srgbClr val="FFFF00"/>
                </a:solidFill>
              </a:endParaRPr>
            </a:p>
          </p:txBody>
        </p:sp>
      </p:grpSp>
      <p:graphicFrame>
        <p:nvGraphicFramePr>
          <p:cNvPr id="33" name="Chart 6">
            <a:extLst>
              <a:ext uri="{FF2B5EF4-FFF2-40B4-BE49-F238E27FC236}">
                <a16:creationId xmlns:a16="http://schemas.microsoft.com/office/drawing/2014/main" id="{D71139B3-CBFC-4B9F-B328-6F5D311F7A0D}"/>
              </a:ext>
            </a:extLst>
          </p:cNvPr>
          <p:cNvGraphicFramePr>
            <a:graphicFrameLocks/>
          </p:cNvGraphicFramePr>
          <p:nvPr/>
        </p:nvGraphicFramePr>
        <p:xfrm>
          <a:off x="380440" y="1997162"/>
          <a:ext cx="5572685" cy="396564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图表 34">
            <a:extLst>
              <a:ext uri="{FF2B5EF4-FFF2-40B4-BE49-F238E27FC236}">
                <a16:creationId xmlns:a16="http://schemas.microsoft.com/office/drawing/2014/main" id="{564D039E-B23C-AC5A-CE2F-255F41F7F9FA}"/>
              </a:ext>
            </a:extLst>
          </p:cNvPr>
          <p:cNvGraphicFramePr>
            <a:graphicFrameLocks/>
          </p:cNvGraphicFramePr>
          <p:nvPr/>
        </p:nvGraphicFramePr>
        <p:xfrm>
          <a:off x="6312023" y="1881115"/>
          <a:ext cx="5400552" cy="3965648"/>
        </p:xfrm>
        <a:graphic>
          <a:graphicData uri="http://schemas.openxmlformats.org/drawingml/2006/chart">
            <c:chart xmlns:c="http://schemas.openxmlformats.org/drawingml/2006/chart" xmlns:r="http://schemas.openxmlformats.org/officeDocument/2006/relationships" r:id="rId6"/>
          </a:graphicData>
        </a:graphic>
      </p:graphicFrame>
      <p:sp>
        <p:nvSpPr>
          <p:cNvPr id="36" name="文本框 1">
            <a:extLst>
              <a:ext uri="{FF2B5EF4-FFF2-40B4-BE49-F238E27FC236}">
                <a16:creationId xmlns:a16="http://schemas.microsoft.com/office/drawing/2014/main" id="{57ACED50-CCAD-7234-B1ED-DAFAF5779FB9}"/>
              </a:ext>
            </a:extLst>
          </p:cNvPr>
          <p:cNvSpPr txBox="1"/>
          <p:nvPr/>
        </p:nvSpPr>
        <p:spPr bwMode="gray">
          <a:xfrm>
            <a:off x="9012299" y="2570098"/>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80</a:t>
            </a:r>
            <a:endParaRPr lang="zh-CN" altLang="en-US" sz="1000" b="1">
              <a:solidFill>
                <a:srgbClr val="70AD47"/>
              </a:solidFill>
            </a:endParaRPr>
          </a:p>
        </p:txBody>
      </p:sp>
      <p:sp>
        <p:nvSpPr>
          <p:cNvPr id="37" name="文本框 1">
            <a:extLst>
              <a:ext uri="{FF2B5EF4-FFF2-40B4-BE49-F238E27FC236}">
                <a16:creationId xmlns:a16="http://schemas.microsoft.com/office/drawing/2014/main" id="{4F84B422-E073-9CB5-AF43-98E173B79E9D}"/>
              </a:ext>
            </a:extLst>
          </p:cNvPr>
          <p:cNvSpPr txBox="1"/>
          <p:nvPr/>
        </p:nvSpPr>
        <p:spPr bwMode="gray">
          <a:xfrm>
            <a:off x="8966263" y="3149591"/>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64</a:t>
            </a:r>
            <a:endParaRPr lang="zh-CN" altLang="en-US" sz="1000" b="1">
              <a:solidFill>
                <a:srgbClr val="4472C4"/>
              </a:solidFill>
            </a:endParaRPr>
          </a:p>
        </p:txBody>
      </p:sp>
      <p:sp>
        <p:nvSpPr>
          <p:cNvPr id="38" name="文本框 1">
            <a:extLst>
              <a:ext uri="{FF2B5EF4-FFF2-40B4-BE49-F238E27FC236}">
                <a16:creationId xmlns:a16="http://schemas.microsoft.com/office/drawing/2014/main" id="{273FD574-71CF-51EF-0486-D2AF0A4BBA16}"/>
              </a:ext>
            </a:extLst>
          </p:cNvPr>
          <p:cNvSpPr txBox="1"/>
          <p:nvPr/>
        </p:nvSpPr>
        <p:spPr bwMode="gray">
          <a:xfrm>
            <a:off x="10857341" y="225613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90</a:t>
            </a:r>
            <a:endParaRPr lang="zh-CN" altLang="en-US" sz="1000" b="1">
              <a:solidFill>
                <a:srgbClr val="264478"/>
              </a:solidFill>
            </a:endParaRPr>
          </a:p>
        </p:txBody>
      </p:sp>
      <p:sp>
        <p:nvSpPr>
          <p:cNvPr id="40" name="文本框 1">
            <a:extLst>
              <a:ext uri="{FF2B5EF4-FFF2-40B4-BE49-F238E27FC236}">
                <a16:creationId xmlns:a16="http://schemas.microsoft.com/office/drawing/2014/main" id="{F82121B9-1CA5-C2EE-FE35-1A41DB308671}"/>
              </a:ext>
            </a:extLst>
          </p:cNvPr>
          <p:cNvSpPr txBox="1"/>
          <p:nvPr/>
        </p:nvSpPr>
        <p:spPr bwMode="gray">
          <a:xfrm>
            <a:off x="11279485" y="3231334"/>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60</a:t>
            </a:r>
            <a:endParaRPr lang="zh-CN" altLang="en-US" sz="1000" b="1">
              <a:solidFill>
                <a:srgbClr val="ED7D31"/>
              </a:solidFill>
            </a:endParaRPr>
          </a:p>
        </p:txBody>
      </p:sp>
      <p:grpSp>
        <p:nvGrpSpPr>
          <p:cNvPr id="52" name="组合 51">
            <a:extLst>
              <a:ext uri="{FF2B5EF4-FFF2-40B4-BE49-F238E27FC236}">
                <a16:creationId xmlns:a16="http://schemas.microsoft.com/office/drawing/2014/main" id="{B06938DE-906F-3BF1-C542-09B092889F60}"/>
              </a:ext>
            </a:extLst>
          </p:cNvPr>
          <p:cNvGrpSpPr/>
          <p:nvPr/>
        </p:nvGrpSpPr>
        <p:grpSpPr>
          <a:xfrm>
            <a:off x="1871149" y="6157819"/>
            <a:ext cx="5040561" cy="377017"/>
            <a:chOff x="1964231" y="6245053"/>
            <a:chExt cx="5991369" cy="377017"/>
          </a:xfrm>
        </p:grpSpPr>
        <p:sp>
          <p:nvSpPr>
            <p:cNvPr id="42" name="文本框 41">
              <a:extLst>
                <a:ext uri="{FF2B5EF4-FFF2-40B4-BE49-F238E27FC236}">
                  <a16:creationId xmlns:a16="http://schemas.microsoft.com/office/drawing/2014/main" id="{0B8C91D4-1A49-7F44-5FAD-72BB72690F6C}"/>
                </a:ext>
              </a:extLst>
            </p:cNvPr>
            <p:cNvSpPr txBox="1"/>
            <p:nvPr/>
          </p:nvSpPr>
          <p:spPr bwMode="gray">
            <a:xfrm>
              <a:off x="4866834"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(Planned)</a:t>
              </a:r>
              <a:endParaRPr lang="zh-CN" altLang="en-US" sz="800"/>
            </a:p>
          </p:txBody>
        </p:sp>
        <p:sp>
          <p:nvSpPr>
            <p:cNvPr id="43" name="文本框 42">
              <a:extLst>
                <a:ext uri="{FF2B5EF4-FFF2-40B4-BE49-F238E27FC236}">
                  <a16:creationId xmlns:a16="http://schemas.microsoft.com/office/drawing/2014/main" id="{3AD2AE92-D8E8-6809-F7D8-37FE8EA0C92A}"/>
                </a:ext>
              </a:extLst>
            </p:cNvPr>
            <p:cNvSpPr txBox="1"/>
            <p:nvPr/>
          </p:nvSpPr>
          <p:spPr bwMode="gray">
            <a:xfrm>
              <a:off x="2483359"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(Actual)</a:t>
              </a:r>
              <a:endParaRPr lang="zh-CN" altLang="en-US" sz="800"/>
            </a:p>
          </p:txBody>
        </p:sp>
        <p:sp>
          <p:nvSpPr>
            <p:cNvPr id="44" name="文本框 43">
              <a:extLst>
                <a:ext uri="{FF2B5EF4-FFF2-40B4-BE49-F238E27FC236}">
                  <a16:creationId xmlns:a16="http://schemas.microsoft.com/office/drawing/2014/main" id="{8B859735-4737-73C9-A1B1-2132A5DA7A56}"/>
                </a:ext>
              </a:extLst>
            </p:cNvPr>
            <p:cNvSpPr txBox="1"/>
            <p:nvPr/>
          </p:nvSpPr>
          <p:spPr bwMode="gray">
            <a:xfrm>
              <a:off x="4866834" y="6245053"/>
              <a:ext cx="3088766" cy="157992"/>
            </a:xfrm>
            <a:prstGeom prst="rect">
              <a:avLst/>
            </a:prstGeom>
            <a:noFill/>
          </p:spPr>
          <p:txBody>
            <a:bodyPr wrap="square" lIns="0" tIns="0" rIns="0" bIns="0" rtlCol="0">
              <a:spAutoFit/>
            </a:bodyPr>
            <a:lstStyle/>
            <a:p>
              <a:pPr algn="l">
                <a:lnSpc>
                  <a:spcPct val="140000"/>
                </a:lnSpc>
              </a:pPr>
              <a:r>
                <a:rPr lang="en-US" altLang="zh-CN" sz="800"/>
                <a:t>Pt screened (Planned)</a:t>
              </a:r>
              <a:endParaRPr lang="zh-CN" altLang="en-US" sz="800"/>
            </a:p>
          </p:txBody>
        </p:sp>
        <p:sp>
          <p:nvSpPr>
            <p:cNvPr id="45" name="文本框 44">
              <a:extLst>
                <a:ext uri="{FF2B5EF4-FFF2-40B4-BE49-F238E27FC236}">
                  <a16:creationId xmlns:a16="http://schemas.microsoft.com/office/drawing/2014/main" id="{2CB59D1C-F133-D2BB-60FF-59849BBB5D8E}"/>
                </a:ext>
              </a:extLst>
            </p:cNvPr>
            <p:cNvSpPr txBox="1"/>
            <p:nvPr/>
          </p:nvSpPr>
          <p:spPr bwMode="gray">
            <a:xfrm>
              <a:off x="2483359" y="6245053"/>
              <a:ext cx="3088766" cy="157992"/>
            </a:xfrm>
            <a:prstGeom prst="rect">
              <a:avLst/>
            </a:prstGeom>
            <a:noFill/>
          </p:spPr>
          <p:txBody>
            <a:bodyPr wrap="square" lIns="0" tIns="0" rIns="0" bIns="0" rtlCol="0">
              <a:spAutoFit/>
            </a:bodyPr>
            <a:lstStyle/>
            <a:p>
              <a:pPr algn="l">
                <a:lnSpc>
                  <a:spcPct val="140000"/>
                </a:lnSpc>
              </a:pPr>
              <a:r>
                <a:rPr lang="en-US" altLang="zh-CN" sz="800"/>
                <a:t>Pt  screened (Actual)</a:t>
              </a:r>
              <a:endParaRPr lang="zh-CN" altLang="en-US" sz="800"/>
            </a:p>
          </p:txBody>
        </p:sp>
        <p:cxnSp>
          <p:nvCxnSpPr>
            <p:cNvPr id="47" name="直接连接符 46">
              <a:extLst>
                <a:ext uri="{FF2B5EF4-FFF2-40B4-BE49-F238E27FC236}">
                  <a16:creationId xmlns:a16="http://schemas.microsoft.com/office/drawing/2014/main" id="{6F2E8D30-3121-6CCD-EB4C-D02ED4F76814}"/>
                </a:ext>
              </a:extLst>
            </p:cNvPr>
            <p:cNvCxnSpPr>
              <a:cxnSpLocks/>
            </p:cNvCxnSpPr>
            <p:nvPr/>
          </p:nvCxnSpPr>
          <p:spPr bwMode="gray">
            <a:xfrm>
              <a:off x="1964231" y="6333891"/>
              <a:ext cx="388444" cy="0"/>
            </a:xfrm>
            <a:prstGeom prst="line">
              <a:avLst/>
            </a:prstGeom>
            <a:ln w="15875">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AF6B2D2A-8215-B4DE-5C75-D581E3A1FD7C}"/>
                </a:ext>
              </a:extLst>
            </p:cNvPr>
            <p:cNvCxnSpPr>
              <a:cxnSpLocks/>
            </p:cNvCxnSpPr>
            <p:nvPr/>
          </p:nvCxnSpPr>
          <p:spPr bwMode="gray">
            <a:xfrm>
              <a:off x="1964231" y="6552916"/>
              <a:ext cx="388444" cy="0"/>
            </a:xfrm>
            <a:prstGeom prst="line">
              <a:avLst/>
            </a:prstGeom>
            <a:ln w="158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00C959C-69DA-74BA-CFEA-BC56C01EC701}"/>
                </a:ext>
              </a:extLst>
            </p:cNvPr>
            <p:cNvCxnSpPr>
              <a:cxnSpLocks/>
            </p:cNvCxnSpPr>
            <p:nvPr/>
          </p:nvCxnSpPr>
          <p:spPr bwMode="gray">
            <a:xfrm>
              <a:off x="4422560" y="6333891"/>
              <a:ext cx="388444" cy="0"/>
            </a:xfrm>
            <a:prstGeom prst="line">
              <a:avLst/>
            </a:prstGeom>
            <a:ln w="15875">
              <a:solidFill>
                <a:srgbClr val="264478"/>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C9DB4F6-920C-F739-5BEC-7E69405DA513}"/>
                </a:ext>
              </a:extLst>
            </p:cNvPr>
            <p:cNvCxnSpPr>
              <a:cxnSpLocks/>
            </p:cNvCxnSpPr>
            <p:nvPr/>
          </p:nvCxnSpPr>
          <p:spPr bwMode="gray">
            <a:xfrm>
              <a:off x="4422560" y="6552916"/>
              <a:ext cx="388444" cy="0"/>
            </a:xfrm>
            <a:prstGeom prst="line">
              <a:avLst/>
            </a:prstGeom>
            <a:ln w="15875">
              <a:solidFill>
                <a:srgbClr val="ED7D31"/>
              </a:solidFill>
              <a:prstDash val="dash"/>
            </a:ln>
          </p:spPr>
          <p:style>
            <a:lnRef idx="1">
              <a:schemeClr val="accent1"/>
            </a:lnRef>
            <a:fillRef idx="0">
              <a:schemeClr val="accent1"/>
            </a:fillRef>
            <a:effectRef idx="0">
              <a:schemeClr val="accent1"/>
            </a:effectRef>
            <a:fontRef idx="minor">
              <a:schemeClr val="tx1"/>
            </a:fontRef>
          </p:style>
        </p:cxnSp>
      </p:grpSp>
      <p:sp>
        <p:nvSpPr>
          <p:cNvPr id="53" name="TextBox 19">
            <a:extLst>
              <a:ext uri="{FF2B5EF4-FFF2-40B4-BE49-F238E27FC236}">
                <a16:creationId xmlns:a16="http://schemas.microsoft.com/office/drawing/2014/main" id="{B2D14FB1-42B9-D135-8C41-BD81E7151776}"/>
              </a:ext>
            </a:extLst>
          </p:cNvPr>
          <p:cNvSpPr txBox="1"/>
          <p:nvPr/>
        </p:nvSpPr>
        <p:spPr>
          <a:xfrm>
            <a:off x="6496488" y="5905664"/>
            <a:ext cx="5040560" cy="369332"/>
          </a:xfrm>
          <a:prstGeom prst="rect">
            <a:avLst/>
          </a:prstGeom>
          <a:solidFill>
            <a:schemeClr val="accent4">
              <a:lumMod val="20000"/>
              <a:lumOff val="80000"/>
            </a:schemeClr>
          </a:solidFill>
        </p:spPr>
        <p:txBody>
          <a:bodyPr wrap="square" lIns="0" tIns="0" rIns="0" bIns="0" rtlCol="0" anchor="t">
            <a:spAutoFit/>
          </a:bodyPr>
          <a:lstStyle/>
          <a:p>
            <a:r>
              <a:rPr lang="en-US" sz="1200" b="1">
                <a:latin typeface="Calibri"/>
                <a:cs typeface="Calibri"/>
              </a:rPr>
              <a:t>Updates:</a:t>
            </a:r>
          </a:p>
          <a:p>
            <a:pPr marL="171450" indent="-171450">
              <a:buFont typeface="Arial" panose="020B0604020202020204" pitchFamily="34" charset="0"/>
              <a:buChar char="•"/>
            </a:pPr>
            <a:r>
              <a:rPr lang="en-US" sz="1200">
                <a:solidFill>
                  <a:srgbClr val="0E584B"/>
                </a:solidFill>
                <a:latin typeface="Calibri"/>
                <a:cs typeface="Calibri"/>
              </a:rPr>
              <a:t>Recruitment Completed as planned </a:t>
            </a:r>
          </a:p>
        </p:txBody>
      </p:sp>
    </p:spTree>
    <p:extLst>
      <p:ext uri="{BB962C8B-B14F-4D97-AF65-F5344CB8AC3E}">
        <p14:creationId xmlns:p14="http://schemas.microsoft.com/office/powerpoint/2010/main" val="1593133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3F863043-2E63-658C-3A72-029AEE981CB1}"/>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2D2D02DD-8238-D7F2-30C2-29CA4C2703E0}"/>
              </a:ext>
            </a:extLst>
          </p:cNvPr>
          <p:cNvSpPr>
            <a:spLocks noGrp="1"/>
          </p:cNvSpPr>
          <p:nvPr>
            <p:ph type="sldNum" sz="quarter" idx="11"/>
          </p:nvPr>
        </p:nvSpPr>
        <p:spPr/>
        <p:txBody>
          <a:bodyPr/>
          <a:lstStyle/>
          <a:p>
            <a:fld id="{8FF9B0DE-3FEB-4AA0-B465-B80EF7C1333D}" type="slidenum">
              <a:rPr lang="en-US" smtClean="0"/>
              <a:pPr/>
              <a:t>10</a:t>
            </a:fld>
            <a:endParaRPr lang="en-US"/>
          </a:p>
        </p:txBody>
      </p:sp>
      <p:sp>
        <p:nvSpPr>
          <p:cNvPr id="5" name="Title 1">
            <a:extLst>
              <a:ext uri="{FF2B5EF4-FFF2-40B4-BE49-F238E27FC236}">
                <a16:creationId xmlns:a16="http://schemas.microsoft.com/office/drawing/2014/main" id="{F90B5DB9-BDA1-2357-4143-8B38EB53A16B}"/>
              </a:ext>
            </a:extLst>
          </p:cNvPr>
          <p:cNvSpPr txBox="1">
            <a:spLocks/>
          </p:cNvSpPr>
          <p:nvPr/>
        </p:nvSpPr>
        <p:spPr>
          <a:xfrm>
            <a:off x="479424" y="477000"/>
            <a:ext cx="11233151" cy="325004"/>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000">
                <a:solidFill>
                  <a:schemeClr val="accent1">
                    <a:lumMod val="90000"/>
                    <a:lumOff val="10000"/>
                  </a:schemeClr>
                </a:solidFill>
                <a:cs typeface="Calibri" panose="020F0502020204030204" pitchFamily="34" charset="0"/>
              </a:rPr>
              <a:t>SYNCHRONIZE Program Global &amp;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altLang="zh-CN" sz="1400">
                <a:solidFill>
                  <a:schemeClr val="accent1">
                    <a:lumMod val="90000"/>
                    <a:lumOff val="10000"/>
                  </a:schemeClr>
                </a:solidFill>
                <a:cs typeface="Calibri" panose="020F0502020204030204" pitchFamily="34" charset="0"/>
              </a:rPr>
              <a:t>(</a:t>
            </a:r>
            <a:r>
              <a:rPr lang="en-US" altLang="zh-CN" sz="1400">
                <a:solidFill>
                  <a:srgbClr val="FFC000"/>
                </a:solidFill>
                <a:cs typeface="Calibri" panose="020F0502020204030204" pitchFamily="34" charset="0"/>
              </a:rPr>
              <a:t>cut-off</a:t>
            </a:r>
            <a:r>
              <a:rPr lang="zh-CN" altLang="en-US" sz="1400">
                <a:solidFill>
                  <a:srgbClr val="FFC000"/>
                </a:solidFill>
                <a:cs typeface="Calibri" panose="020F0502020204030204" pitchFamily="34" charset="0"/>
              </a:rPr>
              <a:t> </a:t>
            </a:r>
            <a:r>
              <a:rPr lang="en-US" altLang="zh-CN" sz="1400">
                <a:solidFill>
                  <a:srgbClr val="FFC000"/>
                </a:solidFill>
                <a:cs typeface="Calibri" panose="020F0502020204030204" pitchFamily="34" charset="0"/>
              </a:rPr>
              <a:t>date: 20-Apr-2024</a:t>
            </a:r>
            <a:r>
              <a:rPr lang="en-US" altLang="zh-CN" sz="1400">
                <a:solidFill>
                  <a:schemeClr val="accent1">
                    <a:lumMod val="90000"/>
                    <a:lumOff val="10000"/>
                  </a:schemeClr>
                </a:solidFill>
                <a:cs typeface="Calibri" panose="020F0502020204030204" pitchFamily="34" charset="0"/>
              </a:rPr>
              <a:t>)</a:t>
            </a:r>
            <a:endParaRPr lang="en-US" sz="2000">
              <a:solidFill>
                <a:schemeClr val="accent1">
                  <a:lumMod val="90000"/>
                  <a:lumOff val="10000"/>
                </a:schemeClr>
              </a:solidFill>
              <a:cs typeface="Calibri" panose="020F0502020204030204" pitchFamily="34" charset="0"/>
            </a:endParaRPr>
          </a:p>
        </p:txBody>
      </p:sp>
      <p:sp>
        <p:nvSpPr>
          <p:cNvPr id="9" name="TextBox 18">
            <a:extLst>
              <a:ext uri="{FF2B5EF4-FFF2-40B4-BE49-F238E27FC236}">
                <a16:creationId xmlns:a16="http://schemas.microsoft.com/office/drawing/2014/main" id="{1D4D5B05-2AAD-400C-2BF0-130FDF0BF58A}"/>
              </a:ext>
            </a:extLst>
          </p:cNvPr>
          <p:cNvSpPr txBox="1"/>
          <p:nvPr/>
        </p:nvSpPr>
        <p:spPr bwMode="gray">
          <a:xfrm>
            <a:off x="4866834" y="995911"/>
            <a:ext cx="2458329" cy="553998"/>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8312A"/>
                </a:solidFill>
                <a:effectLst/>
                <a:uLnTx/>
                <a:uFillTx/>
                <a:latin typeface="Boehringer Forward Text"/>
                <a:ea typeface="+mn-ea"/>
                <a:cs typeface="+mn-cs"/>
              </a:rPr>
              <a:t>SYNCHRONIZE</a:t>
            </a:r>
            <a:r>
              <a:rPr kumimoji="0" lang="en-US" sz="1600" b="1" i="0" u="none" strike="noStrike" kern="1200" cap="none" spc="0" normalizeH="0" baseline="30000" noProof="0">
                <a:ln>
                  <a:noFill/>
                </a:ln>
                <a:solidFill>
                  <a:srgbClr val="08312A"/>
                </a:solidFill>
                <a:effectLst/>
                <a:uLnTx/>
                <a:uFillTx/>
                <a:latin typeface="Boehringer Forward Text"/>
                <a:ea typeface="+mn-ea"/>
                <a:cs typeface="+mn-cs"/>
              </a:rPr>
              <a:t>TM </a:t>
            </a:r>
            <a:r>
              <a:rPr kumimoji="0" lang="en-GB" sz="1600" b="1" i="0"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a:t>
            </a:r>
            <a:r>
              <a:rPr kumimoji="0" lang="en-GB" sz="1600" b="1" i="0"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Obesity </a:t>
            </a:r>
            <a:r>
              <a:rPr kumimoji="0" lang="en-GB" sz="14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with</a:t>
            </a:r>
            <a:r>
              <a:rPr kumimoji="0" lang="en-GB" sz="14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T2D</a:t>
            </a:r>
          </a:p>
        </p:txBody>
      </p:sp>
      <p:grpSp>
        <p:nvGrpSpPr>
          <p:cNvPr id="23" name="组合 22">
            <a:extLst>
              <a:ext uri="{FF2B5EF4-FFF2-40B4-BE49-F238E27FC236}">
                <a16:creationId xmlns:a16="http://schemas.microsoft.com/office/drawing/2014/main" id="{66C3571C-BA6E-C6EE-8948-FD77EDE65F1C}"/>
              </a:ext>
            </a:extLst>
          </p:cNvPr>
          <p:cNvGrpSpPr/>
          <p:nvPr/>
        </p:nvGrpSpPr>
        <p:grpSpPr>
          <a:xfrm>
            <a:off x="654528" y="1664818"/>
            <a:ext cx="3768032" cy="388379"/>
            <a:chOff x="16028" y="1669021"/>
            <a:chExt cx="3768032" cy="388379"/>
          </a:xfrm>
        </p:grpSpPr>
        <p:sp>
          <p:nvSpPr>
            <p:cNvPr id="6" name="TextBox 18">
              <a:extLst>
                <a:ext uri="{FF2B5EF4-FFF2-40B4-BE49-F238E27FC236}">
                  <a16:creationId xmlns:a16="http://schemas.microsoft.com/office/drawing/2014/main" id="{06DC7E43-BD7A-3632-C526-5877F0ADC6E8}"/>
                </a:ext>
              </a:extLst>
            </p:cNvPr>
            <p:cNvSpPr txBox="1"/>
            <p:nvPr/>
          </p:nvSpPr>
          <p:spPr bwMode="gray">
            <a:xfrm>
              <a:off x="1325731" y="174801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893;  R:</a:t>
              </a:r>
              <a:r>
                <a:rPr lang="en-GB" sz="1200" b="1" i="1">
                  <a:solidFill>
                    <a:srgbClr val="FF0000"/>
                  </a:solidFill>
                  <a:latin typeface="Boehringer Forward Text"/>
                  <a:ea typeface="Times New Roman" panose="02020603050405020304" pitchFamily="18" charset="0"/>
                </a:rPr>
                <a:t>360</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/600;  SF: 47%</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10" name="组合 9">
              <a:extLst>
                <a:ext uri="{FF2B5EF4-FFF2-40B4-BE49-F238E27FC236}">
                  <a16:creationId xmlns:a16="http://schemas.microsoft.com/office/drawing/2014/main" id="{DB55E91A-4E30-06D3-F089-6B103D159B3F}"/>
                </a:ext>
              </a:extLst>
            </p:cNvPr>
            <p:cNvGrpSpPr/>
            <p:nvPr/>
          </p:nvGrpSpPr>
          <p:grpSpPr>
            <a:xfrm>
              <a:off x="16028" y="1669021"/>
              <a:ext cx="1013461" cy="388379"/>
              <a:chOff x="16026" y="1475391"/>
              <a:chExt cx="1078255" cy="447229"/>
            </a:xfrm>
          </p:grpSpPr>
          <p:sp>
            <p:nvSpPr>
              <p:cNvPr id="11" name="Freeform: Shape 147">
                <a:extLst>
                  <a:ext uri="{FF2B5EF4-FFF2-40B4-BE49-F238E27FC236}">
                    <a16:creationId xmlns:a16="http://schemas.microsoft.com/office/drawing/2014/main" id="{8606BC98-B37C-8FCA-DD04-77BEC448612B}"/>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0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12" name="Oval 4">
                <a:extLst>
                  <a:ext uri="{FF2B5EF4-FFF2-40B4-BE49-F238E27FC236}">
                    <a16:creationId xmlns:a16="http://schemas.microsoft.com/office/drawing/2014/main" id="{DBFA51A0-4FD7-E440-5D49-AAC0745C4668}"/>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3" name="Rectangle: Rounded Corners 116">
                <a:extLst>
                  <a:ext uri="{FF2B5EF4-FFF2-40B4-BE49-F238E27FC236}">
                    <a16:creationId xmlns:a16="http://schemas.microsoft.com/office/drawing/2014/main" id="{240FA31A-CFA8-1635-CEB4-066EAE9BE0D0}"/>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14" name="Picture 6" descr="Image result for world circle png">
                <a:extLst>
                  <a:ext uri="{FF2B5EF4-FFF2-40B4-BE49-F238E27FC236}">
                    <a16:creationId xmlns:a16="http://schemas.microsoft.com/office/drawing/2014/main" id="{A200F454-2F39-81CC-5904-CF2CB748BE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2" name="组合 21">
            <a:extLst>
              <a:ext uri="{FF2B5EF4-FFF2-40B4-BE49-F238E27FC236}">
                <a16:creationId xmlns:a16="http://schemas.microsoft.com/office/drawing/2014/main" id="{28120674-2219-61AF-3529-5A34CEB0CA9C}"/>
              </a:ext>
            </a:extLst>
          </p:cNvPr>
          <p:cNvGrpSpPr/>
          <p:nvPr/>
        </p:nvGrpSpPr>
        <p:grpSpPr>
          <a:xfrm>
            <a:off x="7670726" y="1664819"/>
            <a:ext cx="3753866" cy="388377"/>
            <a:chOff x="30194" y="2162061"/>
            <a:chExt cx="3753866" cy="388377"/>
          </a:xfrm>
        </p:grpSpPr>
        <p:grpSp>
          <p:nvGrpSpPr>
            <p:cNvPr id="15" name="组合 14">
              <a:extLst>
                <a:ext uri="{FF2B5EF4-FFF2-40B4-BE49-F238E27FC236}">
                  <a16:creationId xmlns:a16="http://schemas.microsoft.com/office/drawing/2014/main" id="{CC798BB6-AAE1-C4F2-4098-D83CD9713EB1}"/>
                </a:ext>
              </a:extLst>
            </p:cNvPr>
            <p:cNvGrpSpPr/>
            <p:nvPr/>
          </p:nvGrpSpPr>
          <p:grpSpPr>
            <a:xfrm>
              <a:off x="30194" y="2162061"/>
              <a:ext cx="999295" cy="388377"/>
              <a:chOff x="0" y="3230959"/>
              <a:chExt cx="1078256" cy="447229"/>
            </a:xfrm>
          </p:grpSpPr>
          <p:grpSp>
            <p:nvGrpSpPr>
              <p:cNvPr id="16" name="Group 14">
                <a:extLst>
                  <a:ext uri="{FF2B5EF4-FFF2-40B4-BE49-F238E27FC236}">
                    <a16:creationId xmlns:a16="http://schemas.microsoft.com/office/drawing/2014/main" id="{51CBE9BD-7C7B-6FBA-C52C-F9782631EA65}"/>
                  </a:ext>
                </a:extLst>
              </p:cNvPr>
              <p:cNvGrpSpPr/>
              <p:nvPr/>
            </p:nvGrpSpPr>
            <p:grpSpPr>
              <a:xfrm>
                <a:off x="0" y="3230959"/>
                <a:ext cx="1078256" cy="447229"/>
                <a:chOff x="0" y="2654487"/>
                <a:chExt cx="808692" cy="335422"/>
              </a:xfrm>
            </p:grpSpPr>
            <p:sp>
              <p:nvSpPr>
                <p:cNvPr id="18" name="Freeform: Shape 152">
                  <a:extLst>
                    <a:ext uri="{FF2B5EF4-FFF2-40B4-BE49-F238E27FC236}">
                      <a16:creationId xmlns:a16="http://schemas.microsoft.com/office/drawing/2014/main" id="{FC4DADE5-318E-D2D1-C914-00C30BAD0625}"/>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9" name="Oval 134">
                  <a:extLst>
                    <a:ext uri="{FF2B5EF4-FFF2-40B4-BE49-F238E27FC236}">
                      <a16:creationId xmlns:a16="http://schemas.microsoft.com/office/drawing/2014/main" id="{477256B6-DDDE-9439-6672-C7F84C97D58F}"/>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20" name="Rectangle: Rounded Corners 116">
                  <a:extLst>
                    <a:ext uri="{FF2B5EF4-FFF2-40B4-BE49-F238E27FC236}">
                      <a16:creationId xmlns:a16="http://schemas.microsoft.com/office/drawing/2014/main" id="{C5F47E0F-B8E1-3895-854C-2F5E88CF5E75}"/>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7" name="Picture 2" descr="Image result for China flag circle png">
                <a:extLst>
                  <a:ext uri="{FF2B5EF4-FFF2-40B4-BE49-F238E27FC236}">
                    <a16:creationId xmlns:a16="http://schemas.microsoft.com/office/drawing/2014/main" id="{C6E7226A-B6F1-BE0D-2E26-F2D4AAEF1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TextBox 18">
              <a:extLst>
                <a:ext uri="{FF2B5EF4-FFF2-40B4-BE49-F238E27FC236}">
                  <a16:creationId xmlns:a16="http://schemas.microsoft.com/office/drawing/2014/main" id="{6835981F-22B6-3BCA-1A80-4CC651F99C71}"/>
                </a:ext>
              </a:extLst>
            </p:cNvPr>
            <p:cNvSpPr txBox="1"/>
            <p:nvPr/>
          </p:nvSpPr>
          <p:spPr bwMode="gray">
            <a:xfrm>
              <a:off x="1325731" y="221774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92;  R:</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39</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/60;  SF: 40%</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graphicFrame>
        <p:nvGraphicFramePr>
          <p:cNvPr id="7" name="Chart 6">
            <a:extLst>
              <a:ext uri="{FF2B5EF4-FFF2-40B4-BE49-F238E27FC236}">
                <a16:creationId xmlns:a16="http://schemas.microsoft.com/office/drawing/2014/main" id="{73207099-613B-4188-B37D-91BA5B30A0AB}"/>
              </a:ext>
            </a:extLst>
          </p:cNvPr>
          <p:cNvGraphicFramePr>
            <a:graphicFrameLocks/>
          </p:cNvGraphicFramePr>
          <p:nvPr/>
        </p:nvGraphicFramePr>
        <p:xfrm>
          <a:off x="479425" y="2136862"/>
          <a:ext cx="5832600" cy="3930563"/>
        </p:xfrm>
        <a:graphic>
          <a:graphicData uri="http://schemas.openxmlformats.org/drawingml/2006/chart">
            <c:chart xmlns:c="http://schemas.openxmlformats.org/drawingml/2006/chart" xmlns:r="http://schemas.openxmlformats.org/officeDocument/2006/relationships" r:id="rId4"/>
          </a:graphicData>
        </a:graphic>
      </p:graphicFrame>
      <p:sp>
        <p:nvSpPr>
          <p:cNvPr id="32" name="文本框 1">
            <a:extLst>
              <a:ext uri="{FF2B5EF4-FFF2-40B4-BE49-F238E27FC236}">
                <a16:creationId xmlns:a16="http://schemas.microsoft.com/office/drawing/2014/main" id="{FFCE4277-053E-07BC-5E40-FC1A84C929CF}"/>
              </a:ext>
            </a:extLst>
          </p:cNvPr>
          <p:cNvSpPr txBox="1"/>
          <p:nvPr/>
        </p:nvSpPr>
        <p:spPr bwMode="gray">
          <a:xfrm>
            <a:off x="4082327" y="2367161"/>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893</a:t>
            </a:r>
            <a:endParaRPr lang="zh-CN" altLang="en-US" sz="1000" b="1">
              <a:solidFill>
                <a:srgbClr val="70AD47"/>
              </a:solidFill>
            </a:endParaRPr>
          </a:p>
        </p:txBody>
      </p:sp>
      <p:sp>
        <p:nvSpPr>
          <p:cNvPr id="33" name="文本框 1">
            <a:extLst>
              <a:ext uri="{FF2B5EF4-FFF2-40B4-BE49-F238E27FC236}">
                <a16:creationId xmlns:a16="http://schemas.microsoft.com/office/drawing/2014/main" id="{ECFEC6A3-874B-AD97-5F97-3ADE42AC09F7}"/>
              </a:ext>
            </a:extLst>
          </p:cNvPr>
          <p:cNvSpPr txBox="1"/>
          <p:nvPr/>
        </p:nvSpPr>
        <p:spPr bwMode="gray">
          <a:xfrm>
            <a:off x="4082327" y="4019867"/>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360</a:t>
            </a:r>
            <a:endParaRPr lang="zh-CN" altLang="en-US" sz="1000" b="1">
              <a:solidFill>
                <a:srgbClr val="4472C4"/>
              </a:solidFill>
            </a:endParaRPr>
          </a:p>
        </p:txBody>
      </p:sp>
      <p:sp>
        <p:nvSpPr>
          <p:cNvPr id="34" name="文本框 1">
            <a:extLst>
              <a:ext uri="{FF2B5EF4-FFF2-40B4-BE49-F238E27FC236}">
                <a16:creationId xmlns:a16="http://schemas.microsoft.com/office/drawing/2014/main" id="{4CE2D8E8-73EC-4711-C670-06B6C2E1A0C5}"/>
              </a:ext>
            </a:extLst>
          </p:cNvPr>
          <p:cNvSpPr txBox="1"/>
          <p:nvPr/>
        </p:nvSpPr>
        <p:spPr bwMode="gray">
          <a:xfrm>
            <a:off x="5298719" y="2401561"/>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900</a:t>
            </a:r>
            <a:endParaRPr lang="zh-CN" altLang="en-US" sz="1000" b="1">
              <a:solidFill>
                <a:srgbClr val="264478"/>
              </a:solidFill>
            </a:endParaRPr>
          </a:p>
        </p:txBody>
      </p:sp>
      <p:sp>
        <p:nvSpPr>
          <p:cNvPr id="35" name="文本框 1">
            <a:extLst>
              <a:ext uri="{FF2B5EF4-FFF2-40B4-BE49-F238E27FC236}">
                <a16:creationId xmlns:a16="http://schemas.microsoft.com/office/drawing/2014/main" id="{F025A653-F12E-0417-D147-BE2A24E0BB75}"/>
              </a:ext>
            </a:extLst>
          </p:cNvPr>
          <p:cNvSpPr txBox="1"/>
          <p:nvPr/>
        </p:nvSpPr>
        <p:spPr bwMode="gray">
          <a:xfrm>
            <a:off x="5992430" y="3293586"/>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600</a:t>
            </a:r>
            <a:endParaRPr lang="zh-CN" altLang="en-US" sz="1000" b="1">
              <a:solidFill>
                <a:srgbClr val="ED7D31"/>
              </a:solidFill>
            </a:endParaRPr>
          </a:p>
        </p:txBody>
      </p:sp>
      <p:graphicFrame>
        <p:nvGraphicFramePr>
          <p:cNvPr id="36" name="图表 35">
            <a:extLst>
              <a:ext uri="{FF2B5EF4-FFF2-40B4-BE49-F238E27FC236}">
                <a16:creationId xmlns:a16="http://schemas.microsoft.com/office/drawing/2014/main" id="{58C91470-03C3-285C-A9AE-A1EF77951B5C}"/>
              </a:ext>
            </a:extLst>
          </p:cNvPr>
          <p:cNvGraphicFramePr>
            <a:graphicFrameLocks/>
          </p:cNvGraphicFramePr>
          <p:nvPr/>
        </p:nvGraphicFramePr>
        <p:xfrm>
          <a:off x="6280274" y="2273698"/>
          <a:ext cx="5739060" cy="3930563"/>
        </p:xfrm>
        <a:graphic>
          <a:graphicData uri="http://schemas.openxmlformats.org/drawingml/2006/chart">
            <c:chart xmlns:c="http://schemas.openxmlformats.org/drawingml/2006/chart" xmlns:r="http://schemas.openxmlformats.org/officeDocument/2006/relationships" r:id="rId5"/>
          </a:graphicData>
        </a:graphic>
      </p:graphicFrame>
      <p:sp>
        <p:nvSpPr>
          <p:cNvPr id="37" name="文本框 1">
            <a:extLst>
              <a:ext uri="{FF2B5EF4-FFF2-40B4-BE49-F238E27FC236}">
                <a16:creationId xmlns:a16="http://schemas.microsoft.com/office/drawing/2014/main" id="{E6E44640-837A-E316-66E4-13D53E518E13}"/>
              </a:ext>
            </a:extLst>
          </p:cNvPr>
          <p:cNvSpPr txBox="1"/>
          <p:nvPr/>
        </p:nvSpPr>
        <p:spPr bwMode="gray">
          <a:xfrm>
            <a:off x="9069449" y="2715670"/>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92</a:t>
            </a:r>
            <a:endParaRPr lang="zh-CN" altLang="en-US" sz="1000" b="1">
              <a:solidFill>
                <a:srgbClr val="70AD47"/>
              </a:solidFill>
            </a:endParaRPr>
          </a:p>
        </p:txBody>
      </p:sp>
      <p:sp>
        <p:nvSpPr>
          <p:cNvPr id="38" name="文本框 1">
            <a:extLst>
              <a:ext uri="{FF2B5EF4-FFF2-40B4-BE49-F238E27FC236}">
                <a16:creationId xmlns:a16="http://schemas.microsoft.com/office/drawing/2014/main" id="{040682F8-65F6-0811-9E3C-5A8A21734384}"/>
              </a:ext>
            </a:extLst>
          </p:cNvPr>
          <p:cNvSpPr txBox="1"/>
          <p:nvPr/>
        </p:nvSpPr>
        <p:spPr bwMode="gray">
          <a:xfrm>
            <a:off x="9149804" y="4140266"/>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39</a:t>
            </a:r>
            <a:endParaRPr lang="zh-CN" altLang="en-US" sz="1000" b="1">
              <a:solidFill>
                <a:srgbClr val="4472C4"/>
              </a:solidFill>
            </a:endParaRPr>
          </a:p>
        </p:txBody>
      </p:sp>
      <p:sp>
        <p:nvSpPr>
          <p:cNvPr id="39" name="文本框 1">
            <a:extLst>
              <a:ext uri="{FF2B5EF4-FFF2-40B4-BE49-F238E27FC236}">
                <a16:creationId xmlns:a16="http://schemas.microsoft.com/office/drawing/2014/main" id="{76DB7D8D-E958-A1DD-4A7B-DA67C4D82600}"/>
              </a:ext>
            </a:extLst>
          </p:cNvPr>
          <p:cNvSpPr txBox="1"/>
          <p:nvPr/>
        </p:nvSpPr>
        <p:spPr bwMode="gray">
          <a:xfrm>
            <a:off x="11182323" y="281438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90</a:t>
            </a:r>
            <a:endParaRPr lang="zh-CN" altLang="en-US" sz="1000" b="1">
              <a:solidFill>
                <a:srgbClr val="264478"/>
              </a:solidFill>
            </a:endParaRPr>
          </a:p>
        </p:txBody>
      </p:sp>
      <p:sp>
        <p:nvSpPr>
          <p:cNvPr id="40" name="文本框 1">
            <a:extLst>
              <a:ext uri="{FF2B5EF4-FFF2-40B4-BE49-F238E27FC236}">
                <a16:creationId xmlns:a16="http://schemas.microsoft.com/office/drawing/2014/main" id="{222D5E06-0C10-A791-45E4-ADE8EA765477}"/>
              </a:ext>
            </a:extLst>
          </p:cNvPr>
          <p:cNvSpPr txBox="1"/>
          <p:nvPr/>
        </p:nvSpPr>
        <p:spPr bwMode="gray">
          <a:xfrm>
            <a:off x="11633065" y="3590109"/>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60</a:t>
            </a:r>
            <a:endParaRPr lang="zh-CN" altLang="en-US" sz="1000" b="1">
              <a:solidFill>
                <a:srgbClr val="ED7D31"/>
              </a:solidFill>
            </a:endParaRPr>
          </a:p>
        </p:txBody>
      </p:sp>
      <p:grpSp>
        <p:nvGrpSpPr>
          <p:cNvPr id="41" name="组合 40">
            <a:extLst>
              <a:ext uri="{FF2B5EF4-FFF2-40B4-BE49-F238E27FC236}">
                <a16:creationId xmlns:a16="http://schemas.microsoft.com/office/drawing/2014/main" id="{BD434B22-B33B-06DA-18E8-37DF4CE8138B}"/>
              </a:ext>
            </a:extLst>
          </p:cNvPr>
          <p:cNvGrpSpPr/>
          <p:nvPr/>
        </p:nvGrpSpPr>
        <p:grpSpPr>
          <a:xfrm>
            <a:off x="1871149" y="6157819"/>
            <a:ext cx="5040561" cy="377017"/>
            <a:chOff x="1964231" y="6245053"/>
            <a:chExt cx="5991369" cy="377017"/>
          </a:xfrm>
        </p:grpSpPr>
        <p:sp>
          <p:nvSpPr>
            <p:cNvPr id="42" name="文本框 41">
              <a:extLst>
                <a:ext uri="{FF2B5EF4-FFF2-40B4-BE49-F238E27FC236}">
                  <a16:creationId xmlns:a16="http://schemas.microsoft.com/office/drawing/2014/main" id="{BB727D0F-73F9-04A3-11D2-A61F8884D2AB}"/>
                </a:ext>
              </a:extLst>
            </p:cNvPr>
            <p:cNvSpPr txBox="1"/>
            <p:nvPr/>
          </p:nvSpPr>
          <p:spPr bwMode="gray">
            <a:xfrm>
              <a:off x="4866834"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(Planned)</a:t>
              </a:r>
              <a:endParaRPr lang="zh-CN" altLang="en-US" sz="800"/>
            </a:p>
          </p:txBody>
        </p:sp>
        <p:sp>
          <p:nvSpPr>
            <p:cNvPr id="43" name="文本框 42">
              <a:extLst>
                <a:ext uri="{FF2B5EF4-FFF2-40B4-BE49-F238E27FC236}">
                  <a16:creationId xmlns:a16="http://schemas.microsoft.com/office/drawing/2014/main" id="{C5F66E02-FF95-7F2F-5F21-51BADC6E485B}"/>
                </a:ext>
              </a:extLst>
            </p:cNvPr>
            <p:cNvSpPr txBox="1"/>
            <p:nvPr/>
          </p:nvSpPr>
          <p:spPr bwMode="gray">
            <a:xfrm>
              <a:off x="2483359"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(Actual)</a:t>
              </a:r>
              <a:endParaRPr lang="zh-CN" altLang="en-US" sz="800"/>
            </a:p>
          </p:txBody>
        </p:sp>
        <p:sp>
          <p:nvSpPr>
            <p:cNvPr id="44" name="文本框 43">
              <a:extLst>
                <a:ext uri="{FF2B5EF4-FFF2-40B4-BE49-F238E27FC236}">
                  <a16:creationId xmlns:a16="http://schemas.microsoft.com/office/drawing/2014/main" id="{32F2771F-7A70-5B10-0714-A1A9F10B5D0D}"/>
                </a:ext>
              </a:extLst>
            </p:cNvPr>
            <p:cNvSpPr txBox="1"/>
            <p:nvPr/>
          </p:nvSpPr>
          <p:spPr bwMode="gray">
            <a:xfrm>
              <a:off x="4866834" y="6245053"/>
              <a:ext cx="3088766" cy="157992"/>
            </a:xfrm>
            <a:prstGeom prst="rect">
              <a:avLst/>
            </a:prstGeom>
            <a:noFill/>
          </p:spPr>
          <p:txBody>
            <a:bodyPr wrap="square" lIns="0" tIns="0" rIns="0" bIns="0" rtlCol="0">
              <a:spAutoFit/>
            </a:bodyPr>
            <a:lstStyle/>
            <a:p>
              <a:pPr algn="l">
                <a:lnSpc>
                  <a:spcPct val="140000"/>
                </a:lnSpc>
              </a:pPr>
              <a:r>
                <a:rPr lang="en-US" altLang="zh-CN" sz="800"/>
                <a:t>Pt screened (Planned)</a:t>
              </a:r>
              <a:endParaRPr lang="zh-CN" altLang="en-US" sz="800"/>
            </a:p>
          </p:txBody>
        </p:sp>
        <p:sp>
          <p:nvSpPr>
            <p:cNvPr id="45" name="文本框 44">
              <a:extLst>
                <a:ext uri="{FF2B5EF4-FFF2-40B4-BE49-F238E27FC236}">
                  <a16:creationId xmlns:a16="http://schemas.microsoft.com/office/drawing/2014/main" id="{4163C002-52CF-F369-62FE-23F260C0E2B0}"/>
                </a:ext>
              </a:extLst>
            </p:cNvPr>
            <p:cNvSpPr txBox="1"/>
            <p:nvPr/>
          </p:nvSpPr>
          <p:spPr bwMode="gray">
            <a:xfrm>
              <a:off x="2483359" y="6245053"/>
              <a:ext cx="3088766" cy="157992"/>
            </a:xfrm>
            <a:prstGeom prst="rect">
              <a:avLst/>
            </a:prstGeom>
            <a:noFill/>
          </p:spPr>
          <p:txBody>
            <a:bodyPr wrap="square" lIns="0" tIns="0" rIns="0" bIns="0" rtlCol="0">
              <a:spAutoFit/>
            </a:bodyPr>
            <a:lstStyle/>
            <a:p>
              <a:pPr algn="l">
                <a:lnSpc>
                  <a:spcPct val="140000"/>
                </a:lnSpc>
              </a:pPr>
              <a:r>
                <a:rPr lang="en-US" altLang="zh-CN" sz="800"/>
                <a:t>Pt  screened (Actual)</a:t>
              </a:r>
              <a:endParaRPr lang="zh-CN" altLang="en-US" sz="800"/>
            </a:p>
          </p:txBody>
        </p:sp>
        <p:cxnSp>
          <p:nvCxnSpPr>
            <p:cNvPr id="46" name="直接连接符 45">
              <a:extLst>
                <a:ext uri="{FF2B5EF4-FFF2-40B4-BE49-F238E27FC236}">
                  <a16:creationId xmlns:a16="http://schemas.microsoft.com/office/drawing/2014/main" id="{53A0A8ED-D31E-20A1-85C9-38945459097C}"/>
                </a:ext>
              </a:extLst>
            </p:cNvPr>
            <p:cNvCxnSpPr>
              <a:cxnSpLocks/>
            </p:cNvCxnSpPr>
            <p:nvPr/>
          </p:nvCxnSpPr>
          <p:spPr bwMode="gray">
            <a:xfrm>
              <a:off x="1964231" y="6333891"/>
              <a:ext cx="388444" cy="0"/>
            </a:xfrm>
            <a:prstGeom prst="line">
              <a:avLst/>
            </a:prstGeom>
            <a:ln w="15875">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30D9C28-F138-813C-C44E-8E9B285A2391}"/>
                </a:ext>
              </a:extLst>
            </p:cNvPr>
            <p:cNvCxnSpPr>
              <a:cxnSpLocks/>
            </p:cNvCxnSpPr>
            <p:nvPr/>
          </p:nvCxnSpPr>
          <p:spPr bwMode="gray">
            <a:xfrm>
              <a:off x="1964231" y="6552916"/>
              <a:ext cx="388444" cy="0"/>
            </a:xfrm>
            <a:prstGeom prst="line">
              <a:avLst/>
            </a:prstGeom>
            <a:ln w="158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955E01F-41FE-6F2C-BE6A-A558488A9AED}"/>
                </a:ext>
              </a:extLst>
            </p:cNvPr>
            <p:cNvCxnSpPr>
              <a:cxnSpLocks/>
            </p:cNvCxnSpPr>
            <p:nvPr/>
          </p:nvCxnSpPr>
          <p:spPr bwMode="gray">
            <a:xfrm>
              <a:off x="4422560" y="6333891"/>
              <a:ext cx="388444" cy="0"/>
            </a:xfrm>
            <a:prstGeom prst="line">
              <a:avLst/>
            </a:prstGeom>
            <a:ln w="15875">
              <a:solidFill>
                <a:srgbClr val="264478"/>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929F6E-FD93-2860-D0CA-118FF0612D1F}"/>
                </a:ext>
              </a:extLst>
            </p:cNvPr>
            <p:cNvCxnSpPr>
              <a:cxnSpLocks/>
            </p:cNvCxnSpPr>
            <p:nvPr/>
          </p:nvCxnSpPr>
          <p:spPr bwMode="gray">
            <a:xfrm>
              <a:off x="4422560" y="6552916"/>
              <a:ext cx="388444" cy="0"/>
            </a:xfrm>
            <a:prstGeom prst="line">
              <a:avLst/>
            </a:prstGeom>
            <a:ln w="15875">
              <a:solidFill>
                <a:srgbClr val="ED7D31"/>
              </a:solidFill>
              <a:prstDash val="dash"/>
            </a:ln>
          </p:spPr>
          <p:style>
            <a:lnRef idx="1">
              <a:schemeClr val="accent1"/>
            </a:lnRef>
            <a:fillRef idx="0">
              <a:schemeClr val="accent1"/>
            </a:fillRef>
            <a:effectRef idx="0">
              <a:schemeClr val="accent1"/>
            </a:effectRef>
            <a:fontRef idx="minor">
              <a:schemeClr val="tx1"/>
            </a:fontRef>
          </p:style>
        </p:cxnSp>
      </p:grpSp>
      <p:sp>
        <p:nvSpPr>
          <p:cNvPr id="51" name="TextBox 19">
            <a:extLst>
              <a:ext uri="{FF2B5EF4-FFF2-40B4-BE49-F238E27FC236}">
                <a16:creationId xmlns:a16="http://schemas.microsoft.com/office/drawing/2014/main" id="{4AA1D99A-746E-94A2-0334-11E3429E293D}"/>
              </a:ext>
            </a:extLst>
          </p:cNvPr>
          <p:cNvSpPr txBox="1"/>
          <p:nvPr/>
        </p:nvSpPr>
        <p:spPr>
          <a:xfrm>
            <a:off x="6454816" y="5761813"/>
            <a:ext cx="5040000" cy="553998"/>
          </a:xfrm>
          <a:prstGeom prst="rect">
            <a:avLst/>
          </a:prstGeom>
          <a:solidFill>
            <a:schemeClr val="accent4">
              <a:lumMod val="20000"/>
              <a:lumOff val="80000"/>
            </a:schemeClr>
          </a:solidFill>
        </p:spPr>
        <p:txBody>
          <a:bodyPr wrap="square" lIns="0" tIns="0" rIns="0" bIns="0" rtlCol="0" anchor="t">
            <a:spAutoFit/>
          </a:bodyPr>
          <a:lstStyle/>
          <a:p>
            <a:r>
              <a:rPr lang="en-US" sz="1200" b="1">
                <a:latin typeface="Calibri"/>
                <a:cs typeface="Calibri"/>
              </a:rPr>
              <a:t>Updates:</a:t>
            </a:r>
          </a:p>
          <a:p>
            <a:pPr marL="171450" indent="-171450">
              <a:buFont typeface="Arial" panose="020B0604020202020204" pitchFamily="34" charset="0"/>
              <a:buChar char="•"/>
            </a:pPr>
            <a:r>
              <a:rPr lang="en-US" sz="1200">
                <a:solidFill>
                  <a:srgbClr val="0E584B"/>
                </a:solidFill>
                <a:latin typeface="Calibri"/>
                <a:cs typeface="Calibri"/>
              </a:rPr>
              <a:t>Global may finish the recruitment earlier than expected.</a:t>
            </a:r>
          </a:p>
          <a:p>
            <a:pPr marL="171450" indent="-171450">
              <a:buFont typeface="Arial" panose="020B0604020202020204" pitchFamily="34" charset="0"/>
              <a:buChar char="•"/>
            </a:pPr>
            <a:r>
              <a:rPr lang="en-US" sz="1200">
                <a:solidFill>
                  <a:srgbClr val="0E584B"/>
                </a:solidFill>
                <a:latin typeface="Calibri"/>
                <a:cs typeface="Calibri"/>
              </a:rPr>
              <a:t>Recruitment on track for China.</a:t>
            </a:r>
          </a:p>
        </p:txBody>
      </p:sp>
    </p:spTree>
    <p:extLst>
      <p:ext uri="{BB962C8B-B14F-4D97-AF65-F5344CB8AC3E}">
        <p14:creationId xmlns:p14="http://schemas.microsoft.com/office/powerpoint/2010/main" val="27457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Chart 1">
            <a:extLst>
              <a:ext uri="{FF2B5EF4-FFF2-40B4-BE49-F238E27FC236}">
                <a16:creationId xmlns:a16="http://schemas.microsoft.com/office/drawing/2014/main" id="{64DC8543-5202-46C5-9285-F838CE019034}"/>
              </a:ext>
            </a:extLst>
          </p:cNvPr>
          <p:cNvGraphicFramePr>
            <a:graphicFrameLocks/>
          </p:cNvGraphicFramePr>
          <p:nvPr/>
        </p:nvGraphicFramePr>
        <p:xfrm>
          <a:off x="182985" y="1678762"/>
          <a:ext cx="6156846" cy="40192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1" name="Chart 4">
            <a:extLst>
              <a:ext uri="{FF2B5EF4-FFF2-40B4-BE49-F238E27FC236}">
                <a16:creationId xmlns:a16="http://schemas.microsoft.com/office/drawing/2014/main" id="{7E6640A4-E097-772D-0870-66416C616CF6}"/>
              </a:ext>
            </a:extLst>
          </p:cNvPr>
          <p:cNvGraphicFramePr>
            <a:graphicFrameLocks/>
          </p:cNvGraphicFramePr>
          <p:nvPr/>
        </p:nvGraphicFramePr>
        <p:xfrm>
          <a:off x="6414604" y="1936173"/>
          <a:ext cx="5594411" cy="3807262"/>
        </p:xfrm>
        <a:graphic>
          <a:graphicData uri="http://schemas.openxmlformats.org/drawingml/2006/chart">
            <c:chart xmlns:c="http://schemas.openxmlformats.org/drawingml/2006/chart" xmlns:r="http://schemas.openxmlformats.org/officeDocument/2006/relationships" r:id="rId3"/>
          </a:graphicData>
        </a:graphic>
      </p:graphicFrame>
      <p:sp>
        <p:nvSpPr>
          <p:cNvPr id="3" name="页脚占位符 2">
            <a:extLst>
              <a:ext uri="{FF2B5EF4-FFF2-40B4-BE49-F238E27FC236}">
                <a16:creationId xmlns:a16="http://schemas.microsoft.com/office/drawing/2014/main" id="{3F863043-2E63-658C-3A72-029AEE981CB1}"/>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2D2D02DD-8238-D7F2-30C2-29CA4C2703E0}"/>
              </a:ext>
            </a:extLst>
          </p:cNvPr>
          <p:cNvSpPr>
            <a:spLocks noGrp="1"/>
          </p:cNvSpPr>
          <p:nvPr>
            <p:ph type="sldNum" sz="quarter" idx="11"/>
          </p:nvPr>
        </p:nvSpPr>
        <p:spPr/>
        <p:txBody>
          <a:bodyPr/>
          <a:lstStyle/>
          <a:p>
            <a:fld id="{8FF9B0DE-3FEB-4AA0-B465-B80EF7C1333D}" type="slidenum">
              <a:rPr lang="en-US" smtClean="0"/>
              <a:pPr/>
              <a:t>11</a:t>
            </a:fld>
            <a:endParaRPr lang="en-US"/>
          </a:p>
        </p:txBody>
      </p:sp>
      <p:sp>
        <p:nvSpPr>
          <p:cNvPr id="5" name="Title 1">
            <a:extLst>
              <a:ext uri="{FF2B5EF4-FFF2-40B4-BE49-F238E27FC236}">
                <a16:creationId xmlns:a16="http://schemas.microsoft.com/office/drawing/2014/main" id="{F90B5DB9-BDA1-2357-4143-8B38EB53A16B}"/>
              </a:ext>
            </a:extLst>
          </p:cNvPr>
          <p:cNvSpPr txBox="1">
            <a:spLocks/>
          </p:cNvSpPr>
          <p:nvPr/>
        </p:nvSpPr>
        <p:spPr>
          <a:xfrm>
            <a:off x="479424" y="477000"/>
            <a:ext cx="11233151" cy="325004"/>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000">
                <a:solidFill>
                  <a:schemeClr val="accent1">
                    <a:lumMod val="90000"/>
                    <a:lumOff val="10000"/>
                  </a:schemeClr>
                </a:solidFill>
                <a:cs typeface="Calibri" panose="020F0502020204030204" pitchFamily="34" charset="0"/>
              </a:rPr>
              <a:t>SYNCHRONIZE Program Global &amp;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altLang="zh-CN" sz="1400">
                <a:solidFill>
                  <a:schemeClr val="accent1">
                    <a:lumMod val="90000"/>
                    <a:lumOff val="10000"/>
                  </a:schemeClr>
                </a:solidFill>
                <a:cs typeface="Calibri" panose="020F0502020204030204" pitchFamily="34" charset="0"/>
              </a:rPr>
              <a:t>(</a:t>
            </a:r>
            <a:r>
              <a:rPr lang="en-US" altLang="zh-CN" sz="1400">
                <a:solidFill>
                  <a:srgbClr val="FFC000"/>
                </a:solidFill>
                <a:cs typeface="Calibri" panose="020F0502020204030204" pitchFamily="34" charset="0"/>
              </a:rPr>
              <a:t>cut-off</a:t>
            </a:r>
            <a:r>
              <a:rPr lang="zh-CN" altLang="en-US" sz="1400">
                <a:solidFill>
                  <a:srgbClr val="FFC000"/>
                </a:solidFill>
                <a:cs typeface="Calibri" panose="020F0502020204030204" pitchFamily="34" charset="0"/>
              </a:rPr>
              <a:t> </a:t>
            </a:r>
            <a:r>
              <a:rPr lang="en-US" altLang="zh-CN" sz="1400">
                <a:solidFill>
                  <a:srgbClr val="FFC000"/>
                </a:solidFill>
                <a:cs typeface="Calibri" panose="020F0502020204030204" pitchFamily="34" charset="0"/>
              </a:rPr>
              <a:t>date: 22-Apr-2024</a:t>
            </a:r>
            <a:r>
              <a:rPr lang="en-US" altLang="zh-CN" sz="1400">
                <a:solidFill>
                  <a:schemeClr val="accent1">
                    <a:lumMod val="90000"/>
                    <a:lumOff val="10000"/>
                  </a:schemeClr>
                </a:solidFill>
                <a:cs typeface="Calibri" panose="020F0502020204030204" pitchFamily="34" charset="0"/>
              </a:rPr>
              <a:t>)</a:t>
            </a:r>
            <a:endParaRPr lang="en-US" sz="2000">
              <a:solidFill>
                <a:schemeClr val="accent1">
                  <a:lumMod val="90000"/>
                  <a:lumOff val="10000"/>
                </a:schemeClr>
              </a:solidFill>
              <a:cs typeface="Calibri" panose="020F0502020204030204" pitchFamily="34" charset="0"/>
            </a:endParaRPr>
          </a:p>
        </p:txBody>
      </p:sp>
      <p:sp>
        <p:nvSpPr>
          <p:cNvPr id="9" name="TextBox 18">
            <a:extLst>
              <a:ext uri="{FF2B5EF4-FFF2-40B4-BE49-F238E27FC236}">
                <a16:creationId xmlns:a16="http://schemas.microsoft.com/office/drawing/2014/main" id="{1D4D5B05-2AAD-400C-2BF0-130FDF0BF58A}"/>
              </a:ext>
            </a:extLst>
          </p:cNvPr>
          <p:cNvSpPr txBox="1"/>
          <p:nvPr/>
        </p:nvSpPr>
        <p:spPr bwMode="gray">
          <a:xfrm>
            <a:off x="4711314" y="995911"/>
            <a:ext cx="2769370" cy="707886"/>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8312A"/>
                </a:solidFill>
                <a:effectLst/>
                <a:uLnTx/>
                <a:uFillTx/>
                <a:latin typeface="Boehringer Forward Text"/>
                <a:ea typeface="+mn-ea"/>
                <a:cs typeface="+mn-cs"/>
              </a:rPr>
              <a:t>SYNCHRONIZE</a:t>
            </a:r>
            <a:r>
              <a:rPr kumimoji="0" lang="en-US" sz="1600" b="1" i="0" u="none" strike="noStrike" kern="1200" cap="none" spc="0" normalizeH="0" baseline="30000" noProof="0">
                <a:ln>
                  <a:noFill/>
                </a:ln>
                <a:solidFill>
                  <a:srgbClr val="08312A"/>
                </a:solidFill>
                <a:effectLst/>
                <a:uLnTx/>
                <a:uFillTx/>
                <a:latin typeface="Boehringer Forward Text"/>
                <a:ea typeface="+mn-ea"/>
                <a:cs typeface="+mn-cs"/>
              </a:rPr>
              <a:t>TM </a:t>
            </a:r>
            <a:r>
              <a:rPr kumimoji="0" lang="en-GB" sz="1600" b="1" i="0"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a:t>
            </a:r>
            <a:r>
              <a:rPr kumimoji="0" lang="en-GB" sz="1600" b="1" i="0"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CVOT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Obesity with CVD, CKD or </a:t>
            </a:r>
            <a:b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br>
            <a: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other risk factors for CVD</a:t>
            </a:r>
            <a:endPar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endParaRPr>
          </a:p>
        </p:txBody>
      </p:sp>
      <p:grpSp>
        <p:nvGrpSpPr>
          <p:cNvPr id="23" name="组合 22">
            <a:extLst>
              <a:ext uri="{FF2B5EF4-FFF2-40B4-BE49-F238E27FC236}">
                <a16:creationId xmlns:a16="http://schemas.microsoft.com/office/drawing/2014/main" id="{66C3571C-BA6E-C6EE-8948-FD77EDE65F1C}"/>
              </a:ext>
            </a:extLst>
          </p:cNvPr>
          <p:cNvGrpSpPr/>
          <p:nvPr/>
        </p:nvGrpSpPr>
        <p:grpSpPr>
          <a:xfrm>
            <a:off x="654528" y="1664818"/>
            <a:ext cx="4079073" cy="388379"/>
            <a:chOff x="16028" y="1669021"/>
            <a:chExt cx="4079073" cy="388379"/>
          </a:xfrm>
        </p:grpSpPr>
        <p:sp>
          <p:nvSpPr>
            <p:cNvPr id="6" name="TextBox 18">
              <a:extLst>
                <a:ext uri="{FF2B5EF4-FFF2-40B4-BE49-F238E27FC236}">
                  <a16:creationId xmlns:a16="http://schemas.microsoft.com/office/drawing/2014/main" id="{06DC7E43-BD7A-3632-C526-5877F0ADC6E8}"/>
                </a:ext>
              </a:extLst>
            </p:cNvPr>
            <p:cNvSpPr txBox="1"/>
            <p:nvPr/>
          </p:nvSpPr>
          <p:spPr bwMode="gray">
            <a:xfrm>
              <a:off x="1325731" y="1748019"/>
              <a:ext cx="2769370"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3588;  R:</a:t>
              </a:r>
              <a:r>
                <a:rPr lang="en-GB" sz="1200" b="1" i="1">
                  <a:solidFill>
                    <a:srgbClr val="FF0000"/>
                  </a:solidFill>
                  <a:latin typeface="Boehringer Forward Text"/>
                  <a:ea typeface="Times New Roman" panose="02020603050405020304" pitchFamily="18" charset="0"/>
                </a:rPr>
                <a:t>1974</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/4935;  SF: 25%</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10" name="组合 9">
              <a:extLst>
                <a:ext uri="{FF2B5EF4-FFF2-40B4-BE49-F238E27FC236}">
                  <a16:creationId xmlns:a16="http://schemas.microsoft.com/office/drawing/2014/main" id="{DB55E91A-4E30-06D3-F089-6B103D159B3F}"/>
                </a:ext>
              </a:extLst>
            </p:cNvPr>
            <p:cNvGrpSpPr/>
            <p:nvPr/>
          </p:nvGrpSpPr>
          <p:grpSpPr>
            <a:xfrm>
              <a:off x="16028" y="1669021"/>
              <a:ext cx="1013461" cy="388379"/>
              <a:chOff x="16026" y="1475391"/>
              <a:chExt cx="1078255" cy="447229"/>
            </a:xfrm>
          </p:grpSpPr>
          <p:sp>
            <p:nvSpPr>
              <p:cNvPr id="11" name="Freeform: Shape 147">
                <a:extLst>
                  <a:ext uri="{FF2B5EF4-FFF2-40B4-BE49-F238E27FC236}">
                    <a16:creationId xmlns:a16="http://schemas.microsoft.com/office/drawing/2014/main" id="{8606BC98-B37C-8FCA-DD04-77BEC448612B}"/>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0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12" name="Oval 4">
                <a:extLst>
                  <a:ext uri="{FF2B5EF4-FFF2-40B4-BE49-F238E27FC236}">
                    <a16:creationId xmlns:a16="http://schemas.microsoft.com/office/drawing/2014/main" id="{DBFA51A0-4FD7-E440-5D49-AAC0745C4668}"/>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3" name="Rectangle: Rounded Corners 116">
                <a:extLst>
                  <a:ext uri="{FF2B5EF4-FFF2-40B4-BE49-F238E27FC236}">
                    <a16:creationId xmlns:a16="http://schemas.microsoft.com/office/drawing/2014/main" id="{240FA31A-CFA8-1635-CEB4-066EAE9BE0D0}"/>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14" name="Picture 6" descr="Image result for world circle png">
                <a:extLst>
                  <a:ext uri="{FF2B5EF4-FFF2-40B4-BE49-F238E27FC236}">
                    <a16:creationId xmlns:a16="http://schemas.microsoft.com/office/drawing/2014/main" id="{A200F454-2F39-81CC-5904-CF2CB748BEF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2" name="组合 21">
            <a:extLst>
              <a:ext uri="{FF2B5EF4-FFF2-40B4-BE49-F238E27FC236}">
                <a16:creationId xmlns:a16="http://schemas.microsoft.com/office/drawing/2014/main" id="{28120674-2219-61AF-3529-5A34CEB0CA9C}"/>
              </a:ext>
            </a:extLst>
          </p:cNvPr>
          <p:cNvGrpSpPr/>
          <p:nvPr/>
        </p:nvGrpSpPr>
        <p:grpSpPr>
          <a:xfrm>
            <a:off x="7670726" y="1664819"/>
            <a:ext cx="3753866" cy="388377"/>
            <a:chOff x="30194" y="2162061"/>
            <a:chExt cx="3753866" cy="388377"/>
          </a:xfrm>
        </p:grpSpPr>
        <p:grpSp>
          <p:nvGrpSpPr>
            <p:cNvPr id="15" name="组合 14">
              <a:extLst>
                <a:ext uri="{FF2B5EF4-FFF2-40B4-BE49-F238E27FC236}">
                  <a16:creationId xmlns:a16="http://schemas.microsoft.com/office/drawing/2014/main" id="{CC798BB6-AAE1-C4F2-4098-D83CD9713EB1}"/>
                </a:ext>
              </a:extLst>
            </p:cNvPr>
            <p:cNvGrpSpPr/>
            <p:nvPr/>
          </p:nvGrpSpPr>
          <p:grpSpPr>
            <a:xfrm>
              <a:off x="30194" y="2162061"/>
              <a:ext cx="999295" cy="388377"/>
              <a:chOff x="0" y="3230959"/>
              <a:chExt cx="1078256" cy="447229"/>
            </a:xfrm>
          </p:grpSpPr>
          <p:grpSp>
            <p:nvGrpSpPr>
              <p:cNvPr id="16" name="Group 14">
                <a:extLst>
                  <a:ext uri="{FF2B5EF4-FFF2-40B4-BE49-F238E27FC236}">
                    <a16:creationId xmlns:a16="http://schemas.microsoft.com/office/drawing/2014/main" id="{51CBE9BD-7C7B-6FBA-C52C-F9782631EA65}"/>
                  </a:ext>
                </a:extLst>
              </p:cNvPr>
              <p:cNvGrpSpPr/>
              <p:nvPr/>
            </p:nvGrpSpPr>
            <p:grpSpPr>
              <a:xfrm>
                <a:off x="0" y="3230959"/>
                <a:ext cx="1078256" cy="447229"/>
                <a:chOff x="0" y="2654487"/>
                <a:chExt cx="808692" cy="335422"/>
              </a:xfrm>
            </p:grpSpPr>
            <p:sp>
              <p:nvSpPr>
                <p:cNvPr id="18" name="Freeform: Shape 152">
                  <a:extLst>
                    <a:ext uri="{FF2B5EF4-FFF2-40B4-BE49-F238E27FC236}">
                      <a16:creationId xmlns:a16="http://schemas.microsoft.com/office/drawing/2014/main" id="{FC4DADE5-318E-D2D1-C914-00C30BAD0625}"/>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9" name="Oval 134">
                  <a:extLst>
                    <a:ext uri="{FF2B5EF4-FFF2-40B4-BE49-F238E27FC236}">
                      <a16:creationId xmlns:a16="http://schemas.microsoft.com/office/drawing/2014/main" id="{477256B6-DDDE-9439-6672-C7F84C97D58F}"/>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20" name="Rectangle: Rounded Corners 116">
                  <a:extLst>
                    <a:ext uri="{FF2B5EF4-FFF2-40B4-BE49-F238E27FC236}">
                      <a16:creationId xmlns:a16="http://schemas.microsoft.com/office/drawing/2014/main" id="{C5F47E0F-B8E1-3895-854C-2F5E88CF5E75}"/>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7" name="Picture 2" descr="Image result for China flag circle png">
                <a:extLst>
                  <a:ext uri="{FF2B5EF4-FFF2-40B4-BE49-F238E27FC236}">
                    <a16:creationId xmlns:a16="http://schemas.microsoft.com/office/drawing/2014/main" id="{C6E7226A-B6F1-BE0D-2E26-F2D4AAEF1D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TextBox 18">
              <a:extLst>
                <a:ext uri="{FF2B5EF4-FFF2-40B4-BE49-F238E27FC236}">
                  <a16:creationId xmlns:a16="http://schemas.microsoft.com/office/drawing/2014/main" id="{6835981F-22B6-3BCA-1A80-4CC651F99C71}"/>
                </a:ext>
              </a:extLst>
            </p:cNvPr>
            <p:cNvSpPr txBox="1"/>
            <p:nvPr/>
          </p:nvSpPr>
          <p:spPr bwMode="gray">
            <a:xfrm>
              <a:off x="1325731" y="221774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93;  R:</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47</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/160;  SF: 12.9%</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sp>
        <p:nvSpPr>
          <p:cNvPr id="32" name="文本框 1">
            <a:extLst>
              <a:ext uri="{FF2B5EF4-FFF2-40B4-BE49-F238E27FC236}">
                <a16:creationId xmlns:a16="http://schemas.microsoft.com/office/drawing/2014/main" id="{027E9DBE-F5D4-E27D-2AAA-2FCE36C0D955}"/>
              </a:ext>
            </a:extLst>
          </p:cNvPr>
          <p:cNvSpPr txBox="1"/>
          <p:nvPr/>
        </p:nvSpPr>
        <p:spPr bwMode="gray">
          <a:xfrm>
            <a:off x="2413350" y="3688399"/>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3588</a:t>
            </a:r>
            <a:endParaRPr lang="zh-CN" altLang="en-US" sz="1000" b="1">
              <a:solidFill>
                <a:srgbClr val="70AD47"/>
              </a:solidFill>
            </a:endParaRPr>
          </a:p>
        </p:txBody>
      </p:sp>
      <p:sp>
        <p:nvSpPr>
          <p:cNvPr id="33" name="文本框 1">
            <a:extLst>
              <a:ext uri="{FF2B5EF4-FFF2-40B4-BE49-F238E27FC236}">
                <a16:creationId xmlns:a16="http://schemas.microsoft.com/office/drawing/2014/main" id="{0B6E6254-E9DC-0400-FA53-89F5C2CC29F0}"/>
              </a:ext>
            </a:extLst>
          </p:cNvPr>
          <p:cNvSpPr txBox="1"/>
          <p:nvPr/>
        </p:nvSpPr>
        <p:spPr bwMode="gray">
          <a:xfrm>
            <a:off x="2413351" y="4322260"/>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1974</a:t>
            </a:r>
            <a:endParaRPr lang="zh-CN" altLang="en-US" sz="1000" b="1">
              <a:solidFill>
                <a:srgbClr val="4472C4"/>
              </a:solidFill>
            </a:endParaRPr>
          </a:p>
        </p:txBody>
      </p:sp>
      <p:sp>
        <p:nvSpPr>
          <p:cNvPr id="34" name="文本框 1">
            <a:extLst>
              <a:ext uri="{FF2B5EF4-FFF2-40B4-BE49-F238E27FC236}">
                <a16:creationId xmlns:a16="http://schemas.microsoft.com/office/drawing/2014/main" id="{DCE11C82-125A-AE51-C5BD-4E140E41BD64}"/>
              </a:ext>
            </a:extLst>
          </p:cNvPr>
          <p:cNvSpPr txBox="1"/>
          <p:nvPr/>
        </p:nvSpPr>
        <p:spPr bwMode="gray">
          <a:xfrm>
            <a:off x="5797814" y="2426477"/>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6909</a:t>
            </a:r>
            <a:endParaRPr lang="zh-CN" altLang="en-US" sz="1000" b="1">
              <a:solidFill>
                <a:srgbClr val="264478"/>
              </a:solidFill>
            </a:endParaRPr>
          </a:p>
        </p:txBody>
      </p:sp>
      <p:sp>
        <p:nvSpPr>
          <p:cNvPr id="35" name="文本框 1">
            <a:extLst>
              <a:ext uri="{FF2B5EF4-FFF2-40B4-BE49-F238E27FC236}">
                <a16:creationId xmlns:a16="http://schemas.microsoft.com/office/drawing/2014/main" id="{ED60681E-33EA-E6A7-2842-F4DC20D567E7}"/>
              </a:ext>
            </a:extLst>
          </p:cNvPr>
          <p:cNvSpPr txBox="1"/>
          <p:nvPr/>
        </p:nvSpPr>
        <p:spPr bwMode="gray">
          <a:xfrm>
            <a:off x="5882482" y="3111500"/>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4935</a:t>
            </a:r>
            <a:endParaRPr lang="zh-CN" altLang="en-US" sz="1000" b="1">
              <a:solidFill>
                <a:srgbClr val="ED7D31"/>
              </a:solidFill>
            </a:endParaRPr>
          </a:p>
        </p:txBody>
      </p:sp>
      <p:sp>
        <p:nvSpPr>
          <p:cNvPr id="37" name="文本框 1">
            <a:extLst>
              <a:ext uri="{FF2B5EF4-FFF2-40B4-BE49-F238E27FC236}">
                <a16:creationId xmlns:a16="http://schemas.microsoft.com/office/drawing/2014/main" id="{A9172C17-0A36-A2DA-656B-9EE137641929}"/>
              </a:ext>
            </a:extLst>
          </p:cNvPr>
          <p:cNvSpPr txBox="1"/>
          <p:nvPr/>
        </p:nvSpPr>
        <p:spPr bwMode="gray">
          <a:xfrm>
            <a:off x="8085205" y="3839804"/>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93</a:t>
            </a:r>
            <a:endParaRPr lang="zh-CN" altLang="en-US" sz="1000" b="1">
              <a:solidFill>
                <a:srgbClr val="70AD47"/>
              </a:solidFill>
            </a:endParaRPr>
          </a:p>
        </p:txBody>
      </p:sp>
      <p:sp>
        <p:nvSpPr>
          <p:cNvPr id="38" name="文本框 1">
            <a:extLst>
              <a:ext uri="{FF2B5EF4-FFF2-40B4-BE49-F238E27FC236}">
                <a16:creationId xmlns:a16="http://schemas.microsoft.com/office/drawing/2014/main" id="{23451E12-8E8B-62C2-CCDF-F866B1521A06}"/>
              </a:ext>
            </a:extLst>
          </p:cNvPr>
          <p:cNvSpPr txBox="1"/>
          <p:nvPr/>
        </p:nvSpPr>
        <p:spPr bwMode="gray">
          <a:xfrm>
            <a:off x="8085205" y="442097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47</a:t>
            </a:r>
            <a:endParaRPr lang="zh-CN" altLang="en-US" sz="1000" b="1">
              <a:solidFill>
                <a:srgbClr val="4472C4"/>
              </a:solidFill>
            </a:endParaRPr>
          </a:p>
        </p:txBody>
      </p:sp>
      <p:sp>
        <p:nvSpPr>
          <p:cNvPr id="39" name="文本框 1">
            <a:extLst>
              <a:ext uri="{FF2B5EF4-FFF2-40B4-BE49-F238E27FC236}">
                <a16:creationId xmlns:a16="http://schemas.microsoft.com/office/drawing/2014/main" id="{17C70E02-6B44-4985-5293-83E327382B52}"/>
              </a:ext>
            </a:extLst>
          </p:cNvPr>
          <p:cNvSpPr txBox="1"/>
          <p:nvPr/>
        </p:nvSpPr>
        <p:spPr bwMode="gray">
          <a:xfrm>
            <a:off x="11352584" y="2731730"/>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200</a:t>
            </a:r>
            <a:endParaRPr lang="zh-CN" altLang="en-US" sz="1000" b="1">
              <a:solidFill>
                <a:srgbClr val="264478"/>
              </a:solidFill>
            </a:endParaRPr>
          </a:p>
        </p:txBody>
      </p:sp>
      <p:sp>
        <p:nvSpPr>
          <p:cNvPr id="40" name="文本框 1">
            <a:extLst>
              <a:ext uri="{FF2B5EF4-FFF2-40B4-BE49-F238E27FC236}">
                <a16:creationId xmlns:a16="http://schemas.microsoft.com/office/drawing/2014/main" id="{B6CA9D39-B433-29C6-4055-253B6E2F1D9D}"/>
              </a:ext>
            </a:extLst>
          </p:cNvPr>
          <p:cNvSpPr txBox="1"/>
          <p:nvPr/>
        </p:nvSpPr>
        <p:spPr bwMode="gray">
          <a:xfrm>
            <a:off x="11568592" y="312963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160</a:t>
            </a:r>
            <a:endParaRPr lang="zh-CN" altLang="en-US" sz="1000" b="1">
              <a:solidFill>
                <a:srgbClr val="ED7D31"/>
              </a:solidFill>
            </a:endParaRPr>
          </a:p>
        </p:txBody>
      </p:sp>
      <p:grpSp>
        <p:nvGrpSpPr>
          <p:cNvPr id="43" name="组合 42">
            <a:extLst>
              <a:ext uri="{FF2B5EF4-FFF2-40B4-BE49-F238E27FC236}">
                <a16:creationId xmlns:a16="http://schemas.microsoft.com/office/drawing/2014/main" id="{82E481BD-1712-1119-7B2A-F317CF4F8F4D}"/>
              </a:ext>
            </a:extLst>
          </p:cNvPr>
          <p:cNvGrpSpPr/>
          <p:nvPr/>
        </p:nvGrpSpPr>
        <p:grpSpPr>
          <a:xfrm>
            <a:off x="1871149" y="6157819"/>
            <a:ext cx="5040561" cy="377017"/>
            <a:chOff x="1964231" y="6245053"/>
            <a:chExt cx="5991369" cy="377017"/>
          </a:xfrm>
        </p:grpSpPr>
        <p:sp>
          <p:nvSpPr>
            <p:cNvPr id="44" name="文本框 43">
              <a:extLst>
                <a:ext uri="{FF2B5EF4-FFF2-40B4-BE49-F238E27FC236}">
                  <a16:creationId xmlns:a16="http://schemas.microsoft.com/office/drawing/2014/main" id="{703BEBA2-B729-83C3-4A3D-DE76DD0552E3}"/>
                </a:ext>
              </a:extLst>
            </p:cNvPr>
            <p:cNvSpPr txBox="1"/>
            <p:nvPr/>
          </p:nvSpPr>
          <p:spPr bwMode="gray">
            <a:xfrm>
              <a:off x="4866834"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(Planned)</a:t>
              </a:r>
              <a:endParaRPr lang="zh-CN" altLang="en-US" sz="800"/>
            </a:p>
          </p:txBody>
        </p:sp>
        <p:sp>
          <p:nvSpPr>
            <p:cNvPr id="45" name="文本框 44">
              <a:extLst>
                <a:ext uri="{FF2B5EF4-FFF2-40B4-BE49-F238E27FC236}">
                  <a16:creationId xmlns:a16="http://schemas.microsoft.com/office/drawing/2014/main" id="{202792AD-8EBB-64A0-BB9F-D3E5C5DA4597}"/>
                </a:ext>
              </a:extLst>
            </p:cNvPr>
            <p:cNvSpPr txBox="1"/>
            <p:nvPr/>
          </p:nvSpPr>
          <p:spPr bwMode="gray">
            <a:xfrm>
              <a:off x="2483359"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(Actual)</a:t>
              </a:r>
              <a:endParaRPr lang="zh-CN" altLang="en-US" sz="800"/>
            </a:p>
          </p:txBody>
        </p:sp>
        <p:sp>
          <p:nvSpPr>
            <p:cNvPr id="46" name="文本框 45">
              <a:extLst>
                <a:ext uri="{FF2B5EF4-FFF2-40B4-BE49-F238E27FC236}">
                  <a16:creationId xmlns:a16="http://schemas.microsoft.com/office/drawing/2014/main" id="{22DA00D1-CE03-BEFA-998A-AF9BD24BF1AA}"/>
                </a:ext>
              </a:extLst>
            </p:cNvPr>
            <p:cNvSpPr txBox="1"/>
            <p:nvPr/>
          </p:nvSpPr>
          <p:spPr bwMode="gray">
            <a:xfrm>
              <a:off x="4866834" y="6245053"/>
              <a:ext cx="3088766" cy="157992"/>
            </a:xfrm>
            <a:prstGeom prst="rect">
              <a:avLst/>
            </a:prstGeom>
            <a:noFill/>
          </p:spPr>
          <p:txBody>
            <a:bodyPr wrap="square" lIns="0" tIns="0" rIns="0" bIns="0" rtlCol="0">
              <a:spAutoFit/>
            </a:bodyPr>
            <a:lstStyle/>
            <a:p>
              <a:pPr algn="l">
                <a:lnSpc>
                  <a:spcPct val="140000"/>
                </a:lnSpc>
              </a:pPr>
              <a:r>
                <a:rPr lang="en-US" altLang="zh-CN" sz="800"/>
                <a:t>Pt screened (Planned)</a:t>
              </a:r>
              <a:endParaRPr lang="zh-CN" altLang="en-US" sz="800"/>
            </a:p>
          </p:txBody>
        </p:sp>
        <p:sp>
          <p:nvSpPr>
            <p:cNvPr id="47" name="文本框 46">
              <a:extLst>
                <a:ext uri="{FF2B5EF4-FFF2-40B4-BE49-F238E27FC236}">
                  <a16:creationId xmlns:a16="http://schemas.microsoft.com/office/drawing/2014/main" id="{2074A0D8-0F83-50EB-D8C2-EC6BD518C70C}"/>
                </a:ext>
              </a:extLst>
            </p:cNvPr>
            <p:cNvSpPr txBox="1"/>
            <p:nvPr/>
          </p:nvSpPr>
          <p:spPr bwMode="gray">
            <a:xfrm>
              <a:off x="2483359" y="6245053"/>
              <a:ext cx="3088766" cy="157992"/>
            </a:xfrm>
            <a:prstGeom prst="rect">
              <a:avLst/>
            </a:prstGeom>
            <a:noFill/>
          </p:spPr>
          <p:txBody>
            <a:bodyPr wrap="square" lIns="0" tIns="0" rIns="0" bIns="0" rtlCol="0">
              <a:spAutoFit/>
            </a:bodyPr>
            <a:lstStyle/>
            <a:p>
              <a:pPr algn="l">
                <a:lnSpc>
                  <a:spcPct val="140000"/>
                </a:lnSpc>
              </a:pPr>
              <a:r>
                <a:rPr lang="en-US" altLang="zh-CN" sz="800"/>
                <a:t>Pt  screened (Actual)</a:t>
              </a:r>
              <a:endParaRPr lang="zh-CN" altLang="en-US" sz="800"/>
            </a:p>
          </p:txBody>
        </p:sp>
        <p:cxnSp>
          <p:nvCxnSpPr>
            <p:cNvPr id="48" name="直接连接符 47">
              <a:extLst>
                <a:ext uri="{FF2B5EF4-FFF2-40B4-BE49-F238E27FC236}">
                  <a16:creationId xmlns:a16="http://schemas.microsoft.com/office/drawing/2014/main" id="{504997AA-25AE-BE51-B504-8D205B41CA34}"/>
                </a:ext>
              </a:extLst>
            </p:cNvPr>
            <p:cNvCxnSpPr>
              <a:cxnSpLocks/>
            </p:cNvCxnSpPr>
            <p:nvPr/>
          </p:nvCxnSpPr>
          <p:spPr bwMode="gray">
            <a:xfrm>
              <a:off x="1964231" y="6333891"/>
              <a:ext cx="388444" cy="0"/>
            </a:xfrm>
            <a:prstGeom prst="line">
              <a:avLst/>
            </a:prstGeom>
            <a:ln w="15875">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A825C8D-4163-21BC-285B-07096A88D9C2}"/>
                </a:ext>
              </a:extLst>
            </p:cNvPr>
            <p:cNvCxnSpPr>
              <a:cxnSpLocks/>
            </p:cNvCxnSpPr>
            <p:nvPr/>
          </p:nvCxnSpPr>
          <p:spPr bwMode="gray">
            <a:xfrm>
              <a:off x="1964231" y="6552916"/>
              <a:ext cx="388444" cy="0"/>
            </a:xfrm>
            <a:prstGeom prst="line">
              <a:avLst/>
            </a:prstGeom>
            <a:ln w="158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FACA6F0-E6CE-4B1E-C07B-531AE914DD40}"/>
                </a:ext>
              </a:extLst>
            </p:cNvPr>
            <p:cNvCxnSpPr>
              <a:cxnSpLocks/>
            </p:cNvCxnSpPr>
            <p:nvPr/>
          </p:nvCxnSpPr>
          <p:spPr bwMode="gray">
            <a:xfrm>
              <a:off x="4422560" y="6333891"/>
              <a:ext cx="388444" cy="0"/>
            </a:xfrm>
            <a:prstGeom prst="line">
              <a:avLst/>
            </a:prstGeom>
            <a:ln w="15875">
              <a:solidFill>
                <a:srgbClr val="264478"/>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D7260992-2EFE-048D-B559-316AFE60247C}"/>
                </a:ext>
              </a:extLst>
            </p:cNvPr>
            <p:cNvCxnSpPr>
              <a:cxnSpLocks/>
            </p:cNvCxnSpPr>
            <p:nvPr/>
          </p:nvCxnSpPr>
          <p:spPr bwMode="gray">
            <a:xfrm>
              <a:off x="4422560" y="6552916"/>
              <a:ext cx="388444" cy="0"/>
            </a:xfrm>
            <a:prstGeom prst="line">
              <a:avLst/>
            </a:prstGeom>
            <a:ln w="15875">
              <a:solidFill>
                <a:srgbClr val="ED7D31"/>
              </a:solidFill>
              <a:prstDash val="dash"/>
            </a:ln>
          </p:spPr>
          <p:style>
            <a:lnRef idx="1">
              <a:schemeClr val="accent1"/>
            </a:lnRef>
            <a:fillRef idx="0">
              <a:schemeClr val="accent1"/>
            </a:fillRef>
            <a:effectRef idx="0">
              <a:schemeClr val="accent1"/>
            </a:effectRef>
            <a:fontRef idx="minor">
              <a:schemeClr val="tx1"/>
            </a:fontRef>
          </p:style>
        </p:cxnSp>
      </p:grpSp>
      <p:sp>
        <p:nvSpPr>
          <p:cNvPr id="52" name="TextBox 19">
            <a:extLst>
              <a:ext uri="{FF2B5EF4-FFF2-40B4-BE49-F238E27FC236}">
                <a16:creationId xmlns:a16="http://schemas.microsoft.com/office/drawing/2014/main" id="{2AA52061-FB88-2135-4AAA-C42A5977BCC0}"/>
              </a:ext>
            </a:extLst>
          </p:cNvPr>
          <p:cNvSpPr txBox="1"/>
          <p:nvPr/>
        </p:nvSpPr>
        <p:spPr>
          <a:xfrm>
            <a:off x="6209685" y="5631055"/>
            <a:ext cx="5654784" cy="738664"/>
          </a:xfrm>
          <a:prstGeom prst="rect">
            <a:avLst/>
          </a:prstGeom>
          <a:solidFill>
            <a:schemeClr val="accent4">
              <a:lumMod val="20000"/>
              <a:lumOff val="80000"/>
            </a:schemeClr>
          </a:solidFill>
        </p:spPr>
        <p:txBody>
          <a:bodyPr wrap="square" lIns="0" tIns="0" rIns="0" bIns="0" rtlCol="0" anchor="t">
            <a:spAutoFit/>
          </a:bodyPr>
          <a:lstStyle/>
          <a:p>
            <a:r>
              <a:rPr lang="en-US" sz="1200" b="1">
                <a:latin typeface="Calibri"/>
                <a:cs typeface="Calibri"/>
              </a:rPr>
              <a:t>Updates:</a:t>
            </a:r>
          </a:p>
          <a:p>
            <a:pPr marL="171450" indent="-171450">
              <a:buFont typeface="Arial" panose="020B0604020202020204" pitchFamily="34" charset="0"/>
              <a:buChar char="•"/>
            </a:pPr>
            <a:r>
              <a:rPr lang="en-US" sz="1200">
                <a:solidFill>
                  <a:srgbClr val="0E584B"/>
                </a:solidFill>
                <a:latin typeface="Calibri"/>
                <a:cs typeface="Calibri"/>
              </a:rPr>
              <a:t>Global recruitment may be finished earlier than expected; next wave will focus on  patient with established CVD/CKD.</a:t>
            </a:r>
          </a:p>
          <a:p>
            <a:pPr marL="171450" indent="-171450">
              <a:buFont typeface="Arial" panose="020B0604020202020204" pitchFamily="34" charset="0"/>
              <a:buChar char="•"/>
            </a:pPr>
            <a:r>
              <a:rPr lang="en-US" sz="1200">
                <a:solidFill>
                  <a:srgbClr val="0E584B"/>
                </a:solidFill>
                <a:latin typeface="Calibri"/>
                <a:cs typeface="Calibri"/>
              </a:rPr>
              <a:t>Local cross-functional collaboration was implemented for recruitment acceleration</a:t>
            </a:r>
          </a:p>
        </p:txBody>
      </p:sp>
    </p:spTree>
    <p:extLst>
      <p:ext uri="{BB962C8B-B14F-4D97-AF65-F5344CB8AC3E}">
        <p14:creationId xmlns:p14="http://schemas.microsoft.com/office/powerpoint/2010/main" val="2436181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3F863043-2E63-658C-3A72-029AEE981CB1}"/>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2D2D02DD-8238-D7F2-30C2-29CA4C2703E0}"/>
              </a:ext>
            </a:extLst>
          </p:cNvPr>
          <p:cNvSpPr>
            <a:spLocks noGrp="1"/>
          </p:cNvSpPr>
          <p:nvPr>
            <p:ph type="sldNum" sz="quarter" idx="11"/>
          </p:nvPr>
        </p:nvSpPr>
        <p:spPr/>
        <p:txBody>
          <a:bodyPr/>
          <a:lstStyle/>
          <a:p>
            <a:fld id="{8FF9B0DE-3FEB-4AA0-B465-B80EF7C1333D}" type="slidenum">
              <a:rPr lang="en-US" smtClean="0"/>
              <a:pPr/>
              <a:t>12</a:t>
            </a:fld>
            <a:endParaRPr lang="en-US"/>
          </a:p>
        </p:txBody>
      </p:sp>
      <p:sp>
        <p:nvSpPr>
          <p:cNvPr id="5" name="Title 1">
            <a:extLst>
              <a:ext uri="{FF2B5EF4-FFF2-40B4-BE49-F238E27FC236}">
                <a16:creationId xmlns:a16="http://schemas.microsoft.com/office/drawing/2014/main" id="{F90B5DB9-BDA1-2357-4143-8B38EB53A16B}"/>
              </a:ext>
            </a:extLst>
          </p:cNvPr>
          <p:cNvSpPr txBox="1">
            <a:spLocks/>
          </p:cNvSpPr>
          <p:nvPr/>
        </p:nvSpPr>
        <p:spPr>
          <a:xfrm>
            <a:off x="479424" y="477000"/>
            <a:ext cx="11233151" cy="325004"/>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000">
                <a:solidFill>
                  <a:schemeClr val="accent1">
                    <a:lumMod val="90000"/>
                    <a:lumOff val="10000"/>
                  </a:schemeClr>
                </a:solidFill>
                <a:cs typeface="Calibri" panose="020F0502020204030204" pitchFamily="34" charset="0"/>
              </a:rPr>
              <a:t>SYNCHRONIZE Program HK &amp; TW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altLang="zh-CN" sz="1400">
                <a:solidFill>
                  <a:schemeClr val="accent1">
                    <a:lumMod val="90000"/>
                    <a:lumOff val="10000"/>
                  </a:schemeClr>
                </a:solidFill>
                <a:cs typeface="Calibri" panose="020F0502020204030204" pitchFamily="34" charset="0"/>
              </a:rPr>
              <a:t>(</a:t>
            </a:r>
            <a:r>
              <a:rPr lang="en-US" altLang="zh-CN" sz="1400">
                <a:solidFill>
                  <a:srgbClr val="FFC000"/>
                </a:solidFill>
                <a:cs typeface="Calibri" panose="020F0502020204030204" pitchFamily="34" charset="0"/>
              </a:rPr>
              <a:t>cut-off</a:t>
            </a:r>
            <a:r>
              <a:rPr lang="zh-CN" altLang="en-US" sz="1400">
                <a:solidFill>
                  <a:srgbClr val="FFC000"/>
                </a:solidFill>
                <a:cs typeface="Calibri" panose="020F0502020204030204" pitchFamily="34" charset="0"/>
              </a:rPr>
              <a:t> </a:t>
            </a:r>
            <a:r>
              <a:rPr lang="en-US" altLang="zh-CN" sz="1400">
                <a:solidFill>
                  <a:srgbClr val="FFC000"/>
                </a:solidFill>
                <a:cs typeface="Calibri" panose="020F0502020204030204" pitchFamily="34" charset="0"/>
              </a:rPr>
              <a:t>date: 22-Apr-2024</a:t>
            </a:r>
            <a:r>
              <a:rPr lang="en-US" altLang="zh-CN" sz="1400">
                <a:solidFill>
                  <a:schemeClr val="accent1">
                    <a:lumMod val="90000"/>
                    <a:lumOff val="10000"/>
                  </a:schemeClr>
                </a:solidFill>
                <a:cs typeface="Calibri" panose="020F0502020204030204" pitchFamily="34" charset="0"/>
              </a:rPr>
              <a:t>)</a:t>
            </a:r>
            <a:endParaRPr lang="en-US" sz="2000">
              <a:solidFill>
                <a:schemeClr val="accent1">
                  <a:lumMod val="90000"/>
                  <a:lumOff val="10000"/>
                </a:schemeClr>
              </a:solidFill>
              <a:cs typeface="Calibri" panose="020F0502020204030204" pitchFamily="34" charset="0"/>
            </a:endParaRPr>
          </a:p>
        </p:txBody>
      </p:sp>
      <p:sp>
        <p:nvSpPr>
          <p:cNvPr id="9" name="TextBox 18">
            <a:extLst>
              <a:ext uri="{FF2B5EF4-FFF2-40B4-BE49-F238E27FC236}">
                <a16:creationId xmlns:a16="http://schemas.microsoft.com/office/drawing/2014/main" id="{1D4D5B05-2AAD-400C-2BF0-130FDF0BF58A}"/>
              </a:ext>
            </a:extLst>
          </p:cNvPr>
          <p:cNvSpPr txBox="1"/>
          <p:nvPr/>
        </p:nvSpPr>
        <p:spPr bwMode="gray">
          <a:xfrm>
            <a:off x="4711314" y="995911"/>
            <a:ext cx="2769370" cy="707886"/>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8312A"/>
                </a:solidFill>
                <a:effectLst/>
                <a:uLnTx/>
                <a:uFillTx/>
                <a:latin typeface="Boehringer Forward Text"/>
                <a:ea typeface="+mn-ea"/>
                <a:cs typeface="+mn-cs"/>
              </a:rPr>
              <a:t>SYNCHRONIZE</a:t>
            </a:r>
            <a:r>
              <a:rPr kumimoji="0" lang="en-US" sz="1600" b="1" i="0" u="none" strike="noStrike" kern="1200" cap="none" spc="0" normalizeH="0" baseline="30000" noProof="0">
                <a:ln>
                  <a:noFill/>
                </a:ln>
                <a:solidFill>
                  <a:srgbClr val="08312A"/>
                </a:solidFill>
                <a:effectLst/>
                <a:uLnTx/>
                <a:uFillTx/>
                <a:latin typeface="Boehringer Forward Text"/>
                <a:ea typeface="+mn-ea"/>
                <a:cs typeface="+mn-cs"/>
              </a:rPr>
              <a:t>TM </a:t>
            </a:r>
            <a:r>
              <a:rPr kumimoji="0" lang="en-GB" sz="1600" b="1" i="0"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a:t>
            </a:r>
            <a:r>
              <a:rPr kumimoji="0" lang="en-GB" sz="1600" b="1" i="0"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CVOT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Obesity with CVD, CKD or </a:t>
            </a:r>
            <a:b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br>
            <a:r>
              <a:rPr kumimoji="0" lang="en-US"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other risk factors for CVD</a:t>
            </a:r>
            <a:endPar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endParaRPr>
          </a:p>
        </p:txBody>
      </p:sp>
      <p:graphicFrame>
        <p:nvGraphicFramePr>
          <p:cNvPr id="34" name="图表 33">
            <a:extLst>
              <a:ext uri="{FF2B5EF4-FFF2-40B4-BE49-F238E27FC236}">
                <a16:creationId xmlns:a16="http://schemas.microsoft.com/office/drawing/2014/main" id="{B33ADFC8-1761-A70E-66E4-C58283E8250D}"/>
              </a:ext>
            </a:extLst>
          </p:cNvPr>
          <p:cNvGraphicFramePr>
            <a:graphicFrameLocks/>
          </p:cNvGraphicFramePr>
          <p:nvPr/>
        </p:nvGraphicFramePr>
        <p:xfrm>
          <a:off x="479424" y="1746337"/>
          <a:ext cx="5832600" cy="3912968"/>
        </p:xfrm>
        <a:graphic>
          <a:graphicData uri="http://schemas.openxmlformats.org/drawingml/2006/chart">
            <c:chart xmlns:c="http://schemas.openxmlformats.org/drawingml/2006/chart" xmlns:r="http://schemas.openxmlformats.org/officeDocument/2006/relationships" r:id="rId2"/>
          </a:graphicData>
        </a:graphic>
      </p:graphicFrame>
      <p:sp>
        <p:nvSpPr>
          <p:cNvPr id="35" name="文本框 1">
            <a:extLst>
              <a:ext uri="{FF2B5EF4-FFF2-40B4-BE49-F238E27FC236}">
                <a16:creationId xmlns:a16="http://schemas.microsoft.com/office/drawing/2014/main" id="{62981B83-9356-4B27-FC60-B0EC723B5120}"/>
              </a:ext>
            </a:extLst>
          </p:cNvPr>
          <p:cNvSpPr txBox="1"/>
          <p:nvPr/>
        </p:nvSpPr>
        <p:spPr bwMode="gray">
          <a:xfrm>
            <a:off x="1704809" y="441190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5</a:t>
            </a:r>
            <a:endParaRPr lang="zh-CN" altLang="en-US" sz="1000" b="1">
              <a:solidFill>
                <a:srgbClr val="70AD47"/>
              </a:solidFill>
            </a:endParaRPr>
          </a:p>
        </p:txBody>
      </p:sp>
      <p:sp>
        <p:nvSpPr>
          <p:cNvPr id="36" name="文本框 1">
            <a:extLst>
              <a:ext uri="{FF2B5EF4-FFF2-40B4-BE49-F238E27FC236}">
                <a16:creationId xmlns:a16="http://schemas.microsoft.com/office/drawing/2014/main" id="{EB7DCC4D-8522-CF64-C712-D5EE57E532DF}"/>
              </a:ext>
            </a:extLst>
          </p:cNvPr>
          <p:cNvSpPr txBox="1"/>
          <p:nvPr/>
        </p:nvSpPr>
        <p:spPr bwMode="gray">
          <a:xfrm>
            <a:off x="1704809" y="4729645"/>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3</a:t>
            </a:r>
            <a:endParaRPr lang="zh-CN" altLang="en-US" sz="1000" b="1">
              <a:solidFill>
                <a:srgbClr val="4472C4"/>
              </a:solidFill>
            </a:endParaRPr>
          </a:p>
        </p:txBody>
      </p:sp>
      <p:sp>
        <p:nvSpPr>
          <p:cNvPr id="37" name="文本框 1">
            <a:extLst>
              <a:ext uri="{FF2B5EF4-FFF2-40B4-BE49-F238E27FC236}">
                <a16:creationId xmlns:a16="http://schemas.microsoft.com/office/drawing/2014/main" id="{14998F2D-83E2-EB30-A81D-C7AD5DEE8848}"/>
              </a:ext>
            </a:extLst>
          </p:cNvPr>
          <p:cNvSpPr txBox="1"/>
          <p:nvPr/>
        </p:nvSpPr>
        <p:spPr bwMode="gray">
          <a:xfrm>
            <a:off x="4864942" y="2346245"/>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27</a:t>
            </a:r>
            <a:endParaRPr lang="zh-CN" altLang="en-US" sz="1000" b="1">
              <a:solidFill>
                <a:srgbClr val="264478"/>
              </a:solidFill>
            </a:endParaRPr>
          </a:p>
        </p:txBody>
      </p:sp>
      <p:sp>
        <p:nvSpPr>
          <p:cNvPr id="38" name="文本框 1">
            <a:extLst>
              <a:ext uri="{FF2B5EF4-FFF2-40B4-BE49-F238E27FC236}">
                <a16:creationId xmlns:a16="http://schemas.microsoft.com/office/drawing/2014/main" id="{43905D27-06B6-9742-E139-E3A8BCC47D11}"/>
              </a:ext>
            </a:extLst>
          </p:cNvPr>
          <p:cNvSpPr txBox="1"/>
          <p:nvPr/>
        </p:nvSpPr>
        <p:spPr bwMode="gray">
          <a:xfrm>
            <a:off x="4864941" y="3044866"/>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20</a:t>
            </a:r>
            <a:endParaRPr lang="zh-CN" altLang="en-US" sz="1000" b="1">
              <a:solidFill>
                <a:srgbClr val="ED7D31"/>
              </a:solidFill>
            </a:endParaRPr>
          </a:p>
        </p:txBody>
      </p:sp>
      <p:sp>
        <p:nvSpPr>
          <p:cNvPr id="39" name="TextBox 18">
            <a:extLst>
              <a:ext uri="{FF2B5EF4-FFF2-40B4-BE49-F238E27FC236}">
                <a16:creationId xmlns:a16="http://schemas.microsoft.com/office/drawing/2014/main" id="{1648F3B4-1F42-6FE6-DC82-C575A1C90399}"/>
              </a:ext>
            </a:extLst>
          </p:cNvPr>
          <p:cNvSpPr txBox="1"/>
          <p:nvPr/>
        </p:nvSpPr>
        <p:spPr bwMode="gray">
          <a:xfrm>
            <a:off x="6979026" y="1693038"/>
            <a:ext cx="4183282"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Taiwan           </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9;  R:</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5</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SF: 1</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40" name="组合 39">
            <a:extLst>
              <a:ext uri="{FF2B5EF4-FFF2-40B4-BE49-F238E27FC236}">
                <a16:creationId xmlns:a16="http://schemas.microsoft.com/office/drawing/2014/main" id="{703A14CB-F3A1-08AD-2F65-4DB7EEB9B2E2}"/>
              </a:ext>
            </a:extLst>
          </p:cNvPr>
          <p:cNvGrpSpPr/>
          <p:nvPr/>
        </p:nvGrpSpPr>
        <p:grpSpPr>
          <a:xfrm>
            <a:off x="1871149" y="6157819"/>
            <a:ext cx="5040561" cy="377017"/>
            <a:chOff x="1964231" y="6245053"/>
            <a:chExt cx="5991369" cy="377017"/>
          </a:xfrm>
        </p:grpSpPr>
        <p:sp>
          <p:nvSpPr>
            <p:cNvPr id="41" name="文本框 40">
              <a:extLst>
                <a:ext uri="{FF2B5EF4-FFF2-40B4-BE49-F238E27FC236}">
                  <a16:creationId xmlns:a16="http://schemas.microsoft.com/office/drawing/2014/main" id="{41A51063-6DB8-3DF9-41EA-9E934BF04B99}"/>
                </a:ext>
              </a:extLst>
            </p:cNvPr>
            <p:cNvSpPr txBox="1"/>
            <p:nvPr/>
          </p:nvSpPr>
          <p:spPr bwMode="gray">
            <a:xfrm>
              <a:off x="4866834"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(Planned)</a:t>
              </a:r>
              <a:endParaRPr lang="zh-CN" altLang="en-US" sz="800"/>
            </a:p>
          </p:txBody>
        </p:sp>
        <p:sp>
          <p:nvSpPr>
            <p:cNvPr id="42" name="文本框 41">
              <a:extLst>
                <a:ext uri="{FF2B5EF4-FFF2-40B4-BE49-F238E27FC236}">
                  <a16:creationId xmlns:a16="http://schemas.microsoft.com/office/drawing/2014/main" id="{D888ECB9-4546-DAA5-2916-A2C7F77C2B2F}"/>
                </a:ext>
              </a:extLst>
            </p:cNvPr>
            <p:cNvSpPr txBox="1"/>
            <p:nvPr/>
          </p:nvSpPr>
          <p:spPr bwMode="gray">
            <a:xfrm>
              <a:off x="2483359" y="6464078"/>
              <a:ext cx="3088766" cy="157992"/>
            </a:xfrm>
            <a:prstGeom prst="rect">
              <a:avLst/>
            </a:prstGeom>
            <a:noFill/>
          </p:spPr>
          <p:txBody>
            <a:bodyPr wrap="square" lIns="0" tIns="0" rIns="0" bIns="0" rtlCol="0">
              <a:spAutoFit/>
            </a:bodyPr>
            <a:lstStyle/>
            <a:p>
              <a:pPr algn="l">
                <a:lnSpc>
                  <a:spcPct val="140000"/>
                </a:lnSpc>
              </a:pPr>
              <a:r>
                <a:rPr lang="en-US" altLang="zh-CN" sz="800"/>
                <a:t>Pt enrolled/randomized (Actual)</a:t>
              </a:r>
              <a:endParaRPr lang="zh-CN" altLang="en-US" sz="800"/>
            </a:p>
          </p:txBody>
        </p:sp>
        <p:sp>
          <p:nvSpPr>
            <p:cNvPr id="43" name="文本框 42">
              <a:extLst>
                <a:ext uri="{FF2B5EF4-FFF2-40B4-BE49-F238E27FC236}">
                  <a16:creationId xmlns:a16="http://schemas.microsoft.com/office/drawing/2014/main" id="{5756C552-7E48-1FEB-AFC7-86A479288344}"/>
                </a:ext>
              </a:extLst>
            </p:cNvPr>
            <p:cNvSpPr txBox="1"/>
            <p:nvPr/>
          </p:nvSpPr>
          <p:spPr bwMode="gray">
            <a:xfrm>
              <a:off x="4866834" y="6245053"/>
              <a:ext cx="3088766" cy="157992"/>
            </a:xfrm>
            <a:prstGeom prst="rect">
              <a:avLst/>
            </a:prstGeom>
            <a:noFill/>
          </p:spPr>
          <p:txBody>
            <a:bodyPr wrap="square" lIns="0" tIns="0" rIns="0" bIns="0" rtlCol="0">
              <a:spAutoFit/>
            </a:bodyPr>
            <a:lstStyle/>
            <a:p>
              <a:pPr algn="l">
                <a:lnSpc>
                  <a:spcPct val="140000"/>
                </a:lnSpc>
              </a:pPr>
              <a:r>
                <a:rPr lang="en-US" altLang="zh-CN" sz="800"/>
                <a:t>Pt screened (Planned)</a:t>
              </a:r>
              <a:endParaRPr lang="zh-CN" altLang="en-US" sz="800"/>
            </a:p>
          </p:txBody>
        </p:sp>
        <p:sp>
          <p:nvSpPr>
            <p:cNvPr id="44" name="文本框 43">
              <a:extLst>
                <a:ext uri="{FF2B5EF4-FFF2-40B4-BE49-F238E27FC236}">
                  <a16:creationId xmlns:a16="http://schemas.microsoft.com/office/drawing/2014/main" id="{BDB31440-C84E-DFC4-9C2D-0B89E697AB08}"/>
                </a:ext>
              </a:extLst>
            </p:cNvPr>
            <p:cNvSpPr txBox="1"/>
            <p:nvPr/>
          </p:nvSpPr>
          <p:spPr bwMode="gray">
            <a:xfrm>
              <a:off x="2483359" y="6245053"/>
              <a:ext cx="3088766" cy="157992"/>
            </a:xfrm>
            <a:prstGeom prst="rect">
              <a:avLst/>
            </a:prstGeom>
            <a:noFill/>
          </p:spPr>
          <p:txBody>
            <a:bodyPr wrap="square" lIns="0" tIns="0" rIns="0" bIns="0" rtlCol="0">
              <a:spAutoFit/>
            </a:bodyPr>
            <a:lstStyle/>
            <a:p>
              <a:pPr algn="l">
                <a:lnSpc>
                  <a:spcPct val="140000"/>
                </a:lnSpc>
              </a:pPr>
              <a:r>
                <a:rPr lang="en-US" altLang="zh-CN" sz="800"/>
                <a:t>Pt  screened (Actual)</a:t>
              </a:r>
              <a:endParaRPr lang="zh-CN" altLang="en-US" sz="800"/>
            </a:p>
          </p:txBody>
        </p:sp>
        <p:cxnSp>
          <p:nvCxnSpPr>
            <p:cNvPr id="45" name="直接连接符 44">
              <a:extLst>
                <a:ext uri="{FF2B5EF4-FFF2-40B4-BE49-F238E27FC236}">
                  <a16:creationId xmlns:a16="http://schemas.microsoft.com/office/drawing/2014/main" id="{31668A91-A8A9-D5AF-0727-E93A50088EDA}"/>
                </a:ext>
              </a:extLst>
            </p:cNvPr>
            <p:cNvCxnSpPr>
              <a:cxnSpLocks/>
            </p:cNvCxnSpPr>
            <p:nvPr/>
          </p:nvCxnSpPr>
          <p:spPr bwMode="gray">
            <a:xfrm>
              <a:off x="1964231" y="6333891"/>
              <a:ext cx="388444" cy="0"/>
            </a:xfrm>
            <a:prstGeom prst="line">
              <a:avLst/>
            </a:prstGeom>
            <a:ln w="15875">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318227B-E42C-C8C1-86B3-B6766AE709CD}"/>
                </a:ext>
              </a:extLst>
            </p:cNvPr>
            <p:cNvCxnSpPr>
              <a:cxnSpLocks/>
            </p:cNvCxnSpPr>
            <p:nvPr/>
          </p:nvCxnSpPr>
          <p:spPr bwMode="gray">
            <a:xfrm>
              <a:off x="1964231" y="6552916"/>
              <a:ext cx="388444" cy="0"/>
            </a:xfrm>
            <a:prstGeom prst="line">
              <a:avLst/>
            </a:prstGeom>
            <a:ln w="158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D605FAB-3639-A3EA-D2D4-3893BF03C233}"/>
                </a:ext>
              </a:extLst>
            </p:cNvPr>
            <p:cNvCxnSpPr>
              <a:cxnSpLocks/>
            </p:cNvCxnSpPr>
            <p:nvPr/>
          </p:nvCxnSpPr>
          <p:spPr bwMode="gray">
            <a:xfrm>
              <a:off x="4422560" y="6333891"/>
              <a:ext cx="388444" cy="0"/>
            </a:xfrm>
            <a:prstGeom prst="line">
              <a:avLst/>
            </a:prstGeom>
            <a:ln w="15875">
              <a:solidFill>
                <a:srgbClr val="264478"/>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B0A9466-1778-420A-4320-A31CACFB5B27}"/>
                </a:ext>
              </a:extLst>
            </p:cNvPr>
            <p:cNvCxnSpPr>
              <a:cxnSpLocks/>
            </p:cNvCxnSpPr>
            <p:nvPr/>
          </p:nvCxnSpPr>
          <p:spPr bwMode="gray">
            <a:xfrm>
              <a:off x="4422560" y="6552916"/>
              <a:ext cx="388444" cy="0"/>
            </a:xfrm>
            <a:prstGeom prst="line">
              <a:avLst/>
            </a:prstGeom>
            <a:ln w="15875">
              <a:solidFill>
                <a:srgbClr val="ED7D31"/>
              </a:solidFill>
              <a:prstDash val="dash"/>
            </a:ln>
          </p:spPr>
          <p:style>
            <a:lnRef idx="1">
              <a:schemeClr val="accent1"/>
            </a:lnRef>
            <a:fillRef idx="0">
              <a:schemeClr val="accent1"/>
            </a:fillRef>
            <a:effectRef idx="0">
              <a:schemeClr val="accent1"/>
            </a:effectRef>
            <a:fontRef idx="minor">
              <a:schemeClr val="tx1"/>
            </a:fontRef>
          </p:style>
        </p:cxnSp>
      </p:grpSp>
      <p:sp>
        <p:nvSpPr>
          <p:cNvPr id="50" name="TextBox 19">
            <a:extLst>
              <a:ext uri="{FF2B5EF4-FFF2-40B4-BE49-F238E27FC236}">
                <a16:creationId xmlns:a16="http://schemas.microsoft.com/office/drawing/2014/main" id="{BD0D0F46-50A0-7038-FCEF-308A53B45461}"/>
              </a:ext>
            </a:extLst>
          </p:cNvPr>
          <p:cNvSpPr txBox="1"/>
          <p:nvPr/>
        </p:nvSpPr>
        <p:spPr>
          <a:xfrm>
            <a:off x="6312024" y="5692659"/>
            <a:ext cx="5654784" cy="1107996"/>
          </a:xfrm>
          <a:prstGeom prst="rect">
            <a:avLst/>
          </a:prstGeom>
          <a:solidFill>
            <a:schemeClr val="accent4">
              <a:lumMod val="20000"/>
              <a:lumOff val="80000"/>
            </a:schemeClr>
          </a:solidFill>
        </p:spPr>
        <p:txBody>
          <a:bodyPr wrap="square" lIns="0" tIns="0" rIns="0" bIns="0" rtlCol="0" anchor="t">
            <a:spAutoFit/>
          </a:bodyPr>
          <a:lstStyle/>
          <a:p>
            <a:r>
              <a:rPr lang="en-US" sz="1200" b="1">
                <a:latin typeface="Calibri"/>
                <a:cs typeface="Calibri"/>
              </a:rPr>
              <a:t>Updates:</a:t>
            </a:r>
          </a:p>
          <a:p>
            <a:pPr marL="171450" indent="-171450">
              <a:buFont typeface="Arial" panose="020B0604020202020204" pitchFamily="34" charset="0"/>
              <a:buChar char="•"/>
            </a:pPr>
            <a:r>
              <a:rPr lang="en-US" sz="1200" b="1">
                <a:solidFill>
                  <a:srgbClr val="0E584B"/>
                </a:solidFill>
                <a:latin typeface="Calibri"/>
                <a:cs typeface="Calibri"/>
              </a:rPr>
              <a:t>TW: </a:t>
            </a:r>
            <a:r>
              <a:rPr lang="en-US" sz="1200">
                <a:solidFill>
                  <a:srgbClr val="0E584B"/>
                </a:solidFill>
                <a:latin typeface="Calibri"/>
                <a:cs typeface="Calibri"/>
              </a:rPr>
              <a:t>4 sites added sub-I from Dept. of Cardiology for boosting recruitment of established CVD/CKD patients; </a:t>
            </a:r>
          </a:p>
          <a:p>
            <a:pPr marL="171450" indent="-171450">
              <a:buFont typeface="Arial" panose="020B0604020202020204" pitchFamily="34" charset="0"/>
              <a:buChar char="•"/>
            </a:pPr>
            <a:r>
              <a:rPr lang="en-US" sz="1200" b="1">
                <a:solidFill>
                  <a:srgbClr val="0E584B"/>
                </a:solidFill>
                <a:latin typeface="Calibri"/>
                <a:cs typeface="Calibri"/>
              </a:rPr>
              <a:t>HK: </a:t>
            </a:r>
            <a:r>
              <a:rPr lang="en-US" sz="1200" err="1">
                <a:solidFill>
                  <a:srgbClr val="0E584B"/>
                </a:solidFill>
                <a:latin typeface="Calibri"/>
                <a:cs typeface="Calibri"/>
              </a:rPr>
              <a:t>Sema</a:t>
            </a:r>
            <a:r>
              <a:rPr lang="en-US" sz="1200">
                <a:solidFill>
                  <a:srgbClr val="0E584B"/>
                </a:solidFill>
                <a:latin typeface="Calibri"/>
                <a:cs typeface="Calibri"/>
              </a:rPr>
              <a:t> was added into the list of SoC drugs for Pts BMI&gt;27 with CVD in the end of 2023 (meaning chance to use </a:t>
            </a:r>
            <a:r>
              <a:rPr lang="en-US" sz="1200" err="1">
                <a:solidFill>
                  <a:srgbClr val="0E584B"/>
                </a:solidFill>
                <a:latin typeface="Calibri"/>
                <a:cs typeface="Calibri"/>
              </a:rPr>
              <a:t>Sema</a:t>
            </a:r>
            <a:r>
              <a:rPr lang="en-US" sz="1200">
                <a:solidFill>
                  <a:srgbClr val="0E584B"/>
                </a:solidFill>
                <a:latin typeface="Calibri"/>
                <a:cs typeface="Calibri"/>
              </a:rPr>
              <a:t> for free); limited candidates left; extra retention token applied; potential extra PI engagement planned.</a:t>
            </a:r>
          </a:p>
        </p:txBody>
      </p:sp>
      <p:graphicFrame>
        <p:nvGraphicFramePr>
          <p:cNvPr id="51" name="Chart 6">
            <a:extLst>
              <a:ext uri="{FF2B5EF4-FFF2-40B4-BE49-F238E27FC236}">
                <a16:creationId xmlns:a16="http://schemas.microsoft.com/office/drawing/2014/main" id="{73207099-613B-4188-B37D-91BA5B30A0AB}"/>
              </a:ext>
            </a:extLst>
          </p:cNvPr>
          <p:cNvGraphicFramePr>
            <a:graphicFrameLocks/>
          </p:cNvGraphicFramePr>
          <p:nvPr/>
        </p:nvGraphicFramePr>
        <p:xfrm>
          <a:off x="6312024" y="1981248"/>
          <a:ext cx="5517287" cy="3699400"/>
        </p:xfrm>
        <a:graphic>
          <a:graphicData uri="http://schemas.openxmlformats.org/drawingml/2006/chart">
            <c:chart xmlns:c="http://schemas.openxmlformats.org/drawingml/2006/chart" xmlns:r="http://schemas.openxmlformats.org/officeDocument/2006/relationships" r:id="rId3"/>
          </a:graphicData>
        </a:graphic>
      </p:graphicFrame>
      <p:sp>
        <p:nvSpPr>
          <p:cNvPr id="52" name="文本框 1">
            <a:extLst>
              <a:ext uri="{FF2B5EF4-FFF2-40B4-BE49-F238E27FC236}">
                <a16:creationId xmlns:a16="http://schemas.microsoft.com/office/drawing/2014/main" id="{BCED9DB3-CB09-F4C5-4150-FA0D605A5240}"/>
              </a:ext>
            </a:extLst>
          </p:cNvPr>
          <p:cNvSpPr txBox="1"/>
          <p:nvPr/>
        </p:nvSpPr>
        <p:spPr bwMode="gray">
          <a:xfrm>
            <a:off x="7372837" y="4590517"/>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70AD47"/>
                </a:solidFill>
              </a:rPr>
              <a:t>9</a:t>
            </a:r>
            <a:endParaRPr lang="zh-CN" altLang="en-US" sz="1000" b="1">
              <a:solidFill>
                <a:srgbClr val="70AD47"/>
              </a:solidFill>
            </a:endParaRPr>
          </a:p>
        </p:txBody>
      </p:sp>
      <p:sp>
        <p:nvSpPr>
          <p:cNvPr id="53" name="文本框 1">
            <a:extLst>
              <a:ext uri="{FF2B5EF4-FFF2-40B4-BE49-F238E27FC236}">
                <a16:creationId xmlns:a16="http://schemas.microsoft.com/office/drawing/2014/main" id="{87A60CC3-E085-C9C1-AAD0-3F868E688905}"/>
              </a:ext>
            </a:extLst>
          </p:cNvPr>
          <p:cNvSpPr txBox="1"/>
          <p:nvPr/>
        </p:nvSpPr>
        <p:spPr bwMode="gray">
          <a:xfrm>
            <a:off x="7480684" y="4927071"/>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4472C4"/>
                </a:solidFill>
              </a:rPr>
              <a:t>5</a:t>
            </a:r>
            <a:endParaRPr lang="zh-CN" altLang="en-US" sz="1000" b="1">
              <a:solidFill>
                <a:srgbClr val="4472C4"/>
              </a:solidFill>
            </a:endParaRPr>
          </a:p>
        </p:txBody>
      </p:sp>
      <p:sp>
        <p:nvSpPr>
          <p:cNvPr id="54" name="文本框 1">
            <a:extLst>
              <a:ext uri="{FF2B5EF4-FFF2-40B4-BE49-F238E27FC236}">
                <a16:creationId xmlns:a16="http://schemas.microsoft.com/office/drawing/2014/main" id="{28B4437C-8B0F-84E6-7BE9-36760E17B64D}"/>
              </a:ext>
            </a:extLst>
          </p:cNvPr>
          <p:cNvSpPr txBox="1"/>
          <p:nvPr/>
        </p:nvSpPr>
        <p:spPr bwMode="gray">
          <a:xfrm>
            <a:off x="11436812" y="2148775"/>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264478"/>
                </a:solidFill>
              </a:rPr>
              <a:t>75</a:t>
            </a:r>
            <a:endParaRPr lang="zh-CN" altLang="en-US" sz="1000" b="1">
              <a:solidFill>
                <a:srgbClr val="264478"/>
              </a:solidFill>
            </a:endParaRPr>
          </a:p>
        </p:txBody>
      </p:sp>
      <p:sp>
        <p:nvSpPr>
          <p:cNvPr id="55" name="文本框 1">
            <a:extLst>
              <a:ext uri="{FF2B5EF4-FFF2-40B4-BE49-F238E27FC236}">
                <a16:creationId xmlns:a16="http://schemas.microsoft.com/office/drawing/2014/main" id="{0D7BB03D-A303-D5A3-C3D7-337872F0F111}"/>
              </a:ext>
            </a:extLst>
          </p:cNvPr>
          <p:cNvSpPr txBox="1"/>
          <p:nvPr/>
        </p:nvSpPr>
        <p:spPr bwMode="gray">
          <a:xfrm>
            <a:off x="11478201" y="2946153"/>
            <a:ext cx="386269" cy="197426"/>
          </a:xfrm>
          <a:prstGeom prst="rect">
            <a:avLst/>
          </a:prstGeom>
          <a:noFill/>
        </p:spPr>
        <p:txBody>
          <a:bodyPr wrap="square" lIns="0" tIns="0" rIns="0" bIns="0" rtlCol="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140000"/>
              </a:lnSpc>
            </a:pPr>
            <a:r>
              <a:rPr lang="en-US" altLang="zh-CN" sz="1000" b="1">
                <a:solidFill>
                  <a:srgbClr val="ED7D31"/>
                </a:solidFill>
              </a:rPr>
              <a:t>56</a:t>
            </a:r>
            <a:endParaRPr lang="zh-CN" altLang="en-US" sz="1000" b="1">
              <a:solidFill>
                <a:srgbClr val="ED7D31"/>
              </a:solidFill>
            </a:endParaRPr>
          </a:p>
        </p:txBody>
      </p:sp>
      <p:sp>
        <p:nvSpPr>
          <p:cNvPr id="6" name="TextBox 18">
            <a:extLst>
              <a:ext uri="{FF2B5EF4-FFF2-40B4-BE49-F238E27FC236}">
                <a16:creationId xmlns:a16="http://schemas.microsoft.com/office/drawing/2014/main" id="{06DC7E43-BD7A-3632-C526-5877F0ADC6E8}"/>
              </a:ext>
            </a:extLst>
          </p:cNvPr>
          <p:cNvSpPr txBox="1"/>
          <p:nvPr/>
        </p:nvSpPr>
        <p:spPr bwMode="gray">
          <a:xfrm>
            <a:off x="874793" y="1693038"/>
            <a:ext cx="4183282"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Hong Kong           </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5;  R:</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3</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  SF: 0</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607128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3F863043-2E63-658C-3A72-029AEE981CB1}"/>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2D2D02DD-8238-D7F2-30C2-29CA4C2703E0}"/>
              </a:ext>
            </a:extLst>
          </p:cNvPr>
          <p:cNvSpPr>
            <a:spLocks noGrp="1"/>
          </p:cNvSpPr>
          <p:nvPr>
            <p:ph type="sldNum" sz="quarter" idx="11"/>
          </p:nvPr>
        </p:nvSpPr>
        <p:spPr/>
        <p:txBody>
          <a:bodyPr/>
          <a:lstStyle/>
          <a:p>
            <a:fld id="{8FF9B0DE-3FEB-4AA0-B465-B80EF7C1333D}" type="slidenum">
              <a:rPr lang="en-US" smtClean="0"/>
              <a:pPr/>
              <a:t>13</a:t>
            </a:fld>
            <a:endParaRPr lang="en-US"/>
          </a:p>
        </p:txBody>
      </p:sp>
      <p:sp>
        <p:nvSpPr>
          <p:cNvPr id="5" name="Title 1">
            <a:extLst>
              <a:ext uri="{FF2B5EF4-FFF2-40B4-BE49-F238E27FC236}">
                <a16:creationId xmlns:a16="http://schemas.microsoft.com/office/drawing/2014/main" id="{F90B5DB9-BDA1-2357-4143-8B38EB53A16B}"/>
              </a:ext>
            </a:extLst>
          </p:cNvPr>
          <p:cNvSpPr txBox="1">
            <a:spLocks/>
          </p:cNvSpPr>
          <p:nvPr/>
        </p:nvSpPr>
        <p:spPr>
          <a:xfrm>
            <a:off x="479424" y="477000"/>
            <a:ext cx="11233151" cy="325004"/>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000">
                <a:solidFill>
                  <a:schemeClr val="accent1">
                    <a:lumMod val="90000"/>
                    <a:lumOff val="10000"/>
                  </a:schemeClr>
                </a:solidFill>
                <a:cs typeface="Calibri" panose="020F0502020204030204" pitchFamily="34" charset="0"/>
              </a:rPr>
              <a:t>SYNCHRONIZE- </a:t>
            </a:r>
            <a:r>
              <a:rPr lang="en-US" altLang="zh-CN" sz="2000">
                <a:solidFill>
                  <a:srgbClr val="FF0000"/>
                </a:solidFill>
                <a:cs typeface="Calibri" panose="020F0502020204030204" pitchFamily="34" charset="0"/>
              </a:rPr>
              <a:t>CN</a:t>
            </a:r>
            <a:r>
              <a:rPr lang="en-US" altLang="zh-CN" sz="2000">
                <a:solidFill>
                  <a:schemeClr val="accent1">
                    <a:lumMod val="90000"/>
                    <a:lumOff val="10000"/>
                  </a:schemeClr>
                </a:solidFill>
                <a:cs typeface="Calibri" panose="020F0502020204030204" pitchFamily="34" charset="0"/>
              </a:rPr>
              <a:t>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altLang="zh-CN" sz="1400">
                <a:solidFill>
                  <a:schemeClr val="accent1">
                    <a:lumMod val="90000"/>
                    <a:lumOff val="10000"/>
                  </a:schemeClr>
                </a:solidFill>
                <a:cs typeface="Calibri" panose="020F0502020204030204" pitchFamily="34" charset="0"/>
              </a:rPr>
              <a:t>(</a:t>
            </a:r>
            <a:r>
              <a:rPr lang="en-US" altLang="zh-CN" sz="1400">
                <a:solidFill>
                  <a:srgbClr val="FFC000"/>
                </a:solidFill>
                <a:cs typeface="Calibri" panose="020F0502020204030204" pitchFamily="34" charset="0"/>
              </a:rPr>
              <a:t>cut-off</a:t>
            </a:r>
            <a:r>
              <a:rPr lang="zh-CN" altLang="en-US" sz="1400">
                <a:solidFill>
                  <a:srgbClr val="FFC000"/>
                </a:solidFill>
                <a:cs typeface="Calibri" panose="020F0502020204030204" pitchFamily="34" charset="0"/>
              </a:rPr>
              <a:t> </a:t>
            </a:r>
            <a:r>
              <a:rPr lang="en-US" altLang="zh-CN" sz="1400">
                <a:solidFill>
                  <a:srgbClr val="FFC000"/>
                </a:solidFill>
                <a:cs typeface="Calibri" panose="020F0502020204030204" pitchFamily="34" charset="0"/>
              </a:rPr>
              <a:t>date: 22-Apr-2024</a:t>
            </a:r>
            <a:r>
              <a:rPr lang="en-US" altLang="zh-CN" sz="1400">
                <a:solidFill>
                  <a:schemeClr val="accent1">
                    <a:lumMod val="90000"/>
                    <a:lumOff val="10000"/>
                  </a:schemeClr>
                </a:solidFill>
                <a:cs typeface="Calibri" panose="020F0502020204030204" pitchFamily="34" charset="0"/>
              </a:rPr>
              <a:t>)</a:t>
            </a:r>
            <a:endParaRPr lang="en-US" sz="2000">
              <a:solidFill>
                <a:schemeClr val="accent1">
                  <a:lumMod val="90000"/>
                  <a:lumOff val="10000"/>
                </a:schemeClr>
              </a:solidFill>
              <a:cs typeface="Calibri" panose="020F0502020204030204" pitchFamily="34" charset="0"/>
            </a:endParaRPr>
          </a:p>
        </p:txBody>
      </p:sp>
      <p:grpSp>
        <p:nvGrpSpPr>
          <p:cNvPr id="2" name="组合 1">
            <a:extLst>
              <a:ext uri="{FF2B5EF4-FFF2-40B4-BE49-F238E27FC236}">
                <a16:creationId xmlns:a16="http://schemas.microsoft.com/office/drawing/2014/main" id="{619128EA-CEDA-576C-CF97-054B0ACE47D1}"/>
              </a:ext>
            </a:extLst>
          </p:cNvPr>
          <p:cNvGrpSpPr/>
          <p:nvPr/>
        </p:nvGrpSpPr>
        <p:grpSpPr>
          <a:xfrm>
            <a:off x="559807" y="1110342"/>
            <a:ext cx="3753866" cy="388377"/>
            <a:chOff x="30194" y="2162061"/>
            <a:chExt cx="3753866" cy="388377"/>
          </a:xfrm>
        </p:grpSpPr>
        <p:grpSp>
          <p:nvGrpSpPr>
            <p:cNvPr id="9" name="组合 8">
              <a:extLst>
                <a:ext uri="{FF2B5EF4-FFF2-40B4-BE49-F238E27FC236}">
                  <a16:creationId xmlns:a16="http://schemas.microsoft.com/office/drawing/2014/main" id="{06810032-7697-C77A-19C7-CEF0358772A8}"/>
                </a:ext>
              </a:extLst>
            </p:cNvPr>
            <p:cNvGrpSpPr/>
            <p:nvPr/>
          </p:nvGrpSpPr>
          <p:grpSpPr>
            <a:xfrm>
              <a:off x="30194" y="2162061"/>
              <a:ext cx="999295" cy="388377"/>
              <a:chOff x="0" y="3230959"/>
              <a:chExt cx="1078256" cy="447229"/>
            </a:xfrm>
          </p:grpSpPr>
          <p:grpSp>
            <p:nvGrpSpPr>
              <p:cNvPr id="11" name="Group 14">
                <a:extLst>
                  <a:ext uri="{FF2B5EF4-FFF2-40B4-BE49-F238E27FC236}">
                    <a16:creationId xmlns:a16="http://schemas.microsoft.com/office/drawing/2014/main" id="{8CB3E679-64A6-EB30-901E-D37E657EF2C5}"/>
                  </a:ext>
                </a:extLst>
              </p:cNvPr>
              <p:cNvGrpSpPr/>
              <p:nvPr/>
            </p:nvGrpSpPr>
            <p:grpSpPr>
              <a:xfrm>
                <a:off x="0" y="3230959"/>
                <a:ext cx="1078256" cy="447229"/>
                <a:chOff x="0" y="2654487"/>
                <a:chExt cx="808692" cy="335422"/>
              </a:xfrm>
            </p:grpSpPr>
            <p:sp>
              <p:nvSpPr>
                <p:cNvPr id="13" name="Freeform: Shape 152">
                  <a:extLst>
                    <a:ext uri="{FF2B5EF4-FFF2-40B4-BE49-F238E27FC236}">
                      <a16:creationId xmlns:a16="http://schemas.microsoft.com/office/drawing/2014/main" id="{945525EB-2BB1-EF7D-3E2F-3715AEC01592}"/>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4" name="Oval 134">
                  <a:extLst>
                    <a:ext uri="{FF2B5EF4-FFF2-40B4-BE49-F238E27FC236}">
                      <a16:creationId xmlns:a16="http://schemas.microsoft.com/office/drawing/2014/main" id="{AB52280E-D235-D6C4-26B0-C7221DB17F4A}"/>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5" name="Rectangle: Rounded Corners 116">
                  <a:extLst>
                    <a:ext uri="{FF2B5EF4-FFF2-40B4-BE49-F238E27FC236}">
                      <a16:creationId xmlns:a16="http://schemas.microsoft.com/office/drawing/2014/main" id="{83020F6F-1810-8084-C2E5-52C5BF09BDE2}"/>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2" name="Picture 2" descr="Image result for China flag circle png">
                <a:extLst>
                  <a:ext uri="{FF2B5EF4-FFF2-40B4-BE49-F238E27FC236}">
                    <a16:creationId xmlns:a16="http://schemas.microsoft.com/office/drawing/2014/main" id="{3376522E-1B74-53C5-BA44-3A356D40D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18">
              <a:extLst>
                <a:ext uri="{FF2B5EF4-FFF2-40B4-BE49-F238E27FC236}">
                  <a16:creationId xmlns:a16="http://schemas.microsoft.com/office/drawing/2014/main" id="{AA79A751-3536-5632-B274-963565C623B2}"/>
                </a:ext>
              </a:extLst>
            </p:cNvPr>
            <p:cNvSpPr txBox="1"/>
            <p:nvPr/>
          </p:nvSpPr>
          <p:spPr bwMode="gray">
            <a:xfrm>
              <a:off x="1325731" y="2217749"/>
              <a:ext cx="24583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S: 284;  R:</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224</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/300;  SF: 21%</a:t>
              </a:r>
              <a:endParaRPr kumimoji="0" lang="de-DE" sz="1400" b="0" i="0" u="none" strike="noStrike" kern="1200" cap="none" spc="0" normalizeH="0" baseline="0" noProof="0">
                <a:ln>
                  <a:noFill/>
                </a:ln>
                <a:solidFill>
                  <a:srgbClr val="08312A"/>
                </a:solidFill>
                <a:effectLst/>
                <a:uLnTx/>
                <a:uFillTx/>
                <a:latin typeface="Boehringer Forward Text"/>
                <a:ea typeface="+mn-ea"/>
                <a:cs typeface="+mn-cs"/>
              </a:endParaRPr>
            </a:p>
          </p:txBody>
        </p:sp>
      </p:grpSp>
      <p:sp>
        <p:nvSpPr>
          <p:cNvPr id="20" name="TextBox 18">
            <a:extLst>
              <a:ext uri="{FF2B5EF4-FFF2-40B4-BE49-F238E27FC236}">
                <a16:creationId xmlns:a16="http://schemas.microsoft.com/office/drawing/2014/main" id="{B31A4145-7526-C926-15F3-A7FBF5B2C79F}"/>
              </a:ext>
            </a:extLst>
          </p:cNvPr>
          <p:cNvSpPr txBox="1"/>
          <p:nvPr/>
        </p:nvSpPr>
        <p:spPr bwMode="gray">
          <a:xfrm>
            <a:off x="4313673" y="1184008"/>
            <a:ext cx="2825994" cy="276999"/>
          </a:xfrm>
          <a:prstGeom prst="rect">
            <a:avLst/>
          </a:prstGeom>
          <a:noFill/>
        </p:spPr>
        <p:txBody>
          <a:bodyPr wrap="square" lIns="91440" tIns="45720" rIns="91440" bIns="4572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T2D:  S: </a:t>
            </a:r>
            <a:r>
              <a:rPr kumimoji="0" lang="en-GB" sz="1200" b="1" i="1" u="none" strike="noStrike" kern="1200" cap="none" spc="0" normalizeH="0" baseline="0" noProof="0">
                <a:ln>
                  <a:noFill/>
                </a:ln>
                <a:solidFill>
                  <a:srgbClr val="FF0000"/>
                </a:solidFill>
                <a:effectLst/>
                <a:uLnTx/>
                <a:uFillTx/>
                <a:latin typeface="Boehringer Forward Text"/>
                <a:ea typeface="Times New Roman" panose="02020603050405020304" pitchFamily="18" charset="0"/>
                <a:cs typeface="+mn-cs"/>
              </a:rPr>
              <a:t>16</a:t>
            </a:r>
            <a:r>
              <a:rPr kumimoji="0" lang="en-GB" sz="1200" b="1" i="1" u="none" strike="noStrike" kern="1200" cap="none" spc="0" normalizeH="0" baseline="0" noProof="0">
                <a:ln>
                  <a:noFill/>
                </a:ln>
                <a:solidFill>
                  <a:srgbClr val="08312A"/>
                </a:solidFill>
                <a:effectLst/>
                <a:uLnTx/>
                <a:uFillTx/>
                <a:latin typeface="Boehringer Forward Text"/>
                <a:ea typeface="Times New Roman" panose="02020603050405020304" pitchFamily="18" charset="0"/>
                <a:cs typeface="+mn-cs"/>
              </a:rPr>
              <a:t>/284;  R:7/224; SF: 3</a:t>
            </a:r>
          </a:p>
        </p:txBody>
      </p:sp>
      <p:sp>
        <p:nvSpPr>
          <p:cNvPr id="21" name="TextBox 19">
            <a:extLst>
              <a:ext uri="{FF2B5EF4-FFF2-40B4-BE49-F238E27FC236}">
                <a16:creationId xmlns:a16="http://schemas.microsoft.com/office/drawing/2014/main" id="{7DBB7B8E-72E5-2C73-AFB4-9927D593A981}"/>
              </a:ext>
            </a:extLst>
          </p:cNvPr>
          <p:cNvSpPr txBox="1"/>
          <p:nvPr/>
        </p:nvSpPr>
        <p:spPr>
          <a:xfrm>
            <a:off x="9271000" y="1944712"/>
            <a:ext cx="2641599" cy="3447098"/>
          </a:xfrm>
          <a:prstGeom prst="rect">
            <a:avLst/>
          </a:prstGeom>
          <a:solidFill>
            <a:schemeClr val="accent4">
              <a:lumMod val="20000"/>
              <a:lumOff val="80000"/>
            </a:schemeClr>
          </a:solidFill>
        </p:spPr>
        <p:txBody>
          <a:bodyPr wrap="square" lIns="0" tIns="0" rIns="0" bIns="0" rtlCol="0" anchor="t">
            <a:spAutoFit/>
          </a:bodyPr>
          <a:lstStyle/>
          <a:p>
            <a:r>
              <a:rPr lang="en-US" sz="1400" b="1">
                <a:latin typeface="Calibri"/>
                <a:cs typeface="Calibri"/>
              </a:rPr>
              <a:t>Updates:</a:t>
            </a:r>
          </a:p>
          <a:p>
            <a:pPr marL="171450" indent="-171450">
              <a:buFont typeface="Arial" panose="020B0604020202020204" pitchFamily="34" charset="0"/>
              <a:buChar char="•"/>
            </a:pPr>
            <a:r>
              <a:rPr lang="en-US" sz="1400">
                <a:solidFill>
                  <a:srgbClr val="0E584B"/>
                </a:solidFill>
                <a:latin typeface="Calibri"/>
                <a:cs typeface="Calibri"/>
              </a:rPr>
              <a:t>Non-MRI sites recruitment paused when the screening number reached 250+; only 7 MRI sites allow to screen. </a:t>
            </a:r>
          </a:p>
          <a:p>
            <a:pPr marL="171450" indent="-171450">
              <a:buFont typeface="Arial" panose="020B0604020202020204" pitchFamily="34" charset="0"/>
              <a:buChar char="•"/>
            </a:pPr>
            <a:r>
              <a:rPr lang="en-US" sz="1400">
                <a:solidFill>
                  <a:srgbClr val="0E584B"/>
                </a:solidFill>
                <a:latin typeface="Calibri"/>
                <a:cs typeface="Calibri"/>
              </a:rPr>
              <a:t>As the recruitment for global trials is accelerated, there is high possibility to shorten the recruitment period for SYNCHRONIZE-CN in order to catch up the timeline for simultaneous NDA submission.</a:t>
            </a:r>
          </a:p>
          <a:p>
            <a:pPr marL="171450" indent="-171450">
              <a:buFont typeface="Arial" panose="020B0604020202020204" pitchFamily="34" charset="0"/>
              <a:buChar char="•"/>
            </a:pPr>
            <a:r>
              <a:rPr lang="en-US" sz="1400">
                <a:solidFill>
                  <a:srgbClr val="0E584B"/>
                </a:solidFill>
                <a:latin typeface="Calibri"/>
                <a:cs typeface="Calibri"/>
              </a:rPr>
              <a:t>Resulting a low ratio of T2DM pts in the trial, which still meets the requirement of guidance (cap for T2DM 20%)  </a:t>
            </a:r>
          </a:p>
        </p:txBody>
      </p:sp>
      <p:grpSp>
        <p:nvGrpSpPr>
          <p:cNvPr id="6" name="Group 3">
            <a:extLst>
              <a:ext uri="{FF2B5EF4-FFF2-40B4-BE49-F238E27FC236}">
                <a16:creationId xmlns:a16="http://schemas.microsoft.com/office/drawing/2014/main" id="{A5D67459-FA44-4CCA-B74A-8E61C742001A}"/>
              </a:ext>
            </a:extLst>
          </p:cNvPr>
          <p:cNvGrpSpPr/>
          <p:nvPr/>
        </p:nvGrpSpPr>
        <p:grpSpPr>
          <a:xfrm>
            <a:off x="240651" y="1734956"/>
            <a:ext cx="9030349" cy="4646044"/>
            <a:chOff x="0" y="0"/>
            <a:chExt cx="8027157" cy="4477792"/>
          </a:xfrm>
        </p:grpSpPr>
        <p:graphicFrame>
          <p:nvGraphicFramePr>
            <p:cNvPr id="7" name="Chart 4">
              <a:extLst>
                <a:ext uri="{FF2B5EF4-FFF2-40B4-BE49-F238E27FC236}">
                  <a16:creationId xmlns:a16="http://schemas.microsoft.com/office/drawing/2014/main" id="{D9CC7C3D-135D-507C-84A6-E867AE3F402E}"/>
                </a:ext>
              </a:extLst>
            </p:cNvPr>
            <p:cNvGraphicFramePr>
              <a:graphicFrameLocks/>
            </p:cNvGraphicFramePr>
            <p:nvPr>
              <p:extLst>
                <p:ext uri="{D42A27DB-BD31-4B8C-83A1-F6EECF244321}">
                  <p14:modId xmlns:p14="http://schemas.microsoft.com/office/powerpoint/2010/main" val="792954091"/>
                </p:ext>
              </p:extLst>
            </p:nvPr>
          </p:nvGraphicFramePr>
          <p:xfrm>
            <a:off x="0" y="0"/>
            <a:ext cx="8027157" cy="4477792"/>
          </p:xfrm>
          <a:graphic>
            <a:graphicData uri="http://schemas.openxmlformats.org/drawingml/2006/chart">
              <c:chart xmlns:c="http://schemas.openxmlformats.org/drawingml/2006/chart" xmlns:r="http://schemas.openxmlformats.org/officeDocument/2006/relationships" r:id="rId3"/>
            </a:graphicData>
          </a:graphic>
        </p:graphicFrame>
        <p:sp>
          <p:nvSpPr>
            <p:cNvPr id="8" name="Arrow: Down 5">
              <a:extLst>
                <a:ext uri="{FF2B5EF4-FFF2-40B4-BE49-F238E27FC236}">
                  <a16:creationId xmlns:a16="http://schemas.microsoft.com/office/drawing/2014/main" id="{D6C89839-71D0-F039-E2FB-B76C11CA52C7}"/>
                </a:ext>
              </a:extLst>
            </p:cNvPr>
            <p:cNvSpPr/>
            <p:nvPr/>
          </p:nvSpPr>
          <p:spPr>
            <a:xfrm>
              <a:off x="2520613" y="1195909"/>
              <a:ext cx="179183" cy="320644"/>
            </a:xfrm>
            <a:prstGeom prst="downArrow">
              <a:avLst/>
            </a:prstGeom>
          </p:spPr>
          <p:style>
            <a:lnRef idx="3">
              <a:schemeClr val="lt1"/>
            </a:lnRef>
            <a:fillRef idx="1">
              <a:schemeClr val="accent4"/>
            </a:fillRef>
            <a:effectRef idx="1">
              <a:schemeClr val="accent4"/>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grpSp>
    </p:spTree>
    <p:extLst>
      <p:ext uri="{BB962C8B-B14F-4D97-AF65-F5344CB8AC3E}">
        <p14:creationId xmlns:p14="http://schemas.microsoft.com/office/powerpoint/2010/main" val="2293706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166537" y="1143000"/>
          <a:ext cx="10559707" cy="685800"/>
        </p:xfrm>
        <a:graphic>
          <a:graphicData uri="http://schemas.openxmlformats.org/drawingml/2006/table">
            <a:tbl>
              <a:tblPr firstRow="1" bandRow="1"/>
              <a:tblGrid>
                <a:gridCol w="518267">
                  <a:extLst>
                    <a:ext uri="{9D8B030D-6E8A-4147-A177-3AD203B41FA5}">
                      <a16:colId xmlns:a16="http://schemas.microsoft.com/office/drawing/2014/main" val="1064917641"/>
                    </a:ext>
                  </a:extLst>
                </a:gridCol>
                <a:gridCol w="518267">
                  <a:extLst>
                    <a:ext uri="{9D8B030D-6E8A-4147-A177-3AD203B41FA5}">
                      <a16:colId xmlns:a16="http://schemas.microsoft.com/office/drawing/2014/main" val="4221117315"/>
                    </a:ext>
                  </a:extLst>
                </a:gridCol>
                <a:gridCol w="518267">
                  <a:extLst>
                    <a:ext uri="{9D8B030D-6E8A-4147-A177-3AD203B41FA5}">
                      <a16:colId xmlns:a16="http://schemas.microsoft.com/office/drawing/2014/main" val="3266065341"/>
                    </a:ext>
                  </a:extLst>
                </a:gridCol>
                <a:gridCol w="518267">
                  <a:extLst>
                    <a:ext uri="{9D8B030D-6E8A-4147-A177-3AD203B41FA5}">
                      <a16:colId xmlns:a16="http://schemas.microsoft.com/office/drawing/2014/main" val="2374051224"/>
                    </a:ext>
                  </a:extLst>
                </a:gridCol>
                <a:gridCol w="566864">
                  <a:extLst>
                    <a:ext uri="{9D8B030D-6E8A-4147-A177-3AD203B41FA5}">
                      <a16:colId xmlns:a16="http://schemas.microsoft.com/office/drawing/2014/main" val="1840388365"/>
                    </a:ext>
                  </a:extLst>
                </a:gridCol>
                <a:gridCol w="527985">
                  <a:extLst>
                    <a:ext uri="{9D8B030D-6E8A-4147-A177-3AD203B41FA5}">
                      <a16:colId xmlns:a16="http://schemas.microsoft.com/office/drawing/2014/main" val="1916737696"/>
                    </a:ext>
                  </a:extLst>
                </a:gridCol>
                <a:gridCol w="527985">
                  <a:extLst>
                    <a:ext uri="{9D8B030D-6E8A-4147-A177-3AD203B41FA5}">
                      <a16:colId xmlns:a16="http://schemas.microsoft.com/office/drawing/2014/main" val="267750830"/>
                    </a:ext>
                  </a:extLst>
                </a:gridCol>
                <a:gridCol w="527985">
                  <a:extLst>
                    <a:ext uri="{9D8B030D-6E8A-4147-A177-3AD203B41FA5}">
                      <a16:colId xmlns:a16="http://schemas.microsoft.com/office/drawing/2014/main" val="676677274"/>
                    </a:ext>
                  </a:extLst>
                </a:gridCol>
                <a:gridCol w="527985">
                  <a:extLst>
                    <a:ext uri="{9D8B030D-6E8A-4147-A177-3AD203B41FA5}">
                      <a16:colId xmlns:a16="http://schemas.microsoft.com/office/drawing/2014/main" val="3966469970"/>
                    </a:ext>
                  </a:extLst>
                </a:gridCol>
                <a:gridCol w="527985">
                  <a:extLst>
                    <a:ext uri="{9D8B030D-6E8A-4147-A177-3AD203B41FA5}">
                      <a16:colId xmlns:a16="http://schemas.microsoft.com/office/drawing/2014/main" val="1780112805"/>
                    </a:ext>
                  </a:extLst>
                </a:gridCol>
                <a:gridCol w="527985">
                  <a:extLst>
                    <a:ext uri="{9D8B030D-6E8A-4147-A177-3AD203B41FA5}">
                      <a16:colId xmlns:a16="http://schemas.microsoft.com/office/drawing/2014/main" val="2522973146"/>
                    </a:ext>
                  </a:extLst>
                </a:gridCol>
                <a:gridCol w="527985">
                  <a:extLst>
                    <a:ext uri="{9D8B030D-6E8A-4147-A177-3AD203B41FA5}">
                      <a16:colId xmlns:a16="http://schemas.microsoft.com/office/drawing/2014/main" val="2828037664"/>
                    </a:ext>
                  </a:extLst>
                </a:gridCol>
                <a:gridCol w="527985">
                  <a:extLst>
                    <a:ext uri="{9D8B030D-6E8A-4147-A177-3AD203B41FA5}">
                      <a16:colId xmlns:a16="http://schemas.microsoft.com/office/drawing/2014/main" val="4229858754"/>
                    </a:ext>
                  </a:extLst>
                </a:gridCol>
                <a:gridCol w="527985">
                  <a:extLst>
                    <a:ext uri="{9D8B030D-6E8A-4147-A177-3AD203B41FA5}">
                      <a16:colId xmlns:a16="http://schemas.microsoft.com/office/drawing/2014/main" val="477917424"/>
                    </a:ext>
                  </a:extLst>
                </a:gridCol>
                <a:gridCol w="527985">
                  <a:extLst>
                    <a:ext uri="{9D8B030D-6E8A-4147-A177-3AD203B41FA5}">
                      <a16:colId xmlns:a16="http://schemas.microsoft.com/office/drawing/2014/main" val="3049670565"/>
                    </a:ext>
                  </a:extLst>
                </a:gridCol>
                <a:gridCol w="527985">
                  <a:extLst>
                    <a:ext uri="{9D8B030D-6E8A-4147-A177-3AD203B41FA5}">
                      <a16:colId xmlns:a16="http://schemas.microsoft.com/office/drawing/2014/main" val="679641061"/>
                    </a:ext>
                  </a:extLst>
                </a:gridCol>
                <a:gridCol w="527985">
                  <a:extLst>
                    <a:ext uri="{9D8B030D-6E8A-4147-A177-3AD203B41FA5}">
                      <a16:colId xmlns:a16="http://schemas.microsoft.com/office/drawing/2014/main" val="2564818166"/>
                    </a:ext>
                  </a:extLst>
                </a:gridCol>
                <a:gridCol w="527985">
                  <a:extLst>
                    <a:ext uri="{9D8B030D-6E8A-4147-A177-3AD203B41FA5}">
                      <a16:colId xmlns:a16="http://schemas.microsoft.com/office/drawing/2014/main" val="27647923"/>
                    </a:ext>
                  </a:extLst>
                </a:gridCol>
                <a:gridCol w="527985">
                  <a:extLst>
                    <a:ext uri="{9D8B030D-6E8A-4147-A177-3AD203B41FA5}">
                      <a16:colId xmlns:a16="http://schemas.microsoft.com/office/drawing/2014/main" val="1813513822"/>
                    </a:ext>
                  </a:extLst>
                </a:gridCol>
                <a:gridCol w="527985">
                  <a:extLst>
                    <a:ext uri="{9D8B030D-6E8A-4147-A177-3AD203B41FA5}">
                      <a16:colId xmlns:a16="http://schemas.microsoft.com/office/drawing/2014/main" val="3281359632"/>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Q2</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1219170" rtl="0" eaLnBrk="1" latinLnBrk="0" hangingPunct="1"/>
                      <a:r>
                        <a:rPr lang="en-US" altLang="zh-CN" sz="1100" b="1" kern="1200">
                          <a:solidFill>
                            <a:srgbClr val="000000"/>
                          </a:solidFill>
                          <a:latin typeface="Arial" panose="020B0604020202020204" pitchFamily="34" charset="0"/>
                          <a:ea typeface="+mn-ea"/>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panose="020B0604020202020204" pitchFamily="34" charset="0"/>
                          <a:ea typeface="+mn-ea"/>
                          <a:cs typeface="Arial" panose="020B0604020202020204" pitchFamily="34" charset="0"/>
                        </a:rPr>
                        <a:t>Q4</a:t>
                      </a:r>
                      <a:endParaRPr lang="zh-CN" altLang="en-US" sz="1100" b="1" kern="1200">
                        <a:solidFill>
                          <a:srgbClr val="000000"/>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2" name="Isosceles Triangle 1"/>
          <p:cNvSpPr/>
          <p:nvPr/>
        </p:nvSpPr>
        <p:spPr>
          <a:xfrm rot="16200000" flipH="1">
            <a:off x="726045" y="13644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129" name="Isosceles Triangle 128"/>
          <p:cNvSpPr/>
          <p:nvPr/>
        </p:nvSpPr>
        <p:spPr>
          <a:xfrm rot="5400000">
            <a:off x="11515718" y="135352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cxnSp>
        <p:nvCxnSpPr>
          <p:cNvPr id="81"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30480" y="304048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pSp>
        <p:nvGrpSpPr>
          <p:cNvPr id="10" name="组合 9">
            <a:extLst>
              <a:ext uri="{FF2B5EF4-FFF2-40B4-BE49-F238E27FC236}">
                <a16:creationId xmlns:a16="http://schemas.microsoft.com/office/drawing/2014/main" id="{87284D00-9832-467B-B5C7-95C96A496C28}"/>
              </a:ext>
            </a:extLst>
          </p:cNvPr>
          <p:cNvGrpSpPr/>
          <p:nvPr/>
        </p:nvGrpSpPr>
        <p:grpSpPr>
          <a:xfrm>
            <a:off x="16028" y="1669021"/>
            <a:ext cx="1013461" cy="388379"/>
            <a:chOff x="16026" y="1475391"/>
            <a:chExt cx="1078255" cy="447229"/>
          </a:xfrm>
        </p:grpSpPr>
        <p:sp>
          <p:nvSpPr>
            <p:cNvPr id="113" name="Freeform: Shape 147">
              <a:extLst>
                <a:ext uri="{FF2B5EF4-FFF2-40B4-BE49-F238E27FC236}">
                  <a16:creationId xmlns:a16="http://schemas.microsoft.com/office/drawing/2014/main" id="{469F5FF1-4B8E-465D-97EF-9CE5D974FE0D}"/>
                </a:ext>
              </a:extLst>
            </p:cNvPr>
            <p:cNvSpPr/>
            <p:nvPr/>
          </p:nvSpPr>
          <p:spPr bwMode="auto">
            <a:xfrm>
              <a:off x="31850" y="157173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0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114" name="Oval 4">
              <a:extLst>
                <a:ext uri="{FF2B5EF4-FFF2-40B4-BE49-F238E27FC236}">
                  <a16:creationId xmlns:a16="http://schemas.microsoft.com/office/drawing/2014/main" id="{1629834C-75E8-4773-BA88-2CA38E81E009}"/>
                </a:ext>
              </a:extLst>
            </p:cNvPr>
            <p:cNvSpPr/>
            <p:nvPr/>
          </p:nvSpPr>
          <p:spPr>
            <a:xfrm>
              <a:off x="16026" y="147539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15" name="Rectangle: Rounded Corners 116">
              <a:extLst>
                <a:ext uri="{FF2B5EF4-FFF2-40B4-BE49-F238E27FC236}">
                  <a16:creationId xmlns:a16="http://schemas.microsoft.com/office/drawing/2014/main" id="{85DDDECC-056A-4A99-8642-D99AB653A4E9}"/>
                </a:ext>
              </a:extLst>
            </p:cNvPr>
            <p:cNvSpPr/>
            <p:nvPr/>
          </p:nvSpPr>
          <p:spPr bwMode="auto">
            <a:xfrm>
              <a:off x="1045513" y="1525846"/>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116"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4094" t="4010" r="4094" b="4010"/>
            <a:stretch/>
          </p:blipFill>
          <p:spPr bwMode="auto">
            <a:xfrm>
              <a:off x="52758" y="1511607"/>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组合 13">
            <a:extLst>
              <a:ext uri="{FF2B5EF4-FFF2-40B4-BE49-F238E27FC236}">
                <a16:creationId xmlns:a16="http://schemas.microsoft.com/office/drawing/2014/main" id="{8E4F9132-9958-4938-8610-DD9A8E39B15A}"/>
              </a:ext>
            </a:extLst>
          </p:cNvPr>
          <p:cNvGrpSpPr/>
          <p:nvPr/>
        </p:nvGrpSpPr>
        <p:grpSpPr>
          <a:xfrm>
            <a:off x="30195" y="3084556"/>
            <a:ext cx="999295" cy="388377"/>
            <a:chOff x="0" y="3230959"/>
            <a:chExt cx="1078256" cy="447229"/>
          </a:xfrm>
        </p:grpSpPr>
        <p:grpSp>
          <p:nvGrpSpPr>
            <p:cNvPr id="15" name="Group 14">
              <a:extLst>
                <a:ext uri="{FF2B5EF4-FFF2-40B4-BE49-F238E27FC236}">
                  <a16:creationId xmlns:a16="http://schemas.microsoft.com/office/drawing/2014/main" id="{B3186A6E-2E58-45BD-91DF-817525852692}"/>
                </a:ext>
              </a:extLst>
            </p:cNvPr>
            <p:cNvGrpSpPr/>
            <p:nvPr/>
          </p:nvGrpSpPr>
          <p:grpSpPr>
            <a:xfrm>
              <a:off x="0" y="3230959"/>
              <a:ext cx="1078256" cy="447229"/>
              <a:chOff x="0" y="2654487"/>
              <a:chExt cx="808692" cy="335422"/>
            </a:xfrm>
          </p:grpSpPr>
          <p:sp>
            <p:nvSpPr>
              <p:cNvPr id="134" name="Freeform: Shape 152">
                <a:extLst>
                  <a:ext uri="{FF2B5EF4-FFF2-40B4-BE49-F238E27FC236}">
                    <a16:creationId xmlns:a16="http://schemas.microsoft.com/office/drawing/2014/main" id="{808EC121-D3B7-4E05-908F-C8EFBD0CB71E}"/>
                  </a:ext>
                </a:extLst>
              </p:cNvPr>
              <p:cNvSpPr/>
              <p:nvPr/>
            </p:nvSpPr>
            <p:spPr bwMode="auto">
              <a:xfrm>
                <a:off x="11868" y="2726749"/>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35" name="Oval 134">
                <a:extLst>
                  <a:ext uri="{FF2B5EF4-FFF2-40B4-BE49-F238E27FC236}">
                    <a16:creationId xmlns:a16="http://schemas.microsoft.com/office/drawing/2014/main" id="{FEFADB89-8F35-407D-93F6-37544172D655}"/>
                  </a:ext>
                </a:extLst>
              </p:cNvPr>
              <p:cNvSpPr/>
              <p:nvPr/>
            </p:nvSpPr>
            <p:spPr>
              <a:xfrm>
                <a:off x="0" y="2654487"/>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36" name="Rectangle: Rounded Corners 116">
                <a:extLst>
                  <a:ext uri="{FF2B5EF4-FFF2-40B4-BE49-F238E27FC236}">
                    <a16:creationId xmlns:a16="http://schemas.microsoft.com/office/drawing/2014/main" id="{07FF067D-CE54-4150-AA18-A64493FAA508}"/>
                  </a:ext>
                </a:extLst>
              </p:cNvPr>
              <p:cNvSpPr/>
              <p:nvPr/>
            </p:nvSpPr>
            <p:spPr bwMode="auto">
              <a:xfrm>
                <a:off x="772116" y="269568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grpSp>
        <p:pic>
          <p:nvPicPr>
            <p:cNvPr id="138"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6217" y="326717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5">
            <a:extLst>
              <a:ext uri="{FF2B5EF4-FFF2-40B4-BE49-F238E27FC236}">
                <a16:creationId xmlns:a16="http://schemas.microsoft.com/office/drawing/2014/main" id="{F9BCA914-7BB9-4AC7-AA9C-7B23081EE5CE}"/>
              </a:ext>
            </a:extLst>
          </p:cNvPr>
          <p:cNvGrpSpPr/>
          <p:nvPr/>
        </p:nvGrpSpPr>
        <p:grpSpPr>
          <a:xfrm>
            <a:off x="9763453" y="1855798"/>
            <a:ext cx="1056643" cy="615664"/>
            <a:chOff x="9807568" y="2333923"/>
            <a:chExt cx="1056642" cy="615663"/>
          </a:xfrm>
        </p:grpSpPr>
        <p:sp>
          <p:nvSpPr>
            <p:cNvPr id="102" name="五角星 55"/>
            <p:cNvSpPr/>
            <p:nvPr/>
          </p:nvSpPr>
          <p:spPr bwMode="auto">
            <a:xfrm>
              <a:off x="10209835" y="2333923"/>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203864"/>
                </a:solidFill>
              </a:endParaRPr>
            </a:p>
          </p:txBody>
        </p:sp>
        <p:sp>
          <p:nvSpPr>
            <p:cNvPr id="95" name="OTLSHAPE_M_39ea6ebc19a94c9fab6ef5006c31df58_Title">
              <a:extLst>
                <a:ext uri="{FF2B5EF4-FFF2-40B4-BE49-F238E27FC236}">
                  <a16:creationId xmlns:a16="http://schemas.microsoft.com/office/drawing/2014/main" id="{90B8C819-3C78-4A88-A866-5DA965418DB0}"/>
                </a:ext>
              </a:extLst>
            </p:cNvPr>
            <p:cNvSpPr txBox="1"/>
            <p:nvPr>
              <p:custDataLst>
                <p:tags r:id="rId38"/>
              </p:custDataLst>
            </p:nvPr>
          </p:nvSpPr>
          <p:spPr>
            <a:xfrm>
              <a:off x="9807568" y="2559800"/>
              <a:ext cx="1056642" cy="389786"/>
            </a:xfrm>
            <a:prstGeom prst="rect">
              <a:avLst/>
            </a:prstGeom>
            <a:noFill/>
          </p:spPr>
          <p:txBody>
            <a:bodyPr vert="horz" wrap="square" lIns="0" tIns="0" rIns="0" bIns="0" rtlCol="0" anchor="ctr" anchorCtr="0">
              <a:spAutoFit/>
            </a:bodyPr>
            <a:lstStyle/>
            <a:p>
              <a:pPr algn="ctr"/>
              <a:r>
                <a:rPr lang="en-US" altLang="zh-CN" sz="800" b="1">
                  <a:solidFill>
                    <a:srgbClr val="203864"/>
                  </a:solidFill>
                  <a:latin typeface="Calibri" panose="020F0502020204030204" pitchFamily="34" charset="0"/>
                  <a:cs typeface="Calibri" panose="020F0502020204030204" pitchFamily="34" charset="0"/>
                </a:rPr>
                <a:t>26 Jul 2027</a:t>
              </a:r>
            </a:p>
            <a:p>
              <a:pPr algn="ctr"/>
              <a:r>
                <a:rPr lang="en-US" altLang="zh-CN" sz="800" b="1">
                  <a:solidFill>
                    <a:srgbClr val="203864"/>
                  </a:solidFill>
                  <a:latin typeface="Calibri" panose="020F0502020204030204" pitchFamily="34" charset="0"/>
                  <a:cs typeface="Calibri" panose="020F0502020204030204" pitchFamily="34" charset="0"/>
                </a:rPr>
                <a:t>US approval</a:t>
              </a:r>
            </a:p>
            <a:p>
              <a:pPr algn="ctr"/>
              <a:endParaRPr lang="en-US" altLang="zh-CN" sz="933" b="1">
                <a:solidFill>
                  <a:srgbClr val="203864"/>
                </a:solidFill>
                <a:latin typeface="Calibri" panose="020F0502020204030204" pitchFamily="34" charset="0"/>
                <a:cs typeface="Calibri" panose="020F0502020204030204" pitchFamily="34" charset="0"/>
              </a:endParaRPr>
            </a:p>
          </p:txBody>
        </p:sp>
      </p:grpSp>
      <p:grpSp>
        <p:nvGrpSpPr>
          <p:cNvPr id="5" name="组合 4">
            <a:extLst>
              <a:ext uri="{FF2B5EF4-FFF2-40B4-BE49-F238E27FC236}">
                <a16:creationId xmlns:a16="http://schemas.microsoft.com/office/drawing/2014/main" id="{C911E4A5-C228-4645-8A56-EB0CF3F8A295}"/>
              </a:ext>
            </a:extLst>
          </p:cNvPr>
          <p:cNvGrpSpPr/>
          <p:nvPr/>
        </p:nvGrpSpPr>
        <p:grpSpPr>
          <a:xfrm>
            <a:off x="8453155" y="1990307"/>
            <a:ext cx="746410" cy="409368"/>
            <a:chOff x="8416072" y="1787096"/>
            <a:chExt cx="746412" cy="409368"/>
          </a:xfrm>
        </p:grpSpPr>
        <p:sp>
          <p:nvSpPr>
            <p:cNvPr id="225" name="OTLSHAPE_T_e17f3958430f4cff8650518c93c7635e_StartDate">
              <a:extLst>
                <a:ext uri="{FF2B5EF4-FFF2-40B4-BE49-F238E27FC236}">
                  <a16:creationId xmlns:a16="http://schemas.microsoft.com/office/drawing/2014/main" id="{66B72D49-72EA-4466-BBCB-474ADB480A4C}"/>
                </a:ext>
              </a:extLst>
            </p:cNvPr>
            <p:cNvSpPr txBox="1"/>
            <p:nvPr>
              <p:custDataLst>
                <p:tags r:id="rId37"/>
              </p:custDataLst>
            </p:nvPr>
          </p:nvSpPr>
          <p:spPr>
            <a:xfrm>
              <a:off x="8416072" y="1787096"/>
              <a:ext cx="746412" cy="123111"/>
            </a:xfrm>
            <a:prstGeom prst="rect">
              <a:avLst/>
            </a:prstGeom>
            <a:noFill/>
          </p:spPr>
          <p:txBody>
            <a:bodyPr vert="horz" wrap="square" lIns="0" tIns="0" rIns="0" bIns="0" rtlCol="0" anchor="ctr" anchorCtr="0">
              <a:spAutoFit/>
            </a:bodyPr>
            <a:lstStyle/>
            <a:p>
              <a:pPr algn="ctr"/>
              <a:r>
                <a:rPr lang="en-US" altLang="zh-CN" sz="800" b="1">
                  <a:solidFill>
                    <a:srgbClr val="203864"/>
                  </a:solidFill>
                  <a:latin typeface="Calibri" panose="020F0502020204030204" pitchFamily="34" charset="0"/>
                  <a:cs typeface="Calibri" panose="020F0502020204030204" pitchFamily="34" charset="0"/>
                </a:rPr>
                <a:t>26 Jul 2026</a:t>
              </a:r>
              <a:endParaRPr lang="zh-CN" altLang="en-US" sz="800" b="1">
                <a:solidFill>
                  <a:srgbClr val="203864"/>
                </a:solidFill>
                <a:latin typeface="Calibri" panose="020F0502020204030204" pitchFamily="34" charset="0"/>
                <a:cs typeface="Calibri" panose="020F0502020204030204" pitchFamily="34" charset="0"/>
              </a:endParaRPr>
            </a:p>
          </p:txBody>
        </p:sp>
        <p:sp>
          <p:nvSpPr>
            <p:cNvPr id="227" name="Rectangle 37">
              <a:extLst>
                <a:ext uri="{FF2B5EF4-FFF2-40B4-BE49-F238E27FC236}">
                  <a16:creationId xmlns:a16="http://schemas.microsoft.com/office/drawing/2014/main" id="{FE82B3E4-078D-4E0F-9633-06B05A75D69C}"/>
                </a:ext>
              </a:extLst>
            </p:cNvPr>
            <p:cNvSpPr/>
            <p:nvPr/>
          </p:nvSpPr>
          <p:spPr>
            <a:xfrm>
              <a:off x="8481788" y="1857910"/>
              <a:ext cx="574197" cy="338554"/>
            </a:xfrm>
            <a:prstGeom prst="rect">
              <a:avLst/>
            </a:prstGeom>
          </p:spPr>
          <p:txBody>
            <a:bodyPr wrap="none">
              <a:spAutoFit/>
            </a:bodyPr>
            <a:lstStyle/>
            <a:p>
              <a:pPr algn="ctr"/>
              <a:r>
                <a:rPr lang="en-US" altLang="zh-CN" sz="800" b="1">
                  <a:solidFill>
                    <a:srgbClr val="203864"/>
                  </a:solidFill>
                  <a:latin typeface="Calibri" panose="020F0502020204030204" pitchFamily="34" charset="0"/>
                  <a:cs typeface="Calibri" panose="020F0502020204030204" pitchFamily="34" charset="0"/>
                </a:rPr>
                <a:t>NDA sub </a:t>
              </a:r>
            </a:p>
            <a:p>
              <a:pPr algn="ctr"/>
              <a:endParaRPr lang="zh-CN" altLang="en-US" sz="800" b="1">
                <a:solidFill>
                  <a:srgbClr val="203864"/>
                </a:solidFill>
                <a:latin typeface="Calibri" panose="020F0502020204030204" pitchFamily="34" charset="0"/>
                <a:cs typeface="Calibri" panose="020F0502020204030204" pitchFamily="34" charset="0"/>
              </a:endParaRPr>
            </a:p>
          </p:txBody>
        </p:sp>
      </p:grpSp>
      <p:grpSp>
        <p:nvGrpSpPr>
          <p:cNvPr id="16" name="组合 15">
            <a:extLst>
              <a:ext uri="{FF2B5EF4-FFF2-40B4-BE49-F238E27FC236}">
                <a16:creationId xmlns:a16="http://schemas.microsoft.com/office/drawing/2014/main" id="{528D940B-43C7-4558-8A8B-062AB357E237}"/>
              </a:ext>
            </a:extLst>
          </p:cNvPr>
          <p:cNvGrpSpPr/>
          <p:nvPr/>
        </p:nvGrpSpPr>
        <p:grpSpPr>
          <a:xfrm>
            <a:off x="94417" y="1857457"/>
            <a:ext cx="8738763" cy="1131031"/>
            <a:chOff x="94416" y="1815964"/>
            <a:chExt cx="8738763" cy="1131031"/>
          </a:xfrm>
        </p:grpSpPr>
        <p:sp>
          <p:nvSpPr>
            <p:cNvPr id="72" name="TextBox 146"/>
            <p:cNvSpPr txBox="1"/>
            <p:nvPr/>
          </p:nvSpPr>
          <p:spPr>
            <a:xfrm>
              <a:off x="94416" y="2032499"/>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SYNCHRONIZE-1</a:t>
              </a:r>
            </a:p>
          </p:txBody>
        </p:sp>
        <p:sp>
          <p:nvSpPr>
            <p:cNvPr id="74" name="TextBox 146"/>
            <p:cNvSpPr txBox="1"/>
            <p:nvPr/>
          </p:nvSpPr>
          <p:spPr>
            <a:xfrm>
              <a:off x="94416" y="2357270"/>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SYNCHRONIZE-2</a:t>
              </a:r>
            </a:p>
          </p:txBody>
        </p:sp>
        <p:sp>
          <p:nvSpPr>
            <p:cNvPr id="82" name="TextBox 146"/>
            <p:cNvSpPr txBox="1"/>
            <p:nvPr/>
          </p:nvSpPr>
          <p:spPr>
            <a:xfrm>
              <a:off x="94416" y="2682037"/>
              <a:ext cx="720000" cy="24622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SYNCHRONIZE-CVOT</a:t>
              </a:r>
            </a:p>
          </p:txBody>
        </p:sp>
        <p:sp>
          <p:nvSpPr>
            <p:cNvPr id="177" name="TextBox 176">
              <a:extLst>
                <a:ext uri="{FF2B5EF4-FFF2-40B4-BE49-F238E27FC236}">
                  <a16:creationId xmlns:a16="http://schemas.microsoft.com/office/drawing/2014/main" id="{F7235E81-0FFA-4095-BDA9-219AD659BF81}"/>
                </a:ext>
              </a:extLst>
            </p:cNvPr>
            <p:cNvSpPr txBox="1"/>
            <p:nvPr/>
          </p:nvSpPr>
          <p:spPr>
            <a:xfrm>
              <a:off x="3881296" y="1866585"/>
              <a:ext cx="762687"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Apr/LSR</a:t>
              </a:r>
            </a:p>
          </p:txBody>
        </p:sp>
        <p:sp>
          <p:nvSpPr>
            <p:cNvPr id="226" name="OTLSHAPE_M_6b1a73d763be4fac8983a757de742681_Shape">
              <a:extLst>
                <a:ext uri="{FF2B5EF4-FFF2-40B4-BE49-F238E27FC236}">
                  <a16:creationId xmlns:a16="http://schemas.microsoft.com/office/drawing/2014/main" id="{54472A95-3527-4483-A454-2A6B85E4AF1C}"/>
                </a:ext>
              </a:extLst>
            </p:cNvPr>
            <p:cNvSpPr/>
            <p:nvPr>
              <p:custDataLst>
                <p:tags r:id="rId30"/>
              </p:custDataLst>
            </p:nvPr>
          </p:nvSpPr>
          <p:spPr>
            <a:xfrm>
              <a:off x="8689179" y="1815964"/>
              <a:ext cx="144000" cy="144000"/>
            </a:xfrm>
            <a:prstGeom prst="diamond">
              <a:avLst/>
            </a:prstGeom>
            <a:solidFill>
              <a:schemeClr val="accent2"/>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800">
                <a:solidFill>
                  <a:srgbClr val="203864"/>
                </a:solidFill>
                <a:latin typeface="Calibri" panose="020F0502020204030204" pitchFamily="34" charset="0"/>
                <a:cs typeface="Calibri" panose="020F0502020204030204" pitchFamily="34" charset="0"/>
              </a:endParaRPr>
            </a:p>
          </p:txBody>
        </p:sp>
        <p:sp>
          <p:nvSpPr>
            <p:cNvPr id="171" name="OTLSHAPE_T_e17f3958430f4cff8650518c93c7635e_Shape">
              <a:extLst>
                <a:ext uri="{FF2B5EF4-FFF2-40B4-BE49-F238E27FC236}">
                  <a16:creationId xmlns:a16="http://schemas.microsoft.com/office/drawing/2014/main" id="{F4EBF5DB-75B7-47C9-97E6-3A193A92FD22}"/>
                </a:ext>
              </a:extLst>
            </p:cNvPr>
            <p:cNvSpPr/>
            <p:nvPr>
              <p:custDataLst>
                <p:tags r:id="rId31"/>
              </p:custDataLst>
            </p:nvPr>
          </p:nvSpPr>
          <p:spPr bwMode="auto">
            <a:xfrm>
              <a:off x="3064665" y="1994605"/>
              <a:ext cx="1186549" cy="18125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w/o T2DM, N=709</a:t>
              </a:r>
            </a:p>
          </p:txBody>
        </p:sp>
        <p:sp>
          <p:nvSpPr>
            <p:cNvPr id="139" name="OTLSHAPE_T_5a934a26f311425e8ebaa0f45e6533ad_Shape">
              <a:extLst>
                <a:ext uri="{FF2B5EF4-FFF2-40B4-BE49-F238E27FC236}">
                  <a16:creationId xmlns:a16="http://schemas.microsoft.com/office/drawing/2014/main" id="{3AADFD0C-E478-4702-BCAC-3DCA92863B0E}"/>
                </a:ext>
              </a:extLst>
            </p:cNvPr>
            <p:cNvSpPr/>
            <p:nvPr>
              <p:custDataLst>
                <p:tags r:id="rId32"/>
              </p:custDataLst>
            </p:nvPr>
          </p:nvSpPr>
          <p:spPr bwMode="auto">
            <a:xfrm>
              <a:off x="6307494" y="2655427"/>
              <a:ext cx="1920240" cy="143625"/>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57" name="Star: 4 Points 143">
              <a:extLst>
                <a:ext uri="{FF2B5EF4-FFF2-40B4-BE49-F238E27FC236}">
                  <a16:creationId xmlns:a16="http://schemas.microsoft.com/office/drawing/2014/main" id="{A3EC5C36-5E1F-446F-BF43-32E629CB6B49}"/>
                </a:ext>
              </a:extLst>
            </p:cNvPr>
            <p:cNvSpPr/>
            <p:nvPr/>
          </p:nvSpPr>
          <p:spPr bwMode="auto">
            <a:xfrm>
              <a:off x="8122841" y="2701569"/>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8" name="Star: 4 Points 143">
              <a:extLst>
                <a:ext uri="{FF2B5EF4-FFF2-40B4-BE49-F238E27FC236}">
                  <a16:creationId xmlns:a16="http://schemas.microsoft.com/office/drawing/2014/main" id="{7E19EE01-6D82-4BC6-BA0E-8395AB5A3251}"/>
                </a:ext>
              </a:extLst>
            </p:cNvPr>
            <p:cNvSpPr/>
            <p:nvPr/>
          </p:nvSpPr>
          <p:spPr bwMode="auto">
            <a:xfrm>
              <a:off x="6209118" y="264441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78" name="TextBox 177">
              <a:extLst>
                <a:ext uri="{FF2B5EF4-FFF2-40B4-BE49-F238E27FC236}">
                  <a16:creationId xmlns:a16="http://schemas.microsoft.com/office/drawing/2014/main" id="{287F5F38-28F5-419D-806F-AFB1B1E3C586}"/>
                </a:ext>
              </a:extLst>
            </p:cNvPr>
            <p:cNvSpPr txBox="1"/>
            <p:nvPr/>
          </p:nvSpPr>
          <p:spPr>
            <a:xfrm>
              <a:off x="5927071" y="2823884"/>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May</a:t>
              </a:r>
              <a:r>
                <a:rPr lang="en-US" sz="800" b="1">
                  <a:solidFill>
                    <a:srgbClr val="203864"/>
                  </a:solidFill>
                  <a:latin typeface="Calibri" panose="020F0502020204030204" pitchFamily="34" charset="0"/>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LSR</a:t>
              </a:r>
              <a:endParaRPr lang="en-US" sz="800" b="1">
                <a:solidFill>
                  <a:srgbClr val="203864"/>
                </a:solidFill>
                <a:latin typeface="Calibri" panose="020F0502020204030204" pitchFamily="34" charset="0"/>
                <a:cs typeface="Calibri" panose="020F0502020204030204" pitchFamily="34" charset="0"/>
              </a:endParaRPr>
            </a:p>
          </p:txBody>
        </p:sp>
        <p:sp>
          <p:nvSpPr>
            <p:cNvPr id="179" name="TextBox 178">
              <a:extLst>
                <a:ext uri="{FF2B5EF4-FFF2-40B4-BE49-F238E27FC236}">
                  <a16:creationId xmlns:a16="http://schemas.microsoft.com/office/drawing/2014/main" id="{78AD7E7B-0D93-44E7-A461-265545763924}"/>
                </a:ext>
              </a:extLst>
            </p:cNvPr>
            <p:cNvSpPr txBox="1"/>
            <p:nvPr/>
          </p:nvSpPr>
          <p:spPr>
            <a:xfrm>
              <a:off x="7896292" y="2461624"/>
              <a:ext cx="627645" cy="24622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30Apr</a:t>
              </a:r>
            </a:p>
            <a:p>
              <a:pPr algn="ctr" defTabSz="1625438"/>
              <a:r>
                <a:rPr lang="en-US" altLang="zh-CN" sz="800" b="1">
                  <a:solidFill>
                    <a:srgbClr val="203864"/>
                  </a:solidFill>
                  <a:latin typeface="Calibri" panose="020F0502020204030204" pitchFamily="34" charset="0"/>
                  <a:cs typeface="Calibri" panose="020F0502020204030204" pitchFamily="34" charset="0"/>
                </a:rPr>
                <a:t>/TLR</a:t>
              </a:r>
            </a:p>
          </p:txBody>
        </p:sp>
        <p:sp>
          <p:nvSpPr>
            <p:cNvPr id="176" name="OTLSHAPE_T_e17f3958430f4cff8650518c93c7635e_Shape">
              <a:extLst>
                <a:ext uri="{FF2B5EF4-FFF2-40B4-BE49-F238E27FC236}">
                  <a16:creationId xmlns:a16="http://schemas.microsoft.com/office/drawing/2014/main" id="{9996BC75-AED7-4C95-8473-FDC22EACC8C6}"/>
                </a:ext>
              </a:extLst>
            </p:cNvPr>
            <p:cNvSpPr/>
            <p:nvPr>
              <p:custDataLst>
                <p:tags r:id="rId33"/>
              </p:custDataLst>
            </p:nvPr>
          </p:nvSpPr>
          <p:spPr bwMode="auto">
            <a:xfrm>
              <a:off x="3064666" y="2644143"/>
              <a:ext cx="3242826" cy="146936"/>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Obesity with CV risk, N=4935 (up to 6000)</a:t>
              </a:r>
              <a:endParaRPr lang="en-US" altLang="zh-CN" sz="800" b="1" strike="sngStrike">
                <a:solidFill>
                  <a:srgbClr val="203864"/>
                </a:solidFill>
                <a:latin typeface="Calibri" panose="020F0502020204030204" pitchFamily="34" charset="0"/>
                <a:cs typeface="Calibri" panose="020F0502020204030204" pitchFamily="34" charset="0"/>
              </a:endParaRPr>
            </a:p>
          </p:txBody>
        </p:sp>
        <p:sp>
          <p:nvSpPr>
            <p:cNvPr id="180" name="TextBox 179">
              <a:extLst>
                <a:ext uri="{FF2B5EF4-FFF2-40B4-BE49-F238E27FC236}">
                  <a16:creationId xmlns:a16="http://schemas.microsoft.com/office/drawing/2014/main" id="{C36AD114-1EFF-4823-BF5A-4400FF1D5F0E}"/>
                </a:ext>
              </a:extLst>
            </p:cNvPr>
            <p:cNvSpPr txBox="1"/>
            <p:nvPr/>
          </p:nvSpPr>
          <p:spPr>
            <a:xfrm>
              <a:off x="2762586" y="1849401"/>
              <a:ext cx="609600"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25Nov/FSS</a:t>
              </a:r>
            </a:p>
          </p:txBody>
        </p:sp>
        <p:sp>
          <p:nvSpPr>
            <p:cNvPr id="156" name="OTLSHAPE_T_5a934a26f311425e8ebaa0f45e6533ad_Shape">
              <a:extLst>
                <a:ext uri="{FF2B5EF4-FFF2-40B4-BE49-F238E27FC236}">
                  <a16:creationId xmlns:a16="http://schemas.microsoft.com/office/drawing/2014/main" id="{17915A8F-7CD7-48C4-A19A-3D702BD4583C}"/>
                </a:ext>
              </a:extLst>
            </p:cNvPr>
            <p:cNvSpPr/>
            <p:nvPr>
              <p:custDataLst>
                <p:tags r:id="rId34"/>
              </p:custDataLst>
            </p:nvPr>
          </p:nvSpPr>
          <p:spPr bwMode="auto">
            <a:xfrm>
              <a:off x="4251214" y="2004598"/>
              <a:ext cx="3396037" cy="1690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70" name="Star: 4 Points 143">
              <a:extLst>
                <a:ext uri="{FF2B5EF4-FFF2-40B4-BE49-F238E27FC236}">
                  <a16:creationId xmlns:a16="http://schemas.microsoft.com/office/drawing/2014/main" id="{410ACF09-A8B3-40B0-A2E0-76E82BB72A46}"/>
                </a:ext>
              </a:extLst>
            </p:cNvPr>
            <p:cNvSpPr/>
            <p:nvPr/>
          </p:nvSpPr>
          <p:spPr bwMode="auto">
            <a:xfrm>
              <a:off x="4165572" y="203051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3" name="OTLSHAPE_T_5a934a26f311425e8ebaa0f45e6533ad_Shape">
              <a:extLst>
                <a:ext uri="{FF2B5EF4-FFF2-40B4-BE49-F238E27FC236}">
                  <a16:creationId xmlns:a16="http://schemas.microsoft.com/office/drawing/2014/main" id="{66EC4921-091C-46B4-B50F-57FA446630DE}"/>
                </a:ext>
              </a:extLst>
            </p:cNvPr>
            <p:cNvSpPr/>
            <p:nvPr>
              <p:custDataLst>
                <p:tags r:id="rId35"/>
              </p:custDataLst>
            </p:nvPr>
          </p:nvSpPr>
          <p:spPr bwMode="auto">
            <a:xfrm>
              <a:off x="4537104" y="2303603"/>
              <a:ext cx="3108960" cy="151875"/>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73" name="OTLSHAPE_T_e17f3958430f4cff8650518c93c7635e_Shape">
              <a:extLst>
                <a:ext uri="{FF2B5EF4-FFF2-40B4-BE49-F238E27FC236}">
                  <a16:creationId xmlns:a16="http://schemas.microsoft.com/office/drawing/2014/main" id="{9610C173-774E-4809-90E8-036956CB879A}"/>
                </a:ext>
              </a:extLst>
            </p:cNvPr>
            <p:cNvSpPr/>
            <p:nvPr>
              <p:custDataLst>
                <p:tags r:id="rId36"/>
              </p:custDataLst>
            </p:nvPr>
          </p:nvSpPr>
          <p:spPr bwMode="auto">
            <a:xfrm>
              <a:off x="3064668" y="2303603"/>
              <a:ext cx="1463036" cy="17677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de-DE" altLang="zh-CN" sz="800" b="1">
                  <a:solidFill>
                    <a:srgbClr val="203864"/>
                  </a:solidFill>
                  <a:latin typeface="Calibri" panose="020F0502020204030204" pitchFamily="34" charset="0"/>
                  <a:cs typeface="Calibri" panose="020F0502020204030204" pitchFamily="34" charset="0"/>
                </a:rPr>
                <a:t>with T2DM, N=600</a:t>
              </a:r>
            </a:p>
          </p:txBody>
        </p:sp>
        <p:sp>
          <p:nvSpPr>
            <p:cNvPr id="161" name="Star: 4 Points 143">
              <a:extLst>
                <a:ext uri="{FF2B5EF4-FFF2-40B4-BE49-F238E27FC236}">
                  <a16:creationId xmlns:a16="http://schemas.microsoft.com/office/drawing/2014/main" id="{C25F8EEB-1E94-458E-B49E-CCC060014DCB}"/>
                </a:ext>
              </a:extLst>
            </p:cNvPr>
            <p:cNvSpPr/>
            <p:nvPr/>
          </p:nvSpPr>
          <p:spPr bwMode="auto">
            <a:xfrm>
              <a:off x="4440604" y="2408322"/>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1" name="Star: 4 Points 143">
              <a:extLst>
                <a:ext uri="{FF2B5EF4-FFF2-40B4-BE49-F238E27FC236}">
                  <a16:creationId xmlns:a16="http://schemas.microsoft.com/office/drawing/2014/main" id="{CF17B9B8-E45E-4432-9877-57BF9A920730}"/>
                </a:ext>
              </a:extLst>
            </p:cNvPr>
            <p:cNvSpPr/>
            <p:nvPr/>
          </p:nvSpPr>
          <p:spPr bwMode="auto">
            <a:xfrm>
              <a:off x="2968090" y="2031054"/>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4" name="Star: 4 Points 143">
              <a:extLst>
                <a:ext uri="{FF2B5EF4-FFF2-40B4-BE49-F238E27FC236}">
                  <a16:creationId xmlns:a16="http://schemas.microsoft.com/office/drawing/2014/main" id="{41156E56-7939-4DB4-9DCE-DDE2187AE2FC}"/>
                </a:ext>
              </a:extLst>
            </p:cNvPr>
            <p:cNvSpPr/>
            <p:nvPr/>
          </p:nvSpPr>
          <p:spPr bwMode="auto">
            <a:xfrm>
              <a:off x="7553306" y="2098838"/>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8" name="Star: 4 Points 143">
              <a:extLst>
                <a:ext uri="{FF2B5EF4-FFF2-40B4-BE49-F238E27FC236}">
                  <a16:creationId xmlns:a16="http://schemas.microsoft.com/office/drawing/2014/main" id="{26B65E49-67D1-4C91-8A8F-69550E5EB95A}"/>
                </a:ext>
              </a:extLst>
            </p:cNvPr>
            <p:cNvSpPr/>
            <p:nvPr/>
          </p:nvSpPr>
          <p:spPr bwMode="auto">
            <a:xfrm>
              <a:off x="2963378" y="2361781"/>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9" name="TextBox 158">
              <a:extLst>
                <a:ext uri="{FF2B5EF4-FFF2-40B4-BE49-F238E27FC236}">
                  <a16:creationId xmlns:a16="http://schemas.microsoft.com/office/drawing/2014/main" id="{8A4102C0-123C-43D3-BD33-BD758D9260DC}"/>
                </a:ext>
              </a:extLst>
            </p:cNvPr>
            <p:cNvSpPr txBox="1"/>
            <p:nvPr/>
          </p:nvSpPr>
          <p:spPr>
            <a:xfrm>
              <a:off x="7255363" y="1849401"/>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25Feb2026</a:t>
              </a:r>
              <a:r>
                <a:rPr lang="en-US" sz="800" b="1">
                  <a:solidFill>
                    <a:srgbClr val="203864"/>
                  </a:solidFill>
                  <a:latin typeface="Calibri" panose="020F0502020204030204" pitchFamily="34" charset="0"/>
                  <a:cs typeface="Calibri" panose="020F0502020204030204" pitchFamily="34" charset="0"/>
                </a:rPr>
                <a:t>/TLR</a:t>
              </a:r>
            </a:p>
          </p:txBody>
        </p:sp>
        <p:sp>
          <p:nvSpPr>
            <p:cNvPr id="124" name="Star: 4 Points 143">
              <a:extLst>
                <a:ext uri="{FF2B5EF4-FFF2-40B4-BE49-F238E27FC236}">
                  <a16:creationId xmlns:a16="http://schemas.microsoft.com/office/drawing/2014/main" id="{803ACDE2-E736-4889-930F-9D20FDBE28EF}"/>
                </a:ext>
              </a:extLst>
            </p:cNvPr>
            <p:cNvSpPr/>
            <p:nvPr/>
          </p:nvSpPr>
          <p:spPr bwMode="auto">
            <a:xfrm>
              <a:off x="7542050" y="2363655"/>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25" name="Star: 4 Points 143">
              <a:extLst>
                <a:ext uri="{FF2B5EF4-FFF2-40B4-BE49-F238E27FC236}">
                  <a16:creationId xmlns:a16="http://schemas.microsoft.com/office/drawing/2014/main" id="{11D68AB7-5C98-4234-A2D8-6C53239E7C0C}"/>
                </a:ext>
              </a:extLst>
            </p:cNvPr>
            <p:cNvSpPr/>
            <p:nvPr/>
          </p:nvSpPr>
          <p:spPr bwMode="auto">
            <a:xfrm>
              <a:off x="2968090" y="271109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grpSp>
      <p:sp>
        <p:nvSpPr>
          <p:cNvPr id="110" name="灯片编号占位符 2">
            <a:extLst>
              <a:ext uri="{FF2B5EF4-FFF2-40B4-BE49-F238E27FC236}">
                <a16:creationId xmlns:a16="http://schemas.microsoft.com/office/drawing/2014/main" id="{293C8DF2-23DA-491E-8B42-CA67C2A8D18A}"/>
              </a:ext>
            </a:extLst>
          </p:cNvPr>
          <p:cNvSpPr>
            <a:spLocks noGrp="1"/>
          </p:cNvSpPr>
          <p:nvPr>
            <p:ph type="sldNum" sz="quarter" idx="11"/>
          </p:nvPr>
        </p:nvSpPr>
        <p:spPr/>
        <p:txBody>
          <a:bodyPr/>
          <a:lstStyle/>
          <a:p>
            <a:fld id="{143B55C4-4F5A-416B-997D-6CE47EB0A945}" type="slidenum">
              <a:rPr lang="en-GB" smtClean="0"/>
              <a:pPr/>
              <a:t>14</a:t>
            </a:fld>
            <a:endParaRPr lang="en-GB"/>
          </a:p>
        </p:txBody>
      </p:sp>
      <p:cxnSp>
        <p:nvCxnSpPr>
          <p:cNvPr id="146" name="直接连接符 145">
            <a:extLst>
              <a:ext uri="{FF2B5EF4-FFF2-40B4-BE49-F238E27FC236}">
                <a16:creationId xmlns:a16="http://schemas.microsoft.com/office/drawing/2014/main" id="{3EB8C12A-4512-4719-9A12-FD05431B5098}"/>
              </a:ext>
            </a:extLst>
          </p:cNvPr>
          <p:cNvCxnSpPr>
            <a:cxnSpLocks/>
          </p:cNvCxnSpPr>
          <p:nvPr/>
        </p:nvCxnSpPr>
        <p:spPr>
          <a:xfrm>
            <a:off x="3927404" y="1879428"/>
            <a:ext cx="12129" cy="3001148"/>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149" name="TextBox 56">
            <a:extLst>
              <a:ext uri="{FF2B5EF4-FFF2-40B4-BE49-F238E27FC236}">
                <a16:creationId xmlns:a16="http://schemas.microsoft.com/office/drawing/2014/main" id="{C94FAC8B-A607-4A05-BBF2-C27AE74589D9}"/>
              </a:ext>
            </a:extLst>
          </p:cNvPr>
          <p:cNvSpPr txBox="1"/>
          <p:nvPr/>
        </p:nvSpPr>
        <p:spPr>
          <a:xfrm>
            <a:off x="2922216" y="1725204"/>
            <a:ext cx="2086527" cy="153888"/>
          </a:xfrm>
          <a:prstGeom prst="rect">
            <a:avLst/>
          </a:prstGeom>
          <a:noFill/>
        </p:spPr>
        <p:txBody>
          <a:bodyPr wrap="square" lIns="45720" tIns="0" rIns="4572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70">
              <a:defRPr/>
            </a:pPr>
            <a:r>
              <a:rPr lang="en-US" sz="1000">
                <a:solidFill>
                  <a:srgbClr val="FF0000"/>
                </a:solidFill>
                <a:latin typeface="+mj-lt"/>
                <a:cs typeface="Calibri" panose="020F0502020204030204" pitchFamily="34" charset="0"/>
              </a:rPr>
              <a:t>We are here</a:t>
            </a:r>
          </a:p>
        </p:txBody>
      </p:sp>
      <p:grpSp>
        <p:nvGrpSpPr>
          <p:cNvPr id="207" name="组合 206">
            <a:extLst>
              <a:ext uri="{FF2B5EF4-FFF2-40B4-BE49-F238E27FC236}">
                <a16:creationId xmlns:a16="http://schemas.microsoft.com/office/drawing/2014/main" id="{5AD5EB17-19CD-423B-92D5-55AE9D84C190}"/>
              </a:ext>
            </a:extLst>
          </p:cNvPr>
          <p:cNvGrpSpPr/>
          <p:nvPr/>
        </p:nvGrpSpPr>
        <p:grpSpPr>
          <a:xfrm>
            <a:off x="10717268" y="3531143"/>
            <a:ext cx="1056643" cy="620841"/>
            <a:chOff x="9735377" y="5081282"/>
            <a:chExt cx="1056642" cy="620840"/>
          </a:xfrm>
        </p:grpSpPr>
        <p:sp>
          <p:nvSpPr>
            <p:cNvPr id="208" name="五角星 55">
              <a:extLst>
                <a:ext uri="{FF2B5EF4-FFF2-40B4-BE49-F238E27FC236}">
                  <a16:creationId xmlns:a16="http://schemas.microsoft.com/office/drawing/2014/main" id="{ACE75D6F-23FE-4E72-BE3A-B716DD252705}"/>
                </a:ext>
              </a:extLst>
            </p:cNvPr>
            <p:cNvSpPr/>
            <p:nvPr/>
          </p:nvSpPr>
          <p:spPr bwMode="auto">
            <a:xfrm>
              <a:off x="10110198" y="5081282"/>
              <a:ext cx="203981" cy="179685"/>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209" name="OTLSHAPE_M_39ea6ebc19a94c9fab6ef5006c31df58_Title">
              <a:extLst>
                <a:ext uri="{FF2B5EF4-FFF2-40B4-BE49-F238E27FC236}">
                  <a16:creationId xmlns:a16="http://schemas.microsoft.com/office/drawing/2014/main" id="{D92E168B-23D5-4441-82DF-B134AB51A1D2}"/>
                </a:ext>
              </a:extLst>
            </p:cNvPr>
            <p:cNvSpPr txBox="1"/>
            <p:nvPr>
              <p:custDataLst>
                <p:tags r:id="rId29"/>
              </p:custDataLst>
            </p:nvPr>
          </p:nvSpPr>
          <p:spPr>
            <a:xfrm>
              <a:off x="9735377" y="5332791"/>
              <a:ext cx="1056642" cy="369331"/>
            </a:xfrm>
            <a:prstGeom prst="rect">
              <a:avLst/>
            </a:prstGeom>
            <a:noFill/>
          </p:spPr>
          <p:txBody>
            <a:bodyPr vert="horz" wrap="square" lIns="0" tIns="0" rIns="0" bIns="0" rtlCol="0" anchor="ctr" anchorCtr="0">
              <a:spAutoFit/>
            </a:bodyPr>
            <a:lstStyle/>
            <a:p>
              <a:pPr algn="ctr"/>
              <a:r>
                <a:rPr lang="en-US" altLang="zh-CN" sz="800" b="1">
                  <a:solidFill>
                    <a:srgbClr val="003366"/>
                  </a:solidFill>
                  <a:latin typeface="Calibri" panose="020F0502020204030204" pitchFamily="34" charset="0"/>
                  <a:cs typeface="Calibri" panose="020F0502020204030204" pitchFamily="34" charset="0"/>
                </a:rPr>
                <a:t>Jan 2028</a:t>
              </a:r>
            </a:p>
            <a:p>
              <a:pPr algn="ctr"/>
              <a:r>
                <a:rPr lang="en-US" altLang="zh-CN" sz="800" b="1">
                  <a:solidFill>
                    <a:srgbClr val="003366"/>
                  </a:solidFill>
                  <a:latin typeface="Calibri" panose="020F0502020204030204" pitchFamily="34" charset="0"/>
                  <a:cs typeface="Calibri" panose="020F0502020204030204" pitchFamily="34" charset="0"/>
                </a:rPr>
                <a:t>CN NDA App </a:t>
              </a:r>
            </a:p>
            <a:p>
              <a:pPr algn="ctr"/>
              <a:r>
                <a:rPr lang="en-US" altLang="zh-CN" sz="800" b="1">
                  <a:solidFill>
                    <a:srgbClr val="003366"/>
                  </a:solidFill>
                  <a:latin typeface="Calibri" panose="020F0502020204030204" pitchFamily="34" charset="0"/>
                  <a:cs typeface="Calibri" panose="020F0502020204030204" pitchFamily="34" charset="0"/>
                </a:rPr>
                <a:t>(base case)</a:t>
              </a:r>
            </a:p>
          </p:txBody>
        </p:sp>
      </p:grpSp>
      <p:grpSp>
        <p:nvGrpSpPr>
          <p:cNvPr id="210" name="组合 209">
            <a:extLst>
              <a:ext uri="{FF2B5EF4-FFF2-40B4-BE49-F238E27FC236}">
                <a16:creationId xmlns:a16="http://schemas.microsoft.com/office/drawing/2014/main" id="{E5A55BFD-CA12-4057-AC31-22CE9B2F0D50}"/>
              </a:ext>
            </a:extLst>
          </p:cNvPr>
          <p:cNvGrpSpPr/>
          <p:nvPr/>
        </p:nvGrpSpPr>
        <p:grpSpPr>
          <a:xfrm>
            <a:off x="8805450" y="3554880"/>
            <a:ext cx="825867" cy="682240"/>
            <a:chOff x="7934026" y="5028530"/>
            <a:chExt cx="825867" cy="682239"/>
          </a:xfrm>
        </p:grpSpPr>
        <p:sp>
          <p:nvSpPr>
            <p:cNvPr id="211" name="OTLSHAPE_M_6b1a73d763be4fac8983a757de742681_Shape">
              <a:extLst>
                <a:ext uri="{FF2B5EF4-FFF2-40B4-BE49-F238E27FC236}">
                  <a16:creationId xmlns:a16="http://schemas.microsoft.com/office/drawing/2014/main" id="{D11B5CBA-6A45-403B-9084-927926A11258}"/>
                </a:ext>
              </a:extLst>
            </p:cNvPr>
            <p:cNvSpPr>
              <a:spLocks noChangeAspect="1"/>
            </p:cNvSpPr>
            <p:nvPr>
              <p:custDataLst>
                <p:tags r:id="rId28"/>
              </p:custDataLst>
            </p:nvPr>
          </p:nvSpPr>
          <p:spPr>
            <a:xfrm>
              <a:off x="8255520" y="5028530"/>
              <a:ext cx="182880" cy="182880"/>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200" b="1" err="1">
                <a:solidFill>
                  <a:srgbClr val="FF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212" name="Rectangle 37">
              <a:extLst>
                <a:ext uri="{FF2B5EF4-FFF2-40B4-BE49-F238E27FC236}">
                  <a16:creationId xmlns:a16="http://schemas.microsoft.com/office/drawing/2014/main" id="{4F12D62E-0204-43B9-8722-3EE8538E20E6}"/>
                </a:ext>
              </a:extLst>
            </p:cNvPr>
            <p:cNvSpPr/>
            <p:nvPr/>
          </p:nvSpPr>
          <p:spPr>
            <a:xfrm>
              <a:off x="7934026" y="5187550"/>
              <a:ext cx="825867" cy="523219"/>
            </a:xfrm>
            <a:prstGeom prst="rect">
              <a:avLst/>
            </a:prstGeom>
          </p:spPr>
          <p:txBody>
            <a:bodyPr wrap="none">
              <a:spAutoFit/>
            </a:bodyPr>
            <a:lstStyle/>
            <a:p>
              <a:pPr algn="ctr"/>
              <a:r>
                <a:rPr lang="en-US" altLang="zh-CN" sz="1000" b="1">
                  <a:solidFill>
                    <a:srgbClr val="003366"/>
                  </a:solidFill>
                  <a:latin typeface="Calibri" panose="020F0502020204030204" pitchFamily="34" charset="0"/>
                  <a:cs typeface="Calibri" panose="020F0502020204030204" pitchFamily="34" charset="0"/>
                </a:rPr>
                <a:t>Aug 2026</a:t>
              </a:r>
            </a:p>
            <a:p>
              <a:pPr algn="ctr"/>
              <a:r>
                <a:rPr lang="en-US" altLang="zh-CN" sz="1000" b="1">
                  <a:solidFill>
                    <a:srgbClr val="003366"/>
                  </a:solidFill>
                  <a:latin typeface="Calibri" panose="020F0502020204030204" pitchFamily="34" charset="0"/>
                  <a:cs typeface="Calibri" panose="020F0502020204030204" pitchFamily="34" charset="0"/>
                </a:rPr>
                <a:t>CN NDA sub</a:t>
              </a:r>
            </a:p>
            <a:p>
              <a:pPr algn="ctr"/>
              <a:endParaRPr lang="en-US" altLang="zh-CN" sz="800" b="1">
                <a:solidFill>
                  <a:srgbClr val="003366"/>
                </a:solidFill>
                <a:latin typeface="Calibri" panose="020F0502020204030204" pitchFamily="34" charset="0"/>
                <a:cs typeface="Calibri" panose="020F0502020204030204" pitchFamily="34" charset="0"/>
              </a:endParaRPr>
            </a:p>
          </p:txBody>
        </p:sp>
      </p:grpSp>
      <p:grpSp>
        <p:nvGrpSpPr>
          <p:cNvPr id="11" name="Group 10">
            <a:extLst>
              <a:ext uri="{FF2B5EF4-FFF2-40B4-BE49-F238E27FC236}">
                <a16:creationId xmlns:a16="http://schemas.microsoft.com/office/drawing/2014/main" id="{22461806-8A79-4F79-92C3-1E22DB4D75C7}"/>
              </a:ext>
            </a:extLst>
          </p:cNvPr>
          <p:cNvGrpSpPr/>
          <p:nvPr/>
        </p:nvGrpSpPr>
        <p:grpSpPr>
          <a:xfrm>
            <a:off x="133658" y="3189593"/>
            <a:ext cx="8175716" cy="1129413"/>
            <a:chOff x="97540" y="2548518"/>
            <a:chExt cx="6131787" cy="847060"/>
          </a:xfrm>
        </p:grpSpPr>
        <p:sp>
          <p:nvSpPr>
            <p:cNvPr id="140" name="TextBox 139">
              <a:extLst>
                <a:ext uri="{FF2B5EF4-FFF2-40B4-BE49-F238E27FC236}">
                  <a16:creationId xmlns:a16="http://schemas.microsoft.com/office/drawing/2014/main" id="{1EC58832-E272-42A1-8ED1-AAE9CCDB1F45}"/>
                </a:ext>
              </a:extLst>
            </p:cNvPr>
            <p:cNvSpPr txBox="1"/>
            <p:nvPr/>
          </p:nvSpPr>
          <p:spPr>
            <a:xfrm>
              <a:off x="3112278" y="2620465"/>
              <a:ext cx="572015" cy="92333"/>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Jul</a:t>
              </a:r>
              <a:r>
                <a:rPr lang="en-US" sz="800" b="1">
                  <a:solidFill>
                    <a:srgbClr val="203864"/>
                  </a:solidFill>
                  <a:latin typeface="Calibri" panose="020F0502020204030204" pitchFamily="34" charset="0"/>
                  <a:cs typeface="Calibri" panose="020F0502020204030204" pitchFamily="34" charset="0"/>
                </a:rPr>
                <a:t>/LS</a:t>
              </a:r>
              <a:r>
                <a:rPr lang="en-US" altLang="zh-CN" sz="800" b="1">
                  <a:solidFill>
                    <a:srgbClr val="203864"/>
                  </a:solidFill>
                  <a:latin typeface="Calibri" panose="020F0502020204030204" pitchFamily="34" charset="0"/>
                  <a:cs typeface="Calibri" panose="020F0502020204030204" pitchFamily="34" charset="0"/>
                </a:rPr>
                <a:t>R</a:t>
              </a:r>
              <a:endParaRPr lang="en-US" sz="800" b="1">
                <a:solidFill>
                  <a:srgbClr val="203864"/>
                </a:solidFill>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A2E3BC87-1A5F-4290-8E6A-7D7F10308AD8}"/>
                </a:ext>
              </a:extLst>
            </p:cNvPr>
            <p:cNvGrpSpPr/>
            <p:nvPr/>
          </p:nvGrpSpPr>
          <p:grpSpPr>
            <a:xfrm>
              <a:off x="97540" y="2548518"/>
              <a:ext cx="6131787" cy="847060"/>
              <a:chOff x="87985" y="2455555"/>
              <a:chExt cx="6131787" cy="847060"/>
            </a:xfrm>
          </p:grpSpPr>
          <p:grpSp>
            <p:nvGrpSpPr>
              <p:cNvPr id="3" name="Group 2">
                <a:extLst>
                  <a:ext uri="{FF2B5EF4-FFF2-40B4-BE49-F238E27FC236}">
                    <a16:creationId xmlns:a16="http://schemas.microsoft.com/office/drawing/2014/main" id="{5922AE03-890C-4C8D-A179-1B14AF530F80}"/>
                  </a:ext>
                </a:extLst>
              </p:cNvPr>
              <p:cNvGrpSpPr/>
              <p:nvPr/>
            </p:nvGrpSpPr>
            <p:grpSpPr>
              <a:xfrm>
                <a:off x="87985" y="2455555"/>
                <a:ext cx="6131787" cy="847060"/>
                <a:chOff x="87985" y="2448408"/>
                <a:chExt cx="6131787" cy="847060"/>
              </a:xfrm>
            </p:grpSpPr>
            <p:sp>
              <p:nvSpPr>
                <p:cNvPr id="172" name="TextBox 171">
                  <a:extLst>
                    <a:ext uri="{FF2B5EF4-FFF2-40B4-BE49-F238E27FC236}">
                      <a16:creationId xmlns:a16="http://schemas.microsoft.com/office/drawing/2014/main" id="{6ADC767E-AEE4-444A-AA5F-F62795ABA7D3}"/>
                    </a:ext>
                  </a:extLst>
                </p:cNvPr>
                <p:cNvSpPr txBox="1"/>
                <p:nvPr/>
              </p:nvSpPr>
              <p:spPr>
                <a:xfrm>
                  <a:off x="4403296" y="2963901"/>
                  <a:ext cx="572015" cy="92333"/>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May</a:t>
                  </a:r>
                  <a:r>
                    <a:rPr lang="en-US" sz="800" b="1">
                      <a:solidFill>
                        <a:srgbClr val="203864"/>
                      </a:solidFill>
                      <a:latin typeface="Calibri" panose="020F0502020204030204" pitchFamily="34" charset="0"/>
                      <a:cs typeface="Calibri" panose="020F0502020204030204" pitchFamily="34" charset="0"/>
                    </a:rPr>
                    <a:t>/</a:t>
                  </a:r>
                  <a:r>
                    <a:rPr lang="en-US" altLang="zh-CN" sz="800" b="1">
                      <a:solidFill>
                        <a:srgbClr val="203864"/>
                      </a:solidFill>
                      <a:latin typeface="Calibri" panose="020F0502020204030204" pitchFamily="34" charset="0"/>
                      <a:cs typeface="Calibri" panose="020F0502020204030204" pitchFamily="34" charset="0"/>
                    </a:rPr>
                    <a:t>LSR</a:t>
                  </a:r>
                  <a:endParaRPr lang="en-US" sz="800" b="1">
                    <a:solidFill>
                      <a:srgbClr val="203864"/>
                    </a:solidFill>
                    <a:latin typeface="Calibri" panose="020F0502020204030204" pitchFamily="34" charset="0"/>
                    <a:cs typeface="Calibri" panose="020F0502020204030204" pitchFamily="34" charset="0"/>
                  </a:endParaRPr>
                </a:p>
              </p:txBody>
            </p:sp>
            <p:grpSp>
              <p:nvGrpSpPr>
                <p:cNvPr id="21" name="组合 20">
                  <a:extLst>
                    <a:ext uri="{FF2B5EF4-FFF2-40B4-BE49-F238E27FC236}">
                      <a16:creationId xmlns:a16="http://schemas.microsoft.com/office/drawing/2014/main" id="{9E40DA0E-9CEA-4660-B49A-F7A1CEA37459}"/>
                    </a:ext>
                  </a:extLst>
                </p:cNvPr>
                <p:cNvGrpSpPr/>
                <p:nvPr/>
              </p:nvGrpSpPr>
              <p:grpSpPr>
                <a:xfrm>
                  <a:off x="87985" y="2448408"/>
                  <a:ext cx="6131787" cy="847060"/>
                  <a:chOff x="117312" y="3423987"/>
                  <a:chExt cx="8175713" cy="1129414"/>
                </a:xfrm>
              </p:grpSpPr>
              <p:sp>
                <p:nvSpPr>
                  <p:cNvPr id="195" name="TextBox 194">
                    <a:extLst>
                      <a:ext uri="{FF2B5EF4-FFF2-40B4-BE49-F238E27FC236}">
                        <a16:creationId xmlns:a16="http://schemas.microsoft.com/office/drawing/2014/main" id="{F1880E03-E496-4CB8-81B1-C1C2E6BD2B4A}"/>
                      </a:ext>
                    </a:extLst>
                  </p:cNvPr>
                  <p:cNvSpPr txBox="1"/>
                  <p:nvPr/>
                </p:nvSpPr>
                <p:spPr>
                  <a:xfrm>
                    <a:off x="2589299" y="3892643"/>
                    <a:ext cx="849929" cy="277127"/>
                  </a:xfrm>
                  <a:prstGeom prst="rect">
                    <a:avLst/>
                  </a:prstGeom>
                  <a:noFill/>
                </p:spPr>
                <p:txBody>
                  <a:bodyPr wrap="square">
                    <a:spAutoFit/>
                  </a:bodyPr>
                  <a:lstStyle/>
                  <a:p>
                    <a:pPr algn="ctr" defTabSz="1625438" eaLnBrk="0" fontAlgn="base" hangingPunct="0">
                      <a:lnSpc>
                        <a:spcPct val="90000"/>
                      </a:lnSpc>
                      <a:spcBef>
                        <a:spcPct val="0"/>
                      </a:spcBef>
                      <a:spcAft>
                        <a:spcPct val="0"/>
                      </a:spcAft>
                    </a:pPr>
                    <a:r>
                      <a:rPr lang="en-US" altLang="zh-CN" sz="667" b="1">
                        <a:solidFill>
                          <a:srgbClr val="203864"/>
                        </a:solidFill>
                        <a:latin typeface="Calibri" panose="020F0502020204030204" pitchFamily="34" charset="0"/>
                        <a:cs typeface="Calibri" panose="020F0502020204030204" pitchFamily="34" charset="0"/>
                      </a:rPr>
                      <a:t>CTA + EC + HGRAC + 1</a:t>
                    </a:r>
                    <a:r>
                      <a:rPr lang="en-US" altLang="zh-CN" sz="667" b="1" baseline="30000">
                        <a:solidFill>
                          <a:srgbClr val="203864"/>
                        </a:solidFill>
                        <a:latin typeface="Calibri" panose="020F0502020204030204" pitchFamily="34" charset="0"/>
                        <a:cs typeface="Calibri" panose="020F0502020204030204" pitchFamily="34" charset="0"/>
                      </a:rPr>
                      <a:t>st</a:t>
                    </a:r>
                    <a:r>
                      <a:rPr lang="en-US" altLang="zh-CN" sz="667" b="1">
                        <a:solidFill>
                          <a:srgbClr val="203864"/>
                        </a:solidFill>
                        <a:latin typeface="Calibri" panose="020F0502020204030204" pitchFamily="34" charset="0"/>
                        <a:cs typeface="Calibri" panose="020F0502020204030204" pitchFamily="34" charset="0"/>
                      </a:rPr>
                      <a:t> SIV (5M)</a:t>
                    </a:r>
                    <a:endParaRPr lang="zh-CN" altLang="en-US" sz="667" b="1">
                      <a:solidFill>
                        <a:srgbClr val="203864"/>
                      </a:solidFill>
                      <a:latin typeface="Calibri" panose="020F0502020204030204" pitchFamily="34" charset="0"/>
                      <a:cs typeface="Calibri" panose="020F0502020204030204" pitchFamily="34" charset="0"/>
                    </a:endParaRPr>
                  </a:p>
                </p:txBody>
              </p:sp>
              <p:grpSp>
                <p:nvGrpSpPr>
                  <p:cNvPr id="18" name="组合 17">
                    <a:extLst>
                      <a:ext uri="{FF2B5EF4-FFF2-40B4-BE49-F238E27FC236}">
                        <a16:creationId xmlns:a16="http://schemas.microsoft.com/office/drawing/2014/main" id="{4DED0391-9CB7-4681-BF89-2B331ED9B66B}"/>
                      </a:ext>
                    </a:extLst>
                  </p:cNvPr>
                  <p:cNvGrpSpPr/>
                  <p:nvPr/>
                </p:nvGrpSpPr>
                <p:grpSpPr>
                  <a:xfrm>
                    <a:off x="117312" y="3423987"/>
                    <a:ext cx="8175713" cy="1129414"/>
                    <a:chOff x="117312" y="3566600"/>
                    <a:chExt cx="8175713" cy="1129414"/>
                  </a:xfrm>
                </p:grpSpPr>
                <p:sp>
                  <p:nvSpPr>
                    <p:cNvPr id="213" name="TextBox 172"/>
                    <p:cNvSpPr txBox="1"/>
                    <p:nvPr/>
                  </p:nvSpPr>
                  <p:spPr>
                    <a:xfrm>
                      <a:off x="117312" y="3816756"/>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SYNCHRONIZE-1</a:t>
                      </a:r>
                    </a:p>
                  </p:txBody>
                </p:sp>
                <p:sp>
                  <p:nvSpPr>
                    <p:cNvPr id="107" name="TextBox 172"/>
                    <p:cNvSpPr txBox="1"/>
                    <p:nvPr/>
                  </p:nvSpPr>
                  <p:spPr>
                    <a:xfrm>
                      <a:off x="117312" y="4116445"/>
                      <a:ext cx="720000" cy="12311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SYNCHRONIZE-2</a:t>
                      </a:r>
                    </a:p>
                  </p:txBody>
                </p:sp>
                <p:sp>
                  <p:nvSpPr>
                    <p:cNvPr id="108" name="TextBox 172"/>
                    <p:cNvSpPr txBox="1"/>
                    <p:nvPr/>
                  </p:nvSpPr>
                  <p:spPr>
                    <a:xfrm>
                      <a:off x="117312" y="4449793"/>
                      <a:ext cx="720000" cy="246221"/>
                    </a:xfrm>
                    <a:prstGeom prst="rect">
                      <a:avLst/>
                    </a:prstGeom>
                    <a:noFill/>
                    <a:ln>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SYNCHRONIZE-CVOT</a:t>
                      </a:r>
                    </a:p>
                  </p:txBody>
                </p:sp>
                <p:sp>
                  <p:nvSpPr>
                    <p:cNvPr id="202" name="OTLSHAPE_T_e17f3958430f4cff8650518c93c7635e_Shape">
                      <a:extLst>
                        <a:ext uri="{FF2B5EF4-FFF2-40B4-BE49-F238E27FC236}">
                          <a16:creationId xmlns:a16="http://schemas.microsoft.com/office/drawing/2014/main" id="{E46ED098-BE94-48FC-9289-011445A905C0}"/>
                        </a:ext>
                      </a:extLst>
                    </p:cNvPr>
                    <p:cNvSpPr/>
                    <p:nvPr>
                      <p:custDataLst>
                        <p:tags r:id="rId17"/>
                      </p:custDataLst>
                    </p:nvPr>
                  </p:nvSpPr>
                  <p:spPr bwMode="auto">
                    <a:xfrm>
                      <a:off x="2520996" y="4059734"/>
                      <a:ext cx="793227" cy="17982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438" eaLnBrk="0" fontAlgn="base" hangingPunct="0">
                        <a:lnSpc>
                          <a:spcPct val="90000"/>
                        </a:lnSpc>
                        <a:spcBef>
                          <a:spcPct val="0"/>
                        </a:spcBef>
                        <a:spcAft>
                          <a:spcPct val="0"/>
                        </a:spcAft>
                      </a:pPr>
                      <a:endParaRPr lang="zh-CN" altLang="en-US" sz="800" b="1">
                        <a:solidFill>
                          <a:srgbClr val="203864"/>
                        </a:solidFill>
                        <a:latin typeface="Calibri" panose="020F0502020204030204" pitchFamily="34" charset="0"/>
                        <a:cs typeface="Calibri" panose="020F0502020204030204" pitchFamily="34" charset="0"/>
                      </a:endParaRPr>
                    </a:p>
                  </p:txBody>
                </p:sp>
                <p:sp>
                  <p:nvSpPr>
                    <p:cNvPr id="206" name="OTLSHAPE_M_39ea6ebc19a94c9fab6ef5006c31df58_Shape">
                      <a:extLst>
                        <a:ext uri="{FF2B5EF4-FFF2-40B4-BE49-F238E27FC236}">
                          <a16:creationId xmlns:a16="http://schemas.microsoft.com/office/drawing/2014/main" id="{9DC2C3A5-D33C-440F-90B2-D361AC43E0D0}"/>
                        </a:ext>
                      </a:extLst>
                    </p:cNvPr>
                    <p:cNvSpPr/>
                    <p:nvPr>
                      <p:custDataLst>
                        <p:tags r:id="rId18"/>
                      </p:custDataLst>
                    </p:nvPr>
                  </p:nvSpPr>
                  <p:spPr bwMode="auto">
                    <a:xfrm rot="16200000">
                      <a:off x="2504676" y="4198576"/>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242" name="OTLSHAPE_T_e17f3958430f4cff8650518c93c7635e_Shape">
                      <a:extLst>
                        <a:ext uri="{FF2B5EF4-FFF2-40B4-BE49-F238E27FC236}">
                          <a16:creationId xmlns:a16="http://schemas.microsoft.com/office/drawing/2014/main" id="{823A2169-736F-4CDC-8E1C-754BC50F79C2}"/>
                        </a:ext>
                      </a:extLst>
                    </p:cNvPr>
                    <p:cNvSpPr/>
                    <p:nvPr>
                      <p:custDataLst>
                        <p:tags r:id="rId19"/>
                      </p:custDataLst>
                    </p:nvPr>
                  </p:nvSpPr>
                  <p:spPr bwMode="auto">
                    <a:xfrm>
                      <a:off x="1033052" y="4077949"/>
                      <a:ext cx="638193" cy="233060"/>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GB" altLang="zh-CN" sz="800" b="1">
                          <a:solidFill>
                            <a:srgbClr val="203864"/>
                          </a:solidFill>
                          <a:latin typeface="Calibri" panose="020F0502020204030204" pitchFamily="34" charset="0"/>
                          <a:cs typeface="Calibri" panose="020F0502020204030204" pitchFamily="34" charset="0"/>
                        </a:rPr>
                        <a:t>EoP2</a:t>
                      </a:r>
                      <a:endParaRPr lang="zh-CN" altLang="en-US" sz="800" b="1">
                        <a:solidFill>
                          <a:srgbClr val="203864"/>
                        </a:solidFill>
                        <a:latin typeface="Calibri" panose="020F0502020204030204" pitchFamily="34" charset="0"/>
                        <a:cs typeface="Calibri" panose="020F0502020204030204" pitchFamily="34" charset="0"/>
                      </a:endParaRPr>
                    </a:p>
                  </p:txBody>
                </p:sp>
                <p:sp>
                  <p:nvSpPr>
                    <p:cNvPr id="137" name="OTLSHAPE_T_e17f3958430f4cff8650518c93c7635e_Shape">
                      <a:extLst>
                        <a:ext uri="{FF2B5EF4-FFF2-40B4-BE49-F238E27FC236}">
                          <a16:creationId xmlns:a16="http://schemas.microsoft.com/office/drawing/2014/main" id="{0E6AC0BA-2C7E-4BD5-A107-4979B1E4FCCB}"/>
                        </a:ext>
                      </a:extLst>
                    </p:cNvPr>
                    <p:cNvSpPr/>
                    <p:nvPr>
                      <p:custDataLst>
                        <p:tags r:id="rId20"/>
                      </p:custDataLst>
                    </p:nvPr>
                  </p:nvSpPr>
                  <p:spPr bwMode="auto">
                    <a:xfrm>
                      <a:off x="3325175" y="3752419"/>
                      <a:ext cx="1196022" cy="1643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panose="020F0502020204030204" pitchFamily="34" charset="0"/>
                          <a:cs typeface="Calibri" panose="020F0502020204030204" pitchFamily="34" charset="0"/>
                        </a:rPr>
                        <a:t>Obesity w/o T2DM, N=60/600 (up to 850</a:t>
                      </a:r>
                      <a:r>
                        <a:rPr lang="en-US" altLang="zh-CN" sz="667" b="1">
                          <a:solidFill>
                            <a:srgbClr val="203864"/>
                          </a:solidFill>
                          <a:latin typeface="Calibri" panose="020F0502020204030204" pitchFamily="34" charset="0"/>
                          <a:cs typeface="Calibri" panose="020F0502020204030204" pitchFamily="34" charset="0"/>
                        </a:rPr>
                        <a:t>)</a:t>
                      </a:r>
                    </a:p>
                  </p:txBody>
                </p:sp>
                <p:sp>
                  <p:nvSpPr>
                    <p:cNvPr id="166" name="OTLSHAPE_T_5a934a26f311425e8ebaa0f45e6533ad_Shape">
                      <a:extLst>
                        <a:ext uri="{FF2B5EF4-FFF2-40B4-BE49-F238E27FC236}">
                          <a16:creationId xmlns:a16="http://schemas.microsoft.com/office/drawing/2014/main" id="{BF03E8EC-D692-4015-8855-FB96FB32DDA1}"/>
                        </a:ext>
                      </a:extLst>
                    </p:cNvPr>
                    <p:cNvSpPr/>
                    <p:nvPr>
                      <p:custDataLst>
                        <p:tags r:id="rId21"/>
                      </p:custDataLst>
                    </p:nvPr>
                  </p:nvSpPr>
                  <p:spPr bwMode="auto">
                    <a:xfrm>
                      <a:off x="6285232" y="4394610"/>
                      <a:ext cx="1920240" cy="120325"/>
                    </a:xfrm>
                    <a:prstGeom prst="roundRect">
                      <a:avLst/>
                    </a:prstGeom>
                    <a:pattFill prst="pct25">
                      <a:fgClr>
                        <a:srgbClr val="FF99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67" name="Star: 4 Points 143">
                      <a:extLst>
                        <a:ext uri="{FF2B5EF4-FFF2-40B4-BE49-F238E27FC236}">
                          <a16:creationId xmlns:a16="http://schemas.microsoft.com/office/drawing/2014/main" id="{83EE14F2-92E0-4920-86B1-0BDC77D87848}"/>
                        </a:ext>
                      </a:extLst>
                    </p:cNvPr>
                    <p:cNvSpPr/>
                    <p:nvPr/>
                  </p:nvSpPr>
                  <p:spPr bwMode="auto">
                    <a:xfrm>
                      <a:off x="8094432" y="444774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9" name="Star: 4 Points 143">
                      <a:extLst>
                        <a:ext uri="{FF2B5EF4-FFF2-40B4-BE49-F238E27FC236}">
                          <a16:creationId xmlns:a16="http://schemas.microsoft.com/office/drawing/2014/main" id="{FD080A49-EE4D-4334-A9C8-F96991380FF1}"/>
                        </a:ext>
                      </a:extLst>
                    </p:cNvPr>
                    <p:cNvSpPr/>
                    <p:nvPr/>
                  </p:nvSpPr>
                  <p:spPr bwMode="auto">
                    <a:xfrm>
                      <a:off x="6203635" y="442869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8" name="OTLSHAPE_T_e17f3958430f4cff8650518c93c7635e_Shape">
                      <a:extLst>
                        <a:ext uri="{FF2B5EF4-FFF2-40B4-BE49-F238E27FC236}">
                          <a16:creationId xmlns:a16="http://schemas.microsoft.com/office/drawing/2014/main" id="{4C904C91-3BAF-49EC-977A-25D64D759EA7}"/>
                        </a:ext>
                      </a:extLst>
                    </p:cNvPr>
                    <p:cNvSpPr/>
                    <p:nvPr>
                      <p:custDataLst>
                        <p:tags r:id="rId22"/>
                      </p:custDataLst>
                    </p:nvPr>
                  </p:nvSpPr>
                  <p:spPr bwMode="auto">
                    <a:xfrm>
                      <a:off x="3325883" y="4347386"/>
                      <a:ext cx="2959351" cy="180755"/>
                    </a:xfrm>
                    <a:prstGeom prst="roundRect">
                      <a:avLst/>
                    </a:prstGeom>
                    <a:solidFill>
                      <a:srgbClr val="FF9900">
                        <a:alpha val="6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en-US" altLang="zh-CN" sz="800" b="1">
                          <a:solidFill>
                            <a:srgbClr val="203864"/>
                          </a:solidFill>
                          <a:latin typeface="Calibri"/>
                          <a:cs typeface="Calibri"/>
                        </a:rPr>
                        <a:t>Obesity with CV risk, N=160+55 (incl TW&amp;HK)/4935 </a:t>
                      </a:r>
                    </a:p>
                    <a:p>
                      <a:pPr algn="ctr" defTabSz="1625438" eaLnBrk="0" fontAlgn="base" hangingPunct="0">
                        <a:spcBef>
                          <a:spcPct val="0"/>
                        </a:spcBef>
                        <a:spcAft>
                          <a:spcPct val="0"/>
                        </a:spcAft>
                      </a:pPr>
                      <a:r>
                        <a:rPr lang="en-US" altLang="zh-CN" sz="800" b="1">
                          <a:solidFill>
                            <a:srgbClr val="203864"/>
                          </a:solidFill>
                          <a:latin typeface="Calibri"/>
                          <a:cs typeface="Calibri"/>
                        </a:rPr>
                        <a:t>(up to 6000)</a:t>
                      </a:r>
                      <a:endParaRPr lang="en-US" altLang="zh-CN" sz="800" b="1" strike="sngStrike">
                        <a:solidFill>
                          <a:srgbClr val="203864"/>
                        </a:solidFill>
                        <a:latin typeface="Calibri" panose="020F0502020204030204" pitchFamily="34" charset="0"/>
                        <a:cs typeface="Calibri" panose="020F0502020204030204" pitchFamily="34" charset="0"/>
                      </a:endParaRPr>
                    </a:p>
                  </p:txBody>
                </p:sp>
                <p:sp>
                  <p:nvSpPr>
                    <p:cNvPr id="141" name="TextBox 140">
                      <a:extLst>
                        <a:ext uri="{FF2B5EF4-FFF2-40B4-BE49-F238E27FC236}">
                          <a16:creationId xmlns:a16="http://schemas.microsoft.com/office/drawing/2014/main" id="{87C5E1FC-88A5-4543-850C-9297D186708B}"/>
                        </a:ext>
                      </a:extLst>
                    </p:cNvPr>
                    <p:cNvSpPr txBox="1"/>
                    <p:nvPr/>
                  </p:nvSpPr>
                  <p:spPr>
                    <a:xfrm>
                      <a:off x="2370409" y="3566600"/>
                      <a:ext cx="1828801"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31Jan/FSS</a:t>
                      </a:r>
                    </a:p>
                  </p:txBody>
                </p:sp>
                <p:sp>
                  <p:nvSpPr>
                    <p:cNvPr id="147" name="OTLSHAPE_T_5a934a26f311425e8ebaa0f45e6533ad_Shape">
                      <a:extLst>
                        <a:ext uri="{FF2B5EF4-FFF2-40B4-BE49-F238E27FC236}">
                          <a16:creationId xmlns:a16="http://schemas.microsoft.com/office/drawing/2014/main" id="{EA38A3DC-AB6A-4B76-9C34-E6368D1B2147}"/>
                        </a:ext>
                      </a:extLst>
                    </p:cNvPr>
                    <p:cNvSpPr/>
                    <p:nvPr>
                      <p:custDataLst>
                        <p:tags r:id="rId23"/>
                      </p:custDataLst>
                    </p:nvPr>
                  </p:nvSpPr>
                  <p:spPr bwMode="auto">
                    <a:xfrm>
                      <a:off x="4521197" y="3778863"/>
                      <a:ext cx="3108960" cy="15004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48" name="Star: 4 Points 143">
                      <a:extLst>
                        <a:ext uri="{FF2B5EF4-FFF2-40B4-BE49-F238E27FC236}">
                          <a16:creationId xmlns:a16="http://schemas.microsoft.com/office/drawing/2014/main" id="{68142583-5BBD-4B46-8D26-8F1348C7FE91}"/>
                        </a:ext>
                      </a:extLst>
                    </p:cNvPr>
                    <p:cNvSpPr/>
                    <p:nvPr/>
                  </p:nvSpPr>
                  <p:spPr bwMode="auto">
                    <a:xfrm>
                      <a:off x="4412521" y="3837776"/>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3" name="OTLSHAPE_T_5a934a26f311425e8ebaa0f45e6533ad_Shape">
                      <a:extLst>
                        <a:ext uri="{FF2B5EF4-FFF2-40B4-BE49-F238E27FC236}">
                          <a16:creationId xmlns:a16="http://schemas.microsoft.com/office/drawing/2014/main" id="{83F34793-4500-4F7A-8727-C32E01B2409C}"/>
                        </a:ext>
                      </a:extLst>
                    </p:cNvPr>
                    <p:cNvSpPr/>
                    <p:nvPr>
                      <p:custDataLst>
                        <p:tags r:id="rId24"/>
                      </p:custDataLst>
                    </p:nvPr>
                  </p:nvSpPr>
                  <p:spPr bwMode="auto">
                    <a:xfrm>
                      <a:off x="4521195" y="4077950"/>
                      <a:ext cx="3108960" cy="15004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p>
                      <a:pPr algn="ctr" defTabSz="1625438"/>
                      <a:endParaRPr lang="en-US" altLang="zh-CN" sz="800" b="1" spc="-9">
                        <a:solidFill>
                          <a:srgbClr val="203864"/>
                        </a:solidFill>
                        <a:latin typeface="Calibri" panose="020F0502020204030204" pitchFamily="34" charset="0"/>
                      </a:endParaRPr>
                    </a:p>
                  </p:txBody>
                </p:sp>
                <p:sp>
                  <p:nvSpPr>
                    <p:cNvPr id="164" name="OTLSHAPE_T_e17f3958430f4cff8650518c93c7635e_Shape">
                      <a:extLst>
                        <a:ext uri="{FF2B5EF4-FFF2-40B4-BE49-F238E27FC236}">
                          <a16:creationId xmlns:a16="http://schemas.microsoft.com/office/drawing/2014/main" id="{E40C00DA-3FEB-4889-BC41-55E9DBEC4ACA}"/>
                        </a:ext>
                      </a:extLst>
                    </p:cNvPr>
                    <p:cNvSpPr/>
                    <p:nvPr>
                      <p:custDataLst>
                        <p:tags r:id="rId25"/>
                      </p:custDataLst>
                    </p:nvPr>
                  </p:nvSpPr>
                  <p:spPr bwMode="auto">
                    <a:xfrm>
                      <a:off x="3329512" y="4077952"/>
                      <a:ext cx="1191685" cy="15610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625438" eaLnBrk="0" fontAlgn="base" hangingPunct="0">
                        <a:spcBef>
                          <a:spcPct val="0"/>
                        </a:spcBef>
                        <a:spcAft>
                          <a:spcPct val="0"/>
                        </a:spcAft>
                      </a:pPr>
                      <a:r>
                        <a:rPr lang="de-DE" altLang="zh-CN" sz="800" b="1">
                          <a:solidFill>
                            <a:srgbClr val="203864"/>
                          </a:solidFill>
                          <a:latin typeface="Calibri" panose="020F0502020204030204" pitchFamily="34" charset="0"/>
                          <a:cs typeface="Calibri" panose="020F0502020204030204" pitchFamily="34" charset="0"/>
                        </a:rPr>
                        <a:t>Obesity with T2DM, N=60/600 (up to 850</a:t>
                      </a:r>
                      <a:r>
                        <a:rPr lang="de-DE" altLang="zh-CN" sz="667" b="1">
                          <a:solidFill>
                            <a:srgbClr val="203864"/>
                          </a:solidFill>
                          <a:latin typeface="Calibri" panose="020F0502020204030204" pitchFamily="34" charset="0"/>
                          <a:cs typeface="Calibri" panose="020F0502020204030204" pitchFamily="34" charset="0"/>
                        </a:rPr>
                        <a:t>)</a:t>
                      </a:r>
                    </a:p>
                  </p:txBody>
                </p:sp>
                <p:sp>
                  <p:nvSpPr>
                    <p:cNvPr id="165" name="Star: 4 Points 143">
                      <a:extLst>
                        <a:ext uri="{FF2B5EF4-FFF2-40B4-BE49-F238E27FC236}">
                          <a16:creationId xmlns:a16="http://schemas.microsoft.com/office/drawing/2014/main" id="{6C96286A-C536-45DD-96F3-324E960A307A}"/>
                        </a:ext>
                      </a:extLst>
                    </p:cNvPr>
                    <p:cNvSpPr/>
                    <p:nvPr/>
                  </p:nvSpPr>
                  <p:spPr bwMode="auto">
                    <a:xfrm>
                      <a:off x="4411184" y="4144441"/>
                      <a:ext cx="203379"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51" name="Star: 4 Points 143">
                      <a:extLst>
                        <a:ext uri="{FF2B5EF4-FFF2-40B4-BE49-F238E27FC236}">
                          <a16:creationId xmlns:a16="http://schemas.microsoft.com/office/drawing/2014/main" id="{C50E94EE-0107-4752-AF63-CB9F27425BA1}"/>
                        </a:ext>
                      </a:extLst>
                    </p:cNvPr>
                    <p:cNvSpPr/>
                    <p:nvPr/>
                  </p:nvSpPr>
                  <p:spPr bwMode="auto">
                    <a:xfrm>
                      <a:off x="3223219" y="3827451"/>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0" name="Star: 4 Points 143">
                      <a:extLst>
                        <a:ext uri="{FF2B5EF4-FFF2-40B4-BE49-F238E27FC236}">
                          <a16:creationId xmlns:a16="http://schemas.microsoft.com/office/drawing/2014/main" id="{43F7D966-020B-4887-99F7-A0367410E81B}"/>
                        </a:ext>
                      </a:extLst>
                    </p:cNvPr>
                    <p:cNvSpPr/>
                    <p:nvPr/>
                  </p:nvSpPr>
                  <p:spPr bwMode="auto">
                    <a:xfrm>
                      <a:off x="7530729" y="3843070"/>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62" name="Star: 4 Points 143">
                      <a:extLst>
                        <a:ext uri="{FF2B5EF4-FFF2-40B4-BE49-F238E27FC236}">
                          <a16:creationId xmlns:a16="http://schemas.microsoft.com/office/drawing/2014/main" id="{C1811289-1E2F-42CA-AB61-B3EE8E9F0127}"/>
                        </a:ext>
                      </a:extLst>
                    </p:cNvPr>
                    <p:cNvSpPr/>
                    <p:nvPr/>
                  </p:nvSpPr>
                  <p:spPr bwMode="auto">
                    <a:xfrm>
                      <a:off x="3205539" y="4209511"/>
                      <a:ext cx="224796" cy="22124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89" name="Star: 4 Points 143">
                      <a:extLst>
                        <a:ext uri="{FF2B5EF4-FFF2-40B4-BE49-F238E27FC236}">
                          <a16:creationId xmlns:a16="http://schemas.microsoft.com/office/drawing/2014/main" id="{CD5F50A9-0008-4D3A-855B-312FB933F34A}"/>
                        </a:ext>
                      </a:extLst>
                    </p:cNvPr>
                    <p:cNvSpPr/>
                    <p:nvPr/>
                  </p:nvSpPr>
                  <p:spPr bwMode="auto">
                    <a:xfrm>
                      <a:off x="3223217" y="4419682"/>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90" name="OTLSHAPE_M_39ea6ebc19a94c9fab6ef5006c31df58_Shape">
                      <a:extLst>
                        <a:ext uri="{FF2B5EF4-FFF2-40B4-BE49-F238E27FC236}">
                          <a16:creationId xmlns:a16="http://schemas.microsoft.com/office/drawing/2014/main" id="{3C997D5E-EE65-4FB4-8934-450D53C963E0}"/>
                        </a:ext>
                      </a:extLst>
                    </p:cNvPr>
                    <p:cNvSpPr/>
                    <p:nvPr>
                      <p:custDataLst>
                        <p:tags r:id="rId26"/>
                      </p:custDataLst>
                    </p:nvPr>
                  </p:nvSpPr>
                  <p:spPr bwMode="auto">
                    <a:xfrm rot="16200000">
                      <a:off x="1025346"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191" name="OTLSHAPE_M_39ea6ebc19a94c9fab6ef5006c31df58_Shape">
                      <a:extLst>
                        <a:ext uri="{FF2B5EF4-FFF2-40B4-BE49-F238E27FC236}">
                          <a16:creationId xmlns:a16="http://schemas.microsoft.com/office/drawing/2014/main" id="{DF1790CB-6034-4A62-B272-BDE76E7F5388}"/>
                        </a:ext>
                      </a:extLst>
                    </p:cNvPr>
                    <p:cNvSpPr/>
                    <p:nvPr>
                      <p:custDataLst>
                        <p:tags r:id="rId27"/>
                      </p:custDataLst>
                    </p:nvPr>
                  </p:nvSpPr>
                  <p:spPr bwMode="auto">
                    <a:xfrm rot="16200000">
                      <a:off x="1673829" y="4257678"/>
                      <a:ext cx="91613" cy="10668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grpSp>
            </p:grpSp>
          </p:grpSp>
          <p:sp>
            <p:nvSpPr>
              <p:cNvPr id="187" name="OTLSHAPE_M_39ea6ebc19a94c9fab6ef5006c31df58_Shape">
                <a:extLst>
                  <a:ext uri="{FF2B5EF4-FFF2-40B4-BE49-F238E27FC236}">
                    <a16:creationId xmlns:a16="http://schemas.microsoft.com/office/drawing/2014/main" id="{CDD2B52A-CB82-48D5-B38C-C81E4482AF7E}"/>
                  </a:ext>
                </a:extLst>
              </p:cNvPr>
              <p:cNvSpPr/>
              <p:nvPr>
                <p:custDataLst>
                  <p:tags r:id="rId16"/>
                </p:custDataLst>
              </p:nvPr>
            </p:nvSpPr>
            <p:spPr bwMode="auto">
              <a:xfrm rot="16200000">
                <a:off x="1385288" y="2969221"/>
                <a:ext cx="68710" cy="8001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grpSp>
      </p:grpSp>
      <p:sp>
        <p:nvSpPr>
          <p:cNvPr id="24" name="OTLSHAPE_T_e17f3958430f4cff8650518c93c7635e_Shape">
            <a:extLst>
              <a:ext uri="{FF2B5EF4-FFF2-40B4-BE49-F238E27FC236}">
                <a16:creationId xmlns:a16="http://schemas.microsoft.com/office/drawing/2014/main" id="{58BCF507-ACB3-5156-DEBD-82107A2B7213}"/>
              </a:ext>
            </a:extLst>
          </p:cNvPr>
          <p:cNvSpPr/>
          <p:nvPr>
            <p:custDataLst>
              <p:tags r:id="rId1"/>
            </p:custDataLst>
          </p:nvPr>
        </p:nvSpPr>
        <p:spPr bwMode="auto">
          <a:xfrm>
            <a:off x="5168678" y="4428193"/>
            <a:ext cx="3383280" cy="217431"/>
          </a:xfrm>
          <a:prstGeom prst="roundRect">
            <a:avLst/>
          </a:prstGeom>
          <a:pattFill prst="pct25">
            <a:fgClr>
              <a:srgbClr val="0066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nvGrpSpPr>
          <p:cNvPr id="25" name="组合 21">
            <a:extLst>
              <a:ext uri="{FF2B5EF4-FFF2-40B4-BE49-F238E27FC236}">
                <a16:creationId xmlns:a16="http://schemas.microsoft.com/office/drawing/2014/main" id="{FA462E2B-5244-AAAC-7302-AF9330E10467}"/>
              </a:ext>
            </a:extLst>
          </p:cNvPr>
          <p:cNvGrpSpPr/>
          <p:nvPr/>
        </p:nvGrpSpPr>
        <p:grpSpPr>
          <a:xfrm>
            <a:off x="133657" y="4270535"/>
            <a:ext cx="8946113" cy="753606"/>
            <a:chOff x="-145746" y="5573285"/>
            <a:chExt cx="8946118" cy="753598"/>
          </a:xfrm>
        </p:grpSpPr>
        <p:sp>
          <p:nvSpPr>
            <p:cNvPr id="29" name="OTLSHAPE_T_e17f3958430f4cff8650518c93c7635e_Shape">
              <a:extLst>
                <a:ext uri="{FF2B5EF4-FFF2-40B4-BE49-F238E27FC236}">
                  <a16:creationId xmlns:a16="http://schemas.microsoft.com/office/drawing/2014/main" id="{EA28EB14-BF4D-E5D2-7F10-B55EDECAB031}"/>
                </a:ext>
              </a:extLst>
            </p:cNvPr>
            <p:cNvSpPr/>
            <p:nvPr>
              <p:custDataLst>
                <p:tags r:id="rId10"/>
              </p:custDataLst>
            </p:nvPr>
          </p:nvSpPr>
          <p:spPr bwMode="auto">
            <a:xfrm>
              <a:off x="2405033" y="5751009"/>
              <a:ext cx="731520" cy="20092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algn="ctr" defTabSz="1625398" eaLnBrk="0" fontAlgn="base" hangingPunct="0">
                <a:lnSpc>
                  <a:spcPct val="90000"/>
                </a:lnSpc>
                <a:spcBef>
                  <a:spcPct val="0"/>
                </a:spcBef>
                <a:spcAft>
                  <a:spcPct val="0"/>
                </a:spcAft>
              </a:pPr>
              <a:endParaRPr lang="zh-CN" altLang="en-US" sz="5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30" name="OTLSHAPE_M_39ea6ebc19a94c9fab6ef5006c31df58_Shape">
              <a:extLst>
                <a:ext uri="{FF2B5EF4-FFF2-40B4-BE49-F238E27FC236}">
                  <a16:creationId xmlns:a16="http://schemas.microsoft.com/office/drawing/2014/main" id="{0F13300B-292D-E9B6-CA73-73D253863906}"/>
                </a:ext>
              </a:extLst>
            </p:cNvPr>
            <p:cNvSpPr/>
            <p:nvPr>
              <p:custDataLst>
                <p:tags r:id="rId11"/>
              </p:custDataLst>
            </p:nvPr>
          </p:nvSpPr>
          <p:spPr bwMode="auto">
            <a:xfrm rot="16200000">
              <a:off x="2367520" y="5927084"/>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24" name="Star: 4 Points 143">
              <a:extLst>
                <a:ext uri="{FF2B5EF4-FFF2-40B4-BE49-F238E27FC236}">
                  <a16:creationId xmlns:a16="http://schemas.microsoft.com/office/drawing/2014/main" id="{FB68E783-E73F-FA10-0B72-2FFE63309F5E}"/>
                </a:ext>
              </a:extLst>
            </p:cNvPr>
            <p:cNvSpPr/>
            <p:nvPr/>
          </p:nvSpPr>
          <p:spPr bwMode="auto">
            <a:xfrm>
              <a:off x="4754288" y="5875878"/>
              <a:ext cx="245472" cy="19313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0" name="OTLSHAPE_T_e17f3958430f4cff8650518c93c7635e_Shape">
              <a:extLst>
                <a:ext uri="{FF2B5EF4-FFF2-40B4-BE49-F238E27FC236}">
                  <a16:creationId xmlns:a16="http://schemas.microsoft.com/office/drawing/2014/main" id="{DC72E225-01E8-BAE8-A69C-CF1AAD7CC5A2}"/>
                </a:ext>
              </a:extLst>
            </p:cNvPr>
            <p:cNvSpPr/>
            <p:nvPr>
              <p:custDataLst>
                <p:tags r:id="rId12"/>
              </p:custDataLst>
            </p:nvPr>
          </p:nvSpPr>
          <p:spPr bwMode="auto">
            <a:xfrm>
              <a:off x="3144523" y="5730921"/>
              <a:ext cx="1737360" cy="238549"/>
            </a:xfrm>
            <a:prstGeom prst="roundRect">
              <a:avLst/>
            </a:prstGeom>
            <a:solidFill>
              <a:srgbClr val="006600">
                <a:alpha val="4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1" name="OTLSHAPE_T_e17f3958430f4cff8650518c93c7635e_StartDate">
              <a:extLst>
                <a:ext uri="{FF2B5EF4-FFF2-40B4-BE49-F238E27FC236}">
                  <a16:creationId xmlns:a16="http://schemas.microsoft.com/office/drawing/2014/main" id="{6A7C8C18-670E-8B82-B6C3-5E0D1AD76AF9}"/>
                </a:ext>
              </a:extLst>
            </p:cNvPr>
            <p:cNvSpPr txBox="1"/>
            <p:nvPr>
              <p:custDataLst>
                <p:tags r:id="rId13"/>
              </p:custDataLst>
            </p:nvPr>
          </p:nvSpPr>
          <p:spPr>
            <a:xfrm>
              <a:off x="2734280" y="5576292"/>
              <a:ext cx="1198111" cy="143564"/>
            </a:xfrm>
            <a:prstGeom prst="rect">
              <a:avLst/>
            </a:prstGeom>
            <a:noFill/>
          </p:spPr>
          <p:txBody>
            <a:bodyPr vert="horz" wrap="square" lIns="0" tIns="0" rIns="0" bIns="0" rtlCol="0" anchor="ctr" anchorCtr="0">
              <a:spAutoFit/>
            </a:bodyPr>
            <a:lstStyle/>
            <a:p>
              <a:pPr algn="ctr" defTabSz="1625398"/>
              <a:r>
                <a:rPr lang="en-US" altLang="zh-CN" sz="933" b="1">
                  <a:solidFill>
                    <a:srgbClr val="003366"/>
                  </a:solidFill>
                  <a:latin typeface="Calibri" panose="020F0502020204030204" pitchFamily="34" charset="0"/>
                  <a:ea typeface="等线" panose="02010600030101010101" pitchFamily="2" charset="-122"/>
                  <a:cs typeface="Calibri" panose="020F0502020204030204" pitchFamily="34" charset="0"/>
                </a:rPr>
                <a:t>6Feb</a:t>
              </a:r>
              <a:r>
                <a:rPr lang="en-US" altLang="zh-CN" sz="933" b="1">
                  <a:solidFill>
                    <a:srgbClr val="1F497D"/>
                  </a:solidFill>
                  <a:latin typeface="Calibri" panose="020F0502020204030204" pitchFamily="34" charset="0"/>
                  <a:ea typeface="等线" panose="02010600030101010101" pitchFamily="2" charset="-122"/>
                  <a:cs typeface="Calibri" panose="020F0502020204030204" pitchFamily="34" charset="0"/>
                </a:rPr>
                <a:t>/FSS</a:t>
              </a:r>
              <a:endParaRPr lang="zh-CN" altLang="en-US" sz="933" b="1">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A27762EC-D3FD-7A18-9704-144466FAC1DA}"/>
                </a:ext>
              </a:extLst>
            </p:cNvPr>
            <p:cNvSpPr/>
            <p:nvPr/>
          </p:nvSpPr>
          <p:spPr bwMode="auto">
            <a:xfrm>
              <a:off x="3017079" y="5859913"/>
              <a:ext cx="232372" cy="22351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3" name="TextBox 108">
              <a:extLst>
                <a:ext uri="{FF2B5EF4-FFF2-40B4-BE49-F238E27FC236}">
                  <a16:creationId xmlns:a16="http://schemas.microsoft.com/office/drawing/2014/main" id="{F61C334A-6279-0269-9BDD-84822CD36F13}"/>
                </a:ext>
              </a:extLst>
            </p:cNvPr>
            <p:cNvSpPr txBox="1"/>
            <p:nvPr/>
          </p:nvSpPr>
          <p:spPr>
            <a:xfrm>
              <a:off x="4307792" y="5573285"/>
              <a:ext cx="762111" cy="143563"/>
            </a:xfrm>
            <a:prstGeom prst="rect">
              <a:avLst/>
            </a:prstGeom>
            <a:noFill/>
          </p:spPr>
          <p:txBody>
            <a:bodyPr wrap="square" lIns="0" tIns="0" rIns="0" bIns="0" rtlCol="0">
              <a:spAutoFit/>
            </a:bodyPr>
            <a:lstStyle/>
            <a:p>
              <a:pPr algn="ctr" defTabSz="1625398"/>
              <a:r>
                <a:rPr lang="en-US" altLang="zh-CN" sz="933" b="1">
                  <a:solidFill>
                    <a:srgbClr val="003366"/>
                  </a:solidFill>
                  <a:latin typeface="Calibri" panose="020F0502020204030204" pitchFamily="34" charset="0"/>
                  <a:cs typeface="Calibri" panose="020F0502020204030204" pitchFamily="34" charset="0"/>
                </a:rPr>
                <a:t>Nov</a:t>
              </a:r>
              <a:r>
                <a:rPr lang="en-US" sz="933" b="1">
                  <a:solidFill>
                    <a:srgbClr val="003366"/>
                  </a:solidFill>
                  <a:latin typeface="Calibri" panose="020F0502020204030204" pitchFamily="34" charset="0"/>
                  <a:cs typeface="Calibri" panose="020F0502020204030204" pitchFamily="34" charset="0"/>
                </a:rPr>
                <a:t>/</a:t>
              </a:r>
              <a:r>
                <a:rPr lang="en-US" sz="933" b="1">
                  <a:solidFill>
                    <a:srgbClr val="1F497D"/>
                  </a:solidFill>
                  <a:latin typeface="Calibri" panose="020F0502020204030204" pitchFamily="34" charset="0"/>
                  <a:cs typeface="Calibri" panose="020F0502020204030204" pitchFamily="34" charset="0"/>
                </a:rPr>
                <a:t>LSS</a:t>
              </a:r>
            </a:p>
          </p:txBody>
        </p:sp>
        <p:sp>
          <p:nvSpPr>
            <p:cNvPr id="234" name="OTLSHAPE_T_e17f3958430f4cff8650518c93c7635e_Shape">
              <a:extLst>
                <a:ext uri="{FF2B5EF4-FFF2-40B4-BE49-F238E27FC236}">
                  <a16:creationId xmlns:a16="http://schemas.microsoft.com/office/drawing/2014/main" id="{B2757B82-D3CF-8E57-BC76-E684F0850598}"/>
                </a:ext>
              </a:extLst>
            </p:cNvPr>
            <p:cNvSpPr/>
            <p:nvPr>
              <p:custDataLst>
                <p:tags r:id="rId14"/>
              </p:custDataLst>
            </p:nvPr>
          </p:nvSpPr>
          <p:spPr bwMode="auto">
            <a:xfrm>
              <a:off x="1916306" y="5722455"/>
              <a:ext cx="487680" cy="241201"/>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zh-CN" altLang="en-US" sz="5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6" name="TextBox 235">
              <a:extLst>
                <a:ext uri="{FF2B5EF4-FFF2-40B4-BE49-F238E27FC236}">
                  <a16:creationId xmlns:a16="http://schemas.microsoft.com/office/drawing/2014/main" id="{5395C515-17C5-3482-CEC7-D76D7785AD19}"/>
                </a:ext>
              </a:extLst>
            </p:cNvPr>
            <p:cNvSpPr txBox="1"/>
            <p:nvPr/>
          </p:nvSpPr>
          <p:spPr>
            <a:xfrm>
              <a:off x="1796020" y="5740000"/>
              <a:ext cx="731520" cy="235896"/>
            </a:xfrm>
            <a:prstGeom prst="rect">
              <a:avLst/>
            </a:prstGeom>
            <a:noFill/>
          </p:spPr>
          <p:txBody>
            <a:bodyPr wrap="square">
              <a:spAutoFit/>
            </a:bodyPr>
            <a:lstStyle/>
            <a:p>
              <a:pPr algn="ctr" defTabSz="1625398" eaLnBrk="0" fontAlgn="base" hangingPunct="0">
                <a:spcBef>
                  <a:spcPct val="0"/>
                </a:spcBef>
                <a:spcAft>
                  <a:spcPct val="0"/>
                </a:spcAft>
              </a:pPr>
              <a:r>
                <a:rPr lang="en-US" altLang="zh-CN" sz="933" b="1">
                  <a:solidFill>
                    <a:prstClr val="black"/>
                  </a:solidFill>
                  <a:latin typeface="Calibri" panose="020F0502020204030204" pitchFamily="34" charset="0"/>
                  <a:ea typeface="等线" panose="02010600030101010101" pitchFamily="2" charset="-122"/>
                  <a:cs typeface="Calibri" panose="020F0502020204030204" pitchFamily="34" charset="0"/>
                </a:rPr>
                <a:t>Pre-IND</a:t>
              </a:r>
              <a:endParaRPr lang="zh-CN" altLang="en-US" sz="933" b="1">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7" name="Star: 4 Points 143">
              <a:extLst>
                <a:ext uri="{FF2B5EF4-FFF2-40B4-BE49-F238E27FC236}">
                  <a16:creationId xmlns:a16="http://schemas.microsoft.com/office/drawing/2014/main" id="{C8651D31-65A7-973A-D647-1F7D9911E99A}"/>
                </a:ext>
              </a:extLst>
            </p:cNvPr>
            <p:cNvSpPr/>
            <p:nvPr/>
          </p:nvSpPr>
          <p:spPr bwMode="auto">
            <a:xfrm>
              <a:off x="7030612" y="5873037"/>
              <a:ext cx="217623" cy="18127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38" name="TextBox 146">
              <a:extLst>
                <a:ext uri="{FF2B5EF4-FFF2-40B4-BE49-F238E27FC236}">
                  <a16:creationId xmlns:a16="http://schemas.microsoft.com/office/drawing/2014/main" id="{65A867ED-8E3B-3315-FC00-A2C934D090CD}"/>
                </a:ext>
              </a:extLst>
            </p:cNvPr>
            <p:cNvSpPr txBox="1"/>
            <p:nvPr/>
          </p:nvSpPr>
          <p:spPr>
            <a:xfrm>
              <a:off x="-145746" y="5772743"/>
              <a:ext cx="892635" cy="123110"/>
            </a:xfrm>
            <a:prstGeom prst="rect">
              <a:avLst/>
            </a:prstGeom>
            <a:noFill/>
            <a:ln w="9525">
              <a:solidFill>
                <a:schemeClr val="accent1"/>
              </a:solidFill>
            </a:ln>
          </p:spPr>
          <p:txBody>
            <a:bodyPr wrap="square" lIns="0" tIns="0" rIns="0" bIns="0" rtlCol="0">
              <a:spAutoFit/>
            </a:bodyPr>
            <a:lstStyle/>
            <a:p>
              <a:pPr algn="ctr"/>
              <a:r>
                <a:rPr lang="en-US" sz="800" b="1">
                  <a:solidFill>
                    <a:srgbClr val="203864"/>
                  </a:solidFill>
                  <a:latin typeface="Calibri" panose="020F0502020204030204" pitchFamily="34" charset="0"/>
                  <a:cs typeface="Calibri" panose="020F0502020204030204" pitchFamily="34" charset="0"/>
                </a:rPr>
                <a:t>SYNCHRONIZE-CN</a:t>
              </a:r>
            </a:p>
          </p:txBody>
        </p:sp>
        <p:sp>
          <p:nvSpPr>
            <p:cNvPr id="239" name="TextBox 112">
              <a:extLst>
                <a:ext uri="{FF2B5EF4-FFF2-40B4-BE49-F238E27FC236}">
                  <a16:creationId xmlns:a16="http://schemas.microsoft.com/office/drawing/2014/main" id="{C9B0154B-D79E-88F5-DC52-003F2D37606D}"/>
                </a:ext>
              </a:extLst>
            </p:cNvPr>
            <p:cNvSpPr txBox="1"/>
            <p:nvPr/>
          </p:nvSpPr>
          <p:spPr>
            <a:xfrm>
              <a:off x="7283690" y="6039756"/>
              <a:ext cx="1516682" cy="287127"/>
            </a:xfrm>
            <a:prstGeom prst="rect">
              <a:avLst/>
            </a:prstGeom>
            <a:noFill/>
          </p:spPr>
          <p:txBody>
            <a:bodyPr wrap="square" lIns="0" tIns="0" rIns="0" bIns="0" rtlCol="0" anchor="t">
              <a:spAutoFit/>
            </a:bodyPr>
            <a:lstStyle/>
            <a:p>
              <a:pPr algn="ctr" defTabSz="1625398"/>
              <a:r>
                <a:rPr lang="en-US" altLang="zh-CN" sz="933" b="1">
                  <a:solidFill>
                    <a:srgbClr val="003366"/>
                  </a:solidFill>
                  <a:latin typeface="Calibri"/>
                  <a:cs typeface="Calibri"/>
                </a:rPr>
                <a:t>Jun</a:t>
              </a:r>
              <a:r>
                <a:rPr lang="en-US" sz="933" b="1">
                  <a:solidFill>
                    <a:srgbClr val="1F497D"/>
                  </a:solidFill>
                  <a:latin typeface="Calibri"/>
                  <a:cs typeface="Calibri"/>
                </a:rPr>
                <a:t>/LSC </a:t>
              </a:r>
              <a:endParaRPr lang="en-US" sz="933" b="1">
                <a:solidFill>
                  <a:srgbClr val="1F497D"/>
                </a:solidFill>
                <a:latin typeface="Calibri" panose="020F0502020204030204" pitchFamily="34" charset="0"/>
                <a:cs typeface="Calibri" panose="020F0502020204030204" pitchFamily="34" charset="0"/>
              </a:endParaRPr>
            </a:p>
            <a:p>
              <a:pPr algn="ctr" defTabSz="1625398"/>
              <a:r>
                <a:rPr lang="en-US" sz="933" b="1">
                  <a:solidFill>
                    <a:srgbClr val="1F497D"/>
                  </a:solidFill>
                  <a:latin typeface="Calibri"/>
                  <a:cs typeface="Calibri"/>
                </a:rPr>
                <a:t>at Week </a:t>
              </a:r>
              <a:r>
                <a:rPr lang="en-US" sz="933" b="1">
                  <a:solidFill>
                    <a:srgbClr val="496C98"/>
                  </a:solidFill>
                  <a:latin typeface="Calibri"/>
                  <a:cs typeface="Calibri"/>
                </a:rPr>
                <a:t>79</a:t>
              </a:r>
            </a:p>
          </p:txBody>
        </p:sp>
        <p:sp>
          <p:nvSpPr>
            <p:cNvPr id="241" name="Star: 4 Points 143">
              <a:extLst>
                <a:ext uri="{FF2B5EF4-FFF2-40B4-BE49-F238E27FC236}">
                  <a16:creationId xmlns:a16="http://schemas.microsoft.com/office/drawing/2014/main" id="{D06F9062-3A46-C9F5-4016-C0B0FA7E6FD7}"/>
                </a:ext>
              </a:extLst>
            </p:cNvPr>
            <p:cNvSpPr/>
            <p:nvPr/>
          </p:nvSpPr>
          <p:spPr bwMode="auto">
            <a:xfrm>
              <a:off x="8162248" y="5850195"/>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algn="ctr" defTabSz="1219048" eaLnBrk="0" fontAlgn="base" hangingPunct="0">
                <a:spcBef>
                  <a:spcPct val="0"/>
                </a:spcBef>
                <a:spcAft>
                  <a:spcPct val="0"/>
                </a:spcAft>
              </a:pPr>
              <a:endParaRPr lang="zh-CN" altLang="en-US" sz="3200">
                <a:solidFill>
                  <a:srgbClr val="000000"/>
                </a:solidFill>
                <a:latin typeface="Calibri" panose="020F0502020204030204" pitchFamily="34" charset="0"/>
                <a:cs typeface="Calibri" panose="020F0502020204030204" pitchFamily="34" charset="0"/>
              </a:endParaRPr>
            </a:p>
          </p:txBody>
        </p:sp>
        <p:sp>
          <p:nvSpPr>
            <p:cNvPr id="245" name="OTLSHAPE_M_39ea6ebc19a94c9fab6ef5006c31df58_Shape">
              <a:extLst>
                <a:ext uri="{FF2B5EF4-FFF2-40B4-BE49-F238E27FC236}">
                  <a16:creationId xmlns:a16="http://schemas.microsoft.com/office/drawing/2014/main" id="{02FCE94E-D6B7-D9A8-F38D-B050364E3C59}"/>
                </a:ext>
              </a:extLst>
            </p:cNvPr>
            <p:cNvSpPr/>
            <p:nvPr>
              <p:custDataLst>
                <p:tags r:id="rId15"/>
              </p:custDataLst>
            </p:nvPr>
          </p:nvSpPr>
          <p:spPr bwMode="auto">
            <a:xfrm rot="16200000">
              <a:off x="1891312" y="5927082"/>
              <a:ext cx="133252"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246" name="TextBox 112">
              <a:extLst>
                <a:ext uri="{FF2B5EF4-FFF2-40B4-BE49-F238E27FC236}">
                  <a16:creationId xmlns:a16="http://schemas.microsoft.com/office/drawing/2014/main" id="{ED941EED-B88A-2EA5-A21D-D6010D995E03}"/>
                </a:ext>
              </a:extLst>
            </p:cNvPr>
            <p:cNvSpPr txBox="1"/>
            <p:nvPr/>
          </p:nvSpPr>
          <p:spPr>
            <a:xfrm>
              <a:off x="5498972" y="5757162"/>
              <a:ext cx="2232814" cy="430690"/>
            </a:xfrm>
            <a:prstGeom prst="rect">
              <a:avLst/>
            </a:prstGeom>
            <a:noFill/>
          </p:spPr>
          <p:txBody>
            <a:bodyPr wrap="square" lIns="0" tIns="0" rIns="0" bIns="0" rtlCol="0">
              <a:spAutoFit/>
            </a:bodyPr>
            <a:lstStyle/>
            <a:p>
              <a:pPr algn="ctr" defTabSz="1625398"/>
              <a:r>
                <a:rPr lang="en-US" sz="933" b="1">
                  <a:solidFill>
                    <a:srgbClr val="003366"/>
                  </a:solidFill>
                  <a:latin typeface="Calibri" panose="020F0502020204030204" pitchFamily="34" charset="0"/>
                  <a:cs typeface="Calibri" panose="020F0502020204030204" pitchFamily="34" charset="0"/>
                </a:rPr>
                <a:t>Nov/LSC </a:t>
              </a:r>
            </a:p>
            <a:p>
              <a:pPr algn="ctr" defTabSz="1625398"/>
              <a:r>
                <a:rPr lang="en-US" sz="933" b="1">
                  <a:solidFill>
                    <a:srgbClr val="1F497D"/>
                  </a:solidFill>
                  <a:latin typeface="Calibri" panose="020F0502020204030204" pitchFamily="34" charset="0"/>
                  <a:cs typeface="Calibri" panose="020F0502020204030204" pitchFamily="34" charset="0"/>
                </a:rPr>
                <a:t>at Week 52 </a:t>
              </a:r>
            </a:p>
            <a:p>
              <a:pPr algn="ctr" defTabSz="1625398"/>
              <a:r>
                <a:rPr lang="en-US" sz="933" b="1">
                  <a:solidFill>
                    <a:srgbClr val="1F497D"/>
                  </a:solidFill>
                  <a:latin typeface="Calibri" panose="020F0502020204030204" pitchFamily="34" charset="0"/>
                  <a:cs typeface="Calibri" panose="020F0502020204030204" pitchFamily="34" charset="0"/>
                </a:rPr>
                <a:t>(primary efficacy data for NDA submission)</a:t>
              </a:r>
            </a:p>
          </p:txBody>
        </p:sp>
      </p:grpSp>
      <p:sp>
        <p:nvSpPr>
          <p:cNvPr id="247" name="文本框 174">
            <a:extLst>
              <a:ext uri="{FF2B5EF4-FFF2-40B4-BE49-F238E27FC236}">
                <a16:creationId xmlns:a16="http://schemas.microsoft.com/office/drawing/2014/main" id="{85C09B5F-33AD-EB9D-75ED-742DDB67886F}"/>
              </a:ext>
            </a:extLst>
          </p:cNvPr>
          <p:cNvSpPr txBox="1"/>
          <p:nvPr/>
        </p:nvSpPr>
        <p:spPr>
          <a:xfrm>
            <a:off x="3507631" y="4375593"/>
            <a:ext cx="1450631" cy="338554"/>
          </a:xfrm>
          <a:prstGeom prst="rect">
            <a:avLst/>
          </a:prstGeom>
          <a:noFill/>
        </p:spPr>
        <p:txBody>
          <a:bodyPr wrap="square">
            <a:spAutoFit/>
          </a:bodyPr>
          <a:lstStyle/>
          <a:p>
            <a:pPr algn="ctr" defTabSz="1625398" eaLnBrk="0" fontAlgn="base" hangingPunct="0">
              <a:spcBef>
                <a:spcPct val="0"/>
              </a:spcBef>
              <a:spcAft>
                <a:spcPct val="0"/>
              </a:spcAft>
            </a:pPr>
            <a:r>
              <a:rPr lang="en-US" altLang="zh-CN" sz="800" b="1">
                <a:solidFill>
                  <a:srgbClr val="203864"/>
                </a:solidFill>
                <a:latin typeface="Calibri" panose="020F0502020204030204" pitchFamily="34" charset="0"/>
                <a:ea typeface="等线" panose="02010600030101010101" pitchFamily="2" charset="-122"/>
                <a:cs typeface="Calibri" panose="020F0502020204030204" pitchFamily="34" charset="0"/>
              </a:rPr>
              <a:t>Obesity, BMI 24/28 N=300 (60 for MRI-PDFF)</a:t>
            </a:r>
          </a:p>
        </p:txBody>
      </p:sp>
      <p:sp>
        <p:nvSpPr>
          <p:cNvPr id="251" name="TextBox 250">
            <a:extLst>
              <a:ext uri="{FF2B5EF4-FFF2-40B4-BE49-F238E27FC236}">
                <a16:creationId xmlns:a16="http://schemas.microsoft.com/office/drawing/2014/main" id="{20EF82D9-46B0-701F-5C96-5B1AEE3A6480}"/>
              </a:ext>
            </a:extLst>
          </p:cNvPr>
          <p:cNvSpPr txBox="1"/>
          <p:nvPr/>
        </p:nvSpPr>
        <p:spPr>
          <a:xfrm>
            <a:off x="2649126" y="4419014"/>
            <a:ext cx="831080" cy="278153"/>
          </a:xfrm>
          <a:prstGeom prst="rect">
            <a:avLst/>
          </a:prstGeom>
          <a:noFill/>
        </p:spPr>
        <p:txBody>
          <a:bodyPr wrap="square">
            <a:spAutoFit/>
          </a:bodyPr>
          <a:lstStyle/>
          <a:p>
            <a:pPr algn="ctr" defTabSz="1625398" eaLnBrk="0" fontAlgn="base" hangingPunct="0">
              <a:lnSpc>
                <a:spcPct val="90000"/>
              </a:lnSpc>
              <a:spcBef>
                <a:spcPct val="0"/>
              </a:spcBef>
              <a:spcAft>
                <a:spcPct val="0"/>
              </a:spcAft>
            </a:pPr>
            <a:r>
              <a:rPr lang="en-US" altLang="zh-CN" sz="671" b="1">
                <a:solidFill>
                  <a:srgbClr val="203864"/>
                </a:solidFill>
                <a:latin typeface="Calibri" panose="020F0502020204030204" pitchFamily="34" charset="0"/>
                <a:cs typeface="Calibri" panose="020F0502020204030204" pitchFamily="34" charset="0"/>
              </a:rPr>
              <a:t>CTA + EC +HGRAC + 1</a:t>
            </a:r>
            <a:r>
              <a:rPr lang="en-US" altLang="zh-CN" sz="671" b="1" baseline="30000">
                <a:solidFill>
                  <a:srgbClr val="203864"/>
                </a:solidFill>
                <a:latin typeface="Calibri" panose="020F0502020204030204" pitchFamily="34" charset="0"/>
                <a:cs typeface="Calibri" panose="020F0502020204030204" pitchFamily="34" charset="0"/>
              </a:rPr>
              <a:t>st</a:t>
            </a:r>
            <a:r>
              <a:rPr lang="en-US" altLang="zh-CN" sz="671" b="1">
                <a:solidFill>
                  <a:srgbClr val="203864"/>
                </a:solidFill>
                <a:latin typeface="Calibri" panose="020F0502020204030204" pitchFamily="34" charset="0"/>
                <a:cs typeface="Calibri" panose="020F0502020204030204" pitchFamily="34" charset="0"/>
              </a:rPr>
              <a:t> SIV (5M)</a:t>
            </a:r>
            <a:endParaRPr lang="zh-CN" altLang="en-US" sz="671" b="1">
              <a:solidFill>
                <a:srgbClr val="203864"/>
              </a:solidFill>
              <a:latin typeface="Calibri" panose="020F0502020204030204" pitchFamily="34" charset="0"/>
              <a:cs typeface="Calibri" panose="020F0502020204030204" pitchFamily="34" charset="0"/>
            </a:endParaRPr>
          </a:p>
        </p:txBody>
      </p:sp>
      <p:sp>
        <p:nvSpPr>
          <p:cNvPr id="228" name="TextBox 227">
            <a:extLst>
              <a:ext uri="{FF2B5EF4-FFF2-40B4-BE49-F238E27FC236}">
                <a16:creationId xmlns:a16="http://schemas.microsoft.com/office/drawing/2014/main" id="{4C5D9690-1D3C-CB1E-B675-2B7FDF74D796}"/>
              </a:ext>
            </a:extLst>
          </p:cNvPr>
          <p:cNvSpPr txBox="1"/>
          <p:nvPr/>
        </p:nvSpPr>
        <p:spPr>
          <a:xfrm>
            <a:off x="7810155" y="3698041"/>
            <a:ext cx="627645"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30AprTLR</a:t>
            </a:r>
          </a:p>
        </p:txBody>
      </p:sp>
      <p:sp>
        <p:nvSpPr>
          <p:cNvPr id="229" name="TextBox 228">
            <a:extLst>
              <a:ext uri="{FF2B5EF4-FFF2-40B4-BE49-F238E27FC236}">
                <a16:creationId xmlns:a16="http://schemas.microsoft.com/office/drawing/2014/main" id="{A82B941D-F6AC-D3BB-516D-721F5C9740B4}"/>
              </a:ext>
            </a:extLst>
          </p:cNvPr>
          <p:cNvSpPr txBox="1"/>
          <p:nvPr/>
        </p:nvSpPr>
        <p:spPr>
          <a:xfrm>
            <a:off x="7201030" y="3141478"/>
            <a:ext cx="762687" cy="123111"/>
          </a:xfrm>
          <a:prstGeom prst="rect">
            <a:avLst/>
          </a:prstGeom>
          <a:noFill/>
        </p:spPr>
        <p:txBody>
          <a:bodyPr wrap="square" lIns="0" tIns="0" rIns="0" bIns="0" rtlCol="0">
            <a:spAutoFit/>
          </a:bodyPr>
          <a:lstStyle/>
          <a:p>
            <a:pPr algn="ctr" defTabSz="1625438"/>
            <a:r>
              <a:rPr lang="en-US" altLang="zh-CN" sz="800" b="1">
                <a:solidFill>
                  <a:srgbClr val="203864"/>
                </a:solidFill>
                <a:latin typeface="Calibri" panose="020F0502020204030204" pitchFamily="34" charset="0"/>
                <a:cs typeface="Calibri" panose="020F0502020204030204" pitchFamily="34" charset="0"/>
              </a:rPr>
              <a:t>25Feb2026</a:t>
            </a:r>
            <a:r>
              <a:rPr lang="en-US" sz="800" b="1">
                <a:solidFill>
                  <a:srgbClr val="203864"/>
                </a:solidFill>
                <a:latin typeface="Calibri" panose="020F0502020204030204" pitchFamily="34" charset="0"/>
                <a:cs typeface="Calibri" panose="020F0502020204030204" pitchFamily="34" charset="0"/>
              </a:rPr>
              <a:t>/TLR</a:t>
            </a:r>
          </a:p>
        </p:txBody>
      </p:sp>
      <p:sp>
        <p:nvSpPr>
          <p:cNvPr id="235" name="Star: 4 Points 143">
            <a:extLst>
              <a:ext uri="{FF2B5EF4-FFF2-40B4-BE49-F238E27FC236}">
                <a16:creationId xmlns:a16="http://schemas.microsoft.com/office/drawing/2014/main" id="{D668713C-9457-9A32-F785-E4A2E174685C}"/>
              </a:ext>
            </a:extLst>
          </p:cNvPr>
          <p:cNvSpPr/>
          <p:nvPr/>
        </p:nvSpPr>
        <p:spPr bwMode="auto">
          <a:xfrm>
            <a:off x="7559280" y="3751147"/>
            <a:ext cx="198593" cy="1998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defTabSz="121907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26" name="标题 3">
            <a:extLst>
              <a:ext uri="{FF2B5EF4-FFF2-40B4-BE49-F238E27FC236}">
                <a16:creationId xmlns:a16="http://schemas.microsoft.com/office/drawing/2014/main" id="{4CA28293-53C6-5D9E-5828-201594D33D61}"/>
              </a:ext>
            </a:extLst>
          </p:cNvPr>
          <p:cNvSpPr txBox="1">
            <a:spLocks/>
          </p:cNvSpPr>
          <p:nvPr/>
        </p:nvSpPr>
        <p:spPr>
          <a:xfrm>
            <a:off x="490031" y="457200"/>
            <a:ext cx="11211800" cy="529569"/>
          </a:xfrm>
          <a:prstGeom prst="rect">
            <a:avLst/>
          </a:prstGeom>
        </p:spPr>
        <p:txBody>
          <a:bodyPr vert="horz" wrap="square" lIns="0" tIns="0" rIns="0" bIns="0" rtlCol="0" anchor="b" anchorCtr="0">
            <a:spAutoFit/>
          </a:bodyPr>
          <a:lstStyle>
            <a:lvl1pPr algn="l" defTabSz="914400" rtl="0" eaLnBrk="1" latinLnBrk="0" hangingPunct="1">
              <a:lnSpc>
                <a:spcPct val="85000"/>
              </a:lnSpc>
              <a:spcBef>
                <a:spcPct val="0"/>
              </a:spcBef>
              <a:buNone/>
              <a:defRPr sz="2000" b="0" i="0" kern="1200">
                <a:solidFill>
                  <a:srgbClr val="003366"/>
                </a:solidFill>
                <a:latin typeface="+mj-lt"/>
                <a:ea typeface="+mj-ea"/>
                <a:cs typeface="BISansOptiCond"/>
              </a:defRPr>
            </a:lvl1pPr>
          </a:lstStyle>
          <a:p>
            <a:r>
              <a:rPr lang="en-US" b="1" u="sng">
                <a:solidFill>
                  <a:schemeClr val="accent1">
                    <a:lumMod val="90000"/>
                    <a:lumOff val="10000"/>
                  </a:schemeClr>
                </a:solidFill>
                <a:cs typeface="Calibri" panose="020F0502020204030204" pitchFamily="34" charset="0"/>
              </a:rPr>
              <a:t>Ongoing</a:t>
            </a:r>
            <a:br>
              <a:rPr lang="en-US" b="1">
                <a:solidFill>
                  <a:schemeClr val="accent1">
                    <a:lumMod val="90000"/>
                    <a:lumOff val="10000"/>
                  </a:schemeClr>
                </a:solidFill>
                <a:cs typeface="Calibri" panose="020F0502020204030204" pitchFamily="34" charset="0"/>
              </a:rPr>
            </a:br>
            <a:r>
              <a:rPr lang="en-US" b="1">
                <a:solidFill>
                  <a:schemeClr val="accent1">
                    <a:lumMod val="90000"/>
                    <a:lumOff val="10000"/>
                  </a:schemeClr>
                </a:solidFill>
                <a:cs typeface="Calibri" panose="020F0502020204030204" pitchFamily="34" charset="0"/>
              </a:rPr>
              <a:t>Survodutide (GLP1/GCGR agonist): Obesity (Ph3)</a:t>
            </a:r>
            <a:endParaRPr lang="en-US" altLang="zh-CN">
              <a:solidFill>
                <a:schemeClr val="accent1">
                  <a:lumMod val="90000"/>
                  <a:lumOff val="10000"/>
                </a:schemeClr>
              </a:solidFill>
            </a:endParaRPr>
          </a:p>
        </p:txBody>
      </p:sp>
      <p:pic>
        <p:nvPicPr>
          <p:cNvPr id="27" name="Picture 8" descr="Traffic light - Simple English Wikipedia, the free ...">
            <a:extLst>
              <a:ext uri="{FF2B5EF4-FFF2-40B4-BE49-F238E27FC236}">
                <a16:creationId xmlns:a16="http://schemas.microsoft.com/office/drawing/2014/main" id="{A4C97E71-5197-6A49-C3FE-E432A30C57F2}"/>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rot="10800000">
            <a:off x="10281548" y="476250"/>
            <a:ext cx="1420283" cy="575084"/>
          </a:xfrm>
          <a:prstGeom prst="rect">
            <a:avLst/>
          </a:prstGeom>
          <a:solidFill>
            <a:schemeClr val="tx1"/>
          </a:solidFill>
        </p:spPr>
      </p:pic>
      <p:sp>
        <p:nvSpPr>
          <p:cNvPr id="13" name="OTLSHAPE_M_39ea6ebc19a94c9fab6ef5006c31df58_Shape">
            <a:extLst>
              <a:ext uri="{FF2B5EF4-FFF2-40B4-BE49-F238E27FC236}">
                <a16:creationId xmlns:a16="http://schemas.microsoft.com/office/drawing/2014/main" id="{5CBA3459-A619-5C78-7A8A-6673FAC8D9C2}"/>
              </a:ext>
            </a:extLst>
          </p:cNvPr>
          <p:cNvSpPr/>
          <p:nvPr>
            <p:custDataLst>
              <p:tags r:id="rId2"/>
            </p:custDataLst>
          </p:nvPr>
        </p:nvSpPr>
        <p:spPr bwMode="auto">
          <a:xfrm rot="16200000">
            <a:off x="3050382" y="3863522"/>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sp>
        <p:nvSpPr>
          <p:cNvPr id="17" name="OTLSHAPE_M_39ea6ebc19a94c9fab6ef5006c31df58_Shape">
            <a:extLst>
              <a:ext uri="{FF2B5EF4-FFF2-40B4-BE49-F238E27FC236}">
                <a16:creationId xmlns:a16="http://schemas.microsoft.com/office/drawing/2014/main" id="{87F9B76D-83D9-76A8-48D7-1EE5EE0F1D5F}"/>
              </a:ext>
            </a:extLst>
          </p:cNvPr>
          <p:cNvSpPr/>
          <p:nvPr>
            <p:custDataLst>
              <p:tags r:id="rId3"/>
            </p:custDataLst>
          </p:nvPr>
        </p:nvSpPr>
        <p:spPr bwMode="auto">
          <a:xfrm rot="16200000">
            <a:off x="2957364" y="4639204"/>
            <a:ext cx="120649" cy="90793"/>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162560" tIns="81280" rIns="162560" bIns="81280" numCol="1" rtlCol="0" anchor="t" anchorCtr="0" compatLnSpc="1">
            <a:prstTxWarp prst="textNoShape">
              <a:avLst/>
            </a:prstTxWarp>
          </a:bodyPr>
          <a:lstStyle/>
          <a:p>
            <a:pPr algn="ctr" defTabSz="1625398" eaLnBrk="0" fontAlgn="base" hangingPunct="0">
              <a:spcBef>
                <a:spcPct val="0"/>
              </a:spcBef>
              <a:spcAft>
                <a:spcPct val="0"/>
              </a:spcAft>
            </a:pPr>
            <a:endParaRPr lang="zh-CN" altLang="en-US" sz="800">
              <a:solidFill>
                <a:srgbClr val="203864"/>
              </a:solidFill>
              <a:latin typeface="Calibri" panose="020F0502020204030204" pitchFamily="34" charset="0"/>
              <a:cs typeface="Calibri" panose="020F0502020204030204" pitchFamily="34" charset="0"/>
            </a:endParaRPr>
          </a:p>
        </p:txBody>
      </p:sp>
      <p:grpSp>
        <p:nvGrpSpPr>
          <p:cNvPr id="80" name="组合 206">
            <a:extLst>
              <a:ext uri="{FF2B5EF4-FFF2-40B4-BE49-F238E27FC236}">
                <a16:creationId xmlns:a16="http://schemas.microsoft.com/office/drawing/2014/main" id="{77037E16-E1E1-D550-8F6A-4DE7EFF20BED}"/>
              </a:ext>
            </a:extLst>
          </p:cNvPr>
          <p:cNvGrpSpPr/>
          <p:nvPr/>
        </p:nvGrpSpPr>
        <p:grpSpPr>
          <a:xfrm>
            <a:off x="10137437" y="3528826"/>
            <a:ext cx="1056643" cy="635154"/>
            <a:chOff x="9783504" y="5030128"/>
            <a:chExt cx="1056642" cy="635152"/>
          </a:xfrm>
        </p:grpSpPr>
        <p:sp>
          <p:nvSpPr>
            <p:cNvPr id="83" name="五角星 55">
              <a:extLst>
                <a:ext uri="{FF2B5EF4-FFF2-40B4-BE49-F238E27FC236}">
                  <a16:creationId xmlns:a16="http://schemas.microsoft.com/office/drawing/2014/main" id="{157B506A-1084-226B-EE2E-C1079225C188}"/>
                </a:ext>
              </a:extLst>
            </p:cNvPr>
            <p:cNvSpPr/>
            <p:nvPr/>
          </p:nvSpPr>
          <p:spPr bwMode="auto">
            <a:xfrm>
              <a:off x="10209835" y="5030128"/>
              <a:ext cx="203981" cy="179684"/>
            </a:xfrm>
            <a:prstGeom prst="star5">
              <a:avLst/>
            </a:prstGeom>
            <a:solidFill>
              <a:srgbClr val="003366"/>
            </a:solidFill>
            <a:ln w="9525" cap="flat" cmpd="sng" algn="ctr">
              <a:solidFill>
                <a:srgbClr val="003366"/>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84" name="OTLSHAPE_M_39ea6ebc19a94c9fab6ef5006c31df58_Title">
              <a:extLst>
                <a:ext uri="{FF2B5EF4-FFF2-40B4-BE49-F238E27FC236}">
                  <a16:creationId xmlns:a16="http://schemas.microsoft.com/office/drawing/2014/main" id="{41A37908-B3E2-3FB7-4E62-F302E1B37D80}"/>
                </a:ext>
              </a:extLst>
            </p:cNvPr>
            <p:cNvSpPr txBox="1"/>
            <p:nvPr>
              <p:custDataLst>
                <p:tags r:id="rId9"/>
              </p:custDataLst>
            </p:nvPr>
          </p:nvSpPr>
          <p:spPr>
            <a:xfrm>
              <a:off x="9783504" y="5295949"/>
              <a:ext cx="1056642" cy="369331"/>
            </a:xfrm>
            <a:prstGeom prst="rect">
              <a:avLst/>
            </a:prstGeom>
            <a:noFill/>
          </p:spPr>
          <p:txBody>
            <a:bodyPr vert="horz" wrap="square" lIns="0" tIns="0" rIns="0" bIns="0" rtlCol="0" anchor="ctr" anchorCtr="0">
              <a:spAutoFit/>
            </a:bodyPr>
            <a:lstStyle/>
            <a:p>
              <a:pPr algn="ctr"/>
              <a:r>
                <a:rPr lang="en-US" altLang="zh-CN" sz="800" b="1">
                  <a:solidFill>
                    <a:srgbClr val="C00000"/>
                  </a:solidFill>
                  <a:latin typeface="Calibri" panose="020F0502020204030204" pitchFamily="34" charset="0"/>
                  <a:cs typeface="Calibri" panose="020F0502020204030204" pitchFamily="34" charset="0"/>
                </a:rPr>
                <a:t>Oct 2027</a:t>
              </a:r>
            </a:p>
            <a:p>
              <a:pPr algn="ctr"/>
              <a:r>
                <a:rPr lang="en-US" altLang="zh-CN" sz="800" b="1">
                  <a:solidFill>
                    <a:srgbClr val="C00000"/>
                  </a:solidFill>
                  <a:latin typeface="Calibri" panose="020F0502020204030204" pitchFamily="34" charset="0"/>
                  <a:cs typeface="Calibri" panose="020F0502020204030204" pitchFamily="34" charset="0"/>
                </a:rPr>
                <a:t>CN NDA App </a:t>
              </a:r>
            </a:p>
            <a:p>
              <a:pPr algn="ctr"/>
              <a:r>
                <a:rPr lang="en-US" altLang="zh-CN" sz="800" b="1">
                  <a:solidFill>
                    <a:srgbClr val="C00000"/>
                  </a:solidFill>
                  <a:latin typeface="Calibri" panose="020F0502020204030204" pitchFamily="34" charset="0"/>
                  <a:cs typeface="Calibri" panose="020F0502020204030204" pitchFamily="34" charset="0"/>
                </a:rPr>
                <a:t>(best case)</a:t>
              </a:r>
            </a:p>
          </p:txBody>
        </p:sp>
      </p:grpSp>
      <p:cxnSp>
        <p:nvCxnSpPr>
          <p:cNvPr id="221" name="直接连接符 196">
            <a:extLst>
              <a:ext uri="{FF2B5EF4-FFF2-40B4-BE49-F238E27FC236}">
                <a16:creationId xmlns:a16="http://schemas.microsoft.com/office/drawing/2014/main" id="{9DA3172C-731E-4DD1-B481-F3F67347A51D}"/>
              </a:ext>
            </a:extLst>
          </p:cNvPr>
          <p:cNvCxnSpPr>
            <a:cxnSpLocks/>
          </p:cNvCxnSpPr>
          <p:nvPr/>
        </p:nvCxnSpPr>
        <p:spPr>
          <a:xfrm>
            <a:off x="8221607" y="1686055"/>
            <a:ext cx="214" cy="3432045"/>
          </a:xfrm>
          <a:prstGeom prst="line">
            <a:avLst/>
          </a:prstGeom>
          <a:ln>
            <a:solidFill>
              <a:srgbClr val="00B050"/>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E19A7A96-F3B4-8752-904E-7DCDE0C949E4}"/>
              </a:ext>
            </a:extLst>
          </p:cNvPr>
          <p:cNvSpPr txBox="1"/>
          <p:nvPr/>
        </p:nvSpPr>
        <p:spPr>
          <a:xfrm>
            <a:off x="2673741" y="3556962"/>
            <a:ext cx="1828802"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6Feb/FSS</a:t>
            </a:r>
          </a:p>
        </p:txBody>
      </p:sp>
      <p:sp>
        <p:nvSpPr>
          <p:cNvPr id="248" name="TextBox 247">
            <a:extLst>
              <a:ext uri="{FF2B5EF4-FFF2-40B4-BE49-F238E27FC236}">
                <a16:creationId xmlns:a16="http://schemas.microsoft.com/office/drawing/2014/main" id="{5B1536FB-B6F6-2079-4C10-BE50087F353A}"/>
              </a:ext>
            </a:extLst>
          </p:cNvPr>
          <p:cNvSpPr txBox="1"/>
          <p:nvPr/>
        </p:nvSpPr>
        <p:spPr>
          <a:xfrm>
            <a:off x="2682195" y="4146127"/>
            <a:ext cx="1828802"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17Jan/FSS</a:t>
            </a:r>
          </a:p>
        </p:txBody>
      </p:sp>
      <p:sp>
        <p:nvSpPr>
          <p:cNvPr id="9" name="TextBox 179">
            <a:extLst>
              <a:ext uri="{FF2B5EF4-FFF2-40B4-BE49-F238E27FC236}">
                <a16:creationId xmlns:a16="http://schemas.microsoft.com/office/drawing/2014/main" id="{23BE14FF-67CC-70E6-8ACD-F02924C1C57F}"/>
              </a:ext>
            </a:extLst>
          </p:cNvPr>
          <p:cNvSpPr txBox="1"/>
          <p:nvPr/>
        </p:nvSpPr>
        <p:spPr>
          <a:xfrm>
            <a:off x="2755169" y="2261465"/>
            <a:ext cx="609600" cy="123111"/>
          </a:xfrm>
          <a:prstGeom prst="rect">
            <a:avLst/>
          </a:prstGeom>
          <a:noFill/>
        </p:spPr>
        <p:txBody>
          <a:bodyPr wrap="square" lIns="0" tIns="0" rIns="0" bIns="0" rtlCol="0">
            <a:spAutoFit/>
          </a:bodyPr>
          <a:lstStyle/>
          <a:p>
            <a:pPr algn="ctr" defTabSz="1625438"/>
            <a:r>
              <a:rPr lang="en-US" sz="800" b="1">
                <a:solidFill>
                  <a:srgbClr val="203864"/>
                </a:solidFill>
                <a:latin typeface="Calibri" panose="020F0502020204030204" pitchFamily="34" charset="0"/>
                <a:cs typeface="Calibri" panose="020F0502020204030204" pitchFamily="34" charset="0"/>
              </a:rPr>
              <a:t>27Nov/FSS</a:t>
            </a:r>
          </a:p>
        </p:txBody>
      </p:sp>
      <p:sp>
        <p:nvSpPr>
          <p:cNvPr id="86" name="TextBox 146">
            <a:extLst>
              <a:ext uri="{FF2B5EF4-FFF2-40B4-BE49-F238E27FC236}">
                <a16:creationId xmlns:a16="http://schemas.microsoft.com/office/drawing/2014/main" id="{E8F9B7FB-74E9-1631-7CCA-1F79D7E17A0C}"/>
              </a:ext>
            </a:extLst>
          </p:cNvPr>
          <p:cNvSpPr txBox="1"/>
          <p:nvPr/>
        </p:nvSpPr>
        <p:spPr>
          <a:xfrm>
            <a:off x="97913" y="5332593"/>
            <a:ext cx="892635" cy="246221"/>
          </a:xfrm>
          <a:prstGeom prst="rect">
            <a:avLst/>
          </a:prstGeom>
          <a:noFill/>
          <a:ln w="9525">
            <a:solidFill>
              <a:schemeClr val="accent1"/>
            </a:solidFill>
          </a:ln>
        </p:spPr>
        <p:txBody>
          <a:bodyPr wrap="square" lIns="0" tIns="0" rIns="0" bIns="0" rtlCol="0">
            <a:spAutoFit/>
          </a:bodyPr>
          <a:lstStyle/>
          <a:p>
            <a:pPr algn="ctr" defTabSz="1625398"/>
            <a:r>
              <a:rPr lang="en-US" sz="800" b="1">
                <a:latin typeface="Calibri" panose="020F0502020204030204" pitchFamily="34" charset="0"/>
                <a:cs typeface="Calibri" panose="020F0502020204030204" pitchFamily="34" charset="0"/>
              </a:rPr>
              <a:t>CN </a:t>
            </a:r>
            <a:r>
              <a:rPr lang="en-US" altLang="zh-CN" sz="800" b="1">
                <a:latin typeface="Calibri" panose="020F0502020204030204" pitchFamily="34" charset="0"/>
                <a:cs typeface="Calibri" panose="020F0502020204030204" pitchFamily="34" charset="0"/>
              </a:rPr>
              <a:t>PK</a:t>
            </a:r>
            <a:r>
              <a:rPr lang="en-US" sz="800" b="1">
                <a:latin typeface="Calibri" panose="020F0502020204030204" pitchFamily="34" charset="0"/>
                <a:cs typeface="Calibri" panose="020F0502020204030204" pitchFamily="34" charset="0"/>
              </a:rPr>
              <a:t>-1404.13</a:t>
            </a:r>
          </a:p>
          <a:p>
            <a:pPr algn="ctr" defTabSz="1625398"/>
            <a:r>
              <a:rPr lang="en-US" sz="800" b="1">
                <a:latin typeface="Calibri" panose="020F0502020204030204" pitchFamily="34" charset="0"/>
                <a:cs typeface="Calibri" panose="020F0502020204030204" pitchFamily="34" charset="0"/>
              </a:rPr>
              <a:t>MRD study design</a:t>
            </a:r>
          </a:p>
        </p:txBody>
      </p:sp>
      <p:sp>
        <p:nvSpPr>
          <p:cNvPr id="87" name="OTLSHAPE_M_39ea6ebc19a94c9fab6ef5006c31df58_Shape">
            <a:extLst>
              <a:ext uri="{FF2B5EF4-FFF2-40B4-BE49-F238E27FC236}">
                <a16:creationId xmlns:a16="http://schemas.microsoft.com/office/drawing/2014/main" id="{FFA905B9-C40D-6FB0-D8BA-EE3CC70A5DB4}"/>
              </a:ext>
            </a:extLst>
          </p:cNvPr>
          <p:cNvSpPr/>
          <p:nvPr>
            <p:custDataLst>
              <p:tags r:id="rId4"/>
            </p:custDataLst>
          </p:nvPr>
        </p:nvSpPr>
        <p:spPr bwMode="auto">
          <a:xfrm rot="16200000">
            <a:off x="3138234" y="5418084"/>
            <a:ext cx="133253" cy="90724"/>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08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88" name="OTLSHAPE_T_e17f3958430f4cff8650518c93c7635e_Shape">
            <a:extLst>
              <a:ext uri="{FF2B5EF4-FFF2-40B4-BE49-F238E27FC236}">
                <a16:creationId xmlns:a16="http://schemas.microsoft.com/office/drawing/2014/main" id="{2C9944ED-5022-C86C-C62F-01B49CB1F812}"/>
              </a:ext>
            </a:extLst>
          </p:cNvPr>
          <p:cNvSpPr/>
          <p:nvPr>
            <p:custDataLst>
              <p:tags r:id="rId5"/>
            </p:custDataLst>
          </p:nvPr>
        </p:nvSpPr>
        <p:spPr bwMode="auto">
          <a:xfrm>
            <a:off x="3138976" y="5260591"/>
            <a:ext cx="1005841" cy="20092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216747" tIns="108373" rIns="216747" bIns="108373" numCol="1" rtlCol="0" anchor="ctr" anchorCtr="0" compatLnSpc="1">
            <a:prstTxWarp prst="textNoShape">
              <a:avLst/>
            </a:prstTxWarp>
          </a:bodyPr>
          <a:lstStyle/>
          <a:p>
            <a:pPr algn="ctr" defTabSz="1625398" eaLnBrk="0" fontAlgn="base" hangingPunct="0">
              <a:lnSpc>
                <a:spcPct val="90000"/>
              </a:lnSpc>
              <a:spcBef>
                <a:spcPct val="0"/>
              </a:spcBef>
              <a:spcAft>
                <a:spcPct val="0"/>
              </a:spcAft>
            </a:pPr>
            <a:endParaRPr lang="zh-CN" altLang="en-US" sz="533" b="1">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89" name="TextBox 253">
            <a:extLst>
              <a:ext uri="{FF2B5EF4-FFF2-40B4-BE49-F238E27FC236}">
                <a16:creationId xmlns:a16="http://schemas.microsoft.com/office/drawing/2014/main" id="{4C1E8778-C6F5-C546-C583-9FCD859346A7}"/>
              </a:ext>
            </a:extLst>
          </p:cNvPr>
          <p:cNvSpPr txBox="1"/>
          <p:nvPr/>
        </p:nvSpPr>
        <p:spPr>
          <a:xfrm>
            <a:off x="3151176" y="5216152"/>
            <a:ext cx="1005841" cy="278153"/>
          </a:xfrm>
          <a:prstGeom prst="rect">
            <a:avLst/>
          </a:prstGeom>
          <a:noFill/>
        </p:spPr>
        <p:txBody>
          <a:bodyPr wrap="square">
            <a:spAutoFit/>
          </a:bodyPr>
          <a:lstStyle/>
          <a:p>
            <a:pPr algn="ctr" defTabSz="1625398" eaLnBrk="0" fontAlgn="base" hangingPunct="0">
              <a:lnSpc>
                <a:spcPct val="90000"/>
              </a:lnSpc>
              <a:spcBef>
                <a:spcPct val="0"/>
              </a:spcBef>
              <a:spcAft>
                <a:spcPct val="0"/>
              </a:spcAft>
            </a:pPr>
            <a:r>
              <a:rPr lang="en-US" altLang="zh-CN" sz="671" b="1">
                <a:solidFill>
                  <a:srgbClr val="203864"/>
                </a:solidFill>
                <a:latin typeface="Calibri" panose="020F0502020204030204" pitchFamily="34" charset="0"/>
                <a:cs typeface="Calibri" panose="020F0502020204030204" pitchFamily="34" charset="0"/>
              </a:rPr>
              <a:t>CTA + EC +HGRAC + 1</a:t>
            </a:r>
            <a:r>
              <a:rPr lang="en-US" altLang="zh-CN" sz="671" b="1" baseline="30000">
                <a:solidFill>
                  <a:srgbClr val="203864"/>
                </a:solidFill>
                <a:latin typeface="Calibri" panose="020F0502020204030204" pitchFamily="34" charset="0"/>
                <a:cs typeface="Calibri" panose="020F0502020204030204" pitchFamily="34" charset="0"/>
              </a:rPr>
              <a:t>st</a:t>
            </a:r>
            <a:r>
              <a:rPr lang="en-US" altLang="zh-CN" sz="671" b="1">
                <a:solidFill>
                  <a:srgbClr val="203864"/>
                </a:solidFill>
                <a:latin typeface="Calibri" panose="020F0502020204030204" pitchFamily="34" charset="0"/>
                <a:cs typeface="Calibri" panose="020F0502020204030204" pitchFamily="34" charset="0"/>
              </a:rPr>
              <a:t> SIV (6M)</a:t>
            </a:r>
            <a:endParaRPr lang="zh-CN" altLang="en-US" sz="671" b="1">
              <a:solidFill>
                <a:srgbClr val="203864"/>
              </a:solidFill>
              <a:latin typeface="Calibri" panose="020F0502020204030204" pitchFamily="34" charset="0"/>
              <a:cs typeface="Calibri" panose="020F0502020204030204" pitchFamily="34" charset="0"/>
            </a:endParaRPr>
          </a:p>
        </p:txBody>
      </p:sp>
      <p:sp>
        <p:nvSpPr>
          <p:cNvPr id="90" name="TextBox 192">
            <a:extLst>
              <a:ext uri="{FF2B5EF4-FFF2-40B4-BE49-F238E27FC236}">
                <a16:creationId xmlns:a16="http://schemas.microsoft.com/office/drawing/2014/main" id="{E9CC9F74-AB10-0AA6-FCD2-8C680F0E616B}"/>
              </a:ext>
            </a:extLst>
          </p:cNvPr>
          <p:cNvSpPr txBox="1"/>
          <p:nvPr/>
        </p:nvSpPr>
        <p:spPr>
          <a:xfrm>
            <a:off x="2954990" y="5056016"/>
            <a:ext cx="467596" cy="143565"/>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28 Dec</a:t>
            </a:r>
            <a:endParaRPr lang="en-US" sz="933" b="1">
              <a:solidFill>
                <a:srgbClr val="203864"/>
              </a:solidFill>
              <a:latin typeface="Calibri" panose="020F0502020204030204" pitchFamily="34" charset="0"/>
              <a:cs typeface="Calibri" panose="020F0502020204030204" pitchFamily="34" charset="0"/>
            </a:endParaRPr>
          </a:p>
        </p:txBody>
      </p:sp>
      <p:sp>
        <p:nvSpPr>
          <p:cNvPr id="91" name="Star: 4 Points 143">
            <a:extLst>
              <a:ext uri="{FF2B5EF4-FFF2-40B4-BE49-F238E27FC236}">
                <a16:creationId xmlns:a16="http://schemas.microsoft.com/office/drawing/2014/main" id="{C9E88199-92E2-571E-A9A4-1E29437BCF42}"/>
              </a:ext>
            </a:extLst>
          </p:cNvPr>
          <p:cNvSpPr/>
          <p:nvPr/>
        </p:nvSpPr>
        <p:spPr bwMode="auto">
          <a:xfrm>
            <a:off x="4003481" y="5390664"/>
            <a:ext cx="232372" cy="22352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92" name="OTLSHAPE_T_e17f3958430f4cff8650518c93c7635e_Shape">
            <a:extLst>
              <a:ext uri="{FF2B5EF4-FFF2-40B4-BE49-F238E27FC236}">
                <a16:creationId xmlns:a16="http://schemas.microsoft.com/office/drawing/2014/main" id="{47342C86-136D-7E55-F6A2-43FAB48C2359}"/>
              </a:ext>
            </a:extLst>
          </p:cNvPr>
          <p:cNvSpPr/>
          <p:nvPr>
            <p:custDataLst>
              <p:tags r:id="rId6"/>
            </p:custDataLst>
          </p:nvPr>
        </p:nvSpPr>
        <p:spPr bwMode="auto">
          <a:xfrm>
            <a:off x="4138996" y="5260076"/>
            <a:ext cx="731521" cy="218521"/>
          </a:xfrm>
          <a:prstGeom prst="roundRect">
            <a:avLst/>
          </a:prstGeom>
          <a:solidFill>
            <a:schemeClr val="accent5">
              <a:lumMod val="50000"/>
              <a:alpha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r>
              <a:rPr lang="en-US" altLang="zh-CN" sz="933" b="1">
                <a:solidFill>
                  <a:srgbClr val="203864"/>
                </a:solidFill>
                <a:latin typeface="Calibri" panose="020F0502020204030204" pitchFamily="34" charset="0"/>
                <a:ea typeface="等线" panose="02010600030101010101" pitchFamily="2" charset="-122"/>
                <a:cs typeface="Calibri" panose="020F0502020204030204" pitchFamily="34" charset="0"/>
              </a:rPr>
              <a:t>N = 15 </a:t>
            </a:r>
          </a:p>
        </p:txBody>
      </p:sp>
      <p:sp>
        <p:nvSpPr>
          <p:cNvPr id="93" name="TextBox 192">
            <a:extLst>
              <a:ext uri="{FF2B5EF4-FFF2-40B4-BE49-F238E27FC236}">
                <a16:creationId xmlns:a16="http://schemas.microsoft.com/office/drawing/2014/main" id="{8B35A74A-113A-C486-F700-CB55FA21AB80}"/>
              </a:ext>
            </a:extLst>
          </p:cNvPr>
          <p:cNvSpPr txBox="1"/>
          <p:nvPr/>
        </p:nvSpPr>
        <p:spPr>
          <a:xfrm>
            <a:off x="3884060" y="5064301"/>
            <a:ext cx="622255" cy="143565"/>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Jul 2024/SIV</a:t>
            </a:r>
            <a:endParaRPr lang="en-US" sz="933" b="1">
              <a:solidFill>
                <a:srgbClr val="203864"/>
              </a:solidFill>
              <a:latin typeface="Calibri" panose="020F0502020204030204" pitchFamily="34" charset="0"/>
              <a:cs typeface="Calibri" panose="020F0502020204030204" pitchFamily="34" charset="0"/>
            </a:endParaRPr>
          </a:p>
        </p:txBody>
      </p:sp>
      <p:sp>
        <p:nvSpPr>
          <p:cNvPr id="94" name="Star: 4 Points 143">
            <a:extLst>
              <a:ext uri="{FF2B5EF4-FFF2-40B4-BE49-F238E27FC236}">
                <a16:creationId xmlns:a16="http://schemas.microsoft.com/office/drawing/2014/main" id="{4C7B540F-AEC9-C00A-D67C-8CF0F2B2FBA4}"/>
              </a:ext>
            </a:extLst>
          </p:cNvPr>
          <p:cNvSpPr/>
          <p:nvPr/>
        </p:nvSpPr>
        <p:spPr bwMode="auto">
          <a:xfrm>
            <a:off x="4722341" y="5419467"/>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96" name="TextBox 192">
            <a:extLst>
              <a:ext uri="{FF2B5EF4-FFF2-40B4-BE49-F238E27FC236}">
                <a16:creationId xmlns:a16="http://schemas.microsoft.com/office/drawing/2014/main" id="{B639AD27-CECE-3017-BF4F-D6BBCA4579A3}"/>
              </a:ext>
            </a:extLst>
          </p:cNvPr>
          <p:cNvSpPr txBox="1"/>
          <p:nvPr/>
        </p:nvSpPr>
        <p:spPr>
          <a:xfrm>
            <a:off x="4605310" y="4967336"/>
            <a:ext cx="467596"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Sep2024/LSS</a:t>
            </a:r>
            <a:endParaRPr lang="en-US" sz="933" b="1">
              <a:solidFill>
                <a:srgbClr val="203864"/>
              </a:solidFill>
              <a:latin typeface="Calibri" panose="020F0502020204030204" pitchFamily="34" charset="0"/>
              <a:cs typeface="Calibri" panose="020F0502020204030204" pitchFamily="34" charset="0"/>
            </a:endParaRPr>
          </a:p>
        </p:txBody>
      </p:sp>
      <p:sp>
        <p:nvSpPr>
          <p:cNvPr id="97" name="OTLSHAPE_T_e17f3958430f4cff8650518c93c7635e_Shape">
            <a:extLst>
              <a:ext uri="{FF2B5EF4-FFF2-40B4-BE49-F238E27FC236}">
                <a16:creationId xmlns:a16="http://schemas.microsoft.com/office/drawing/2014/main" id="{11B1FA68-338D-2277-1FAE-343FB356F4B8}"/>
              </a:ext>
            </a:extLst>
          </p:cNvPr>
          <p:cNvSpPr/>
          <p:nvPr>
            <p:custDataLst>
              <p:tags r:id="rId7"/>
            </p:custDataLst>
          </p:nvPr>
        </p:nvSpPr>
        <p:spPr bwMode="auto">
          <a:xfrm>
            <a:off x="4876880" y="5250781"/>
            <a:ext cx="1554482" cy="217430"/>
          </a:xfrm>
          <a:prstGeom prst="roundRect">
            <a:avLst/>
          </a:prstGeom>
          <a:pattFill prst="pct60">
            <a:fgClr>
              <a:srgbClr val="A7B9C9"/>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62560" tIns="81280" rIns="162560" bIns="81280" numCol="1" rtlCol="0" anchor="ctr" anchorCtr="0" compatLnSpc="1">
            <a:prstTxWarp prst="textNoShape">
              <a:avLst/>
            </a:prstTxWarp>
          </a:bodyPr>
          <a:lstStyle/>
          <a:p>
            <a:pPr algn="ctr" defTabSz="1625398" eaLnBrk="0" fontAlgn="base" hangingPunct="0">
              <a:spcBef>
                <a:spcPct val="0"/>
              </a:spcBef>
              <a:spcAft>
                <a:spcPct val="0"/>
              </a:spcAft>
            </a:pPr>
            <a:endParaRPr lang="en-US" altLang="zh-CN" sz="933" b="1">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98" name="Star: 4 Points 143">
            <a:extLst>
              <a:ext uri="{FF2B5EF4-FFF2-40B4-BE49-F238E27FC236}">
                <a16:creationId xmlns:a16="http://schemas.microsoft.com/office/drawing/2014/main" id="{95FABE31-2488-66E5-5CE8-03748F10CD4D}"/>
              </a:ext>
            </a:extLst>
          </p:cNvPr>
          <p:cNvSpPr/>
          <p:nvPr/>
        </p:nvSpPr>
        <p:spPr bwMode="auto">
          <a:xfrm>
            <a:off x="6294680" y="5396426"/>
            <a:ext cx="245472" cy="19313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62560" tIns="81280" rIns="162560" bIns="81280" numCol="1" rtlCol="0" anchor="t" anchorCtr="0" compatLnSpc="1">
            <a:prstTxWarp prst="textNoShape">
              <a:avLst/>
            </a:prstTxWarp>
          </a:bodyPr>
          <a:lstStyle/>
          <a:p>
            <a:pPr algn="ctr" defTabSz="1625358" eaLnBrk="0" fontAlgn="base" hangingPunct="0">
              <a:spcBef>
                <a:spcPct val="0"/>
              </a:spcBef>
              <a:spcAft>
                <a:spcPct val="0"/>
              </a:spcAft>
            </a:pPr>
            <a:endParaRPr lang="zh-CN" altLang="en-US" sz="933">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99" name="TextBox 192">
            <a:extLst>
              <a:ext uri="{FF2B5EF4-FFF2-40B4-BE49-F238E27FC236}">
                <a16:creationId xmlns:a16="http://schemas.microsoft.com/office/drawing/2014/main" id="{F23C0B26-232B-CE2B-5960-683F31491B90}"/>
              </a:ext>
            </a:extLst>
          </p:cNvPr>
          <p:cNvSpPr txBox="1"/>
          <p:nvPr/>
        </p:nvSpPr>
        <p:spPr>
          <a:xfrm>
            <a:off x="6129349" y="4976880"/>
            <a:ext cx="467596"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May2025/LSC</a:t>
            </a:r>
            <a:endParaRPr lang="en-US" sz="933" b="1">
              <a:solidFill>
                <a:srgbClr val="203864"/>
              </a:solidFill>
              <a:latin typeface="Calibri" panose="020F0502020204030204" pitchFamily="34" charset="0"/>
              <a:cs typeface="Calibri" panose="020F0502020204030204" pitchFamily="34" charset="0"/>
            </a:endParaRPr>
          </a:p>
        </p:txBody>
      </p:sp>
      <p:sp>
        <p:nvSpPr>
          <p:cNvPr id="100" name="OTLSHAPE_M_39ea6ebc19a94c9fab6ef5006c31df58_Shape">
            <a:extLst>
              <a:ext uri="{FF2B5EF4-FFF2-40B4-BE49-F238E27FC236}">
                <a16:creationId xmlns:a16="http://schemas.microsoft.com/office/drawing/2014/main" id="{0F2816C8-2317-3705-82A5-071A90A255A8}"/>
              </a:ext>
            </a:extLst>
          </p:cNvPr>
          <p:cNvSpPr/>
          <p:nvPr>
            <p:custDataLst>
              <p:tags r:id="rId8"/>
            </p:custDataLst>
          </p:nvPr>
        </p:nvSpPr>
        <p:spPr bwMode="auto">
          <a:xfrm rot="16200000">
            <a:off x="7304036" y="5399230"/>
            <a:ext cx="181577" cy="1771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216747" tIns="108373" rIns="216747" bIns="108373" numCol="1" rtlCol="0" anchor="t" anchorCtr="0" compatLnSpc="1">
            <a:prstTxWarp prst="textNoShape">
              <a:avLst/>
            </a:prstTxWarp>
          </a:bodyPr>
          <a:lstStyle/>
          <a:p>
            <a:pPr algn="ctr" defTabSz="2167142" eaLnBrk="0" fontAlgn="base" hangingPunct="0">
              <a:spcBef>
                <a:spcPct val="0"/>
              </a:spcBef>
              <a:spcAft>
                <a:spcPct val="0"/>
              </a:spcAft>
            </a:pPr>
            <a:endParaRPr lang="zh-CN" altLang="en-US" sz="800">
              <a:solidFill>
                <a:srgbClr val="203864"/>
              </a:solidFill>
              <a:latin typeface="Calibri" panose="020F0502020204030204" pitchFamily="34" charset="0"/>
              <a:ea typeface="等线" panose="02010600030101010101" pitchFamily="2" charset="-122"/>
              <a:cs typeface="Calibri" panose="020F0502020204030204" pitchFamily="34" charset="0"/>
            </a:endParaRPr>
          </a:p>
        </p:txBody>
      </p:sp>
      <p:sp>
        <p:nvSpPr>
          <p:cNvPr id="101" name="TextBox 192">
            <a:extLst>
              <a:ext uri="{FF2B5EF4-FFF2-40B4-BE49-F238E27FC236}">
                <a16:creationId xmlns:a16="http://schemas.microsoft.com/office/drawing/2014/main" id="{2A52E232-5D2B-A287-6C60-E3ED5D6AC995}"/>
              </a:ext>
            </a:extLst>
          </p:cNvPr>
          <p:cNvSpPr txBox="1"/>
          <p:nvPr/>
        </p:nvSpPr>
        <p:spPr>
          <a:xfrm>
            <a:off x="6858091" y="5025181"/>
            <a:ext cx="958780" cy="287130"/>
          </a:xfrm>
          <a:prstGeom prst="rect">
            <a:avLst/>
          </a:prstGeom>
          <a:noFill/>
        </p:spPr>
        <p:txBody>
          <a:bodyPr wrap="square" lIns="0" tIns="0" rIns="0" bIns="0" rtlCol="0">
            <a:spAutoFit/>
          </a:bodyPr>
          <a:lstStyle/>
          <a:p>
            <a:pPr algn="ctr" defTabSz="1625398"/>
            <a:r>
              <a:rPr lang="en-US" altLang="zh-CN" sz="933" b="1">
                <a:solidFill>
                  <a:srgbClr val="203864"/>
                </a:solidFill>
                <a:latin typeface="Calibri" panose="020F0502020204030204" pitchFamily="34" charset="0"/>
                <a:cs typeface="Calibri" panose="020F0502020204030204" pitchFamily="34" charset="0"/>
              </a:rPr>
              <a:t>Dec2025</a:t>
            </a:r>
          </a:p>
          <a:p>
            <a:pPr algn="ctr" defTabSz="1625398"/>
            <a:r>
              <a:rPr lang="en-US" altLang="zh-CN" sz="933" b="1">
                <a:solidFill>
                  <a:srgbClr val="203864"/>
                </a:solidFill>
                <a:latin typeface="Calibri" panose="020F0502020204030204" pitchFamily="34" charset="0"/>
                <a:cs typeface="Calibri" panose="020F0502020204030204" pitchFamily="34" charset="0"/>
              </a:rPr>
              <a:t>/report archived</a:t>
            </a:r>
            <a:endParaRPr lang="en-US" sz="933" b="1">
              <a:solidFill>
                <a:srgbClr val="203864"/>
              </a:solidFill>
              <a:latin typeface="Calibri" panose="020F0502020204030204" pitchFamily="34" charset="0"/>
              <a:cs typeface="Calibri" panose="020F0502020204030204" pitchFamily="34" charset="0"/>
            </a:endParaRPr>
          </a:p>
        </p:txBody>
      </p:sp>
      <p:sp>
        <p:nvSpPr>
          <p:cNvPr id="85" name="TextBox 19">
            <a:extLst>
              <a:ext uri="{FF2B5EF4-FFF2-40B4-BE49-F238E27FC236}">
                <a16:creationId xmlns:a16="http://schemas.microsoft.com/office/drawing/2014/main" id="{9AE8DC1D-E2E9-3F68-2FF3-462EA46CBF1B}"/>
              </a:ext>
            </a:extLst>
          </p:cNvPr>
          <p:cNvSpPr txBox="1"/>
          <p:nvPr/>
        </p:nvSpPr>
        <p:spPr>
          <a:xfrm>
            <a:off x="1106226" y="5021607"/>
            <a:ext cx="10513842" cy="1077218"/>
          </a:xfrm>
          <a:prstGeom prst="rect">
            <a:avLst/>
          </a:prstGeom>
          <a:solidFill>
            <a:schemeClr val="accent4">
              <a:lumMod val="20000"/>
              <a:lumOff val="80000"/>
            </a:schemeClr>
          </a:solidFill>
        </p:spPr>
        <p:txBody>
          <a:bodyPr wrap="square" lIns="0" tIns="0" rIns="0" bIns="0" rtlCol="0" anchor="t">
            <a:spAutoFit/>
          </a:bodyPr>
          <a:lstStyle/>
          <a:p>
            <a:r>
              <a:rPr lang="en-US" sz="1400" b="1">
                <a:latin typeface="Calibri"/>
                <a:cs typeface="Calibri"/>
              </a:rPr>
              <a:t>Background:</a:t>
            </a:r>
          </a:p>
          <a:p>
            <a:pPr marL="171450" indent="-171450">
              <a:buFont typeface="Arial" panose="020B0604020202020204" pitchFamily="34" charset="0"/>
              <a:buChar char="•"/>
            </a:pPr>
            <a:r>
              <a:rPr lang="en-US" sz="1400">
                <a:solidFill>
                  <a:srgbClr val="0E584B"/>
                </a:solidFill>
                <a:latin typeface="Calibri"/>
                <a:cs typeface="Calibri"/>
              </a:rPr>
              <a:t>Non-MRI sites recruitment paused when the screening number reached 250+; only </a:t>
            </a:r>
            <a:r>
              <a:rPr lang="en-US" sz="1400">
                <a:solidFill>
                  <a:srgbClr val="FF0000"/>
                </a:solidFill>
                <a:latin typeface="Calibri"/>
                <a:cs typeface="Calibri"/>
              </a:rPr>
              <a:t>7 MRI sites </a:t>
            </a:r>
            <a:r>
              <a:rPr lang="en-US" sz="1400">
                <a:solidFill>
                  <a:srgbClr val="0E584B"/>
                </a:solidFill>
                <a:latin typeface="Calibri"/>
                <a:cs typeface="Calibri"/>
              </a:rPr>
              <a:t>allow to screen. </a:t>
            </a:r>
          </a:p>
          <a:p>
            <a:pPr marL="171450" indent="-171450">
              <a:buFont typeface="Arial" panose="020B0604020202020204" pitchFamily="34" charset="0"/>
              <a:buChar char="•"/>
            </a:pPr>
            <a:r>
              <a:rPr lang="en-US" sz="1400">
                <a:solidFill>
                  <a:srgbClr val="0E584B"/>
                </a:solidFill>
                <a:latin typeface="Calibri"/>
                <a:cs typeface="Calibri"/>
              </a:rPr>
              <a:t>The recruitment period for SYNCHRONIZE-2 may be </a:t>
            </a:r>
            <a:r>
              <a:rPr lang="en-US" sz="1400">
                <a:solidFill>
                  <a:srgbClr val="FF0000"/>
                </a:solidFill>
                <a:latin typeface="Calibri"/>
                <a:cs typeface="Calibri"/>
              </a:rPr>
              <a:t>shorten (potentially -5 weeks)</a:t>
            </a:r>
            <a:r>
              <a:rPr lang="en-US" sz="1400">
                <a:solidFill>
                  <a:srgbClr val="0E584B"/>
                </a:solidFill>
                <a:latin typeface="Calibri"/>
                <a:cs typeface="Calibri"/>
              </a:rPr>
              <a:t>; the recruitment period for SYNCHRONIZE-CN need to be shorten in order to catch up the timeline for </a:t>
            </a:r>
            <a:r>
              <a:rPr lang="en-US" altLang="zh-CN" sz="1400">
                <a:solidFill>
                  <a:srgbClr val="0E584B"/>
                </a:solidFill>
                <a:latin typeface="Calibri"/>
                <a:cs typeface="Calibri"/>
              </a:rPr>
              <a:t>simultaneous </a:t>
            </a:r>
            <a:r>
              <a:rPr lang="en-US" sz="1400">
                <a:solidFill>
                  <a:srgbClr val="0E584B"/>
                </a:solidFill>
                <a:latin typeface="Calibri"/>
                <a:cs typeface="Calibri"/>
              </a:rPr>
              <a:t>NDA submission.</a:t>
            </a:r>
          </a:p>
          <a:p>
            <a:pPr marL="171450" indent="-171450">
              <a:buFont typeface="Arial" panose="020B0604020202020204" pitchFamily="34" charset="0"/>
              <a:buChar char="•"/>
            </a:pPr>
            <a:r>
              <a:rPr lang="en-US" sz="1400">
                <a:solidFill>
                  <a:srgbClr val="0E584B"/>
                </a:solidFill>
                <a:latin typeface="Calibri"/>
                <a:cs typeface="Calibri"/>
              </a:rPr>
              <a:t>Resulting a relatively </a:t>
            </a:r>
            <a:r>
              <a:rPr lang="en-US" sz="1400">
                <a:solidFill>
                  <a:srgbClr val="FF0000"/>
                </a:solidFill>
                <a:latin typeface="Calibri"/>
                <a:cs typeface="Calibri"/>
              </a:rPr>
              <a:t>low ratio of T2DM pts </a:t>
            </a:r>
            <a:r>
              <a:rPr lang="en-US" sz="1400">
                <a:solidFill>
                  <a:srgbClr val="0E584B"/>
                </a:solidFill>
                <a:latin typeface="Calibri"/>
                <a:cs typeface="Calibri"/>
              </a:rPr>
              <a:t>in SYNCHRONIZE-CN, which still meets the requirement of Guidance (cap for T2DM=20%). </a:t>
            </a:r>
          </a:p>
        </p:txBody>
      </p:sp>
    </p:spTree>
    <p:extLst>
      <p:ext uri="{BB962C8B-B14F-4D97-AF65-F5344CB8AC3E}">
        <p14:creationId xmlns:p14="http://schemas.microsoft.com/office/powerpoint/2010/main" val="264963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35A26DE3-D4C0-3466-031D-ABA8EA2BD9C9}"/>
              </a:ext>
            </a:extLst>
          </p:cNvPr>
          <p:cNvSpPr>
            <a:spLocks noGrp="1"/>
          </p:cNvSpPr>
          <p:nvPr>
            <p:ph type="ftr" sz="quarter" idx="10"/>
          </p:nvPr>
        </p:nvSpPr>
        <p:spPr/>
        <p:txBody>
          <a:bodyPr/>
          <a:lstStyle/>
          <a:p>
            <a:r>
              <a:rPr lang="en-US"/>
              <a:t>Presentation title    |    ONLY FOR INTERNAL USE</a:t>
            </a:r>
          </a:p>
        </p:txBody>
      </p:sp>
      <p:sp>
        <p:nvSpPr>
          <p:cNvPr id="4" name="灯片编号占位符 3">
            <a:extLst>
              <a:ext uri="{FF2B5EF4-FFF2-40B4-BE49-F238E27FC236}">
                <a16:creationId xmlns:a16="http://schemas.microsoft.com/office/drawing/2014/main" id="{BAEF1E17-C423-3858-012B-F7278F772973}"/>
              </a:ext>
            </a:extLst>
          </p:cNvPr>
          <p:cNvSpPr>
            <a:spLocks noGrp="1"/>
          </p:cNvSpPr>
          <p:nvPr>
            <p:ph type="sldNum" sz="quarter" idx="11"/>
          </p:nvPr>
        </p:nvSpPr>
        <p:spPr/>
        <p:txBody>
          <a:bodyPr/>
          <a:lstStyle/>
          <a:p>
            <a:fld id="{8FF9B0DE-3FEB-4AA0-B465-B80EF7C1333D}" type="slidenum">
              <a:rPr lang="en-US" smtClean="0"/>
              <a:pPr/>
              <a:t>15</a:t>
            </a:fld>
            <a:endParaRPr lang="en-US"/>
          </a:p>
        </p:txBody>
      </p:sp>
      <p:graphicFrame>
        <p:nvGraphicFramePr>
          <p:cNvPr id="5" name="表格 5">
            <a:extLst>
              <a:ext uri="{FF2B5EF4-FFF2-40B4-BE49-F238E27FC236}">
                <a16:creationId xmlns:a16="http://schemas.microsoft.com/office/drawing/2014/main" id="{EF26CE99-CFEA-ADF3-2BE8-B29DA6B29DD4}"/>
              </a:ext>
            </a:extLst>
          </p:cNvPr>
          <p:cNvGraphicFramePr>
            <a:graphicFrameLocks noGrp="1"/>
          </p:cNvGraphicFramePr>
          <p:nvPr>
            <p:extLst>
              <p:ext uri="{D42A27DB-BD31-4B8C-83A1-F6EECF244321}">
                <p14:modId xmlns:p14="http://schemas.microsoft.com/office/powerpoint/2010/main" val="1292075755"/>
              </p:ext>
            </p:extLst>
          </p:nvPr>
        </p:nvGraphicFramePr>
        <p:xfrm>
          <a:off x="551219" y="640077"/>
          <a:ext cx="10657515" cy="3840480"/>
        </p:xfrm>
        <a:graphic>
          <a:graphicData uri="http://schemas.openxmlformats.org/drawingml/2006/table">
            <a:tbl>
              <a:tblPr firstRow="1" bandRow="1">
                <a:tableStyleId>{5940675A-B579-460E-94D1-54222C63F5DA}</a:tableStyleId>
              </a:tblPr>
              <a:tblGrid>
                <a:gridCol w="1394812">
                  <a:extLst>
                    <a:ext uri="{9D8B030D-6E8A-4147-A177-3AD203B41FA5}">
                      <a16:colId xmlns:a16="http://schemas.microsoft.com/office/drawing/2014/main" val="3422254730"/>
                    </a:ext>
                  </a:extLst>
                </a:gridCol>
                <a:gridCol w="1352061">
                  <a:extLst>
                    <a:ext uri="{9D8B030D-6E8A-4147-A177-3AD203B41FA5}">
                      <a16:colId xmlns:a16="http://schemas.microsoft.com/office/drawing/2014/main" val="492599208"/>
                    </a:ext>
                  </a:extLst>
                </a:gridCol>
                <a:gridCol w="2735385">
                  <a:extLst>
                    <a:ext uri="{9D8B030D-6E8A-4147-A177-3AD203B41FA5}">
                      <a16:colId xmlns:a16="http://schemas.microsoft.com/office/drawing/2014/main" val="2547595684"/>
                    </a:ext>
                  </a:extLst>
                </a:gridCol>
                <a:gridCol w="3040185">
                  <a:extLst>
                    <a:ext uri="{9D8B030D-6E8A-4147-A177-3AD203B41FA5}">
                      <a16:colId xmlns:a16="http://schemas.microsoft.com/office/drawing/2014/main" val="2851832535"/>
                    </a:ext>
                  </a:extLst>
                </a:gridCol>
                <a:gridCol w="2135072">
                  <a:extLst>
                    <a:ext uri="{9D8B030D-6E8A-4147-A177-3AD203B41FA5}">
                      <a16:colId xmlns:a16="http://schemas.microsoft.com/office/drawing/2014/main" val="3728124908"/>
                    </a:ext>
                  </a:extLst>
                </a:gridCol>
              </a:tblGrid>
              <a:tr h="536589">
                <a:tc>
                  <a:txBody>
                    <a:bodyPr/>
                    <a:lstStyle/>
                    <a:p>
                      <a:endParaRPr lang="zh-CN" altLang="en-US" sz="1200"/>
                    </a:p>
                  </a:txBody>
                  <a:tcPr/>
                </a:tc>
                <a:tc>
                  <a:txBody>
                    <a:bodyPr/>
                    <a:lstStyle/>
                    <a:p>
                      <a:r>
                        <a:rPr lang="en-US" altLang="zh-CN" sz="1200" b="1"/>
                        <a:t>Timeline* to finish the total of 300 pts R</a:t>
                      </a:r>
                      <a:endParaRPr lang="zh-CN" altLang="en-US" sz="1200" b="1"/>
                    </a:p>
                  </a:txBody>
                  <a:tcPr/>
                </a:tc>
                <a:tc>
                  <a:txBody>
                    <a:bodyPr/>
                    <a:lstStyle/>
                    <a:p>
                      <a:pPr algn="ctr"/>
                      <a:r>
                        <a:rPr lang="en-US" altLang="zh-CN" sz="1200" b="1"/>
                        <a:t>Pros</a:t>
                      </a:r>
                      <a:endParaRPr lang="zh-CN" altLang="en-US" sz="1200" b="1"/>
                    </a:p>
                  </a:txBody>
                  <a:tcPr anchor="ctr"/>
                </a:tc>
                <a:tc>
                  <a:txBody>
                    <a:bodyPr/>
                    <a:lstStyle/>
                    <a:p>
                      <a:pPr algn="ctr"/>
                      <a:r>
                        <a:rPr lang="en-US" altLang="zh-CN" sz="1200" b="1"/>
                        <a:t>Cons</a:t>
                      </a:r>
                      <a:endParaRPr lang="zh-CN" altLang="en-US" sz="1200" b="1"/>
                    </a:p>
                  </a:txBody>
                  <a:tcPr anchor="ctr"/>
                </a:tc>
                <a:tc>
                  <a:txBody>
                    <a:bodyPr/>
                    <a:lstStyle/>
                    <a:p>
                      <a:pPr algn="ctr"/>
                      <a:r>
                        <a:rPr lang="en-US" altLang="zh-CN" sz="1200" b="1"/>
                        <a:t>Mitigation</a:t>
                      </a:r>
                      <a:endParaRPr lang="zh-CN" altLang="en-US" sz="1200" b="1"/>
                    </a:p>
                  </a:txBody>
                  <a:tcPr anchor="ctr"/>
                </a:tc>
                <a:extLst>
                  <a:ext uri="{0D108BD9-81ED-4DB2-BD59-A6C34878D82A}">
                    <a16:rowId xmlns:a16="http://schemas.microsoft.com/office/drawing/2014/main" val="469153359"/>
                  </a:ext>
                </a:extLst>
              </a:tr>
              <a:tr h="843212">
                <a:tc>
                  <a:txBody>
                    <a:bodyPr/>
                    <a:lstStyle/>
                    <a:p>
                      <a:r>
                        <a:rPr lang="en-US" altLang="zh-CN" sz="1200" b="1"/>
                        <a:t>MRI sites: + T2D </a:t>
                      </a:r>
                      <a:endParaRPr lang="zh-CN" altLang="en-US" sz="1200" b="1"/>
                    </a:p>
                  </a:txBody>
                  <a:tcPr anchor="ctr"/>
                </a:tc>
                <a:tc>
                  <a:txBody>
                    <a:bodyPr/>
                    <a:lstStyle/>
                    <a:p>
                      <a:pPr algn="ctr"/>
                      <a:r>
                        <a:rPr lang="en-US" altLang="zh-CN" sz="1200"/>
                        <a:t>+ 2 months (best case)</a:t>
                      </a:r>
                      <a:endParaRPr lang="zh-CN" altLang="en-US" sz="1200"/>
                    </a:p>
                  </a:txBody>
                  <a:tcPr anchor="ctr"/>
                </a:tc>
                <a:tc>
                  <a:txBody>
                    <a:bodyPr/>
                    <a:lstStyle/>
                    <a:p>
                      <a:pPr marL="171450" indent="-171450">
                        <a:buFont typeface="Arial" panose="020B0604020202020204" pitchFamily="34" charset="0"/>
                        <a:buChar char="•"/>
                      </a:pPr>
                      <a:r>
                        <a:rPr lang="en-US" altLang="zh-CN" sz="1200"/>
                        <a:t>Most MRI pts – for differentiation</a:t>
                      </a:r>
                    </a:p>
                    <a:p>
                      <a:pPr marL="171450" indent="-171450">
                        <a:buFont typeface="Arial" panose="020B0604020202020204" pitchFamily="34" charset="0"/>
                        <a:buChar char="•"/>
                      </a:pPr>
                      <a:r>
                        <a:rPr lang="en-US" altLang="zh-CN" sz="1200"/>
                        <a:t>Most T2DM pts  </a:t>
                      </a:r>
                      <a:endParaRPr lang="zh-CN" altLang="en-US" sz="1200"/>
                    </a:p>
                  </a:txBody>
                  <a:tcPr anchor="ctr"/>
                </a:tc>
                <a:tc>
                  <a:txBody>
                    <a:bodyPr/>
                    <a:lstStyle/>
                    <a:p>
                      <a:pPr marL="172800" marR="0" lvl="0" indent="-172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a:t>The efficacy data maybe lower for having highest ratio of T2DM pts</a:t>
                      </a:r>
                      <a:endParaRPr lang="zh-CN" altLang="en-US" sz="1200"/>
                    </a:p>
                    <a:p>
                      <a:pPr marL="172800" indent="-172800">
                        <a:buFont typeface="Arial" panose="020B0604020202020204" pitchFamily="34" charset="0"/>
                        <a:buChar char="•"/>
                      </a:pPr>
                      <a:r>
                        <a:rPr lang="en-US" altLang="zh-CN" sz="1200"/>
                        <a:t>Timeline delay, leaving this trial on the critical path, resulting risk for simultaneous NDA submission</a:t>
                      </a:r>
                    </a:p>
                  </a:txBody>
                  <a:tcPr anchor="ctr"/>
                </a:tc>
                <a:tc>
                  <a:txBody>
                    <a:bodyPr/>
                    <a:lstStyle/>
                    <a:p>
                      <a:pPr marL="285750" indent="-285750">
                        <a:buFont typeface="Arial" panose="020B0604020202020204" pitchFamily="34" charset="0"/>
                        <a:buChar char="•"/>
                      </a:pPr>
                      <a:endParaRPr lang="zh-CN" altLang="en-US" sz="1200"/>
                    </a:p>
                  </a:txBody>
                  <a:tcPr anchor="ctr"/>
                </a:tc>
                <a:extLst>
                  <a:ext uri="{0D108BD9-81ED-4DB2-BD59-A6C34878D82A}">
                    <a16:rowId xmlns:a16="http://schemas.microsoft.com/office/drawing/2014/main" val="3149705587"/>
                  </a:ext>
                </a:extLst>
              </a:tr>
              <a:tr h="996523">
                <a:tc>
                  <a:txBody>
                    <a:bodyPr/>
                    <a:lstStyle/>
                    <a:p>
                      <a:pPr algn="l"/>
                      <a:r>
                        <a:rPr lang="en-US" altLang="zh-CN" sz="1200" b="1"/>
                        <a:t>MRI sites: +/- T2D</a:t>
                      </a:r>
                      <a:endParaRPr lang="zh-CN" altLang="en-US" sz="1200" b="1"/>
                    </a:p>
                  </a:txBody>
                  <a:tcPr anchor="ctr"/>
                </a:tc>
                <a:tc>
                  <a:txBody>
                    <a:bodyPr/>
                    <a:lstStyle/>
                    <a:p>
                      <a:pPr algn="ctr"/>
                      <a:r>
                        <a:rPr lang="en-US" altLang="zh-CN" sz="1200"/>
                        <a:t>-1~0 months</a:t>
                      </a:r>
                      <a:endParaRPr lang="zh-CN" altLang="en-US" sz="1200"/>
                    </a:p>
                  </a:txBody>
                  <a:tcPr anchor="ctr"/>
                </a:tc>
                <a:tc>
                  <a:txBody>
                    <a:bodyPr/>
                    <a:lstStyle/>
                    <a:p>
                      <a:pPr marL="171450" indent="-171450" algn="l">
                        <a:buFont typeface="Arial" panose="020B0604020202020204" pitchFamily="34" charset="0"/>
                        <a:buChar char="•"/>
                      </a:pPr>
                      <a:r>
                        <a:rPr lang="en-US" altLang="zh-CN" sz="1200"/>
                        <a:t>Most MRI pts</a:t>
                      </a:r>
                    </a:p>
                    <a:p>
                      <a:pPr marL="171450" indent="-171450" algn="l">
                        <a:buFont typeface="Arial" panose="020B0604020202020204" pitchFamily="34" charset="0"/>
                        <a:buChar char="•"/>
                      </a:pPr>
                      <a:r>
                        <a:rPr lang="en-US" altLang="zh-CN" sz="1200"/>
                        <a:t>The efficacy data may be better for having lowest ratio of T2DM pts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a:t>No risk for simultaneous NDA submission</a:t>
                      </a:r>
                    </a:p>
                  </a:txBody>
                  <a:tcPr anchor="ctr"/>
                </a:tc>
                <a:tc>
                  <a:txBody>
                    <a:bodyPr/>
                    <a:lstStyle/>
                    <a:p>
                      <a:pPr marL="172800" indent="-172800" algn="l">
                        <a:buFont typeface="Arial" panose="020B0604020202020204" pitchFamily="34" charset="0"/>
                        <a:buChar char="•"/>
                      </a:pPr>
                      <a:r>
                        <a:rPr lang="en-US" altLang="zh-CN" sz="1200"/>
                        <a:t>Relatively lower ratio of T2DM pts</a:t>
                      </a:r>
                      <a:endParaRPr lang="zh-CN" altLang="en-US" sz="1200"/>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a:t>Following guidance criteria requirement</a:t>
                      </a:r>
                      <a:endParaRPr lang="zh-CN" altLang="en-US" sz="1200"/>
                    </a:p>
                    <a:p>
                      <a:pPr marL="285750" indent="-285750" algn="l">
                        <a:buFont typeface="Arial" panose="020B0604020202020204" pitchFamily="34" charset="0"/>
                        <a:buChar char="•"/>
                      </a:pPr>
                      <a:r>
                        <a:rPr lang="en-US" altLang="zh-CN" sz="1200"/>
                        <a:t>T2DM pts data from SYNCHRONIZE -2, CVOT, CN as a whole package;</a:t>
                      </a:r>
                    </a:p>
                  </a:txBody>
                  <a:tcPr anchor="ctr"/>
                </a:tc>
                <a:extLst>
                  <a:ext uri="{0D108BD9-81ED-4DB2-BD59-A6C34878D82A}">
                    <a16:rowId xmlns:a16="http://schemas.microsoft.com/office/drawing/2014/main" val="1529149322"/>
                  </a:ext>
                </a:extLst>
              </a:tr>
              <a:tr h="774060">
                <a:tc>
                  <a:txBody>
                    <a:bodyPr/>
                    <a:lstStyle/>
                    <a:p>
                      <a:r>
                        <a:rPr lang="en-US" altLang="zh-CN" sz="1200" b="1"/>
                        <a:t>All sites: +T2D</a:t>
                      </a:r>
                      <a:endParaRPr lang="zh-CN" altLang="en-US" sz="1200" b="1"/>
                    </a:p>
                  </a:txBody>
                  <a:tcPr anchor="ctr"/>
                </a:tc>
                <a:tc>
                  <a:txBody>
                    <a:bodyPr/>
                    <a:lstStyle/>
                    <a:p>
                      <a:pPr algn="ctr"/>
                      <a:r>
                        <a:rPr lang="en-US" altLang="zh-CN" sz="1200"/>
                        <a:t>+1 months</a:t>
                      </a:r>
                    </a:p>
                    <a:p>
                      <a:pPr algn="ctr"/>
                      <a:r>
                        <a:rPr lang="en-US" altLang="zh-CN" sz="1200"/>
                        <a:t>(best case)</a:t>
                      </a:r>
                      <a:endParaRPr lang="zh-CN" altLang="en-US" sz="1200"/>
                    </a:p>
                  </a:txBody>
                  <a:tcPr anchor="ctr"/>
                </a:tc>
                <a:tc>
                  <a:txBody>
                    <a:bodyPr/>
                    <a:lstStyle/>
                    <a:p>
                      <a:pPr marL="171450" indent="-171450">
                        <a:buFont typeface="Arial" panose="020B0604020202020204" pitchFamily="34" charset="0"/>
                        <a:buChar char="•"/>
                      </a:pPr>
                      <a:r>
                        <a:rPr lang="en-US" altLang="zh-CN" sz="1200"/>
                        <a:t>Median risk for timeline</a:t>
                      </a:r>
                    </a:p>
                    <a:p>
                      <a:pPr marL="171450" indent="-171450">
                        <a:buFont typeface="Arial" panose="020B0604020202020204" pitchFamily="34" charset="0"/>
                        <a:buChar char="•"/>
                      </a:pPr>
                      <a:r>
                        <a:rPr lang="en-US" altLang="zh-CN" sz="1200"/>
                        <a:t>Most T2DM pts</a:t>
                      </a:r>
                      <a:endParaRPr lang="zh-CN" altLang="en-US" sz="1200"/>
                    </a:p>
                  </a:txBody>
                  <a:tcPr anchor="ctr"/>
                </a:tc>
                <a:tc>
                  <a:txBody>
                    <a:bodyPr/>
                    <a:lstStyle/>
                    <a:p>
                      <a:pPr marL="171450" indent="-171450">
                        <a:buFont typeface="Arial" panose="020B0604020202020204" pitchFamily="34" charset="0"/>
                        <a:buChar char="•"/>
                      </a:pPr>
                      <a:r>
                        <a:rPr lang="en-US" altLang="zh-CN" sz="1200"/>
                        <a:t>Less MRI pts </a:t>
                      </a:r>
                    </a:p>
                    <a:p>
                      <a:pPr marL="171450" indent="-171450">
                        <a:buFont typeface="Arial" panose="020B0604020202020204" pitchFamily="34" charset="0"/>
                        <a:buChar char="•"/>
                      </a:pPr>
                      <a:r>
                        <a:rPr lang="en-US" altLang="zh-CN" sz="1200"/>
                        <a:t>The efficacy data maybe lower for having highest ratio of T2DM pts</a:t>
                      </a:r>
                    </a:p>
                    <a:p>
                      <a:pPr marL="171450" indent="-171450">
                        <a:buFont typeface="Arial" panose="020B0604020202020204" pitchFamily="34" charset="0"/>
                        <a:buChar char="•"/>
                      </a:pPr>
                      <a:r>
                        <a:rPr lang="en-US" altLang="zh-CN" sz="1200"/>
                        <a:t>Timeline delay, resulting risk for simultaneous NDA submission</a:t>
                      </a:r>
                      <a:endParaRPr lang="zh-CN" altLang="en-US" sz="1200"/>
                    </a:p>
                  </a:txBody>
                  <a:tcPr anchor="ctr"/>
                </a:tc>
                <a:tc>
                  <a:txBody>
                    <a:bodyPr/>
                    <a:lstStyle/>
                    <a:p>
                      <a:endParaRPr lang="zh-CN" altLang="en-US" sz="1200"/>
                    </a:p>
                  </a:txBody>
                  <a:tcPr anchor="ctr"/>
                </a:tc>
                <a:extLst>
                  <a:ext uri="{0D108BD9-81ED-4DB2-BD59-A6C34878D82A}">
                    <a16:rowId xmlns:a16="http://schemas.microsoft.com/office/drawing/2014/main" val="1400161092"/>
                  </a:ext>
                </a:extLst>
              </a:tr>
            </a:tbl>
          </a:graphicData>
        </a:graphic>
      </p:graphicFrame>
      <p:sp>
        <p:nvSpPr>
          <p:cNvPr id="6" name="文本框 5">
            <a:extLst>
              <a:ext uri="{FF2B5EF4-FFF2-40B4-BE49-F238E27FC236}">
                <a16:creationId xmlns:a16="http://schemas.microsoft.com/office/drawing/2014/main" id="{06BCCCF6-55DE-FD70-9AA0-8CF93B868903}"/>
              </a:ext>
            </a:extLst>
          </p:cNvPr>
          <p:cNvSpPr txBox="1"/>
          <p:nvPr/>
        </p:nvSpPr>
        <p:spPr bwMode="gray">
          <a:xfrm>
            <a:off x="551219" y="4675375"/>
            <a:ext cx="10657515" cy="660630"/>
          </a:xfrm>
          <a:prstGeom prst="rect">
            <a:avLst/>
          </a:prstGeom>
          <a:noFill/>
        </p:spPr>
        <p:txBody>
          <a:bodyPr wrap="square" lIns="0" tIns="0" rIns="0" bIns="0" rtlCol="0">
            <a:spAutoFit/>
          </a:bodyPr>
          <a:lstStyle/>
          <a:p>
            <a:pPr algn="l">
              <a:lnSpc>
                <a:spcPct val="140000"/>
              </a:lnSpc>
            </a:pPr>
            <a:r>
              <a:rPr lang="en-US" altLang="zh-CN" sz="1600"/>
              <a:t>*Updated timeline (LSS in 21 Oct, 2024, -5 weeks vs original plan); estimated based on decision done by end of April, 2024.</a:t>
            </a:r>
            <a:endParaRPr lang="zh-CN" altLang="en-US" sz="1600"/>
          </a:p>
        </p:txBody>
      </p:sp>
    </p:spTree>
    <p:extLst>
      <p:ext uri="{BB962C8B-B14F-4D97-AF65-F5344CB8AC3E}">
        <p14:creationId xmlns:p14="http://schemas.microsoft.com/office/powerpoint/2010/main" val="657668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B522AFA4-FC3C-4D05-83FC-EBB059BFE32C}"/>
              </a:ext>
            </a:extLst>
          </p:cNvPr>
          <p:cNvSpPr>
            <a:spLocks noGrp="1"/>
          </p:cNvSpPr>
          <p:nvPr>
            <p:ph type="ftr" sz="quarter" idx="10"/>
          </p:nvPr>
        </p:nvSpPr>
        <p:spPr/>
        <p:txBody>
          <a:bodyPr/>
          <a:lstStyle/>
          <a:p>
            <a:r>
              <a:rPr lang="en-US"/>
              <a:t>CD&amp;O Template    |    ONLY FOR INTERNAL USE</a:t>
            </a:r>
          </a:p>
        </p:txBody>
      </p:sp>
      <p:sp>
        <p:nvSpPr>
          <p:cNvPr id="3" name="Rectangle 2">
            <a:extLst>
              <a:ext uri="{FF2B5EF4-FFF2-40B4-BE49-F238E27FC236}">
                <a16:creationId xmlns:a16="http://schemas.microsoft.com/office/drawing/2014/main" id="{5549E878-2DE8-5FB6-FC6F-98CD41880A1D}"/>
              </a:ext>
            </a:extLst>
          </p:cNvPr>
          <p:cNvSpPr/>
          <p:nvPr/>
        </p:nvSpPr>
        <p:spPr bwMode="gray">
          <a:xfrm>
            <a:off x="0" y="-44245"/>
            <a:ext cx="4804229" cy="6902245"/>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20" name="Rectangle: Rounded Corners 19">
            <a:extLst>
              <a:ext uri="{FF2B5EF4-FFF2-40B4-BE49-F238E27FC236}">
                <a16:creationId xmlns:a16="http://schemas.microsoft.com/office/drawing/2014/main" id="{3529EB1E-476E-CBC0-031E-5DDF62D7C196}"/>
              </a:ext>
            </a:extLst>
          </p:cNvPr>
          <p:cNvSpPr>
            <a:spLocks/>
          </p:cNvSpPr>
          <p:nvPr/>
        </p:nvSpPr>
        <p:spPr bwMode="gray">
          <a:xfrm>
            <a:off x="3238501" y="1412875"/>
            <a:ext cx="8478070" cy="4283684"/>
          </a:xfrm>
          <a:prstGeom prst="roundRect">
            <a:avLst>
              <a:gd name="adj" fmla="val 2456"/>
            </a:avLst>
          </a:prstGeom>
          <a:solidFill>
            <a:schemeClr val="bg1">
              <a:alpha val="32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19" name="Rectangle 18">
            <a:extLst>
              <a:ext uri="{FF2B5EF4-FFF2-40B4-BE49-F238E27FC236}">
                <a16:creationId xmlns:a16="http://schemas.microsoft.com/office/drawing/2014/main" id="{104734B8-D828-C4F1-E80E-9BC6663AB1FF}"/>
              </a:ext>
            </a:extLst>
          </p:cNvPr>
          <p:cNvSpPr>
            <a:spLocks/>
          </p:cNvSpPr>
          <p:nvPr/>
        </p:nvSpPr>
        <p:spPr bwMode="gray">
          <a:xfrm>
            <a:off x="3238501" y="1427733"/>
            <a:ext cx="8478070" cy="4283684"/>
          </a:xfrm>
          <a:prstGeom prst="rect">
            <a:avLst/>
          </a:prstGeom>
          <a:solidFill>
            <a:schemeClr val="bg1"/>
          </a:solid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9" name="TextBox 28">
            <a:extLst>
              <a:ext uri="{FF2B5EF4-FFF2-40B4-BE49-F238E27FC236}">
                <a16:creationId xmlns:a16="http://schemas.microsoft.com/office/drawing/2014/main" id="{264CC4E0-58E2-EC60-A5C5-631DA283347E}"/>
              </a:ext>
            </a:extLst>
          </p:cNvPr>
          <p:cNvSpPr txBox="1"/>
          <p:nvPr/>
        </p:nvSpPr>
        <p:spPr bwMode="gray">
          <a:xfrm>
            <a:off x="123198" y="856317"/>
            <a:ext cx="3115303" cy="3594254"/>
          </a:xfrm>
          <a:prstGeom prst="rect">
            <a:avLst/>
          </a:prstGeom>
          <a:noFill/>
        </p:spPr>
        <p:txBody>
          <a:bodyPr wrap="square" lIns="0" tIns="0" rIns="0" bIns="0" rtlCol="0">
            <a:spAutoFit/>
          </a:bodyPr>
          <a:lstStyle/>
          <a:p>
            <a:pPr algn="l">
              <a:lnSpc>
                <a:spcPct val="140000"/>
              </a:lnSpc>
            </a:pPr>
            <a:r>
              <a:rPr lang="en-US" sz="1400" b="1">
                <a:solidFill>
                  <a:schemeClr val="tx2"/>
                </a:solidFill>
                <a:latin typeface="+mj-lt"/>
              </a:rPr>
              <a:t>Key Success Factor</a:t>
            </a:r>
          </a:p>
          <a:p>
            <a:pPr marL="285750" indent="-285750">
              <a:lnSpc>
                <a:spcPct val="140000"/>
              </a:lnSpc>
              <a:buFont typeface="Wingdings" panose="05000000000000000000" pitchFamily="2" charset="2"/>
              <a:buChar char="l"/>
            </a:pPr>
            <a:r>
              <a:rPr lang="en-US" sz="1400" b="1">
                <a:solidFill>
                  <a:schemeClr val="tx2"/>
                </a:solidFill>
                <a:latin typeface="+mj-lt"/>
              </a:rPr>
              <a:t>Frontloading Activity </a:t>
            </a:r>
          </a:p>
          <a:p>
            <a:pPr marL="742950" lvl="1" indent="-285750">
              <a:lnSpc>
                <a:spcPct val="140000"/>
              </a:lnSpc>
              <a:buFont typeface="Wingdings" panose="05000000000000000000" pitchFamily="2" charset="2"/>
              <a:buChar char="l"/>
            </a:pPr>
            <a:r>
              <a:rPr lang="en-US" altLang="zh-CN" sz="1400" b="1">
                <a:solidFill>
                  <a:schemeClr val="tx2"/>
                </a:solidFill>
                <a:latin typeface="+mj-lt"/>
              </a:rPr>
              <a:t>Appropriate site identification</a:t>
            </a:r>
          </a:p>
          <a:p>
            <a:pPr marL="742950" lvl="1" indent="-285750">
              <a:lnSpc>
                <a:spcPct val="140000"/>
              </a:lnSpc>
              <a:buFont typeface="Wingdings" panose="05000000000000000000" pitchFamily="2" charset="2"/>
              <a:buChar char="l"/>
            </a:pPr>
            <a:r>
              <a:rPr lang="en-US" sz="1400" b="1">
                <a:solidFill>
                  <a:schemeClr val="tx2"/>
                </a:solidFill>
                <a:latin typeface="+mj-lt"/>
              </a:rPr>
              <a:t>HOPE/Program MSA</a:t>
            </a:r>
          </a:p>
          <a:p>
            <a:pPr marL="742950" lvl="1" indent="-285750">
              <a:lnSpc>
                <a:spcPct val="140000"/>
              </a:lnSpc>
              <a:buFont typeface="Wingdings" panose="05000000000000000000" pitchFamily="2" charset="2"/>
              <a:buChar char="l"/>
            </a:pPr>
            <a:r>
              <a:rPr lang="en-US" sz="1400" b="1">
                <a:solidFill>
                  <a:schemeClr val="tx2"/>
                </a:solidFill>
                <a:latin typeface="+mj-lt"/>
              </a:rPr>
              <a:t>Local protocol amendment to meet HGR Filing strategy </a:t>
            </a:r>
          </a:p>
          <a:p>
            <a:pPr marL="285750" indent="-285750">
              <a:lnSpc>
                <a:spcPct val="140000"/>
              </a:lnSpc>
              <a:buFont typeface="Wingdings" panose="05000000000000000000" pitchFamily="2" charset="2"/>
              <a:buChar char="l"/>
            </a:pPr>
            <a:r>
              <a:rPr lang="en-US" sz="1400" b="1">
                <a:solidFill>
                  <a:schemeClr val="tx2"/>
                </a:solidFill>
                <a:latin typeface="+mj-lt"/>
              </a:rPr>
              <a:t>Strong PI support to accelerate start-up </a:t>
            </a:r>
          </a:p>
          <a:p>
            <a:pPr marL="285750" indent="-285750">
              <a:lnSpc>
                <a:spcPct val="140000"/>
              </a:lnSpc>
              <a:buFont typeface="Wingdings" panose="05000000000000000000" pitchFamily="2" charset="2"/>
              <a:buChar char="l"/>
            </a:pPr>
            <a:r>
              <a:rPr lang="en-US" sz="1400" b="1">
                <a:solidFill>
                  <a:schemeClr val="tx2"/>
                </a:solidFill>
                <a:latin typeface="+mj-lt"/>
              </a:rPr>
              <a:t>Cross function collaboration to ensure country readiness (e.g.  CTA-A, IMP supply </a:t>
            </a:r>
            <a:r>
              <a:rPr lang="en-US" sz="1400" b="1" err="1">
                <a:solidFill>
                  <a:schemeClr val="tx2"/>
                </a:solidFill>
                <a:latin typeface="+mj-lt"/>
              </a:rPr>
              <a:t>etc</a:t>
            </a:r>
            <a:r>
              <a:rPr lang="en-US" sz="1400" b="1">
                <a:solidFill>
                  <a:schemeClr val="tx2"/>
                </a:solidFill>
                <a:latin typeface="+mj-lt"/>
              </a:rPr>
              <a:t>)</a:t>
            </a:r>
            <a:endParaRPr lang="en-IN" sz="1400" b="1">
              <a:solidFill>
                <a:schemeClr val="tx2"/>
              </a:solidFill>
              <a:latin typeface="+mj-lt"/>
            </a:endParaRPr>
          </a:p>
        </p:txBody>
      </p:sp>
      <p:grpSp>
        <p:nvGrpSpPr>
          <p:cNvPr id="35" name="Group 34">
            <a:extLst>
              <a:ext uri="{FF2B5EF4-FFF2-40B4-BE49-F238E27FC236}">
                <a16:creationId xmlns:a16="http://schemas.microsoft.com/office/drawing/2014/main" id="{B35248B1-8C46-5F1B-CB68-9A2162784B27}"/>
              </a:ext>
            </a:extLst>
          </p:cNvPr>
          <p:cNvGrpSpPr/>
          <p:nvPr/>
        </p:nvGrpSpPr>
        <p:grpSpPr>
          <a:xfrm>
            <a:off x="10790968" y="0"/>
            <a:ext cx="701675" cy="1070126"/>
            <a:chOff x="10790968" y="0"/>
            <a:chExt cx="701675" cy="1070126"/>
          </a:xfrm>
        </p:grpSpPr>
        <p:sp>
          <p:nvSpPr>
            <p:cNvPr id="36" name="Rectangle: Top Corners Rounded 35">
              <a:extLst>
                <a:ext uri="{FF2B5EF4-FFF2-40B4-BE49-F238E27FC236}">
                  <a16:creationId xmlns:a16="http://schemas.microsoft.com/office/drawing/2014/main" id="{1EE87E15-E262-F01F-4D97-D3C1C47E99F2}"/>
                </a:ext>
              </a:extLst>
            </p:cNvPr>
            <p:cNvSpPr/>
            <p:nvPr/>
          </p:nvSpPr>
          <p:spPr bwMode="gray">
            <a:xfrm rot="10800000">
              <a:off x="10790968" y="0"/>
              <a:ext cx="701675" cy="1070126"/>
            </a:xfrm>
            <a:prstGeom prst="round2SameRect">
              <a:avLst>
                <a:gd name="adj1" fmla="val 50000"/>
                <a:gd name="adj2" fmla="val 0"/>
              </a:avLst>
            </a:prstGeom>
            <a:solidFill>
              <a:schemeClr val="bg1">
                <a:alpha val="32000"/>
              </a:schemeClr>
            </a:solidFill>
            <a:ln w="31750">
              <a:solidFill>
                <a:schemeClr val="bg1"/>
              </a:solid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37" name="Rectangle: Top Corners Rounded 36">
              <a:extLst>
                <a:ext uri="{FF2B5EF4-FFF2-40B4-BE49-F238E27FC236}">
                  <a16:creationId xmlns:a16="http://schemas.microsoft.com/office/drawing/2014/main" id="{BF6BB611-D7B6-0798-C065-6B9BB6850B5E}"/>
                </a:ext>
              </a:extLst>
            </p:cNvPr>
            <p:cNvSpPr/>
            <p:nvPr/>
          </p:nvSpPr>
          <p:spPr bwMode="gray">
            <a:xfrm rot="10800000">
              <a:off x="10790968" y="0"/>
              <a:ext cx="701675" cy="1070126"/>
            </a:xfrm>
            <a:prstGeom prst="round2SameRect">
              <a:avLst>
                <a:gd name="adj1" fmla="val 50000"/>
                <a:gd name="adj2" fmla="val 0"/>
              </a:avLst>
            </a:prstGeom>
            <a:solidFill>
              <a:srgbClr val="F6F5F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grpSp>
      <p:sp>
        <p:nvSpPr>
          <p:cNvPr id="38" name="Oval 37">
            <a:extLst>
              <a:ext uri="{FF2B5EF4-FFF2-40B4-BE49-F238E27FC236}">
                <a16:creationId xmlns:a16="http://schemas.microsoft.com/office/drawing/2014/main" id="{311200B1-9AB9-779A-EF94-1E7D0FB52F0D}"/>
              </a:ext>
            </a:extLst>
          </p:cNvPr>
          <p:cNvSpPr/>
          <p:nvPr/>
        </p:nvSpPr>
        <p:spPr bwMode="gray">
          <a:xfrm>
            <a:off x="10879804" y="431419"/>
            <a:ext cx="524002" cy="524002"/>
          </a:xfrm>
          <a:prstGeom prst="ellipse">
            <a:avLst/>
          </a:prstGeom>
          <a:solidFill>
            <a:srgbClr val="B7B6B2">
              <a:alpha val="19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39" name="Oval 38">
            <a:extLst>
              <a:ext uri="{FF2B5EF4-FFF2-40B4-BE49-F238E27FC236}">
                <a16:creationId xmlns:a16="http://schemas.microsoft.com/office/drawing/2014/main" id="{1CA04E73-E3FE-D939-DD55-85098E610BF1}"/>
              </a:ext>
            </a:extLst>
          </p:cNvPr>
          <p:cNvSpPr/>
          <p:nvPr/>
        </p:nvSpPr>
        <p:spPr bwMode="gray">
          <a:xfrm>
            <a:off x="10901235" y="452850"/>
            <a:ext cx="481140" cy="481140"/>
          </a:xfrm>
          <a:prstGeom prst="ellipse">
            <a:avLst/>
          </a:prstGeom>
          <a:solidFill>
            <a:srgbClr val="FAF9F8"/>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pic>
        <p:nvPicPr>
          <p:cNvPr id="48" name="Graphic 47">
            <a:extLst>
              <a:ext uri="{FF2B5EF4-FFF2-40B4-BE49-F238E27FC236}">
                <a16:creationId xmlns:a16="http://schemas.microsoft.com/office/drawing/2014/main" id="{B0B9AEC2-6D00-E8D1-C044-CB0A576AC2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8321" y="509936"/>
            <a:ext cx="366968" cy="366968"/>
          </a:xfrm>
          <a:prstGeom prst="rect">
            <a:avLst/>
          </a:prstGeom>
        </p:spPr>
      </p:pic>
      <p:sp>
        <p:nvSpPr>
          <p:cNvPr id="30" name="Slide Number Placeholder 5">
            <a:extLst>
              <a:ext uri="{FF2B5EF4-FFF2-40B4-BE49-F238E27FC236}">
                <a16:creationId xmlns:a16="http://schemas.microsoft.com/office/drawing/2014/main" id="{2B1B4139-07DB-894C-0772-98C3A8F6DE8C}"/>
              </a:ext>
            </a:extLst>
          </p:cNvPr>
          <p:cNvSpPr txBox="1">
            <a:spLocks/>
          </p:cNvSpPr>
          <p:nvPr/>
        </p:nvSpPr>
        <p:spPr bwMode="gray">
          <a:xfrm>
            <a:off x="11424592" y="6246142"/>
            <a:ext cx="288000" cy="288694"/>
          </a:xfrm>
          <a:prstGeom prst="rect">
            <a:avLst/>
          </a:prstGeom>
        </p:spPr>
        <p:txBody>
          <a:bodyPr vert="horz" lIns="0" tIns="0" rIns="0" bIns="0" rtlCol="0" anchor="b">
            <a:noAutofit/>
          </a:bodyPr>
          <a:lstStyle>
            <a:defPPr>
              <a:defRPr lang="en-US"/>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solidFill>
                  <a:schemeClr val="tx1"/>
                </a:solidFill>
              </a:rPr>
              <a:pPr/>
              <a:t>16</a:t>
            </a:fld>
            <a:endParaRPr lang="en-US">
              <a:solidFill>
                <a:schemeClr val="tx1"/>
              </a:solidFill>
            </a:endParaRPr>
          </a:p>
        </p:txBody>
      </p:sp>
      <p:grpSp>
        <p:nvGrpSpPr>
          <p:cNvPr id="6" name="Group 5">
            <a:extLst>
              <a:ext uri="{FF2B5EF4-FFF2-40B4-BE49-F238E27FC236}">
                <a16:creationId xmlns:a16="http://schemas.microsoft.com/office/drawing/2014/main" id="{4A1B8E10-A4C0-86C7-1F15-FF46C453F801}"/>
              </a:ext>
            </a:extLst>
          </p:cNvPr>
          <p:cNvGrpSpPr/>
          <p:nvPr/>
        </p:nvGrpSpPr>
        <p:grpSpPr>
          <a:xfrm>
            <a:off x="479424" y="6153150"/>
            <a:ext cx="3361101" cy="461665"/>
            <a:chOff x="479424" y="6153150"/>
            <a:chExt cx="3361101" cy="461665"/>
          </a:xfrm>
        </p:grpSpPr>
        <p:grpSp>
          <p:nvGrpSpPr>
            <p:cNvPr id="7" name="Group 6">
              <a:extLst>
                <a:ext uri="{FF2B5EF4-FFF2-40B4-BE49-F238E27FC236}">
                  <a16:creationId xmlns:a16="http://schemas.microsoft.com/office/drawing/2014/main" id="{9D23B61F-CD04-6B95-0532-7995449ED8FA}"/>
                </a:ext>
              </a:extLst>
            </p:cNvPr>
            <p:cNvGrpSpPr/>
            <p:nvPr/>
          </p:nvGrpSpPr>
          <p:grpSpPr>
            <a:xfrm>
              <a:off x="1866008" y="6153150"/>
              <a:ext cx="1974517" cy="461665"/>
              <a:chOff x="2307046" y="458042"/>
              <a:chExt cx="2603450" cy="608717"/>
            </a:xfrm>
          </p:grpSpPr>
          <p:sp>
            <p:nvSpPr>
              <p:cNvPr id="9" name="TextBox 8">
                <a:extLst>
                  <a:ext uri="{FF2B5EF4-FFF2-40B4-BE49-F238E27FC236}">
                    <a16:creationId xmlns:a16="http://schemas.microsoft.com/office/drawing/2014/main" id="{16F49D66-F844-7D51-73B8-459EE43948E9}"/>
                  </a:ext>
                </a:extLst>
              </p:cNvPr>
              <p:cNvSpPr txBox="1"/>
              <p:nvPr/>
            </p:nvSpPr>
            <p:spPr bwMode="gray">
              <a:xfrm>
                <a:off x="2720361" y="458042"/>
                <a:ext cx="2190135" cy="608717"/>
              </a:xfrm>
              <a:prstGeom prst="rect">
                <a:avLst/>
              </a:prstGeom>
              <a:noFill/>
            </p:spPr>
            <p:txBody>
              <a:bodyPr wrap="square">
                <a:spAutoFit/>
              </a:bodyPr>
              <a:lstStyle/>
              <a:p>
                <a:r>
                  <a:rPr lang="en-US" sz="1200">
                    <a:solidFill>
                      <a:schemeClr val="bg1"/>
                    </a:solidFill>
                    <a:latin typeface="+mj-lt"/>
                  </a:rPr>
                  <a:t>Clinical Development</a:t>
                </a:r>
                <a:br>
                  <a:rPr lang="en-US" sz="1200">
                    <a:solidFill>
                      <a:schemeClr val="bg1"/>
                    </a:solidFill>
                    <a:latin typeface="+mj-lt"/>
                  </a:rPr>
                </a:br>
                <a:r>
                  <a:rPr lang="en-US" sz="1200">
                    <a:solidFill>
                      <a:schemeClr val="bg1"/>
                    </a:solidFill>
                    <a:latin typeface="+mj-lt"/>
                  </a:rPr>
                  <a:t>and Operations</a:t>
                </a:r>
                <a:endParaRPr lang="en-IN" sz="1200">
                  <a:solidFill>
                    <a:schemeClr val="bg1"/>
                  </a:solidFill>
                  <a:latin typeface="+mj-lt"/>
                </a:endParaRPr>
              </a:p>
            </p:txBody>
          </p:sp>
          <p:pic>
            <p:nvPicPr>
              <p:cNvPr id="10" name="Grafik 18">
                <a:extLst>
                  <a:ext uri="{FF2B5EF4-FFF2-40B4-BE49-F238E27FC236}">
                    <a16:creationId xmlns:a16="http://schemas.microsoft.com/office/drawing/2014/main" id="{E7EA3E13-46E2-2CFA-8946-C0F5871DAD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2307049" y="570597"/>
                <a:ext cx="359658" cy="359664"/>
              </a:xfrm>
              <a:prstGeom prst="rect">
                <a:avLst/>
              </a:prstGeom>
            </p:spPr>
          </p:pic>
        </p:grpSp>
        <p:pic>
          <p:nvPicPr>
            <p:cNvPr id="8" name="Grafik 11">
              <a:extLst>
                <a:ext uri="{FF2B5EF4-FFF2-40B4-BE49-F238E27FC236}">
                  <a16:creationId xmlns:a16="http://schemas.microsoft.com/office/drawing/2014/main" id="{5D62DB1F-E801-154C-2F15-7DB9BDCD02DA}"/>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grpSp>
      <p:sp>
        <p:nvSpPr>
          <p:cNvPr id="4" name="Title 3">
            <a:extLst>
              <a:ext uri="{FF2B5EF4-FFF2-40B4-BE49-F238E27FC236}">
                <a16:creationId xmlns:a16="http://schemas.microsoft.com/office/drawing/2014/main" id="{DACF71BC-066C-2502-65E5-BDEA475C0002}"/>
              </a:ext>
            </a:extLst>
          </p:cNvPr>
          <p:cNvSpPr>
            <a:spLocks noGrp="1"/>
          </p:cNvSpPr>
          <p:nvPr>
            <p:ph type="title"/>
          </p:nvPr>
        </p:nvSpPr>
        <p:spPr>
          <a:xfrm>
            <a:off x="123198" y="118250"/>
            <a:ext cx="11233151" cy="720000"/>
          </a:xfrm>
        </p:spPr>
        <p:txBody>
          <a:bodyPr/>
          <a:lstStyle/>
          <a:p>
            <a:r>
              <a:rPr lang="en-US" altLang="zh-TW" sz="1600" i="0" u="none" strike="noStrike" baseline="0">
                <a:solidFill>
                  <a:schemeClr val="bg1"/>
                </a:solidFill>
              </a:rPr>
              <a:t>Site Initiation Status of </a:t>
            </a:r>
            <a:r>
              <a:rPr lang="en-US" altLang="zh-CN" sz="1600" b="1" i="0" u="none" strike="noStrike" kern="1200" baseline="0" noProof="0">
                <a:solidFill>
                  <a:schemeClr val="bg1"/>
                </a:solidFill>
                <a:effectLst/>
                <a:latin typeface="Boehringer Forward Text"/>
              </a:rPr>
              <a:t>SYNCHRONIZE</a:t>
            </a:r>
            <a:r>
              <a:rPr lang="en-US" altLang="zh-CN" sz="1600" b="1" i="0" u="none" strike="noStrike" kern="1200" baseline="30000" noProof="0">
                <a:solidFill>
                  <a:schemeClr val="bg1"/>
                </a:solidFill>
                <a:effectLst/>
                <a:latin typeface="Boehringer Forward Text"/>
              </a:rPr>
              <a:t>TM </a:t>
            </a:r>
            <a:r>
              <a:rPr lang="en-US" altLang="zh-CN" sz="1600" b="1" i="0" u="none" strike="noStrike" kern="1200" noProof="0">
                <a:solidFill>
                  <a:schemeClr val="bg1"/>
                </a:solidFill>
                <a:effectLst/>
                <a:latin typeface="Boehringer Forward Text"/>
              </a:rPr>
              <a:t>Studies</a:t>
            </a:r>
            <a:endParaRPr lang="en-IN" sz="1600">
              <a:solidFill>
                <a:schemeClr val="bg1"/>
              </a:solidFill>
            </a:endParaRPr>
          </a:p>
        </p:txBody>
      </p:sp>
      <p:graphicFrame>
        <p:nvGraphicFramePr>
          <p:cNvPr id="2" name="Chart 1">
            <a:extLst>
              <a:ext uri="{FF2B5EF4-FFF2-40B4-BE49-F238E27FC236}">
                <a16:creationId xmlns:a16="http://schemas.microsoft.com/office/drawing/2014/main" id="{FB8CA022-B9E3-D550-808C-7241666CB852}"/>
              </a:ext>
            </a:extLst>
          </p:cNvPr>
          <p:cNvGraphicFramePr>
            <a:graphicFrameLocks/>
          </p:cNvGraphicFramePr>
          <p:nvPr/>
        </p:nvGraphicFramePr>
        <p:xfrm>
          <a:off x="3363400" y="1405266"/>
          <a:ext cx="8478069" cy="4149220"/>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Box 13">
            <a:extLst>
              <a:ext uri="{FF2B5EF4-FFF2-40B4-BE49-F238E27FC236}">
                <a16:creationId xmlns:a16="http://schemas.microsoft.com/office/drawing/2014/main" id="{FF9D5029-A604-7743-C752-FCB075DBFF32}"/>
              </a:ext>
            </a:extLst>
          </p:cNvPr>
          <p:cNvSpPr txBox="1"/>
          <p:nvPr/>
        </p:nvSpPr>
        <p:spPr bwMode="gray">
          <a:xfrm>
            <a:off x="9690318" y="4834595"/>
            <a:ext cx="1927224" cy="843757"/>
          </a:xfrm>
          <a:prstGeom prst="rect">
            <a:avLst/>
          </a:prstGeom>
          <a:noFill/>
        </p:spPr>
        <p:txBody>
          <a:bodyPr wrap="square" lIns="0" tIns="0" rIns="0" bIns="0" rtlCol="0">
            <a:spAutoFit/>
          </a:bodyPr>
          <a:lstStyle/>
          <a:p>
            <a:pPr algn="l">
              <a:lnSpc>
                <a:spcPct val="140000"/>
              </a:lnSpc>
            </a:pPr>
            <a:r>
              <a:rPr lang="en-US" altLang="zh-CN" sz="1000"/>
              <a:t>*estimated date of 100% SIV completion because of the complex start-up of the last site for SYNCHRONIZE CVOT</a:t>
            </a:r>
            <a:endParaRPr lang="zh-CN" altLang="en-US" sz="1000"/>
          </a:p>
        </p:txBody>
      </p:sp>
      <p:sp>
        <p:nvSpPr>
          <p:cNvPr id="12" name="动作按钮: 上一张 11">
            <a:hlinkClick r:id="rId9" action="ppaction://hlinksldjump" highlightClick="1"/>
            <a:extLst>
              <a:ext uri="{FF2B5EF4-FFF2-40B4-BE49-F238E27FC236}">
                <a16:creationId xmlns:a16="http://schemas.microsoft.com/office/drawing/2014/main" id="{9E9E6923-0BBC-AF4B-616F-474C6E97F1D0}"/>
              </a:ext>
            </a:extLst>
          </p:cNvPr>
          <p:cNvSpPr/>
          <p:nvPr/>
        </p:nvSpPr>
        <p:spPr bwMode="gray">
          <a:xfrm>
            <a:off x="11712575" y="6533965"/>
            <a:ext cx="263402" cy="230819"/>
          </a:xfrm>
          <a:prstGeom prst="actionButtonReturn">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4006290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94B8-0524-9578-5425-DC7C8858875E}"/>
              </a:ext>
            </a:extLst>
          </p:cNvPr>
          <p:cNvSpPr>
            <a:spLocks noGrp="1"/>
          </p:cNvSpPr>
          <p:nvPr>
            <p:ph type="title"/>
          </p:nvPr>
        </p:nvSpPr>
        <p:spPr>
          <a:xfrm>
            <a:off x="479424" y="477000"/>
            <a:ext cx="11233151" cy="325004"/>
          </a:xfrm>
        </p:spPr>
        <p:txBody>
          <a:bodyPr/>
          <a:lstStyle/>
          <a:p>
            <a:r>
              <a:rPr lang="en-US" altLang="zh-CN" sz="2000">
                <a:solidFill>
                  <a:schemeClr val="accent1">
                    <a:lumMod val="90000"/>
                    <a:lumOff val="10000"/>
                  </a:schemeClr>
                </a:solidFill>
                <a:cs typeface="Calibri" panose="020F0502020204030204" pitchFamily="34" charset="0"/>
              </a:rPr>
              <a:t>SYNCHRONIZE-1 Global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(cut-off</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date: 22-Apr-2024)</a:t>
            </a:r>
            <a:endParaRPr lang="en-US" sz="2000">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57BFE6BE-2872-78FE-B58E-27E316E21E60}"/>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C52D571-6281-7778-6187-73DC0469A927}"/>
              </a:ext>
            </a:extLst>
          </p:cNvPr>
          <p:cNvSpPr>
            <a:spLocks noGrp="1"/>
          </p:cNvSpPr>
          <p:nvPr>
            <p:ph type="sldNum" sz="quarter" idx="11"/>
          </p:nvPr>
        </p:nvSpPr>
        <p:spPr/>
        <p:txBody>
          <a:bodyPr/>
          <a:lstStyle/>
          <a:p>
            <a:fld id="{8FF9B0DE-3FEB-4AA0-B465-B80EF7C1333D}" type="slidenum">
              <a:rPr lang="en-US" smtClean="0"/>
              <a:pPr/>
              <a:t>17</a:t>
            </a:fld>
            <a:endParaRPr lang="en-US"/>
          </a:p>
        </p:txBody>
      </p:sp>
      <p:graphicFrame>
        <p:nvGraphicFramePr>
          <p:cNvPr id="8" name="Chart 6">
            <a:extLst>
              <a:ext uri="{FF2B5EF4-FFF2-40B4-BE49-F238E27FC236}">
                <a16:creationId xmlns:a16="http://schemas.microsoft.com/office/drawing/2014/main" id="{D71139B3-CBFC-4B9F-B328-6F5D311F7A0D}"/>
              </a:ext>
            </a:extLst>
          </p:cNvPr>
          <p:cNvGraphicFramePr>
            <a:graphicFrameLocks/>
          </p:cNvGraphicFramePr>
          <p:nvPr/>
        </p:nvGraphicFramePr>
        <p:xfrm>
          <a:off x="88901" y="1016001"/>
          <a:ext cx="12008642" cy="52131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8354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94B8-0524-9578-5425-DC7C8858875E}"/>
              </a:ext>
            </a:extLst>
          </p:cNvPr>
          <p:cNvSpPr>
            <a:spLocks noGrp="1"/>
          </p:cNvSpPr>
          <p:nvPr>
            <p:ph type="title"/>
          </p:nvPr>
        </p:nvSpPr>
        <p:spPr>
          <a:xfrm>
            <a:off x="479424" y="477000"/>
            <a:ext cx="11233151" cy="569193"/>
          </a:xfrm>
        </p:spPr>
        <p:txBody>
          <a:bodyPr/>
          <a:lstStyle/>
          <a:p>
            <a:r>
              <a:rPr lang="en-US" altLang="zh-CN" sz="2000">
                <a:solidFill>
                  <a:schemeClr val="accent1">
                    <a:lumMod val="90000"/>
                    <a:lumOff val="10000"/>
                  </a:schemeClr>
                </a:solidFill>
                <a:cs typeface="Calibri" panose="020F0502020204030204" pitchFamily="34" charset="0"/>
              </a:rPr>
              <a:t>SYNCHRONIZE-1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sz="2000">
                <a:solidFill>
                  <a:schemeClr val="accent1">
                    <a:lumMod val="90000"/>
                    <a:lumOff val="10000"/>
                  </a:schemeClr>
                </a:solidFill>
                <a:cs typeface="Calibri" panose="020F0502020204030204" pitchFamily="34" charset="0"/>
              </a:rPr>
              <a:t>(cut-off</a:t>
            </a:r>
            <a:r>
              <a:rPr lang="zh-CN" altLang="en-US" sz="2000">
                <a:solidFill>
                  <a:schemeClr val="accent1">
                    <a:lumMod val="90000"/>
                    <a:lumOff val="10000"/>
                  </a:schemeClr>
                </a:solidFill>
                <a:cs typeface="Calibri" panose="020F0502020204030204" pitchFamily="34" charset="0"/>
              </a:rPr>
              <a:t> </a:t>
            </a:r>
            <a:r>
              <a:rPr lang="en-US" sz="2000">
                <a:solidFill>
                  <a:schemeClr val="accent1">
                    <a:lumMod val="90000"/>
                    <a:lumOff val="10000"/>
                  </a:schemeClr>
                </a:solidFill>
                <a:cs typeface="Calibri" panose="020F0502020204030204" pitchFamily="34" charset="0"/>
              </a:rPr>
              <a:t>date: 22-Apr-2024)</a:t>
            </a:r>
          </a:p>
          <a:p>
            <a:endParaRPr lang="en-US" altLang="zh-CN" sz="2000">
              <a:solidFill>
                <a:srgbClr val="08312A"/>
              </a:solidFill>
              <a:cs typeface="Calibri"/>
            </a:endParaRPr>
          </a:p>
        </p:txBody>
      </p:sp>
      <p:sp>
        <p:nvSpPr>
          <p:cNvPr id="4" name="Footer Placeholder 3">
            <a:extLst>
              <a:ext uri="{FF2B5EF4-FFF2-40B4-BE49-F238E27FC236}">
                <a16:creationId xmlns:a16="http://schemas.microsoft.com/office/drawing/2014/main" id="{57BFE6BE-2872-78FE-B58E-27E316E21E60}"/>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C52D571-6281-7778-6187-73DC0469A927}"/>
              </a:ext>
            </a:extLst>
          </p:cNvPr>
          <p:cNvSpPr>
            <a:spLocks noGrp="1"/>
          </p:cNvSpPr>
          <p:nvPr>
            <p:ph type="sldNum" sz="quarter" idx="11"/>
          </p:nvPr>
        </p:nvSpPr>
        <p:spPr/>
        <p:txBody>
          <a:bodyPr/>
          <a:lstStyle/>
          <a:p>
            <a:fld id="{8FF9B0DE-3FEB-4AA0-B465-B80EF7C1333D}" type="slidenum">
              <a:rPr lang="en-US" smtClean="0"/>
              <a:pPr/>
              <a:t>18</a:t>
            </a:fld>
            <a:endParaRPr lang="en-US"/>
          </a:p>
        </p:txBody>
      </p:sp>
      <p:graphicFrame>
        <p:nvGraphicFramePr>
          <p:cNvPr id="9" name="图表 8">
            <a:extLst>
              <a:ext uri="{FF2B5EF4-FFF2-40B4-BE49-F238E27FC236}">
                <a16:creationId xmlns:a16="http://schemas.microsoft.com/office/drawing/2014/main" id="{564D039E-B23C-AC5A-CE2F-255F41F7F9FA}"/>
              </a:ext>
            </a:extLst>
          </p:cNvPr>
          <p:cNvGraphicFramePr>
            <a:graphicFrameLocks/>
          </p:cNvGraphicFramePr>
          <p:nvPr/>
        </p:nvGraphicFramePr>
        <p:xfrm>
          <a:off x="1031875" y="1046193"/>
          <a:ext cx="9798050" cy="51149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5308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B204-1184-2BC8-9D56-4DE907070B2E}"/>
              </a:ext>
            </a:extLst>
          </p:cNvPr>
          <p:cNvSpPr>
            <a:spLocks noGrp="1"/>
          </p:cNvSpPr>
          <p:nvPr>
            <p:ph type="title"/>
          </p:nvPr>
        </p:nvSpPr>
        <p:spPr/>
        <p:txBody>
          <a:bodyPr/>
          <a:lstStyle/>
          <a:p>
            <a:r>
              <a:rPr lang="en-US" sz="2000">
                <a:solidFill>
                  <a:schemeClr val="accent1">
                    <a:lumMod val="90000"/>
                    <a:lumOff val="10000"/>
                  </a:schemeClr>
                </a:solidFill>
                <a:cs typeface="Calibri" panose="020F0502020204030204" pitchFamily="34" charset="0"/>
              </a:rPr>
              <a:t>China sample size calculation for </a:t>
            </a:r>
            <a:r>
              <a:rPr lang="en-US" altLang="zh-CN" sz="2000">
                <a:solidFill>
                  <a:schemeClr val="accent1">
                    <a:lumMod val="90000"/>
                    <a:lumOff val="10000"/>
                  </a:schemeClr>
                </a:solidFill>
                <a:cs typeface="Calibri" panose="020F0502020204030204" pitchFamily="34" charset="0"/>
              </a:rPr>
              <a:t>SYCHRONIZE-1</a:t>
            </a:r>
            <a:endParaRPr lang="en-US" sz="2000">
              <a:solidFill>
                <a:schemeClr val="accent1">
                  <a:lumMod val="90000"/>
                  <a:lumOff val="10000"/>
                </a:schemeClr>
              </a:solidFill>
              <a:cs typeface="Calibri" panose="020F0502020204030204" pitchFamily="34" charset="0"/>
            </a:endParaRPr>
          </a:p>
        </p:txBody>
      </p:sp>
      <p:sp>
        <p:nvSpPr>
          <p:cNvPr id="3" name="Text Placeholder 2">
            <a:extLst>
              <a:ext uri="{FF2B5EF4-FFF2-40B4-BE49-F238E27FC236}">
                <a16:creationId xmlns:a16="http://schemas.microsoft.com/office/drawing/2014/main" id="{E7D8F07C-99ED-919D-59AD-B8B60FA815FD}"/>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399FB438-2403-F361-AB2D-48A88456CA35}"/>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2ABFBBBC-7CEE-4758-EF5C-6E1CE2D2DA74}"/>
              </a:ext>
            </a:extLst>
          </p:cNvPr>
          <p:cNvSpPr>
            <a:spLocks noGrp="1"/>
          </p:cNvSpPr>
          <p:nvPr>
            <p:ph type="sldNum" sz="quarter" idx="11"/>
          </p:nvPr>
        </p:nvSpPr>
        <p:spPr/>
        <p:txBody>
          <a:bodyPr/>
          <a:lstStyle/>
          <a:p>
            <a:fld id="{8FF9B0DE-3FEB-4AA0-B465-B80EF7C1333D}" type="slidenum">
              <a:rPr lang="en-US" smtClean="0"/>
              <a:pPr/>
              <a:t>19</a:t>
            </a:fld>
            <a:endParaRPr lang="en-US"/>
          </a:p>
        </p:txBody>
      </p:sp>
      <p:graphicFrame>
        <p:nvGraphicFramePr>
          <p:cNvPr id="6" name="表格 5">
            <a:extLst>
              <a:ext uri="{FF2B5EF4-FFF2-40B4-BE49-F238E27FC236}">
                <a16:creationId xmlns:a16="http://schemas.microsoft.com/office/drawing/2014/main" id="{60B771D9-B67C-50E1-0E48-818C584FB027}"/>
              </a:ext>
            </a:extLst>
          </p:cNvPr>
          <p:cNvGraphicFramePr>
            <a:graphicFrameLocks noGrp="1"/>
          </p:cNvGraphicFramePr>
          <p:nvPr/>
        </p:nvGraphicFramePr>
        <p:xfrm>
          <a:off x="626913" y="2346959"/>
          <a:ext cx="9450960" cy="2308361"/>
        </p:xfrm>
        <a:graphic>
          <a:graphicData uri="http://schemas.openxmlformats.org/drawingml/2006/table">
            <a:tbl>
              <a:tblPr firstRow="1" bandRow="1">
                <a:tableStyleId>{5C22544A-7EE6-4342-B048-85BDC9FD1C3A}</a:tableStyleId>
              </a:tblPr>
              <a:tblGrid>
                <a:gridCol w="3243665">
                  <a:extLst>
                    <a:ext uri="{9D8B030D-6E8A-4147-A177-3AD203B41FA5}">
                      <a16:colId xmlns:a16="http://schemas.microsoft.com/office/drawing/2014/main" val="249109890"/>
                    </a:ext>
                  </a:extLst>
                </a:gridCol>
                <a:gridCol w="1366053">
                  <a:extLst>
                    <a:ext uri="{9D8B030D-6E8A-4147-A177-3AD203B41FA5}">
                      <a16:colId xmlns:a16="http://schemas.microsoft.com/office/drawing/2014/main" val="335307925"/>
                    </a:ext>
                  </a:extLst>
                </a:gridCol>
                <a:gridCol w="1013095">
                  <a:extLst>
                    <a:ext uri="{9D8B030D-6E8A-4147-A177-3AD203B41FA5}">
                      <a16:colId xmlns:a16="http://schemas.microsoft.com/office/drawing/2014/main" val="1907568328"/>
                    </a:ext>
                  </a:extLst>
                </a:gridCol>
                <a:gridCol w="948063">
                  <a:extLst>
                    <a:ext uri="{9D8B030D-6E8A-4147-A177-3AD203B41FA5}">
                      <a16:colId xmlns:a16="http://schemas.microsoft.com/office/drawing/2014/main" val="2984475418"/>
                    </a:ext>
                  </a:extLst>
                </a:gridCol>
                <a:gridCol w="948063">
                  <a:extLst>
                    <a:ext uri="{9D8B030D-6E8A-4147-A177-3AD203B41FA5}">
                      <a16:colId xmlns:a16="http://schemas.microsoft.com/office/drawing/2014/main" val="1335098617"/>
                    </a:ext>
                  </a:extLst>
                </a:gridCol>
                <a:gridCol w="948063">
                  <a:extLst>
                    <a:ext uri="{9D8B030D-6E8A-4147-A177-3AD203B41FA5}">
                      <a16:colId xmlns:a16="http://schemas.microsoft.com/office/drawing/2014/main" val="4016212521"/>
                    </a:ext>
                  </a:extLst>
                </a:gridCol>
                <a:gridCol w="983958">
                  <a:extLst>
                    <a:ext uri="{9D8B030D-6E8A-4147-A177-3AD203B41FA5}">
                      <a16:colId xmlns:a16="http://schemas.microsoft.com/office/drawing/2014/main" val="4256837412"/>
                    </a:ext>
                  </a:extLst>
                </a:gridCol>
              </a:tblGrid>
              <a:tr h="585365">
                <a:tc>
                  <a:txBody>
                    <a:bodyPr/>
                    <a:lstStyle/>
                    <a:p>
                      <a:r>
                        <a:rPr lang="zh-CN" altLang="en-US" sz="1100"/>
                        <a:t>China </a:t>
                      </a:r>
                      <a:r>
                        <a:rPr lang="en-US" altLang="zh-CN" sz="1100"/>
                        <a:t>f</a:t>
                      </a:r>
                      <a:r>
                        <a:rPr lang="zh-CN" altLang="en-US" sz="1100"/>
                        <a:t>raction</a:t>
                      </a:r>
                      <a:r>
                        <a:rPr lang="en-US" altLang="zh-CN" sz="1100"/>
                        <a:t>/</a:t>
                      </a:r>
                    </a:p>
                    <a:p>
                      <a:r>
                        <a:rPr lang="en-US" altLang="zh-CN" sz="1100"/>
                        <a:t>Total pts number</a:t>
                      </a:r>
                      <a:endParaRPr lang="zh-CN" altLang="en-US" sz="1100"/>
                    </a:p>
                  </a:txBody>
                  <a:tcPr/>
                </a:tc>
                <a:tc>
                  <a:txBody>
                    <a:bodyPr/>
                    <a:lstStyle/>
                    <a:p>
                      <a:pPr lvl="0">
                        <a:buNone/>
                      </a:pPr>
                      <a:r>
                        <a:rPr lang="en-US" altLang="zh-CN" sz="1100"/>
                        <a:t>Two primary endpoints</a:t>
                      </a:r>
                      <a:endParaRPr lang="zh-CN" altLang="en-US" sz="1100"/>
                    </a:p>
                  </a:txBody>
                  <a:tcPr/>
                </a:tc>
                <a:tc>
                  <a:txBody>
                    <a:bodyPr/>
                    <a:lstStyle/>
                    <a:p>
                      <a:pPr lvl="0">
                        <a:buNone/>
                      </a:pPr>
                      <a:r>
                        <a:rPr lang="en-US" altLang="zh-CN" sz="1100"/>
                        <a:t>5</a:t>
                      </a:r>
                      <a:r>
                        <a:rPr lang="zh-CN" altLang="en-US" sz="1100"/>
                        <a:t>%</a:t>
                      </a:r>
                      <a:r>
                        <a:rPr lang="en-US" altLang="zh-CN" sz="1100"/>
                        <a:t>/</a:t>
                      </a:r>
                      <a:endParaRPr lang="zh-CN" altLang="en-US" sz="1100"/>
                    </a:p>
                    <a:p>
                      <a:pPr lvl="0">
                        <a:buNone/>
                      </a:pPr>
                      <a:r>
                        <a:rPr lang="zh-CN" altLang="en-US" sz="1100"/>
                        <a:t>n</a:t>
                      </a:r>
                      <a:r>
                        <a:rPr lang="en-US" altLang="zh-CN" sz="1100"/>
                        <a:t>*</a:t>
                      </a:r>
                      <a:r>
                        <a:rPr lang="zh-CN" altLang="en-US" sz="1100"/>
                        <a:t>=</a:t>
                      </a:r>
                      <a:r>
                        <a:rPr lang="en-US" altLang="zh-CN" sz="1100"/>
                        <a:t>30</a:t>
                      </a:r>
                      <a:endParaRPr lang="zh-CN" altLang="en-US" sz="1100"/>
                    </a:p>
                  </a:txBody>
                  <a:tcPr/>
                </a:tc>
                <a:tc>
                  <a:txBody>
                    <a:bodyPr/>
                    <a:lstStyle/>
                    <a:p>
                      <a:r>
                        <a:rPr lang="en-US" altLang="zh-CN" sz="1100"/>
                        <a:t>6</a:t>
                      </a:r>
                      <a:r>
                        <a:rPr lang="zh-CN" altLang="en-US" sz="1100"/>
                        <a:t>%</a:t>
                      </a:r>
                      <a:r>
                        <a:rPr lang="en-US" altLang="zh-CN" sz="1100"/>
                        <a:t>/</a:t>
                      </a:r>
                      <a:endParaRPr lang="zh-CN" altLang="en-US" sz="1100"/>
                    </a:p>
                    <a:p>
                      <a:pPr lvl="0">
                        <a:buNone/>
                      </a:pPr>
                      <a:r>
                        <a:rPr lang="zh-CN" altLang="en-US" sz="1100"/>
                        <a:t>n</a:t>
                      </a:r>
                      <a:r>
                        <a:rPr lang="en-US" altLang="zh-CN" sz="1100"/>
                        <a:t>*</a:t>
                      </a:r>
                      <a:r>
                        <a:rPr lang="zh-CN" altLang="en-US" sz="1100"/>
                        <a:t>=</a:t>
                      </a:r>
                      <a:r>
                        <a:rPr lang="en-US" altLang="zh-CN" sz="1100"/>
                        <a:t>36</a:t>
                      </a:r>
                      <a:endParaRPr lang="zh-CN" altLang="en-US" sz="1100"/>
                    </a:p>
                  </a:txBody>
                  <a:tcPr/>
                </a:tc>
                <a:tc>
                  <a:txBody>
                    <a:bodyPr/>
                    <a:lstStyle/>
                    <a:p>
                      <a:pPr lvl="0">
                        <a:buNone/>
                      </a:pPr>
                      <a:r>
                        <a:rPr lang="en-US" altLang="zh-CN" sz="1100"/>
                        <a:t>7.5%/</a:t>
                      </a:r>
                    </a:p>
                    <a:p>
                      <a:pPr lvl="0">
                        <a:buNone/>
                      </a:pPr>
                      <a:r>
                        <a:rPr lang="en-US" altLang="zh-CN" sz="1100"/>
                        <a:t>n*=45</a:t>
                      </a:r>
                      <a:endParaRPr lang="zh-CN" altLang="en-US" sz="1100"/>
                    </a:p>
                  </a:txBody>
                  <a:tcPr/>
                </a:tc>
                <a:tc>
                  <a:txBody>
                    <a:bodyPr/>
                    <a:lstStyle/>
                    <a:p>
                      <a:pPr lvl="0">
                        <a:buNone/>
                      </a:pPr>
                      <a:r>
                        <a:rPr lang="en-US" altLang="zh-CN" sz="1100"/>
                        <a:t>10%/</a:t>
                      </a:r>
                    </a:p>
                    <a:p>
                      <a:pPr lvl="0">
                        <a:buNone/>
                      </a:pPr>
                      <a:r>
                        <a:rPr lang="en-US" altLang="zh-CN" sz="1100"/>
                        <a:t>n*=60</a:t>
                      </a:r>
                      <a:endParaRPr lang="zh-CN" altLang="en-US" sz="1100"/>
                    </a:p>
                  </a:txBody>
                  <a:tcPr/>
                </a:tc>
                <a:tc>
                  <a:txBody>
                    <a:bodyPr/>
                    <a:lstStyle/>
                    <a:p>
                      <a:r>
                        <a:rPr lang="zh-CN" altLang="en-US" sz="1100"/>
                        <a:t>15%</a:t>
                      </a:r>
                      <a:r>
                        <a:rPr lang="en-US" altLang="zh-CN" sz="1100"/>
                        <a:t>/</a:t>
                      </a:r>
                      <a:endParaRPr lang="zh-CN" altLang="en-US" sz="1100"/>
                    </a:p>
                    <a:p>
                      <a:pPr lvl="0">
                        <a:buNone/>
                      </a:pPr>
                      <a:r>
                        <a:rPr lang="zh-CN" altLang="en-US" sz="1100"/>
                        <a:t>n</a:t>
                      </a:r>
                      <a:r>
                        <a:rPr lang="en-US" altLang="zh-CN" sz="1100"/>
                        <a:t>*</a:t>
                      </a:r>
                      <a:r>
                        <a:rPr lang="zh-CN" altLang="en-US" sz="1100"/>
                        <a:t>=</a:t>
                      </a:r>
                      <a:r>
                        <a:rPr lang="en-US" altLang="zh-CN" sz="1100"/>
                        <a:t>90</a:t>
                      </a:r>
                      <a:endParaRPr lang="zh-CN" altLang="en-US" sz="1100"/>
                    </a:p>
                  </a:txBody>
                  <a:tcPr/>
                </a:tc>
                <a:extLst>
                  <a:ext uri="{0D108BD9-81ED-4DB2-BD59-A6C34878D82A}">
                    <a16:rowId xmlns:a16="http://schemas.microsoft.com/office/drawing/2014/main" val="2068310066"/>
                  </a:ext>
                </a:extLst>
              </a:tr>
              <a:tr h="439024">
                <a:tc rowSpan="2">
                  <a:txBody>
                    <a:bodyPr/>
                    <a:lstStyle/>
                    <a:p>
                      <a:pPr lvl="0" algn="l">
                        <a:lnSpc>
                          <a:spcPct val="100000"/>
                        </a:lnSpc>
                        <a:spcBef>
                          <a:spcPts val="0"/>
                        </a:spcBef>
                        <a:spcAft>
                          <a:spcPts val="0"/>
                        </a:spcAft>
                        <a:buNone/>
                      </a:pPr>
                      <a:r>
                        <a:rPr lang="en-US" sz="1100" b="1" i="0" u="none" strike="noStrike" noProof="0">
                          <a:latin typeface="BISansOpti"/>
                        </a:rPr>
                        <a:t>M</a:t>
                      </a:r>
                      <a:r>
                        <a:rPr lang="en-US" altLang="zh-CN" sz="1100" b="1" i="0" u="none" strike="noStrike" noProof="0">
                          <a:latin typeface="BISansOpti"/>
                        </a:rPr>
                        <a:t>ethod</a:t>
                      </a:r>
                      <a:r>
                        <a:rPr lang="zh-CN" altLang="en-US" sz="1100" b="1" i="0" u="none" strike="noStrike" noProof="0">
                          <a:latin typeface="BISansOpti"/>
                        </a:rPr>
                        <a:t> </a:t>
                      </a:r>
                      <a:r>
                        <a:rPr lang="en-US" sz="1100" b="1" i="0" u="none" strike="noStrike" noProof="0">
                          <a:latin typeface="BISansOpti"/>
                        </a:rPr>
                        <a:t>1</a:t>
                      </a:r>
                      <a:endParaRPr lang="en-US" sz="1100" b="0" i="0" u="none" strike="noStrike" noProof="0"/>
                    </a:p>
                    <a:p>
                      <a:pPr lvl="0" algn="l">
                        <a:lnSpc>
                          <a:spcPct val="100000"/>
                        </a:lnSpc>
                        <a:spcBef>
                          <a:spcPts val="0"/>
                        </a:spcBef>
                        <a:spcAft>
                          <a:spcPts val="0"/>
                        </a:spcAft>
                        <a:buNone/>
                      </a:pPr>
                      <a:r>
                        <a:rPr lang="en-US" sz="1100" b="1" i="0" u="none" strike="noStrike" noProof="0" err="1">
                          <a:latin typeface="BISansOpti"/>
                        </a:rPr>
                        <a:t>Pr</a:t>
                      </a:r>
                      <a:r>
                        <a:rPr lang="en-US" sz="1100" b="1" i="0" u="none" strike="noStrike" noProof="0">
                          <a:latin typeface="BISansOpti"/>
                        </a:rPr>
                        <a:t> (</a:t>
                      </a:r>
                      <a:r>
                        <a:rPr lang="en-US" sz="1100" b="1" i="0" u="none" strike="noStrike" noProof="0" err="1">
                          <a:latin typeface="BISansOpti"/>
                        </a:rPr>
                        <a:t>ΔChina</a:t>
                      </a:r>
                      <a:r>
                        <a:rPr lang="en-US" sz="1100" b="1" i="0" u="none" strike="noStrike" noProof="0">
                          <a:latin typeface="BISansOpti"/>
                        </a:rPr>
                        <a:t> / </a:t>
                      </a:r>
                      <a:r>
                        <a:rPr lang="en-US" sz="1100" b="1" i="0" u="none" strike="noStrike" noProof="0" err="1">
                          <a:latin typeface="BISansOpti"/>
                        </a:rPr>
                        <a:t>ΔAll</a:t>
                      </a:r>
                      <a:r>
                        <a:rPr lang="en-US" sz="1100" b="1" i="0" u="none" strike="noStrike" noProof="0">
                          <a:latin typeface="BISansOpti"/>
                        </a:rPr>
                        <a:t> &gt;0.5 | Significance in entire population)</a:t>
                      </a:r>
                      <a:endParaRPr lang="en-US" sz="1400"/>
                    </a:p>
                  </a:txBody>
                  <a:tcPr/>
                </a:tc>
                <a:tc>
                  <a:txBody>
                    <a:bodyPr/>
                    <a:lstStyle/>
                    <a:p>
                      <a:pPr lvl="0">
                        <a:buNone/>
                      </a:pPr>
                      <a:r>
                        <a:rPr lang="en-US" altLang="zh-CN" sz="1100" kern="1200">
                          <a:solidFill>
                            <a:schemeClr val="dk1"/>
                          </a:solidFill>
                          <a:latin typeface="+mn-lt"/>
                          <a:ea typeface="+mn-ea"/>
                          <a:cs typeface="+mn-cs"/>
                        </a:rPr>
                        <a:t>Endpoint 1)</a:t>
                      </a:r>
                      <a:r>
                        <a:rPr lang="en-US" altLang="zh-CN" sz="1100" strike="noStrike" kern="1200" baseline="30000">
                          <a:solidFill>
                            <a:schemeClr val="dk1"/>
                          </a:solidFill>
                          <a:latin typeface="+mn-lt"/>
                          <a:ea typeface="+mn-ea"/>
                          <a:cs typeface="+mn-cs"/>
                        </a:rPr>
                        <a:t>&amp;</a:t>
                      </a:r>
                      <a:endParaRPr lang="zh-CN" altLang="en-US" sz="1100" strike="noStrike" kern="1200" baseline="300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88.2</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90.3</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92.9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95.9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98.3</a:t>
                      </a:r>
                      <a:endParaRPr lang="zh-CN" altLang="en-US" sz="1100" kern="1200">
                        <a:solidFill>
                          <a:schemeClr val="dk1"/>
                        </a:solidFill>
                        <a:latin typeface="+mn-lt"/>
                        <a:ea typeface="+mn-ea"/>
                        <a:cs typeface="+mn-cs"/>
                      </a:endParaRPr>
                    </a:p>
                  </a:txBody>
                  <a:tcPr/>
                </a:tc>
                <a:extLst>
                  <a:ext uri="{0D108BD9-81ED-4DB2-BD59-A6C34878D82A}">
                    <a16:rowId xmlns:a16="http://schemas.microsoft.com/office/drawing/2014/main" val="2592394913"/>
                  </a:ext>
                </a:extLst>
              </a:tr>
              <a:tr h="439024">
                <a:tc vMerge="1">
                  <a:txBody>
                    <a:bodyPr/>
                    <a:lstStyle/>
                    <a:p>
                      <a:endParaRPr lang="zh-CN" altLang="en-US"/>
                    </a:p>
                  </a:txBody>
                  <a:tcPr/>
                </a:tc>
                <a:tc>
                  <a:txBody>
                    <a:bodyPr/>
                    <a:lstStyle/>
                    <a:p>
                      <a:pPr lvl="0">
                        <a:buNone/>
                      </a:pPr>
                      <a:r>
                        <a:rPr lang="en-US" altLang="zh-CN" sz="1100" kern="1200">
                          <a:solidFill>
                            <a:schemeClr val="dk1"/>
                          </a:solidFill>
                          <a:latin typeface="+mn-lt"/>
                          <a:ea typeface="+mn-ea"/>
                          <a:cs typeface="+mn-cs"/>
                        </a:rPr>
                        <a:t>Endpoint 2)</a:t>
                      </a:r>
                      <a:r>
                        <a:rPr lang="en-US" altLang="zh-CN" sz="1100" kern="1200" baseline="30000">
                          <a:solidFill>
                            <a:schemeClr val="dk1"/>
                          </a:solidFill>
                          <a:latin typeface="+mn-lt"/>
                          <a:ea typeface="+mn-ea"/>
                          <a:cs typeface="+mn-cs"/>
                        </a:rPr>
                        <a:t>#</a:t>
                      </a:r>
                      <a:endParaRPr lang="zh-CN" altLang="en-US" sz="1100" kern="1200" baseline="300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76.6</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79.6</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80.9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84.9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90.4</a:t>
                      </a:r>
                      <a:endParaRPr lang="zh-CN" altLang="en-US" sz="1100" kern="1200">
                        <a:solidFill>
                          <a:schemeClr val="dk1"/>
                        </a:solidFill>
                        <a:latin typeface="+mn-lt"/>
                        <a:ea typeface="+mn-ea"/>
                        <a:cs typeface="+mn-cs"/>
                      </a:endParaRPr>
                    </a:p>
                  </a:txBody>
                  <a:tcPr/>
                </a:tc>
                <a:extLst>
                  <a:ext uri="{0D108BD9-81ED-4DB2-BD59-A6C34878D82A}">
                    <a16:rowId xmlns:a16="http://schemas.microsoft.com/office/drawing/2014/main" val="3579276927"/>
                  </a:ext>
                </a:extLst>
              </a:tr>
              <a:tr h="405924">
                <a:tc rowSpan="2">
                  <a:txBody>
                    <a:bodyPr/>
                    <a:lstStyle/>
                    <a:p>
                      <a:pPr lvl="0" algn="l">
                        <a:lnSpc>
                          <a:spcPct val="100000"/>
                        </a:lnSpc>
                        <a:spcBef>
                          <a:spcPts val="0"/>
                        </a:spcBef>
                        <a:spcAft>
                          <a:spcPts val="0"/>
                        </a:spcAft>
                        <a:buNone/>
                      </a:pPr>
                      <a:r>
                        <a:rPr lang="en-US" sz="1100" b="1" i="0" u="none" strike="noStrike" noProof="0">
                          <a:latin typeface="BISansOpti"/>
                        </a:rPr>
                        <a:t>Method</a:t>
                      </a:r>
                      <a:r>
                        <a:rPr lang="zh-CN" altLang="en-US" sz="1100" b="1" i="0" u="none" strike="noStrike" noProof="0">
                          <a:latin typeface="BISansOpti"/>
                        </a:rPr>
                        <a:t> 2</a:t>
                      </a:r>
                      <a:endParaRPr lang="en-US" sz="1100" b="1" i="0" u="none" strike="noStrike" noProof="0">
                        <a:latin typeface="BISansOpti"/>
                      </a:endParaRPr>
                    </a:p>
                    <a:p>
                      <a:pPr lvl="0" algn="l">
                        <a:lnSpc>
                          <a:spcPct val="100000"/>
                        </a:lnSpc>
                        <a:spcBef>
                          <a:spcPts val="0"/>
                        </a:spcBef>
                        <a:spcAft>
                          <a:spcPts val="0"/>
                        </a:spcAft>
                        <a:buNone/>
                      </a:pPr>
                      <a:r>
                        <a:rPr lang="en-US" sz="1100" b="1" i="0" u="none" strike="noStrike" noProof="0" err="1">
                          <a:latin typeface="BISansOpti"/>
                        </a:rPr>
                        <a:t>Pr</a:t>
                      </a:r>
                      <a:r>
                        <a:rPr lang="en-US" sz="1100" b="1" i="0" u="none" strike="noStrike" noProof="0">
                          <a:latin typeface="BISansOpti"/>
                        </a:rPr>
                        <a:t> (</a:t>
                      </a:r>
                      <a:r>
                        <a:rPr lang="en-US" sz="1100" b="1" i="0" u="none" strike="noStrike" noProof="0" err="1">
                          <a:latin typeface="BISansOpti"/>
                        </a:rPr>
                        <a:t>ΔChina</a:t>
                      </a:r>
                      <a:r>
                        <a:rPr lang="en-US" sz="1100" b="1" i="0" u="none" strike="noStrike" noProof="0">
                          <a:latin typeface="BISansOpti"/>
                        </a:rPr>
                        <a:t> &gt; 0 &amp; </a:t>
                      </a:r>
                      <a:r>
                        <a:rPr lang="en-US" sz="1100" b="1" i="0" u="none" strike="noStrike" noProof="0" err="1">
                          <a:latin typeface="BISansOpti"/>
                        </a:rPr>
                        <a:t>Δex</a:t>
                      </a:r>
                      <a:r>
                        <a:rPr lang="en-US" sz="1100" b="1" i="0" u="none" strike="noStrike" noProof="0">
                          <a:latin typeface="BISansOpti"/>
                        </a:rPr>
                        <a:t>-China &gt; 0 | Significance in entire population)</a:t>
                      </a:r>
                      <a:endParaRPr lang="en-US" sz="1100" b="0" i="0" u="none" strike="noStrike" noProof="0"/>
                    </a:p>
                  </a:txBody>
                  <a:tcPr/>
                </a:tc>
                <a:tc>
                  <a:txBody>
                    <a:bodyPr/>
                    <a:lstStyle/>
                    <a:p>
                      <a:pPr lvl="0">
                        <a:buNone/>
                      </a:pPr>
                      <a:r>
                        <a:rPr lang="en-US" altLang="zh-CN" sz="1100" kern="1200">
                          <a:solidFill>
                            <a:schemeClr val="dk1"/>
                          </a:solidFill>
                          <a:latin typeface="+mn-lt"/>
                          <a:ea typeface="+mn-ea"/>
                          <a:cs typeface="+mn-cs"/>
                        </a:rPr>
                        <a:t>Endpoint 1)</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99.0</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99.3</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99.8</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99.9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99.999</a:t>
                      </a:r>
                      <a:endParaRPr lang="zh-CN" altLang="en-US" sz="1100" kern="1200">
                        <a:solidFill>
                          <a:schemeClr val="dk1"/>
                        </a:solidFill>
                        <a:latin typeface="+mn-lt"/>
                        <a:ea typeface="+mn-ea"/>
                        <a:cs typeface="+mn-cs"/>
                      </a:endParaRPr>
                    </a:p>
                  </a:txBody>
                  <a:tcPr/>
                </a:tc>
                <a:extLst>
                  <a:ext uri="{0D108BD9-81ED-4DB2-BD59-A6C34878D82A}">
                    <a16:rowId xmlns:a16="http://schemas.microsoft.com/office/drawing/2014/main" val="4240348169"/>
                  </a:ext>
                </a:extLst>
              </a:tr>
              <a:tr h="439024">
                <a:tc vMerge="1">
                  <a:txBody>
                    <a:bodyPr/>
                    <a:lstStyle/>
                    <a:p>
                      <a:endParaRPr lang="zh-CN" altLang="en-US"/>
                    </a:p>
                  </a:txBody>
                  <a:tcPr/>
                </a:tc>
                <a:tc>
                  <a:txBody>
                    <a:bodyPr/>
                    <a:lstStyle/>
                    <a:p>
                      <a:pPr lvl="0">
                        <a:buNone/>
                      </a:pPr>
                      <a:r>
                        <a:rPr lang="en-US" altLang="zh-CN" sz="1100" kern="1200">
                          <a:solidFill>
                            <a:schemeClr val="dk1"/>
                          </a:solidFill>
                          <a:latin typeface="+mn-lt"/>
                          <a:ea typeface="+mn-ea"/>
                          <a:cs typeface="+mn-cs"/>
                        </a:rPr>
                        <a:t>Endpoint 2)</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88.2</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90.9</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93.6</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96.4</a:t>
                      </a:r>
                      <a:endParaRPr lang="zh-CN" altLang="en-US" sz="1100" kern="1200">
                        <a:solidFill>
                          <a:schemeClr val="dk1"/>
                        </a:solidFill>
                        <a:latin typeface="+mn-lt"/>
                        <a:ea typeface="+mn-ea"/>
                        <a:cs typeface="+mn-cs"/>
                      </a:endParaRPr>
                    </a:p>
                  </a:txBody>
                  <a:tcPr/>
                </a:tc>
                <a:tc>
                  <a:txBody>
                    <a:bodyPr/>
                    <a:lstStyle/>
                    <a:p>
                      <a:pPr lvl="0">
                        <a:buNone/>
                      </a:pPr>
                      <a:r>
                        <a:rPr lang="en-US" altLang="zh-CN" sz="1100" kern="1200">
                          <a:solidFill>
                            <a:schemeClr val="dk1"/>
                          </a:solidFill>
                          <a:latin typeface="+mn-lt"/>
                          <a:ea typeface="+mn-ea"/>
                          <a:cs typeface="+mn-cs"/>
                        </a:rPr>
                        <a:t>98.8</a:t>
                      </a:r>
                      <a:endParaRPr lang="zh-CN" altLang="en-US" sz="1100" kern="1200">
                        <a:solidFill>
                          <a:schemeClr val="dk1"/>
                        </a:solidFill>
                        <a:latin typeface="+mn-lt"/>
                        <a:ea typeface="+mn-ea"/>
                        <a:cs typeface="+mn-cs"/>
                      </a:endParaRPr>
                    </a:p>
                  </a:txBody>
                  <a:tcPr/>
                </a:tc>
                <a:extLst>
                  <a:ext uri="{0D108BD9-81ED-4DB2-BD59-A6C34878D82A}">
                    <a16:rowId xmlns:a16="http://schemas.microsoft.com/office/drawing/2014/main" val="3702532480"/>
                  </a:ext>
                </a:extLst>
              </a:tr>
            </a:tbl>
          </a:graphicData>
        </a:graphic>
      </p:graphicFrame>
      <p:sp>
        <p:nvSpPr>
          <p:cNvPr id="7" name="TextBox 6">
            <a:extLst>
              <a:ext uri="{FF2B5EF4-FFF2-40B4-BE49-F238E27FC236}">
                <a16:creationId xmlns:a16="http://schemas.microsoft.com/office/drawing/2014/main" id="{D794D620-1AA7-0F6E-0F2E-F786806B5F81}"/>
              </a:ext>
            </a:extLst>
          </p:cNvPr>
          <p:cNvSpPr txBox="1"/>
          <p:nvPr/>
        </p:nvSpPr>
        <p:spPr>
          <a:xfrm>
            <a:off x="418884" y="1955461"/>
            <a:ext cx="9867018" cy="200055"/>
          </a:xfrm>
          <a:prstGeom prst="rect">
            <a:avLst/>
          </a:prstGeom>
          <a:noFill/>
        </p:spPr>
        <p:txBody>
          <a:bodyPr wrap="square" lIns="0" tIns="0" rIns="0" bIns="0" rtlCol="0">
            <a:spAutoFit/>
          </a:bodyPr>
          <a:lstStyle/>
          <a:p>
            <a:pPr algn="ctr"/>
            <a:r>
              <a:rPr lang="en-US" altLang="zh-CN" sz="1300" b="1"/>
              <a:t>Table1. Probability for two primary endpoints showing consistency with global results based on different fractions</a:t>
            </a:r>
            <a:endParaRPr lang="zh-CN" altLang="en-US" sz="1300" b="1"/>
          </a:p>
        </p:txBody>
      </p:sp>
      <p:sp>
        <p:nvSpPr>
          <p:cNvPr id="8" name="TextBox 7">
            <a:extLst>
              <a:ext uri="{FF2B5EF4-FFF2-40B4-BE49-F238E27FC236}">
                <a16:creationId xmlns:a16="http://schemas.microsoft.com/office/drawing/2014/main" id="{FF86AF2E-FD35-7B8B-6C3A-ABA68B995753}"/>
              </a:ext>
            </a:extLst>
          </p:cNvPr>
          <p:cNvSpPr txBox="1"/>
          <p:nvPr/>
        </p:nvSpPr>
        <p:spPr>
          <a:xfrm>
            <a:off x="479425" y="1020107"/>
            <a:ext cx="9745936" cy="830997"/>
          </a:xfrm>
          <a:prstGeom prst="rect">
            <a:avLst/>
          </a:prstGeom>
          <a:noFill/>
        </p:spPr>
        <p:txBody>
          <a:bodyPr wrap="square">
            <a:spAutoFit/>
          </a:bodyPr>
          <a:lstStyle/>
          <a:p>
            <a:r>
              <a:rPr lang="en-US" altLang="zh-CN" sz="1600">
                <a:solidFill>
                  <a:srgbClr val="000000"/>
                </a:solidFill>
                <a:latin typeface="BISansOpti"/>
              </a:rPr>
              <a:t>As global sample size 200 pts for each arm, for primary endpoint 1) ‘Change in body weight(%) from baseline to week 80’, re-calculated power will be greater than 99.99%. for primary endpoint 2) ‘Body weight reduction ≥5% from baseline at week 80’, re-calculated power will be 99.98%. </a:t>
            </a:r>
          </a:p>
        </p:txBody>
      </p:sp>
      <p:sp>
        <p:nvSpPr>
          <p:cNvPr id="9" name="TextBox 8">
            <a:extLst>
              <a:ext uri="{FF2B5EF4-FFF2-40B4-BE49-F238E27FC236}">
                <a16:creationId xmlns:a16="http://schemas.microsoft.com/office/drawing/2014/main" id="{86ADAD58-4B06-D898-9F35-59ACC09CC28C}"/>
              </a:ext>
            </a:extLst>
          </p:cNvPr>
          <p:cNvSpPr txBox="1"/>
          <p:nvPr/>
        </p:nvSpPr>
        <p:spPr>
          <a:xfrm>
            <a:off x="626913" y="4871953"/>
            <a:ext cx="5309616" cy="515526"/>
          </a:xfrm>
          <a:prstGeom prst="rect">
            <a:avLst/>
          </a:prstGeom>
          <a:noFill/>
        </p:spPr>
        <p:txBody>
          <a:bodyPr wrap="square" lIns="0" tIns="0" rIns="0" bIns="0" rtlCol="0">
            <a:spAutoFit/>
          </a:bodyPr>
          <a:lstStyle/>
          <a:p>
            <a:r>
              <a:rPr lang="en-US" altLang="zh-CN" sz="1050"/>
              <a:t> </a:t>
            </a:r>
            <a:r>
              <a:rPr lang="en-US" altLang="zh-CN" sz="900"/>
              <a:t>&amp; 2-sided significance level of 0.025 for each dose;</a:t>
            </a:r>
          </a:p>
          <a:p>
            <a:r>
              <a:rPr lang="en-US" altLang="zh-CN" sz="900"/>
              <a:t> # 2-sided significance level of 0.025 for each dose;</a:t>
            </a:r>
          </a:p>
          <a:p>
            <a:endParaRPr lang="zh-CN" altLang="en-US" sz="1400"/>
          </a:p>
        </p:txBody>
      </p:sp>
      <p:sp>
        <p:nvSpPr>
          <p:cNvPr id="10" name="Rectangle 9">
            <a:extLst>
              <a:ext uri="{FF2B5EF4-FFF2-40B4-BE49-F238E27FC236}">
                <a16:creationId xmlns:a16="http://schemas.microsoft.com/office/drawing/2014/main" id="{B51F7364-FE79-F01C-9155-CA69B6CEBBAC}"/>
              </a:ext>
            </a:extLst>
          </p:cNvPr>
          <p:cNvSpPr/>
          <p:nvPr/>
        </p:nvSpPr>
        <p:spPr bwMode="gray">
          <a:xfrm>
            <a:off x="7178040" y="2346959"/>
            <a:ext cx="978408" cy="230836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Tree>
    <p:extLst>
      <p:ext uri="{BB962C8B-B14F-4D97-AF65-F5344CB8AC3E}">
        <p14:creationId xmlns:p14="http://schemas.microsoft.com/office/powerpoint/2010/main" val="3810918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94B8-0524-9578-5425-DC7C8858875E}"/>
              </a:ext>
            </a:extLst>
          </p:cNvPr>
          <p:cNvSpPr>
            <a:spLocks noGrp="1"/>
          </p:cNvSpPr>
          <p:nvPr>
            <p:ph type="title"/>
          </p:nvPr>
        </p:nvSpPr>
        <p:spPr>
          <a:xfrm>
            <a:off x="479424" y="477000"/>
            <a:ext cx="11233151" cy="497993"/>
          </a:xfrm>
        </p:spPr>
        <p:txBody>
          <a:bodyPr/>
          <a:lstStyle/>
          <a:p>
            <a:r>
              <a:rPr lang="en-US" altLang="zh-CN" sz="2000">
                <a:solidFill>
                  <a:schemeClr val="accent1">
                    <a:lumMod val="90000"/>
                    <a:lumOff val="10000"/>
                  </a:schemeClr>
                </a:solidFill>
                <a:cs typeface="Calibri" panose="020F0502020204030204" pitchFamily="34" charset="0"/>
              </a:rPr>
              <a:t>SYNCHRONIZE-2 Global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(cut-off</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date: 20-Apr-2024)</a:t>
            </a:r>
            <a:endParaRPr lang="en-US" sz="2000">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57BFE6BE-2872-78FE-B58E-27E316E21E60}"/>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C52D571-6281-7778-6187-73DC0469A927}"/>
              </a:ext>
            </a:extLst>
          </p:cNvPr>
          <p:cNvSpPr>
            <a:spLocks noGrp="1"/>
          </p:cNvSpPr>
          <p:nvPr>
            <p:ph type="sldNum" sz="quarter" idx="11"/>
          </p:nvPr>
        </p:nvSpPr>
        <p:spPr/>
        <p:txBody>
          <a:bodyPr/>
          <a:lstStyle/>
          <a:p>
            <a:fld id="{8FF9B0DE-3FEB-4AA0-B465-B80EF7C1333D}" type="slidenum">
              <a:rPr lang="en-US" smtClean="0"/>
              <a:pPr/>
              <a:t>20</a:t>
            </a:fld>
            <a:endParaRPr lang="en-US"/>
          </a:p>
        </p:txBody>
      </p:sp>
      <p:sp>
        <p:nvSpPr>
          <p:cNvPr id="3" name="文本框 2">
            <a:extLst>
              <a:ext uri="{FF2B5EF4-FFF2-40B4-BE49-F238E27FC236}">
                <a16:creationId xmlns:a16="http://schemas.microsoft.com/office/drawing/2014/main" id="{14845856-520F-6487-FE0B-C90B78B698D2}"/>
              </a:ext>
            </a:extLst>
          </p:cNvPr>
          <p:cNvSpPr txBox="1"/>
          <p:nvPr/>
        </p:nvSpPr>
        <p:spPr bwMode="gray">
          <a:xfrm>
            <a:off x="479424" y="901226"/>
            <a:ext cx="6048579" cy="256673"/>
          </a:xfrm>
          <a:prstGeom prst="rect">
            <a:avLst/>
          </a:prstGeom>
          <a:noFill/>
        </p:spPr>
        <p:txBody>
          <a:bodyPr wrap="none" lIns="0" tIns="0" rIns="0" bIns="0" rtlCol="0">
            <a:spAutoFit/>
          </a:bodyPr>
          <a:lstStyle/>
          <a:p>
            <a:pPr algn="l">
              <a:lnSpc>
                <a:spcPct val="140000"/>
              </a:lnSpc>
            </a:pPr>
            <a:r>
              <a:rPr lang="en-US" altLang="zh-CN" sz="1300"/>
              <a:t>Global Status: 893 screened, 360 randomized, 316</a:t>
            </a:r>
            <a:r>
              <a:rPr lang="zh-CN" altLang="en-US" sz="1300"/>
              <a:t> screened failure (SF </a:t>
            </a:r>
            <a:r>
              <a:rPr lang="en-US" altLang="zh-CN" sz="1300"/>
              <a:t>47</a:t>
            </a:r>
            <a:r>
              <a:rPr lang="zh-CN" altLang="en-US" sz="1300"/>
              <a:t>%)</a:t>
            </a:r>
            <a:r>
              <a:rPr lang="en-US" altLang="zh-CN" sz="1300"/>
              <a:t> </a:t>
            </a:r>
            <a:endParaRPr lang="zh-CN" altLang="en-US" sz="1300"/>
          </a:p>
        </p:txBody>
      </p:sp>
      <p:graphicFrame>
        <p:nvGraphicFramePr>
          <p:cNvPr id="8" name="Chart 6">
            <a:extLst>
              <a:ext uri="{FF2B5EF4-FFF2-40B4-BE49-F238E27FC236}">
                <a16:creationId xmlns:a16="http://schemas.microsoft.com/office/drawing/2014/main" id="{73207099-613B-4188-B37D-91BA5B30A0AB}"/>
              </a:ext>
            </a:extLst>
          </p:cNvPr>
          <p:cNvGraphicFramePr>
            <a:graphicFrameLocks/>
          </p:cNvGraphicFramePr>
          <p:nvPr/>
        </p:nvGraphicFramePr>
        <p:xfrm>
          <a:off x="939416" y="1557408"/>
          <a:ext cx="10413168" cy="45065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2248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3F3309-060E-0966-0BEF-35DEBCFF4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A85D0-7962-5E5F-077C-19041EFFF4A9}"/>
              </a:ext>
            </a:extLst>
          </p:cNvPr>
          <p:cNvSpPr>
            <a:spLocks noGrp="1"/>
          </p:cNvSpPr>
          <p:nvPr>
            <p:ph type="title"/>
          </p:nvPr>
        </p:nvSpPr>
        <p:spPr>
          <a:xfrm>
            <a:off x="479424" y="477000"/>
            <a:ext cx="11233151" cy="490191"/>
          </a:xfrm>
        </p:spPr>
        <p:txBody>
          <a:bodyPr/>
          <a:lstStyle/>
          <a:p>
            <a:r>
              <a:rPr lang="en-US" altLang="zh-CN" sz="2000">
                <a:solidFill>
                  <a:schemeClr val="accent1">
                    <a:lumMod val="90000"/>
                    <a:lumOff val="10000"/>
                  </a:schemeClr>
                </a:solidFill>
                <a:cs typeface="Calibri" panose="020F0502020204030204" pitchFamily="34" charset="0"/>
              </a:rPr>
              <a:t>SYNCHRONIZE-2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sz="2000">
                <a:solidFill>
                  <a:schemeClr val="accent1">
                    <a:lumMod val="90000"/>
                    <a:lumOff val="10000"/>
                  </a:schemeClr>
                </a:solidFill>
                <a:cs typeface="Calibri" panose="020F0502020204030204" pitchFamily="34" charset="0"/>
              </a:rPr>
              <a:t>(cut-off</a:t>
            </a:r>
            <a:r>
              <a:rPr lang="zh-CN" altLang="en-US" sz="2000">
                <a:solidFill>
                  <a:schemeClr val="accent1">
                    <a:lumMod val="90000"/>
                    <a:lumOff val="10000"/>
                  </a:schemeClr>
                </a:solidFill>
                <a:cs typeface="Calibri" panose="020F0502020204030204" pitchFamily="34" charset="0"/>
              </a:rPr>
              <a:t> </a:t>
            </a:r>
            <a:r>
              <a:rPr lang="en-US" sz="2000">
                <a:solidFill>
                  <a:schemeClr val="accent1">
                    <a:lumMod val="90000"/>
                    <a:lumOff val="10000"/>
                  </a:schemeClr>
                </a:solidFill>
                <a:cs typeface="Calibri" panose="020F0502020204030204" pitchFamily="34" charset="0"/>
              </a:rPr>
              <a:t>date: 20-Apr-2024)</a:t>
            </a:r>
          </a:p>
        </p:txBody>
      </p:sp>
      <p:sp>
        <p:nvSpPr>
          <p:cNvPr id="4" name="Footer Placeholder 3">
            <a:extLst>
              <a:ext uri="{FF2B5EF4-FFF2-40B4-BE49-F238E27FC236}">
                <a16:creationId xmlns:a16="http://schemas.microsoft.com/office/drawing/2014/main" id="{9D80545D-50A0-1D7C-0F1C-5396957678FA}"/>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0AD17A06-5B7D-1445-2235-F7A39321CAB7}"/>
              </a:ext>
            </a:extLst>
          </p:cNvPr>
          <p:cNvSpPr>
            <a:spLocks noGrp="1"/>
          </p:cNvSpPr>
          <p:nvPr>
            <p:ph type="sldNum" sz="quarter" idx="11"/>
          </p:nvPr>
        </p:nvSpPr>
        <p:spPr/>
        <p:txBody>
          <a:bodyPr/>
          <a:lstStyle/>
          <a:p>
            <a:fld id="{8FF9B0DE-3FEB-4AA0-B465-B80EF7C1333D}" type="slidenum">
              <a:rPr lang="en-US" smtClean="0"/>
              <a:pPr/>
              <a:t>21</a:t>
            </a:fld>
            <a:endParaRPr lang="en-US"/>
          </a:p>
        </p:txBody>
      </p:sp>
      <p:sp>
        <p:nvSpPr>
          <p:cNvPr id="7" name="文本框 6">
            <a:extLst>
              <a:ext uri="{FF2B5EF4-FFF2-40B4-BE49-F238E27FC236}">
                <a16:creationId xmlns:a16="http://schemas.microsoft.com/office/drawing/2014/main" id="{E9652D21-1760-F628-289B-1C3D098AA9E2}"/>
              </a:ext>
            </a:extLst>
          </p:cNvPr>
          <p:cNvSpPr txBox="1"/>
          <p:nvPr/>
        </p:nvSpPr>
        <p:spPr bwMode="gray">
          <a:xfrm>
            <a:off x="479425" y="918627"/>
            <a:ext cx="5324236" cy="256673"/>
          </a:xfrm>
          <a:prstGeom prst="rect">
            <a:avLst/>
          </a:prstGeom>
          <a:noFill/>
        </p:spPr>
        <p:txBody>
          <a:bodyPr wrap="square" lIns="0" tIns="0" rIns="0" bIns="0" rtlCol="0">
            <a:spAutoFit/>
          </a:bodyPr>
          <a:lstStyle/>
          <a:p>
            <a:pPr algn="l">
              <a:lnSpc>
                <a:spcPct val="140000"/>
              </a:lnSpc>
            </a:pPr>
            <a:r>
              <a:rPr lang="en-US" altLang="zh-CN" sz="1300"/>
              <a:t>China Status:  92 screened, 39 randomized, 26 SF, </a:t>
            </a:r>
            <a:endParaRPr lang="zh-CN" altLang="en-US" sz="1300"/>
          </a:p>
        </p:txBody>
      </p:sp>
      <p:graphicFrame>
        <p:nvGraphicFramePr>
          <p:cNvPr id="8" name="图表 7">
            <a:extLst>
              <a:ext uri="{FF2B5EF4-FFF2-40B4-BE49-F238E27FC236}">
                <a16:creationId xmlns:a16="http://schemas.microsoft.com/office/drawing/2014/main" id="{58C91470-03C3-285C-A9AE-A1EF77951B5C}"/>
              </a:ext>
            </a:extLst>
          </p:cNvPr>
          <p:cNvGraphicFramePr>
            <a:graphicFrameLocks/>
          </p:cNvGraphicFramePr>
          <p:nvPr/>
        </p:nvGraphicFramePr>
        <p:xfrm>
          <a:off x="1880128" y="1408818"/>
          <a:ext cx="8431742" cy="47395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308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94B8-0524-9578-5425-DC7C8858875E}"/>
              </a:ext>
            </a:extLst>
          </p:cNvPr>
          <p:cNvSpPr>
            <a:spLocks noGrp="1"/>
          </p:cNvSpPr>
          <p:nvPr>
            <p:ph type="title"/>
          </p:nvPr>
        </p:nvSpPr>
        <p:spPr/>
        <p:txBody>
          <a:bodyPr/>
          <a:lstStyle/>
          <a:p>
            <a:r>
              <a:rPr lang="en-US" altLang="zh-CN" sz="2000">
                <a:solidFill>
                  <a:schemeClr val="accent1">
                    <a:lumMod val="90000"/>
                    <a:lumOff val="10000"/>
                  </a:schemeClr>
                </a:solidFill>
                <a:cs typeface="Calibri" panose="020F0502020204030204" pitchFamily="34" charset="0"/>
              </a:rPr>
              <a:t>SYNCHRONIZE-CVOT Global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and</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recruitment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(cut-off</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date: 22-Apr-2024 )</a:t>
            </a:r>
            <a:endParaRPr lang="en-US" sz="2000">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57BFE6BE-2872-78FE-B58E-27E316E21E60}"/>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C52D571-6281-7778-6187-73DC0469A927}"/>
              </a:ext>
            </a:extLst>
          </p:cNvPr>
          <p:cNvSpPr>
            <a:spLocks noGrp="1"/>
          </p:cNvSpPr>
          <p:nvPr>
            <p:ph type="sldNum" sz="quarter" idx="11"/>
          </p:nvPr>
        </p:nvSpPr>
        <p:spPr/>
        <p:txBody>
          <a:bodyPr/>
          <a:lstStyle/>
          <a:p>
            <a:fld id="{8FF9B0DE-3FEB-4AA0-B465-B80EF7C1333D}" type="slidenum">
              <a:rPr lang="en-US" smtClean="0"/>
              <a:pPr/>
              <a:t>22</a:t>
            </a:fld>
            <a:endParaRPr lang="en-US"/>
          </a:p>
        </p:txBody>
      </p:sp>
      <p:graphicFrame>
        <p:nvGraphicFramePr>
          <p:cNvPr id="6" name="Chart 1">
            <a:extLst>
              <a:ext uri="{FF2B5EF4-FFF2-40B4-BE49-F238E27FC236}">
                <a16:creationId xmlns:a16="http://schemas.microsoft.com/office/drawing/2014/main" id="{64DC8543-5202-46C5-9285-F838CE019034}"/>
              </a:ext>
            </a:extLst>
          </p:cNvPr>
          <p:cNvGraphicFramePr>
            <a:graphicFrameLocks/>
          </p:cNvGraphicFramePr>
          <p:nvPr/>
        </p:nvGraphicFramePr>
        <p:xfrm>
          <a:off x="479193" y="948475"/>
          <a:ext cx="11233151" cy="50770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5452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566C49-7606-9AB6-F7F4-914F2F513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2590F-9069-B844-B0EB-CD1F48569E00}"/>
              </a:ext>
            </a:extLst>
          </p:cNvPr>
          <p:cNvSpPr>
            <a:spLocks noGrp="1"/>
          </p:cNvSpPr>
          <p:nvPr>
            <p:ph type="title"/>
          </p:nvPr>
        </p:nvSpPr>
        <p:spPr/>
        <p:txBody>
          <a:bodyPr/>
          <a:lstStyle/>
          <a:p>
            <a:r>
              <a:rPr lang="en-US" altLang="zh-CN" sz="2000">
                <a:solidFill>
                  <a:schemeClr val="accent1">
                    <a:lumMod val="90000"/>
                    <a:lumOff val="10000"/>
                  </a:schemeClr>
                </a:solidFill>
                <a:cs typeface="Calibri" panose="020F0502020204030204" pitchFamily="34" charset="0"/>
              </a:rPr>
              <a:t>SYNCHRONIZE-CVOT China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(cut-off date: 22 Apr 2024)</a:t>
            </a:r>
          </a:p>
        </p:txBody>
      </p:sp>
      <p:sp>
        <p:nvSpPr>
          <p:cNvPr id="4" name="Footer Placeholder 3">
            <a:extLst>
              <a:ext uri="{FF2B5EF4-FFF2-40B4-BE49-F238E27FC236}">
                <a16:creationId xmlns:a16="http://schemas.microsoft.com/office/drawing/2014/main" id="{92FA3752-472E-254A-67BB-59EE397E53CA}"/>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203B14D-F319-EC74-59E9-9701E4A7060D}"/>
              </a:ext>
            </a:extLst>
          </p:cNvPr>
          <p:cNvSpPr>
            <a:spLocks noGrp="1"/>
          </p:cNvSpPr>
          <p:nvPr>
            <p:ph type="sldNum" sz="quarter" idx="11"/>
          </p:nvPr>
        </p:nvSpPr>
        <p:spPr/>
        <p:txBody>
          <a:bodyPr/>
          <a:lstStyle/>
          <a:p>
            <a:fld id="{8FF9B0DE-3FEB-4AA0-B465-B80EF7C1333D}" type="slidenum">
              <a:rPr lang="en-US" smtClean="0"/>
              <a:pPr/>
              <a:t>23</a:t>
            </a:fld>
            <a:endParaRPr lang="en-US"/>
          </a:p>
        </p:txBody>
      </p:sp>
      <p:sp>
        <p:nvSpPr>
          <p:cNvPr id="8" name="文本框 7">
            <a:extLst>
              <a:ext uri="{FF2B5EF4-FFF2-40B4-BE49-F238E27FC236}">
                <a16:creationId xmlns:a16="http://schemas.microsoft.com/office/drawing/2014/main" id="{1DDBA465-B15A-5269-7145-C809AEC7342F}"/>
              </a:ext>
            </a:extLst>
          </p:cNvPr>
          <p:cNvSpPr txBox="1"/>
          <p:nvPr/>
        </p:nvSpPr>
        <p:spPr bwMode="gray">
          <a:xfrm>
            <a:off x="1850572" y="5858494"/>
            <a:ext cx="7055920" cy="68525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buFont typeface="Arial" panose="020B0604020202020204" pitchFamily="34" charset="0"/>
              <a:buChar char="•"/>
            </a:pPr>
            <a:r>
              <a:rPr lang="zh-CN" sz="1200">
                <a:latin typeface="Arial"/>
                <a:cs typeface="Arial"/>
              </a:rPr>
              <a:t>•</a:t>
            </a:r>
            <a:r>
              <a:rPr lang="zh-CN" sz="1200"/>
              <a:t>Number of Subjects screened without established CVD/CKD</a:t>
            </a:r>
            <a:r>
              <a:rPr lang="zh-CN" sz="1200">
                <a:ea typeface="+mn-lt"/>
                <a:cs typeface="+mn-lt"/>
              </a:rPr>
              <a:t>： </a:t>
            </a:r>
            <a:r>
              <a:rPr lang="zh-CN" sz="1200"/>
              <a:t>19 </a:t>
            </a:r>
            <a:r>
              <a:rPr lang="zh-CN" sz="1200">
                <a:ea typeface="+mn-lt"/>
                <a:cs typeface="+mn-lt"/>
              </a:rPr>
              <a:t>（</a:t>
            </a:r>
            <a:r>
              <a:rPr lang="zh-CN" sz="1200"/>
              <a:t>screen failed </a:t>
            </a:r>
            <a:r>
              <a:rPr lang="zh-CN" sz="1200">
                <a:ea typeface="+mn-lt"/>
                <a:cs typeface="+mn-lt"/>
              </a:rPr>
              <a:t>：</a:t>
            </a:r>
            <a:r>
              <a:rPr lang="zh-CN" sz="1200"/>
              <a:t>3</a:t>
            </a:r>
            <a:r>
              <a:rPr lang="zh-CN" sz="1200">
                <a:ea typeface="+mn-lt"/>
                <a:cs typeface="+mn-lt"/>
              </a:rPr>
              <a:t>）</a:t>
            </a:r>
            <a:endParaRPr lang="zh-CN" altLang="en-US" sz="1600"/>
          </a:p>
          <a:p>
            <a:pPr>
              <a:buFont typeface="Arial" panose="020B0604020202020204" pitchFamily="34" charset="0"/>
              <a:buChar char="•"/>
            </a:pPr>
            <a:r>
              <a:rPr lang="zh-CN" sz="1200">
                <a:latin typeface="Arial"/>
                <a:cs typeface="Arial"/>
              </a:rPr>
              <a:t>•</a:t>
            </a:r>
            <a:r>
              <a:rPr lang="zh-CN" sz="1200"/>
              <a:t>Number of Subjects screened with established CVD/CKD</a:t>
            </a:r>
            <a:r>
              <a:rPr lang="zh-CN" sz="1200">
                <a:ea typeface="+mn-lt"/>
                <a:cs typeface="+mn-lt"/>
              </a:rPr>
              <a:t>：</a:t>
            </a:r>
            <a:r>
              <a:rPr lang="zh-CN" sz="1200"/>
              <a:t>19 </a:t>
            </a:r>
            <a:endParaRPr lang="zh-CN"/>
          </a:p>
          <a:p>
            <a:pPr marL="179705" indent="-179705" algn="l">
              <a:lnSpc>
                <a:spcPct val="140000"/>
              </a:lnSpc>
              <a:buFont typeface="Arial" panose="020B0604020202020204" pitchFamily="34" charset="0"/>
              <a:buChar char="•"/>
            </a:pPr>
            <a:endParaRPr lang="zh-CN" altLang="en-US" sz="1600"/>
          </a:p>
        </p:txBody>
      </p:sp>
      <p:graphicFrame>
        <p:nvGraphicFramePr>
          <p:cNvPr id="6" name="Chart 4">
            <a:extLst>
              <a:ext uri="{FF2B5EF4-FFF2-40B4-BE49-F238E27FC236}">
                <a16:creationId xmlns:a16="http://schemas.microsoft.com/office/drawing/2014/main" id="{7E6640A4-E097-772D-0870-66416C616CF6}"/>
              </a:ext>
            </a:extLst>
          </p:cNvPr>
          <p:cNvGraphicFramePr>
            <a:graphicFrameLocks/>
          </p:cNvGraphicFramePr>
          <p:nvPr/>
        </p:nvGraphicFramePr>
        <p:xfrm>
          <a:off x="1921862" y="1090103"/>
          <a:ext cx="8668358" cy="4875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5404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566C49-7606-9AB6-F7F4-914F2F513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2590F-9069-B844-B0EB-CD1F48569E00}"/>
              </a:ext>
            </a:extLst>
          </p:cNvPr>
          <p:cNvSpPr>
            <a:spLocks noGrp="1"/>
          </p:cNvSpPr>
          <p:nvPr>
            <p:ph type="title"/>
          </p:nvPr>
        </p:nvSpPr>
        <p:spPr/>
        <p:txBody>
          <a:bodyPr/>
          <a:lstStyle/>
          <a:p>
            <a:r>
              <a:rPr lang="en-US" altLang="zh-CN" sz="2000">
                <a:solidFill>
                  <a:schemeClr val="accent1">
                    <a:lumMod val="90000"/>
                    <a:lumOff val="10000"/>
                  </a:schemeClr>
                </a:solidFill>
                <a:cs typeface="Calibri" panose="020F0502020204030204" pitchFamily="34" charset="0"/>
              </a:rPr>
              <a:t>SYNCHRONIZE-CVOT Hong Kong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(cut-off date: 22 Apr 2024)</a:t>
            </a:r>
          </a:p>
        </p:txBody>
      </p:sp>
      <p:sp>
        <p:nvSpPr>
          <p:cNvPr id="4" name="Footer Placeholder 3">
            <a:extLst>
              <a:ext uri="{FF2B5EF4-FFF2-40B4-BE49-F238E27FC236}">
                <a16:creationId xmlns:a16="http://schemas.microsoft.com/office/drawing/2014/main" id="{92FA3752-472E-254A-67BB-59EE397E53CA}"/>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203B14D-F319-EC74-59E9-9701E4A7060D}"/>
              </a:ext>
            </a:extLst>
          </p:cNvPr>
          <p:cNvSpPr>
            <a:spLocks noGrp="1"/>
          </p:cNvSpPr>
          <p:nvPr>
            <p:ph type="sldNum" sz="quarter" idx="11"/>
          </p:nvPr>
        </p:nvSpPr>
        <p:spPr/>
        <p:txBody>
          <a:bodyPr/>
          <a:lstStyle/>
          <a:p>
            <a:fld id="{8FF9B0DE-3FEB-4AA0-B465-B80EF7C1333D}" type="slidenum">
              <a:rPr lang="en-US" smtClean="0"/>
              <a:pPr/>
              <a:t>24</a:t>
            </a:fld>
            <a:endParaRPr lang="en-US"/>
          </a:p>
        </p:txBody>
      </p:sp>
      <p:sp>
        <p:nvSpPr>
          <p:cNvPr id="7" name="文本框 6">
            <a:extLst>
              <a:ext uri="{FF2B5EF4-FFF2-40B4-BE49-F238E27FC236}">
                <a16:creationId xmlns:a16="http://schemas.microsoft.com/office/drawing/2014/main" id="{936CC464-2936-4DD6-50CA-1135D6936D6A}"/>
              </a:ext>
            </a:extLst>
          </p:cNvPr>
          <p:cNvSpPr txBox="1"/>
          <p:nvPr/>
        </p:nvSpPr>
        <p:spPr bwMode="gray">
          <a:xfrm>
            <a:off x="510517" y="835232"/>
            <a:ext cx="6909458" cy="25500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300"/>
              <a:t>HK Status: 5 screened, 3 randomized </a:t>
            </a:r>
            <a:r>
              <a:rPr lang="zh-CN" sz="1300"/>
              <a:t>​</a:t>
            </a:r>
            <a:endParaRPr lang="zh-CN" altLang="en-US"/>
          </a:p>
        </p:txBody>
      </p:sp>
      <p:graphicFrame>
        <p:nvGraphicFramePr>
          <p:cNvPr id="8" name="图表 7">
            <a:extLst>
              <a:ext uri="{FF2B5EF4-FFF2-40B4-BE49-F238E27FC236}">
                <a16:creationId xmlns:a16="http://schemas.microsoft.com/office/drawing/2014/main" id="{B33ADFC8-1761-A70E-66E4-C58283E8250D}"/>
              </a:ext>
            </a:extLst>
          </p:cNvPr>
          <p:cNvGraphicFramePr>
            <a:graphicFrameLocks/>
          </p:cNvGraphicFramePr>
          <p:nvPr/>
        </p:nvGraphicFramePr>
        <p:xfrm>
          <a:off x="945683" y="1090238"/>
          <a:ext cx="10300633" cy="516404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2506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566C49-7606-9AB6-F7F4-914F2F513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2590F-9069-B844-B0EB-CD1F48569E00}"/>
              </a:ext>
            </a:extLst>
          </p:cNvPr>
          <p:cNvSpPr>
            <a:spLocks noGrp="1"/>
          </p:cNvSpPr>
          <p:nvPr>
            <p:ph type="title"/>
          </p:nvPr>
        </p:nvSpPr>
        <p:spPr>
          <a:xfrm>
            <a:off x="479425" y="496900"/>
            <a:ext cx="11233151" cy="720000"/>
          </a:xfrm>
        </p:spPr>
        <p:txBody>
          <a:bodyPr/>
          <a:lstStyle/>
          <a:p>
            <a:r>
              <a:rPr lang="en-US" altLang="zh-CN" sz="2000">
                <a:solidFill>
                  <a:schemeClr val="accent1">
                    <a:lumMod val="90000"/>
                    <a:lumOff val="10000"/>
                  </a:schemeClr>
                </a:solidFill>
                <a:cs typeface="Calibri" panose="020F0502020204030204" pitchFamily="34" charset="0"/>
              </a:rPr>
              <a:t>SYNCHRONIZE-CVOT Taiwan enrollment</a:t>
            </a:r>
            <a:r>
              <a:rPr lang="zh-CN" altLang="en-US" sz="2000">
                <a:solidFill>
                  <a:schemeClr val="accent1">
                    <a:lumMod val="90000"/>
                    <a:lumOff val="10000"/>
                  </a:schemeClr>
                </a:solidFill>
                <a:cs typeface="Calibri" panose="020F0502020204030204" pitchFamily="34" charset="0"/>
              </a:rPr>
              <a:t> </a:t>
            </a:r>
            <a:r>
              <a:rPr lang="en-US" altLang="zh-CN" sz="2000">
                <a:solidFill>
                  <a:schemeClr val="accent1">
                    <a:lumMod val="90000"/>
                    <a:lumOff val="10000"/>
                  </a:schemeClr>
                </a:solidFill>
                <a:cs typeface="Calibri" panose="020F0502020204030204" pitchFamily="34" charset="0"/>
              </a:rPr>
              <a:t>plan </a:t>
            </a:r>
            <a:r>
              <a:rPr lang="en-US" sz="2000">
                <a:solidFill>
                  <a:schemeClr val="accent1">
                    <a:lumMod val="90000"/>
                    <a:lumOff val="10000"/>
                  </a:schemeClr>
                </a:solidFill>
                <a:cs typeface="Calibri" panose="020F0502020204030204" pitchFamily="34" charset="0"/>
              </a:rPr>
              <a:t>(cut-off date: 22-</a:t>
            </a:r>
            <a:r>
              <a:rPr lang="en-US" altLang="zh-CN" sz="2000">
                <a:solidFill>
                  <a:schemeClr val="accent1">
                    <a:lumMod val="90000"/>
                    <a:lumOff val="10000"/>
                  </a:schemeClr>
                </a:solidFill>
                <a:cs typeface="Calibri" panose="020F0502020204030204" pitchFamily="34" charset="0"/>
              </a:rPr>
              <a:t>Apr-</a:t>
            </a:r>
            <a:r>
              <a:rPr lang="en-US" sz="2000">
                <a:solidFill>
                  <a:schemeClr val="accent1">
                    <a:lumMod val="90000"/>
                    <a:lumOff val="10000"/>
                  </a:schemeClr>
                </a:solidFill>
                <a:cs typeface="Calibri" panose="020F0502020204030204" pitchFamily="34" charset="0"/>
              </a:rPr>
              <a:t>2024) </a:t>
            </a:r>
          </a:p>
          <a:p>
            <a:endParaRPr lang="en-US" altLang="zh-CN" sz="2000">
              <a:solidFill>
                <a:srgbClr val="08312A"/>
              </a:solidFill>
              <a:cs typeface="Calibri"/>
            </a:endParaRPr>
          </a:p>
        </p:txBody>
      </p:sp>
      <p:sp>
        <p:nvSpPr>
          <p:cNvPr id="4" name="Footer Placeholder 3">
            <a:extLst>
              <a:ext uri="{FF2B5EF4-FFF2-40B4-BE49-F238E27FC236}">
                <a16:creationId xmlns:a16="http://schemas.microsoft.com/office/drawing/2014/main" id="{92FA3752-472E-254A-67BB-59EE397E53CA}"/>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3203B14D-F319-EC74-59E9-9701E4A7060D}"/>
              </a:ext>
            </a:extLst>
          </p:cNvPr>
          <p:cNvSpPr>
            <a:spLocks noGrp="1"/>
          </p:cNvSpPr>
          <p:nvPr>
            <p:ph type="sldNum" sz="quarter" idx="11"/>
          </p:nvPr>
        </p:nvSpPr>
        <p:spPr/>
        <p:txBody>
          <a:bodyPr/>
          <a:lstStyle/>
          <a:p>
            <a:fld id="{8FF9B0DE-3FEB-4AA0-B465-B80EF7C1333D}" type="slidenum">
              <a:rPr lang="en-US" smtClean="0"/>
              <a:pPr/>
              <a:t>25</a:t>
            </a:fld>
            <a:endParaRPr lang="en-US"/>
          </a:p>
        </p:txBody>
      </p:sp>
      <p:sp>
        <p:nvSpPr>
          <p:cNvPr id="3" name="文本框 2">
            <a:extLst>
              <a:ext uri="{FF2B5EF4-FFF2-40B4-BE49-F238E27FC236}">
                <a16:creationId xmlns:a16="http://schemas.microsoft.com/office/drawing/2014/main" id="{60926C6F-AF9A-BDA3-EEEE-233D6828BE2A}"/>
              </a:ext>
            </a:extLst>
          </p:cNvPr>
          <p:cNvSpPr txBox="1"/>
          <p:nvPr/>
        </p:nvSpPr>
        <p:spPr bwMode="gray">
          <a:xfrm>
            <a:off x="479424" y="856900"/>
            <a:ext cx="8771108"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altLang="zh-TW" sz="1400"/>
              <a:t>Taiwan status: 9 screened; 5 randomized; 1 screen failure</a:t>
            </a:r>
          </a:p>
        </p:txBody>
      </p:sp>
      <p:graphicFrame>
        <p:nvGraphicFramePr>
          <p:cNvPr id="8" name="Chart 6">
            <a:extLst>
              <a:ext uri="{FF2B5EF4-FFF2-40B4-BE49-F238E27FC236}">
                <a16:creationId xmlns:a16="http://schemas.microsoft.com/office/drawing/2014/main" id="{73207099-613B-4188-B37D-91BA5B30A0AB}"/>
              </a:ext>
            </a:extLst>
          </p:cNvPr>
          <p:cNvGraphicFramePr>
            <a:graphicFrameLocks/>
          </p:cNvGraphicFramePr>
          <p:nvPr/>
        </p:nvGraphicFramePr>
        <p:xfrm>
          <a:off x="802855" y="1181457"/>
          <a:ext cx="10765737" cy="542904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08949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568A514A-C86E-6D7A-AF8A-666BDE98FF11}"/>
              </a:ext>
            </a:extLst>
          </p:cNvPr>
          <p:cNvSpPr>
            <a:spLocks noGrp="1"/>
          </p:cNvSpPr>
          <p:nvPr>
            <p:ph type="title"/>
          </p:nvPr>
        </p:nvSpPr>
        <p:spPr/>
        <p:txBody>
          <a:bodyPr/>
          <a:lstStyle/>
          <a:p>
            <a:r>
              <a:rPr lang="en-US" altLang="zh-CN" sz="2000">
                <a:solidFill>
                  <a:schemeClr val="accent1">
                    <a:lumMod val="90000"/>
                    <a:lumOff val="10000"/>
                  </a:schemeClr>
                </a:solidFill>
                <a:cs typeface="Calibri" panose="020F0502020204030204" pitchFamily="34" charset="0"/>
              </a:rPr>
              <a:t>Intensive Competing Environment for CWM in China Market </a:t>
            </a:r>
          </a:p>
        </p:txBody>
      </p:sp>
      <p:sp>
        <p:nvSpPr>
          <p:cNvPr id="2" name="灯片编号占位符 2">
            <a:extLst>
              <a:ext uri="{FF2B5EF4-FFF2-40B4-BE49-F238E27FC236}">
                <a16:creationId xmlns:a16="http://schemas.microsoft.com/office/drawing/2014/main" id="{3E12A310-37ED-D28F-8EFC-0CB78FD24EBA}"/>
              </a:ext>
            </a:extLst>
          </p:cNvPr>
          <p:cNvSpPr>
            <a:spLocks noGrp="1"/>
          </p:cNvSpPr>
          <p:nvPr>
            <p:ph type="sldNum" sz="quarter" idx="11"/>
          </p:nvPr>
        </p:nvSpPr>
        <p:spPr/>
        <p:txBody>
          <a:bodyPr/>
          <a:lstStyle/>
          <a:p>
            <a:fld id="{143B55C4-4F5A-416B-997D-6CE47EB0A945}" type="slidenum">
              <a:rPr lang="en-GB" smtClean="0"/>
              <a:pPr/>
              <a:t>26</a:t>
            </a:fld>
            <a:endParaRPr lang="en-GB"/>
          </a:p>
        </p:txBody>
      </p:sp>
      <p:sp>
        <p:nvSpPr>
          <p:cNvPr id="11" name="矩形 10">
            <a:extLst>
              <a:ext uri="{FF2B5EF4-FFF2-40B4-BE49-F238E27FC236}">
                <a16:creationId xmlns:a16="http://schemas.microsoft.com/office/drawing/2014/main" id="{E2F8160A-148E-73E5-9E09-85762B5B7F40}"/>
              </a:ext>
            </a:extLst>
          </p:cNvPr>
          <p:cNvSpPr/>
          <p:nvPr/>
        </p:nvSpPr>
        <p:spPr>
          <a:xfrm>
            <a:off x="9421585" y="4835074"/>
            <a:ext cx="1180617" cy="1584552"/>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7">
              <a:defRPr/>
            </a:pPr>
            <a:endParaRPr lang="zh-CN" altLang="en-US" sz="1400" err="1">
              <a:solidFill>
                <a:srgbClr val="000000"/>
              </a:solidFill>
              <a:latin typeface="BISansOpti"/>
            </a:endParaRPr>
          </a:p>
        </p:txBody>
      </p:sp>
      <p:grpSp>
        <p:nvGrpSpPr>
          <p:cNvPr id="12" name="组合 11">
            <a:extLst>
              <a:ext uri="{FF2B5EF4-FFF2-40B4-BE49-F238E27FC236}">
                <a16:creationId xmlns:a16="http://schemas.microsoft.com/office/drawing/2014/main" id="{353EC338-1517-DC7B-875F-15F0FAD81781}"/>
              </a:ext>
            </a:extLst>
          </p:cNvPr>
          <p:cNvGrpSpPr/>
          <p:nvPr/>
        </p:nvGrpSpPr>
        <p:grpSpPr>
          <a:xfrm>
            <a:off x="111248" y="1203632"/>
            <a:ext cx="1325633" cy="3358952"/>
            <a:chOff x="243840" y="1171273"/>
            <a:chExt cx="1325633" cy="3183141"/>
          </a:xfrm>
        </p:grpSpPr>
        <p:sp>
          <p:nvSpPr>
            <p:cNvPr id="17" name="矩形 16">
              <a:extLst>
                <a:ext uri="{FF2B5EF4-FFF2-40B4-BE49-F238E27FC236}">
                  <a16:creationId xmlns:a16="http://schemas.microsoft.com/office/drawing/2014/main" id="{F3104E89-BF55-7CD1-223C-173872A81C70}"/>
                </a:ext>
              </a:extLst>
            </p:cNvPr>
            <p:cNvSpPr/>
            <p:nvPr/>
          </p:nvSpPr>
          <p:spPr>
            <a:xfrm>
              <a:off x="243840" y="1313144"/>
              <a:ext cx="1312391" cy="3041270"/>
            </a:xfrm>
            <a:prstGeom prst="rect">
              <a:avLst/>
            </a:prstGeom>
            <a:solidFill>
              <a:schemeClr val="accent5">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7">
                <a:defRPr/>
              </a:pPr>
              <a:endParaRPr lang="zh-CN" altLang="en-US" sz="1400" err="1">
                <a:solidFill>
                  <a:srgbClr val="000000"/>
                </a:solidFill>
                <a:latin typeface="BISansOpti"/>
              </a:endParaRPr>
            </a:p>
          </p:txBody>
        </p:sp>
        <p:cxnSp>
          <p:nvCxnSpPr>
            <p:cNvPr id="18" name="Straight Connector 148">
              <a:extLst>
                <a:ext uri="{FF2B5EF4-FFF2-40B4-BE49-F238E27FC236}">
                  <a16:creationId xmlns:a16="http://schemas.microsoft.com/office/drawing/2014/main" id="{16081060-32B4-94F5-5F60-983ADC8BFBA3}"/>
                </a:ext>
              </a:extLst>
            </p:cNvPr>
            <p:cNvCxnSpPr>
              <a:cxnSpLocks/>
            </p:cNvCxnSpPr>
            <p:nvPr/>
          </p:nvCxnSpPr>
          <p:spPr>
            <a:xfrm>
              <a:off x="1569473" y="1171273"/>
              <a:ext cx="0" cy="3183140"/>
            </a:xfrm>
            <a:prstGeom prst="line">
              <a:avLst/>
            </a:prstGeom>
            <a:noFill/>
            <a:ln w="22225" cap="flat" cmpd="sng" algn="ctr">
              <a:solidFill>
                <a:srgbClr val="FFFFFF">
                  <a:lumMod val="65000"/>
                </a:srgbClr>
              </a:solidFill>
              <a:prstDash val="dash"/>
              <a:miter lim="800000"/>
            </a:ln>
            <a:effectLst/>
          </p:spPr>
        </p:cxnSp>
      </p:grpSp>
      <p:graphicFrame>
        <p:nvGraphicFramePr>
          <p:cNvPr id="19" name="Table 6">
            <a:extLst>
              <a:ext uri="{FF2B5EF4-FFF2-40B4-BE49-F238E27FC236}">
                <a16:creationId xmlns:a16="http://schemas.microsoft.com/office/drawing/2014/main" id="{4B6C7F6C-72A4-D681-B476-CB37096789E9}"/>
              </a:ext>
            </a:extLst>
          </p:cNvPr>
          <p:cNvGraphicFramePr>
            <a:graphicFrameLocks noGrp="1"/>
          </p:cNvGraphicFramePr>
          <p:nvPr/>
        </p:nvGraphicFramePr>
        <p:xfrm>
          <a:off x="111247" y="1040700"/>
          <a:ext cx="11885715" cy="320040"/>
        </p:xfrm>
        <a:graphic>
          <a:graphicData uri="http://schemas.openxmlformats.org/drawingml/2006/table">
            <a:tbl>
              <a:tblPr firstRow="1" bandRow="1">
                <a:tableStyleId>{5C22544A-7EE6-4342-B048-85BDC9FD1C3A}</a:tableStyleId>
              </a:tblPr>
              <a:tblGrid>
                <a:gridCol w="1320635">
                  <a:extLst>
                    <a:ext uri="{9D8B030D-6E8A-4147-A177-3AD203B41FA5}">
                      <a16:colId xmlns:a16="http://schemas.microsoft.com/office/drawing/2014/main" val="1356304538"/>
                    </a:ext>
                  </a:extLst>
                </a:gridCol>
                <a:gridCol w="1320635">
                  <a:extLst>
                    <a:ext uri="{9D8B030D-6E8A-4147-A177-3AD203B41FA5}">
                      <a16:colId xmlns:a16="http://schemas.microsoft.com/office/drawing/2014/main" val="1936189411"/>
                    </a:ext>
                  </a:extLst>
                </a:gridCol>
                <a:gridCol w="1320635">
                  <a:extLst>
                    <a:ext uri="{9D8B030D-6E8A-4147-A177-3AD203B41FA5}">
                      <a16:colId xmlns:a16="http://schemas.microsoft.com/office/drawing/2014/main" val="3950552739"/>
                    </a:ext>
                  </a:extLst>
                </a:gridCol>
                <a:gridCol w="1320635">
                  <a:extLst>
                    <a:ext uri="{9D8B030D-6E8A-4147-A177-3AD203B41FA5}">
                      <a16:colId xmlns:a16="http://schemas.microsoft.com/office/drawing/2014/main" val="3917695060"/>
                    </a:ext>
                  </a:extLst>
                </a:gridCol>
                <a:gridCol w="1320635">
                  <a:extLst>
                    <a:ext uri="{9D8B030D-6E8A-4147-A177-3AD203B41FA5}">
                      <a16:colId xmlns:a16="http://schemas.microsoft.com/office/drawing/2014/main" val="879401315"/>
                    </a:ext>
                  </a:extLst>
                </a:gridCol>
                <a:gridCol w="1320635">
                  <a:extLst>
                    <a:ext uri="{9D8B030D-6E8A-4147-A177-3AD203B41FA5}">
                      <a16:colId xmlns:a16="http://schemas.microsoft.com/office/drawing/2014/main" val="2385344088"/>
                    </a:ext>
                  </a:extLst>
                </a:gridCol>
                <a:gridCol w="1320635">
                  <a:extLst>
                    <a:ext uri="{9D8B030D-6E8A-4147-A177-3AD203B41FA5}">
                      <a16:colId xmlns:a16="http://schemas.microsoft.com/office/drawing/2014/main" val="63752466"/>
                    </a:ext>
                  </a:extLst>
                </a:gridCol>
                <a:gridCol w="1320635">
                  <a:extLst>
                    <a:ext uri="{9D8B030D-6E8A-4147-A177-3AD203B41FA5}">
                      <a16:colId xmlns:a16="http://schemas.microsoft.com/office/drawing/2014/main" val="3645023865"/>
                    </a:ext>
                  </a:extLst>
                </a:gridCol>
                <a:gridCol w="1320635">
                  <a:extLst>
                    <a:ext uri="{9D8B030D-6E8A-4147-A177-3AD203B41FA5}">
                      <a16:colId xmlns:a16="http://schemas.microsoft.com/office/drawing/2014/main" val="3350497669"/>
                    </a:ext>
                  </a:extLst>
                </a:gridCol>
              </a:tblGrid>
              <a:tr h="314960">
                <a:tc>
                  <a:txBody>
                    <a:bodyPr/>
                    <a:lstStyle/>
                    <a:p>
                      <a:pPr algn="ctr"/>
                      <a:r>
                        <a:rPr lang="en-GB" sz="1500"/>
                        <a:t>2023</a:t>
                      </a:r>
                    </a:p>
                  </a:txBody>
                  <a:tcPr>
                    <a:solidFill>
                      <a:schemeClr val="accent1"/>
                    </a:solidFill>
                  </a:tcPr>
                </a:tc>
                <a:tc>
                  <a:txBody>
                    <a:bodyPr/>
                    <a:lstStyle/>
                    <a:p>
                      <a:pPr algn="ctr"/>
                      <a:r>
                        <a:rPr lang="en-GB" sz="1500"/>
                        <a:t>2024</a:t>
                      </a:r>
                    </a:p>
                  </a:txBody>
                  <a:tcPr>
                    <a:solidFill>
                      <a:schemeClr val="accent1"/>
                    </a:solidFill>
                  </a:tcPr>
                </a:tc>
                <a:tc>
                  <a:txBody>
                    <a:bodyPr/>
                    <a:lstStyle/>
                    <a:p>
                      <a:pPr algn="ctr"/>
                      <a:r>
                        <a:rPr lang="en-GB" sz="1500"/>
                        <a:t>2025</a:t>
                      </a:r>
                    </a:p>
                  </a:txBody>
                  <a:tcPr>
                    <a:solidFill>
                      <a:schemeClr val="accent1"/>
                    </a:solidFill>
                  </a:tcPr>
                </a:tc>
                <a:tc>
                  <a:txBody>
                    <a:bodyPr/>
                    <a:lstStyle/>
                    <a:p>
                      <a:pPr algn="ctr"/>
                      <a:r>
                        <a:rPr lang="en-GB" sz="1500"/>
                        <a:t>2026</a:t>
                      </a:r>
                    </a:p>
                  </a:txBody>
                  <a:tcPr>
                    <a:solidFill>
                      <a:schemeClr val="accent1"/>
                    </a:solidFill>
                  </a:tcPr>
                </a:tc>
                <a:tc>
                  <a:txBody>
                    <a:bodyPr/>
                    <a:lstStyle/>
                    <a:p>
                      <a:pPr algn="ctr"/>
                      <a:r>
                        <a:rPr lang="en-GB" sz="1500"/>
                        <a:t>2027</a:t>
                      </a:r>
                    </a:p>
                  </a:txBody>
                  <a:tcPr>
                    <a:solidFill>
                      <a:schemeClr val="accent1"/>
                    </a:solidFill>
                  </a:tcPr>
                </a:tc>
                <a:tc>
                  <a:txBody>
                    <a:bodyPr/>
                    <a:lstStyle/>
                    <a:p>
                      <a:pPr algn="ctr"/>
                      <a:r>
                        <a:rPr lang="en-GB" sz="1500"/>
                        <a:t>2028</a:t>
                      </a:r>
                    </a:p>
                  </a:txBody>
                  <a:tcPr anchor="ctr">
                    <a:solidFill>
                      <a:schemeClr val="accent1"/>
                    </a:solidFill>
                  </a:tcPr>
                </a:tc>
                <a:tc>
                  <a:txBody>
                    <a:bodyPr/>
                    <a:lstStyle/>
                    <a:p>
                      <a:pPr algn="ctr"/>
                      <a:r>
                        <a:rPr lang="en-GB" sz="1500"/>
                        <a:t>2029</a:t>
                      </a:r>
                    </a:p>
                  </a:txBody>
                  <a:tcPr>
                    <a:solidFill>
                      <a:schemeClr val="accent1"/>
                    </a:solidFill>
                  </a:tcPr>
                </a:tc>
                <a:tc>
                  <a:txBody>
                    <a:bodyPr/>
                    <a:lstStyle/>
                    <a:p>
                      <a:pPr algn="ctr"/>
                      <a:r>
                        <a:rPr lang="en-GB" sz="1500"/>
                        <a:t>2030</a:t>
                      </a:r>
                    </a:p>
                  </a:txBody>
                  <a:tcPr>
                    <a:solidFill>
                      <a:schemeClr val="accent1"/>
                    </a:solidFill>
                  </a:tcPr>
                </a:tc>
                <a:tc>
                  <a:txBody>
                    <a:bodyPr/>
                    <a:lstStyle/>
                    <a:p>
                      <a:pPr algn="ctr"/>
                      <a:r>
                        <a:rPr lang="en-GB" sz="1500"/>
                        <a:t>Later</a:t>
                      </a:r>
                    </a:p>
                  </a:txBody>
                  <a:tcPr>
                    <a:solidFill>
                      <a:schemeClr val="accent1"/>
                    </a:solidFill>
                  </a:tcPr>
                </a:tc>
                <a:extLst>
                  <a:ext uri="{0D108BD9-81ED-4DB2-BD59-A6C34878D82A}">
                    <a16:rowId xmlns:a16="http://schemas.microsoft.com/office/drawing/2014/main" val="2474337731"/>
                  </a:ext>
                </a:extLst>
              </a:tr>
            </a:tbl>
          </a:graphicData>
        </a:graphic>
      </p:graphicFrame>
      <p:grpSp>
        <p:nvGrpSpPr>
          <p:cNvPr id="28" name="组合 27">
            <a:extLst>
              <a:ext uri="{FF2B5EF4-FFF2-40B4-BE49-F238E27FC236}">
                <a16:creationId xmlns:a16="http://schemas.microsoft.com/office/drawing/2014/main" id="{328E0A61-8C6C-3205-A308-D22F4A5C063D}"/>
              </a:ext>
            </a:extLst>
          </p:cNvPr>
          <p:cNvGrpSpPr/>
          <p:nvPr/>
        </p:nvGrpSpPr>
        <p:grpSpPr>
          <a:xfrm>
            <a:off x="267269" y="2611204"/>
            <a:ext cx="936000" cy="540000"/>
            <a:chOff x="727758" y="3219875"/>
            <a:chExt cx="936000" cy="540000"/>
          </a:xfrm>
        </p:grpSpPr>
        <p:sp>
          <p:nvSpPr>
            <p:cNvPr id="29" name="TextBox 100">
              <a:extLst>
                <a:ext uri="{FF2B5EF4-FFF2-40B4-BE49-F238E27FC236}">
                  <a16:creationId xmlns:a16="http://schemas.microsoft.com/office/drawing/2014/main" id="{9AD3B14F-21AC-E4BC-221C-5008D6553477}"/>
                </a:ext>
              </a:extLst>
            </p:cNvPr>
            <p:cNvSpPr>
              <a:spLocks noChangeArrowheads="1"/>
            </p:cNvSpPr>
            <p:nvPr/>
          </p:nvSpPr>
          <p:spPr bwMode="auto">
            <a:xfrm>
              <a:off x="727758" y="3219875"/>
              <a:ext cx="936000" cy="540000"/>
            </a:xfrm>
            <a:prstGeom prst="roundRect">
              <a:avLst>
                <a:gd name="adj" fmla="val 16667"/>
              </a:avLst>
            </a:prstGeom>
            <a:solidFill>
              <a:schemeClr val="bg1">
                <a:lumMod val="95000"/>
              </a:schemeClr>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Orlistat</a:t>
              </a:r>
            </a:p>
            <a:p>
              <a:pPr algn="ctr" defTabSz="914230">
                <a:defRPr/>
              </a:pPr>
              <a:r>
                <a:rPr lang="en-US" sz="900" i="1" kern="0">
                  <a:solidFill>
                    <a:srgbClr val="004259"/>
                  </a:solidFill>
                  <a:latin typeface="Calibri" panose="020F0502020204030204" pitchFamily="34" charset="0"/>
                </a:rPr>
                <a:t>(Roche)</a:t>
              </a:r>
            </a:p>
            <a:p>
              <a:pPr algn="ctr" defTabSz="914230">
                <a:defRPr/>
              </a:pPr>
              <a:r>
                <a:rPr lang="en-US" sz="900" kern="0">
                  <a:solidFill>
                    <a:srgbClr val="004259"/>
                  </a:solidFill>
                  <a:latin typeface="Calibri" panose="020F0502020204030204" pitchFamily="34" charset="0"/>
                </a:rPr>
                <a:t>Lipase inhibitor</a:t>
              </a:r>
            </a:p>
          </p:txBody>
        </p:sp>
        <p:pic>
          <p:nvPicPr>
            <p:cNvPr id="35" name="Picture 132">
              <a:extLst>
                <a:ext uri="{FF2B5EF4-FFF2-40B4-BE49-F238E27FC236}">
                  <a16:creationId xmlns:a16="http://schemas.microsoft.com/office/drawing/2014/main" id="{C4CCAB54-4307-5B2F-A809-07E69F366FD6}"/>
                </a:ext>
              </a:extLst>
            </p:cNvPr>
            <p:cNvPicPr>
              <a:picLocks noChangeAspect="1"/>
            </p:cNvPicPr>
            <p:nvPr/>
          </p:nvPicPr>
          <p:blipFill>
            <a:blip r:embed="rId3" cstate="print"/>
            <a:stretch>
              <a:fillRect/>
            </a:stretch>
          </p:blipFill>
          <p:spPr>
            <a:xfrm>
              <a:off x="751728" y="3262701"/>
              <a:ext cx="156059" cy="205660"/>
            </a:xfrm>
            <a:prstGeom prst="rect">
              <a:avLst/>
            </a:prstGeom>
            <a:noFill/>
          </p:spPr>
        </p:pic>
      </p:grpSp>
      <p:grpSp>
        <p:nvGrpSpPr>
          <p:cNvPr id="39" name="组合 38">
            <a:extLst>
              <a:ext uri="{FF2B5EF4-FFF2-40B4-BE49-F238E27FC236}">
                <a16:creationId xmlns:a16="http://schemas.microsoft.com/office/drawing/2014/main" id="{EAC82740-A7A0-CC90-A7A3-9CD8EAA52571}"/>
              </a:ext>
            </a:extLst>
          </p:cNvPr>
          <p:cNvGrpSpPr/>
          <p:nvPr/>
        </p:nvGrpSpPr>
        <p:grpSpPr>
          <a:xfrm>
            <a:off x="240268" y="1370989"/>
            <a:ext cx="962899" cy="569979"/>
            <a:chOff x="700859" y="1930399"/>
            <a:chExt cx="962899" cy="569979"/>
          </a:xfrm>
        </p:grpSpPr>
        <p:sp>
          <p:nvSpPr>
            <p:cNvPr id="40" name="TextBox 100">
              <a:extLst>
                <a:ext uri="{FF2B5EF4-FFF2-40B4-BE49-F238E27FC236}">
                  <a16:creationId xmlns:a16="http://schemas.microsoft.com/office/drawing/2014/main" id="{071D8463-4E10-BBE8-24E9-9E1D05C1A19D}"/>
                </a:ext>
              </a:extLst>
            </p:cNvPr>
            <p:cNvSpPr>
              <a:spLocks noChangeArrowheads="1"/>
            </p:cNvSpPr>
            <p:nvPr/>
          </p:nvSpPr>
          <p:spPr bwMode="auto">
            <a:xfrm>
              <a:off x="727758" y="1960378"/>
              <a:ext cx="936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Beinaglutide </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Benemae</a:t>
              </a:r>
              <a:r>
                <a:rPr lang="en-US" sz="900" i="1" kern="0">
                  <a:solidFill>
                    <a:srgbClr val="004259"/>
                  </a:solidFill>
                  <a:latin typeface="Calibri" panose="020F0502020204030204" pitchFamily="34" charset="0"/>
                </a:rPr>
                <a:t> Pharma)</a:t>
              </a:r>
            </a:p>
          </p:txBody>
        </p:sp>
        <p:pic>
          <p:nvPicPr>
            <p:cNvPr id="41" name="Picture 146">
              <a:extLst>
                <a:ext uri="{FF2B5EF4-FFF2-40B4-BE49-F238E27FC236}">
                  <a16:creationId xmlns:a16="http://schemas.microsoft.com/office/drawing/2014/main" id="{2C71CB4C-B484-2202-7B10-BD3C9313187D}"/>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700859" y="1930399"/>
              <a:ext cx="257797" cy="303489"/>
            </a:xfrm>
            <a:prstGeom prst="rect">
              <a:avLst/>
            </a:prstGeom>
          </p:spPr>
        </p:pic>
      </p:grpSp>
      <p:grpSp>
        <p:nvGrpSpPr>
          <p:cNvPr id="42" name="组合 41">
            <a:extLst>
              <a:ext uri="{FF2B5EF4-FFF2-40B4-BE49-F238E27FC236}">
                <a16:creationId xmlns:a16="http://schemas.microsoft.com/office/drawing/2014/main" id="{41A72789-24D5-7E89-DAE2-20CD9568BDA9}"/>
              </a:ext>
            </a:extLst>
          </p:cNvPr>
          <p:cNvGrpSpPr/>
          <p:nvPr/>
        </p:nvGrpSpPr>
        <p:grpSpPr>
          <a:xfrm>
            <a:off x="225225" y="1984103"/>
            <a:ext cx="962899" cy="581079"/>
            <a:chOff x="700859" y="2549048"/>
            <a:chExt cx="962899" cy="581078"/>
          </a:xfrm>
        </p:grpSpPr>
        <p:sp>
          <p:nvSpPr>
            <p:cNvPr id="43" name="TextBox 100">
              <a:extLst>
                <a:ext uri="{FF2B5EF4-FFF2-40B4-BE49-F238E27FC236}">
                  <a16:creationId xmlns:a16="http://schemas.microsoft.com/office/drawing/2014/main" id="{29C91F4C-A0B6-386C-3603-FEC3771B0E62}"/>
                </a:ext>
              </a:extLst>
            </p:cNvPr>
            <p:cNvSpPr>
              <a:spLocks noChangeArrowheads="1"/>
            </p:cNvSpPr>
            <p:nvPr/>
          </p:nvSpPr>
          <p:spPr bwMode="auto">
            <a:xfrm>
              <a:off x="727758" y="2590126"/>
              <a:ext cx="936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Liraglutide Gx </a:t>
              </a:r>
            </a:p>
            <a:p>
              <a:pPr algn="ctr" defTabSz="914230">
                <a:defRPr/>
              </a:pPr>
              <a:r>
                <a:rPr lang="en-US" sz="900" i="1" kern="0">
                  <a:solidFill>
                    <a:srgbClr val="004259"/>
                  </a:solidFill>
                  <a:latin typeface="Calibri" panose="020F0502020204030204" pitchFamily="34" charset="0"/>
                </a:rPr>
                <a:t>(Huadong)</a:t>
              </a:r>
            </a:p>
          </p:txBody>
        </p:sp>
        <p:pic>
          <p:nvPicPr>
            <p:cNvPr id="44" name="Picture 146">
              <a:extLst>
                <a:ext uri="{FF2B5EF4-FFF2-40B4-BE49-F238E27FC236}">
                  <a16:creationId xmlns:a16="http://schemas.microsoft.com/office/drawing/2014/main" id="{C6BAD845-7806-8F97-F1F1-A5F5D1C4A4BC}"/>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700859" y="2549048"/>
              <a:ext cx="257797" cy="303489"/>
            </a:xfrm>
            <a:prstGeom prst="rect">
              <a:avLst/>
            </a:prstGeom>
          </p:spPr>
        </p:pic>
      </p:grpSp>
      <p:grpSp>
        <p:nvGrpSpPr>
          <p:cNvPr id="45" name="组合 44">
            <a:extLst>
              <a:ext uri="{FF2B5EF4-FFF2-40B4-BE49-F238E27FC236}">
                <a16:creationId xmlns:a16="http://schemas.microsoft.com/office/drawing/2014/main" id="{0D949613-E9DE-48A6-3F62-A46CC133F4AE}"/>
              </a:ext>
            </a:extLst>
          </p:cNvPr>
          <p:cNvGrpSpPr/>
          <p:nvPr/>
        </p:nvGrpSpPr>
        <p:grpSpPr>
          <a:xfrm>
            <a:off x="1486519" y="1369115"/>
            <a:ext cx="1208243" cy="573727"/>
            <a:chOff x="2168442" y="2019058"/>
            <a:chExt cx="1208242" cy="573726"/>
          </a:xfrm>
        </p:grpSpPr>
        <p:sp>
          <p:nvSpPr>
            <p:cNvPr id="46" name="TextBox 100">
              <a:extLst>
                <a:ext uri="{FF2B5EF4-FFF2-40B4-BE49-F238E27FC236}">
                  <a16:creationId xmlns:a16="http://schemas.microsoft.com/office/drawing/2014/main" id="{80F9ED2F-A702-2769-F36A-94D151B8762A}"/>
                </a:ext>
              </a:extLst>
            </p:cNvPr>
            <p:cNvSpPr>
              <a:spLocks noChangeArrowheads="1"/>
            </p:cNvSpPr>
            <p:nvPr/>
          </p:nvSpPr>
          <p:spPr bwMode="auto">
            <a:xfrm>
              <a:off x="2188684" y="2052784"/>
              <a:ext cx="1188000" cy="540000"/>
            </a:xfrm>
            <a:prstGeom prst="roundRect">
              <a:avLst>
                <a:gd name="adj" fmla="val 16667"/>
              </a:avLst>
            </a:prstGeom>
            <a:solidFill>
              <a:srgbClr val="C6D9F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Tirzepatide</a:t>
              </a:r>
              <a:r>
                <a:rPr lang="en-US" sz="900" b="1" kern="0">
                  <a:solidFill>
                    <a:srgbClr val="004259"/>
                  </a:solidFill>
                  <a:latin typeface="Calibri" panose="020F0502020204030204" pitchFamily="34" charset="0"/>
                </a:rPr>
                <a:t> </a:t>
              </a:r>
            </a:p>
            <a:p>
              <a:pPr algn="ctr" defTabSz="914230">
                <a:defRPr/>
              </a:pPr>
              <a:r>
                <a:rPr lang="en-US" sz="900" i="1" kern="0">
                  <a:solidFill>
                    <a:srgbClr val="004259"/>
                  </a:solidFill>
                  <a:latin typeface="Calibri" panose="020F0502020204030204" pitchFamily="34" charset="0"/>
                </a:rPr>
                <a:t>(Eli Lilly)</a:t>
              </a:r>
            </a:p>
            <a:p>
              <a:pPr algn="ctr" defTabSz="914230">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GIPa</a:t>
              </a:r>
              <a:endParaRPr lang="en-US" sz="900" kern="0">
                <a:solidFill>
                  <a:srgbClr val="004259"/>
                </a:solidFill>
                <a:latin typeface="Calibri" panose="020F0502020204030204" pitchFamily="34" charset="0"/>
              </a:endParaRPr>
            </a:p>
          </p:txBody>
        </p:sp>
        <p:sp>
          <p:nvSpPr>
            <p:cNvPr id="47" name="Oval 105">
              <a:extLst>
                <a:ext uri="{FF2B5EF4-FFF2-40B4-BE49-F238E27FC236}">
                  <a16:creationId xmlns:a16="http://schemas.microsoft.com/office/drawing/2014/main" id="{9183A650-C6FE-8354-8C7B-4E2291D6B0F7}"/>
                </a:ext>
              </a:extLst>
            </p:cNvPr>
            <p:cNvSpPr/>
            <p:nvPr/>
          </p:nvSpPr>
          <p:spPr>
            <a:xfrm>
              <a:off x="3160368" y="2373592"/>
              <a:ext cx="197087" cy="210037"/>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Q3</a:t>
              </a:r>
            </a:p>
          </p:txBody>
        </p:sp>
        <p:pic>
          <p:nvPicPr>
            <p:cNvPr id="48" name="Picture 146">
              <a:extLst>
                <a:ext uri="{FF2B5EF4-FFF2-40B4-BE49-F238E27FC236}">
                  <a16:creationId xmlns:a16="http://schemas.microsoft.com/office/drawing/2014/main" id="{58E8411A-7760-8E94-9C32-CF3CA4C0526C}"/>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2168442" y="2019058"/>
              <a:ext cx="257797" cy="303489"/>
            </a:xfrm>
            <a:prstGeom prst="rect">
              <a:avLst/>
            </a:prstGeom>
          </p:spPr>
        </p:pic>
      </p:grpSp>
      <p:grpSp>
        <p:nvGrpSpPr>
          <p:cNvPr id="49" name="组合 48">
            <a:extLst>
              <a:ext uri="{FF2B5EF4-FFF2-40B4-BE49-F238E27FC236}">
                <a16:creationId xmlns:a16="http://schemas.microsoft.com/office/drawing/2014/main" id="{3300170B-050B-09D0-277E-EB4B96E29E45}"/>
              </a:ext>
            </a:extLst>
          </p:cNvPr>
          <p:cNvGrpSpPr/>
          <p:nvPr/>
        </p:nvGrpSpPr>
        <p:grpSpPr>
          <a:xfrm>
            <a:off x="1476316" y="2004643"/>
            <a:ext cx="1218445" cy="540000"/>
            <a:chOff x="2168442" y="2617434"/>
            <a:chExt cx="1218445" cy="540000"/>
          </a:xfrm>
        </p:grpSpPr>
        <p:sp>
          <p:nvSpPr>
            <p:cNvPr id="50" name="TextBox 100">
              <a:extLst>
                <a:ext uri="{FF2B5EF4-FFF2-40B4-BE49-F238E27FC236}">
                  <a16:creationId xmlns:a16="http://schemas.microsoft.com/office/drawing/2014/main" id="{AF74974F-4539-A6E1-B978-F5032423AD32}"/>
                </a:ext>
              </a:extLst>
            </p:cNvPr>
            <p:cNvSpPr>
              <a:spLocks noChangeArrowheads="1"/>
            </p:cNvSpPr>
            <p:nvPr/>
          </p:nvSpPr>
          <p:spPr bwMode="auto">
            <a:xfrm>
              <a:off x="2198887" y="2617434"/>
              <a:ext cx="1188000" cy="540000"/>
            </a:xfrm>
            <a:prstGeom prst="roundRect">
              <a:avLst>
                <a:gd name="adj" fmla="val 16667"/>
              </a:avLst>
            </a:prstGeom>
            <a:solidFill>
              <a:srgbClr val="71A120">
                <a:lumMod val="20000"/>
                <a:lumOff val="80000"/>
              </a:srgbClr>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Semaglutide</a:t>
              </a:r>
              <a:r>
                <a:rPr lang="en-US" sz="900" b="1" kern="0">
                  <a:solidFill>
                    <a:srgbClr val="004259"/>
                  </a:solidFill>
                  <a:latin typeface="Calibri" panose="020F0502020204030204" pitchFamily="34" charset="0"/>
                </a:rPr>
                <a:t> </a:t>
              </a:r>
            </a:p>
            <a:p>
              <a:pPr algn="ctr" defTabSz="914230">
                <a:defRPr/>
              </a:pPr>
              <a:r>
                <a:rPr lang="en-US" sz="900" b="1" kern="0">
                  <a:solidFill>
                    <a:srgbClr val="004259"/>
                  </a:solidFill>
                  <a:latin typeface="Calibri" panose="020F0502020204030204" pitchFamily="34" charset="0"/>
                </a:rPr>
                <a:t>(SC) </a:t>
              </a:r>
            </a:p>
            <a:p>
              <a:pPr algn="ctr" defTabSz="914230">
                <a:defRPr/>
              </a:pPr>
              <a:r>
                <a:rPr lang="en-US" sz="900" i="1" kern="0">
                  <a:solidFill>
                    <a:srgbClr val="004259"/>
                  </a:solidFill>
                  <a:latin typeface="Calibri" panose="020F0502020204030204" pitchFamily="34" charset="0"/>
                </a:rPr>
                <a:t>(Novo Nordisk)</a:t>
              </a:r>
            </a:p>
          </p:txBody>
        </p:sp>
        <p:sp>
          <p:nvSpPr>
            <p:cNvPr id="52" name="Oval 137">
              <a:extLst>
                <a:ext uri="{FF2B5EF4-FFF2-40B4-BE49-F238E27FC236}">
                  <a16:creationId xmlns:a16="http://schemas.microsoft.com/office/drawing/2014/main" id="{E463DD42-69CC-EE6A-4A66-3222F3107A86}"/>
                </a:ext>
              </a:extLst>
            </p:cNvPr>
            <p:cNvSpPr/>
            <p:nvPr/>
          </p:nvSpPr>
          <p:spPr>
            <a:xfrm>
              <a:off x="3183533" y="2913862"/>
              <a:ext cx="183892" cy="210312"/>
            </a:xfrm>
            <a:prstGeom prst="ellipse">
              <a:avLst/>
            </a:prstGeom>
            <a:solidFill>
              <a:srgbClr val="71A120">
                <a:lumMod val="20000"/>
                <a:lumOff val="80000"/>
              </a:srgbClr>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Q3</a:t>
              </a:r>
            </a:p>
          </p:txBody>
        </p:sp>
        <p:pic>
          <p:nvPicPr>
            <p:cNvPr id="54" name="Picture 146">
              <a:extLst>
                <a:ext uri="{FF2B5EF4-FFF2-40B4-BE49-F238E27FC236}">
                  <a16:creationId xmlns:a16="http://schemas.microsoft.com/office/drawing/2014/main" id="{6CDE690C-F1EA-6FDA-25ED-19CBAF6BD082}"/>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2168442" y="2617434"/>
              <a:ext cx="257797" cy="303489"/>
            </a:xfrm>
            <a:prstGeom prst="rect">
              <a:avLst/>
            </a:prstGeom>
          </p:spPr>
        </p:pic>
      </p:grpSp>
      <p:grpSp>
        <p:nvGrpSpPr>
          <p:cNvPr id="57" name="组合 56">
            <a:extLst>
              <a:ext uri="{FF2B5EF4-FFF2-40B4-BE49-F238E27FC236}">
                <a16:creationId xmlns:a16="http://schemas.microsoft.com/office/drawing/2014/main" id="{93773458-4D35-5492-A193-8AFE5A28245D}"/>
              </a:ext>
            </a:extLst>
          </p:cNvPr>
          <p:cNvGrpSpPr/>
          <p:nvPr/>
        </p:nvGrpSpPr>
        <p:grpSpPr>
          <a:xfrm>
            <a:off x="4111872" y="2004643"/>
            <a:ext cx="1188000" cy="540000"/>
            <a:chOff x="4996305" y="2801796"/>
            <a:chExt cx="1188000" cy="540000"/>
          </a:xfrm>
        </p:grpSpPr>
        <p:sp>
          <p:nvSpPr>
            <p:cNvPr id="59" name="TextBox 100">
              <a:extLst>
                <a:ext uri="{FF2B5EF4-FFF2-40B4-BE49-F238E27FC236}">
                  <a16:creationId xmlns:a16="http://schemas.microsoft.com/office/drawing/2014/main" id="{793B939E-602E-3FC5-A914-12F6D4C7AEA2}"/>
                </a:ext>
              </a:extLst>
            </p:cNvPr>
            <p:cNvSpPr>
              <a:spLocks noChangeArrowheads="1"/>
            </p:cNvSpPr>
            <p:nvPr/>
          </p:nvSpPr>
          <p:spPr bwMode="auto">
            <a:xfrm>
              <a:off x="4996305" y="2801796"/>
              <a:ext cx="1188000" cy="540000"/>
            </a:xfrm>
            <a:prstGeom prst="roundRect">
              <a:avLst>
                <a:gd name="adj" fmla="val 16667"/>
              </a:avLst>
            </a:prstGeom>
            <a:solidFill>
              <a:srgbClr val="71A120">
                <a:lumMod val="20000"/>
                <a:lumOff val="80000"/>
              </a:srgbClr>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123563"/>
                  </a:solidFill>
                  <a:latin typeface="Calibri" panose="020F0502020204030204" pitchFamily="34" charset="0"/>
                </a:rPr>
                <a:t>Semaglutide</a:t>
              </a:r>
              <a:r>
                <a:rPr lang="en-US" sz="900" b="1" kern="0">
                  <a:solidFill>
                    <a:srgbClr val="123563"/>
                  </a:solidFill>
                  <a:latin typeface="Calibri" panose="020F0502020204030204" pitchFamily="34" charset="0"/>
                </a:rPr>
                <a:t> </a:t>
              </a:r>
            </a:p>
            <a:p>
              <a:pPr algn="ctr" defTabSz="914230">
                <a:defRPr/>
              </a:pPr>
              <a:r>
                <a:rPr lang="en-US" sz="900" b="1" kern="0">
                  <a:solidFill>
                    <a:srgbClr val="123563"/>
                  </a:solidFill>
                  <a:latin typeface="Calibri" panose="020F0502020204030204" pitchFamily="34" charset="0"/>
                </a:rPr>
                <a:t>(oral) </a:t>
              </a:r>
            </a:p>
            <a:p>
              <a:pPr algn="ctr" defTabSz="914230">
                <a:defRPr/>
              </a:pPr>
              <a:r>
                <a:rPr lang="en-US" sz="900" i="1" kern="0">
                  <a:solidFill>
                    <a:srgbClr val="004259"/>
                  </a:solidFill>
                  <a:latin typeface="Calibri" panose="020F0502020204030204" pitchFamily="34" charset="0"/>
                </a:rPr>
                <a:t>(Novo Nordisk)</a:t>
              </a:r>
            </a:p>
          </p:txBody>
        </p:sp>
        <p:sp>
          <p:nvSpPr>
            <p:cNvPr id="62" name="Oval 76">
              <a:extLst>
                <a:ext uri="{FF2B5EF4-FFF2-40B4-BE49-F238E27FC236}">
                  <a16:creationId xmlns:a16="http://schemas.microsoft.com/office/drawing/2014/main" id="{E27B7CFB-6D3B-AE10-0A82-93E64ED646D1}"/>
                </a:ext>
              </a:extLst>
            </p:cNvPr>
            <p:cNvSpPr/>
            <p:nvPr/>
          </p:nvSpPr>
          <p:spPr>
            <a:xfrm>
              <a:off x="5962314" y="3106433"/>
              <a:ext cx="189488" cy="210312"/>
            </a:xfrm>
            <a:prstGeom prst="ellipse">
              <a:avLst/>
            </a:prstGeom>
            <a:solidFill>
              <a:srgbClr val="71A120">
                <a:lumMod val="20000"/>
                <a:lumOff val="80000"/>
              </a:srgbClr>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Q4</a:t>
              </a:r>
            </a:p>
          </p:txBody>
        </p:sp>
        <p:pic>
          <p:nvPicPr>
            <p:cNvPr id="63" name="Picture 77">
              <a:extLst>
                <a:ext uri="{FF2B5EF4-FFF2-40B4-BE49-F238E27FC236}">
                  <a16:creationId xmlns:a16="http://schemas.microsoft.com/office/drawing/2014/main" id="{94B258A0-28C6-D1DD-C79F-0D983C7B5F7D}"/>
                </a:ext>
              </a:extLst>
            </p:cNvPr>
            <p:cNvPicPr>
              <a:picLocks noChangeAspect="1"/>
            </p:cNvPicPr>
            <p:nvPr/>
          </p:nvPicPr>
          <p:blipFill>
            <a:blip r:embed="rId3" cstate="print"/>
            <a:stretch>
              <a:fillRect/>
            </a:stretch>
          </p:blipFill>
          <p:spPr>
            <a:xfrm>
              <a:off x="5004627" y="2859779"/>
              <a:ext cx="145791" cy="213685"/>
            </a:xfrm>
            <a:prstGeom prst="rect">
              <a:avLst/>
            </a:prstGeom>
            <a:solidFill>
              <a:srgbClr val="71A120">
                <a:lumMod val="20000"/>
                <a:lumOff val="80000"/>
              </a:srgbClr>
            </a:solidFill>
          </p:spPr>
        </p:pic>
      </p:grpSp>
      <p:grpSp>
        <p:nvGrpSpPr>
          <p:cNvPr id="64" name="组合 63">
            <a:extLst>
              <a:ext uri="{FF2B5EF4-FFF2-40B4-BE49-F238E27FC236}">
                <a16:creationId xmlns:a16="http://schemas.microsoft.com/office/drawing/2014/main" id="{EF1BC416-089D-5140-6FEE-4CFA6BBC0404}"/>
              </a:ext>
            </a:extLst>
          </p:cNvPr>
          <p:cNvGrpSpPr/>
          <p:nvPr/>
        </p:nvGrpSpPr>
        <p:grpSpPr>
          <a:xfrm>
            <a:off x="6789090" y="1994601"/>
            <a:ext cx="1210636" cy="560087"/>
            <a:chOff x="7456735" y="3257038"/>
            <a:chExt cx="1210636" cy="560087"/>
          </a:xfrm>
        </p:grpSpPr>
        <p:sp>
          <p:nvSpPr>
            <p:cNvPr id="65" name="TextBox 100">
              <a:extLst>
                <a:ext uri="{FF2B5EF4-FFF2-40B4-BE49-F238E27FC236}">
                  <a16:creationId xmlns:a16="http://schemas.microsoft.com/office/drawing/2014/main" id="{8CE4725E-48BE-67A0-282E-FA67040EBD95}"/>
                </a:ext>
              </a:extLst>
            </p:cNvPr>
            <p:cNvSpPr>
              <a:spLocks noChangeArrowheads="1"/>
            </p:cNvSpPr>
            <p:nvPr/>
          </p:nvSpPr>
          <p:spPr bwMode="auto">
            <a:xfrm>
              <a:off x="7479371" y="3277125"/>
              <a:ext cx="1188000" cy="540000"/>
            </a:xfrm>
            <a:prstGeom prst="roundRect">
              <a:avLst>
                <a:gd name="adj" fmla="val 16667"/>
              </a:avLst>
            </a:prstGeom>
            <a:solidFill>
              <a:srgbClr val="FFF4D1"/>
            </a:solidFill>
            <a:ln w="12700">
              <a:solidFill>
                <a:srgbClr val="004259"/>
              </a:solidFill>
              <a:prstDash val="solid"/>
              <a:miter lim="800000"/>
              <a:headEnd/>
              <a:tailEnd/>
            </a:ln>
          </p:spPr>
          <p:txBody>
            <a:bodyPr anchor="ctr"/>
            <a:lstStyle/>
            <a:p>
              <a:pPr algn="ctr" defTabSz="914230">
                <a:defRPr/>
              </a:pPr>
              <a:r>
                <a:rPr lang="en-US" sz="900" b="1" kern="0" err="1">
                  <a:solidFill>
                    <a:srgbClr val="004259"/>
                  </a:solidFill>
                  <a:latin typeface="Calibri" panose="020F0502020204030204" pitchFamily="34" charset="0"/>
                </a:rPr>
                <a:t>Retatrutide</a:t>
              </a:r>
              <a:endParaRPr lang="en-US" sz="900" b="1" kern="0">
                <a:solidFill>
                  <a:srgbClr val="004259"/>
                </a:solidFill>
                <a:latin typeface="Calibri" panose="020F0502020204030204" pitchFamily="34" charset="0"/>
              </a:endParaRPr>
            </a:p>
            <a:p>
              <a:pPr algn="ctr" defTabSz="914230">
                <a:defRPr/>
              </a:pPr>
              <a:r>
                <a:rPr lang="en-US" sz="900" i="1" kern="0">
                  <a:solidFill>
                    <a:srgbClr val="004259"/>
                  </a:solidFill>
                  <a:latin typeface="Calibri" panose="020F0502020204030204" pitchFamily="34" charset="0"/>
                </a:rPr>
                <a:t>(Eli Lilly)</a:t>
              </a:r>
            </a:p>
            <a:p>
              <a:pPr algn="ctr" defTabSz="914230">
                <a:defRPr/>
              </a:pPr>
              <a:r>
                <a:rPr lang="en-IN" sz="667" kern="0">
                  <a:solidFill>
                    <a:srgbClr val="004259"/>
                  </a:solidFill>
                  <a:latin typeface="Calibri" panose="020F0502020204030204" pitchFamily="34" charset="0"/>
                </a:rPr>
                <a:t>GLP-1/GIP/</a:t>
              </a:r>
              <a:r>
                <a:rPr lang="en-IN" sz="667" kern="0" err="1">
                  <a:solidFill>
                    <a:srgbClr val="004259"/>
                  </a:solidFill>
                  <a:latin typeface="Calibri" panose="020F0502020204030204" pitchFamily="34" charset="0"/>
                </a:rPr>
                <a:t>GCGa</a:t>
              </a:r>
              <a:endParaRPr lang="en-IN" sz="667" kern="0">
                <a:solidFill>
                  <a:srgbClr val="004259"/>
                </a:solidFill>
                <a:latin typeface="Calibri" panose="020F0502020204030204" pitchFamily="34" charset="0"/>
              </a:endParaRPr>
            </a:p>
          </p:txBody>
        </p:sp>
        <p:sp>
          <p:nvSpPr>
            <p:cNvPr id="66" name="Oval 86">
              <a:extLst>
                <a:ext uri="{FF2B5EF4-FFF2-40B4-BE49-F238E27FC236}">
                  <a16:creationId xmlns:a16="http://schemas.microsoft.com/office/drawing/2014/main" id="{33C9BDF5-6119-820B-0DE0-B72601C10953}"/>
                </a:ext>
              </a:extLst>
            </p:cNvPr>
            <p:cNvSpPr/>
            <p:nvPr/>
          </p:nvSpPr>
          <p:spPr>
            <a:xfrm>
              <a:off x="8453583" y="3564317"/>
              <a:ext cx="189807" cy="246720"/>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Q2</a:t>
              </a:r>
            </a:p>
          </p:txBody>
        </p:sp>
        <p:pic>
          <p:nvPicPr>
            <p:cNvPr id="67" name="Picture 87">
              <a:extLst>
                <a:ext uri="{FF2B5EF4-FFF2-40B4-BE49-F238E27FC236}">
                  <a16:creationId xmlns:a16="http://schemas.microsoft.com/office/drawing/2014/main" id="{8C432BA1-71DE-5DFE-B69C-9AFD8D6E1CF8}"/>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7456735" y="3257038"/>
              <a:ext cx="247449" cy="356492"/>
            </a:xfrm>
            <a:prstGeom prst="rect">
              <a:avLst/>
            </a:prstGeom>
          </p:spPr>
        </p:pic>
      </p:grpSp>
      <p:grpSp>
        <p:nvGrpSpPr>
          <p:cNvPr id="68" name="组合 67">
            <a:extLst>
              <a:ext uri="{FF2B5EF4-FFF2-40B4-BE49-F238E27FC236}">
                <a16:creationId xmlns:a16="http://schemas.microsoft.com/office/drawing/2014/main" id="{AD20AA05-741F-71DD-14B4-013D1F72FFC5}"/>
              </a:ext>
            </a:extLst>
          </p:cNvPr>
          <p:cNvGrpSpPr/>
          <p:nvPr/>
        </p:nvGrpSpPr>
        <p:grpSpPr>
          <a:xfrm>
            <a:off x="6800407" y="2611204"/>
            <a:ext cx="1188000" cy="540000"/>
            <a:chOff x="7470691" y="3856657"/>
            <a:chExt cx="1188000" cy="540000"/>
          </a:xfrm>
        </p:grpSpPr>
        <p:sp>
          <p:nvSpPr>
            <p:cNvPr id="69" name="TextBox 100">
              <a:extLst>
                <a:ext uri="{FF2B5EF4-FFF2-40B4-BE49-F238E27FC236}">
                  <a16:creationId xmlns:a16="http://schemas.microsoft.com/office/drawing/2014/main" id="{329B7EC7-9D5B-E5EE-D1E1-C5D951D9D05A}"/>
                </a:ext>
              </a:extLst>
            </p:cNvPr>
            <p:cNvSpPr>
              <a:spLocks noChangeArrowheads="1"/>
            </p:cNvSpPr>
            <p:nvPr/>
          </p:nvSpPr>
          <p:spPr bwMode="auto">
            <a:xfrm>
              <a:off x="7470691" y="3856657"/>
              <a:ext cx="1188000" cy="540000"/>
            </a:xfrm>
            <a:prstGeom prst="roundRect">
              <a:avLst>
                <a:gd name="adj" fmla="val 16667"/>
              </a:avLst>
            </a:prstGeom>
            <a:solidFill>
              <a:srgbClr val="C6D9F1"/>
            </a:solidFill>
            <a:ln w="28575">
              <a:solidFill>
                <a:srgbClr val="FF0000"/>
              </a:solidFill>
              <a:prstDash val="solid"/>
              <a:miter lim="800000"/>
              <a:headEnd/>
              <a:tailEnd/>
            </a:ln>
          </p:spPr>
          <p:txBody>
            <a:bodyPr lIns="45720" rIns="45720" anchor="ctr"/>
            <a:lstStyle/>
            <a:p>
              <a:pPr algn="ctr" defTabSz="914230">
                <a:defRPr/>
              </a:pPr>
              <a:r>
                <a:rPr lang="en-US" sz="1067" b="1" kern="0">
                  <a:solidFill>
                    <a:srgbClr val="FF0000"/>
                  </a:solidFill>
                  <a:latin typeface="Calibri" panose="020F0502020204030204" pitchFamily="34" charset="0"/>
                </a:rPr>
                <a:t>Survodutide</a:t>
              </a:r>
            </a:p>
            <a:p>
              <a:pPr algn="ctr" defTabSz="914230">
                <a:defRPr/>
              </a:pPr>
              <a:r>
                <a:rPr lang="en-US" sz="1067" b="1" i="1" kern="0">
                  <a:solidFill>
                    <a:srgbClr val="FF0000"/>
                  </a:solidFill>
                  <a:latin typeface="Calibri" panose="020F0502020204030204" pitchFamily="34" charset="0"/>
                </a:rPr>
                <a:t>(BI)</a:t>
              </a:r>
            </a:p>
            <a:p>
              <a:pPr algn="ctr" defTabSz="914230">
                <a:defRPr/>
              </a:pPr>
              <a:r>
                <a:rPr lang="en-US" sz="1067" b="1" kern="0">
                  <a:solidFill>
                    <a:srgbClr val="FF0000"/>
                  </a:solidFill>
                  <a:latin typeface="Calibri" panose="020F0502020204030204" pitchFamily="34" charset="0"/>
                </a:rPr>
                <a:t>GLP-1/</a:t>
              </a:r>
              <a:r>
                <a:rPr lang="en-US" sz="1067" b="1" kern="0" err="1">
                  <a:solidFill>
                    <a:srgbClr val="FF0000"/>
                  </a:solidFill>
                  <a:latin typeface="Calibri" panose="020F0502020204030204" pitchFamily="34" charset="0"/>
                </a:rPr>
                <a:t>GCGa</a:t>
              </a:r>
              <a:endParaRPr lang="en-US" sz="1067" b="1" kern="0">
                <a:solidFill>
                  <a:srgbClr val="FF0000"/>
                </a:solidFill>
                <a:latin typeface="Calibri" panose="020F0502020204030204" pitchFamily="34" charset="0"/>
              </a:endParaRPr>
            </a:p>
          </p:txBody>
        </p:sp>
        <p:pic>
          <p:nvPicPr>
            <p:cNvPr id="70" name="Picture 117">
              <a:extLst>
                <a:ext uri="{FF2B5EF4-FFF2-40B4-BE49-F238E27FC236}">
                  <a16:creationId xmlns:a16="http://schemas.microsoft.com/office/drawing/2014/main" id="{4466D248-B571-679D-7251-54A23E0FFE5C}"/>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7489895" y="3880116"/>
              <a:ext cx="240269" cy="303489"/>
            </a:xfrm>
            <a:prstGeom prst="rect">
              <a:avLst/>
            </a:prstGeom>
          </p:spPr>
        </p:pic>
        <p:sp>
          <p:nvSpPr>
            <p:cNvPr id="71" name="Oval 118">
              <a:extLst>
                <a:ext uri="{FF2B5EF4-FFF2-40B4-BE49-F238E27FC236}">
                  <a16:creationId xmlns:a16="http://schemas.microsoft.com/office/drawing/2014/main" id="{98AD4E29-B5FD-0787-9B56-B8633804FAB1}"/>
                </a:ext>
              </a:extLst>
            </p:cNvPr>
            <p:cNvSpPr/>
            <p:nvPr/>
          </p:nvSpPr>
          <p:spPr>
            <a:xfrm>
              <a:off x="8474392" y="4174914"/>
              <a:ext cx="184299" cy="210037"/>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FF0000"/>
                  </a:solidFill>
                  <a:latin typeface="Calibri" panose="020F0502020204030204" pitchFamily="34" charset="0"/>
                </a:rPr>
                <a:t>Q1</a:t>
              </a:r>
            </a:p>
          </p:txBody>
        </p:sp>
      </p:grpSp>
      <p:grpSp>
        <p:nvGrpSpPr>
          <p:cNvPr id="72" name="组合 71">
            <a:extLst>
              <a:ext uri="{FF2B5EF4-FFF2-40B4-BE49-F238E27FC236}">
                <a16:creationId xmlns:a16="http://schemas.microsoft.com/office/drawing/2014/main" id="{1FF03634-EF99-1E70-F49D-C7915818B09A}"/>
              </a:ext>
            </a:extLst>
          </p:cNvPr>
          <p:cNvGrpSpPr/>
          <p:nvPr/>
        </p:nvGrpSpPr>
        <p:grpSpPr>
          <a:xfrm>
            <a:off x="8118900" y="2639842"/>
            <a:ext cx="1188000" cy="540000"/>
            <a:chOff x="8875174" y="3879422"/>
            <a:chExt cx="1188000" cy="540000"/>
          </a:xfrm>
        </p:grpSpPr>
        <p:sp>
          <p:nvSpPr>
            <p:cNvPr id="74" name="TextBox 100">
              <a:extLst>
                <a:ext uri="{FF2B5EF4-FFF2-40B4-BE49-F238E27FC236}">
                  <a16:creationId xmlns:a16="http://schemas.microsoft.com/office/drawing/2014/main" id="{D2FD3D56-3B53-4160-97BC-FEFC6C799ADF}"/>
                </a:ext>
              </a:extLst>
            </p:cNvPr>
            <p:cNvSpPr>
              <a:spLocks noChangeArrowheads="1"/>
            </p:cNvSpPr>
            <p:nvPr/>
          </p:nvSpPr>
          <p:spPr bwMode="auto">
            <a:xfrm>
              <a:off x="8875174" y="3879422"/>
              <a:ext cx="1188000" cy="540000"/>
            </a:xfrm>
            <a:prstGeom prst="roundRect">
              <a:avLst>
                <a:gd name="adj" fmla="val 16667"/>
              </a:avLst>
            </a:prstGeom>
            <a:solidFill>
              <a:srgbClr val="71A120">
                <a:lumMod val="20000"/>
                <a:lumOff val="80000"/>
              </a:srgbClr>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Orforglipron</a:t>
              </a:r>
              <a:r>
                <a:rPr lang="en-US" sz="900" b="1" kern="0">
                  <a:solidFill>
                    <a:srgbClr val="004259"/>
                  </a:solidFill>
                  <a:latin typeface="Calibri" panose="020F0502020204030204" pitchFamily="34" charset="0"/>
                </a:rPr>
                <a:t>*</a:t>
              </a:r>
            </a:p>
            <a:p>
              <a:pPr algn="ctr" defTabSz="914230">
                <a:defRPr/>
              </a:pPr>
              <a:r>
                <a:rPr lang="en-US" altLang="zh-CN" sz="900" i="1" kern="0">
                  <a:solidFill>
                    <a:srgbClr val="004259"/>
                  </a:solidFill>
                  <a:latin typeface="Calibri" panose="020F0502020204030204" pitchFamily="34" charset="0"/>
                </a:rPr>
                <a:t>(Eli Lilly)</a:t>
              </a:r>
            </a:p>
          </p:txBody>
        </p:sp>
        <p:sp>
          <p:nvSpPr>
            <p:cNvPr id="75" name="Oval 133">
              <a:extLst>
                <a:ext uri="{FF2B5EF4-FFF2-40B4-BE49-F238E27FC236}">
                  <a16:creationId xmlns:a16="http://schemas.microsoft.com/office/drawing/2014/main" id="{EB724D2C-4F1D-8B69-1BBD-F8A4643DEC08}"/>
                </a:ext>
              </a:extLst>
            </p:cNvPr>
            <p:cNvSpPr/>
            <p:nvPr/>
          </p:nvSpPr>
          <p:spPr>
            <a:xfrm>
              <a:off x="9840529" y="4219320"/>
              <a:ext cx="183029" cy="165631"/>
            </a:xfrm>
            <a:prstGeom prst="ellipse">
              <a:avLst/>
            </a:prstGeom>
            <a:solidFill>
              <a:srgbClr val="71A120">
                <a:lumMod val="20000"/>
                <a:lumOff val="80000"/>
              </a:srgbClr>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Q3</a:t>
              </a:r>
            </a:p>
          </p:txBody>
        </p:sp>
        <p:pic>
          <p:nvPicPr>
            <p:cNvPr id="76" name="Picture 149">
              <a:extLst>
                <a:ext uri="{FF2B5EF4-FFF2-40B4-BE49-F238E27FC236}">
                  <a16:creationId xmlns:a16="http://schemas.microsoft.com/office/drawing/2014/main" id="{734090F1-A69B-E128-1AD0-076D8D46108A}"/>
                </a:ext>
              </a:extLst>
            </p:cNvPr>
            <p:cNvPicPr>
              <a:picLocks noChangeAspect="1"/>
            </p:cNvPicPr>
            <p:nvPr/>
          </p:nvPicPr>
          <p:blipFill>
            <a:blip r:embed="rId3" cstate="print"/>
            <a:stretch>
              <a:fillRect/>
            </a:stretch>
          </p:blipFill>
          <p:spPr>
            <a:xfrm>
              <a:off x="8903890" y="3918164"/>
              <a:ext cx="129584" cy="213685"/>
            </a:xfrm>
            <a:prstGeom prst="rect">
              <a:avLst/>
            </a:prstGeom>
            <a:solidFill>
              <a:srgbClr val="71A120">
                <a:lumMod val="20000"/>
                <a:lumOff val="80000"/>
              </a:srgbClr>
            </a:solidFill>
          </p:spPr>
        </p:pic>
      </p:grpSp>
      <p:grpSp>
        <p:nvGrpSpPr>
          <p:cNvPr id="83" name="组合 82">
            <a:extLst>
              <a:ext uri="{FF2B5EF4-FFF2-40B4-BE49-F238E27FC236}">
                <a16:creationId xmlns:a16="http://schemas.microsoft.com/office/drawing/2014/main" id="{75C61D73-4B73-E85D-8A90-7B5D90B28281}"/>
              </a:ext>
            </a:extLst>
          </p:cNvPr>
          <p:cNvGrpSpPr/>
          <p:nvPr/>
        </p:nvGrpSpPr>
        <p:grpSpPr>
          <a:xfrm>
            <a:off x="10737639" y="1385977"/>
            <a:ext cx="1188000" cy="540000"/>
            <a:chOff x="10980435" y="3170089"/>
            <a:chExt cx="1188000" cy="540000"/>
          </a:xfrm>
        </p:grpSpPr>
        <p:grpSp>
          <p:nvGrpSpPr>
            <p:cNvPr id="87" name="Group 7">
              <a:extLst>
                <a:ext uri="{FF2B5EF4-FFF2-40B4-BE49-F238E27FC236}">
                  <a16:creationId xmlns:a16="http://schemas.microsoft.com/office/drawing/2014/main" id="{064CE6DC-84DD-556A-34AA-C910E2B4A317}"/>
                </a:ext>
              </a:extLst>
            </p:cNvPr>
            <p:cNvGrpSpPr/>
            <p:nvPr/>
          </p:nvGrpSpPr>
          <p:grpSpPr>
            <a:xfrm>
              <a:off x="10980435" y="3170089"/>
              <a:ext cx="1188000" cy="540000"/>
              <a:chOff x="13114535" y="1818399"/>
              <a:chExt cx="1325173" cy="539999"/>
            </a:xfrm>
          </p:grpSpPr>
          <p:sp>
            <p:nvSpPr>
              <p:cNvPr id="91" name="TextBox 100">
                <a:extLst>
                  <a:ext uri="{FF2B5EF4-FFF2-40B4-BE49-F238E27FC236}">
                    <a16:creationId xmlns:a16="http://schemas.microsoft.com/office/drawing/2014/main" id="{51245827-B0C9-814A-82F3-76529BDFEB77}"/>
                  </a:ext>
                </a:extLst>
              </p:cNvPr>
              <p:cNvSpPr>
                <a:spLocks noChangeArrowheads="1"/>
              </p:cNvSpPr>
              <p:nvPr/>
            </p:nvSpPr>
            <p:spPr bwMode="auto">
              <a:xfrm>
                <a:off x="13114535" y="1818399"/>
                <a:ext cx="1325173" cy="539999"/>
              </a:xfrm>
              <a:prstGeom prst="roundRect">
                <a:avLst>
                  <a:gd name="adj" fmla="val 16667"/>
                </a:avLst>
              </a:prstGeom>
              <a:solidFill>
                <a:srgbClr val="FFF4D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BI 1820237 </a:t>
                </a:r>
              </a:p>
              <a:p>
                <a:pPr algn="ctr" defTabSz="914230">
                  <a:defRPr/>
                </a:pPr>
                <a:r>
                  <a:rPr lang="en-US" sz="900" i="1" kern="0">
                    <a:solidFill>
                      <a:srgbClr val="004259"/>
                    </a:solidFill>
                    <a:latin typeface="Calibri" panose="020F0502020204030204" pitchFamily="34" charset="0"/>
                  </a:rPr>
                  <a:t>(BI)</a:t>
                </a:r>
              </a:p>
              <a:p>
                <a:pPr algn="ctr" defTabSz="914230">
                  <a:defRPr/>
                </a:pPr>
                <a:r>
                  <a:rPr lang="en-US" sz="900" kern="0">
                    <a:solidFill>
                      <a:srgbClr val="004259"/>
                    </a:solidFill>
                    <a:latin typeface="Calibri" panose="020F0502020204030204" pitchFamily="34" charset="0"/>
                  </a:rPr>
                  <a:t>GLP-1/GCG + NPY2a</a:t>
                </a:r>
              </a:p>
            </p:txBody>
          </p:sp>
          <p:sp>
            <p:nvSpPr>
              <p:cNvPr id="92" name="Oval 160">
                <a:extLst>
                  <a:ext uri="{FF2B5EF4-FFF2-40B4-BE49-F238E27FC236}">
                    <a16:creationId xmlns:a16="http://schemas.microsoft.com/office/drawing/2014/main" id="{6A406B9D-ECF6-F4F8-BA63-7E9780473FB3}"/>
                  </a:ext>
                </a:extLst>
              </p:cNvPr>
              <p:cNvSpPr/>
              <p:nvPr/>
            </p:nvSpPr>
            <p:spPr>
              <a:xfrm>
                <a:off x="14076865" y="1845297"/>
                <a:ext cx="361411" cy="323999"/>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2031</a:t>
                </a:r>
              </a:p>
              <a:p>
                <a:pPr algn="ctr" defTabSz="914354">
                  <a:defRPr/>
                </a:pPr>
                <a:r>
                  <a:rPr lang="en-US" sz="800" b="1" kern="0">
                    <a:solidFill>
                      <a:srgbClr val="004259"/>
                    </a:solidFill>
                    <a:latin typeface="Calibri" panose="020F0502020204030204" pitchFamily="34" charset="0"/>
                  </a:rPr>
                  <a:t>Q1</a:t>
                </a:r>
              </a:p>
            </p:txBody>
          </p:sp>
        </p:grpSp>
        <p:pic>
          <p:nvPicPr>
            <p:cNvPr id="90" name="Picture 161">
              <a:extLst>
                <a:ext uri="{FF2B5EF4-FFF2-40B4-BE49-F238E27FC236}">
                  <a16:creationId xmlns:a16="http://schemas.microsoft.com/office/drawing/2014/main" id="{96D63838-9C57-0EA9-0529-179B410F1EDE}"/>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10987818" y="3188446"/>
              <a:ext cx="272073" cy="303489"/>
            </a:xfrm>
            <a:prstGeom prst="rect">
              <a:avLst/>
            </a:prstGeom>
          </p:spPr>
        </p:pic>
      </p:grpSp>
      <p:grpSp>
        <p:nvGrpSpPr>
          <p:cNvPr id="105" name="组合 104">
            <a:extLst>
              <a:ext uri="{FF2B5EF4-FFF2-40B4-BE49-F238E27FC236}">
                <a16:creationId xmlns:a16="http://schemas.microsoft.com/office/drawing/2014/main" id="{B141BC4E-3C90-AC4D-98D6-E739C4FAD631}"/>
              </a:ext>
            </a:extLst>
          </p:cNvPr>
          <p:cNvGrpSpPr/>
          <p:nvPr/>
        </p:nvGrpSpPr>
        <p:grpSpPr>
          <a:xfrm>
            <a:off x="5449176" y="1994668"/>
            <a:ext cx="1194139" cy="559953"/>
            <a:chOff x="6265778" y="3839841"/>
            <a:chExt cx="1194139" cy="559953"/>
          </a:xfrm>
        </p:grpSpPr>
        <p:sp>
          <p:nvSpPr>
            <p:cNvPr id="106" name="TextBox 100">
              <a:extLst>
                <a:ext uri="{FF2B5EF4-FFF2-40B4-BE49-F238E27FC236}">
                  <a16:creationId xmlns:a16="http://schemas.microsoft.com/office/drawing/2014/main" id="{8F2F3A8A-D6CA-3723-751E-DA3B469E9835}"/>
                </a:ext>
              </a:extLst>
            </p:cNvPr>
            <p:cNvSpPr>
              <a:spLocks noChangeArrowheads="1"/>
            </p:cNvSpPr>
            <p:nvPr/>
          </p:nvSpPr>
          <p:spPr bwMode="auto">
            <a:xfrm>
              <a:off x="6271917" y="3859794"/>
              <a:ext cx="1188000" cy="540000"/>
            </a:xfrm>
            <a:prstGeom prst="roundRect">
              <a:avLst>
                <a:gd name="adj" fmla="val 16667"/>
              </a:avLst>
            </a:prstGeom>
            <a:solidFill>
              <a:srgbClr val="C6D9F1"/>
            </a:solidFill>
            <a:ln w="12700">
              <a:solidFill>
                <a:srgbClr val="004259"/>
              </a:solidFill>
              <a:prstDash val="solid"/>
              <a:miter lim="800000"/>
              <a:headEnd/>
              <a:tailEnd/>
            </a:ln>
          </p:spPr>
          <p:txBody>
            <a:bodyPr anchor="ctr"/>
            <a:lstStyle/>
            <a:p>
              <a:pPr algn="ctr" defTabSz="914230">
                <a:defRPr/>
              </a:pPr>
              <a:r>
                <a:rPr lang="en-US" sz="900" b="1" kern="0" err="1">
                  <a:solidFill>
                    <a:srgbClr val="003366"/>
                  </a:solidFill>
                  <a:latin typeface="Calibri" panose="020F0502020204030204" pitchFamily="34" charset="0"/>
                </a:rPr>
                <a:t>CagriSema</a:t>
              </a:r>
              <a:endParaRPr lang="en-US" sz="900" b="1" kern="0">
                <a:solidFill>
                  <a:srgbClr val="003366"/>
                </a:solidFill>
                <a:latin typeface="Calibri" panose="020F0502020204030204" pitchFamily="34" charset="0"/>
              </a:endParaRPr>
            </a:p>
            <a:p>
              <a:pPr algn="ctr" defTabSz="914230">
                <a:defRPr/>
              </a:pPr>
              <a:r>
                <a:rPr lang="en-US" sz="900" i="1" kern="0">
                  <a:solidFill>
                    <a:srgbClr val="003366"/>
                  </a:solidFill>
                  <a:latin typeface="Calibri" panose="020F0502020204030204" pitchFamily="34" charset="0"/>
                </a:rPr>
                <a:t>(Novo Nordisk)</a:t>
              </a:r>
            </a:p>
            <a:p>
              <a:pPr algn="ctr" defTabSz="914230">
                <a:defRPr/>
              </a:pPr>
              <a:r>
                <a:rPr lang="en-IN" sz="900" kern="0">
                  <a:solidFill>
                    <a:srgbClr val="003366"/>
                  </a:solidFill>
                  <a:latin typeface="Calibri" panose="020F0502020204030204" pitchFamily="34" charset="0"/>
                </a:rPr>
                <a:t>GLP-1+LA Amylin </a:t>
              </a:r>
            </a:p>
          </p:txBody>
        </p:sp>
        <p:sp>
          <p:nvSpPr>
            <p:cNvPr id="118" name="Oval 97">
              <a:extLst>
                <a:ext uri="{FF2B5EF4-FFF2-40B4-BE49-F238E27FC236}">
                  <a16:creationId xmlns:a16="http://schemas.microsoft.com/office/drawing/2014/main" id="{61AB160A-5D1F-06EE-7589-3ED701BB8045}"/>
                </a:ext>
              </a:extLst>
            </p:cNvPr>
            <p:cNvSpPr/>
            <p:nvPr/>
          </p:nvSpPr>
          <p:spPr>
            <a:xfrm>
              <a:off x="7246744" y="4178191"/>
              <a:ext cx="200043" cy="210037"/>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3366"/>
                  </a:solidFill>
                  <a:latin typeface="Calibri" panose="020F0502020204030204" pitchFamily="34" charset="0"/>
                </a:rPr>
                <a:t>Q2</a:t>
              </a:r>
            </a:p>
          </p:txBody>
        </p:sp>
        <p:pic>
          <p:nvPicPr>
            <p:cNvPr id="119" name="Picture 153">
              <a:extLst>
                <a:ext uri="{FF2B5EF4-FFF2-40B4-BE49-F238E27FC236}">
                  <a16:creationId xmlns:a16="http://schemas.microsoft.com/office/drawing/2014/main" id="{63957791-3B38-6802-0B9A-25D675CEC1E5}"/>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6265778" y="3839841"/>
              <a:ext cx="240269" cy="303489"/>
            </a:xfrm>
            <a:prstGeom prst="rect">
              <a:avLst/>
            </a:prstGeom>
          </p:spPr>
        </p:pic>
      </p:grpSp>
      <p:grpSp>
        <p:nvGrpSpPr>
          <p:cNvPr id="121" name="组合 120">
            <a:extLst>
              <a:ext uri="{FF2B5EF4-FFF2-40B4-BE49-F238E27FC236}">
                <a16:creationId xmlns:a16="http://schemas.microsoft.com/office/drawing/2014/main" id="{5FDA3415-8068-337C-5222-59203ABF5D70}"/>
              </a:ext>
            </a:extLst>
          </p:cNvPr>
          <p:cNvGrpSpPr/>
          <p:nvPr/>
        </p:nvGrpSpPr>
        <p:grpSpPr>
          <a:xfrm>
            <a:off x="5436138" y="1367989"/>
            <a:ext cx="1220215" cy="575979"/>
            <a:chOff x="6228069" y="3277125"/>
            <a:chExt cx="1220214" cy="575979"/>
          </a:xfrm>
        </p:grpSpPr>
        <p:sp>
          <p:nvSpPr>
            <p:cNvPr id="122" name="TextBox 100">
              <a:extLst>
                <a:ext uri="{FF2B5EF4-FFF2-40B4-BE49-F238E27FC236}">
                  <a16:creationId xmlns:a16="http://schemas.microsoft.com/office/drawing/2014/main" id="{1946D294-DC78-D9AA-02B0-EDC1C0CAC3E2}"/>
                </a:ext>
              </a:extLst>
            </p:cNvPr>
            <p:cNvSpPr>
              <a:spLocks noChangeArrowheads="1"/>
            </p:cNvSpPr>
            <p:nvPr/>
          </p:nvSpPr>
          <p:spPr bwMode="auto">
            <a:xfrm>
              <a:off x="6260283" y="3313104"/>
              <a:ext cx="1188000" cy="540000"/>
            </a:xfrm>
            <a:prstGeom prst="roundRect">
              <a:avLst>
                <a:gd name="adj" fmla="val 16667"/>
              </a:avLst>
            </a:prstGeom>
            <a:solidFill>
              <a:srgbClr val="71A120">
                <a:lumMod val="20000"/>
                <a:lumOff val="80000"/>
              </a:srgbClr>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Ecnoglutide</a:t>
              </a:r>
              <a:r>
                <a:rPr lang="en-US" sz="900" b="1" kern="0">
                  <a:solidFill>
                    <a:srgbClr val="123563"/>
                  </a:solidFill>
                  <a:latin typeface="Calibri" panose="020F0502020204030204" pitchFamily="34" charset="0"/>
                </a:rPr>
                <a:t> </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Sciwind</a:t>
              </a:r>
              <a:r>
                <a:rPr lang="en-US" sz="900" i="1" kern="0">
                  <a:solidFill>
                    <a:srgbClr val="004259"/>
                  </a:solidFill>
                  <a:latin typeface="Calibri" panose="020F0502020204030204" pitchFamily="34" charset="0"/>
                </a:rPr>
                <a:t>)</a:t>
              </a:r>
            </a:p>
          </p:txBody>
        </p:sp>
        <p:sp>
          <p:nvSpPr>
            <p:cNvPr id="123" name="Oval 76">
              <a:extLst>
                <a:ext uri="{FF2B5EF4-FFF2-40B4-BE49-F238E27FC236}">
                  <a16:creationId xmlns:a16="http://schemas.microsoft.com/office/drawing/2014/main" id="{6013F014-1498-2A76-00B0-5271BD5D2DDE}"/>
                </a:ext>
              </a:extLst>
            </p:cNvPr>
            <p:cNvSpPr/>
            <p:nvPr/>
          </p:nvSpPr>
          <p:spPr>
            <a:xfrm>
              <a:off x="7240779" y="3637101"/>
              <a:ext cx="189488" cy="210312"/>
            </a:xfrm>
            <a:prstGeom prst="ellipse">
              <a:avLst/>
            </a:prstGeom>
            <a:solidFill>
              <a:srgbClr val="71A120">
                <a:lumMod val="20000"/>
                <a:lumOff val="80000"/>
              </a:srgbClr>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Q1</a:t>
              </a:r>
            </a:p>
          </p:txBody>
        </p:sp>
        <p:pic>
          <p:nvPicPr>
            <p:cNvPr id="126" name="Picture 81">
              <a:extLst>
                <a:ext uri="{FF2B5EF4-FFF2-40B4-BE49-F238E27FC236}">
                  <a16:creationId xmlns:a16="http://schemas.microsoft.com/office/drawing/2014/main" id="{E9BD46EE-9DB7-5612-D5EB-C9492C046B33}"/>
                </a:ext>
              </a:extLst>
            </p:cNvPr>
            <p:cNvPicPr>
              <a:picLocks noChangeAspect="1"/>
            </p:cNvPicPr>
            <p:nvPr/>
          </p:nvPicPr>
          <p:blipFill>
            <a:blip r:embed="rId5" cstate="print">
              <a:duotone>
                <a:prstClr val="black"/>
                <a:srgbClr val="FFFF00">
                  <a:tint val="45000"/>
                  <a:satMod val="400000"/>
                </a:srgbClr>
              </a:duotone>
            </a:blip>
            <a:stretch>
              <a:fillRect/>
            </a:stretch>
          </p:blipFill>
          <p:spPr>
            <a:xfrm>
              <a:off x="6228069" y="3277125"/>
              <a:ext cx="284249" cy="284249"/>
            </a:xfrm>
            <a:prstGeom prst="rect">
              <a:avLst/>
            </a:prstGeom>
          </p:spPr>
        </p:pic>
      </p:grpSp>
      <p:grpSp>
        <p:nvGrpSpPr>
          <p:cNvPr id="127" name="组合 126">
            <a:extLst>
              <a:ext uri="{FF2B5EF4-FFF2-40B4-BE49-F238E27FC236}">
                <a16:creationId xmlns:a16="http://schemas.microsoft.com/office/drawing/2014/main" id="{0743DD20-0675-0628-6D05-79A02A5BCDE2}"/>
              </a:ext>
            </a:extLst>
          </p:cNvPr>
          <p:cNvGrpSpPr/>
          <p:nvPr/>
        </p:nvGrpSpPr>
        <p:grpSpPr>
          <a:xfrm>
            <a:off x="6798704" y="1374521"/>
            <a:ext cx="1191409" cy="562915"/>
            <a:chOff x="7481767" y="2640385"/>
            <a:chExt cx="1191409" cy="562915"/>
          </a:xfrm>
        </p:grpSpPr>
        <p:sp>
          <p:nvSpPr>
            <p:cNvPr id="145" name="TextBox 100">
              <a:extLst>
                <a:ext uri="{FF2B5EF4-FFF2-40B4-BE49-F238E27FC236}">
                  <a16:creationId xmlns:a16="http://schemas.microsoft.com/office/drawing/2014/main" id="{01739F46-F4CA-E6B0-FFC9-3563A7152F3B}"/>
                </a:ext>
              </a:extLst>
            </p:cNvPr>
            <p:cNvSpPr>
              <a:spLocks noChangeArrowheads="1"/>
            </p:cNvSpPr>
            <p:nvPr/>
          </p:nvSpPr>
          <p:spPr bwMode="auto">
            <a:xfrm>
              <a:off x="7485176" y="2663300"/>
              <a:ext cx="1188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Noiiglutide</a:t>
              </a:r>
              <a:endParaRPr lang="en-US" sz="900" b="1" kern="0">
                <a:solidFill>
                  <a:srgbClr val="004259"/>
                </a:solidFill>
                <a:latin typeface="Calibri" panose="020F0502020204030204" pitchFamily="34" charset="0"/>
              </a:endParaRP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Hengrui</a:t>
              </a:r>
              <a:r>
                <a:rPr lang="en-US" sz="900" i="1" kern="0">
                  <a:solidFill>
                    <a:srgbClr val="004259"/>
                  </a:solidFill>
                  <a:latin typeface="Calibri" panose="020F0502020204030204" pitchFamily="34" charset="0"/>
                </a:rPr>
                <a:t>)</a:t>
              </a:r>
            </a:p>
          </p:txBody>
        </p:sp>
        <p:pic>
          <p:nvPicPr>
            <p:cNvPr id="146" name="Picture 146">
              <a:extLst>
                <a:ext uri="{FF2B5EF4-FFF2-40B4-BE49-F238E27FC236}">
                  <a16:creationId xmlns:a16="http://schemas.microsoft.com/office/drawing/2014/main" id="{C7127B4E-5EAA-350B-800B-C52240208166}"/>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7481767" y="2640385"/>
              <a:ext cx="257799" cy="303489"/>
            </a:xfrm>
            <a:prstGeom prst="rect">
              <a:avLst/>
            </a:prstGeom>
          </p:spPr>
        </p:pic>
        <p:sp>
          <p:nvSpPr>
            <p:cNvPr id="147" name="Oval 118">
              <a:extLst>
                <a:ext uri="{FF2B5EF4-FFF2-40B4-BE49-F238E27FC236}">
                  <a16:creationId xmlns:a16="http://schemas.microsoft.com/office/drawing/2014/main" id="{D1CEF7B3-0318-45CF-D3C6-03BF73513827}"/>
                </a:ext>
              </a:extLst>
            </p:cNvPr>
            <p:cNvSpPr/>
            <p:nvPr/>
          </p:nvSpPr>
          <p:spPr>
            <a:xfrm>
              <a:off x="8439203" y="2944806"/>
              <a:ext cx="184299" cy="210037"/>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Q1</a:t>
              </a:r>
            </a:p>
          </p:txBody>
        </p:sp>
      </p:grpSp>
      <p:grpSp>
        <p:nvGrpSpPr>
          <p:cNvPr id="148" name="组合 147">
            <a:extLst>
              <a:ext uri="{FF2B5EF4-FFF2-40B4-BE49-F238E27FC236}">
                <a16:creationId xmlns:a16="http://schemas.microsoft.com/office/drawing/2014/main" id="{51758860-27F2-A7CB-4962-FBC0D4796594}"/>
              </a:ext>
            </a:extLst>
          </p:cNvPr>
          <p:cNvGrpSpPr/>
          <p:nvPr/>
        </p:nvGrpSpPr>
        <p:grpSpPr>
          <a:xfrm>
            <a:off x="8118900" y="2017811"/>
            <a:ext cx="1188000" cy="540000"/>
            <a:chOff x="8899912" y="2728735"/>
            <a:chExt cx="1188000" cy="540000"/>
          </a:xfrm>
        </p:grpSpPr>
        <p:sp>
          <p:nvSpPr>
            <p:cNvPr id="149" name="TextBox 100">
              <a:extLst>
                <a:ext uri="{FF2B5EF4-FFF2-40B4-BE49-F238E27FC236}">
                  <a16:creationId xmlns:a16="http://schemas.microsoft.com/office/drawing/2014/main" id="{9FA0C6EA-753A-F9B8-FB5E-EDD74C2B3CC2}"/>
                </a:ext>
              </a:extLst>
            </p:cNvPr>
            <p:cNvSpPr>
              <a:spLocks noChangeArrowheads="1"/>
            </p:cNvSpPr>
            <p:nvPr/>
          </p:nvSpPr>
          <p:spPr bwMode="auto">
            <a:xfrm>
              <a:off x="8899912" y="2728735"/>
              <a:ext cx="1188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GX-G6</a:t>
              </a:r>
            </a:p>
            <a:p>
              <a:pPr algn="ctr" defTabSz="914230">
                <a:defRPr/>
              </a:pPr>
              <a:r>
                <a:rPr lang="en-US" altLang="zh-CN" sz="900" i="1" kern="0">
                  <a:solidFill>
                    <a:srgbClr val="004259"/>
                  </a:solidFill>
                  <a:latin typeface="Calibri" panose="020F0502020204030204" pitchFamily="34" charset="0"/>
                </a:rPr>
                <a:t>(</a:t>
              </a:r>
              <a:r>
                <a:rPr lang="en-US" altLang="zh-CN" sz="900" i="1" kern="0" err="1">
                  <a:solidFill>
                    <a:srgbClr val="004259"/>
                  </a:solidFill>
                  <a:latin typeface="Calibri" panose="020F0502020204030204" pitchFamily="34" charset="0"/>
                </a:rPr>
                <a:t>Taslypharma</a:t>
              </a:r>
              <a:r>
                <a:rPr lang="en-US" altLang="zh-CN" sz="900" i="1" kern="0">
                  <a:solidFill>
                    <a:srgbClr val="004259"/>
                  </a:solidFill>
                  <a:latin typeface="Calibri" panose="020F0502020204030204" pitchFamily="34" charset="0"/>
                </a:rPr>
                <a:t>)</a:t>
              </a:r>
            </a:p>
          </p:txBody>
        </p:sp>
        <p:pic>
          <p:nvPicPr>
            <p:cNvPr id="150" name="Picture 146">
              <a:extLst>
                <a:ext uri="{FF2B5EF4-FFF2-40B4-BE49-F238E27FC236}">
                  <a16:creationId xmlns:a16="http://schemas.microsoft.com/office/drawing/2014/main" id="{381F486F-BE4E-AF25-ED98-89B305107A37}"/>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930289" y="2775976"/>
              <a:ext cx="257799" cy="303489"/>
            </a:xfrm>
            <a:prstGeom prst="rect">
              <a:avLst/>
            </a:prstGeom>
          </p:spPr>
        </p:pic>
        <p:sp>
          <p:nvSpPr>
            <p:cNvPr id="151" name="Oval 118">
              <a:extLst>
                <a:ext uri="{FF2B5EF4-FFF2-40B4-BE49-F238E27FC236}">
                  <a16:creationId xmlns:a16="http://schemas.microsoft.com/office/drawing/2014/main" id="{4637FE9F-2770-26F7-051E-E9E0BFC4A1DE}"/>
                </a:ext>
              </a:extLst>
            </p:cNvPr>
            <p:cNvSpPr/>
            <p:nvPr/>
          </p:nvSpPr>
          <p:spPr>
            <a:xfrm>
              <a:off x="9884384" y="2765425"/>
              <a:ext cx="184299" cy="210037"/>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Q3</a:t>
              </a:r>
            </a:p>
          </p:txBody>
        </p:sp>
      </p:grpSp>
      <p:grpSp>
        <p:nvGrpSpPr>
          <p:cNvPr id="161" name="组合 160">
            <a:extLst>
              <a:ext uri="{FF2B5EF4-FFF2-40B4-BE49-F238E27FC236}">
                <a16:creationId xmlns:a16="http://schemas.microsoft.com/office/drawing/2014/main" id="{A1936CAD-EE81-7B1E-702A-8AC44E79D204}"/>
              </a:ext>
            </a:extLst>
          </p:cNvPr>
          <p:cNvGrpSpPr/>
          <p:nvPr/>
        </p:nvGrpSpPr>
        <p:grpSpPr>
          <a:xfrm>
            <a:off x="8118900" y="1385977"/>
            <a:ext cx="1188000" cy="540000"/>
            <a:chOff x="8845561" y="1515695"/>
            <a:chExt cx="1188000" cy="540000"/>
          </a:xfrm>
        </p:grpSpPr>
        <p:sp>
          <p:nvSpPr>
            <p:cNvPr id="162" name="TextBox 100">
              <a:extLst>
                <a:ext uri="{FF2B5EF4-FFF2-40B4-BE49-F238E27FC236}">
                  <a16:creationId xmlns:a16="http://schemas.microsoft.com/office/drawing/2014/main" id="{67C5C776-2412-B83A-12AB-785335B63306}"/>
                </a:ext>
              </a:extLst>
            </p:cNvPr>
            <p:cNvSpPr>
              <a:spLocks noChangeArrowheads="1"/>
            </p:cNvSpPr>
            <p:nvPr/>
          </p:nvSpPr>
          <p:spPr bwMode="auto">
            <a:xfrm>
              <a:off x="8845561" y="1515695"/>
              <a:ext cx="1188000" cy="540000"/>
            </a:xfrm>
            <a:prstGeom prst="roundRect">
              <a:avLst>
                <a:gd name="adj" fmla="val 16667"/>
              </a:avLst>
            </a:prstGeom>
            <a:solidFill>
              <a:srgbClr val="C6D9F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HRS-9531 </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Hengrui</a:t>
              </a:r>
              <a:r>
                <a:rPr lang="en-US" sz="900" i="1" kern="0">
                  <a:solidFill>
                    <a:srgbClr val="004259"/>
                  </a:solidFill>
                  <a:latin typeface="Calibri" panose="020F0502020204030204" pitchFamily="34" charset="0"/>
                </a:rPr>
                <a:t>)</a:t>
              </a:r>
            </a:p>
            <a:p>
              <a:pPr algn="ctr" defTabSz="914230">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GIPa</a:t>
              </a:r>
              <a:endParaRPr lang="en-US" sz="900" kern="0">
                <a:solidFill>
                  <a:srgbClr val="004259"/>
                </a:solidFill>
                <a:latin typeface="Calibri" panose="020F0502020204030204" pitchFamily="34" charset="0"/>
              </a:endParaRPr>
            </a:p>
          </p:txBody>
        </p:sp>
        <p:sp>
          <p:nvSpPr>
            <p:cNvPr id="163" name="Oval 109">
              <a:extLst>
                <a:ext uri="{FF2B5EF4-FFF2-40B4-BE49-F238E27FC236}">
                  <a16:creationId xmlns:a16="http://schemas.microsoft.com/office/drawing/2014/main" id="{645C482E-C643-34AA-A13B-1E20A506B73B}"/>
                </a:ext>
              </a:extLst>
            </p:cNvPr>
            <p:cNvSpPr/>
            <p:nvPr/>
          </p:nvSpPr>
          <p:spPr>
            <a:xfrm>
              <a:off x="9808300" y="1572489"/>
              <a:ext cx="188259" cy="210037"/>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Q3</a:t>
              </a:r>
            </a:p>
          </p:txBody>
        </p:sp>
        <p:pic>
          <p:nvPicPr>
            <p:cNvPr id="164" name="Picture 117">
              <a:extLst>
                <a:ext uri="{FF2B5EF4-FFF2-40B4-BE49-F238E27FC236}">
                  <a16:creationId xmlns:a16="http://schemas.microsoft.com/office/drawing/2014/main" id="{ACA22FB8-CB02-E236-E7A8-0746C6299281}"/>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863091" y="1521530"/>
              <a:ext cx="240269" cy="303489"/>
            </a:xfrm>
            <a:prstGeom prst="rect">
              <a:avLst/>
            </a:prstGeom>
          </p:spPr>
        </p:pic>
      </p:grpSp>
      <p:sp>
        <p:nvSpPr>
          <p:cNvPr id="166" name="TextBox 100">
            <a:extLst>
              <a:ext uri="{FF2B5EF4-FFF2-40B4-BE49-F238E27FC236}">
                <a16:creationId xmlns:a16="http://schemas.microsoft.com/office/drawing/2014/main" id="{1B52B7EC-387F-D1C9-8EF2-3AA479CC5A21}"/>
              </a:ext>
            </a:extLst>
          </p:cNvPr>
          <p:cNvSpPr>
            <a:spLocks noChangeArrowheads="1"/>
          </p:cNvSpPr>
          <p:nvPr/>
        </p:nvSpPr>
        <p:spPr bwMode="auto">
          <a:xfrm>
            <a:off x="2806366" y="1399541"/>
            <a:ext cx="1188000" cy="540000"/>
          </a:xfrm>
          <a:prstGeom prst="roundRect">
            <a:avLst>
              <a:gd name="adj" fmla="val 16667"/>
            </a:avLst>
          </a:prstGeom>
          <a:solidFill>
            <a:srgbClr val="C6D9F1"/>
          </a:solidFill>
          <a:ln w="9525">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Mazdutide </a:t>
            </a:r>
            <a:r>
              <a:rPr lang="en-US" sz="600" b="1" kern="0">
                <a:solidFill>
                  <a:srgbClr val="004259"/>
                </a:solidFill>
                <a:latin typeface="Calibri" panose="020F0502020204030204" pitchFamily="34" charset="0"/>
              </a:rPr>
              <a:t>(6mg</a:t>
            </a:r>
            <a:r>
              <a:rPr lang="en-US" sz="900" b="1" kern="0">
                <a:solidFill>
                  <a:srgbClr val="004259"/>
                </a:solidFill>
                <a:latin typeface="Calibri" panose="020F0502020204030204" pitchFamily="34" charset="0"/>
              </a:rPr>
              <a:t>)</a:t>
            </a:r>
          </a:p>
          <a:p>
            <a:pPr algn="ctr" defTabSz="914230">
              <a:defRPr/>
            </a:pPr>
            <a:r>
              <a:rPr lang="en-US" sz="900" i="1" kern="0">
                <a:solidFill>
                  <a:srgbClr val="004259"/>
                </a:solidFill>
                <a:latin typeface="Calibri" panose="020F0502020204030204" pitchFamily="34" charset="0"/>
              </a:rPr>
              <a:t>(Eli Lilly/Innovent Bio)</a:t>
            </a:r>
          </a:p>
          <a:p>
            <a:pPr algn="ctr" defTabSz="914230">
              <a:defRPr/>
            </a:pPr>
            <a:r>
              <a:rPr lang="en-US" sz="900" kern="0">
                <a:solidFill>
                  <a:srgbClr val="004259"/>
                </a:solidFill>
                <a:latin typeface="Calibri" panose="020F0502020204030204" pitchFamily="34" charset="0"/>
              </a:rPr>
              <a:t>GLP-1/GCGa</a:t>
            </a:r>
          </a:p>
        </p:txBody>
      </p:sp>
      <p:sp>
        <p:nvSpPr>
          <p:cNvPr id="167" name="Oval 128">
            <a:extLst>
              <a:ext uri="{FF2B5EF4-FFF2-40B4-BE49-F238E27FC236}">
                <a16:creationId xmlns:a16="http://schemas.microsoft.com/office/drawing/2014/main" id="{2320164D-9C0C-724E-AA87-FBF9F8D7322D}"/>
              </a:ext>
            </a:extLst>
          </p:cNvPr>
          <p:cNvSpPr/>
          <p:nvPr/>
        </p:nvSpPr>
        <p:spPr>
          <a:xfrm>
            <a:off x="3717536" y="1732421"/>
            <a:ext cx="257532" cy="192019"/>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H1</a:t>
            </a:r>
          </a:p>
        </p:txBody>
      </p:sp>
      <p:pic>
        <p:nvPicPr>
          <p:cNvPr id="168" name="Picture 152">
            <a:extLst>
              <a:ext uri="{FF2B5EF4-FFF2-40B4-BE49-F238E27FC236}">
                <a16:creationId xmlns:a16="http://schemas.microsoft.com/office/drawing/2014/main" id="{4384AC5F-3C58-1C65-DAB0-FE6777F3512C}"/>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2764754" y="1372417"/>
            <a:ext cx="251759" cy="303489"/>
          </a:xfrm>
          <a:prstGeom prst="rect">
            <a:avLst/>
          </a:prstGeom>
        </p:spPr>
      </p:pic>
      <p:sp>
        <p:nvSpPr>
          <p:cNvPr id="170" name="TextBox 100">
            <a:extLst>
              <a:ext uri="{FF2B5EF4-FFF2-40B4-BE49-F238E27FC236}">
                <a16:creationId xmlns:a16="http://schemas.microsoft.com/office/drawing/2014/main" id="{BB9C709D-D034-CC5E-3EF1-B309FA2E54E7}"/>
              </a:ext>
            </a:extLst>
          </p:cNvPr>
          <p:cNvSpPr>
            <a:spLocks noChangeArrowheads="1"/>
          </p:cNvSpPr>
          <p:nvPr/>
        </p:nvSpPr>
        <p:spPr bwMode="auto">
          <a:xfrm>
            <a:off x="4121666" y="1396540"/>
            <a:ext cx="1200088" cy="540000"/>
          </a:xfrm>
          <a:prstGeom prst="roundRect">
            <a:avLst>
              <a:gd name="adj" fmla="val 16667"/>
            </a:avLst>
          </a:prstGeom>
          <a:solidFill>
            <a:srgbClr val="C6D9F1"/>
          </a:solidFill>
          <a:ln w="9525">
            <a:solidFill>
              <a:srgbClr val="004259"/>
            </a:solidFill>
            <a:prstDash val="solid"/>
            <a:miter lim="800000"/>
            <a:headEnd/>
            <a:tailEnd/>
          </a:ln>
        </p:spPr>
        <p:txBody>
          <a:bodyPr lIns="45720" rIns="45720" anchor="ctr"/>
          <a:lstStyle/>
          <a:p>
            <a:pPr algn="ctr" defTabSz="914230">
              <a:defRPr/>
            </a:pPr>
            <a:r>
              <a:rPr lang="en-US" sz="900" b="1" kern="0" err="1">
                <a:solidFill>
                  <a:srgbClr val="004259"/>
                </a:solidFill>
                <a:latin typeface="Calibri" panose="020F0502020204030204" pitchFamily="34" charset="0"/>
              </a:rPr>
              <a:t>Mazdutide</a:t>
            </a:r>
            <a:r>
              <a:rPr lang="en-US" sz="900" b="1" kern="0" baseline="30000">
                <a:solidFill>
                  <a:srgbClr val="004259"/>
                </a:solidFill>
                <a:latin typeface="Calibri" panose="020F0502020204030204" pitchFamily="34" charset="0"/>
              </a:rPr>
              <a:t>*</a:t>
            </a:r>
            <a:r>
              <a:rPr lang="en-US" sz="600" b="1" kern="0">
                <a:solidFill>
                  <a:srgbClr val="004259"/>
                </a:solidFill>
                <a:latin typeface="Calibri" panose="020F0502020204030204" pitchFamily="34" charset="0"/>
              </a:rPr>
              <a:t>(9mg)</a:t>
            </a:r>
          </a:p>
          <a:p>
            <a:pPr algn="ctr" defTabSz="914230">
              <a:defRPr/>
            </a:pPr>
            <a:r>
              <a:rPr lang="en-US" sz="900" i="1" kern="0">
                <a:solidFill>
                  <a:srgbClr val="004259"/>
                </a:solidFill>
                <a:latin typeface="Calibri" panose="020F0502020204030204" pitchFamily="34" charset="0"/>
              </a:rPr>
              <a:t>(Eli Lilly/</a:t>
            </a:r>
            <a:r>
              <a:rPr lang="en-US" sz="900" i="1" kern="0" err="1">
                <a:solidFill>
                  <a:srgbClr val="004259"/>
                </a:solidFill>
                <a:latin typeface="Calibri" panose="020F0502020204030204" pitchFamily="34" charset="0"/>
              </a:rPr>
              <a:t>Innovent</a:t>
            </a:r>
            <a:r>
              <a:rPr lang="en-US" sz="900" i="1" kern="0">
                <a:solidFill>
                  <a:srgbClr val="004259"/>
                </a:solidFill>
                <a:latin typeface="Calibri" panose="020F0502020204030204" pitchFamily="34" charset="0"/>
              </a:rPr>
              <a:t> Bio)</a:t>
            </a:r>
          </a:p>
          <a:p>
            <a:pPr algn="ctr" defTabSz="914230">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GCGa</a:t>
            </a:r>
            <a:endParaRPr lang="en-US" sz="900" kern="0">
              <a:solidFill>
                <a:srgbClr val="004259"/>
              </a:solidFill>
              <a:latin typeface="Calibri" panose="020F0502020204030204" pitchFamily="34" charset="0"/>
            </a:endParaRPr>
          </a:p>
        </p:txBody>
      </p:sp>
      <p:sp>
        <p:nvSpPr>
          <p:cNvPr id="171" name="Oval 128">
            <a:extLst>
              <a:ext uri="{FF2B5EF4-FFF2-40B4-BE49-F238E27FC236}">
                <a16:creationId xmlns:a16="http://schemas.microsoft.com/office/drawing/2014/main" id="{AC5646DF-967D-A229-7FE8-A681C1920C9A}"/>
              </a:ext>
            </a:extLst>
          </p:cNvPr>
          <p:cNvSpPr/>
          <p:nvPr/>
        </p:nvSpPr>
        <p:spPr>
          <a:xfrm>
            <a:off x="5112512" y="1704844"/>
            <a:ext cx="186991" cy="210312"/>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H1</a:t>
            </a:r>
          </a:p>
        </p:txBody>
      </p:sp>
      <p:pic>
        <p:nvPicPr>
          <p:cNvPr id="172" name="Picture 152">
            <a:extLst>
              <a:ext uri="{FF2B5EF4-FFF2-40B4-BE49-F238E27FC236}">
                <a16:creationId xmlns:a16="http://schemas.microsoft.com/office/drawing/2014/main" id="{74A17E15-6C6B-F7B3-8F5B-701319D51F29}"/>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4089990" y="1375417"/>
            <a:ext cx="251759" cy="303489"/>
          </a:xfrm>
          <a:prstGeom prst="rect">
            <a:avLst/>
          </a:prstGeom>
        </p:spPr>
      </p:pic>
      <p:sp>
        <p:nvSpPr>
          <p:cNvPr id="173" name="文本框 172">
            <a:extLst>
              <a:ext uri="{FF2B5EF4-FFF2-40B4-BE49-F238E27FC236}">
                <a16:creationId xmlns:a16="http://schemas.microsoft.com/office/drawing/2014/main" id="{D0C49FB2-D730-81C0-8DC0-9FCFB6E8E344}"/>
              </a:ext>
            </a:extLst>
          </p:cNvPr>
          <p:cNvSpPr txBox="1"/>
          <p:nvPr/>
        </p:nvSpPr>
        <p:spPr>
          <a:xfrm>
            <a:off x="314213" y="4037165"/>
            <a:ext cx="919703" cy="430887"/>
          </a:xfrm>
          <a:prstGeom prst="rect">
            <a:avLst/>
          </a:prstGeom>
          <a:noFill/>
        </p:spPr>
        <p:txBody>
          <a:bodyPr wrap="square" lIns="0" tIns="0" rIns="0" bIns="0" rtlCol="0">
            <a:spAutoFit/>
          </a:bodyPr>
          <a:lstStyle/>
          <a:p>
            <a:pPr algn="ctr" defTabSz="914377">
              <a:defRPr/>
            </a:pPr>
            <a:r>
              <a:rPr lang="en-US" altLang="zh-CN" sz="1400" b="1">
                <a:solidFill>
                  <a:srgbClr val="003366"/>
                </a:solidFill>
                <a:latin typeface="BISansOpti"/>
              </a:rPr>
              <a:t>Approved Assets</a:t>
            </a:r>
          </a:p>
        </p:txBody>
      </p:sp>
      <p:grpSp>
        <p:nvGrpSpPr>
          <p:cNvPr id="175" name="Group 78">
            <a:extLst>
              <a:ext uri="{FF2B5EF4-FFF2-40B4-BE49-F238E27FC236}">
                <a16:creationId xmlns:a16="http://schemas.microsoft.com/office/drawing/2014/main" id="{09F738FD-8C27-2EF8-32F4-4F2581BA05E9}"/>
              </a:ext>
            </a:extLst>
          </p:cNvPr>
          <p:cNvGrpSpPr/>
          <p:nvPr/>
        </p:nvGrpSpPr>
        <p:grpSpPr>
          <a:xfrm>
            <a:off x="9504866" y="4888200"/>
            <a:ext cx="1014055" cy="484090"/>
            <a:chOff x="812742" y="4880090"/>
            <a:chExt cx="763828" cy="364634"/>
          </a:xfrm>
        </p:grpSpPr>
        <p:pic>
          <p:nvPicPr>
            <p:cNvPr id="176" name="Picture 79">
              <a:extLst>
                <a:ext uri="{FF2B5EF4-FFF2-40B4-BE49-F238E27FC236}">
                  <a16:creationId xmlns:a16="http://schemas.microsoft.com/office/drawing/2014/main" id="{CBD9B03C-916C-ABAD-373F-A144D9E666C8}"/>
                </a:ext>
              </a:extLst>
            </p:cNvPr>
            <p:cNvPicPr>
              <a:picLocks noChangeAspect="1"/>
            </p:cNvPicPr>
            <p:nvPr/>
          </p:nvPicPr>
          <p:blipFill>
            <a:blip r:embed="rId3" cstate="print"/>
            <a:stretch>
              <a:fillRect/>
            </a:stretch>
          </p:blipFill>
          <p:spPr>
            <a:xfrm>
              <a:off x="812742" y="4892332"/>
              <a:ext cx="169043" cy="160957"/>
            </a:xfrm>
            <a:prstGeom prst="rect">
              <a:avLst/>
            </a:prstGeom>
          </p:spPr>
        </p:pic>
        <p:sp>
          <p:nvSpPr>
            <p:cNvPr id="177" name="TextBox 80">
              <a:extLst>
                <a:ext uri="{FF2B5EF4-FFF2-40B4-BE49-F238E27FC236}">
                  <a16:creationId xmlns:a16="http://schemas.microsoft.com/office/drawing/2014/main" id="{92F06DEE-F56D-8614-FB4B-1B473E7C6ED0}"/>
                </a:ext>
              </a:extLst>
            </p:cNvPr>
            <p:cNvSpPr txBox="1"/>
            <p:nvPr/>
          </p:nvSpPr>
          <p:spPr>
            <a:xfrm>
              <a:off x="990775" y="4880090"/>
              <a:ext cx="496399" cy="185463"/>
            </a:xfrm>
            <a:prstGeom prst="rect">
              <a:avLst/>
            </a:prstGeom>
            <a:noFill/>
          </p:spPr>
          <p:txBody>
            <a:bodyPr wrap="square" rtlCol="0">
              <a:spAutoFit/>
            </a:bodyPr>
            <a:lstStyle/>
            <a:p>
              <a:pPr defTabSz="914354">
                <a:defRPr/>
              </a:pPr>
              <a:r>
                <a:rPr lang="en-US" sz="1000">
                  <a:solidFill>
                    <a:srgbClr val="000000"/>
                  </a:solidFill>
                  <a:latin typeface="Calibri" panose="020F0502020204030204" pitchFamily="34" charset="0"/>
                </a:rPr>
                <a:t>Oral</a:t>
              </a:r>
              <a:endParaRPr lang="en-US" sz="1051">
                <a:solidFill>
                  <a:srgbClr val="000000"/>
                </a:solidFill>
                <a:latin typeface="Calibri" panose="020F0502020204030204" pitchFamily="34" charset="0"/>
              </a:endParaRPr>
            </a:p>
          </p:txBody>
        </p:sp>
        <p:pic>
          <p:nvPicPr>
            <p:cNvPr id="178" name="Picture 81">
              <a:extLst>
                <a:ext uri="{FF2B5EF4-FFF2-40B4-BE49-F238E27FC236}">
                  <a16:creationId xmlns:a16="http://schemas.microsoft.com/office/drawing/2014/main" id="{FA769628-6FB4-49F4-D9D1-36A2B88C05DA}"/>
                </a:ext>
              </a:extLst>
            </p:cNvPr>
            <p:cNvPicPr>
              <a:picLocks noChangeAspect="1"/>
            </p:cNvPicPr>
            <p:nvPr/>
          </p:nvPicPr>
          <p:blipFill>
            <a:blip r:embed="rId5" cstate="print">
              <a:duotone>
                <a:prstClr val="black"/>
                <a:srgbClr val="FFFF00">
                  <a:tint val="45000"/>
                  <a:satMod val="400000"/>
                </a:srgbClr>
              </a:duotone>
            </a:blip>
            <a:stretch>
              <a:fillRect/>
            </a:stretch>
          </p:blipFill>
          <p:spPr>
            <a:xfrm>
              <a:off x="812742" y="5030616"/>
              <a:ext cx="214108" cy="214108"/>
            </a:xfrm>
            <a:prstGeom prst="rect">
              <a:avLst/>
            </a:prstGeom>
          </p:spPr>
        </p:pic>
        <p:sp>
          <p:nvSpPr>
            <p:cNvPr id="179" name="TextBox 82">
              <a:extLst>
                <a:ext uri="{FF2B5EF4-FFF2-40B4-BE49-F238E27FC236}">
                  <a16:creationId xmlns:a16="http://schemas.microsoft.com/office/drawing/2014/main" id="{219EC456-19BE-EB7B-21D1-049D66775F39}"/>
                </a:ext>
              </a:extLst>
            </p:cNvPr>
            <p:cNvSpPr txBox="1"/>
            <p:nvPr/>
          </p:nvSpPr>
          <p:spPr>
            <a:xfrm>
              <a:off x="990776" y="5044940"/>
              <a:ext cx="585794" cy="185463"/>
            </a:xfrm>
            <a:prstGeom prst="rect">
              <a:avLst/>
            </a:prstGeom>
            <a:noFill/>
          </p:spPr>
          <p:txBody>
            <a:bodyPr wrap="square" rtlCol="0">
              <a:spAutoFit/>
            </a:bodyPr>
            <a:lstStyle/>
            <a:p>
              <a:pPr defTabSz="914354">
                <a:defRPr/>
              </a:pPr>
              <a:r>
                <a:rPr lang="en-US" sz="1000">
                  <a:solidFill>
                    <a:srgbClr val="000000"/>
                  </a:solidFill>
                  <a:latin typeface="Calibri" panose="020F0502020204030204" pitchFamily="34" charset="0"/>
                </a:rPr>
                <a:t>Injectable</a:t>
              </a:r>
            </a:p>
          </p:txBody>
        </p:sp>
      </p:grpSp>
      <p:graphicFrame>
        <p:nvGraphicFramePr>
          <p:cNvPr id="180" name="Table 3">
            <a:extLst>
              <a:ext uri="{FF2B5EF4-FFF2-40B4-BE49-F238E27FC236}">
                <a16:creationId xmlns:a16="http://schemas.microsoft.com/office/drawing/2014/main" id="{16A7EEEB-53BF-8F62-34B6-FEF1B985BCE1}"/>
              </a:ext>
            </a:extLst>
          </p:cNvPr>
          <p:cNvGraphicFramePr>
            <a:graphicFrameLocks noGrp="1"/>
          </p:cNvGraphicFramePr>
          <p:nvPr/>
        </p:nvGraphicFramePr>
        <p:xfrm>
          <a:off x="9555379" y="5760262"/>
          <a:ext cx="913028" cy="283464"/>
        </p:xfrm>
        <a:graphic>
          <a:graphicData uri="http://schemas.openxmlformats.org/drawingml/2006/table">
            <a:tbl>
              <a:tblPr firstRow="1" bandRow="1"/>
              <a:tblGrid>
                <a:gridCol w="913028">
                  <a:extLst>
                    <a:ext uri="{9D8B030D-6E8A-4147-A177-3AD203B41FA5}">
                      <a16:colId xmlns:a16="http://schemas.microsoft.com/office/drawing/2014/main" val="3768648779"/>
                    </a:ext>
                  </a:extLst>
                </a:gridCol>
              </a:tblGrid>
              <a:tr h="283464">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a:solidFill>
                            <a:schemeClr val="tx1"/>
                          </a:solidFill>
                          <a:latin typeface="Calibri" panose="020F0502020204030204" pitchFamily="34" charset="0"/>
                        </a:rPr>
                        <a:t>Dual agonists</a:t>
                      </a:r>
                    </a:p>
                  </a:txBody>
                  <a:tcPr anchor="ctr">
                    <a:lnL w="12700" cap="flat" cmpd="sng" algn="ctr">
                      <a:solidFill>
                        <a:srgbClr val="004259"/>
                      </a:solidFill>
                      <a:prstDash val="solid"/>
                      <a:round/>
                      <a:headEnd type="none" w="med" len="med"/>
                      <a:tailEnd type="none" w="med" len="med"/>
                    </a:lnL>
                    <a:lnR w="12700" cap="flat" cmpd="sng" algn="ctr">
                      <a:solidFill>
                        <a:srgbClr val="004259"/>
                      </a:solidFill>
                      <a:prstDash val="solid"/>
                      <a:round/>
                      <a:headEnd type="none" w="med" len="med"/>
                      <a:tailEnd type="none" w="med" len="med"/>
                    </a:lnR>
                    <a:lnT w="12700" cap="flat" cmpd="sng" algn="ctr">
                      <a:solidFill>
                        <a:srgbClr val="004259"/>
                      </a:solidFill>
                      <a:prstDash val="solid"/>
                      <a:round/>
                      <a:headEnd type="none" w="med" len="med"/>
                      <a:tailEnd type="none" w="med" len="med"/>
                    </a:lnT>
                    <a:lnB w="12700" cap="flat" cmpd="sng" algn="ctr">
                      <a:solidFill>
                        <a:srgbClr val="004259"/>
                      </a:solidFill>
                      <a:prstDash val="solid"/>
                      <a:round/>
                      <a:headEnd type="none" w="med" len="med"/>
                      <a:tailEnd type="none" w="med" len="med"/>
                    </a:lnB>
                    <a:lnTlToBr w="12700" cmpd="sng">
                      <a:noFill/>
                      <a:prstDash val="solid"/>
                    </a:lnTlToBr>
                    <a:lnBlToTr w="12700" cmpd="sng">
                      <a:noFill/>
                      <a:prstDash val="solid"/>
                    </a:lnBlToTr>
                    <a:solidFill>
                      <a:srgbClr val="C6D9F1"/>
                    </a:solidFill>
                  </a:tcPr>
                </a:tc>
                <a:extLst>
                  <a:ext uri="{0D108BD9-81ED-4DB2-BD59-A6C34878D82A}">
                    <a16:rowId xmlns:a16="http://schemas.microsoft.com/office/drawing/2014/main" val="3072887054"/>
                  </a:ext>
                </a:extLst>
              </a:tr>
            </a:tbl>
          </a:graphicData>
        </a:graphic>
      </p:graphicFrame>
      <p:graphicFrame>
        <p:nvGraphicFramePr>
          <p:cNvPr id="181" name="Table 3">
            <a:extLst>
              <a:ext uri="{FF2B5EF4-FFF2-40B4-BE49-F238E27FC236}">
                <a16:creationId xmlns:a16="http://schemas.microsoft.com/office/drawing/2014/main" id="{0874BBA7-F693-EDB0-60DD-C59D078650E8}"/>
              </a:ext>
            </a:extLst>
          </p:cNvPr>
          <p:cNvGraphicFramePr>
            <a:graphicFrameLocks noGrp="1"/>
          </p:cNvGraphicFramePr>
          <p:nvPr/>
        </p:nvGraphicFramePr>
        <p:xfrm>
          <a:off x="9553671" y="6079978"/>
          <a:ext cx="916445" cy="283464"/>
        </p:xfrm>
        <a:graphic>
          <a:graphicData uri="http://schemas.openxmlformats.org/drawingml/2006/table">
            <a:tbl>
              <a:tblPr firstRow="1" bandRow="1"/>
              <a:tblGrid>
                <a:gridCol w="916445">
                  <a:extLst>
                    <a:ext uri="{9D8B030D-6E8A-4147-A177-3AD203B41FA5}">
                      <a16:colId xmlns:a16="http://schemas.microsoft.com/office/drawing/2014/main" val="3768648779"/>
                    </a:ext>
                  </a:extLst>
                </a:gridCol>
              </a:tblGrid>
              <a:tr h="283464">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a:solidFill>
                            <a:schemeClr val="tx1"/>
                          </a:solidFill>
                          <a:latin typeface="Calibri" panose="020F0502020204030204" pitchFamily="34" charset="0"/>
                        </a:rPr>
                        <a:t>Triple agonists</a:t>
                      </a:r>
                    </a:p>
                  </a:txBody>
                  <a:tcPr anchor="ctr">
                    <a:lnL w="12700" cap="flat" cmpd="sng" algn="ctr">
                      <a:solidFill>
                        <a:srgbClr val="004259"/>
                      </a:solidFill>
                      <a:prstDash val="solid"/>
                      <a:round/>
                      <a:headEnd type="none" w="med" len="med"/>
                      <a:tailEnd type="none" w="med" len="med"/>
                    </a:lnL>
                    <a:lnR w="12700" cap="flat" cmpd="sng" algn="ctr">
                      <a:solidFill>
                        <a:srgbClr val="004259"/>
                      </a:solidFill>
                      <a:prstDash val="solid"/>
                      <a:round/>
                      <a:headEnd type="none" w="med" len="med"/>
                      <a:tailEnd type="none" w="med" len="med"/>
                    </a:lnR>
                    <a:lnT w="12700" cap="flat" cmpd="sng" algn="ctr">
                      <a:solidFill>
                        <a:srgbClr val="004259"/>
                      </a:solidFill>
                      <a:prstDash val="solid"/>
                      <a:round/>
                      <a:headEnd type="none" w="med" len="med"/>
                      <a:tailEnd type="none" w="med" len="med"/>
                    </a:lnT>
                    <a:lnB w="12700" cap="flat" cmpd="sng" algn="ctr">
                      <a:solidFill>
                        <a:srgbClr val="004259"/>
                      </a:solidFill>
                      <a:prstDash val="solid"/>
                      <a:round/>
                      <a:headEnd type="none" w="med" len="med"/>
                      <a:tailEnd type="none" w="med" len="med"/>
                    </a:lnB>
                    <a:lnTlToBr w="12700" cmpd="sng">
                      <a:noFill/>
                      <a:prstDash val="solid"/>
                    </a:lnTlToBr>
                    <a:lnBlToTr w="12700" cmpd="sng">
                      <a:noFill/>
                      <a:prstDash val="solid"/>
                    </a:lnBlToTr>
                    <a:solidFill>
                      <a:srgbClr val="FFF4D1"/>
                    </a:solidFill>
                  </a:tcPr>
                </a:tc>
                <a:extLst>
                  <a:ext uri="{0D108BD9-81ED-4DB2-BD59-A6C34878D82A}">
                    <a16:rowId xmlns:a16="http://schemas.microsoft.com/office/drawing/2014/main" val="3072887054"/>
                  </a:ext>
                </a:extLst>
              </a:tr>
            </a:tbl>
          </a:graphicData>
        </a:graphic>
      </p:graphicFrame>
      <p:graphicFrame>
        <p:nvGraphicFramePr>
          <p:cNvPr id="182" name="Table 3">
            <a:extLst>
              <a:ext uri="{FF2B5EF4-FFF2-40B4-BE49-F238E27FC236}">
                <a16:creationId xmlns:a16="http://schemas.microsoft.com/office/drawing/2014/main" id="{5078DB78-2461-BBD1-FFD2-E4172BF9AC42}"/>
              </a:ext>
            </a:extLst>
          </p:cNvPr>
          <p:cNvGraphicFramePr>
            <a:graphicFrameLocks noGrp="1"/>
          </p:cNvGraphicFramePr>
          <p:nvPr/>
        </p:nvGraphicFramePr>
        <p:xfrm>
          <a:off x="9555379" y="5439762"/>
          <a:ext cx="913028" cy="284248"/>
        </p:xfrm>
        <a:graphic>
          <a:graphicData uri="http://schemas.openxmlformats.org/drawingml/2006/table">
            <a:tbl>
              <a:tblPr firstRow="1" bandRow="1"/>
              <a:tblGrid>
                <a:gridCol w="913028">
                  <a:extLst>
                    <a:ext uri="{9D8B030D-6E8A-4147-A177-3AD203B41FA5}">
                      <a16:colId xmlns:a16="http://schemas.microsoft.com/office/drawing/2014/main" val="3768648779"/>
                    </a:ext>
                  </a:extLst>
                </a:gridCol>
              </a:tblGrid>
              <a:tr h="284248">
                <a:tc>
                  <a:txBody>
                    <a:bodyPr/>
                    <a:lstStyle>
                      <a:lvl1pPr marL="0" algn="l" defTabSz="1219170" rtl="0" eaLnBrk="1" latinLnBrk="0" hangingPunct="1">
                        <a:defRPr sz="2400" b="1" kern="1200">
                          <a:solidFill>
                            <a:schemeClr val="lt1"/>
                          </a:solidFill>
                          <a:latin typeface="Calibri" panose="020F0502020204030204"/>
                        </a:defRPr>
                      </a:lvl1pPr>
                      <a:lvl2pPr marL="609585" algn="l" defTabSz="1219170" rtl="0" eaLnBrk="1" latinLnBrk="0" hangingPunct="1">
                        <a:defRPr sz="2400" b="1" kern="1200">
                          <a:solidFill>
                            <a:schemeClr val="lt1"/>
                          </a:solidFill>
                          <a:latin typeface="Calibri" panose="020F0502020204030204"/>
                        </a:defRPr>
                      </a:lvl2pPr>
                      <a:lvl3pPr marL="1219170" algn="l" defTabSz="1219170" rtl="0" eaLnBrk="1" latinLnBrk="0" hangingPunct="1">
                        <a:defRPr sz="2400" b="1" kern="1200">
                          <a:solidFill>
                            <a:schemeClr val="lt1"/>
                          </a:solidFill>
                          <a:latin typeface="Calibri" panose="020F0502020204030204"/>
                        </a:defRPr>
                      </a:lvl3pPr>
                      <a:lvl4pPr marL="1828754" algn="l" defTabSz="1219170" rtl="0" eaLnBrk="1" latinLnBrk="0" hangingPunct="1">
                        <a:defRPr sz="2400" b="1" kern="1200">
                          <a:solidFill>
                            <a:schemeClr val="lt1"/>
                          </a:solidFill>
                          <a:latin typeface="Calibri" panose="020F0502020204030204"/>
                        </a:defRPr>
                      </a:lvl4pPr>
                      <a:lvl5pPr marL="2438339" algn="l" defTabSz="1219170" rtl="0" eaLnBrk="1" latinLnBrk="0" hangingPunct="1">
                        <a:defRPr sz="2400" b="1" kern="1200">
                          <a:solidFill>
                            <a:schemeClr val="lt1"/>
                          </a:solidFill>
                          <a:latin typeface="Calibri" panose="020F0502020204030204"/>
                        </a:defRPr>
                      </a:lvl5pPr>
                      <a:lvl6pPr marL="3047924" algn="l" defTabSz="1219170" rtl="0" eaLnBrk="1" latinLnBrk="0" hangingPunct="1">
                        <a:defRPr sz="2400" b="1" kern="1200">
                          <a:solidFill>
                            <a:schemeClr val="lt1"/>
                          </a:solidFill>
                          <a:latin typeface="Calibri" panose="020F0502020204030204"/>
                        </a:defRPr>
                      </a:lvl6pPr>
                      <a:lvl7pPr marL="3657509" algn="l" defTabSz="1219170" rtl="0" eaLnBrk="1" latinLnBrk="0" hangingPunct="1">
                        <a:defRPr sz="2400" b="1" kern="1200">
                          <a:solidFill>
                            <a:schemeClr val="lt1"/>
                          </a:solidFill>
                          <a:latin typeface="Calibri" panose="020F0502020204030204"/>
                        </a:defRPr>
                      </a:lvl7pPr>
                      <a:lvl8pPr marL="4267093" algn="l" defTabSz="1219170" rtl="0" eaLnBrk="1" latinLnBrk="0" hangingPunct="1">
                        <a:defRPr sz="2400" b="1" kern="1200">
                          <a:solidFill>
                            <a:schemeClr val="lt1"/>
                          </a:solidFill>
                          <a:latin typeface="Calibri" panose="020F0502020204030204"/>
                        </a:defRPr>
                      </a:lvl8pPr>
                      <a:lvl9pPr marL="4876678" algn="l" defTabSz="1219170" rtl="0" eaLnBrk="1" latinLnBrk="0" hangingPunct="1">
                        <a:defRPr sz="2400" b="1" kern="1200">
                          <a:solidFill>
                            <a:schemeClr val="lt1"/>
                          </a:solidFill>
                          <a:latin typeface="Calibri" panose="020F0502020204030204"/>
                        </a:defRPr>
                      </a:lvl9pPr>
                    </a:lstStyle>
                    <a:p>
                      <a:pPr algn="ctr"/>
                      <a:r>
                        <a:rPr lang="en-US" sz="800">
                          <a:solidFill>
                            <a:schemeClr val="tx1"/>
                          </a:solidFill>
                          <a:latin typeface="Calibri" panose="020F0502020204030204" pitchFamily="34" charset="0"/>
                        </a:rPr>
                        <a:t>Mono agonists</a:t>
                      </a:r>
                    </a:p>
                  </a:txBody>
                  <a:tcPr anchor="ctr">
                    <a:lnL w="12700" cap="flat" cmpd="sng" algn="ctr">
                      <a:solidFill>
                        <a:srgbClr val="004259"/>
                      </a:solidFill>
                      <a:prstDash val="solid"/>
                      <a:round/>
                      <a:headEnd type="none" w="med" len="med"/>
                      <a:tailEnd type="none" w="med" len="med"/>
                    </a:lnL>
                    <a:lnR w="12700" cap="flat" cmpd="sng" algn="ctr">
                      <a:solidFill>
                        <a:srgbClr val="004259"/>
                      </a:solidFill>
                      <a:prstDash val="solid"/>
                      <a:round/>
                      <a:headEnd type="none" w="med" len="med"/>
                      <a:tailEnd type="none" w="med" len="med"/>
                    </a:lnR>
                    <a:lnT w="12700" cap="flat" cmpd="sng" algn="ctr">
                      <a:solidFill>
                        <a:srgbClr val="004259"/>
                      </a:solidFill>
                      <a:prstDash val="solid"/>
                      <a:round/>
                      <a:headEnd type="none" w="med" len="med"/>
                      <a:tailEnd type="none" w="med" len="med"/>
                    </a:lnT>
                    <a:lnB w="12700" cap="flat" cmpd="sng" algn="ctr">
                      <a:solidFill>
                        <a:srgbClr val="004259"/>
                      </a:solidFill>
                      <a:prstDash val="solid"/>
                      <a:round/>
                      <a:headEnd type="none" w="med" len="med"/>
                      <a:tailEnd type="none" w="med" len="med"/>
                    </a:lnB>
                    <a:lnTlToBr w="12700" cmpd="sng">
                      <a:noFill/>
                      <a:prstDash val="solid"/>
                    </a:lnTlToBr>
                    <a:lnBlToTr w="12700" cmpd="sng">
                      <a:noFill/>
                      <a:prstDash val="solid"/>
                    </a:lnBlToTr>
                    <a:solidFill>
                      <a:srgbClr val="E5F4CA"/>
                    </a:solidFill>
                  </a:tcPr>
                </a:tc>
                <a:extLst>
                  <a:ext uri="{0D108BD9-81ED-4DB2-BD59-A6C34878D82A}">
                    <a16:rowId xmlns:a16="http://schemas.microsoft.com/office/drawing/2014/main" val="3072887054"/>
                  </a:ext>
                </a:extLst>
              </a:tr>
            </a:tbl>
          </a:graphicData>
        </a:graphic>
      </p:graphicFrame>
      <p:sp>
        <p:nvSpPr>
          <p:cNvPr id="183" name="TextBox 6">
            <a:extLst>
              <a:ext uri="{FF2B5EF4-FFF2-40B4-BE49-F238E27FC236}">
                <a16:creationId xmlns:a16="http://schemas.microsoft.com/office/drawing/2014/main" id="{6AA4FD7A-B4F9-B244-8C0C-5B4EDF71F3BE}"/>
              </a:ext>
            </a:extLst>
          </p:cNvPr>
          <p:cNvSpPr txBox="1"/>
          <p:nvPr/>
        </p:nvSpPr>
        <p:spPr>
          <a:xfrm>
            <a:off x="1681701" y="4973158"/>
            <a:ext cx="6102991" cy="492443"/>
          </a:xfrm>
          <a:prstGeom prst="rect">
            <a:avLst/>
          </a:prstGeom>
          <a:noFill/>
        </p:spPr>
        <p:txBody>
          <a:bodyPr wrap="square" lIns="0" tIns="0" rIns="0" bIns="0" rtlCol="0">
            <a:spAutoFit/>
          </a:bodyPr>
          <a:lstStyle/>
          <a:p>
            <a:pPr defTabSz="914354">
              <a:defRPr/>
            </a:pPr>
            <a:r>
              <a:rPr lang="en-US" sz="800">
                <a:solidFill>
                  <a:srgbClr val="000000"/>
                </a:solidFill>
                <a:latin typeface="Calibri" panose="020F0502020204030204" pitchFamily="34" charset="0"/>
              </a:rPr>
              <a:t>Note:</a:t>
            </a:r>
          </a:p>
          <a:p>
            <a:pPr marL="171442" indent="-171442" defTabSz="914354">
              <a:buFont typeface="Arial" panose="020B0604020202020204" pitchFamily="34" charset="0"/>
              <a:buChar char="•"/>
              <a:defRPr/>
            </a:pPr>
            <a:r>
              <a:rPr lang="en-US" sz="800">
                <a:solidFill>
                  <a:srgbClr val="000000"/>
                </a:solidFill>
                <a:latin typeface="Calibri" panose="020F0502020204030204" pitchFamily="34" charset="0"/>
              </a:rPr>
              <a:t>For assets with no China specific trial, approval timeline is assumed to be 2 years after US approval; for assets with China specific trial, refer to </a:t>
            </a:r>
            <a:r>
              <a:rPr lang="en-US" sz="800">
                <a:solidFill>
                  <a:srgbClr val="000000"/>
                </a:solidFill>
                <a:latin typeface="Calibri" panose="020F0502020204030204" pitchFamily="34" charset="0"/>
                <a:hlinkClick r:id="" action="ppaction://noaction"/>
              </a:rPr>
              <a:t>appendix</a:t>
            </a:r>
            <a:r>
              <a:rPr lang="en-US" sz="800">
                <a:solidFill>
                  <a:srgbClr val="000000"/>
                </a:solidFill>
                <a:latin typeface="Calibri" panose="020F0502020204030204" pitchFamily="34" charset="0"/>
              </a:rPr>
              <a:t> for assumption methodology; Approval timeline is based considering single pivotal trial in China </a:t>
            </a:r>
          </a:p>
          <a:p>
            <a:pPr marL="171442" indent="-171442" defTabSz="914354">
              <a:buFont typeface="Arial" panose="020B0604020202020204" pitchFamily="34" charset="0"/>
              <a:buChar char="•"/>
              <a:defRPr/>
            </a:pPr>
            <a:r>
              <a:rPr lang="en-US" sz="800">
                <a:solidFill>
                  <a:srgbClr val="000000"/>
                </a:solidFill>
                <a:latin typeface="Calibri" panose="020F0502020204030204" pitchFamily="34" charset="0"/>
              </a:rPr>
              <a:t>Key competitors identified from assets in ≥ Phase II development</a:t>
            </a:r>
          </a:p>
        </p:txBody>
      </p:sp>
      <p:sp>
        <p:nvSpPr>
          <p:cNvPr id="184" name="TextBox 151">
            <a:extLst>
              <a:ext uri="{FF2B5EF4-FFF2-40B4-BE49-F238E27FC236}">
                <a16:creationId xmlns:a16="http://schemas.microsoft.com/office/drawing/2014/main" id="{58A32D3F-CDC3-585D-941C-BB2030DCD788}"/>
              </a:ext>
            </a:extLst>
          </p:cNvPr>
          <p:cNvSpPr txBox="1"/>
          <p:nvPr/>
        </p:nvSpPr>
        <p:spPr>
          <a:xfrm>
            <a:off x="1618599" y="4534836"/>
            <a:ext cx="4324488" cy="338554"/>
          </a:xfrm>
          <a:prstGeom prst="rect">
            <a:avLst/>
          </a:prstGeom>
          <a:noFill/>
        </p:spPr>
        <p:txBody>
          <a:bodyPr wrap="square">
            <a:spAutoFit/>
          </a:bodyPr>
          <a:lstStyle/>
          <a:p>
            <a:pPr defTabSz="914354">
              <a:defRPr/>
            </a:pPr>
            <a:r>
              <a:rPr lang="en-US" sz="800">
                <a:solidFill>
                  <a:srgbClr val="000000"/>
                </a:solidFill>
                <a:latin typeface="Calibri" panose="020F0502020204030204" pitchFamily="34" charset="0"/>
              </a:rPr>
              <a:t>*According to press release, 9mg Ph3 will initiate in 2023</a:t>
            </a:r>
          </a:p>
          <a:p>
            <a:pPr defTabSz="914354">
              <a:defRPr/>
            </a:pPr>
            <a:r>
              <a:rPr lang="en-US" altLang="zh-CN" sz="800" baseline="30000">
                <a:solidFill>
                  <a:srgbClr val="000000"/>
                </a:solidFill>
                <a:latin typeface="Calibri" panose="020F0502020204030204" pitchFamily="34" charset="0"/>
              </a:rPr>
              <a:t>#</a:t>
            </a:r>
            <a:r>
              <a:rPr lang="en-US" altLang="zh-CN" sz="800">
                <a:solidFill>
                  <a:srgbClr val="000000"/>
                </a:solidFill>
                <a:latin typeface="Calibri" panose="020F0502020204030204" pitchFamily="34" charset="0"/>
              </a:rPr>
              <a:t>Pegapamodutide (LY2944876) </a:t>
            </a:r>
            <a:r>
              <a:rPr lang="en-US" altLang="zh-CN" sz="800" err="1">
                <a:solidFill>
                  <a:srgbClr val="000000"/>
                </a:solidFill>
                <a:latin typeface="Calibri" panose="020F0502020204030204" pitchFamily="34" charset="0"/>
              </a:rPr>
              <a:t>PhII</a:t>
            </a:r>
            <a:r>
              <a:rPr lang="en-US" altLang="zh-CN" sz="800">
                <a:solidFill>
                  <a:srgbClr val="000000"/>
                </a:solidFill>
                <a:latin typeface="Calibri" panose="020F0502020204030204" pitchFamily="34" charset="0"/>
              </a:rPr>
              <a:t> in T2D finished. No more updates</a:t>
            </a:r>
            <a:r>
              <a:rPr lang="en-US" sz="800">
                <a:solidFill>
                  <a:srgbClr val="000000"/>
                </a:solidFill>
                <a:latin typeface="Calibri" panose="020F0502020204030204" pitchFamily="34" charset="0"/>
              </a:rPr>
              <a:t> </a:t>
            </a:r>
          </a:p>
        </p:txBody>
      </p:sp>
      <p:sp>
        <p:nvSpPr>
          <p:cNvPr id="185" name="星形: 七角 184">
            <a:extLst>
              <a:ext uri="{FF2B5EF4-FFF2-40B4-BE49-F238E27FC236}">
                <a16:creationId xmlns:a16="http://schemas.microsoft.com/office/drawing/2014/main" id="{44B97F42-9555-409E-F410-C27AD9078D0A}"/>
              </a:ext>
            </a:extLst>
          </p:cNvPr>
          <p:cNvSpPr/>
          <p:nvPr/>
        </p:nvSpPr>
        <p:spPr>
          <a:xfrm>
            <a:off x="7724480" y="2581686"/>
            <a:ext cx="343555" cy="298165"/>
          </a:xfrm>
          <a:prstGeom prst="star7">
            <a:avLst/>
          </a:prstGeom>
          <a:solidFill>
            <a:srgbClr val="FFFF00"/>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7">
              <a:defRPr/>
            </a:pPr>
            <a:endParaRPr lang="zh-CN" altLang="en-US" sz="1400" err="1">
              <a:solidFill>
                <a:srgbClr val="000000"/>
              </a:solidFill>
              <a:latin typeface="BISansOpti"/>
            </a:endParaRPr>
          </a:p>
        </p:txBody>
      </p:sp>
      <p:grpSp>
        <p:nvGrpSpPr>
          <p:cNvPr id="23" name="组合 22">
            <a:extLst>
              <a:ext uri="{FF2B5EF4-FFF2-40B4-BE49-F238E27FC236}">
                <a16:creationId xmlns:a16="http://schemas.microsoft.com/office/drawing/2014/main" id="{BFEFEC68-83BC-F25B-4D13-243BFDD31934}"/>
              </a:ext>
            </a:extLst>
          </p:cNvPr>
          <p:cNvGrpSpPr/>
          <p:nvPr/>
        </p:nvGrpSpPr>
        <p:grpSpPr>
          <a:xfrm>
            <a:off x="10737639" y="3861126"/>
            <a:ext cx="1188000" cy="540000"/>
            <a:chOff x="10769172" y="3269257"/>
            <a:chExt cx="1188000" cy="540000"/>
          </a:xfrm>
        </p:grpSpPr>
        <p:grpSp>
          <p:nvGrpSpPr>
            <p:cNvPr id="5" name="组合 4">
              <a:extLst>
                <a:ext uri="{FF2B5EF4-FFF2-40B4-BE49-F238E27FC236}">
                  <a16:creationId xmlns:a16="http://schemas.microsoft.com/office/drawing/2014/main" id="{9B0FE9E0-8A85-5088-B6CB-6B4E94C9ECC4}"/>
                </a:ext>
              </a:extLst>
            </p:cNvPr>
            <p:cNvGrpSpPr/>
            <p:nvPr/>
          </p:nvGrpSpPr>
          <p:grpSpPr>
            <a:xfrm>
              <a:off x="10769172" y="3269257"/>
              <a:ext cx="1188000" cy="540000"/>
              <a:chOff x="8875174" y="3879422"/>
              <a:chExt cx="1188000" cy="540000"/>
            </a:xfrm>
          </p:grpSpPr>
          <p:sp>
            <p:nvSpPr>
              <p:cNvPr id="6" name="TextBox 100">
                <a:extLst>
                  <a:ext uri="{FF2B5EF4-FFF2-40B4-BE49-F238E27FC236}">
                    <a16:creationId xmlns:a16="http://schemas.microsoft.com/office/drawing/2014/main" id="{93DA6A53-CF31-1ACF-4077-D483E8A5B2EB}"/>
                  </a:ext>
                </a:extLst>
              </p:cNvPr>
              <p:cNvSpPr>
                <a:spLocks noChangeArrowheads="1"/>
              </p:cNvSpPr>
              <p:nvPr/>
            </p:nvSpPr>
            <p:spPr bwMode="auto">
              <a:xfrm>
                <a:off x="8875174" y="3879422"/>
                <a:ext cx="1188000" cy="540000"/>
              </a:xfrm>
              <a:prstGeom prst="roundRect">
                <a:avLst>
                  <a:gd name="adj" fmla="val 16667"/>
                </a:avLst>
              </a:prstGeom>
              <a:solidFill>
                <a:srgbClr val="71A120">
                  <a:lumMod val="20000"/>
                  <a:lumOff val="80000"/>
                </a:srgbClr>
              </a:solidFill>
              <a:ln w="9525">
                <a:solidFill>
                  <a:srgbClr val="002060"/>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VCT 220</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Incentage</a:t>
                </a:r>
                <a:r>
                  <a:rPr lang="en-US" sz="900" i="1" kern="0">
                    <a:solidFill>
                      <a:srgbClr val="004259"/>
                    </a:solidFill>
                    <a:latin typeface="Calibri" panose="020F0502020204030204" pitchFamily="34" charset="0"/>
                  </a:rPr>
                  <a:t>)</a:t>
                </a:r>
              </a:p>
            </p:txBody>
          </p:sp>
          <p:pic>
            <p:nvPicPr>
              <p:cNvPr id="8" name="Picture 149">
                <a:extLst>
                  <a:ext uri="{FF2B5EF4-FFF2-40B4-BE49-F238E27FC236}">
                    <a16:creationId xmlns:a16="http://schemas.microsoft.com/office/drawing/2014/main" id="{01675804-1E8C-7351-2571-7B8344D863DA}"/>
                  </a:ext>
                </a:extLst>
              </p:cNvPr>
              <p:cNvPicPr>
                <a:picLocks noChangeAspect="1"/>
              </p:cNvPicPr>
              <p:nvPr/>
            </p:nvPicPr>
            <p:blipFill>
              <a:blip r:embed="rId3" cstate="print"/>
              <a:stretch>
                <a:fillRect/>
              </a:stretch>
            </p:blipFill>
            <p:spPr>
              <a:xfrm>
                <a:off x="8903890" y="3918164"/>
                <a:ext cx="129584" cy="213685"/>
              </a:xfrm>
              <a:prstGeom prst="rect">
                <a:avLst/>
              </a:prstGeom>
              <a:solidFill>
                <a:srgbClr val="71A120">
                  <a:lumMod val="20000"/>
                  <a:lumOff val="80000"/>
                </a:srgbClr>
              </a:solidFill>
            </p:spPr>
          </p:pic>
        </p:grpSp>
        <p:sp>
          <p:nvSpPr>
            <p:cNvPr id="20" name="Oval 160">
              <a:extLst>
                <a:ext uri="{FF2B5EF4-FFF2-40B4-BE49-F238E27FC236}">
                  <a16:creationId xmlns:a16="http://schemas.microsoft.com/office/drawing/2014/main" id="{B4B187E3-FD61-4266-0EC2-814EF06A99AC}"/>
                </a:ext>
              </a:extLst>
            </p:cNvPr>
            <p:cNvSpPr/>
            <p:nvPr/>
          </p:nvSpPr>
          <p:spPr>
            <a:xfrm>
              <a:off x="11618975" y="3279740"/>
              <a:ext cx="324000" cy="324000"/>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2031</a:t>
              </a:r>
            </a:p>
            <a:p>
              <a:pPr algn="ctr" defTabSz="914354">
                <a:defRPr/>
              </a:pPr>
              <a:r>
                <a:rPr lang="en-US" sz="800" b="1" kern="0">
                  <a:solidFill>
                    <a:srgbClr val="004259"/>
                  </a:solidFill>
                  <a:latin typeface="Calibri" panose="020F0502020204030204" pitchFamily="34" charset="0"/>
                </a:rPr>
                <a:t>Q1</a:t>
              </a:r>
            </a:p>
          </p:txBody>
        </p:sp>
      </p:grpSp>
      <p:grpSp>
        <p:nvGrpSpPr>
          <p:cNvPr id="24" name="组合 23">
            <a:extLst>
              <a:ext uri="{FF2B5EF4-FFF2-40B4-BE49-F238E27FC236}">
                <a16:creationId xmlns:a16="http://schemas.microsoft.com/office/drawing/2014/main" id="{96D0CDB3-0F05-47B8-B7E3-C03C09D5C526}"/>
              </a:ext>
            </a:extLst>
          </p:cNvPr>
          <p:cNvGrpSpPr/>
          <p:nvPr/>
        </p:nvGrpSpPr>
        <p:grpSpPr>
          <a:xfrm>
            <a:off x="9416754" y="2645265"/>
            <a:ext cx="1188000" cy="540000"/>
            <a:chOff x="10769172" y="3269257"/>
            <a:chExt cx="1188000" cy="540000"/>
          </a:xfrm>
        </p:grpSpPr>
        <p:grpSp>
          <p:nvGrpSpPr>
            <p:cNvPr id="25" name="组合 24">
              <a:extLst>
                <a:ext uri="{FF2B5EF4-FFF2-40B4-BE49-F238E27FC236}">
                  <a16:creationId xmlns:a16="http://schemas.microsoft.com/office/drawing/2014/main" id="{86F6C0CE-0D51-81D7-9944-8D3503B50B80}"/>
                </a:ext>
              </a:extLst>
            </p:cNvPr>
            <p:cNvGrpSpPr/>
            <p:nvPr/>
          </p:nvGrpSpPr>
          <p:grpSpPr>
            <a:xfrm>
              <a:off x="10769172" y="3269257"/>
              <a:ext cx="1188000" cy="540000"/>
              <a:chOff x="8875174" y="3879422"/>
              <a:chExt cx="1188000" cy="540000"/>
            </a:xfrm>
          </p:grpSpPr>
          <p:sp>
            <p:nvSpPr>
              <p:cNvPr id="27" name="TextBox 100">
                <a:extLst>
                  <a:ext uri="{FF2B5EF4-FFF2-40B4-BE49-F238E27FC236}">
                    <a16:creationId xmlns:a16="http://schemas.microsoft.com/office/drawing/2014/main" id="{248974B6-EF18-9F3F-A047-E3C89A7D6FD4}"/>
                  </a:ext>
                </a:extLst>
              </p:cNvPr>
              <p:cNvSpPr>
                <a:spLocks noChangeArrowheads="1"/>
              </p:cNvSpPr>
              <p:nvPr/>
            </p:nvSpPr>
            <p:spPr bwMode="auto">
              <a:xfrm>
                <a:off x="8875174" y="3879422"/>
                <a:ext cx="1188000" cy="540000"/>
              </a:xfrm>
              <a:prstGeom prst="roundRect">
                <a:avLst>
                  <a:gd name="adj" fmla="val 16667"/>
                </a:avLst>
              </a:prstGeom>
              <a:solidFill>
                <a:srgbClr val="71A120">
                  <a:lumMod val="20000"/>
                  <a:lumOff val="80000"/>
                </a:srgbClr>
              </a:solidFill>
              <a:ln w="6350">
                <a:solidFill>
                  <a:srgbClr val="002060"/>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HRS-7535</a:t>
                </a:r>
              </a:p>
              <a:p>
                <a:pPr algn="ctr" defTabSz="914230">
                  <a:defRPr/>
                </a:pPr>
                <a:r>
                  <a:rPr lang="en-US" altLang="zh-CN" sz="900" i="1" kern="0">
                    <a:solidFill>
                      <a:srgbClr val="004259"/>
                    </a:solidFill>
                    <a:latin typeface="Calibri" panose="020F0502020204030204" pitchFamily="34" charset="0"/>
                  </a:rPr>
                  <a:t>(</a:t>
                </a:r>
                <a:r>
                  <a:rPr lang="en-US" altLang="zh-CN" sz="900" i="1" kern="0" err="1">
                    <a:solidFill>
                      <a:srgbClr val="004259"/>
                    </a:solidFill>
                    <a:latin typeface="Calibri" panose="020F0502020204030204" pitchFamily="34" charset="0"/>
                  </a:rPr>
                  <a:t>Hengrui</a:t>
                </a:r>
                <a:r>
                  <a:rPr lang="en-US" altLang="zh-CN" sz="900" i="1" kern="0">
                    <a:solidFill>
                      <a:srgbClr val="004259"/>
                    </a:solidFill>
                    <a:latin typeface="Calibri" panose="020F0502020204030204" pitchFamily="34" charset="0"/>
                  </a:rPr>
                  <a:t>)</a:t>
                </a:r>
              </a:p>
            </p:txBody>
          </p:sp>
          <p:pic>
            <p:nvPicPr>
              <p:cNvPr id="30" name="Picture 149">
                <a:extLst>
                  <a:ext uri="{FF2B5EF4-FFF2-40B4-BE49-F238E27FC236}">
                    <a16:creationId xmlns:a16="http://schemas.microsoft.com/office/drawing/2014/main" id="{C54D452C-09BD-D35D-D64A-2483D71B36A4}"/>
                  </a:ext>
                </a:extLst>
              </p:cNvPr>
              <p:cNvPicPr>
                <a:picLocks noChangeAspect="1"/>
              </p:cNvPicPr>
              <p:nvPr/>
            </p:nvPicPr>
            <p:blipFill>
              <a:blip r:embed="rId3" cstate="print"/>
              <a:stretch>
                <a:fillRect/>
              </a:stretch>
            </p:blipFill>
            <p:spPr>
              <a:xfrm>
                <a:off x="8903890" y="3918164"/>
                <a:ext cx="129584" cy="213685"/>
              </a:xfrm>
              <a:prstGeom prst="rect">
                <a:avLst/>
              </a:prstGeom>
              <a:solidFill>
                <a:srgbClr val="71A120">
                  <a:lumMod val="20000"/>
                  <a:lumOff val="80000"/>
                </a:srgbClr>
              </a:solidFill>
            </p:spPr>
          </p:pic>
        </p:grpSp>
        <p:sp>
          <p:nvSpPr>
            <p:cNvPr id="26" name="Oval 160">
              <a:extLst>
                <a:ext uri="{FF2B5EF4-FFF2-40B4-BE49-F238E27FC236}">
                  <a16:creationId xmlns:a16="http://schemas.microsoft.com/office/drawing/2014/main" id="{4A11524C-D9BE-942E-A427-C404BB04E16E}"/>
                </a:ext>
              </a:extLst>
            </p:cNvPr>
            <p:cNvSpPr/>
            <p:nvPr/>
          </p:nvSpPr>
          <p:spPr>
            <a:xfrm>
              <a:off x="11724639" y="3279740"/>
              <a:ext cx="218335" cy="235620"/>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Q1</a:t>
              </a:r>
            </a:p>
          </p:txBody>
        </p:sp>
      </p:grpSp>
      <p:sp>
        <p:nvSpPr>
          <p:cNvPr id="3" name="Speech Bubble: Rectangle with Corners Rounded 2">
            <a:extLst>
              <a:ext uri="{FF2B5EF4-FFF2-40B4-BE49-F238E27FC236}">
                <a16:creationId xmlns:a16="http://schemas.microsoft.com/office/drawing/2014/main" id="{3241D9A1-5BCF-3B96-9BCC-F863386EA9D7}"/>
              </a:ext>
            </a:extLst>
          </p:cNvPr>
          <p:cNvSpPr/>
          <p:nvPr/>
        </p:nvSpPr>
        <p:spPr bwMode="gray">
          <a:xfrm>
            <a:off x="2143769" y="2847376"/>
            <a:ext cx="2640603" cy="645332"/>
          </a:xfrm>
          <a:prstGeom prst="wedgeRoundRectCallout">
            <a:avLst>
              <a:gd name="adj1" fmla="val -2135"/>
              <a:gd name="adj2" fmla="val -178756"/>
              <a:gd name="adj3" fmla="val 16667"/>
            </a:avLst>
          </a:prstGeom>
          <a:solidFill>
            <a:srgbClr val="D8F9F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900" b="1" err="1">
                <a:solidFill>
                  <a:schemeClr val="bg2">
                    <a:lumMod val="90000"/>
                    <a:lumOff val="10000"/>
                  </a:schemeClr>
                </a:solidFill>
              </a:rPr>
              <a:t>Innovent</a:t>
            </a:r>
            <a:r>
              <a:rPr lang="en-US" sz="900" b="1">
                <a:solidFill>
                  <a:schemeClr val="bg2">
                    <a:lumMod val="90000"/>
                    <a:lumOff val="10000"/>
                  </a:schemeClr>
                </a:solidFill>
              </a:rPr>
              <a:t> submitted NDA for </a:t>
            </a:r>
            <a:r>
              <a:rPr lang="en-US" sz="900" b="1" err="1">
                <a:solidFill>
                  <a:schemeClr val="bg2">
                    <a:lumMod val="90000"/>
                    <a:lumOff val="10000"/>
                  </a:schemeClr>
                </a:solidFill>
              </a:rPr>
              <a:t>Mazdutide</a:t>
            </a:r>
            <a:r>
              <a:rPr lang="en-US" sz="900" b="1">
                <a:solidFill>
                  <a:schemeClr val="bg2">
                    <a:lumMod val="90000"/>
                    <a:lumOff val="10000"/>
                  </a:schemeClr>
                </a:solidFill>
              </a:rPr>
              <a:t> 6mg on 2Feb, launch device is AI.</a:t>
            </a:r>
          </a:p>
        </p:txBody>
      </p:sp>
      <p:sp>
        <p:nvSpPr>
          <p:cNvPr id="4" name="Star: 6 Points 3">
            <a:extLst>
              <a:ext uri="{FF2B5EF4-FFF2-40B4-BE49-F238E27FC236}">
                <a16:creationId xmlns:a16="http://schemas.microsoft.com/office/drawing/2014/main" id="{890269CA-E8E6-6196-34AD-45E37031CE41}"/>
              </a:ext>
            </a:extLst>
          </p:cNvPr>
          <p:cNvSpPr/>
          <p:nvPr/>
        </p:nvSpPr>
        <p:spPr bwMode="gray">
          <a:xfrm>
            <a:off x="2143769" y="2586843"/>
            <a:ext cx="390991" cy="416365"/>
          </a:xfrm>
          <a:prstGeom prst="star6">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pSp>
        <p:nvGrpSpPr>
          <p:cNvPr id="13" name="组合 12">
            <a:extLst>
              <a:ext uri="{FF2B5EF4-FFF2-40B4-BE49-F238E27FC236}">
                <a16:creationId xmlns:a16="http://schemas.microsoft.com/office/drawing/2014/main" id="{B4DA6BC1-0295-CF34-408C-DB1656F7272A}"/>
              </a:ext>
            </a:extLst>
          </p:cNvPr>
          <p:cNvGrpSpPr/>
          <p:nvPr/>
        </p:nvGrpSpPr>
        <p:grpSpPr>
          <a:xfrm>
            <a:off x="9422379" y="1394934"/>
            <a:ext cx="1188000" cy="540000"/>
            <a:chOff x="8845561" y="1515695"/>
            <a:chExt cx="1188000" cy="540000"/>
          </a:xfrm>
        </p:grpSpPr>
        <p:sp>
          <p:nvSpPr>
            <p:cNvPr id="31" name="TextBox 100">
              <a:extLst>
                <a:ext uri="{FF2B5EF4-FFF2-40B4-BE49-F238E27FC236}">
                  <a16:creationId xmlns:a16="http://schemas.microsoft.com/office/drawing/2014/main" id="{175E65FD-2B12-B836-6632-645AFF7FBECF}"/>
                </a:ext>
              </a:extLst>
            </p:cNvPr>
            <p:cNvSpPr>
              <a:spLocks noChangeArrowheads="1"/>
            </p:cNvSpPr>
            <p:nvPr/>
          </p:nvSpPr>
          <p:spPr bwMode="auto">
            <a:xfrm>
              <a:off x="8845561" y="1515695"/>
              <a:ext cx="1188000" cy="540000"/>
            </a:xfrm>
            <a:prstGeom prst="roundRect">
              <a:avLst>
                <a:gd name="adj" fmla="val 16667"/>
              </a:avLst>
            </a:prstGeom>
            <a:solidFill>
              <a:srgbClr val="C6D9F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HS-20094 </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Hansho</a:t>
              </a:r>
              <a:r>
                <a:rPr lang="en-US" sz="900" i="1" kern="0">
                  <a:solidFill>
                    <a:srgbClr val="004259"/>
                  </a:solidFill>
                  <a:latin typeface="Calibri" panose="020F0502020204030204" pitchFamily="34" charset="0"/>
                </a:rPr>
                <a:t>)</a:t>
              </a:r>
            </a:p>
            <a:p>
              <a:pPr algn="ctr" defTabSz="914230">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GIPa</a:t>
              </a:r>
              <a:endParaRPr lang="en-US" sz="900" kern="0">
                <a:solidFill>
                  <a:srgbClr val="004259"/>
                </a:solidFill>
                <a:latin typeface="Calibri" panose="020F0502020204030204" pitchFamily="34" charset="0"/>
              </a:endParaRPr>
            </a:p>
          </p:txBody>
        </p:sp>
        <p:sp>
          <p:nvSpPr>
            <p:cNvPr id="32" name="Oval 109">
              <a:extLst>
                <a:ext uri="{FF2B5EF4-FFF2-40B4-BE49-F238E27FC236}">
                  <a16:creationId xmlns:a16="http://schemas.microsoft.com/office/drawing/2014/main" id="{162CB52A-8C10-3CD0-E061-403B9654A314}"/>
                </a:ext>
              </a:extLst>
            </p:cNvPr>
            <p:cNvSpPr/>
            <p:nvPr/>
          </p:nvSpPr>
          <p:spPr>
            <a:xfrm>
              <a:off x="9835299" y="1816544"/>
              <a:ext cx="188259" cy="210037"/>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Q2</a:t>
              </a:r>
            </a:p>
          </p:txBody>
        </p:sp>
        <p:pic>
          <p:nvPicPr>
            <p:cNvPr id="33" name="Picture 117">
              <a:extLst>
                <a:ext uri="{FF2B5EF4-FFF2-40B4-BE49-F238E27FC236}">
                  <a16:creationId xmlns:a16="http://schemas.microsoft.com/office/drawing/2014/main" id="{A51E7742-D7F8-E30B-E29F-2C4C28F11047}"/>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863091" y="1521530"/>
              <a:ext cx="240269" cy="303489"/>
            </a:xfrm>
            <a:prstGeom prst="rect">
              <a:avLst/>
            </a:prstGeom>
          </p:spPr>
        </p:pic>
      </p:grpSp>
      <p:grpSp>
        <p:nvGrpSpPr>
          <p:cNvPr id="53" name="组合 52">
            <a:extLst>
              <a:ext uri="{FF2B5EF4-FFF2-40B4-BE49-F238E27FC236}">
                <a16:creationId xmlns:a16="http://schemas.microsoft.com/office/drawing/2014/main" id="{47CB051C-5062-0577-D8D5-36F9FE881F30}"/>
              </a:ext>
            </a:extLst>
          </p:cNvPr>
          <p:cNvGrpSpPr/>
          <p:nvPr/>
        </p:nvGrpSpPr>
        <p:grpSpPr>
          <a:xfrm>
            <a:off x="9430087" y="2023462"/>
            <a:ext cx="1188000" cy="540000"/>
            <a:chOff x="8899912" y="2728735"/>
            <a:chExt cx="1188000" cy="540000"/>
          </a:xfrm>
        </p:grpSpPr>
        <p:sp>
          <p:nvSpPr>
            <p:cNvPr id="55" name="TextBox 100">
              <a:extLst>
                <a:ext uri="{FF2B5EF4-FFF2-40B4-BE49-F238E27FC236}">
                  <a16:creationId xmlns:a16="http://schemas.microsoft.com/office/drawing/2014/main" id="{1FB75331-FBC8-4048-2A54-44AA35F39FA0}"/>
                </a:ext>
              </a:extLst>
            </p:cNvPr>
            <p:cNvSpPr>
              <a:spLocks noChangeArrowheads="1"/>
            </p:cNvSpPr>
            <p:nvPr/>
          </p:nvSpPr>
          <p:spPr bwMode="auto">
            <a:xfrm>
              <a:off x="8899912" y="2728735"/>
              <a:ext cx="1188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 GMA105</a:t>
              </a:r>
            </a:p>
            <a:p>
              <a:pPr algn="ctr" defTabSz="914230">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Gmax</a:t>
              </a:r>
              <a:r>
                <a:rPr lang="en-US" sz="900" i="1" kern="0">
                  <a:solidFill>
                    <a:srgbClr val="004259"/>
                  </a:solidFill>
                  <a:latin typeface="Calibri" panose="020F0502020204030204" pitchFamily="34" charset="0"/>
                </a:rPr>
                <a:t>/Gan &amp; LEE)</a:t>
              </a:r>
            </a:p>
          </p:txBody>
        </p:sp>
        <p:pic>
          <p:nvPicPr>
            <p:cNvPr id="56" name="Picture 146">
              <a:extLst>
                <a:ext uri="{FF2B5EF4-FFF2-40B4-BE49-F238E27FC236}">
                  <a16:creationId xmlns:a16="http://schemas.microsoft.com/office/drawing/2014/main" id="{DC09D91F-D2FB-D724-8597-A21D61822351}"/>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930289" y="2775976"/>
              <a:ext cx="257799" cy="303489"/>
            </a:xfrm>
            <a:prstGeom prst="rect">
              <a:avLst/>
            </a:prstGeom>
          </p:spPr>
        </p:pic>
        <p:sp>
          <p:nvSpPr>
            <p:cNvPr id="58" name="Oval 118">
              <a:extLst>
                <a:ext uri="{FF2B5EF4-FFF2-40B4-BE49-F238E27FC236}">
                  <a16:creationId xmlns:a16="http://schemas.microsoft.com/office/drawing/2014/main" id="{2DA19AAB-1F94-E5CF-B610-FAA2CB44890F}"/>
                </a:ext>
              </a:extLst>
            </p:cNvPr>
            <p:cNvSpPr/>
            <p:nvPr/>
          </p:nvSpPr>
          <p:spPr>
            <a:xfrm>
              <a:off x="9895905" y="2764405"/>
              <a:ext cx="184299" cy="210037"/>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Q1</a:t>
              </a:r>
            </a:p>
          </p:txBody>
        </p:sp>
      </p:grpSp>
      <p:grpSp>
        <p:nvGrpSpPr>
          <p:cNvPr id="95" name="组合 94">
            <a:extLst>
              <a:ext uri="{FF2B5EF4-FFF2-40B4-BE49-F238E27FC236}">
                <a16:creationId xmlns:a16="http://schemas.microsoft.com/office/drawing/2014/main" id="{DBB9B53A-904E-D234-8FC0-AD6478DFC66D}"/>
              </a:ext>
            </a:extLst>
          </p:cNvPr>
          <p:cNvGrpSpPr/>
          <p:nvPr/>
        </p:nvGrpSpPr>
        <p:grpSpPr>
          <a:xfrm>
            <a:off x="10737639" y="2018311"/>
            <a:ext cx="1202237" cy="540000"/>
            <a:chOff x="8845561" y="1515695"/>
            <a:chExt cx="1202237" cy="540000"/>
          </a:xfrm>
        </p:grpSpPr>
        <p:sp>
          <p:nvSpPr>
            <p:cNvPr id="96" name="TextBox 100">
              <a:extLst>
                <a:ext uri="{FF2B5EF4-FFF2-40B4-BE49-F238E27FC236}">
                  <a16:creationId xmlns:a16="http://schemas.microsoft.com/office/drawing/2014/main" id="{CD6EA312-BC4C-275A-2B04-E22892A63E8E}"/>
                </a:ext>
              </a:extLst>
            </p:cNvPr>
            <p:cNvSpPr>
              <a:spLocks noChangeArrowheads="1"/>
            </p:cNvSpPr>
            <p:nvPr/>
          </p:nvSpPr>
          <p:spPr bwMode="auto">
            <a:xfrm>
              <a:off x="8845561" y="1515695"/>
              <a:ext cx="1188000" cy="540000"/>
            </a:xfrm>
            <a:prstGeom prst="roundRect">
              <a:avLst>
                <a:gd name="adj" fmla="val 16667"/>
              </a:avLst>
            </a:prstGeom>
            <a:solidFill>
              <a:srgbClr val="C6D9F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HEC88473</a:t>
              </a:r>
            </a:p>
            <a:p>
              <a:pPr algn="ctr" defTabSz="914230">
                <a:defRPr/>
              </a:pPr>
              <a:r>
                <a:rPr lang="en-US" sz="900" i="1" kern="0">
                  <a:solidFill>
                    <a:srgbClr val="004259"/>
                  </a:solidFill>
                  <a:latin typeface="Calibri" panose="020F0502020204030204" pitchFamily="34" charset="0"/>
                </a:rPr>
                <a:t>(HEC)</a:t>
              </a:r>
            </a:p>
            <a:p>
              <a:pPr algn="ctr" defTabSz="914230">
                <a:defRPr/>
              </a:pPr>
              <a:r>
                <a:rPr lang="en-US" sz="900" kern="0">
                  <a:solidFill>
                    <a:srgbClr val="004259"/>
                  </a:solidFill>
                  <a:latin typeface="Calibri" panose="020F0502020204030204" pitchFamily="34" charset="0"/>
                </a:rPr>
                <a:t>GLP-1/FGF21</a:t>
              </a:r>
            </a:p>
          </p:txBody>
        </p:sp>
        <p:sp>
          <p:nvSpPr>
            <p:cNvPr id="97" name="Oval 109">
              <a:extLst>
                <a:ext uri="{FF2B5EF4-FFF2-40B4-BE49-F238E27FC236}">
                  <a16:creationId xmlns:a16="http://schemas.microsoft.com/office/drawing/2014/main" id="{5A90E540-3F89-A44E-2684-9ED199F6C0FA}"/>
                </a:ext>
              </a:extLst>
            </p:cNvPr>
            <p:cNvSpPr/>
            <p:nvPr/>
          </p:nvSpPr>
          <p:spPr>
            <a:xfrm>
              <a:off x="9719604" y="1535108"/>
              <a:ext cx="328194" cy="320040"/>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endParaRPr lang="en-US" sz="800" b="1" kern="0">
                <a:solidFill>
                  <a:srgbClr val="004259"/>
                </a:solidFill>
                <a:latin typeface="Calibri" panose="020F0502020204030204" pitchFamily="34" charset="0"/>
              </a:endParaRPr>
            </a:p>
            <a:p>
              <a:pPr algn="ctr" defTabSz="914354">
                <a:defRPr/>
              </a:pPr>
              <a:r>
                <a:rPr lang="en-US" sz="800" b="1" kern="0">
                  <a:solidFill>
                    <a:srgbClr val="004259"/>
                  </a:solidFill>
                  <a:latin typeface="Calibri" panose="020F0502020204030204" pitchFamily="34" charset="0"/>
                </a:rPr>
                <a:t>2032Q1</a:t>
              </a:r>
            </a:p>
          </p:txBody>
        </p:sp>
        <p:pic>
          <p:nvPicPr>
            <p:cNvPr id="98" name="Picture 117">
              <a:extLst>
                <a:ext uri="{FF2B5EF4-FFF2-40B4-BE49-F238E27FC236}">
                  <a16:creationId xmlns:a16="http://schemas.microsoft.com/office/drawing/2014/main" id="{5938B5AB-0903-B967-54C9-C7E27982FF0D}"/>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863091" y="1521530"/>
              <a:ext cx="240269" cy="303489"/>
            </a:xfrm>
            <a:prstGeom prst="rect">
              <a:avLst/>
            </a:prstGeom>
          </p:spPr>
        </p:pic>
      </p:grpSp>
      <p:grpSp>
        <p:nvGrpSpPr>
          <p:cNvPr id="99" name="组合 98">
            <a:extLst>
              <a:ext uri="{FF2B5EF4-FFF2-40B4-BE49-F238E27FC236}">
                <a16:creationId xmlns:a16="http://schemas.microsoft.com/office/drawing/2014/main" id="{7A0FFA05-47F3-3360-8A01-46E32704281F}"/>
              </a:ext>
            </a:extLst>
          </p:cNvPr>
          <p:cNvGrpSpPr/>
          <p:nvPr/>
        </p:nvGrpSpPr>
        <p:grpSpPr>
          <a:xfrm>
            <a:off x="10737639" y="2627338"/>
            <a:ext cx="1188000" cy="540824"/>
            <a:chOff x="8845561" y="1514871"/>
            <a:chExt cx="1188000" cy="540824"/>
          </a:xfrm>
        </p:grpSpPr>
        <p:sp>
          <p:nvSpPr>
            <p:cNvPr id="100" name="TextBox 100">
              <a:extLst>
                <a:ext uri="{FF2B5EF4-FFF2-40B4-BE49-F238E27FC236}">
                  <a16:creationId xmlns:a16="http://schemas.microsoft.com/office/drawing/2014/main" id="{D8263A58-9BDB-B301-F10F-F35C1A19AC82}"/>
                </a:ext>
              </a:extLst>
            </p:cNvPr>
            <p:cNvSpPr>
              <a:spLocks noChangeArrowheads="1"/>
            </p:cNvSpPr>
            <p:nvPr/>
          </p:nvSpPr>
          <p:spPr bwMode="auto">
            <a:xfrm>
              <a:off x="8845561" y="1515695"/>
              <a:ext cx="1188000" cy="540000"/>
            </a:xfrm>
            <a:prstGeom prst="roundRect">
              <a:avLst>
                <a:gd name="adj" fmla="val 16667"/>
              </a:avLst>
            </a:prstGeom>
            <a:solidFill>
              <a:srgbClr val="C6D9F1"/>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BGM0504</a:t>
              </a:r>
            </a:p>
            <a:p>
              <a:pPr algn="ctr" defTabSz="914230">
                <a:defRPr/>
              </a:pPr>
              <a:r>
                <a:rPr lang="en-US" sz="900" i="1" kern="0">
                  <a:solidFill>
                    <a:srgbClr val="004259"/>
                  </a:solidFill>
                  <a:latin typeface="Calibri" panose="020F0502020204030204" pitchFamily="34" charset="0"/>
                </a:rPr>
                <a:t>(Bright Gene)</a:t>
              </a:r>
            </a:p>
            <a:p>
              <a:pPr algn="ctr" defTabSz="914230">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GIPa</a:t>
              </a:r>
              <a:endParaRPr lang="en-US" sz="900" kern="0">
                <a:solidFill>
                  <a:srgbClr val="004259"/>
                </a:solidFill>
                <a:latin typeface="Calibri" panose="020F0502020204030204" pitchFamily="34" charset="0"/>
              </a:endParaRPr>
            </a:p>
          </p:txBody>
        </p:sp>
        <p:sp>
          <p:nvSpPr>
            <p:cNvPr id="104" name="Oval 109">
              <a:extLst>
                <a:ext uri="{FF2B5EF4-FFF2-40B4-BE49-F238E27FC236}">
                  <a16:creationId xmlns:a16="http://schemas.microsoft.com/office/drawing/2014/main" id="{21460D4C-3CCE-4417-F096-A0C3E8C2D82F}"/>
                </a:ext>
              </a:extLst>
            </p:cNvPr>
            <p:cNvSpPr/>
            <p:nvPr/>
          </p:nvSpPr>
          <p:spPr>
            <a:xfrm>
              <a:off x="9695364" y="1514871"/>
              <a:ext cx="328194" cy="254061"/>
            </a:xfrm>
            <a:prstGeom prst="ellipse">
              <a:avLst/>
            </a:prstGeom>
            <a:solidFill>
              <a:srgbClr val="C6D9F1"/>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2031 Q1</a:t>
              </a:r>
            </a:p>
          </p:txBody>
        </p:sp>
        <p:pic>
          <p:nvPicPr>
            <p:cNvPr id="107" name="Picture 117">
              <a:extLst>
                <a:ext uri="{FF2B5EF4-FFF2-40B4-BE49-F238E27FC236}">
                  <a16:creationId xmlns:a16="http://schemas.microsoft.com/office/drawing/2014/main" id="{276DAEEA-3A9A-5E96-D0F5-9C8DA6B04EC8}"/>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863091" y="1521530"/>
              <a:ext cx="240269" cy="303489"/>
            </a:xfrm>
            <a:prstGeom prst="rect">
              <a:avLst/>
            </a:prstGeom>
          </p:spPr>
        </p:pic>
      </p:grpSp>
      <p:grpSp>
        <p:nvGrpSpPr>
          <p:cNvPr id="108" name="组合 107">
            <a:extLst>
              <a:ext uri="{FF2B5EF4-FFF2-40B4-BE49-F238E27FC236}">
                <a16:creationId xmlns:a16="http://schemas.microsoft.com/office/drawing/2014/main" id="{37CCDC9C-5E58-5D04-FCF2-3288BFE87722}"/>
              </a:ext>
            </a:extLst>
          </p:cNvPr>
          <p:cNvGrpSpPr/>
          <p:nvPr/>
        </p:nvGrpSpPr>
        <p:grpSpPr>
          <a:xfrm>
            <a:off x="10737639" y="3252099"/>
            <a:ext cx="1188000" cy="540000"/>
            <a:chOff x="8845561" y="1515695"/>
            <a:chExt cx="1188000" cy="540000"/>
          </a:xfrm>
        </p:grpSpPr>
        <p:sp>
          <p:nvSpPr>
            <p:cNvPr id="109" name="TextBox 100">
              <a:extLst>
                <a:ext uri="{FF2B5EF4-FFF2-40B4-BE49-F238E27FC236}">
                  <a16:creationId xmlns:a16="http://schemas.microsoft.com/office/drawing/2014/main" id="{5107347C-048F-5A8C-A0EC-2FF0B9A6A046}"/>
                </a:ext>
              </a:extLst>
            </p:cNvPr>
            <p:cNvSpPr>
              <a:spLocks noChangeArrowheads="1"/>
            </p:cNvSpPr>
            <p:nvPr/>
          </p:nvSpPr>
          <p:spPr bwMode="auto">
            <a:xfrm>
              <a:off x="8845561" y="1515695"/>
              <a:ext cx="1188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GZR 18</a:t>
              </a:r>
            </a:p>
            <a:p>
              <a:pPr algn="ctr" defTabSz="914230">
                <a:defRPr/>
              </a:pPr>
              <a:r>
                <a:rPr lang="en-US" sz="900" i="1" kern="0">
                  <a:solidFill>
                    <a:srgbClr val="004259"/>
                  </a:solidFill>
                  <a:latin typeface="Calibri" panose="020F0502020204030204" pitchFamily="34" charset="0"/>
                </a:rPr>
                <a:t>(Gan &amp; Lee)</a:t>
              </a:r>
            </a:p>
          </p:txBody>
        </p:sp>
        <p:sp>
          <p:nvSpPr>
            <p:cNvPr id="110" name="Oval 109">
              <a:extLst>
                <a:ext uri="{FF2B5EF4-FFF2-40B4-BE49-F238E27FC236}">
                  <a16:creationId xmlns:a16="http://schemas.microsoft.com/office/drawing/2014/main" id="{4AB1E513-C387-13D1-BA5E-74981ADB8290}"/>
                </a:ext>
              </a:extLst>
            </p:cNvPr>
            <p:cNvSpPr/>
            <p:nvPr/>
          </p:nvSpPr>
          <p:spPr>
            <a:xfrm>
              <a:off x="9719604" y="1555395"/>
              <a:ext cx="303954" cy="218739"/>
            </a:xfrm>
            <a:prstGeom prst="ellipse">
              <a:avLst/>
            </a:prstGeom>
            <a:solidFill>
              <a:srgbClr val="E5F4CA"/>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2031Q3</a:t>
              </a:r>
            </a:p>
          </p:txBody>
        </p:sp>
        <p:pic>
          <p:nvPicPr>
            <p:cNvPr id="111" name="Picture 117">
              <a:extLst>
                <a:ext uri="{FF2B5EF4-FFF2-40B4-BE49-F238E27FC236}">
                  <a16:creationId xmlns:a16="http://schemas.microsoft.com/office/drawing/2014/main" id="{AE6F19D2-F7DE-B7FA-3311-9EBB22088CD5}"/>
                </a:ext>
              </a:extLst>
            </p:cNvPr>
            <p:cNvPicPr>
              <a:picLocks noChangeAspect="1"/>
            </p:cNvPicPr>
            <p:nvPr/>
          </p:nvPicPr>
          <p:blipFill>
            <a:blip r:embed="rId4" cstate="print">
              <a:duotone>
                <a:prstClr val="black"/>
                <a:srgbClr val="FFFF00">
                  <a:tint val="45000"/>
                  <a:satMod val="400000"/>
                </a:srgbClr>
              </a:duotone>
            </a:blip>
            <a:stretch>
              <a:fillRect/>
            </a:stretch>
          </p:blipFill>
          <p:spPr>
            <a:xfrm>
              <a:off x="8863091" y="1521530"/>
              <a:ext cx="240269" cy="303489"/>
            </a:xfrm>
            <a:prstGeom prst="rect">
              <a:avLst/>
            </a:prstGeom>
          </p:spPr>
        </p:pic>
      </p:grpSp>
      <p:grpSp>
        <p:nvGrpSpPr>
          <p:cNvPr id="112" name="组合 111">
            <a:extLst>
              <a:ext uri="{FF2B5EF4-FFF2-40B4-BE49-F238E27FC236}">
                <a16:creationId xmlns:a16="http://schemas.microsoft.com/office/drawing/2014/main" id="{AE330F94-AF22-F4C9-1163-EFC7AAC321AA}"/>
              </a:ext>
            </a:extLst>
          </p:cNvPr>
          <p:cNvGrpSpPr/>
          <p:nvPr/>
        </p:nvGrpSpPr>
        <p:grpSpPr>
          <a:xfrm>
            <a:off x="10743593" y="4468052"/>
            <a:ext cx="1188000" cy="540000"/>
            <a:chOff x="8845561" y="1515695"/>
            <a:chExt cx="1188000" cy="540000"/>
          </a:xfrm>
        </p:grpSpPr>
        <p:sp>
          <p:nvSpPr>
            <p:cNvPr id="113" name="TextBox 100">
              <a:extLst>
                <a:ext uri="{FF2B5EF4-FFF2-40B4-BE49-F238E27FC236}">
                  <a16:creationId xmlns:a16="http://schemas.microsoft.com/office/drawing/2014/main" id="{627E1BE9-4C79-709C-096F-AE239B5A4E37}"/>
                </a:ext>
              </a:extLst>
            </p:cNvPr>
            <p:cNvSpPr>
              <a:spLocks noChangeArrowheads="1"/>
            </p:cNvSpPr>
            <p:nvPr/>
          </p:nvSpPr>
          <p:spPr bwMode="auto">
            <a:xfrm>
              <a:off x="8845561" y="1515695"/>
              <a:ext cx="1188000" cy="540000"/>
            </a:xfrm>
            <a:prstGeom prst="roundRect">
              <a:avLst>
                <a:gd name="adj" fmla="val 16667"/>
              </a:avLst>
            </a:prstGeom>
            <a:solidFill>
              <a:srgbClr val="E5F4CA"/>
            </a:solidFill>
            <a:ln w="12700">
              <a:solidFill>
                <a:srgbClr val="004259"/>
              </a:solidFill>
              <a:prstDash val="solid"/>
              <a:miter lim="800000"/>
              <a:headEnd/>
              <a:tailEnd/>
            </a:ln>
          </p:spPr>
          <p:txBody>
            <a:bodyPr lIns="45720" rIns="45720" anchor="ctr"/>
            <a:lstStyle/>
            <a:p>
              <a:pPr algn="ctr" defTabSz="914230">
                <a:defRPr/>
              </a:pPr>
              <a:r>
                <a:rPr lang="en-US" sz="900" b="1" kern="0">
                  <a:solidFill>
                    <a:srgbClr val="004259"/>
                  </a:solidFill>
                  <a:latin typeface="Calibri" panose="020F0502020204030204" pitchFamily="34" charset="0"/>
                </a:rPr>
                <a:t>MDR-001</a:t>
              </a:r>
            </a:p>
            <a:p>
              <a:pPr algn="ctr" defTabSz="914230">
                <a:defRPr/>
              </a:pPr>
              <a:r>
                <a:rPr lang="en-US" sz="900" i="1" kern="0">
                  <a:solidFill>
                    <a:srgbClr val="004259"/>
                  </a:solidFill>
                  <a:latin typeface="Calibri" panose="020F0502020204030204" pitchFamily="34" charset="0"/>
                </a:rPr>
                <a:t>(Mind Rank)</a:t>
              </a:r>
            </a:p>
          </p:txBody>
        </p:sp>
        <p:sp>
          <p:nvSpPr>
            <p:cNvPr id="114" name="Oval 109">
              <a:extLst>
                <a:ext uri="{FF2B5EF4-FFF2-40B4-BE49-F238E27FC236}">
                  <a16:creationId xmlns:a16="http://schemas.microsoft.com/office/drawing/2014/main" id="{83633A6F-6B15-707F-A18E-B3412B1AC9E1}"/>
                </a:ext>
              </a:extLst>
            </p:cNvPr>
            <p:cNvSpPr/>
            <p:nvPr/>
          </p:nvSpPr>
          <p:spPr>
            <a:xfrm>
              <a:off x="9719604" y="1555395"/>
              <a:ext cx="303954" cy="218739"/>
            </a:xfrm>
            <a:prstGeom prst="ellipse">
              <a:avLst/>
            </a:prstGeom>
            <a:solidFill>
              <a:srgbClr val="E5F4CA"/>
            </a:solidFill>
            <a:ln w="12700" cap="flat" cmpd="sng" algn="ctr">
              <a:solidFill>
                <a:srgbClr val="FFFFFF">
                  <a:lumMod val="65000"/>
                </a:srgbClr>
              </a:solidFill>
              <a:prstDash val="solid"/>
              <a:miter lim="800000"/>
            </a:ln>
            <a:effectLst/>
          </p:spPr>
          <p:txBody>
            <a:bodyPr lIns="0" tIns="18288" rIns="0" bIns="18288" rtlCol="0" anchor="ctr"/>
            <a:lstStyle/>
            <a:p>
              <a:pPr algn="ctr" defTabSz="914354">
                <a:defRPr/>
              </a:pPr>
              <a:r>
                <a:rPr lang="en-US" sz="800" b="1" kern="0">
                  <a:solidFill>
                    <a:srgbClr val="004259"/>
                  </a:solidFill>
                  <a:latin typeface="Calibri" panose="020F0502020204030204" pitchFamily="34" charset="0"/>
                </a:rPr>
                <a:t>2031Q3</a:t>
              </a:r>
            </a:p>
          </p:txBody>
        </p:sp>
      </p:grpSp>
      <p:pic>
        <p:nvPicPr>
          <p:cNvPr id="116" name="Picture 149">
            <a:extLst>
              <a:ext uri="{FF2B5EF4-FFF2-40B4-BE49-F238E27FC236}">
                <a16:creationId xmlns:a16="http://schemas.microsoft.com/office/drawing/2014/main" id="{AFB7F40D-0B7E-A6F0-87EE-EF6F9B2B625D}"/>
              </a:ext>
            </a:extLst>
          </p:cNvPr>
          <p:cNvPicPr>
            <a:picLocks noChangeAspect="1"/>
          </p:cNvPicPr>
          <p:nvPr/>
        </p:nvPicPr>
        <p:blipFill>
          <a:blip r:embed="rId3" cstate="print"/>
          <a:stretch>
            <a:fillRect/>
          </a:stretch>
        </p:blipFill>
        <p:spPr>
          <a:xfrm>
            <a:off x="10766355" y="4510278"/>
            <a:ext cx="129584" cy="213685"/>
          </a:xfrm>
          <a:prstGeom prst="rect">
            <a:avLst/>
          </a:prstGeom>
          <a:solidFill>
            <a:srgbClr val="71A120">
              <a:lumMod val="20000"/>
              <a:lumOff val="80000"/>
            </a:srgbClr>
          </a:solidFill>
        </p:spPr>
      </p:pic>
    </p:spTree>
    <p:extLst>
      <p:ext uri="{BB962C8B-B14F-4D97-AF65-F5344CB8AC3E}">
        <p14:creationId xmlns:p14="http://schemas.microsoft.com/office/powerpoint/2010/main" val="422515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CE7-F109-28AB-55E7-BF9022905A9E}"/>
              </a:ext>
            </a:extLst>
          </p:cNvPr>
          <p:cNvSpPr>
            <a:spLocks noGrp="1"/>
          </p:cNvSpPr>
          <p:nvPr>
            <p:ph type="title"/>
          </p:nvPr>
        </p:nvSpPr>
        <p:spPr/>
        <p:txBody>
          <a:bodyPr/>
          <a:lstStyle/>
          <a:p>
            <a:r>
              <a:rPr lang="en-US" sz="2000" u="sng">
                <a:solidFill>
                  <a:schemeClr val="accent1">
                    <a:lumMod val="90000"/>
                    <a:lumOff val="10000"/>
                  </a:schemeClr>
                </a:solidFill>
                <a:cs typeface="Calibri" panose="020F0502020204030204" pitchFamily="34" charset="0"/>
              </a:rPr>
              <a:t>Ongoing:</a:t>
            </a:r>
            <a:br>
              <a:rPr lang="en-US" sz="2000" u="sng">
                <a:cs typeface="Calibri" panose="020F0502020204030204" pitchFamily="34" charset="0"/>
              </a:rPr>
            </a:br>
            <a:r>
              <a:rPr lang="en-US" sz="2000">
                <a:solidFill>
                  <a:schemeClr val="accent1">
                    <a:lumMod val="90000"/>
                    <a:lumOff val="10000"/>
                  </a:schemeClr>
                </a:solidFill>
                <a:cs typeface="Calibri" panose="020F0502020204030204" pitchFamily="34" charset="0"/>
              </a:rPr>
              <a:t>Survodutide (GLP1/GCGR agonist): Metabolic dysfunction-associated steatohepatitis (MASH)</a:t>
            </a:r>
          </a:p>
        </p:txBody>
      </p:sp>
      <p:sp>
        <p:nvSpPr>
          <p:cNvPr id="4" name="Footer Placeholder 3">
            <a:extLst>
              <a:ext uri="{FF2B5EF4-FFF2-40B4-BE49-F238E27FC236}">
                <a16:creationId xmlns:a16="http://schemas.microsoft.com/office/drawing/2014/main" id="{B0CAB3F3-47E9-6436-0876-686EDE9D1A3B}"/>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6B272C07-A90A-A658-63C7-142C9C28C2C7}"/>
              </a:ext>
            </a:extLst>
          </p:cNvPr>
          <p:cNvSpPr>
            <a:spLocks noGrp="1"/>
          </p:cNvSpPr>
          <p:nvPr>
            <p:ph type="sldNum" sz="quarter" idx="11"/>
          </p:nvPr>
        </p:nvSpPr>
        <p:spPr/>
        <p:txBody>
          <a:bodyPr/>
          <a:lstStyle/>
          <a:p>
            <a:fld id="{8FF9B0DE-3FEB-4AA0-B465-B80EF7C1333D}" type="slidenum">
              <a:rPr lang="en-US" smtClean="0"/>
              <a:pPr/>
              <a:t>27</a:t>
            </a:fld>
            <a:endParaRPr lang="en-US"/>
          </a:p>
        </p:txBody>
      </p:sp>
      <p:sp>
        <p:nvSpPr>
          <p:cNvPr id="7" name="灯片编号占位符 10">
            <a:extLst>
              <a:ext uri="{FF2B5EF4-FFF2-40B4-BE49-F238E27FC236}">
                <a16:creationId xmlns:a16="http://schemas.microsoft.com/office/drawing/2014/main" id="{A9973894-F67D-B811-5802-16E9CA8E8D55}"/>
              </a:ext>
            </a:extLst>
          </p:cNvPr>
          <p:cNvSpPr txBox="1">
            <a:spLocks/>
          </p:cNvSpPr>
          <p:nvPr/>
        </p:nvSpPr>
        <p:spPr bwMode="gray">
          <a:xfrm>
            <a:off x="9019167" y="4660536"/>
            <a:ext cx="216000" cy="216000"/>
          </a:xfrm>
          <a:prstGeom prst="rect">
            <a:avLst/>
          </a:prstGeom>
        </p:spPr>
        <p:txBody>
          <a:bodyPr vert="horz" lIns="0" tIns="0" rIns="0" bIns="0" rtlCol="0" anchor="b">
            <a:noAutofit/>
          </a:bodyPr>
          <a:lstStyle>
            <a:defPPr>
              <a:defRPr lang="en-US"/>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3B55C4-4F5A-416B-997D-6CE47EB0A945}" type="slidenum">
              <a:rPr lang="en-GB" smtClean="0"/>
              <a:pPr/>
              <a:t>27</a:t>
            </a:fld>
            <a:endParaRPr lang="en-GB"/>
          </a:p>
        </p:txBody>
      </p:sp>
      <p:graphicFrame>
        <p:nvGraphicFramePr>
          <p:cNvPr id="8" name="Table 7">
            <a:extLst>
              <a:ext uri="{FF2B5EF4-FFF2-40B4-BE49-F238E27FC236}">
                <a16:creationId xmlns:a16="http://schemas.microsoft.com/office/drawing/2014/main" id="{9C6C84D9-0DF1-B35E-E52E-E16B26B6E413}"/>
              </a:ext>
            </a:extLst>
          </p:cNvPr>
          <p:cNvGraphicFramePr>
            <a:graphicFrameLocks noGrp="1"/>
          </p:cNvGraphicFramePr>
          <p:nvPr/>
        </p:nvGraphicFramePr>
        <p:xfrm>
          <a:off x="1220181" y="1286088"/>
          <a:ext cx="10358852" cy="494319"/>
        </p:xfrm>
        <a:graphic>
          <a:graphicData uri="http://schemas.openxmlformats.org/drawingml/2006/table">
            <a:tbl>
              <a:tblPr firstRow="1" bandRow="1"/>
              <a:tblGrid>
                <a:gridCol w="369959">
                  <a:extLst>
                    <a:ext uri="{9D8B030D-6E8A-4147-A177-3AD203B41FA5}">
                      <a16:colId xmlns:a16="http://schemas.microsoft.com/office/drawing/2014/main" val="3091663135"/>
                    </a:ext>
                  </a:extLst>
                </a:gridCol>
                <a:gridCol w="369959">
                  <a:extLst>
                    <a:ext uri="{9D8B030D-6E8A-4147-A177-3AD203B41FA5}">
                      <a16:colId xmlns:a16="http://schemas.microsoft.com/office/drawing/2014/main" val="2003423086"/>
                    </a:ext>
                  </a:extLst>
                </a:gridCol>
                <a:gridCol w="369959">
                  <a:extLst>
                    <a:ext uri="{9D8B030D-6E8A-4147-A177-3AD203B41FA5}">
                      <a16:colId xmlns:a16="http://schemas.microsoft.com/office/drawing/2014/main" val="2466911814"/>
                    </a:ext>
                  </a:extLst>
                </a:gridCol>
                <a:gridCol w="369959">
                  <a:extLst>
                    <a:ext uri="{9D8B030D-6E8A-4147-A177-3AD203B41FA5}">
                      <a16:colId xmlns:a16="http://schemas.microsoft.com/office/drawing/2014/main" val="3023231563"/>
                    </a:ext>
                  </a:extLst>
                </a:gridCol>
                <a:gridCol w="369959">
                  <a:extLst>
                    <a:ext uri="{9D8B030D-6E8A-4147-A177-3AD203B41FA5}">
                      <a16:colId xmlns:a16="http://schemas.microsoft.com/office/drawing/2014/main" val="2423927537"/>
                    </a:ext>
                  </a:extLst>
                </a:gridCol>
                <a:gridCol w="369959">
                  <a:extLst>
                    <a:ext uri="{9D8B030D-6E8A-4147-A177-3AD203B41FA5}">
                      <a16:colId xmlns:a16="http://schemas.microsoft.com/office/drawing/2014/main" val="100687094"/>
                    </a:ext>
                  </a:extLst>
                </a:gridCol>
                <a:gridCol w="369959">
                  <a:extLst>
                    <a:ext uri="{9D8B030D-6E8A-4147-A177-3AD203B41FA5}">
                      <a16:colId xmlns:a16="http://schemas.microsoft.com/office/drawing/2014/main" val="3411862845"/>
                    </a:ext>
                  </a:extLst>
                </a:gridCol>
                <a:gridCol w="369959">
                  <a:extLst>
                    <a:ext uri="{9D8B030D-6E8A-4147-A177-3AD203B41FA5}">
                      <a16:colId xmlns:a16="http://schemas.microsoft.com/office/drawing/2014/main" val="2851474774"/>
                    </a:ext>
                  </a:extLst>
                </a:gridCol>
                <a:gridCol w="369959">
                  <a:extLst>
                    <a:ext uri="{9D8B030D-6E8A-4147-A177-3AD203B41FA5}">
                      <a16:colId xmlns:a16="http://schemas.microsoft.com/office/drawing/2014/main" val="107595344"/>
                    </a:ext>
                  </a:extLst>
                </a:gridCol>
                <a:gridCol w="369959">
                  <a:extLst>
                    <a:ext uri="{9D8B030D-6E8A-4147-A177-3AD203B41FA5}">
                      <a16:colId xmlns:a16="http://schemas.microsoft.com/office/drawing/2014/main" val="1666999431"/>
                    </a:ext>
                  </a:extLst>
                </a:gridCol>
                <a:gridCol w="369959">
                  <a:extLst>
                    <a:ext uri="{9D8B030D-6E8A-4147-A177-3AD203B41FA5}">
                      <a16:colId xmlns:a16="http://schemas.microsoft.com/office/drawing/2014/main" val="3696607442"/>
                    </a:ext>
                  </a:extLst>
                </a:gridCol>
                <a:gridCol w="369959">
                  <a:extLst>
                    <a:ext uri="{9D8B030D-6E8A-4147-A177-3AD203B41FA5}">
                      <a16:colId xmlns:a16="http://schemas.microsoft.com/office/drawing/2014/main" val="223989776"/>
                    </a:ext>
                  </a:extLst>
                </a:gridCol>
                <a:gridCol w="369959">
                  <a:extLst>
                    <a:ext uri="{9D8B030D-6E8A-4147-A177-3AD203B41FA5}">
                      <a16:colId xmlns:a16="http://schemas.microsoft.com/office/drawing/2014/main" val="124731204"/>
                    </a:ext>
                  </a:extLst>
                </a:gridCol>
                <a:gridCol w="369959">
                  <a:extLst>
                    <a:ext uri="{9D8B030D-6E8A-4147-A177-3AD203B41FA5}">
                      <a16:colId xmlns:a16="http://schemas.microsoft.com/office/drawing/2014/main" val="3066978585"/>
                    </a:ext>
                  </a:extLst>
                </a:gridCol>
                <a:gridCol w="369959">
                  <a:extLst>
                    <a:ext uri="{9D8B030D-6E8A-4147-A177-3AD203B41FA5}">
                      <a16:colId xmlns:a16="http://schemas.microsoft.com/office/drawing/2014/main" val="1064917641"/>
                    </a:ext>
                  </a:extLst>
                </a:gridCol>
                <a:gridCol w="369959">
                  <a:extLst>
                    <a:ext uri="{9D8B030D-6E8A-4147-A177-3AD203B41FA5}">
                      <a16:colId xmlns:a16="http://schemas.microsoft.com/office/drawing/2014/main" val="4221117315"/>
                    </a:ext>
                  </a:extLst>
                </a:gridCol>
                <a:gridCol w="369959">
                  <a:extLst>
                    <a:ext uri="{9D8B030D-6E8A-4147-A177-3AD203B41FA5}">
                      <a16:colId xmlns:a16="http://schemas.microsoft.com/office/drawing/2014/main" val="3266065341"/>
                    </a:ext>
                  </a:extLst>
                </a:gridCol>
                <a:gridCol w="369959">
                  <a:extLst>
                    <a:ext uri="{9D8B030D-6E8A-4147-A177-3AD203B41FA5}">
                      <a16:colId xmlns:a16="http://schemas.microsoft.com/office/drawing/2014/main" val="2374051224"/>
                    </a:ext>
                  </a:extLst>
                </a:gridCol>
                <a:gridCol w="369959">
                  <a:extLst>
                    <a:ext uri="{9D8B030D-6E8A-4147-A177-3AD203B41FA5}">
                      <a16:colId xmlns:a16="http://schemas.microsoft.com/office/drawing/2014/main" val="1840388365"/>
                    </a:ext>
                  </a:extLst>
                </a:gridCol>
                <a:gridCol w="369959">
                  <a:extLst>
                    <a:ext uri="{9D8B030D-6E8A-4147-A177-3AD203B41FA5}">
                      <a16:colId xmlns:a16="http://schemas.microsoft.com/office/drawing/2014/main" val="267750830"/>
                    </a:ext>
                  </a:extLst>
                </a:gridCol>
                <a:gridCol w="369959">
                  <a:extLst>
                    <a:ext uri="{9D8B030D-6E8A-4147-A177-3AD203B41FA5}">
                      <a16:colId xmlns:a16="http://schemas.microsoft.com/office/drawing/2014/main" val="3966469970"/>
                    </a:ext>
                  </a:extLst>
                </a:gridCol>
                <a:gridCol w="369959">
                  <a:extLst>
                    <a:ext uri="{9D8B030D-6E8A-4147-A177-3AD203B41FA5}">
                      <a16:colId xmlns:a16="http://schemas.microsoft.com/office/drawing/2014/main" val="2522973146"/>
                    </a:ext>
                  </a:extLst>
                </a:gridCol>
                <a:gridCol w="369959">
                  <a:extLst>
                    <a:ext uri="{9D8B030D-6E8A-4147-A177-3AD203B41FA5}">
                      <a16:colId xmlns:a16="http://schemas.microsoft.com/office/drawing/2014/main" val="563935249"/>
                    </a:ext>
                  </a:extLst>
                </a:gridCol>
                <a:gridCol w="369959">
                  <a:extLst>
                    <a:ext uri="{9D8B030D-6E8A-4147-A177-3AD203B41FA5}">
                      <a16:colId xmlns:a16="http://schemas.microsoft.com/office/drawing/2014/main" val="1680324380"/>
                    </a:ext>
                  </a:extLst>
                </a:gridCol>
                <a:gridCol w="369959">
                  <a:extLst>
                    <a:ext uri="{9D8B030D-6E8A-4147-A177-3AD203B41FA5}">
                      <a16:colId xmlns:a16="http://schemas.microsoft.com/office/drawing/2014/main" val="859964207"/>
                    </a:ext>
                  </a:extLst>
                </a:gridCol>
                <a:gridCol w="369959">
                  <a:extLst>
                    <a:ext uri="{9D8B030D-6E8A-4147-A177-3AD203B41FA5}">
                      <a16:colId xmlns:a16="http://schemas.microsoft.com/office/drawing/2014/main" val="3210838491"/>
                    </a:ext>
                  </a:extLst>
                </a:gridCol>
                <a:gridCol w="369959">
                  <a:extLst>
                    <a:ext uri="{9D8B030D-6E8A-4147-A177-3AD203B41FA5}">
                      <a16:colId xmlns:a16="http://schemas.microsoft.com/office/drawing/2014/main" val="1530322159"/>
                    </a:ext>
                  </a:extLst>
                </a:gridCol>
                <a:gridCol w="369959">
                  <a:extLst>
                    <a:ext uri="{9D8B030D-6E8A-4147-A177-3AD203B41FA5}">
                      <a16:colId xmlns:a16="http://schemas.microsoft.com/office/drawing/2014/main" val="274591749"/>
                    </a:ext>
                  </a:extLst>
                </a:gridCol>
              </a:tblGrid>
              <a:tr h="218822">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2022</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algn="ctr"/>
                      <a:r>
                        <a:rPr lang="en-US" altLang="zh-CN" sz="800" b="1">
                          <a:solidFill>
                            <a:schemeClr val="bg1"/>
                          </a:solidFill>
                          <a:latin typeface="Arial" panose="020B0604020202020204" pitchFamily="34" charset="0"/>
                          <a:cs typeface="Arial" panose="020B0604020202020204" pitchFamily="34" charset="0"/>
                        </a:rPr>
                        <a:t>2023</a:t>
                      </a:r>
                      <a:endParaRPr lang="zh-CN" altLang="en-US" sz="8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2026</a:t>
                      </a:r>
                      <a:endParaRPr lang="zh-CN" altLang="en-US" sz="8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en-US" altLang="zh-CN" sz="800" b="1" kern="1200">
                        <a:solidFill>
                          <a:schemeClr val="lt1"/>
                        </a:solidFill>
                        <a:latin typeface="Arial" panose="020B0604020202020204" pitchFamily="34" charset="0"/>
                        <a:ea typeface="+mn-ea"/>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7549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70599" marR="70599" marT="35299" marB="3529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9" name="OTLSHAPE_T_e17f3958430f4cff8650518c93c7635e_StartDate">
            <a:extLst>
              <a:ext uri="{FF2B5EF4-FFF2-40B4-BE49-F238E27FC236}">
                <a16:creationId xmlns:a16="http://schemas.microsoft.com/office/drawing/2014/main" id="{7DB7849A-E60F-95DA-755B-BABDB5C1BA4F}"/>
              </a:ext>
            </a:extLst>
          </p:cNvPr>
          <p:cNvSpPr txBox="1"/>
          <p:nvPr>
            <p:custDataLst>
              <p:tags r:id="rId1"/>
            </p:custDataLst>
          </p:nvPr>
        </p:nvSpPr>
        <p:spPr>
          <a:xfrm>
            <a:off x="3660934" y="1713581"/>
            <a:ext cx="546747" cy="246221"/>
          </a:xfrm>
          <a:prstGeom prst="rect">
            <a:avLst/>
          </a:prstGeom>
          <a:noFill/>
          <a:ln w="12700">
            <a:noFill/>
          </a:ln>
        </p:spPr>
        <p:txBody>
          <a:bodyPr vert="horz" wrap="square" lIns="0" tIns="0" rIns="0" bIns="0" rtlCol="0" anchor="ctr" anchorCtr="0">
            <a:spAutoFit/>
          </a:bodyPr>
          <a:lstStyle/>
          <a:p>
            <a:pPr algn="ctr"/>
            <a:r>
              <a:rPr lang="en-US" altLang="zh-CN" sz="800" b="1">
                <a:solidFill>
                  <a:srgbClr val="FF0000"/>
                </a:solidFill>
                <a:cs typeface="Calibri" panose="020F0502020204030204" pitchFamily="34" charset="0"/>
              </a:rPr>
              <a:t>We are here</a:t>
            </a:r>
            <a:endParaRPr lang="zh-CN" altLang="en-US" sz="800" b="1">
              <a:solidFill>
                <a:srgbClr val="FF0000"/>
              </a:solidFill>
              <a:cs typeface="Calibri" panose="020F0502020204030204" pitchFamily="34" charset="0"/>
            </a:endParaRPr>
          </a:p>
        </p:txBody>
      </p:sp>
      <p:sp>
        <p:nvSpPr>
          <p:cNvPr id="10" name="Isosceles Triangle 9">
            <a:extLst>
              <a:ext uri="{FF2B5EF4-FFF2-40B4-BE49-F238E27FC236}">
                <a16:creationId xmlns:a16="http://schemas.microsoft.com/office/drawing/2014/main" id="{390AAA42-1FE3-938B-4458-FEE392E9A6EA}"/>
              </a:ext>
            </a:extLst>
          </p:cNvPr>
          <p:cNvSpPr/>
          <p:nvPr/>
        </p:nvSpPr>
        <p:spPr>
          <a:xfrm rot="16200000" flipH="1">
            <a:off x="908158" y="1437330"/>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11" name="Isosceles Triangle 10">
            <a:extLst>
              <a:ext uri="{FF2B5EF4-FFF2-40B4-BE49-F238E27FC236}">
                <a16:creationId xmlns:a16="http://schemas.microsoft.com/office/drawing/2014/main" id="{2B5B5A67-1D82-E0BD-FF5F-B5E74CA19697}"/>
              </a:ext>
            </a:extLst>
          </p:cNvPr>
          <p:cNvSpPr/>
          <p:nvPr/>
        </p:nvSpPr>
        <p:spPr>
          <a:xfrm rot="5400000">
            <a:off x="11424509" y="1456467"/>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12" name="OTLSHAPE_T_5a934a26f311425e8ebaa0f45e6533ad_Shape">
            <a:extLst>
              <a:ext uri="{FF2B5EF4-FFF2-40B4-BE49-F238E27FC236}">
                <a16:creationId xmlns:a16="http://schemas.microsoft.com/office/drawing/2014/main" id="{A1C0C84F-97C6-9935-767E-CB190CEF7B25}"/>
              </a:ext>
            </a:extLst>
          </p:cNvPr>
          <p:cNvSpPr/>
          <p:nvPr>
            <p:custDataLst>
              <p:tags r:id="rId2"/>
            </p:custDataLst>
          </p:nvPr>
        </p:nvSpPr>
        <p:spPr bwMode="auto">
          <a:xfrm>
            <a:off x="2172899" y="2111234"/>
            <a:ext cx="1188720" cy="20047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14" name="OTLSHAPE_T_e17f3958430f4cff8650518c93c7635e_Shape">
            <a:extLst>
              <a:ext uri="{FF2B5EF4-FFF2-40B4-BE49-F238E27FC236}">
                <a16:creationId xmlns:a16="http://schemas.microsoft.com/office/drawing/2014/main" id="{0FEC68CB-5822-6653-F52A-CC92146AA193}"/>
              </a:ext>
            </a:extLst>
          </p:cNvPr>
          <p:cNvSpPr/>
          <p:nvPr>
            <p:custDataLst>
              <p:tags r:id="rId3"/>
            </p:custDataLst>
          </p:nvPr>
        </p:nvSpPr>
        <p:spPr bwMode="auto">
          <a:xfrm>
            <a:off x="1267008" y="2090815"/>
            <a:ext cx="905892" cy="22837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endParaRPr lang="zh-CN" altLang="en-US" sz="750" b="1">
              <a:cs typeface="Calibri" panose="020F0502020204030204" pitchFamily="34" charset="0"/>
            </a:endParaRPr>
          </a:p>
        </p:txBody>
      </p:sp>
      <p:sp>
        <p:nvSpPr>
          <p:cNvPr id="16" name="Rectangle 22">
            <a:extLst>
              <a:ext uri="{FF2B5EF4-FFF2-40B4-BE49-F238E27FC236}">
                <a16:creationId xmlns:a16="http://schemas.microsoft.com/office/drawing/2014/main" id="{9C13C018-9643-C957-FBC4-068BAD71164D}"/>
              </a:ext>
            </a:extLst>
          </p:cNvPr>
          <p:cNvSpPr/>
          <p:nvPr/>
        </p:nvSpPr>
        <p:spPr>
          <a:xfrm>
            <a:off x="3077268" y="2370802"/>
            <a:ext cx="455403" cy="207749"/>
          </a:xfrm>
          <a:prstGeom prst="rect">
            <a:avLst/>
          </a:prstGeom>
        </p:spPr>
        <p:txBody>
          <a:bodyPr wrap="square">
            <a:spAutoFit/>
          </a:bodyPr>
          <a:lstStyle/>
          <a:p>
            <a:pPr algn="ctr"/>
            <a:r>
              <a:rPr lang="en-US" altLang="zh-CN" sz="750" b="1">
                <a:solidFill>
                  <a:srgbClr val="44546A"/>
                </a:solidFill>
                <a:cs typeface="Calibri" panose="020F0502020204030204" pitchFamily="34" charset="0"/>
              </a:rPr>
              <a:t>LSC</a:t>
            </a:r>
            <a:endParaRPr lang="zh-CN" altLang="en-US" sz="750" b="1">
              <a:solidFill>
                <a:srgbClr val="44546A"/>
              </a:solidFill>
              <a:cs typeface="Calibri" panose="020F0502020204030204" pitchFamily="34" charset="0"/>
            </a:endParaRPr>
          </a:p>
        </p:txBody>
      </p:sp>
      <p:sp>
        <p:nvSpPr>
          <p:cNvPr id="17" name="OTLSHAPE_T_e17f3958430f4cff8650518c93c7635e_StartDate">
            <a:extLst>
              <a:ext uri="{FF2B5EF4-FFF2-40B4-BE49-F238E27FC236}">
                <a16:creationId xmlns:a16="http://schemas.microsoft.com/office/drawing/2014/main" id="{B5E4A181-4840-409A-89EF-2C115E5059EC}"/>
              </a:ext>
            </a:extLst>
          </p:cNvPr>
          <p:cNvSpPr txBox="1"/>
          <p:nvPr>
            <p:custDataLst>
              <p:tags r:id="rId4"/>
            </p:custDataLst>
          </p:nvPr>
        </p:nvSpPr>
        <p:spPr>
          <a:xfrm>
            <a:off x="2912873" y="1943662"/>
            <a:ext cx="509435" cy="230832"/>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8 Dec </a:t>
            </a:r>
          </a:p>
          <a:p>
            <a:pPr algn="ctr"/>
            <a:r>
              <a:rPr lang="en-US" altLang="zh-CN" sz="750" b="1">
                <a:solidFill>
                  <a:schemeClr val="accent1"/>
                </a:solidFill>
                <a:cs typeface="Calibri" panose="020F0502020204030204" pitchFamily="34" charset="0"/>
              </a:rPr>
              <a:t>2023</a:t>
            </a:r>
            <a:endParaRPr lang="zh-CN" altLang="en-US" sz="750" b="1">
              <a:solidFill>
                <a:schemeClr val="accent1"/>
              </a:solidFill>
              <a:cs typeface="Calibri" panose="020F0502020204030204" pitchFamily="34" charset="0"/>
            </a:endParaRPr>
          </a:p>
        </p:txBody>
      </p:sp>
      <p:sp>
        <p:nvSpPr>
          <p:cNvPr id="18" name="OTLSHAPE_T_e17f3958430f4cff8650518c93c7635e_StartDate">
            <a:extLst>
              <a:ext uri="{FF2B5EF4-FFF2-40B4-BE49-F238E27FC236}">
                <a16:creationId xmlns:a16="http://schemas.microsoft.com/office/drawing/2014/main" id="{90C13F95-1B9E-8AC4-4D8F-F00B6C9C6F93}"/>
              </a:ext>
            </a:extLst>
          </p:cNvPr>
          <p:cNvSpPr txBox="1"/>
          <p:nvPr>
            <p:custDataLst>
              <p:tags r:id="rId5"/>
            </p:custDataLst>
          </p:nvPr>
        </p:nvSpPr>
        <p:spPr>
          <a:xfrm>
            <a:off x="1442958" y="2147993"/>
            <a:ext cx="548640" cy="126958"/>
          </a:xfrm>
          <a:prstGeom prst="rect">
            <a:avLst/>
          </a:prstGeom>
          <a:noFill/>
        </p:spPr>
        <p:txBody>
          <a:bodyPr vert="horz" wrap="square" lIns="0" tIns="0" rIns="0" bIns="0" rtlCol="0" anchor="ctr" anchorCtr="0">
            <a:spAutoFit/>
          </a:bodyPr>
          <a:lstStyle/>
          <a:p>
            <a:pPr algn="ctr"/>
            <a:r>
              <a:rPr lang="en-US" altLang="zh-CN" sz="825" b="1">
                <a:cs typeface="Calibri" panose="020F0502020204030204" pitchFamily="34" charset="0"/>
              </a:rPr>
              <a:t> N=295</a:t>
            </a:r>
          </a:p>
        </p:txBody>
      </p:sp>
      <p:sp>
        <p:nvSpPr>
          <p:cNvPr id="19" name="Star: 4 Points 143">
            <a:extLst>
              <a:ext uri="{FF2B5EF4-FFF2-40B4-BE49-F238E27FC236}">
                <a16:creationId xmlns:a16="http://schemas.microsoft.com/office/drawing/2014/main" id="{89679AB6-14CA-45A7-F55A-31ADD21E47BB}"/>
              </a:ext>
            </a:extLst>
          </p:cNvPr>
          <p:cNvSpPr/>
          <p:nvPr/>
        </p:nvSpPr>
        <p:spPr bwMode="auto">
          <a:xfrm>
            <a:off x="2113247" y="22594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21" name="TextBox 19">
            <a:extLst>
              <a:ext uri="{FF2B5EF4-FFF2-40B4-BE49-F238E27FC236}">
                <a16:creationId xmlns:a16="http://schemas.microsoft.com/office/drawing/2014/main" id="{98796082-6351-09DF-38BE-C738E1E5236F}"/>
              </a:ext>
            </a:extLst>
          </p:cNvPr>
          <p:cNvSpPr txBox="1"/>
          <p:nvPr/>
        </p:nvSpPr>
        <p:spPr>
          <a:xfrm>
            <a:off x="533400" y="2102655"/>
            <a:ext cx="464406"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Ph2-1404.43</a:t>
            </a:r>
          </a:p>
        </p:txBody>
      </p:sp>
      <p:sp>
        <p:nvSpPr>
          <p:cNvPr id="22" name="Rectangle 174">
            <a:extLst>
              <a:ext uri="{FF2B5EF4-FFF2-40B4-BE49-F238E27FC236}">
                <a16:creationId xmlns:a16="http://schemas.microsoft.com/office/drawing/2014/main" id="{E61B8210-3A64-3B47-CC8C-00CC7F9CBC1A}"/>
              </a:ext>
            </a:extLst>
          </p:cNvPr>
          <p:cNvSpPr/>
          <p:nvPr/>
        </p:nvSpPr>
        <p:spPr>
          <a:xfrm>
            <a:off x="1991599" y="2369375"/>
            <a:ext cx="362600"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LSS</a:t>
            </a:r>
            <a:endParaRPr lang="zh-CN" altLang="en-US" sz="750" b="1">
              <a:solidFill>
                <a:srgbClr val="44546A"/>
              </a:solidFill>
              <a:cs typeface="Calibri" panose="020F0502020204030204" pitchFamily="34" charset="0"/>
            </a:endParaRPr>
          </a:p>
        </p:txBody>
      </p:sp>
      <p:sp>
        <p:nvSpPr>
          <p:cNvPr id="23" name="OTLSHAPE_T_e17f3958430f4cff8650518c93c7635e_StartDate">
            <a:extLst>
              <a:ext uri="{FF2B5EF4-FFF2-40B4-BE49-F238E27FC236}">
                <a16:creationId xmlns:a16="http://schemas.microsoft.com/office/drawing/2014/main" id="{E428D7C2-3B77-E49D-A80A-7781FCABEBB8}"/>
              </a:ext>
            </a:extLst>
          </p:cNvPr>
          <p:cNvSpPr txBox="1"/>
          <p:nvPr>
            <p:custDataLst>
              <p:tags r:id="rId6"/>
            </p:custDataLst>
          </p:nvPr>
        </p:nvSpPr>
        <p:spPr>
          <a:xfrm>
            <a:off x="1923267" y="1901412"/>
            <a:ext cx="511967" cy="230832"/>
          </a:xfrm>
          <a:prstGeom prst="rect">
            <a:avLst/>
          </a:prstGeom>
          <a:noFill/>
        </p:spPr>
        <p:txBody>
          <a:bodyPr vert="horz" wrap="square" lIns="0" tIns="0" rIns="0" bIns="0" rtlCol="0" anchor="ctr" anchorCtr="0">
            <a:spAutoFit/>
          </a:bodyPr>
          <a:lstStyle/>
          <a:p>
            <a:pPr algn="ctr"/>
            <a:r>
              <a:rPr lang="en-US" altLang="zh-CN" sz="750" b="1">
                <a:solidFill>
                  <a:srgbClr val="1F497D"/>
                </a:solidFill>
                <a:cs typeface="Calibri" panose="020F0502020204030204" pitchFamily="34" charset="0"/>
              </a:rPr>
              <a:t>15 Sep 2022</a:t>
            </a:r>
            <a:endParaRPr lang="zh-CN" altLang="en-US" sz="750" b="1">
              <a:solidFill>
                <a:srgbClr val="1F497D"/>
              </a:solidFill>
              <a:cs typeface="Calibri" panose="020F0502020204030204" pitchFamily="34" charset="0"/>
            </a:endParaRPr>
          </a:p>
        </p:txBody>
      </p:sp>
      <p:sp>
        <p:nvSpPr>
          <p:cNvPr id="24" name="Star: 4 Points 143">
            <a:extLst>
              <a:ext uri="{FF2B5EF4-FFF2-40B4-BE49-F238E27FC236}">
                <a16:creationId xmlns:a16="http://schemas.microsoft.com/office/drawing/2014/main" id="{F6075E51-AA74-2845-CCBF-73E6198479A7}"/>
              </a:ext>
            </a:extLst>
          </p:cNvPr>
          <p:cNvSpPr/>
          <p:nvPr/>
        </p:nvSpPr>
        <p:spPr bwMode="auto">
          <a:xfrm>
            <a:off x="3280847" y="226334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25" name="TextBox 146">
            <a:extLst>
              <a:ext uri="{FF2B5EF4-FFF2-40B4-BE49-F238E27FC236}">
                <a16:creationId xmlns:a16="http://schemas.microsoft.com/office/drawing/2014/main" id="{ED6D8807-BB61-9EDB-7F02-ACDC23E80711}"/>
              </a:ext>
            </a:extLst>
          </p:cNvPr>
          <p:cNvSpPr txBox="1"/>
          <p:nvPr/>
        </p:nvSpPr>
        <p:spPr>
          <a:xfrm>
            <a:off x="533401" y="2500989"/>
            <a:ext cx="464405" cy="369332"/>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Ph3-1404.44</a:t>
            </a:r>
          </a:p>
          <a:p>
            <a:pPr algn="ctr"/>
            <a:r>
              <a:rPr lang="en-US" sz="800" b="1">
                <a:solidFill>
                  <a:srgbClr val="0066CC"/>
                </a:solidFill>
                <a:cs typeface="Calibri" panose="020F0502020204030204" pitchFamily="34" charset="0"/>
              </a:rPr>
              <a:t>FOS trial</a:t>
            </a:r>
          </a:p>
        </p:txBody>
      </p:sp>
      <p:sp>
        <p:nvSpPr>
          <p:cNvPr id="29" name="TextBox 149">
            <a:extLst>
              <a:ext uri="{FF2B5EF4-FFF2-40B4-BE49-F238E27FC236}">
                <a16:creationId xmlns:a16="http://schemas.microsoft.com/office/drawing/2014/main" id="{1FF6E516-DBF5-6CE1-B49C-0AF99D628011}"/>
              </a:ext>
            </a:extLst>
          </p:cNvPr>
          <p:cNvSpPr txBox="1"/>
          <p:nvPr/>
        </p:nvSpPr>
        <p:spPr>
          <a:xfrm>
            <a:off x="533400" y="3863930"/>
            <a:ext cx="464406"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Ph2-1404.43</a:t>
            </a:r>
          </a:p>
        </p:txBody>
      </p:sp>
      <p:sp>
        <p:nvSpPr>
          <p:cNvPr id="30" name="TextBox 172">
            <a:extLst>
              <a:ext uri="{FF2B5EF4-FFF2-40B4-BE49-F238E27FC236}">
                <a16:creationId xmlns:a16="http://schemas.microsoft.com/office/drawing/2014/main" id="{A6D04B89-CE9B-3D42-7ED2-F0C94A731ECA}"/>
              </a:ext>
            </a:extLst>
          </p:cNvPr>
          <p:cNvSpPr txBox="1"/>
          <p:nvPr/>
        </p:nvSpPr>
        <p:spPr>
          <a:xfrm>
            <a:off x="533401" y="4232337"/>
            <a:ext cx="464405" cy="369332"/>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Ph3-1404.44</a:t>
            </a:r>
          </a:p>
          <a:p>
            <a:pPr algn="ctr"/>
            <a:r>
              <a:rPr lang="en-US" sz="800" b="1">
                <a:solidFill>
                  <a:srgbClr val="0066CC"/>
                </a:solidFill>
                <a:cs typeface="Calibri" panose="020F0502020204030204" pitchFamily="34" charset="0"/>
              </a:rPr>
              <a:t>FOS trial</a:t>
            </a:r>
          </a:p>
        </p:txBody>
      </p:sp>
      <p:grpSp>
        <p:nvGrpSpPr>
          <p:cNvPr id="119" name="Group 118">
            <a:extLst>
              <a:ext uri="{FF2B5EF4-FFF2-40B4-BE49-F238E27FC236}">
                <a16:creationId xmlns:a16="http://schemas.microsoft.com/office/drawing/2014/main" id="{5C145E22-998A-9480-378C-6F83B798B23F}"/>
              </a:ext>
            </a:extLst>
          </p:cNvPr>
          <p:cNvGrpSpPr/>
          <p:nvPr/>
        </p:nvGrpSpPr>
        <p:grpSpPr>
          <a:xfrm>
            <a:off x="5029200" y="4457700"/>
            <a:ext cx="2103120" cy="192024"/>
            <a:chOff x="5029200" y="4572000"/>
            <a:chExt cx="2103120" cy="192024"/>
          </a:xfrm>
        </p:grpSpPr>
        <p:sp>
          <p:nvSpPr>
            <p:cNvPr id="34" name="OTLSHAPE_T_5a934a26f311425e8ebaa0f45e6533ad_Shape">
              <a:extLst>
                <a:ext uri="{FF2B5EF4-FFF2-40B4-BE49-F238E27FC236}">
                  <a16:creationId xmlns:a16="http://schemas.microsoft.com/office/drawing/2014/main" id="{6FAB7F49-7D1B-5965-A03C-9D790B97F13B}"/>
                </a:ext>
              </a:extLst>
            </p:cNvPr>
            <p:cNvSpPr/>
            <p:nvPr>
              <p:custDataLst>
                <p:tags r:id="rId34"/>
              </p:custDataLst>
            </p:nvPr>
          </p:nvSpPr>
          <p:spPr bwMode="auto">
            <a:xfrm>
              <a:off x="5029200" y="4572000"/>
              <a:ext cx="2103120" cy="192024"/>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36" name="OTLSHAPE_T_e17f3958430f4cff8650518c93c7635e_StartDate">
              <a:extLst>
                <a:ext uri="{FF2B5EF4-FFF2-40B4-BE49-F238E27FC236}">
                  <a16:creationId xmlns:a16="http://schemas.microsoft.com/office/drawing/2014/main" id="{EC9BA17A-EF4E-089C-2603-0660EA14E0F6}"/>
                </a:ext>
              </a:extLst>
            </p:cNvPr>
            <p:cNvSpPr txBox="1"/>
            <p:nvPr>
              <p:custDataLst>
                <p:tags r:id="rId35"/>
              </p:custDataLst>
            </p:nvPr>
          </p:nvSpPr>
          <p:spPr>
            <a:xfrm>
              <a:off x="5097368" y="4606456"/>
              <a:ext cx="1977583" cy="123111"/>
            </a:xfrm>
            <a:prstGeom prst="rect">
              <a:avLst/>
            </a:prstGeom>
            <a:noFill/>
          </p:spPr>
          <p:txBody>
            <a:bodyPr vert="horz" wrap="square" lIns="0" tIns="0" rIns="0" bIns="0" rtlCol="0" anchor="ctr" anchorCtr="0">
              <a:spAutoFit/>
            </a:bodyPr>
            <a:lstStyle/>
            <a:p>
              <a:pPr algn="ctr"/>
              <a:r>
                <a:rPr lang="en-US" altLang="zh-CN" sz="800" b="1">
                  <a:cs typeface="Calibri" panose="020F0502020204030204" pitchFamily="34" charset="0"/>
                </a:rPr>
                <a:t>Recruitment Window: TBD</a:t>
              </a:r>
            </a:p>
          </p:txBody>
        </p:sp>
      </p:grpSp>
      <p:grpSp>
        <p:nvGrpSpPr>
          <p:cNvPr id="37" name="Group 36">
            <a:extLst>
              <a:ext uri="{FF2B5EF4-FFF2-40B4-BE49-F238E27FC236}">
                <a16:creationId xmlns:a16="http://schemas.microsoft.com/office/drawing/2014/main" id="{B7088C8C-61E7-E2A9-86D7-979DA3F8D2C6}"/>
              </a:ext>
            </a:extLst>
          </p:cNvPr>
          <p:cNvGrpSpPr/>
          <p:nvPr/>
        </p:nvGrpSpPr>
        <p:grpSpPr>
          <a:xfrm>
            <a:off x="4343400" y="2324192"/>
            <a:ext cx="7776184" cy="926680"/>
            <a:chOff x="7479679" y="1782196"/>
            <a:chExt cx="7776184" cy="926680"/>
          </a:xfrm>
        </p:grpSpPr>
        <p:sp>
          <p:nvSpPr>
            <p:cNvPr id="38" name="Rectangle 135">
              <a:extLst>
                <a:ext uri="{FF2B5EF4-FFF2-40B4-BE49-F238E27FC236}">
                  <a16:creationId xmlns:a16="http://schemas.microsoft.com/office/drawing/2014/main" id="{A24C9D89-86DF-103D-A975-BEFCD2C3BD8B}"/>
                </a:ext>
              </a:extLst>
            </p:cNvPr>
            <p:cNvSpPr/>
            <p:nvPr/>
          </p:nvSpPr>
          <p:spPr>
            <a:xfrm>
              <a:off x="7611142" y="2223168"/>
              <a:ext cx="362600"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FSS</a:t>
              </a:r>
              <a:endParaRPr lang="zh-CN" altLang="en-US" sz="750" b="1">
                <a:solidFill>
                  <a:srgbClr val="44546A"/>
                </a:solidFill>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C07665E7-2977-9898-B80B-890B232F0BD1}"/>
                </a:ext>
              </a:extLst>
            </p:cNvPr>
            <p:cNvSpPr txBox="1"/>
            <p:nvPr>
              <p:custDataLst>
                <p:tags r:id="rId31"/>
              </p:custDataLst>
            </p:nvPr>
          </p:nvSpPr>
          <p:spPr>
            <a:xfrm>
              <a:off x="7479679" y="1837580"/>
              <a:ext cx="511967" cy="230832"/>
            </a:xfrm>
            <a:prstGeom prst="rect">
              <a:avLst/>
            </a:prstGeom>
            <a:noFill/>
          </p:spPr>
          <p:txBody>
            <a:bodyPr vert="horz" wrap="square" lIns="0" tIns="0" rIns="0" bIns="0" rtlCol="0" anchor="ctr" anchorCtr="0">
              <a:spAutoFit/>
            </a:bodyPr>
            <a:lstStyle/>
            <a:p>
              <a:pPr algn="ctr"/>
              <a:r>
                <a:rPr lang="en-US" altLang="zh-CN" sz="750" b="1">
                  <a:solidFill>
                    <a:srgbClr val="00B050"/>
                  </a:solidFill>
                  <a:cs typeface="Calibri" panose="020F0502020204030204" pitchFamily="34" charset="0"/>
                </a:rPr>
                <a:t> </a:t>
              </a:r>
              <a:r>
                <a:rPr lang="en-US" altLang="zh-CN" sz="750" b="1">
                  <a:cs typeface="Calibri" panose="020F0502020204030204" pitchFamily="34" charset="0"/>
                </a:rPr>
                <a:t>19 Oct 2024</a:t>
              </a:r>
              <a:endParaRPr lang="zh-CN" altLang="en-US" sz="750" b="1">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29165881-7D89-501C-F05F-FD7A3E20D5EB}"/>
                </a:ext>
              </a:extLst>
            </p:cNvPr>
            <p:cNvSpPr txBox="1"/>
            <p:nvPr>
              <p:custDataLst>
                <p:tags r:id="rId32"/>
              </p:custDataLst>
            </p:nvPr>
          </p:nvSpPr>
          <p:spPr>
            <a:xfrm>
              <a:off x="14615783" y="1782196"/>
              <a:ext cx="640080" cy="230832"/>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12Jan2032</a:t>
              </a:r>
              <a:endParaRPr lang="zh-CN" altLang="en-US" sz="750" b="1">
                <a:solidFill>
                  <a:schemeClr val="accent1"/>
                </a:solidFill>
                <a:cs typeface="Calibri" panose="020F0502020204030204" pitchFamily="34" charset="0"/>
              </a:endParaRPr>
            </a:p>
          </p:txBody>
        </p:sp>
        <p:sp>
          <p:nvSpPr>
            <p:cNvPr id="41" name="Rectangle 148">
              <a:extLst>
                <a:ext uri="{FF2B5EF4-FFF2-40B4-BE49-F238E27FC236}">
                  <a16:creationId xmlns:a16="http://schemas.microsoft.com/office/drawing/2014/main" id="{94529B1C-DAF4-CF5F-CE27-F507253636E6}"/>
                </a:ext>
              </a:extLst>
            </p:cNvPr>
            <p:cNvSpPr/>
            <p:nvPr/>
          </p:nvSpPr>
          <p:spPr>
            <a:xfrm>
              <a:off x="14723963" y="2270294"/>
              <a:ext cx="510076" cy="438582"/>
            </a:xfrm>
            <a:prstGeom prst="rect">
              <a:avLst/>
            </a:prstGeom>
          </p:spPr>
          <p:txBody>
            <a:bodyPr wrap="none">
              <a:spAutoFit/>
            </a:bodyPr>
            <a:lstStyle/>
            <a:p>
              <a:pPr algn="ctr"/>
              <a:r>
                <a:rPr lang="en-US" altLang="zh-CN" sz="750" b="1">
                  <a:solidFill>
                    <a:srgbClr val="44546A"/>
                  </a:solidFill>
                  <a:cs typeface="Calibri" panose="020F0502020204030204" pitchFamily="34" charset="0"/>
                </a:rPr>
                <a:t>Key </a:t>
              </a:r>
            </a:p>
            <a:p>
              <a:pPr algn="ctr"/>
              <a:r>
                <a:rPr lang="en-US" altLang="zh-CN" sz="750" b="1">
                  <a:solidFill>
                    <a:srgbClr val="44546A"/>
                  </a:solidFill>
                  <a:cs typeface="Calibri" panose="020F0502020204030204" pitchFamily="34" charset="0"/>
                </a:rPr>
                <a:t>results</a:t>
              </a:r>
            </a:p>
            <a:p>
              <a:pPr algn="ctr"/>
              <a:endParaRPr lang="zh-CN" altLang="en-US" sz="750" b="1">
                <a:solidFill>
                  <a:srgbClr val="44546A"/>
                </a:solidFill>
                <a:cs typeface="Calibri" panose="020F0502020204030204" pitchFamily="34" charset="0"/>
              </a:endParaRPr>
            </a:p>
          </p:txBody>
        </p:sp>
        <p:sp>
          <p:nvSpPr>
            <p:cNvPr id="42" name="Star: 4 Points 143">
              <a:extLst>
                <a:ext uri="{FF2B5EF4-FFF2-40B4-BE49-F238E27FC236}">
                  <a16:creationId xmlns:a16="http://schemas.microsoft.com/office/drawing/2014/main" id="{A616DCAD-92AC-5B51-B43A-7BF763A4A50C}"/>
                </a:ext>
              </a:extLst>
            </p:cNvPr>
            <p:cNvSpPr/>
            <p:nvPr/>
          </p:nvSpPr>
          <p:spPr bwMode="auto">
            <a:xfrm>
              <a:off x="7738019" y="20984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44" name="OTLSHAPE_T_e17f3958430f4cff8650518c93c7635e_Shape">
              <a:extLst>
                <a:ext uri="{FF2B5EF4-FFF2-40B4-BE49-F238E27FC236}">
                  <a16:creationId xmlns:a16="http://schemas.microsoft.com/office/drawing/2014/main" id="{6115D9F0-1DF2-9939-172B-8DB774EB5D0B}"/>
                </a:ext>
              </a:extLst>
            </p:cNvPr>
            <p:cNvSpPr/>
            <p:nvPr>
              <p:custDataLst>
                <p:tags r:id="rId33"/>
              </p:custDataLst>
            </p:nvPr>
          </p:nvSpPr>
          <p:spPr bwMode="auto">
            <a:xfrm>
              <a:off x="7807109" y="2010704"/>
              <a:ext cx="7132320"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endParaRPr lang="zh-CN" altLang="en-US" sz="750" b="1">
                <a:cs typeface="Calibri" panose="020F0502020204030204" pitchFamily="34" charset="0"/>
              </a:endParaRPr>
            </a:p>
          </p:txBody>
        </p:sp>
        <p:sp>
          <p:nvSpPr>
            <p:cNvPr id="45" name="Star: 4 Points 143">
              <a:extLst>
                <a:ext uri="{FF2B5EF4-FFF2-40B4-BE49-F238E27FC236}">
                  <a16:creationId xmlns:a16="http://schemas.microsoft.com/office/drawing/2014/main" id="{BD2568E6-433A-AD6E-DBF1-59C19FDACD15}"/>
                </a:ext>
              </a:extLst>
            </p:cNvPr>
            <p:cNvSpPr/>
            <p:nvPr/>
          </p:nvSpPr>
          <p:spPr bwMode="auto">
            <a:xfrm>
              <a:off x="14886609" y="213767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grpSp>
      <p:sp>
        <p:nvSpPr>
          <p:cNvPr id="46" name="OTLSHAPE_M_39ea6ebc19a94c9fab6ef5006c31df58_Title">
            <a:extLst>
              <a:ext uri="{FF2B5EF4-FFF2-40B4-BE49-F238E27FC236}">
                <a16:creationId xmlns:a16="http://schemas.microsoft.com/office/drawing/2014/main" id="{E7963649-634F-695F-1BC9-7FF2B181976B}"/>
              </a:ext>
            </a:extLst>
          </p:cNvPr>
          <p:cNvSpPr txBox="1"/>
          <p:nvPr>
            <p:custDataLst>
              <p:tags r:id="rId7"/>
            </p:custDataLst>
          </p:nvPr>
        </p:nvSpPr>
        <p:spPr>
          <a:xfrm>
            <a:off x="9296400" y="2802432"/>
            <a:ext cx="1205639" cy="215444"/>
          </a:xfrm>
          <a:prstGeom prst="rect">
            <a:avLst/>
          </a:prstGeom>
          <a:solidFill>
            <a:srgbClr val="99CCFF"/>
          </a:solidFill>
        </p:spPr>
        <p:txBody>
          <a:bodyPr vert="horz" wrap="square" lIns="0" tIns="0" rIns="0" bIns="0" rtlCol="0" anchor="ctr" anchorCtr="0">
            <a:spAutoFit/>
          </a:bodyPr>
          <a:lstStyle/>
          <a:p>
            <a:pPr algn="ctr"/>
            <a:r>
              <a:rPr lang="en-US" altLang="zh-CN" sz="700" b="1">
                <a:solidFill>
                  <a:schemeClr val="accent1"/>
                </a:solidFill>
                <a:cs typeface="Calibri"/>
              </a:rPr>
              <a:t>Accelerated sub/appr (F2/3): Oct 2027/Mar2028</a:t>
            </a:r>
            <a:endParaRPr lang="en-US" altLang="zh-CN" sz="700" b="1">
              <a:solidFill>
                <a:schemeClr val="accent1"/>
              </a:solidFill>
              <a:cs typeface="Calibri" panose="020F0502020204030204" pitchFamily="34" charset="0"/>
            </a:endParaRPr>
          </a:p>
        </p:txBody>
      </p:sp>
      <p:sp>
        <p:nvSpPr>
          <p:cNvPr id="47" name="五角星 55">
            <a:extLst>
              <a:ext uri="{FF2B5EF4-FFF2-40B4-BE49-F238E27FC236}">
                <a16:creationId xmlns:a16="http://schemas.microsoft.com/office/drawing/2014/main" id="{A04A6F2A-73C1-691C-1EAC-BEA0CAF92493}"/>
              </a:ext>
            </a:extLst>
          </p:cNvPr>
          <p:cNvSpPr/>
          <p:nvPr/>
        </p:nvSpPr>
        <p:spPr bwMode="auto">
          <a:xfrm>
            <a:off x="9144000" y="2781300"/>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48" name="五角星 55">
            <a:extLst>
              <a:ext uri="{FF2B5EF4-FFF2-40B4-BE49-F238E27FC236}">
                <a16:creationId xmlns:a16="http://schemas.microsoft.com/office/drawing/2014/main" id="{2E647361-8E3C-55ED-6064-D59BF64C865F}"/>
              </a:ext>
            </a:extLst>
          </p:cNvPr>
          <p:cNvSpPr/>
          <p:nvPr/>
        </p:nvSpPr>
        <p:spPr bwMode="auto">
          <a:xfrm>
            <a:off x="9372600" y="4536149"/>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54" name="OTLSHAPE_T_e17f3958430f4cff8650518c93c7635e_Shape">
            <a:extLst>
              <a:ext uri="{FF2B5EF4-FFF2-40B4-BE49-F238E27FC236}">
                <a16:creationId xmlns:a16="http://schemas.microsoft.com/office/drawing/2014/main" id="{3AEA5B06-1CDC-B857-9824-CE29DA1E9877}"/>
              </a:ext>
            </a:extLst>
          </p:cNvPr>
          <p:cNvSpPr/>
          <p:nvPr>
            <p:custDataLst>
              <p:tags r:id="rId8"/>
            </p:custDataLst>
          </p:nvPr>
        </p:nvSpPr>
        <p:spPr bwMode="auto">
          <a:xfrm>
            <a:off x="1151305" y="3984990"/>
            <a:ext cx="109728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endParaRPr lang="zh-CN" altLang="en-US" sz="750" b="1">
              <a:solidFill>
                <a:srgbClr val="002060"/>
              </a:solidFill>
              <a:cs typeface="Calibri" panose="020F0502020204030204" pitchFamily="34" charset="0"/>
            </a:endParaRPr>
          </a:p>
        </p:txBody>
      </p:sp>
      <p:sp>
        <p:nvSpPr>
          <p:cNvPr id="63" name="Rectangle 73">
            <a:extLst>
              <a:ext uri="{FF2B5EF4-FFF2-40B4-BE49-F238E27FC236}">
                <a16:creationId xmlns:a16="http://schemas.microsoft.com/office/drawing/2014/main" id="{6A618A58-0C5B-878A-5C3F-4F2D189BE5BE}"/>
              </a:ext>
            </a:extLst>
          </p:cNvPr>
          <p:cNvSpPr/>
          <p:nvPr/>
        </p:nvSpPr>
        <p:spPr>
          <a:xfrm>
            <a:off x="3169056" y="4228668"/>
            <a:ext cx="373820" cy="207749"/>
          </a:xfrm>
          <a:prstGeom prst="rect">
            <a:avLst/>
          </a:prstGeom>
        </p:spPr>
        <p:txBody>
          <a:bodyPr wrap="none" lIns="91440" tIns="45720" rIns="91440" bIns="45720" anchor="t">
            <a:spAutoFit/>
          </a:bodyPr>
          <a:lstStyle/>
          <a:p>
            <a:pPr algn="ctr"/>
            <a:r>
              <a:rPr lang="en-US" altLang="zh-CN" sz="750" b="1">
                <a:solidFill>
                  <a:srgbClr val="002060"/>
                </a:solidFill>
                <a:cs typeface="Calibri"/>
              </a:rPr>
              <a:t>LSC</a:t>
            </a:r>
            <a:endParaRPr lang="zh-CN" altLang="en-US" sz="750" b="1">
              <a:solidFill>
                <a:srgbClr val="002060"/>
              </a:solidFill>
              <a:cs typeface="Calibri" panose="020F0502020204030204" pitchFamily="34" charset="0"/>
            </a:endParaRPr>
          </a:p>
        </p:txBody>
      </p:sp>
      <p:sp>
        <p:nvSpPr>
          <p:cNvPr id="64" name="OTLSHAPE_T_5a934a26f311425e8ebaa0f45e6533ad_Shape">
            <a:extLst>
              <a:ext uri="{FF2B5EF4-FFF2-40B4-BE49-F238E27FC236}">
                <a16:creationId xmlns:a16="http://schemas.microsoft.com/office/drawing/2014/main" id="{F46D5AB3-CD2F-971B-D120-6DC8890D62CD}"/>
              </a:ext>
            </a:extLst>
          </p:cNvPr>
          <p:cNvSpPr/>
          <p:nvPr>
            <p:custDataLst>
              <p:tags r:id="rId9"/>
            </p:custDataLst>
          </p:nvPr>
        </p:nvSpPr>
        <p:spPr bwMode="auto">
          <a:xfrm>
            <a:off x="2253330" y="3963228"/>
            <a:ext cx="1097280" cy="21053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2060"/>
              </a:solidFill>
            </a:endParaRPr>
          </a:p>
        </p:txBody>
      </p:sp>
      <p:sp>
        <p:nvSpPr>
          <p:cNvPr id="65" name="Star: 4 Points 143">
            <a:extLst>
              <a:ext uri="{FF2B5EF4-FFF2-40B4-BE49-F238E27FC236}">
                <a16:creationId xmlns:a16="http://schemas.microsoft.com/office/drawing/2014/main" id="{12651435-0B50-A7B6-22DC-7E4045C26DF4}"/>
              </a:ext>
            </a:extLst>
          </p:cNvPr>
          <p:cNvSpPr/>
          <p:nvPr/>
        </p:nvSpPr>
        <p:spPr bwMode="auto">
          <a:xfrm>
            <a:off x="3284067" y="412939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solidFill>
                <a:srgbClr val="002060"/>
              </a:solidFill>
              <a:cs typeface="Calibri" panose="020F0502020204030204" pitchFamily="34" charset="0"/>
            </a:endParaRPr>
          </a:p>
        </p:txBody>
      </p:sp>
      <p:sp>
        <p:nvSpPr>
          <p:cNvPr id="66" name="OTLSHAPE_T_e17f3958430f4cff8650518c93c7635e_StartDate">
            <a:extLst>
              <a:ext uri="{FF2B5EF4-FFF2-40B4-BE49-F238E27FC236}">
                <a16:creationId xmlns:a16="http://schemas.microsoft.com/office/drawing/2014/main" id="{BF1964A4-83BC-ED6E-D55C-CC77FF97E01A}"/>
              </a:ext>
            </a:extLst>
          </p:cNvPr>
          <p:cNvSpPr txBox="1"/>
          <p:nvPr>
            <p:custDataLst>
              <p:tags r:id="rId10"/>
            </p:custDataLst>
          </p:nvPr>
        </p:nvSpPr>
        <p:spPr>
          <a:xfrm>
            <a:off x="1075895" y="3946779"/>
            <a:ext cx="1219943" cy="200055"/>
          </a:xfrm>
          <a:prstGeom prst="rect">
            <a:avLst/>
          </a:prstGeom>
          <a:noFill/>
        </p:spPr>
        <p:txBody>
          <a:bodyPr vert="horz" wrap="square" lIns="0" tIns="0" rIns="0" bIns="0" rtlCol="0" anchor="ctr" anchorCtr="0">
            <a:spAutoFit/>
          </a:bodyPr>
          <a:lstStyle/>
          <a:p>
            <a:pPr algn="ctr"/>
            <a:r>
              <a:rPr lang="en-US" altLang="zh-CN" sz="700" b="1">
                <a:cs typeface="Calibri"/>
              </a:rPr>
              <a:t> </a:t>
            </a:r>
            <a:r>
              <a:rPr lang="en-US" altLang="zh-CN" sz="600" b="1">
                <a:cs typeface="Calibri"/>
              </a:rPr>
              <a:t>N=20/14 (China mainland)</a:t>
            </a:r>
          </a:p>
          <a:p>
            <a:pPr algn="ctr"/>
            <a:r>
              <a:rPr lang="en-US" altLang="zh-CN" sz="600" b="1">
                <a:cs typeface="Calibri"/>
              </a:rPr>
              <a:t>N=5/4(HK) N=3/6(TW)</a:t>
            </a:r>
            <a:endParaRPr lang="zh-CN" altLang="en-US" sz="700" b="1">
              <a:cs typeface="Calibri"/>
            </a:endParaRPr>
          </a:p>
        </p:txBody>
      </p:sp>
      <p:sp>
        <p:nvSpPr>
          <p:cNvPr id="70" name="Rectangle: Rounded Corners 69">
            <a:extLst>
              <a:ext uri="{FF2B5EF4-FFF2-40B4-BE49-F238E27FC236}">
                <a16:creationId xmlns:a16="http://schemas.microsoft.com/office/drawing/2014/main" id="{D4AB9DDE-0F36-EFDB-4905-638DCA58A81F}"/>
              </a:ext>
            </a:extLst>
          </p:cNvPr>
          <p:cNvSpPr/>
          <p:nvPr/>
        </p:nvSpPr>
        <p:spPr>
          <a:xfrm>
            <a:off x="4151488" y="5287953"/>
            <a:ext cx="5846925" cy="1321783"/>
          </a:xfrm>
          <a:prstGeom prst="roundRect">
            <a:avLst>
              <a:gd name="adj" fmla="val 9655"/>
            </a:avLst>
          </a:prstGeom>
          <a:solidFill>
            <a:schemeClr val="accent4">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defRPr/>
            </a:pPr>
            <a:r>
              <a:rPr kumimoji="0" lang="en-US" altLang="zh-CN" sz="1000" b="1" i="0" u="none" strike="noStrike" kern="1200" cap="none" spc="0" normalizeH="0" baseline="0" noProof="0">
                <a:ln>
                  <a:noFill/>
                </a:ln>
                <a:solidFill>
                  <a:srgbClr val="000000"/>
                </a:solidFill>
                <a:effectLst/>
                <a:uLnTx/>
                <a:uFillTx/>
                <a:cs typeface="Calibri"/>
              </a:rPr>
              <a:t>China status:</a:t>
            </a:r>
          </a:p>
          <a:p>
            <a:pPr marL="171450" indent="-171450">
              <a:buFont typeface="Arial" panose="020B0604020202020204" pitchFamily="34" charset="0"/>
              <a:buChar char="•"/>
              <a:defRPr/>
            </a:pPr>
            <a:r>
              <a:rPr lang="en-US" altLang="zh-CN" sz="1000">
                <a:solidFill>
                  <a:srgbClr val="0E584B"/>
                </a:solidFill>
                <a:cs typeface="Calibri"/>
              </a:rPr>
              <a:t>EoP2 HAI submission submitted on 22 Mar,2024, feedback expected in Jun. </a:t>
            </a:r>
          </a:p>
          <a:p>
            <a:pPr marL="171450" indent="-171450">
              <a:buFont typeface="Arial" panose="020B0604020202020204" pitchFamily="34" charset="0"/>
              <a:buChar char="•"/>
              <a:defRPr/>
            </a:pPr>
            <a:r>
              <a:rPr lang="en-US" altLang="zh-CN" sz="1000">
                <a:solidFill>
                  <a:srgbClr val="0E584B"/>
                </a:solidFill>
                <a:cs typeface="Calibri"/>
              </a:rPr>
              <a:t>BTD application planned in Apr/May 2024 using general indication of “MASH” </a:t>
            </a:r>
          </a:p>
          <a:p>
            <a:pPr marL="171450" indent="-171450">
              <a:buFont typeface="Arial" panose="020B0604020202020204" pitchFamily="34" charset="0"/>
              <a:buChar char="•"/>
              <a:defRPr/>
            </a:pPr>
            <a:r>
              <a:rPr lang="en-US" altLang="zh-CN" sz="1000">
                <a:solidFill>
                  <a:srgbClr val="0E584B"/>
                </a:solidFill>
                <a:cs typeface="Calibri"/>
              </a:rPr>
              <a:t>Local communication channel with CRO (PXL) established</a:t>
            </a:r>
          </a:p>
          <a:p>
            <a:pPr marL="171450" indent="-171450">
              <a:buFont typeface="Arial" panose="020B0604020202020204" pitchFamily="34" charset="0"/>
              <a:buChar char="•"/>
              <a:defRPr/>
            </a:pPr>
            <a:r>
              <a:rPr lang="en-US" altLang="zh-CN" sz="1000">
                <a:solidFill>
                  <a:srgbClr val="0E584B"/>
                </a:solidFill>
                <a:cs typeface="Calibri"/>
              </a:rPr>
              <a:t>Leading PI Proposal for PEC Endorsement</a:t>
            </a:r>
          </a:p>
          <a:p>
            <a:pPr marL="628650" lvl="1" indent="-171450">
              <a:buFont typeface="Arial" panose="020B0604020202020204" pitchFamily="34" charset="0"/>
              <a:buChar char="•"/>
              <a:defRPr/>
            </a:pPr>
            <a:r>
              <a:rPr lang="en-US" altLang="zh-CN" sz="1000">
                <a:solidFill>
                  <a:srgbClr val="0E584B"/>
                </a:solidFill>
                <a:cs typeface="Calibri"/>
              </a:rPr>
              <a:t>Prof. Wei, Lai (BJ Tsinghua </a:t>
            </a:r>
            <a:r>
              <a:rPr lang="en-US" altLang="zh-CN" sz="1000" err="1">
                <a:solidFill>
                  <a:srgbClr val="0E584B"/>
                </a:solidFill>
                <a:cs typeface="Calibri"/>
              </a:rPr>
              <a:t>ChangGeng</a:t>
            </a:r>
            <a:r>
              <a:rPr lang="en-US" altLang="zh-CN" sz="1000">
                <a:solidFill>
                  <a:srgbClr val="0E584B"/>
                </a:solidFill>
                <a:cs typeface="Calibri"/>
              </a:rPr>
              <a:t> Hospital) for 1404.44</a:t>
            </a:r>
          </a:p>
          <a:p>
            <a:pPr marL="628650" lvl="1" indent="-171450">
              <a:buFont typeface="Arial" panose="020B0604020202020204" pitchFamily="34" charset="0"/>
              <a:buChar char="•"/>
              <a:defRPr/>
            </a:pPr>
            <a:r>
              <a:rPr lang="en-US" altLang="zh-CN" sz="1000">
                <a:solidFill>
                  <a:srgbClr val="0E584B"/>
                </a:solidFill>
                <a:cs typeface="Calibri"/>
              </a:rPr>
              <a:t>Prof. You, Hong (BJ Friendship Hospital)</a:t>
            </a:r>
            <a:r>
              <a:rPr lang="zh-CN" altLang="en-US" sz="1000">
                <a:solidFill>
                  <a:srgbClr val="0E584B"/>
                </a:solidFill>
                <a:cs typeface="Calibri"/>
              </a:rPr>
              <a:t> </a:t>
            </a:r>
            <a:r>
              <a:rPr lang="en-US" altLang="zh-CN" sz="1000">
                <a:solidFill>
                  <a:srgbClr val="0E584B"/>
                </a:solidFill>
                <a:cs typeface="Calibri"/>
              </a:rPr>
              <a:t>for</a:t>
            </a:r>
            <a:r>
              <a:rPr lang="zh-CN" altLang="en-US" sz="1000">
                <a:solidFill>
                  <a:srgbClr val="0E584B"/>
                </a:solidFill>
                <a:cs typeface="Calibri"/>
              </a:rPr>
              <a:t> </a:t>
            </a:r>
            <a:r>
              <a:rPr lang="en-US" altLang="zh-CN" sz="1000">
                <a:solidFill>
                  <a:srgbClr val="0E584B"/>
                </a:solidFill>
                <a:cs typeface="Calibri"/>
              </a:rPr>
              <a:t>1404.64</a:t>
            </a:r>
          </a:p>
          <a:p>
            <a:pPr marL="171450" indent="-171450">
              <a:buFont typeface="Arial" panose="020B0604020202020204" pitchFamily="34" charset="0"/>
              <a:buChar char="•"/>
              <a:defRPr/>
            </a:pPr>
            <a:endParaRPr lang="en-US" altLang="zh-CN" sz="1000">
              <a:solidFill>
                <a:srgbClr val="0E584B"/>
              </a:solidFill>
              <a:cs typeface="Calibri"/>
            </a:endParaRPr>
          </a:p>
        </p:txBody>
      </p:sp>
      <p:sp>
        <p:nvSpPr>
          <p:cNvPr id="74" name="Rectangle 174">
            <a:extLst>
              <a:ext uri="{FF2B5EF4-FFF2-40B4-BE49-F238E27FC236}">
                <a16:creationId xmlns:a16="http://schemas.microsoft.com/office/drawing/2014/main" id="{E71FB74D-7109-A82C-649B-5450F90AA21B}"/>
              </a:ext>
            </a:extLst>
          </p:cNvPr>
          <p:cNvSpPr/>
          <p:nvPr/>
        </p:nvSpPr>
        <p:spPr>
          <a:xfrm>
            <a:off x="2063453" y="4213874"/>
            <a:ext cx="362600"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LSS</a:t>
            </a:r>
            <a:endParaRPr lang="zh-CN" altLang="en-US" sz="750" b="1">
              <a:solidFill>
                <a:srgbClr val="44546A"/>
              </a:solidFill>
              <a:cs typeface="Calibri" panose="020F0502020204030204" pitchFamily="34" charset="0"/>
            </a:endParaRPr>
          </a:p>
        </p:txBody>
      </p:sp>
      <p:sp>
        <p:nvSpPr>
          <p:cNvPr id="75" name="Star: 4 Points 143">
            <a:extLst>
              <a:ext uri="{FF2B5EF4-FFF2-40B4-BE49-F238E27FC236}">
                <a16:creationId xmlns:a16="http://schemas.microsoft.com/office/drawing/2014/main" id="{D74C4831-7DCC-F206-5F41-FCCF964065E2}"/>
              </a:ext>
            </a:extLst>
          </p:cNvPr>
          <p:cNvSpPr/>
          <p:nvPr/>
        </p:nvSpPr>
        <p:spPr bwMode="auto">
          <a:xfrm>
            <a:off x="2173509" y="40765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76" name="OTLSHAPE_T_e17f3958430f4cff8650518c93c7635e_StartDate">
            <a:extLst>
              <a:ext uri="{FF2B5EF4-FFF2-40B4-BE49-F238E27FC236}">
                <a16:creationId xmlns:a16="http://schemas.microsoft.com/office/drawing/2014/main" id="{753D38E8-F603-20F2-3FC3-C59A1BE16C9C}"/>
              </a:ext>
            </a:extLst>
          </p:cNvPr>
          <p:cNvSpPr txBox="1"/>
          <p:nvPr>
            <p:custDataLst>
              <p:tags r:id="rId11"/>
            </p:custDataLst>
          </p:nvPr>
        </p:nvSpPr>
        <p:spPr>
          <a:xfrm>
            <a:off x="1995445" y="3691898"/>
            <a:ext cx="511967" cy="230832"/>
          </a:xfrm>
          <a:prstGeom prst="rect">
            <a:avLst/>
          </a:prstGeom>
          <a:noFill/>
        </p:spPr>
        <p:txBody>
          <a:bodyPr vert="horz" wrap="square" lIns="0" tIns="0" rIns="0" bIns="0" rtlCol="0" anchor="ctr" anchorCtr="0">
            <a:spAutoFit/>
          </a:bodyPr>
          <a:lstStyle/>
          <a:p>
            <a:pPr algn="ctr"/>
            <a:r>
              <a:rPr lang="en-US" altLang="zh-CN" sz="750" b="1">
                <a:solidFill>
                  <a:srgbClr val="1F497D"/>
                </a:solidFill>
                <a:cs typeface="Calibri" panose="020F0502020204030204" pitchFamily="34" charset="0"/>
              </a:rPr>
              <a:t>15 Sep 2022</a:t>
            </a:r>
            <a:endParaRPr lang="zh-CN" altLang="en-US" sz="750" b="1">
              <a:solidFill>
                <a:srgbClr val="1F497D"/>
              </a:solidFill>
              <a:cs typeface="Calibri" panose="020F0502020204030204" pitchFamily="34" charset="0"/>
            </a:endParaRPr>
          </a:p>
        </p:txBody>
      </p:sp>
      <p:sp>
        <p:nvSpPr>
          <p:cNvPr id="77" name="Rectangle: Rounded Corners 76">
            <a:extLst>
              <a:ext uri="{FF2B5EF4-FFF2-40B4-BE49-F238E27FC236}">
                <a16:creationId xmlns:a16="http://schemas.microsoft.com/office/drawing/2014/main" id="{A3233CAE-2AF6-ECF9-6DDB-6F0B1BFF8490}"/>
              </a:ext>
            </a:extLst>
          </p:cNvPr>
          <p:cNvSpPr/>
          <p:nvPr/>
        </p:nvSpPr>
        <p:spPr>
          <a:xfrm>
            <a:off x="4219768" y="1858427"/>
            <a:ext cx="7003044" cy="570238"/>
          </a:xfrm>
          <a:prstGeom prst="roundRect">
            <a:avLst>
              <a:gd name="adj" fmla="val 5502"/>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defRPr/>
            </a:pPr>
            <a:r>
              <a:rPr lang="en-US" altLang="zh-CN" sz="1000" b="1">
                <a:solidFill>
                  <a:srgbClr val="000000"/>
                </a:solidFill>
                <a:cs typeface="Calibri"/>
              </a:rPr>
              <a:t>Global status:</a:t>
            </a:r>
          </a:p>
          <a:p>
            <a:pPr marL="171450" indent="-171450">
              <a:buFont typeface="Arial" panose="020B0604020202020204" pitchFamily="34" charset="0"/>
              <a:buChar char="•"/>
              <a:defRPr/>
            </a:pPr>
            <a:r>
              <a:rPr lang="en-US" altLang="zh-CN" sz="1000">
                <a:solidFill>
                  <a:schemeClr val="tx1"/>
                </a:solidFill>
                <a:cs typeface="Calibri"/>
              </a:rPr>
              <a:t>Phase 3 Pre-IND submission was submitted, feedback  expected in May </a:t>
            </a:r>
          </a:p>
        </p:txBody>
      </p:sp>
      <p:sp>
        <p:nvSpPr>
          <p:cNvPr id="78" name="OTLSHAPE_M_39ea6ebc19a94c9fab6ef5006c31df58_Title">
            <a:extLst>
              <a:ext uri="{FF2B5EF4-FFF2-40B4-BE49-F238E27FC236}">
                <a16:creationId xmlns:a16="http://schemas.microsoft.com/office/drawing/2014/main" id="{D1FF81F4-37BA-F3C3-B24D-DBF628A06511}"/>
              </a:ext>
            </a:extLst>
          </p:cNvPr>
          <p:cNvSpPr txBox="1"/>
          <p:nvPr>
            <p:custDataLst>
              <p:tags r:id="rId12"/>
            </p:custDataLst>
          </p:nvPr>
        </p:nvSpPr>
        <p:spPr>
          <a:xfrm>
            <a:off x="8544445" y="4722446"/>
            <a:ext cx="1815871" cy="323165"/>
          </a:xfrm>
          <a:prstGeom prst="rect">
            <a:avLst/>
          </a:prstGeom>
          <a:solidFill>
            <a:srgbClr val="99CCFF"/>
          </a:solidFill>
        </p:spPr>
        <p:txBody>
          <a:bodyPr vert="horz" wrap="square" lIns="0" tIns="0" rIns="0" bIns="0" rtlCol="0" anchor="ctr" anchorCtr="0">
            <a:spAutoFit/>
          </a:bodyPr>
          <a:lstStyle/>
          <a:p>
            <a:r>
              <a:rPr lang="en-US" altLang="zh-CN" sz="700" b="1">
                <a:solidFill>
                  <a:schemeClr val="accent1"/>
                </a:solidFill>
                <a:cs typeface="Calibri"/>
              </a:rPr>
              <a:t>Accelerated NDA submission</a:t>
            </a:r>
            <a:r>
              <a:rPr lang="en-US" altLang="zh-CN" sz="700" b="1">
                <a:solidFill>
                  <a:schemeClr val="bg2"/>
                </a:solidFill>
                <a:cs typeface="Calibri"/>
              </a:rPr>
              <a:t>: Nov 2027</a:t>
            </a:r>
          </a:p>
          <a:p>
            <a:r>
              <a:rPr lang="en-US" altLang="zh-CN" sz="700" b="1">
                <a:solidFill>
                  <a:schemeClr val="bg2"/>
                </a:solidFill>
                <a:cs typeface="Calibri"/>
              </a:rPr>
              <a:t>Approval: Aug 2028 (best), Jan 2029 (base)</a:t>
            </a:r>
          </a:p>
        </p:txBody>
      </p:sp>
      <p:cxnSp>
        <p:nvCxnSpPr>
          <p:cNvPr id="79" name="Straight Connector 78">
            <a:extLst>
              <a:ext uri="{FF2B5EF4-FFF2-40B4-BE49-F238E27FC236}">
                <a16:creationId xmlns:a16="http://schemas.microsoft.com/office/drawing/2014/main" id="{4FDCF90A-802E-94FD-FE8B-5A8E1EBB037C}"/>
              </a:ext>
            </a:extLst>
          </p:cNvPr>
          <p:cNvCxnSpPr>
            <a:cxnSpLocks/>
          </p:cNvCxnSpPr>
          <p:nvPr/>
        </p:nvCxnSpPr>
        <p:spPr bwMode="auto">
          <a:xfrm flipV="1">
            <a:off x="3933586" y="1909404"/>
            <a:ext cx="1442" cy="359829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80" name="OTLSHAPE_T_e17f3958430f4cff8650518c93c7635e_StartDate">
            <a:extLst>
              <a:ext uri="{FF2B5EF4-FFF2-40B4-BE49-F238E27FC236}">
                <a16:creationId xmlns:a16="http://schemas.microsoft.com/office/drawing/2014/main" id="{D22005AE-8FB7-9BAE-3C11-83CD9FE1A920}"/>
              </a:ext>
            </a:extLst>
          </p:cNvPr>
          <p:cNvSpPr txBox="1"/>
          <p:nvPr>
            <p:custDataLst>
              <p:tags r:id="rId13"/>
            </p:custDataLst>
          </p:nvPr>
        </p:nvSpPr>
        <p:spPr>
          <a:xfrm>
            <a:off x="2984942" y="3746987"/>
            <a:ext cx="511967" cy="230832"/>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8 Dec 2023</a:t>
            </a:r>
            <a:endParaRPr lang="zh-CN" altLang="en-US" sz="750" b="1">
              <a:solidFill>
                <a:schemeClr val="accent1"/>
              </a:solidFill>
              <a:cs typeface="Calibri" panose="020F0502020204030204" pitchFamily="34" charset="0"/>
            </a:endParaRPr>
          </a:p>
        </p:txBody>
      </p:sp>
      <p:sp>
        <p:nvSpPr>
          <p:cNvPr id="81" name="OTLSHAPE_M_39ea6ebc19a94c9fab6ef5006c31df58_Shape">
            <a:extLst>
              <a:ext uri="{FF2B5EF4-FFF2-40B4-BE49-F238E27FC236}">
                <a16:creationId xmlns:a16="http://schemas.microsoft.com/office/drawing/2014/main" id="{D6EF053A-865A-F74B-C47E-0AD6167372D2}"/>
              </a:ext>
            </a:extLst>
          </p:cNvPr>
          <p:cNvSpPr/>
          <p:nvPr>
            <p:custDataLst>
              <p:tags r:id="rId14"/>
            </p:custDataLst>
          </p:nvPr>
        </p:nvSpPr>
        <p:spPr bwMode="auto">
          <a:xfrm rot="16200000">
            <a:off x="3525615" y="2299188"/>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2" name="Rectangle 135">
            <a:extLst>
              <a:ext uri="{FF2B5EF4-FFF2-40B4-BE49-F238E27FC236}">
                <a16:creationId xmlns:a16="http://schemas.microsoft.com/office/drawing/2014/main" id="{A0EF2F43-5C90-F711-E276-B50C9F6CE07B}"/>
              </a:ext>
            </a:extLst>
          </p:cNvPr>
          <p:cNvSpPr/>
          <p:nvPr/>
        </p:nvSpPr>
        <p:spPr>
          <a:xfrm>
            <a:off x="3362852" y="2363305"/>
            <a:ext cx="373821"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DBL</a:t>
            </a:r>
            <a:endParaRPr lang="zh-CN" altLang="en-US" sz="750" b="1">
              <a:solidFill>
                <a:srgbClr val="44546A"/>
              </a:solidFill>
              <a:cs typeface="Calibri" panose="020F0502020204030204" pitchFamily="34" charset="0"/>
            </a:endParaRPr>
          </a:p>
        </p:txBody>
      </p:sp>
      <p:sp>
        <p:nvSpPr>
          <p:cNvPr id="83" name="OTLSHAPE_T_e17f3958430f4cff8650518c93c7635e_StartDate">
            <a:extLst>
              <a:ext uri="{FF2B5EF4-FFF2-40B4-BE49-F238E27FC236}">
                <a16:creationId xmlns:a16="http://schemas.microsoft.com/office/drawing/2014/main" id="{4582151E-D711-515F-58A9-37CE0671C711}"/>
              </a:ext>
            </a:extLst>
          </p:cNvPr>
          <p:cNvSpPr txBox="1"/>
          <p:nvPr>
            <p:custDataLst>
              <p:tags r:id="rId15"/>
            </p:custDataLst>
          </p:nvPr>
        </p:nvSpPr>
        <p:spPr>
          <a:xfrm>
            <a:off x="3243798" y="1951929"/>
            <a:ext cx="511967" cy="230832"/>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2Feb</a:t>
            </a:r>
          </a:p>
          <a:p>
            <a:pPr algn="ctr"/>
            <a:r>
              <a:rPr lang="en-US" altLang="zh-CN" sz="750" b="1">
                <a:solidFill>
                  <a:schemeClr val="accent1"/>
                </a:solidFill>
                <a:cs typeface="Calibri" panose="020F0502020204030204" pitchFamily="34" charset="0"/>
              </a:rPr>
              <a:t>2024</a:t>
            </a:r>
            <a:endParaRPr lang="zh-CN" altLang="en-US" sz="750" b="1">
              <a:solidFill>
                <a:schemeClr val="accent1"/>
              </a:solidFill>
              <a:cs typeface="Calibri" panose="020F0502020204030204" pitchFamily="34" charset="0"/>
            </a:endParaRPr>
          </a:p>
        </p:txBody>
      </p:sp>
      <p:sp>
        <p:nvSpPr>
          <p:cNvPr id="84" name="OTLSHAPE_M_39ea6ebc19a94c9fab6ef5006c31df58_Shape">
            <a:extLst>
              <a:ext uri="{FF2B5EF4-FFF2-40B4-BE49-F238E27FC236}">
                <a16:creationId xmlns:a16="http://schemas.microsoft.com/office/drawing/2014/main" id="{8BF0A74C-16B4-20D8-37A7-063139428C60}"/>
              </a:ext>
            </a:extLst>
          </p:cNvPr>
          <p:cNvSpPr/>
          <p:nvPr>
            <p:custDataLst>
              <p:tags r:id="rId16"/>
            </p:custDataLst>
          </p:nvPr>
        </p:nvSpPr>
        <p:spPr bwMode="auto">
          <a:xfrm rot="16200000">
            <a:off x="3569554" y="4169667"/>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5" name="Rectangle 135">
            <a:extLst>
              <a:ext uri="{FF2B5EF4-FFF2-40B4-BE49-F238E27FC236}">
                <a16:creationId xmlns:a16="http://schemas.microsoft.com/office/drawing/2014/main" id="{C93ADCCE-F75F-152F-4477-C78DF49FC00B}"/>
              </a:ext>
            </a:extLst>
          </p:cNvPr>
          <p:cNvSpPr/>
          <p:nvPr/>
        </p:nvSpPr>
        <p:spPr>
          <a:xfrm>
            <a:off x="3433342" y="4246770"/>
            <a:ext cx="373821"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DBL</a:t>
            </a:r>
            <a:endParaRPr lang="zh-CN" altLang="en-US" sz="750" b="1">
              <a:solidFill>
                <a:srgbClr val="44546A"/>
              </a:solidFill>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B6E53161-A851-A286-59F1-52DBB6B8701C}"/>
              </a:ext>
            </a:extLst>
          </p:cNvPr>
          <p:cNvSpPr txBox="1"/>
          <p:nvPr>
            <p:custDataLst>
              <p:tags r:id="rId17"/>
            </p:custDataLst>
          </p:nvPr>
        </p:nvSpPr>
        <p:spPr>
          <a:xfrm>
            <a:off x="3297060" y="3759175"/>
            <a:ext cx="511967" cy="230832"/>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31Jan</a:t>
            </a:r>
          </a:p>
          <a:p>
            <a:pPr algn="ctr"/>
            <a:r>
              <a:rPr lang="en-US" altLang="zh-CN" sz="750" b="1">
                <a:solidFill>
                  <a:schemeClr val="accent1"/>
                </a:solidFill>
                <a:cs typeface="Calibri" panose="020F0502020204030204" pitchFamily="34" charset="0"/>
              </a:rPr>
              <a:t>2024</a:t>
            </a:r>
            <a:endParaRPr lang="zh-CN" altLang="en-US" sz="750" b="1">
              <a:solidFill>
                <a:schemeClr val="accent1"/>
              </a:solidFill>
              <a:cs typeface="Calibri" panose="020F0502020204030204" pitchFamily="34" charset="0"/>
            </a:endParaRPr>
          </a:p>
        </p:txBody>
      </p:sp>
      <p:sp>
        <p:nvSpPr>
          <p:cNvPr id="87" name="OTLSHAPE_M_39ea6ebc19a94c9fab6ef5006c31df58_Shape">
            <a:extLst>
              <a:ext uri="{FF2B5EF4-FFF2-40B4-BE49-F238E27FC236}">
                <a16:creationId xmlns:a16="http://schemas.microsoft.com/office/drawing/2014/main" id="{04ED51A3-D1D6-6381-E58D-D25E003CF820}"/>
              </a:ext>
            </a:extLst>
          </p:cNvPr>
          <p:cNvSpPr/>
          <p:nvPr>
            <p:custDataLst>
              <p:tags r:id="rId18"/>
            </p:custDataLst>
          </p:nvPr>
        </p:nvSpPr>
        <p:spPr bwMode="auto">
          <a:xfrm rot="16200000">
            <a:off x="3684107" y="2293101"/>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8" name="Rectangle 135">
            <a:extLst>
              <a:ext uri="{FF2B5EF4-FFF2-40B4-BE49-F238E27FC236}">
                <a16:creationId xmlns:a16="http://schemas.microsoft.com/office/drawing/2014/main" id="{49BC95C1-7916-CD39-F77D-E91D8CD328B9}"/>
              </a:ext>
            </a:extLst>
          </p:cNvPr>
          <p:cNvSpPr/>
          <p:nvPr/>
        </p:nvSpPr>
        <p:spPr>
          <a:xfrm>
            <a:off x="3510922" y="2353660"/>
            <a:ext cx="744114" cy="323165"/>
          </a:xfrm>
          <a:prstGeom prst="rect">
            <a:avLst/>
          </a:prstGeom>
        </p:spPr>
        <p:txBody>
          <a:bodyPr wrap="none">
            <a:spAutoFit/>
          </a:bodyPr>
          <a:lstStyle/>
          <a:p>
            <a:pPr algn="ctr"/>
            <a:r>
              <a:rPr lang="en-US" altLang="zh-CN" sz="750" b="1">
                <a:solidFill>
                  <a:srgbClr val="44546A"/>
                </a:solidFill>
                <a:cs typeface="Calibri" panose="020F0502020204030204" pitchFamily="34" charset="0"/>
              </a:rPr>
              <a:t>Feb2024</a:t>
            </a:r>
          </a:p>
          <a:p>
            <a:pPr algn="ctr"/>
            <a:r>
              <a:rPr lang="en-US" altLang="zh-CN" sz="750" b="1">
                <a:solidFill>
                  <a:srgbClr val="44546A"/>
                </a:solidFill>
                <a:cs typeface="Calibri" panose="020F0502020204030204" pitchFamily="34" charset="0"/>
              </a:rPr>
              <a:t>/key</a:t>
            </a:r>
            <a:r>
              <a:rPr lang="zh-CN" altLang="en-US" sz="750" b="1">
                <a:solidFill>
                  <a:srgbClr val="44546A"/>
                </a:solidFill>
                <a:cs typeface="Calibri" panose="020F0502020204030204" pitchFamily="34" charset="0"/>
              </a:rPr>
              <a:t> </a:t>
            </a:r>
            <a:r>
              <a:rPr lang="en-US" altLang="zh-CN" sz="750" b="1">
                <a:solidFill>
                  <a:srgbClr val="44546A"/>
                </a:solidFill>
                <a:cs typeface="Calibri" panose="020F0502020204030204" pitchFamily="34" charset="0"/>
              </a:rPr>
              <a:t>results</a:t>
            </a:r>
          </a:p>
        </p:txBody>
      </p:sp>
      <p:sp>
        <p:nvSpPr>
          <p:cNvPr id="89" name="Rectangle 135">
            <a:extLst>
              <a:ext uri="{FF2B5EF4-FFF2-40B4-BE49-F238E27FC236}">
                <a16:creationId xmlns:a16="http://schemas.microsoft.com/office/drawing/2014/main" id="{C4807A10-4E19-97C8-C5B7-7B451FC73A01}"/>
              </a:ext>
            </a:extLst>
          </p:cNvPr>
          <p:cNvSpPr/>
          <p:nvPr/>
        </p:nvSpPr>
        <p:spPr>
          <a:xfrm>
            <a:off x="3665856" y="4122747"/>
            <a:ext cx="1157689"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Feb2024/key</a:t>
            </a:r>
            <a:r>
              <a:rPr lang="zh-CN" altLang="en-US" sz="750" b="1">
                <a:solidFill>
                  <a:srgbClr val="44546A"/>
                </a:solidFill>
                <a:cs typeface="Calibri" panose="020F0502020204030204" pitchFamily="34" charset="0"/>
              </a:rPr>
              <a:t> </a:t>
            </a:r>
            <a:r>
              <a:rPr lang="en-US" altLang="zh-CN" sz="750" b="1">
                <a:solidFill>
                  <a:srgbClr val="44546A"/>
                </a:solidFill>
                <a:cs typeface="Calibri" panose="020F0502020204030204" pitchFamily="34" charset="0"/>
              </a:rPr>
              <a:t>results</a:t>
            </a:r>
          </a:p>
        </p:txBody>
      </p:sp>
      <p:sp>
        <p:nvSpPr>
          <p:cNvPr id="90" name="OTLSHAPE_M_39ea6ebc19a94c9fab6ef5006c31df58_Shape">
            <a:extLst>
              <a:ext uri="{FF2B5EF4-FFF2-40B4-BE49-F238E27FC236}">
                <a16:creationId xmlns:a16="http://schemas.microsoft.com/office/drawing/2014/main" id="{9661EE8E-A8E5-7CDA-0323-3C02BCF41B75}"/>
              </a:ext>
            </a:extLst>
          </p:cNvPr>
          <p:cNvSpPr/>
          <p:nvPr>
            <p:custDataLst>
              <p:tags r:id="rId19"/>
            </p:custDataLst>
          </p:nvPr>
        </p:nvSpPr>
        <p:spPr bwMode="auto">
          <a:xfrm rot="16200000">
            <a:off x="3681357" y="4161392"/>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grpSp>
        <p:nvGrpSpPr>
          <p:cNvPr id="97" name="Group 96">
            <a:extLst>
              <a:ext uri="{FF2B5EF4-FFF2-40B4-BE49-F238E27FC236}">
                <a16:creationId xmlns:a16="http://schemas.microsoft.com/office/drawing/2014/main" id="{8441A64B-7E44-9FAB-8849-F0590C24C001}"/>
              </a:ext>
            </a:extLst>
          </p:cNvPr>
          <p:cNvGrpSpPr/>
          <p:nvPr/>
        </p:nvGrpSpPr>
        <p:grpSpPr>
          <a:xfrm>
            <a:off x="455180" y="3414411"/>
            <a:ext cx="813765" cy="335422"/>
            <a:chOff x="533400" y="3505200"/>
            <a:chExt cx="813765" cy="335422"/>
          </a:xfrm>
        </p:grpSpPr>
        <p:sp>
          <p:nvSpPr>
            <p:cNvPr id="93" name="Freeform: Shape 152">
              <a:extLst>
                <a:ext uri="{FF2B5EF4-FFF2-40B4-BE49-F238E27FC236}">
                  <a16:creationId xmlns:a16="http://schemas.microsoft.com/office/drawing/2014/main" id="{42BC9862-F6BA-7633-0C3A-2BEDDE42D666}"/>
                </a:ext>
              </a:extLst>
            </p:cNvPr>
            <p:cNvSpPr/>
            <p:nvPr/>
          </p:nvSpPr>
          <p:spPr bwMode="auto">
            <a:xfrm>
              <a:off x="550341" y="3565975"/>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25" b="1" kern="0">
                  <a:solidFill>
                    <a:srgbClr val="FFFFFF"/>
                  </a:solidFill>
                  <a:cs typeface="Calibri" panose="020F0502020204030204" pitchFamily="34" charset="0"/>
                </a:rPr>
                <a:t>China</a:t>
              </a:r>
              <a:endParaRPr lang="zh-CN" altLang="en-US" sz="825" b="1" kern="0">
                <a:solidFill>
                  <a:srgbClr val="FFFFFF"/>
                </a:solidFill>
                <a:cs typeface="Calibri" panose="020F0502020204030204" pitchFamily="34" charset="0"/>
              </a:endParaRPr>
            </a:p>
          </p:txBody>
        </p:sp>
        <p:sp>
          <p:nvSpPr>
            <p:cNvPr id="94" name="Oval 134">
              <a:extLst>
                <a:ext uri="{FF2B5EF4-FFF2-40B4-BE49-F238E27FC236}">
                  <a16:creationId xmlns:a16="http://schemas.microsoft.com/office/drawing/2014/main" id="{C7164AED-167A-DF08-B587-6EBE36684D84}"/>
                </a:ext>
              </a:extLst>
            </p:cNvPr>
            <p:cNvSpPr/>
            <p:nvPr/>
          </p:nvSpPr>
          <p:spPr>
            <a:xfrm>
              <a:off x="533400" y="3505200"/>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endParaRPr>
            </a:p>
          </p:txBody>
        </p:sp>
        <p:sp>
          <p:nvSpPr>
            <p:cNvPr id="95" name="Rectangle: Rounded Corners 116">
              <a:extLst>
                <a:ext uri="{FF2B5EF4-FFF2-40B4-BE49-F238E27FC236}">
                  <a16:creationId xmlns:a16="http://schemas.microsoft.com/office/drawing/2014/main" id="{AA517B1A-01FF-B13C-AC37-C403721CDC6F}"/>
                </a:ext>
              </a:extLst>
            </p:cNvPr>
            <p:cNvSpPr/>
            <p:nvPr/>
          </p:nvSpPr>
          <p:spPr bwMode="auto">
            <a:xfrm>
              <a:off x="1310589" y="3531559"/>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cs typeface="Calibri" panose="020F0502020204030204" pitchFamily="34" charset="0"/>
              </a:endParaRPr>
            </a:p>
          </p:txBody>
        </p:sp>
        <p:pic>
          <p:nvPicPr>
            <p:cNvPr id="96" name="Picture 2" descr="Image result for China flag circle png">
              <a:extLst>
                <a:ext uri="{FF2B5EF4-FFF2-40B4-BE49-F238E27FC236}">
                  <a16:creationId xmlns:a16="http://schemas.microsoft.com/office/drawing/2014/main" id="{0DECD7E1-EECB-6299-EBF2-CA032ECECB1B}"/>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55075" y="3535141"/>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98" name="Freeform: Shape 147">
            <a:extLst>
              <a:ext uri="{FF2B5EF4-FFF2-40B4-BE49-F238E27FC236}">
                <a16:creationId xmlns:a16="http://schemas.microsoft.com/office/drawing/2014/main" id="{FA462C03-C357-0108-36F4-0727BCA9C1E9}"/>
              </a:ext>
            </a:extLst>
          </p:cNvPr>
          <p:cNvSpPr/>
          <p:nvPr/>
        </p:nvSpPr>
        <p:spPr bwMode="auto">
          <a:xfrm>
            <a:off x="439499" y="1797300"/>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00" b="1" kern="0">
                <a:solidFill>
                  <a:srgbClr val="FFFFFF"/>
                </a:solidFill>
                <a:cs typeface="Calibri" panose="020F0502020204030204" pitchFamily="34" charset="0"/>
              </a:rPr>
              <a:t>Global</a:t>
            </a:r>
            <a:endParaRPr lang="zh-CN" altLang="en-US" sz="800" b="1" kern="0">
              <a:solidFill>
                <a:srgbClr val="FFFFFF"/>
              </a:solidFill>
              <a:cs typeface="Calibri" panose="020F0502020204030204" pitchFamily="34" charset="0"/>
            </a:endParaRPr>
          </a:p>
        </p:txBody>
      </p:sp>
      <p:sp>
        <p:nvSpPr>
          <p:cNvPr id="99" name="Oval 4">
            <a:extLst>
              <a:ext uri="{FF2B5EF4-FFF2-40B4-BE49-F238E27FC236}">
                <a16:creationId xmlns:a16="http://schemas.microsoft.com/office/drawing/2014/main" id="{69EEA230-44E3-0E37-F19F-EC0431FBA3FC}"/>
              </a:ext>
            </a:extLst>
          </p:cNvPr>
          <p:cNvSpPr/>
          <p:nvPr/>
        </p:nvSpPr>
        <p:spPr>
          <a:xfrm>
            <a:off x="427631" y="1725043"/>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endParaRPr>
          </a:p>
        </p:txBody>
      </p:sp>
      <p:pic>
        <p:nvPicPr>
          <p:cNvPr id="100" name="Picture 6" descr="Image result for world circle png">
            <a:extLst>
              <a:ext uri="{FF2B5EF4-FFF2-40B4-BE49-F238E27FC236}">
                <a16:creationId xmlns:a16="http://schemas.microsoft.com/office/drawing/2014/main" id="{3EEB0AB3-7186-D43F-BB81-8129FC90F6D6}"/>
              </a:ext>
            </a:extLst>
          </p:cNvPr>
          <p:cNvPicPr>
            <a:picLocks noChangeAspect="1" noChangeArrowheads="1"/>
          </p:cNvPicPr>
          <p:nvPr/>
        </p:nvPicPr>
        <p:blipFill rotWithShape="1">
          <a:blip r:embed="rId39">
            <a:extLst>
              <a:ext uri="{28A0092B-C50C-407E-A947-70E740481C1C}">
                <a14:useLocalDpi xmlns:a14="http://schemas.microsoft.com/office/drawing/2010/main" val="0"/>
              </a:ext>
            </a:extLst>
          </a:blip>
          <a:srcRect l="4094" t="4010" r="4094" b="4010"/>
          <a:stretch/>
        </p:blipFill>
        <p:spPr bwMode="auto">
          <a:xfrm>
            <a:off x="455180" y="1752205"/>
            <a:ext cx="280325" cy="281098"/>
          </a:xfrm>
          <a:prstGeom prst="rect">
            <a:avLst/>
          </a:prstGeom>
          <a:noFill/>
          <a:extLst>
            <a:ext uri="{909E8E84-426E-40DD-AFC4-6F175D3DCCD1}">
              <a14:hiddenFill xmlns:a14="http://schemas.microsoft.com/office/drawing/2010/main">
                <a:solidFill>
                  <a:srgbClr val="FFFFFF"/>
                </a:solidFill>
              </a14:hiddenFill>
            </a:ext>
          </a:extLst>
        </p:spPr>
      </p:pic>
      <p:sp>
        <p:nvSpPr>
          <p:cNvPr id="101" name="Rectangle: Rounded Corners 116">
            <a:extLst>
              <a:ext uri="{FF2B5EF4-FFF2-40B4-BE49-F238E27FC236}">
                <a16:creationId xmlns:a16="http://schemas.microsoft.com/office/drawing/2014/main" id="{14DF29E6-5E7E-B627-D3E4-1363640CE3EE}"/>
              </a:ext>
            </a:extLst>
          </p:cNvPr>
          <p:cNvSpPr/>
          <p:nvPr/>
        </p:nvSpPr>
        <p:spPr bwMode="auto">
          <a:xfrm>
            <a:off x="1182410" y="1762181"/>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cs typeface="Calibri" panose="020F0502020204030204" pitchFamily="34" charset="0"/>
            </a:endParaRPr>
          </a:p>
        </p:txBody>
      </p:sp>
      <p:pic>
        <p:nvPicPr>
          <p:cNvPr id="102" name="Picture 8" descr="Traffic light - Simple English Wikipedia, the free ...">
            <a:extLst>
              <a:ext uri="{FF2B5EF4-FFF2-40B4-BE49-F238E27FC236}">
                <a16:creationId xmlns:a16="http://schemas.microsoft.com/office/drawing/2014/main" id="{C984027D-2318-E379-B751-DED75349EA1B}"/>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rot="10800000">
            <a:off x="10366508" y="204497"/>
            <a:ext cx="1293812" cy="523875"/>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146">
            <a:extLst>
              <a:ext uri="{FF2B5EF4-FFF2-40B4-BE49-F238E27FC236}">
                <a16:creationId xmlns:a16="http://schemas.microsoft.com/office/drawing/2014/main" id="{280BDDD2-DD1B-E56A-D2DD-E1F0497DD76C}"/>
              </a:ext>
            </a:extLst>
          </p:cNvPr>
          <p:cNvSpPr txBox="1"/>
          <p:nvPr/>
        </p:nvSpPr>
        <p:spPr>
          <a:xfrm>
            <a:off x="533401" y="2992263"/>
            <a:ext cx="464405" cy="369332"/>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Ph3-1404.64</a:t>
            </a:r>
          </a:p>
          <a:p>
            <a:pPr algn="ctr"/>
            <a:r>
              <a:rPr lang="en-US" sz="800" b="1">
                <a:solidFill>
                  <a:srgbClr val="0066CC"/>
                </a:solidFill>
                <a:cs typeface="Calibri" panose="020F0502020204030204" pitchFamily="34" charset="0"/>
              </a:rPr>
              <a:t>FOS trial</a:t>
            </a:r>
          </a:p>
        </p:txBody>
      </p:sp>
      <p:sp>
        <p:nvSpPr>
          <p:cNvPr id="53" name="TextBox 146">
            <a:extLst>
              <a:ext uri="{FF2B5EF4-FFF2-40B4-BE49-F238E27FC236}">
                <a16:creationId xmlns:a16="http://schemas.microsoft.com/office/drawing/2014/main" id="{E44E3CDF-996B-30E6-D716-8234EB6A1A0A}"/>
              </a:ext>
            </a:extLst>
          </p:cNvPr>
          <p:cNvSpPr txBox="1"/>
          <p:nvPr/>
        </p:nvSpPr>
        <p:spPr>
          <a:xfrm>
            <a:off x="540923" y="4689537"/>
            <a:ext cx="464405" cy="369332"/>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cs typeface="Calibri" panose="020F0502020204030204" pitchFamily="34" charset="0"/>
              </a:rPr>
              <a:t>Ph3-1404.64</a:t>
            </a:r>
          </a:p>
          <a:p>
            <a:pPr algn="ctr"/>
            <a:r>
              <a:rPr lang="en-US" sz="800" b="1">
                <a:solidFill>
                  <a:srgbClr val="0066CC"/>
                </a:solidFill>
                <a:cs typeface="Calibri" panose="020F0502020204030204" pitchFamily="34" charset="0"/>
              </a:rPr>
              <a:t>FOS trial</a:t>
            </a:r>
          </a:p>
        </p:txBody>
      </p:sp>
      <p:grpSp>
        <p:nvGrpSpPr>
          <p:cNvPr id="91" name="组合 209">
            <a:extLst>
              <a:ext uri="{FF2B5EF4-FFF2-40B4-BE49-F238E27FC236}">
                <a16:creationId xmlns:a16="http://schemas.microsoft.com/office/drawing/2014/main" id="{E6B8E2CA-0272-A172-4DE7-9406012B9819}"/>
              </a:ext>
            </a:extLst>
          </p:cNvPr>
          <p:cNvGrpSpPr/>
          <p:nvPr/>
        </p:nvGrpSpPr>
        <p:grpSpPr>
          <a:xfrm>
            <a:off x="3755850" y="2640439"/>
            <a:ext cx="719013" cy="400110"/>
            <a:chOff x="8070149" y="6639977"/>
            <a:chExt cx="870552" cy="411569"/>
          </a:xfrm>
        </p:grpSpPr>
        <p:sp>
          <p:nvSpPr>
            <p:cNvPr id="103" name="Rectangle 37">
              <a:extLst>
                <a:ext uri="{FF2B5EF4-FFF2-40B4-BE49-F238E27FC236}">
                  <a16:creationId xmlns:a16="http://schemas.microsoft.com/office/drawing/2014/main" id="{C9EF260D-A407-A11A-6946-CB7381EDBFB8}"/>
                </a:ext>
              </a:extLst>
            </p:cNvPr>
            <p:cNvSpPr/>
            <p:nvPr/>
          </p:nvSpPr>
          <p:spPr>
            <a:xfrm>
              <a:off x="8137529" y="6639977"/>
              <a:ext cx="803172" cy="411569"/>
            </a:xfrm>
            <a:prstGeom prst="rect">
              <a:avLst/>
            </a:prstGeom>
            <a:solidFill>
              <a:schemeClr val="bg2">
                <a:lumMod val="10000"/>
                <a:lumOff val="90000"/>
              </a:schemeClr>
            </a:solidFill>
          </p:spPr>
          <p:txBody>
            <a:bodyPr wrap="square">
              <a:spAutoFit/>
            </a:bodyPr>
            <a:lstStyle/>
            <a:p>
              <a:pPr algn="ctr"/>
              <a:r>
                <a:rPr lang="en-US" altLang="zh-CN" sz="1000" b="1">
                  <a:solidFill>
                    <a:srgbClr val="003366"/>
                  </a:solidFill>
                  <a:latin typeface="Calibri" panose="020F0502020204030204" pitchFamily="34" charset="0"/>
                  <a:cs typeface="Calibri" panose="020F0502020204030204" pitchFamily="34" charset="0"/>
                </a:rPr>
                <a:t>Mar2024</a:t>
              </a:r>
            </a:p>
            <a:p>
              <a:pPr algn="ctr"/>
              <a:r>
                <a:rPr lang="en-US" altLang="zh-CN" sz="1000" b="1">
                  <a:solidFill>
                    <a:srgbClr val="003366"/>
                  </a:solidFill>
                  <a:latin typeface="Calibri" panose="020F0502020204030204" pitchFamily="34" charset="0"/>
                  <a:cs typeface="Calibri" panose="020F0502020204030204" pitchFamily="34" charset="0"/>
                </a:rPr>
                <a:t>EoP2 sub</a:t>
              </a:r>
            </a:p>
          </p:txBody>
        </p:sp>
        <p:sp>
          <p:nvSpPr>
            <p:cNvPr id="92" name="OTLSHAPE_M_6b1a73d763be4fac8983a757de742681_Shape">
              <a:extLst>
                <a:ext uri="{FF2B5EF4-FFF2-40B4-BE49-F238E27FC236}">
                  <a16:creationId xmlns:a16="http://schemas.microsoft.com/office/drawing/2014/main" id="{80D3B492-581D-0843-4DAA-A27AC5561C62}"/>
                </a:ext>
              </a:extLst>
            </p:cNvPr>
            <p:cNvSpPr>
              <a:spLocks noChangeAspect="1"/>
            </p:cNvSpPr>
            <p:nvPr>
              <p:custDataLst>
                <p:tags r:id="rId30"/>
              </p:custDataLst>
            </p:nvPr>
          </p:nvSpPr>
          <p:spPr>
            <a:xfrm>
              <a:off x="8070149" y="6720972"/>
              <a:ext cx="110712" cy="110711"/>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200" b="1" err="1">
                <a:solidFill>
                  <a:srgbClr val="FF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sp>
        <p:nvSpPr>
          <p:cNvPr id="104" name="OTLSHAPE_M_6b1a73d763be4fac8983a757de742681_Shape">
            <a:extLst>
              <a:ext uri="{FF2B5EF4-FFF2-40B4-BE49-F238E27FC236}">
                <a16:creationId xmlns:a16="http://schemas.microsoft.com/office/drawing/2014/main" id="{017F2F83-68C8-ECBD-6435-5FC88A391C57}"/>
              </a:ext>
            </a:extLst>
          </p:cNvPr>
          <p:cNvSpPr>
            <a:spLocks noChangeAspect="1"/>
          </p:cNvSpPr>
          <p:nvPr>
            <p:custDataLst>
              <p:tags r:id="rId20"/>
            </p:custDataLst>
          </p:nvPr>
        </p:nvSpPr>
        <p:spPr>
          <a:xfrm>
            <a:off x="8371756" y="2702487"/>
            <a:ext cx="91440" cy="107629"/>
          </a:xfrm>
          <a:prstGeom prst="diamond">
            <a:avLst/>
          </a:prstGeom>
          <a:solidFill>
            <a:srgbClr val="C0000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200" b="1" err="1">
              <a:solidFill>
                <a:srgbClr val="FF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2B04181C-2B4A-2A37-E108-9560CB09EC3B}"/>
              </a:ext>
            </a:extLst>
          </p:cNvPr>
          <p:cNvSpPr txBox="1"/>
          <p:nvPr>
            <p:custDataLst>
              <p:tags r:id="rId21"/>
            </p:custDataLst>
          </p:nvPr>
        </p:nvSpPr>
        <p:spPr>
          <a:xfrm>
            <a:off x="8115772" y="2427293"/>
            <a:ext cx="511967" cy="115416"/>
          </a:xfrm>
          <a:prstGeom prst="rect">
            <a:avLst/>
          </a:prstGeom>
          <a:noFill/>
        </p:spPr>
        <p:txBody>
          <a:bodyPr vert="horz" wrap="square" lIns="0" tIns="0" rIns="0" bIns="0" rtlCol="0" anchor="ctr" anchorCtr="0">
            <a:spAutoFit/>
          </a:bodyPr>
          <a:lstStyle/>
          <a:p>
            <a:pPr algn="ctr"/>
            <a:r>
              <a:rPr lang="en-US" altLang="zh-CN" sz="750" b="1">
                <a:solidFill>
                  <a:srgbClr val="00B050"/>
                </a:solidFill>
                <a:cs typeface="Calibri" panose="020F0502020204030204" pitchFamily="34" charset="0"/>
              </a:rPr>
              <a:t> </a:t>
            </a:r>
            <a:r>
              <a:rPr lang="en-US" altLang="zh-CN" sz="750" b="1">
                <a:solidFill>
                  <a:schemeClr val="accent1"/>
                </a:solidFill>
                <a:cs typeface="Calibri" panose="020F0502020204030204" pitchFamily="34" charset="0"/>
              </a:rPr>
              <a:t>May 2027</a:t>
            </a:r>
            <a:endParaRPr lang="zh-CN" altLang="en-US" sz="750" b="1">
              <a:solidFill>
                <a:srgbClr val="44546A"/>
              </a:solidFill>
              <a:cs typeface="Calibri" panose="020F0502020204030204" pitchFamily="34" charset="0"/>
            </a:endParaRPr>
          </a:p>
        </p:txBody>
      </p:sp>
      <p:sp>
        <p:nvSpPr>
          <p:cNvPr id="106" name="TextBox 105">
            <a:extLst>
              <a:ext uri="{FF2B5EF4-FFF2-40B4-BE49-F238E27FC236}">
                <a16:creationId xmlns:a16="http://schemas.microsoft.com/office/drawing/2014/main" id="{7B9B9081-7DB4-D6AB-0894-A3C5647FC461}"/>
              </a:ext>
            </a:extLst>
          </p:cNvPr>
          <p:cNvSpPr txBox="1"/>
          <p:nvPr/>
        </p:nvSpPr>
        <p:spPr bwMode="gray">
          <a:xfrm>
            <a:off x="8094286" y="2811786"/>
            <a:ext cx="958086" cy="148117"/>
          </a:xfrm>
          <a:prstGeom prst="rect">
            <a:avLst/>
          </a:prstGeom>
          <a:solidFill>
            <a:schemeClr val="accent3">
              <a:lumMod val="90000"/>
            </a:schemeClr>
          </a:solidFill>
        </p:spPr>
        <p:txBody>
          <a:bodyPr wrap="square" lIns="0" tIns="0" rIns="0" bIns="0" rtlCol="0">
            <a:spAutoFit/>
          </a:bodyPr>
          <a:lstStyle/>
          <a:p>
            <a:pPr algn="l">
              <a:lnSpc>
                <a:spcPct val="140000"/>
              </a:lnSpc>
            </a:pPr>
            <a:r>
              <a:rPr lang="en-US" sz="750" b="1">
                <a:cs typeface="Calibri" panose="020F0502020204030204" pitchFamily="34" charset="0"/>
              </a:rPr>
              <a:t>Interim analysis</a:t>
            </a:r>
          </a:p>
        </p:txBody>
      </p:sp>
      <p:grpSp>
        <p:nvGrpSpPr>
          <p:cNvPr id="107" name="Group 106">
            <a:extLst>
              <a:ext uri="{FF2B5EF4-FFF2-40B4-BE49-F238E27FC236}">
                <a16:creationId xmlns:a16="http://schemas.microsoft.com/office/drawing/2014/main" id="{1417214D-A408-4D51-09CF-883FB4EFCD4F}"/>
              </a:ext>
            </a:extLst>
          </p:cNvPr>
          <p:cNvGrpSpPr/>
          <p:nvPr/>
        </p:nvGrpSpPr>
        <p:grpSpPr>
          <a:xfrm>
            <a:off x="4449112" y="2978586"/>
            <a:ext cx="6871595" cy="648096"/>
            <a:chOff x="7611142" y="1907673"/>
            <a:chExt cx="6871595" cy="648096"/>
          </a:xfrm>
        </p:grpSpPr>
        <p:sp>
          <p:nvSpPr>
            <p:cNvPr id="108" name="Rectangle 135">
              <a:extLst>
                <a:ext uri="{FF2B5EF4-FFF2-40B4-BE49-F238E27FC236}">
                  <a16:creationId xmlns:a16="http://schemas.microsoft.com/office/drawing/2014/main" id="{69438A97-0A71-B554-712C-C49D0255F3E4}"/>
                </a:ext>
              </a:extLst>
            </p:cNvPr>
            <p:cNvSpPr/>
            <p:nvPr/>
          </p:nvSpPr>
          <p:spPr>
            <a:xfrm>
              <a:off x="7611142" y="2223168"/>
              <a:ext cx="362600" cy="207749"/>
            </a:xfrm>
            <a:prstGeom prst="rect">
              <a:avLst/>
            </a:prstGeom>
          </p:spPr>
          <p:txBody>
            <a:bodyPr wrap="none">
              <a:spAutoFit/>
            </a:bodyPr>
            <a:lstStyle/>
            <a:p>
              <a:pPr algn="ctr"/>
              <a:r>
                <a:rPr lang="en-US" altLang="zh-CN" sz="750" b="1">
                  <a:solidFill>
                    <a:srgbClr val="44546A"/>
                  </a:solidFill>
                  <a:cs typeface="Calibri" panose="020F0502020204030204" pitchFamily="34" charset="0"/>
                </a:rPr>
                <a:t>FSS</a:t>
              </a:r>
              <a:endParaRPr lang="zh-CN" altLang="en-US" sz="750" b="1">
                <a:solidFill>
                  <a:srgbClr val="44546A"/>
                </a:solidFill>
                <a:cs typeface="Calibri" panose="020F0502020204030204" pitchFamily="34" charset="0"/>
              </a:endParaRPr>
            </a:p>
          </p:txBody>
        </p:sp>
        <p:sp>
          <p:nvSpPr>
            <p:cNvPr id="109" name="OTLSHAPE_T_e17f3958430f4cff8650518c93c7635e_StartDate">
              <a:extLst>
                <a:ext uri="{FF2B5EF4-FFF2-40B4-BE49-F238E27FC236}">
                  <a16:creationId xmlns:a16="http://schemas.microsoft.com/office/drawing/2014/main" id="{9521CA15-6266-5323-008A-15EEBB24D8B1}"/>
                </a:ext>
              </a:extLst>
            </p:cNvPr>
            <p:cNvSpPr txBox="1"/>
            <p:nvPr>
              <p:custDataLst>
                <p:tags r:id="rId27"/>
              </p:custDataLst>
            </p:nvPr>
          </p:nvSpPr>
          <p:spPr>
            <a:xfrm>
              <a:off x="7771258" y="1907673"/>
              <a:ext cx="511967" cy="230832"/>
            </a:xfrm>
            <a:prstGeom prst="rect">
              <a:avLst/>
            </a:prstGeom>
            <a:noFill/>
          </p:spPr>
          <p:txBody>
            <a:bodyPr vert="horz" wrap="square" lIns="0" tIns="0" rIns="0" bIns="0" rtlCol="0" anchor="ctr" anchorCtr="0">
              <a:spAutoFit/>
            </a:bodyPr>
            <a:lstStyle/>
            <a:p>
              <a:pPr algn="ctr"/>
              <a:r>
                <a:rPr lang="en-US" altLang="zh-CN" sz="750" b="1">
                  <a:cs typeface="Calibri" panose="020F0502020204030204" pitchFamily="34" charset="0"/>
                </a:rPr>
                <a:t> 19 Oct 2024</a:t>
              </a:r>
              <a:endParaRPr lang="zh-CN" altLang="en-US" sz="750" b="1">
                <a:cs typeface="Calibri" panose="020F0502020204030204" pitchFamily="34" charset="0"/>
              </a:endParaRPr>
            </a:p>
          </p:txBody>
        </p:sp>
        <p:sp>
          <p:nvSpPr>
            <p:cNvPr id="110" name="OTLSHAPE_T_e17f3958430f4cff8650518c93c7635e_StartDate">
              <a:extLst>
                <a:ext uri="{FF2B5EF4-FFF2-40B4-BE49-F238E27FC236}">
                  <a16:creationId xmlns:a16="http://schemas.microsoft.com/office/drawing/2014/main" id="{2B564CF8-5C4C-FCC7-7641-1A8EF51C2F56}"/>
                </a:ext>
              </a:extLst>
            </p:cNvPr>
            <p:cNvSpPr txBox="1"/>
            <p:nvPr>
              <p:custDataLst>
                <p:tags r:id="rId28"/>
              </p:custDataLst>
            </p:nvPr>
          </p:nvSpPr>
          <p:spPr>
            <a:xfrm>
              <a:off x="13842657" y="1952996"/>
              <a:ext cx="640080" cy="115416"/>
            </a:xfrm>
            <a:prstGeom prst="rect">
              <a:avLst/>
            </a:prstGeom>
            <a:noFill/>
          </p:spPr>
          <p:txBody>
            <a:bodyPr vert="horz" wrap="square" lIns="0" tIns="0" rIns="0" bIns="0" rtlCol="0" anchor="ctr" anchorCtr="0">
              <a:spAutoFit/>
            </a:bodyPr>
            <a:lstStyle/>
            <a:p>
              <a:pPr algn="ctr"/>
              <a:r>
                <a:rPr lang="en-US" altLang="zh-CN" sz="750" b="1">
                  <a:solidFill>
                    <a:schemeClr val="accent1"/>
                  </a:solidFill>
                  <a:cs typeface="Calibri" panose="020F0502020204030204" pitchFamily="34" charset="0"/>
                </a:rPr>
                <a:t>Apr2029</a:t>
              </a:r>
              <a:endParaRPr lang="zh-CN" altLang="en-US" sz="750" b="1">
                <a:solidFill>
                  <a:schemeClr val="accent1"/>
                </a:solidFill>
                <a:cs typeface="Calibri" panose="020F0502020204030204" pitchFamily="34" charset="0"/>
              </a:endParaRPr>
            </a:p>
          </p:txBody>
        </p:sp>
        <p:sp>
          <p:nvSpPr>
            <p:cNvPr id="111" name="Rectangle 148">
              <a:extLst>
                <a:ext uri="{FF2B5EF4-FFF2-40B4-BE49-F238E27FC236}">
                  <a16:creationId xmlns:a16="http://schemas.microsoft.com/office/drawing/2014/main" id="{47C8E209-C13F-732F-20CA-CE8A575671B5}"/>
                </a:ext>
              </a:extLst>
            </p:cNvPr>
            <p:cNvSpPr/>
            <p:nvPr/>
          </p:nvSpPr>
          <p:spPr>
            <a:xfrm>
              <a:off x="13920407" y="2232604"/>
              <a:ext cx="510075" cy="323165"/>
            </a:xfrm>
            <a:prstGeom prst="rect">
              <a:avLst/>
            </a:prstGeom>
          </p:spPr>
          <p:txBody>
            <a:bodyPr wrap="none">
              <a:spAutoFit/>
            </a:bodyPr>
            <a:lstStyle/>
            <a:p>
              <a:pPr algn="ctr"/>
              <a:r>
                <a:rPr lang="en-US" altLang="zh-CN" sz="750" b="1">
                  <a:solidFill>
                    <a:srgbClr val="44546A"/>
                  </a:solidFill>
                  <a:cs typeface="Calibri" panose="020F0502020204030204" pitchFamily="34" charset="0"/>
                </a:rPr>
                <a:t>Key </a:t>
              </a:r>
            </a:p>
            <a:p>
              <a:pPr algn="ctr"/>
              <a:r>
                <a:rPr lang="en-US" altLang="zh-CN" sz="750" b="1">
                  <a:solidFill>
                    <a:srgbClr val="44546A"/>
                  </a:solidFill>
                  <a:cs typeface="Calibri" panose="020F0502020204030204" pitchFamily="34" charset="0"/>
                </a:rPr>
                <a:t>results</a:t>
              </a:r>
            </a:p>
          </p:txBody>
        </p:sp>
        <p:sp>
          <p:nvSpPr>
            <p:cNvPr id="112" name="Star: 4 Points 143">
              <a:extLst>
                <a:ext uri="{FF2B5EF4-FFF2-40B4-BE49-F238E27FC236}">
                  <a16:creationId xmlns:a16="http://schemas.microsoft.com/office/drawing/2014/main" id="{FA79C831-EE45-D0F9-A0CD-67DD1A5B74A1}"/>
                </a:ext>
              </a:extLst>
            </p:cNvPr>
            <p:cNvSpPr/>
            <p:nvPr/>
          </p:nvSpPr>
          <p:spPr bwMode="auto">
            <a:xfrm>
              <a:off x="7738019" y="20984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113" name="OTLSHAPE_T_e17f3958430f4cff8650518c93c7635e_Shape">
              <a:extLst>
                <a:ext uri="{FF2B5EF4-FFF2-40B4-BE49-F238E27FC236}">
                  <a16:creationId xmlns:a16="http://schemas.microsoft.com/office/drawing/2014/main" id="{75EC4FE7-B9F0-A1B2-BEB1-B2690D921526}"/>
                </a:ext>
              </a:extLst>
            </p:cNvPr>
            <p:cNvSpPr/>
            <p:nvPr>
              <p:custDataLst>
                <p:tags r:id="rId29"/>
              </p:custDataLst>
            </p:nvPr>
          </p:nvSpPr>
          <p:spPr bwMode="auto">
            <a:xfrm>
              <a:off x="7807109" y="2010704"/>
              <a:ext cx="6400800"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endParaRPr lang="zh-CN" altLang="en-US" sz="750" b="1">
                <a:cs typeface="Calibri" panose="020F0502020204030204" pitchFamily="34" charset="0"/>
              </a:endParaRPr>
            </a:p>
          </p:txBody>
        </p:sp>
        <p:sp>
          <p:nvSpPr>
            <p:cNvPr id="114" name="Star: 4 Points 143">
              <a:extLst>
                <a:ext uri="{FF2B5EF4-FFF2-40B4-BE49-F238E27FC236}">
                  <a16:creationId xmlns:a16="http://schemas.microsoft.com/office/drawing/2014/main" id="{A25690DA-0C43-7FA6-3CAA-0E88EB736F0A}"/>
                </a:ext>
              </a:extLst>
            </p:cNvPr>
            <p:cNvSpPr/>
            <p:nvPr/>
          </p:nvSpPr>
          <p:spPr bwMode="auto">
            <a:xfrm>
              <a:off x="14126969" y="216489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grpSp>
      <p:sp>
        <p:nvSpPr>
          <p:cNvPr id="115" name="TextBox 114">
            <a:extLst>
              <a:ext uri="{FF2B5EF4-FFF2-40B4-BE49-F238E27FC236}">
                <a16:creationId xmlns:a16="http://schemas.microsoft.com/office/drawing/2014/main" id="{D541E2E3-021B-336F-8E7D-639BC793FD56}"/>
              </a:ext>
            </a:extLst>
          </p:cNvPr>
          <p:cNvSpPr txBox="1"/>
          <p:nvPr/>
        </p:nvSpPr>
        <p:spPr bwMode="gray">
          <a:xfrm>
            <a:off x="7388998" y="2552700"/>
            <a:ext cx="1764249" cy="157992"/>
          </a:xfrm>
          <a:prstGeom prst="rect">
            <a:avLst/>
          </a:prstGeom>
          <a:noFill/>
        </p:spPr>
        <p:txBody>
          <a:bodyPr wrap="square" lIns="0" tIns="0" rIns="0" bIns="0" rtlCol="0">
            <a:spAutoFit/>
          </a:bodyPr>
          <a:lstStyle/>
          <a:p>
            <a:pPr algn="ctr">
              <a:lnSpc>
                <a:spcPct val="140000"/>
              </a:lnSpc>
            </a:pPr>
            <a:r>
              <a:rPr lang="en-US" sz="800" b="1"/>
              <a:t>MASH F2/3</a:t>
            </a:r>
          </a:p>
        </p:txBody>
      </p:sp>
      <p:grpSp>
        <p:nvGrpSpPr>
          <p:cNvPr id="116" name="组合 209">
            <a:extLst>
              <a:ext uri="{FF2B5EF4-FFF2-40B4-BE49-F238E27FC236}">
                <a16:creationId xmlns:a16="http://schemas.microsoft.com/office/drawing/2014/main" id="{219006FB-810B-80F8-667C-1002FEF46EA1}"/>
              </a:ext>
            </a:extLst>
          </p:cNvPr>
          <p:cNvGrpSpPr/>
          <p:nvPr/>
        </p:nvGrpSpPr>
        <p:grpSpPr>
          <a:xfrm>
            <a:off x="3800704" y="4364676"/>
            <a:ext cx="719013" cy="400110"/>
            <a:chOff x="8070149" y="6639977"/>
            <a:chExt cx="870552" cy="411569"/>
          </a:xfrm>
        </p:grpSpPr>
        <p:sp>
          <p:nvSpPr>
            <p:cNvPr id="117" name="Rectangle 37">
              <a:extLst>
                <a:ext uri="{FF2B5EF4-FFF2-40B4-BE49-F238E27FC236}">
                  <a16:creationId xmlns:a16="http://schemas.microsoft.com/office/drawing/2014/main" id="{D9CBF716-E05E-505C-9415-0A1F83D9DD27}"/>
                </a:ext>
              </a:extLst>
            </p:cNvPr>
            <p:cNvSpPr/>
            <p:nvPr/>
          </p:nvSpPr>
          <p:spPr>
            <a:xfrm>
              <a:off x="8137529" y="6639977"/>
              <a:ext cx="803172" cy="411569"/>
            </a:xfrm>
            <a:prstGeom prst="rect">
              <a:avLst/>
            </a:prstGeom>
            <a:solidFill>
              <a:schemeClr val="bg2">
                <a:lumMod val="10000"/>
                <a:lumOff val="90000"/>
              </a:schemeClr>
            </a:solidFill>
          </p:spPr>
          <p:txBody>
            <a:bodyPr wrap="square">
              <a:spAutoFit/>
            </a:bodyPr>
            <a:lstStyle/>
            <a:p>
              <a:pPr algn="ctr"/>
              <a:r>
                <a:rPr lang="en-US" altLang="zh-CN" sz="1000" b="1">
                  <a:solidFill>
                    <a:srgbClr val="003366"/>
                  </a:solidFill>
                  <a:latin typeface="Calibri" panose="020F0502020204030204" pitchFamily="34" charset="0"/>
                  <a:cs typeface="Calibri" panose="020F0502020204030204" pitchFamily="34" charset="0"/>
                </a:rPr>
                <a:t>Mar2024</a:t>
              </a:r>
            </a:p>
            <a:p>
              <a:pPr algn="ctr"/>
              <a:r>
                <a:rPr lang="en-US" altLang="zh-CN" sz="1000" b="1">
                  <a:solidFill>
                    <a:srgbClr val="003366"/>
                  </a:solidFill>
                  <a:latin typeface="Calibri" panose="020F0502020204030204" pitchFamily="34" charset="0"/>
                  <a:cs typeface="Calibri" panose="020F0502020204030204" pitchFamily="34" charset="0"/>
                </a:rPr>
                <a:t>EoP2 sub</a:t>
              </a:r>
            </a:p>
          </p:txBody>
        </p:sp>
        <p:sp>
          <p:nvSpPr>
            <p:cNvPr id="118" name="OTLSHAPE_M_6b1a73d763be4fac8983a757de742681_Shape">
              <a:extLst>
                <a:ext uri="{FF2B5EF4-FFF2-40B4-BE49-F238E27FC236}">
                  <a16:creationId xmlns:a16="http://schemas.microsoft.com/office/drawing/2014/main" id="{4BBE0DF8-2B88-2413-F448-D87CD7CD8B5A}"/>
                </a:ext>
              </a:extLst>
            </p:cNvPr>
            <p:cNvSpPr>
              <a:spLocks noChangeAspect="1"/>
            </p:cNvSpPr>
            <p:nvPr>
              <p:custDataLst>
                <p:tags r:id="rId26"/>
              </p:custDataLst>
            </p:nvPr>
          </p:nvSpPr>
          <p:spPr>
            <a:xfrm>
              <a:off x="8070149" y="6720972"/>
              <a:ext cx="110712" cy="110711"/>
            </a:xfrm>
            <a:prstGeom prst="diamond">
              <a:avLst/>
            </a:prstGeom>
            <a:solidFill>
              <a:schemeClr val="accent2"/>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200" b="1" err="1">
                <a:solidFill>
                  <a:srgbClr val="FF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nvGrpSpPr>
          <p:cNvPr id="120" name="Group 119">
            <a:extLst>
              <a:ext uri="{FF2B5EF4-FFF2-40B4-BE49-F238E27FC236}">
                <a16:creationId xmlns:a16="http://schemas.microsoft.com/office/drawing/2014/main" id="{87F878A1-7904-C495-503E-90AA0E04D8FF}"/>
              </a:ext>
            </a:extLst>
          </p:cNvPr>
          <p:cNvGrpSpPr/>
          <p:nvPr/>
        </p:nvGrpSpPr>
        <p:grpSpPr>
          <a:xfrm>
            <a:off x="5029200" y="4965390"/>
            <a:ext cx="2103120" cy="192024"/>
            <a:chOff x="5029200" y="4572000"/>
            <a:chExt cx="2103120" cy="192024"/>
          </a:xfrm>
        </p:grpSpPr>
        <p:sp>
          <p:nvSpPr>
            <p:cNvPr id="121" name="OTLSHAPE_T_5a934a26f311425e8ebaa0f45e6533ad_Shape">
              <a:extLst>
                <a:ext uri="{FF2B5EF4-FFF2-40B4-BE49-F238E27FC236}">
                  <a16:creationId xmlns:a16="http://schemas.microsoft.com/office/drawing/2014/main" id="{32E075B7-0902-3C29-0981-580D10B0CE0C}"/>
                </a:ext>
              </a:extLst>
            </p:cNvPr>
            <p:cNvSpPr/>
            <p:nvPr>
              <p:custDataLst>
                <p:tags r:id="rId24"/>
              </p:custDataLst>
            </p:nvPr>
          </p:nvSpPr>
          <p:spPr bwMode="auto">
            <a:xfrm>
              <a:off x="5029200" y="4572000"/>
              <a:ext cx="2103120" cy="192024"/>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122" name="OTLSHAPE_T_e17f3958430f4cff8650518c93c7635e_StartDate">
              <a:extLst>
                <a:ext uri="{FF2B5EF4-FFF2-40B4-BE49-F238E27FC236}">
                  <a16:creationId xmlns:a16="http://schemas.microsoft.com/office/drawing/2014/main" id="{74C3F609-753A-66EC-8016-19056123EE85}"/>
                </a:ext>
              </a:extLst>
            </p:cNvPr>
            <p:cNvSpPr txBox="1"/>
            <p:nvPr>
              <p:custDataLst>
                <p:tags r:id="rId25"/>
              </p:custDataLst>
            </p:nvPr>
          </p:nvSpPr>
          <p:spPr>
            <a:xfrm>
              <a:off x="5097368" y="4606456"/>
              <a:ext cx="1977583" cy="123111"/>
            </a:xfrm>
            <a:prstGeom prst="rect">
              <a:avLst/>
            </a:prstGeom>
            <a:noFill/>
          </p:spPr>
          <p:txBody>
            <a:bodyPr vert="horz" wrap="square" lIns="0" tIns="0" rIns="0" bIns="0" rtlCol="0" anchor="ctr" anchorCtr="0">
              <a:spAutoFit/>
            </a:bodyPr>
            <a:lstStyle/>
            <a:p>
              <a:pPr algn="ctr"/>
              <a:r>
                <a:rPr lang="en-US" altLang="zh-CN" sz="800" b="1">
                  <a:cs typeface="Calibri" panose="020F0502020204030204" pitchFamily="34" charset="0"/>
                </a:rPr>
                <a:t>Recruitment Window: TBD</a:t>
              </a:r>
            </a:p>
          </p:txBody>
        </p:sp>
      </p:grpSp>
      <p:sp>
        <p:nvSpPr>
          <p:cNvPr id="123" name="OTLSHAPE_M_39ea6ebc19a94c9fab6ef5006c31df58_Title">
            <a:extLst>
              <a:ext uri="{FF2B5EF4-FFF2-40B4-BE49-F238E27FC236}">
                <a16:creationId xmlns:a16="http://schemas.microsoft.com/office/drawing/2014/main" id="{1E3B0512-FF64-87A8-7D0A-4428CFFBF524}"/>
              </a:ext>
            </a:extLst>
          </p:cNvPr>
          <p:cNvSpPr txBox="1"/>
          <p:nvPr>
            <p:custDataLst>
              <p:tags r:id="rId22"/>
            </p:custDataLst>
          </p:nvPr>
        </p:nvSpPr>
        <p:spPr>
          <a:xfrm>
            <a:off x="11265892" y="3358161"/>
            <a:ext cx="871294" cy="215444"/>
          </a:xfrm>
          <a:prstGeom prst="rect">
            <a:avLst/>
          </a:prstGeom>
          <a:solidFill>
            <a:srgbClr val="99CCFF"/>
          </a:solidFill>
        </p:spPr>
        <p:txBody>
          <a:bodyPr vert="horz" wrap="square" lIns="0" tIns="0" rIns="0" bIns="0" rtlCol="0" anchor="ctr" anchorCtr="0">
            <a:spAutoFit/>
          </a:bodyPr>
          <a:lstStyle/>
          <a:p>
            <a:pPr algn="ctr"/>
            <a:r>
              <a:rPr lang="en-US" altLang="zh-CN" sz="700" b="1">
                <a:solidFill>
                  <a:schemeClr val="accent1"/>
                </a:solidFill>
                <a:cs typeface="Calibri"/>
              </a:rPr>
              <a:t>Full sub/appr (F2-4): Sep 2029/Feb 2030</a:t>
            </a:r>
            <a:endParaRPr lang="en-US" altLang="zh-CN" sz="700" b="1">
              <a:solidFill>
                <a:schemeClr val="accent1"/>
              </a:solidFill>
              <a:cs typeface="Calibri" panose="020F0502020204030204" pitchFamily="34" charset="0"/>
            </a:endParaRPr>
          </a:p>
        </p:txBody>
      </p:sp>
      <p:sp>
        <p:nvSpPr>
          <p:cNvPr id="124" name="五角星 55">
            <a:extLst>
              <a:ext uri="{FF2B5EF4-FFF2-40B4-BE49-F238E27FC236}">
                <a16:creationId xmlns:a16="http://schemas.microsoft.com/office/drawing/2014/main" id="{93994F20-2744-ACAA-5A47-BC5D9A45C0FE}"/>
              </a:ext>
            </a:extLst>
          </p:cNvPr>
          <p:cNvSpPr/>
          <p:nvPr/>
        </p:nvSpPr>
        <p:spPr bwMode="auto">
          <a:xfrm>
            <a:off x="11545542" y="3168429"/>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6" name="TextBox 5">
            <a:extLst>
              <a:ext uri="{FF2B5EF4-FFF2-40B4-BE49-F238E27FC236}">
                <a16:creationId xmlns:a16="http://schemas.microsoft.com/office/drawing/2014/main" id="{69820285-33A7-5AE6-87EC-4325A29CE36F}"/>
              </a:ext>
            </a:extLst>
          </p:cNvPr>
          <p:cNvSpPr txBox="1"/>
          <p:nvPr/>
        </p:nvSpPr>
        <p:spPr bwMode="gray">
          <a:xfrm>
            <a:off x="7431860" y="3107672"/>
            <a:ext cx="1764249" cy="157992"/>
          </a:xfrm>
          <a:prstGeom prst="rect">
            <a:avLst/>
          </a:prstGeom>
          <a:noFill/>
        </p:spPr>
        <p:txBody>
          <a:bodyPr wrap="square" lIns="0" tIns="0" rIns="0" bIns="0" rtlCol="0">
            <a:spAutoFit/>
          </a:bodyPr>
          <a:lstStyle/>
          <a:p>
            <a:pPr algn="ctr">
              <a:lnSpc>
                <a:spcPct val="140000"/>
              </a:lnSpc>
            </a:pPr>
            <a:r>
              <a:rPr lang="en-US" sz="800" b="1"/>
              <a:t>MASH F4</a:t>
            </a:r>
          </a:p>
        </p:txBody>
      </p:sp>
      <p:sp>
        <p:nvSpPr>
          <p:cNvPr id="13" name="OTLSHAPE_M_39ea6ebc19a94c9fab6ef5006c31df58_Title">
            <a:extLst>
              <a:ext uri="{FF2B5EF4-FFF2-40B4-BE49-F238E27FC236}">
                <a16:creationId xmlns:a16="http://schemas.microsoft.com/office/drawing/2014/main" id="{530CD18A-54F4-762F-8C95-3762DFAD6B42}"/>
              </a:ext>
            </a:extLst>
          </p:cNvPr>
          <p:cNvSpPr txBox="1"/>
          <p:nvPr>
            <p:custDataLst>
              <p:tags r:id="rId23"/>
            </p:custDataLst>
          </p:nvPr>
        </p:nvSpPr>
        <p:spPr>
          <a:xfrm>
            <a:off x="11062614" y="4744565"/>
            <a:ext cx="871294" cy="215444"/>
          </a:xfrm>
          <a:prstGeom prst="rect">
            <a:avLst/>
          </a:prstGeom>
          <a:solidFill>
            <a:srgbClr val="99CCFF"/>
          </a:solidFill>
        </p:spPr>
        <p:txBody>
          <a:bodyPr vert="horz" wrap="square" lIns="0" tIns="0" rIns="0" bIns="0" rtlCol="0" anchor="ctr" anchorCtr="0">
            <a:spAutoFit/>
          </a:bodyPr>
          <a:lstStyle/>
          <a:p>
            <a:pPr algn="ctr"/>
            <a:r>
              <a:rPr lang="en-US" altLang="zh-CN" sz="700" b="1">
                <a:solidFill>
                  <a:schemeClr val="accent1"/>
                </a:solidFill>
                <a:cs typeface="Calibri"/>
              </a:rPr>
              <a:t>Full sub/appr (F2-4): Oct 2029/Dec 2030</a:t>
            </a:r>
            <a:endParaRPr lang="en-US" altLang="zh-CN" sz="700" b="1">
              <a:solidFill>
                <a:schemeClr val="accent1"/>
              </a:solidFill>
              <a:cs typeface="Calibri" panose="020F0502020204030204" pitchFamily="34" charset="0"/>
            </a:endParaRPr>
          </a:p>
        </p:txBody>
      </p:sp>
      <p:sp>
        <p:nvSpPr>
          <p:cNvPr id="15" name="五角星 55">
            <a:extLst>
              <a:ext uri="{FF2B5EF4-FFF2-40B4-BE49-F238E27FC236}">
                <a16:creationId xmlns:a16="http://schemas.microsoft.com/office/drawing/2014/main" id="{A723A6E9-4790-5412-8589-A90B61E33D97}"/>
              </a:ext>
            </a:extLst>
          </p:cNvPr>
          <p:cNvSpPr/>
          <p:nvPr/>
        </p:nvSpPr>
        <p:spPr bwMode="auto">
          <a:xfrm>
            <a:off x="11522787" y="4572544"/>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Tree>
    <p:extLst>
      <p:ext uri="{BB962C8B-B14F-4D97-AF65-F5344CB8AC3E}">
        <p14:creationId xmlns:p14="http://schemas.microsoft.com/office/powerpoint/2010/main" val="928541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00515D-A2F9-01F0-8247-CB5A570E22CE}"/>
              </a:ext>
            </a:extLst>
          </p:cNvPr>
          <p:cNvSpPr>
            <a:spLocks noGrp="1"/>
          </p:cNvSpPr>
          <p:nvPr>
            <p:ph type="title"/>
          </p:nvPr>
        </p:nvSpPr>
        <p:spPr/>
        <p:txBody>
          <a:bodyPr/>
          <a:lstStyle/>
          <a:p>
            <a:r>
              <a:rPr lang="en-US" altLang="zh-CN"/>
              <a:t>MASH Phase 3 Program China Leading PI Selection</a:t>
            </a:r>
            <a:endParaRPr lang="zh-CN" altLang="en-US">
              <a:solidFill>
                <a:schemeClr val="tx2"/>
              </a:solidFill>
            </a:endParaRPr>
          </a:p>
        </p:txBody>
      </p:sp>
      <p:sp>
        <p:nvSpPr>
          <p:cNvPr id="4" name="页脚占位符 3">
            <a:extLst>
              <a:ext uri="{FF2B5EF4-FFF2-40B4-BE49-F238E27FC236}">
                <a16:creationId xmlns:a16="http://schemas.microsoft.com/office/drawing/2014/main" id="{FFC02B96-2413-0618-4CD7-AC9403869D8C}"/>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2C5D4239-A05B-036B-6896-42A978FA30B2}"/>
              </a:ext>
            </a:extLst>
          </p:cNvPr>
          <p:cNvSpPr>
            <a:spLocks noGrp="1"/>
          </p:cNvSpPr>
          <p:nvPr>
            <p:ph type="sldNum" sz="quarter" idx="11"/>
          </p:nvPr>
        </p:nvSpPr>
        <p:spPr/>
        <p:txBody>
          <a:bodyPr/>
          <a:lstStyle/>
          <a:p>
            <a:fld id="{8FF9B0DE-3FEB-4AA0-B465-B80EF7C1333D}" type="slidenum">
              <a:rPr lang="en-US" smtClean="0"/>
              <a:pPr/>
              <a:t>28</a:t>
            </a:fld>
            <a:endParaRPr lang="en-US"/>
          </a:p>
        </p:txBody>
      </p:sp>
      <p:grpSp>
        <p:nvGrpSpPr>
          <p:cNvPr id="6" name="组合 5">
            <a:extLst>
              <a:ext uri="{FF2B5EF4-FFF2-40B4-BE49-F238E27FC236}">
                <a16:creationId xmlns:a16="http://schemas.microsoft.com/office/drawing/2014/main" id="{D8C456A3-DFE8-4438-704D-CA9C84B1D5EF}"/>
              </a:ext>
            </a:extLst>
          </p:cNvPr>
          <p:cNvGrpSpPr/>
          <p:nvPr/>
        </p:nvGrpSpPr>
        <p:grpSpPr>
          <a:xfrm>
            <a:off x="688316" y="4795835"/>
            <a:ext cx="2970745" cy="811471"/>
            <a:chOff x="1224882" y="3848075"/>
            <a:chExt cx="2970745" cy="714212"/>
          </a:xfrm>
        </p:grpSpPr>
        <p:sp>
          <p:nvSpPr>
            <p:cNvPr id="9" name="泪滴形 8">
              <a:extLst>
                <a:ext uri="{FF2B5EF4-FFF2-40B4-BE49-F238E27FC236}">
                  <a16:creationId xmlns:a16="http://schemas.microsoft.com/office/drawing/2014/main" id="{976C311C-7478-6A67-1BC7-6997AFC8C356}"/>
                </a:ext>
              </a:extLst>
            </p:cNvPr>
            <p:cNvSpPr/>
            <p:nvPr/>
          </p:nvSpPr>
          <p:spPr>
            <a:xfrm rot="16200000">
              <a:off x="1260258" y="3812699"/>
              <a:ext cx="714212" cy="784963"/>
            </a:xfrm>
            <a:prstGeom prst="teardrop">
              <a:avLst>
                <a:gd name="adj" fmla="val 100000"/>
              </a:avLst>
            </a:prstGeom>
            <a:solidFill>
              <a:schemeClr val="bg2">
                <a:lumMod val="90000"/>
                <a:lumOff val="10000"/>
              </a:schemeClr>
            </a:solidFill>
            <a:ln w="1270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err="1">
                <a:ln>
                  <a:noFill/>
                </a:ln>
                <a:solidFill>
                  <a:srgbClr val="003366"/>
                </a:solidFill>
                <a:effectLst/>
                <a:uLnTx/>
                <a:uFillTx/>
                <a:latin typeface="BISansOpti"/>
                <a:ea typeface="+mn-ea"/>
                <a:cs typeface="+mn-cs"/>
              </a:endParaRPr>
            </a:p>
          </p:txBody>
        </p:sp>
        <p:sp>
          <p:nvSpPr>
            <p:cNvPr id="8" name="文本框 7">
              <a:extLst>
                <a:ext uri="{FF2B5EF4-FFF2-40B4-BE49-F238E27FC236}">
                  <a16:creationId xmlns:a16="http://schemas.microsoft.com/office/drawing/2014/main" id="{7FF60172-4069-5AF3-8624-87AC36ED194B}"/>
                </a:ext>
              </a:extLst>
            </p:cNvPr>
            <p:cNvSpPr txBox="1"/>
            <p:nvPr/>
          </p:nvSpPr>
          <p:spPr>
            <a:xfrm>
              <a:off x="2092507" y="4022462"/>
              <a:ext cx="2103120" cy="514687"/>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schemeClr val="bg2"/>
                  </a:solidFill>
                  <a:effectLst/>
                  <a:uLnTx/>
                  <a:uFillTx/>
                  <a:latin typeface="BISansOpti"/>
                </a:rPr>
                <a:t>Prof. YOU, Hong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a:ln>
                    <a:noFill/>
                  </a:ln>
                  <a:solidFill>
                    <a:schemeClr val="bg2"/>
                  </a:solidFill>
                  <a:effectLst/>
                  <a:uLnTx/>
                  <a:uFillTx/>
                  <a:latin typeface="BISansOpti"/>
                </a:rPr>
                <a:t>Liver Research Center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a:ln>
                    <a:noFill/>
                  </a:ln>
                  <a:solidFill>
                    <a:schemeClr val="bg2"/>
                  </a:solidFill>
                  <a:effectLst/>
                  <a:uLnTx/>
                  <a:uFillTx/>
                  <a:latin typeface="BISansOpti"/>
                </a:rPr>
                <a:t>BJ Friendship Hosp.</a:t>
              </a:r>
            </a:p>
          </p:txBody>
        </p:sp>
      </p:grpSp>
      <p:grpSp>
        <p:nvGrpSpPr>
          <p:cNvPr id="12" name="组合 11">
            <a:extLst>
              <a:ext uri="{FF2B5EF4-FFF2-40B4-BE49-F238E27FC236}">
                <a16:creationId xmlns:a16="http://schemas.microsoft.com/office/drawing/2014/main" id="{8E044DEC-5413-E525-39AA-443A5B6E61AD}"/>
              </a:ext>
            </a:extLst>
          </p:cNvPr>
          <p:cNvGrpSpPr/>
          <p:nvPr/>
        </p:nvGrpSpPr>
        <p:grpSpPr>
          <a:xfrm>
            <a:off x="690766" y="2174015"/>
            <a:ext cx="3079493" cy="795340"/>
            <a:chOff x="1227332" y="5078690"/>
            <a:chExt cx="3079493" cy="700014"/>
          </a:xfrm>
        </p:grpSpPr>
        <p:sp>
          <p:nvSpPr>
            <p:cNvPr id="15" name="泪滴形 14">
              <a:extLst>
                <a:ext uri="{FF2B5EF4-FFF2-40B4-BE49-F238E27FC236}">
                  <a16:creationId xmlns:a16="http://schemas.microsoft.com/office/drawing/2014/main" id="{A14EA406-32EF-D51E-2020-D153755DFA6E}"/>
                </a:ext>
              </a:extLst>
            </p:cNvPr>
            <p:cNvSpPr/>
            <p:nvPr/>
          </p:nvSpPr>
          <p:spPr>
            <a:xfrm rot="16200000">
              <a:off x="1269820" y="5036202"/>
              <a:ext cx="700014" cy="784989"/>
            </a:xfrm>
            <a:prstGeom prst="teardrop">
              <a:avLst>
                <a:gd name="adj" fmla="val 100000"/>
              </a:avLst>
            </a:prstGeom>
            <a:solidFill>
              <a:schemeClr val="bg2">
                <a:lumMod val="90000"/>
                <a:lumOff val="10000"/>
              </a:schemeClr>
            </a:solidFill>
            <a:ln w="1270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err="1">
                <a:ln>
                  <a:noFill/>
                </a:ln>
                <a:solidFill>
                  <a:srgbClr val="003366"/>
                </a:solidFill>
                <a:effectLst/>
                <a:uLnTx/>
                <a:uFillTx/>
                <a:latin typeface="BISansOpti"/>
                <a:ea typeface="+mn-ea"/>
                <a:cs typeface="+mn-cs"/>
              </a:endParaRPr>
            </a:p>
          </p:txBody>
        </p:sp>
        <p:sp>
          <p:nvSpPr>
            <p:cNvPr id="14" name="文本框 13">
              <a:extLst>
                <a:ext uri="{FF2B5EF4-FFF2-40B4-BE49-F238E27FC236}">
                  <a16:creationId xmlns:a16="http://schemas.microsoft.com/office/drawing/2014/main" id="{3DAB9CDA-8CC5-329F-DAB8-5A224195B3FC}"/>
                </a:ext>
              </a:extLst>
            </p:cNvPr>
            <p:cNvSpPr txBox="1"/>
            <p:nvPr/>
          </p:nvSpPr>
          <p:spPr>
            <a:xfrm>
              <a:off x="2137679" y="5240690"/>
              <a:ext cx="2169146" cy="51468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schemeClr val="bg2"/>
                  </a:solidFill>
                  <a:effectLst/>
                  <a:uLnTx/>
                  <a:uFillTx/>
                  <a:latin typeface="BISansOpti"/>
                </a:rPr>
                <a:t>Prof. WEI, Lai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a:ln>
                    <a:noFill/>
                  </a:ln>
                  <a:solidFill>
                    <a:schemeClr val="bg2"/>
                  </a:solidFill>
                  <a:effectLst/>
                  <a:uLnTx/>
                  <a:uFillTx/>
                  <a:latin typeface="BISansOpti"/>
                </a:rPr>
                <a:t>Dep. Hepatology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a:ln>
                    <a:noFill/>
                  </a:ln>
                  <a:solidFill>
                    <a:schemeClr val="bg2"/>
                  </a:solidFill>
                  <a:effectLst/>
                  <a:uLnTx/>
                  <a:uFillTx/>
                  <a:latin typeface="BISansOpti"/>
                </a:rPr>
                <a:t>BJ Tsinghua </a:t>
              </a:r>
              <a:r>
                <a:rPr kumimoji="0" lang="en-US" altLang="zh-CN" sz="1000" b="0" i="0" u="none" strike="noStrike" kern="0" cap="none" spc="0" normalizeH="0" baseline="0" noProof="0" err="1">
                  <a:ln>
                    <a:noFill/>
                  </a:ln>
                  <a:solidFill>
                    <a:schemeClr val="bg2"/>
                  </a:solidFill>
                  <a:effectLst/>
                  <a:uLnTx/>
                  <a:uFillTx/>
                  <a:latin typeface="BISansOpti"/>
                </a:rPr>
                <a:t>Changgung</a:t>
              </a:r>
              <a:r>
                <a:rPr kumimoji="0" lang="en-US" altLang="zh-CN" sz="1000" b="0" i="0" u="none" strike="noStrike" kern="0" cap="none" spc="0" normalizeH="0" baseline="0" noProof="0">
                  <a:ln>
                    <a:noFill/>
                  </a:ln>
                  <a:solidFill>
                    <a:schemeClr val="bg2"/>
                  </a:solidFill>
                  <a:effectLst/>
                  <a:uLnTx/>
                  <a:uFillTx/>
                  <a:latin typeface="BISansOpti"/>
                </a:rPr>
                <a:t> Hosp.</a:t>
              </a:r>
            </a:p>
          </p:txBody>
        </p:sp>
      </p:grpSp>
      <p:grpSp>
        <p:nvGrpSpPr>
          <p:cNvPr id="27" name="组合 26">
            <a:extLst>
              <a:ext uri="{FF2B5EF4-FFF2-40B4-BE49-F238E27FC236}">
                <a16:creationId xmlns:a16="http://schemas.microsoft.com/office/drawing/2014/main" id="{51BF0B37-2F19-E911-96D9-63CCB881DDC4}"/>
              </a:ext>
            </a:extLst>
          </p:cNvPr>
          <p:cNvGrpSpPr/>
          <p:nvPr/>
        </p:nvGrpSpPr>
        <p:grpSpPr>
          <a:xfrm>
            <a:off x="649462" y="1765272"/>
            <a:ext cx="867600" cy="1214800"/>
            <a:chOff x="649462" y="1917672"/>
            <a:chExt cx="867600" cy="1214800"/>
          </a:xfrm>
        </p:grpSpPr>
        <p:pic>
          <p:nvPicPr>
            <p:cNvPr id="18" name="图片 17" descr="查看源图像">
              <a:extLst>
                <a:ext uri="{FF2B5EF4-FFF2-40B4-BE49-F238E27FC236}">
                  <a16:creationId xmlns:a16="http://schemas.microsoft.com/office/drawing/2014/main" id="{8DD04A6A-BD68-BEB5-0E15-1BA8669E19D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8125" b="90750" l="281" r="99719">
                          <a14:foregroundMark x1="38837" y1="55813" x2="19325" y2="63563"/>
                          <a14:foregroundMark x1="19325" y1="63563" x2="1970" y2="85375"/>
                          <a14:foregroundMark x1="1970" y1="85375" x2="563" y2="89125"/>
                          <a14:foregroundMark x1="71576" y1="47563" x2="86023" y2="56313"/>
                          <a14:foregroundMark x1="86023" y1="56313" x2="99719" y2="60875"/>
                          <a14:foregroundMark x1="69512" y1="47750" x2="62570" y2="75750"/>
                          <a14:foregroundMark x1="62570" y1="75750" x2="44184" y2="90625"/>
                          <a14:foregroundMark x1="44184" y1="90625" x2="28236" y2="85813"/>
                          <a14:foregroundMark x1="28236" y1="85813" x2="27298" y2="85813"/>
                          <a14:foregroundMark x1="74203" y1="56250" x2="85835" y2="76125"/>
                          <a14:foregroundMark x1="85835" y1="76125" x2="61820" y2="86875"/>
                          <a14:foregroundMark x1="61820" y1="86875" x2="56754" y2="87063"/>
                          <a14:foregroundMark x1="42120" y1="59813" x2="30019" y2="81188"/>
                          <a14:foregroundMark x1="3002" y1="89250" x2="63415" y2="90750"/>
                          <a14:foregroundMark x1="63415" y1="90750" x2="83583" y2="89500"/>
                          <a14:foregroundMark x1="83583" y1="89500" x2="99343" y2="84500"/>
                          <a14:foregroundMark x1="99343" y1="84500" x2="99531" y2="75813"/>
                          <a14:foregroundMark x1="90525" y1="89250" x2="99906" y2="89375"/>
                          <a14:foregroundMark x1="90525" y1="89813" x2="99531" y2="89813"/>
                          <a14:foregroundMark x1="375" y1="89813" x2="20826" y2="89375"/>
                          <a14:foregroundMark x1="20826" y1="89375" x2="26454" y2="89688"/>
                          <a14:foregroundMark x1="69700" y1="74063" x2="57317" y2="84625"/>
                          <a14:foregroundMark x1="62101" y1="52938" x2="41182" y2="78375"/>
                          <a14:foregroundMark x1="41182" y1="78375" x2="36116" y2="81313"/>
                          <a14:foregroundMark x1="33490" y1="71000" x2="33865" y2="74875"/>
                          <a14:foregroundMark x1="65197" y1="76625" x2="61914" y2="78813"/>
                          <a14:foregroundMark x1="45591" y1="8125" x2="63133" y2="9375"/>
                          <a14:foregroundMark x1="35835" y1="60813" x2="32552" y2="73563"/>
                          <a14:foregroundMark x1="32552" y1="73563" x2="30113" y2="76313"/>
                          <a14:foregroundMark x1="37148" y1="63000" x2="31801" y2="71438"/>
                          <a14:backgroundMark x1="1501" y1="77438" x2="750" y2="78813"/>
                        </a14:backgroundRemoval>
                      </a14:imgEffect>
                    </a14:imgLayer>
                  </a14:imgProps>
                </a:ext>
                <a:ext uri="{28A0092B-C50C-407E-A947-70E740481C1C}">
                  <a14:useLocalDpi xmlns:a14="http://schemas.microsoft.com/office/drawing/2010/main" val="0"/>
                </a:ext>
              </a:extLst>
            </a:blip>
            <a:srcRect l="4759" t="30932" r="4814" b="9874"/>
            <a:stretch/>
          </p:blipFill>
          <p:spPr bwMode="auto">
            <a:xfrm>
              <a:off x="690767" y="2337133"/>
              <a:ext cx="784989" cy="795339"/>
            </a:xfrm>
            <a:custGeom>
              <a:avLst/>
              <a:gdLst>
                <a:gd name="connsiteX0" fmla="*/ 0 w 2012960"/>
                <a:gd name="connsiteY0" fmla="*/ 0 h 1977909"/>
                <a:gd name="connsiteX1" fmla="*/ 1006480 w 2012960"/>
                <a:gd name="connsiteY1" fmla="*/ 0 h 1977909"/>
                <a:gd name="connsiteX2" fmla="*/ 2012960 w 2012960"/>
                <a:gd name="connsiteY2" fmla="*/ 988955 h 1977909"/>
                <a:gd name="connsiteX3" fmla="*/ 1109386 w 2012960"/>
                <a:gd name="connsiteY3" fmla="*/ 1972804 h 1977909"/>
                <a:gd name="connsiteX4" fmla="*/ 1006490 w 2012960"/>
                <a:gd name="connsiteY4" fmla="*/ 1977909 h 1977909"/>
                <a:gd name="connsiteX5" fmla="*/ 1006480 w 2012960"/>
                <a:gd name="connsiteY5" fmla="*/ 1977909 h 1977909"/>
                <a:gd name="connsiteX6" fmla="*/ 1006480 w 2012960"/>
                <a:gd name="connsiteY6" fmla="*/ 1977909 h 1977909"/>
                <a:gd name="connsiteX7" fmla="*/ 0 w 2012960"/>
                <a:gd name="connsiteY7" fmla="*/ 988954 h 197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2960" h="1977909">
                  <a:moveTo>
                    <a:pt x="0" y="0"/>
                  </a:moveTo>
                  <a:lnTo>
                    <a:pt x="1006480" y="0"/>
                  </a:lnTo>
                  <a:cubicBezTo>
                    <a:pt x="1562344" y="0"/>
                    <a:pt x="2012960" y="442770"/>
                    <a:pt x="2012960" y="988955"/>
                  </a:cubicBezTo>
                  <a:cubicBezTo>
                    <a:pt x="2012960" y="1501003"/>
                    <a:pt x="1616911" y="1922160"/>
                    <a:pt x="1109386" y="1972804"/>
                  </a:cubicBezTo>
                  <a:lnTo>
                    <a:pt x="1006490" y="1977909"/>
                  </a:lnTo>
                  <a:lnTo>
                    <a:pt x="1006480" y="1977909"/>
                  </a:lnTo>
                  <a:lnTo>
                    <a:pt x="1006480" y="1977909"/>
                  </a:lnTo>
                  <a:cubicBezTo>
                    <a:pt x="450616" y="1977909"/>
                    <a:pt x="0" y="1535139"/>
                    <a:pt x="0" y="988954"/>
                  </a:cubicBezTo>
                  <a:close/>
                </a:path>
              </a:pathLst>
            </a:custGeom>
            <a:noFill/>
            <a:extLst>
              <a:ext uri="{909E8E84-426E-40DD-AFC4-6F175D3DCCD1}">
                <a14:hiddenFill xmlns:a14="http://schemas.microsoft.com/office/drawing/2010/main">
                  <a:solidFill>
                    <a:srgbClr val="FFFFFF"/>
                  </a:solidFill>
                </a14:hiddenFill>
              </a:ext>
            </a:extLst>
          </p:spPr>
        </p:pic>
        <p:pic>
          <p:nvPicPr>
            <p:cNvPr id="19" name="图片 18" descr="查看源图像">
              <a:extLst>
                <a:ext uri="{FF2B5EF4-FFF2-40B4-BE49-F238E27FC236}">
                  <a16:creationId xmlns:a16="http://schemas.microsoft.com/office/drawing/2014/main" id="{3C2490FC-8C67-823F-E966-D59C12348F76}"/>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8125" b="90750" l="281" r="99719">
                          <a14:foregroundMark x1="38837" y1="55813" x2="19325" y2="63563"/>
                          <a14:foregroundMark x1="19325" y1="63563" x2="1970" y2="85375"/>
                          <a14:foregroundMark x1="1970" y1="85375" x2="563" y2="89125"/>
                          <a14:foregroundMark x1="71576" y1="47563" x2="86023" y2="56313"/>
                          <a14:foregroundMark x1="86023" y1="56313" x2="99719" y2="60875"/>
                          <a14:foregroundMark x1="69512" y1="47750" x2="62570" y2="75750"/>
                          <a14:foregroundMark x1="62570" y1="75750" x2="44184" y2="90625"/>
                          <a14:foregroundMark x1="44184" y1="90625" x2="28236" y2="85813"/>
                          <a14:foregroundMark x1="28236" y1="85813" x2="27298" y2="85813"/>
                          <a14:foregroundMark x1="74203" y1="56250" x2="85835" y2="76125"/>
                          <a14:foregroundMark x1="85835" y1="76125" x2="61820" y2="86875"/>
                          <a14:foregroundMark x1="61820" y1="86875" x2="56754" y2="87063"/>
                          <a14:foregroundMark x1="42120" y1="59813" x2="30019" y2="81188"/>
                          <a14:foregroundMark x1="3002" y1="89250" x2="63415" y2="90750"/>
                          <a14:foregroundMark x1="63415" y1="90750" x2="83583" y2="89500"/>
                          <a14:foregroundMark x1="83583" y1="89500" x2="99343" y2="84500"/>
                          <a14:foregroundMark x1="99343" y1="84500" x2="99531" y2="75813"/>
                          <a14:foregroundMark x1="90525" y1="89250" x2="99906" y2="89375"/>
                          <a14:foregroundMark x1="90525" y1="89813" x2="99531" y2="89813"/>
                          <a14:foregroundMark x1="375" y1="89813" x2="20826" y2="89375"/>
                          <a14:foregroundMark x1="20826" y1="89375" x2="26454" y2="89688"/>
                          <a14:foregroundMark x1="69700" y1="74063" x2="57317" y2="84625"/>
                          <a14:foregroundMark x1="62101" y1="52938" x2="41182" y2="78375"/>
                          <a14:foregroundMark x1="41182" y1="78375" x2="36116" y2="81313"/>
                          <a14:foregroundMark x1="33490" y1="71000" x2="33865" y2="74875"/>
                          <a14:foregroundMark x1="65197" y1="76625" x2="61914" y2="78813"/>
                          <a14:foregroundMark x1="45591" y1="8125" x2="63133" y2="9375"/>
                          <a14:foregroundMark x1="35835" y1="60813" x2="32552" y2="73563"/>
                          <a14:foregroundMark x1="32552" y1="73563" x2="30113" y2="76313"/>
                          <a14:foregroundMark x1="37148" y1="63000" x2="31801" y2="71438"/>
                          <a14:backgroundMark x1="1501" y1="77438" x2="750" y2="78813"/>
                        </a14:backgroundRemoval>
                      </a14:imgEffect>
                    </a14:imgLayer>
                  </a14:imgProps>
                </a:ext>
                <a:ext uri="{28A0092B-C50C-407E-A947-70E740481C1C}">
                  <a14:useLocalDpi xmlns:a14="http://schemas.microsoft.com/office/drawing/2010/main" val="0"/>
                </a:ext>
              </a:extLst>
            </a:blip>
            <a:srcRect l="1" r="56" b="51325"/>
            <a:stretch/>
          </p:blipFill>
          <p:spPr bwMode="auto">
            <a:xfrm>
              <a:off x="649462" y="1917672"/>
              <a:ext cx="867600" cy="654014"/>
            </a:xfrm>
            <a:custGeom>
              <a:avLst/>
              <a:gdLst>
                <a:gd name="connsiteX0" fmla="*/ 0 w 2224800"/>
                <a:gd name="connsiteY0" fmla="*/ 0 h 1626450"/>
                <a:gd name="connsiteX1" fmla="*/ 2224800 w 2224800"/>
                <a:gd name="connsiteY1" fmla="*/ 0 h 1626450"/>
                <a:gd name="connsiteX2" fmla="*/ 2224800 w 2224800"/>
                <a:gd name="connsiteY2" fmla="*/ 1626450 h 1626450"/>
                <a:gd name="connsiteX3" fmla="*/ 0 w 2224800"/>
                <a:gd name="connsiteY3" fmla="*/ 1626450 h 1626450"/>
              </a:gdLst>
              <a:ahLst/>
              <a:cxnLst>
                <a:cxn ang="0">
                  <a:pos x="connsiteX0" y="connsiteY0"/>
                </a:cxn>
                <a:cxn ang="0">
                  <a:pos x="connsiteX1" y="connsiteY1"/>
                </a:cxn>
                <a:cxn ang="0">
                  <a:pos x="connsiteX2" y="connsiteY2"/>
                </a:cxn>
                <a:cxn ang="0">
                  <a:pos x="connsiteX3" y="connsiteY3"/>
                </a:cxn>
              </a:cxnLst>
              <a:rect l="l" t="t" r="r" b="b"/>
              <a:pathLst>
                <a:path w="2224800" h="1626450">
                  <a:moveTo>
                    <a:pt x="0" y="0"/>
                  </a:moveTo>
                  <a:lnTo>
                    <a:pt x="2224800" y="0"/>
                  </a:lnTo>
                  <a:lnTo>
                    <a:pt x="2224800" y="1626450"/>
                  </a:lnTo>
                  <a:lnTo>
                    <a:pt x="0" y="1626450"/>
                  </a:lnTo>
                  <a:close/>
                </a:path>
              </a:pathLst>
            </a:custGeom>
            <a:noFill/>
            <a:extLst>
              <a:ext uri="{909E8E84-426E-40DD-AFC4-6F175D3DCCD1}">
                <a14:hiddenFill xmlns:a14="http://schemas.microsoft.com/office/drawing/2010/main">
                  <a:solidFill>
                    <a:srgbClr val="FFFFFF"/>
                  </a:solidFill>
                </a14:hiddenFill>
              </a:ext>
            </a:extLst>
          </p:spPr>
        </p:pic>
      </p:grpSp>
      <p:grpSp>
        <p:nvGrpSpPr>
          <p:cNvPr id="26" name="组合 25">
            <a:extLst>
              <a:ext uri="{FF2B5EF4-FFF2-40B4-BE49-F238E27FC236}">
                <a16:creationId xmlns:a16="http://schemas.microsoft.com/office/drawing/2014/main" id="{5BB5BEFC-227B-7FDE-F15E-48D8F97CF4F0}"/>
              </a:ext>
            </a:extLst>
          </p:cNvPr>
          <p:cNvGrpSpPr/>
          <p:nvPr/>
        </p:nvGrpSpPr>
        <p:grpSpPr>
          <a:xfrm>
            <a:off x="649462" y="4398820"/>
            <a:ext cx="867624" cy="1216333"/>
            <a:chOff x="649462" y="4398820"/>
            <a:chExt cx="867624" cy="1216333"/>
          </a:xfrm>
        </p:grpSpPr>
        <p:pic>
          <p:nvPicPr>
            <p:cNvPr id="20" name="图片 19" descr="查看源图像">
              <a:extLst>
                <a:ext uri="{FF2B5EF4-FFF2-40B4-BE49-F238E27FC236}">
                  <a16:creationId xmlns:a16="http://schemas.microsoft.com/office/drawing/2014/main" id="{2CFBE9C3-4588-B73B-EEFA-1EBBE8981D7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09" b="98741" l="2827" r="96113">
                          <a14:foregroundMark x1="47350" y1="8816" x2="52297" y2="10831"/>
                          <a14:foregroundMark x1="17314" y1="75567" x2="30035" y2="87909"/>
                          <a14:foregroundMark x1="30035" y1="87909" x2="71025" y2="96222"/>
                          <a14:foregroundMark x1="71025" y1="96222" x2="87279" y2="89421"/>
                          <a14:foregroundMark x1="87279" y1="89421" x2="88693" y2="79345"/>
                          <a14:foregroundMark x1="72438" y1="68262" x2="60777" y2="77330"/>
                          <a14:foregroundMark x1="60777" y1="77330" x2="27562" y2="80101"/>
                          <a14:foregroundMark x1="27562" y1="80101" x2="8481" y2="88413"/>
                          <a14:foregroundMark x1="8481" y1="88413" x2="8481" y2="88413"/>
                          <a14:foregroundMark x1="36396" y1="65491" x2="20848" y2="71033"/>
                          <a14:foregroundMark x1="20848" y1="71033" x2="6714" y2="80856"/>
                          <a14:foregroundMark x1="6714" y1="80856" x2="3180" y2="88161"/>
                          <a14:foregroundMark x1="7420" y1="95718" x2="58304" y2="98741"/>
                          <a14:foregroundMark x1="58304" y1="98741" x2="84452" y2="98741"/>
                          <a14:foregroundMark x1="84452" y1="98741" x2="96113" y2="93955"/>
                        </a14:backgroundRemoval>
                      </a14:imgEffect>
                    </a14:imgLayer>
                  </a14:imgProps>
                </a:ext>
                <a:ext uri="{28A0092B-C50C-407E-A947-70E740481C1C}">
                  <a14:useLocalDpi xmlns:a14="http://schemas.microsoft.com/office/drawing/2010/main" val="0"/>
                </a:ext>
              </a:extLst>
            </a:blip>
            <a:srcRect l="4578" t="33375" r="4950" b="3256"/>
            <a:stretch/>
          </p:blipFill>
          <p:spPr bwMode="auto">
            <a:xfrm>
              <a:off x="688317" y="4803681"/>
              <a:ext cx="784963" cy="811472"/>
            </a:xfrm>
            <a:custGeom>
              <a:avLst/>
              <a:gdLst>
                <a:gd name="connsiteX0" fmla="*/ 0 w 2012960"/>
                <a:gd name="connsiteY0" fmla="*/ 0 h 1977910"/>
                <a:gd name="connsiteX1" fmla="*/ 1006480 w 2012960"/>
                <a:gd name="connsiteY1" fmla="*/ 0 h 1977910"/>
                <a:gd name="connsiteX2" fmla="*/ 2012960 w 2012960"/>
                <a:gd name="connsiteY2" fmla="*/ 988955 h 1977910"/>
                <a:gd name="connsiteX3" fmla="*/ 1006480 w 2012960"/>
                <a:gd name="connsiteY3" fmla="*/ 1977910 h 1977910"/>
                <a:gd name="connsiteX4" fmla="*/ 1006480 w 2012960"/>
                <a:gd name="connsiteY4" fmla="*/ 1977909 h 1977910"/>
                <a:gd name="connsiteX5" fmla="*/ 0 w 2012960"/>
                <a:gd name="connsiteY5" fmla="*/ 988954 h 197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960" h="1977910">
                  <a:moveTo>
                    <a:pt x="0" y="0"/>
                  </a:moveTo>
                  <a:lnTo>
                    <a:pt x="1006480" y="0"/>
                  </a:lnTo>
                  <a:cubicBezTo>
                    <a:pt x="1562344" y="0"/>
                    <a:pt x="2012960" y="442770"/>
                    <a:pt x="2012960" y="988955"/>
                  </a:cubicBezTo>
                  <a:cubicBezTo>
                    <a:pt x="2012960" y="1535140"/>
                    <a:pt x="1562344" y="1977910"/>
                    <a:pt x="1006480" y="1977910"/>
                  </a:cubicBezTo>
                  <a:lnTo>
                    <a:pt x="1006480" y="1977909"/>
                  </a:lnTo>
                  <a:cubicBezTo>
                    <a:pt x="450616" y="1977909"/>
                    <a:pt x="0" y="1535139"/>
                    <a:pt x="0" y="988954"/>
                  </a:cubicBezTo>
                  <a:close/>
                </a:path>
              </a:pathLst>
            </a:custGeom>
            <a:noFill/>
            <a:effectLst/>
            <a:extLst>
              <a:ext uri="{909E8E84-426E-40DD-AFC4-6F175D3DCCD1}">
                <a14:hiddenFill xmlns:a14="http://schemas.microsoft.com/office/drawing/2010/main">
                  <a:solidFill>
                    <a:srgbClr val="FFFFFF"/>
                  </a:solidFill>
                </a14:hiddenFill>
              </a:ext>
            </a:extLst>
          </p:spPr>
        </p:pic>
        <p:pic>
          <p:nvPicPr>
            <p:cNvPr id="21" name="图片 20" descr="查看源图像">
              <a:extLst>
                <a:ext uri="{FF2B5EF4-FFF2-40B4-BE49-F238E27FC236}">
                  <a16:creationId xmlns:a16="http://schemas.microsoft.com/office/drawing/2014/main" id="{AF595D7A-3767-55CA-4E90-4A8A433158B0}"/>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09" b="98741" l="2827" r="96113">
                          <a14:foregroundMark x1="47350" y1="8816" x2="52297" y2="10831"/>
                          <a14:foregroundMark x1="17314" y1="75567" x2="30035" y2="87909"/>
                          <a14:foregroundMark x1="30035" y1="87909" x2="71025" y2="96222"/>
                          <a14:foregroundMark x1="71025" y1="96222" x2="87279" y2="89421"/>
                          <a14:foregroundMark x1="87279" y1="89421" x2="88693" y2="79345"/>
                          <a14:foregroundMark x1="72438" y1="68262" x2="60777" y2="77330"/>
                          <a14:foregroundMark x1="60777" y1="77330" x2="27562" y2="80101"/>
                          <a14:foregroundMark x1="27562" y1="80101" x2="8481" y2="88413"/>
                          <a14:foregroundMark x1="8481" y1="88413" x2="8481" y2="88413"/>
                          <a14:foregroundMark x1="36396" y1="65491" x2="20848" y2="71033"/>
                          <a14:foregroundMark x1="20848" y1="71033" x2="6714" y2="80856"/>
                          <a14:foregroundMark x1="6714" y1="80856" x2="3180" y2="88161"/>
                          <a14:foregroundMark x1="7420" y1="95718" x2="58304" y2="98741"/>
                          <a14:foregroundMark x1="58304" y1="98741" x2="84452" y2="98741"/>
                          <a14:foregroundMark x1="84452" y1="98741" x2="96113" y2="93955"/>
                        </a14:backgroundRemoval>
                      </a14:imgEffect>
                    </a14:imgLayer>
                  </a14:imgProps>
                </a:ext>
                <a:ext uri="{28A0092B-C50C-407E-A947-70E740481C1C}">
                  <a14:useLocalDpi xmlns:a14="http://schemas.microsoft.com/office/drawing/2010/main" val="0"/>
                </a:ext>
              </a:extLst>
            </a:blip>
            <a:srcRect l="-186" t="1756" r="186" b="35553"/>
            <a:stretch/>
          </p:blipFill>
          <p:spPr bwMode="auto">
            <a:xfrm>
              <a:off x="649462" y="4398820"/>
              <a:ext cx="867624" cy="802782"/>
            </a:xfrm>
            <a:custGeom>
              <a:avLst/>
              <a:gdLst>
                <a:gd name="connsiteX0" fmla="*/ 0 w 2224936"/>
                <a:gd name="connsiteY0" fmla="*/ 0 h 1956728"/>
                <a:gd name="connsiteX1" fmla="*/ 2224936 w 2224936"/>
                <a:gd name="connsiteY1" fmla="*/ 0 h 1956728"/>
                <a:gd name="connsiteX2" fmla="*/ 2224936 w 2224936"/>
                <a:gd name="connsiteY2" fmla="*/ 1956728 h 1956728"/>
                <a:gd name="connsiteX3" fmla="*/ 0 w 2224936"/>
                <a:gd name="connsiteY3" fmla="*/ 1956728 h 1956728"/>
              </a:gdLst>
              <a:ahLst/>
              <a:cxnLst>
                <a:cxn ang="0">
                  <a:pos x="connsiteX0" y="connsiteY0"/>
                </a:cxn>
                <a:cxn ang="0">
                  <a:pos x="connsiteX1" y="connsiteY1"/>
                </a:cxn>
                <a:cxn ang="0">
                  <a:pos x="connsiteX2" y="connsiteY2"/>
                </a:cxn>
                <a:cxn ang="0">
                  <a:pos x="connsiteX3" y="connsiteY3"/>
                </a:cxn>
              </a:cxnLst>
              <a:rect l="l" t="t" r="r" b="b"/>
              <a:pathLst>
                <a:path w="2224936" h="1956728">
                  <a:moveTo>
                    <a:pt x="0" y="0"/>
                  </a:moveTo>
                  <a:lnTo>
                    <a:pt x="2224936" y="0"/>
                  </a:lnTo>
                  <a:lnTo>
                    <a:pt x="2224936" y="1956728"/>
                  </a:lnTo>
                  <a:lnTo>
                    <a:pt x="0" y="1956728"/>
                  </a:lnTo>
                  <a:close/>
                </a:path>
              </a:pathLst>
            </a:custGeom>
            <a:noFill/>
            <a:extLst>
              <a:ext uri="{909E8E84-426E-40DD-AFC4-6F175D3DCCD1}">
                <a14:hiddenFill xmlns:a14="http://schemas.microsoft.com/office/drawing/2010/main">
                  <a:solidFill>
                    <a:srgbClr val="FFFFFF"/>
                  </a:solidFill>
                </a14:hiddenFill>
              </a:ext>
            </a:extLst>
          </p:spPr>
        </p:pic>
      </p:grpSp>
      <p:sp>
        <p:nvSpPr>
          <p:cNvPr id="22" name="文本框 21">
            <a:extLst>
              <a:ext uri="{FF2B5EF4-FFF2-40B4-BE49-F238E27FC236}">
                <a16:creationId xmlns:a16="http://schemas.microsoft.com/office/drawing/2014/main" id="{EA52FB12-FD30-6B21-AB61-19C731508C50}"/>
              </a:ext>
            </a:extLst>
          </p:cNvPr>
          <p:cNvSpPr txBox="1"/>
          <p:nvPr/>
        </p:nvSpPr>
        <p:spPr>
          <a:xfrm>
            <a:off x="3841610" y="1812960"/>
            <a:ext cx="7041488" cy="1723549"/>
          </a:xfrm>
          <a:prstGeom prst="rect">
            <a:avLst/>
          </a:prstGeom>
          <a:noFill/>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Director of the Hepatobiliary and Pancreatic Center At BJ Tsinghua </a:t>
            </a:r>
            <a:r>
              <a:rPr kumimoji="0" lang="en-US" altLang="zh-CN" sz="1200" i="0" u="none" strike="noStrike" kern="0" cap="none" spc="0" normalizeH="0" baseline="0" noProof="0" err="1">
                <a:ln>
                  <a:noFill/>
                </a:ln>
                <a:solidFill>
                  <a:schemeClr val="bg2"/>
                </a:solidFill>
                <a:effectLst/>
                <a:uLnTx/>
                <a:uFillTx/>
                <a:latin typeface="BISansOpti"/>
              </a:rPr>
              <a:t>Changgung</a:t>
            </a:r>
            <a:r>
              <a:rPr kumimoji="0" lang="en-US" altLang="zh-CN" sz="1200" i="0" u="none" strike="noStrike" kern="0" cap="none" spc="0" normalizeH="0" baseline="0" noProof="0">
                <a:ln>
                  <a:noFill/>
                </a:ln>
                <a:solidFill>
                  <a:schemeClr val="bg2"/>
                </a:solidFill>
                <a:effectLst/>
                <a:uLnTx/>
                <a:uFillTx/>
                <a:latin typeface="BISansOpti"/>
              </a:rPr>
              <a:t> Hospital;</a:t>
            </a:r>
          </a:p>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zh-CN" sz="1200" kern="0">
                <a:solidFill>
                  <a:schemeClr val="bg2"/>
                </a:solidFill>
                <a:latin typeface="BISansOpti"/>
              </a:rPr>
              <a:t>President elect of Asia-Pacific Association for Study of Liver Disease (APASL);</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President of the Chinese Society for Hepatology, Chinese Medical Association;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0">
                <a:solidFill>
                  <a:schemeClr val="bg2"/>
                </a:solidFill>
                <a:latin typeface="BISansOpti"/>
              </a:rPr>
              <a:t>Member of AASLD and EASL;</a:t>
            </a:r>
          </a:p>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200" b="1" i="0" u="none" strike="noStrike" kern="0" cap="none" spc="0" normalizeH="0" baseline="0" noProof="0">
                <a:ln>
                  <a:noFill/>
                </a:ln>
                <a:solidFill>
                  <a:schemeClr val="bg2"/>
                </a:solidFill>
                <a:effectLst/>
                <a:uLnTx/>
                <a:uFillTx/>
                <a:latin typeface="BISansOpti"/>
              </a:rPr>
              <a:t>Leading PI of Survodutide MASH Ph</a:t>
            </a:r>
            <a:r>
              <a:rPr lang="en-US" altLang="zh-CN" sz="1200" b="1" kern="0" err="1">
                <a:solidFill>
                  <a:schemeClr val="bg2"/>
                </a:solidFill>
                <a:latin typeface="BISansOpti"/>
              </a:rPr>
              <a:t>ase</a:t>
            </a:r>
            <a:r>
              <a:rPr lang="en-US" altLang="zh-CN" sz="1200" b="1" kern="0">
                <a:solidFill>
                  <a:schemeClr val="bg2"/>
                </a:solidFill>
                <a:latin typeface="BISansOpti"/>
              </a:rPr>
              <a:t> 2 (5S/2R); </a:t>
            </a:r>
          </a:p>
          <a:p>
            <a:pPr marL="171450" marR="0" lvl="0" indent="-171450" defTabSz="914400" eaLnBrk="1" fontAlgn="auto" latinLnBrk="0" hangingPunct="1">
              <a:lnSpc>
                <a:spcPct val="100000"/>
              </a:lnSpc>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PI of </a:t>
            </a:r>
            <a:r>
              <a:rPr kumimoji="0" lang="en-US" altLang="zh-CN" sz="1200" i="0" u="none" strike="noStrike" kern="0" cap="none" spc="0" normalizeH="0" baseline="0" noProof="0" err="1">
                <a:ln>
                  <a:noFill/>
                </a:ln>
                <a:solidFill>
                  <a:schemeClr val="bg2"/>
                </a:solidFill>
                <a:effectLst/>
                <a:uLnTx/>
                <a:uFillTx/>
                <a:latin typeface="BISansOpti"/>
              </a:rPr>
              <a:t>Semgalutide</a:t>
            </a:r>
            <a:r>
              <a:rPr kumimoji="0" lang="en-US" altLang="zh-CN" sz="1200" i="0" u="none" strike="noStrike" kern="0" cap="none" spc="0" normalizeH="0" baseline="0" noProof="0">
                <a:ln>
                  <a:noFill/>
                </a:ln>
                <a:solidFill>
                  <a:schemeClr val="bg2"/>
                </a:solidFill>
                <a:effectLst/>
                <a:uLnTx/>
                <a:uFillTx/>
                <a:latin typeface="BISansOpti"/>
              </a:rPr>
              <a:t> MASH Phase 3</a:t>
            </a:r>
          </a:p>
          <a:p>
            <a:pPr marL="171450" lvl="0" indent="-171450">
              <a:buFont typeface="Arial" panose="020B0604020202020204" pitchFamily="34" charset="0"/>
              <a:buChar char="•"/>
              <a:defRPr/>
            </a:pPr>
            <a:r>
              <a:rPr kumimoji="0" lang="en-US" altLang="zh-CN" sz="1200" i="0" u="none" strike="noStrike" kern="0" cap="none" spc="0" normalizeH="0" baseline="0" noProof="0">
                <a:ln>
                  <a:noFill/>
                </a:ln>
                <a:solidFill>
                  <a:schemeClr val="bg2"/>
                </a:solidFill>
                <a:effectLst/>
                <a:uLnTx/>
                <a:uFillTx/>
                <a:latin typeface="BISansOpti"/>
              </a:rPr>
              <a:t>Site start up timeline acceptable (</a:t>
            </a:r>
            <a:r>
              <a:rPr kumimoji="0" lang="en-US" altLang="zh-CN" sz="1200" i="1" u="none" strike="noStrike" kern="0" cap="none" spc="0" normalizeH="0" baseline="0" noProof="0">
                <a:ln>
                  <a:noFill/>
                </a:ln>
                <a:solidFill>
                  <a:schemeClr val="bg2"/>
                </a:solidFill>
                <a:effectLst/>
                <a:uLnTx/>
                <a:uFillTx/>
                <a:latin typeface="BISansOpti"/>
              </a:rPr>
              <a:t>Pro</a:t>
            </a:r>
            <a:r>
              <a:rPr lang="en-US" altLang="zh-CN" sz="1200" i="1" kern="0">
                <a:solidFill>
                  <a:schemeClr val="bg2"/>
                </a:solidFill>
                <a:latin typeface="BISansOpti"/>
              </a:rPr>
              <a:t>: </a:t>
            </a:r>
            <a:r>
              <a:rPr kumimoji="0" lang="en-US" altLang="zh-CN" sz="1200" i="0" u="none" strike="noStrike" kern="0" cap="none" spc="0" normalizeH="0" baseline="0" noProof="0">
                <a:ln>
                  <a:noFill/>
                </a:ln>
                <a:solidFill>
                  <a:schemeClr val="bg2"/>
                </a:solidFill>
                <a:effectLst/>
                <a:uLnTx/>
                <a:uFillTx/>
                <a:latin typeface="BISansOpti"/>
              </a:rPr>
              <a:t>EC review in parallel with HA review , MSA established; </a:t>
            </a:r>
            <a:r>
              <a:rPr kumimoji="0" lang="en-US" altLang="zh-CN" sz="1200" i="1" u="none" strike="noStrike" kern="0" cap="none" spc="0" normalizeH="0" baseline="0" noProof="0">
                <a:ln>
                  <a:noFill/>
                </a:ln>
                <a:solidFill>
                  <a:schemeClr val="bg2"/>
                </a:solidFill>
                <a:effectLst/>
                <a:uLnTx/>
                <a:uFillTx/>
                <a:latin typeface="BISansOpti"/>
              </a:rPr>
              <a:t>Con: </a:t>
            </a:r>
            <a:r>
              <a:rPr kumimoji="0" lang="en-US" altLang="zh-CN" sz="1200" i="0" u="none" strike="noStrike" kern="0" cap="none" spc="0" normalizeH="0" baseline="0" noProof="0">
                <a:ln>
                  <a:noFill/>
                </a:ln>
                <a:solidFill>
                  <a:schemeClr val="bg2"/>
                </a:solidFill>
                <a:effectLst/>
                <a:uLnTx/>
                <a:uFillTx/>
                <a:latin typeface="BISansOpti"/>
              </a:rPr>
              <a:t>late feedback from GCP office)</a:t>
            </a:r>
          </a:p>
        </p:txBody>
      </p:sp>
      <p:sp>
        <p:nvSpPr>
          <p:cNvPr id="23" name="文本框 22">
            <a:extLst>
              <a:ext uri="{FF2B5EF4-FFF2-40B4-BE49-F238E27FC236}">
                <a16:creationId xmlns:a16="http://schemas.microsoft.com/office/drawing/2014/main" id="{3BE9277D-E78D-60A7-324E-04D62A602855}"/>
              </a:ext>
            </a:extLst>
          </p:cNvPr>
          <p:cNvSpPr txBox="1"/>
          <p:nvPr/>
        </p:nvSpPr>
        <p:spPr>
          <a:xfrm>
            <a:off x="3854310" y="4432127"/>
            <a:ext cx="7688228" cy="1538883"/>
          </a:xfrm>
          <a:prstGeom prst="rect">
            <a:avLst/>
          </a:prstGeom>
          <a:noFill/>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Vice President of Beijing Friendship Hospital Affiliated to Capital Medical University;</a:t>
            </a:r>
          </a:p>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zh-CN" sz="1200" kern="0">
                <a:solidFill>
                  <a:schemeClr val="bg2"/>
                </a:solidFill>
                <a:latin typeface="BISansOpti"/>
              </a:rPr>
              <a:t>Executive Committee member of APASL;</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Member of Chinese Society of Gastroenterology, Chinese Medical Association;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0">
                <a:solidFill>
                  <a:schemeClr val="bg2"/>
                </a:solidFill>
                <a:latin typeface="BISansOpti"/>
              </a:rPr>
              <a:t>Co-authored guideline for the Asia-Pacific region and domestic consensus guideline for liver disease</a:t>
            </a:r>
          </a:p>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200" b="1" i="0" u="none" strike="noStrike" kern="0" cap="none" spc="0" normalizeH="0" baseline="0" noProof="0">
                <a:ln>
                  <a:noFill/>
                </a:ln>
                <a:solidFill>
                  <a:schemeClr val="bg2"/>
                </a:solidFill>
                <a:effectLst/>
                <a:uLnTx/>
                <a:uFillTx/>
                <a:latin typeface="BISansOpti"/>
              </a:rPr>
              <a:t>PI of Survodutide MASH Ph</a:t>
            </a:r>
            <a:r>
              <a:rPr lang="en-US" altLang="zh-CN" sz="1200" b="1" kern="0" err="1">
                <a:solidFill>
                  <a:schemeClr val="bg2"/>
                </a:solidFill>
                <a:latin typeface="BISansOpti"/>
              </a:rPr>
              <a:t>ase</a:t>
            </a:r>
            <a:r>
              <a:rPr lang="en-US" altLang="zh-CN" sz="1200" b="1" kern="0">
                <a:solidFill>
                  <a:schemeClr val="bg2"/>
                </a:solidFill>
                <a:latin typeface="BISansOpti"/>
              </a:rPr>
              <a:t> 2 (17S/5R); Leading PI of CSPH projects of </a:t>
            </a:r>
            <a:r>
              <a:rPr lang="en-US" altLang="zh-CN" sz="1200" b="1" kern="0" err="1">
                <a:solidFill>
                  <a:schemeClr val="bg2"/>
                </a:solidFill>
                <a:latin typeface="BISansOpti"/>
              </a:rPr>
              <a:t>SGc</a:t>
            </a:r>
            <a:r>
              <a:rPr lang="en-US" altLang="zh-CN" sz="1200" b="1" kern="0">
                <a:solidFill>
                  <a:schemeClr val="bg2"/>
                </a:solidFill>
                <a:latin typeface="BISansOpti"/>
              </a:rPr>
              <a:t> agonist (1366-0021)</a:t>
            </a:r>
          </a:p>
          <a:p>
            <a:pPr marL="171450" marR="0" lvl="0" indent="-171450" defTabSz="914400" eaLnBrk="1" fontAlgn="auto" latinLnBrk="0" hangingPunct="1">
              <a:lnSpc>
                <a:spcPct val="100000"/>
              </a:lnSpc>
              <a:spcAft>
                <a:spcPts val="0"/>
              </a:spcAft>
              <a:buClrTx/>
              <a:buSzTx/>
              <a:buFont typeface="Arial" panose="020B0604020202020204" pitchFamily="34" charset="0"/>
              <a:buChar char="•"/>
              <a:tabLst/>
              <a:defRPr/>
            </a:pPr>
            <a:r>
              <a:rPr lang="en-US" altLang="zh-CN" sz="1200" kern="0">
                <a:solidFill>
                  <a:schemeClr val="bg2"/>
                </a:solidFill>
                <a:latin typeface="BISansOpti"/>
              </a:rPr>
              <a:t>Site participates in </a:t>
            </a:r>
            <a:r>
              <a:rPr kumimoji="0" lang="en-US" altLang="zh-CN" sz="1200" i="0" u="none" strike="noStrike" kern="0" cap="none" spc="0" normalizeH="0" baseline="0" noProof="0" err="1">
                <a:ln>
                  <a:noFill/>
                </a:ln>
                <a:solidFill>
                  <a:schemeClr val="bg2"/>
                </a:solidFill>
                <a:effectLst/>
                <a:uLnTx/>
                <a:uFillTx/>
                <a:latin typeface="BISansOpti"/>
              </a:rPr>
              <a:t>Semgalutide</a:t>
            </a:r>
            <a:r>
              <a:rPr kumimoji="0" lang="en-US" altLang="zh-CN" sz="1200" i="0" u="none" strike="noStrike" kern="0" cap="none" spc="0" normalizeH="0" baseline="0" noProof="0">
                <a:ln>
                  <a:noFill/>
                </a:ln>
                <a:solidFill>
                  <a:schemeClr val="bg2"/>
                </a:solidFill>
                <a:effectLst/>
                <a:uLnTx/>
                <a:uFillTx/>
                <a:latin typeface="BISansOpti"/>
              </a:rPr>
              <a:t> MASH Phase 3 </a:t>
            </a:r>
          </a:p>
          <a:p>
            <a:pPr marL="171450" marR="0" lvl="0" indent="-171450" defTabSz="914400" eaLnBrk="1" fontAlgn="auto" latinLnBrk="0" hangingPunct="1">
              <a:lnSpc>
                <a:spcPct val="100000"/>
              </a:lnSpc>
              <a:spcAft>
                <a:spcPts val="0"/>
              </a:spcAft>
              <a:buClrTx/>
              <a:buSzTx/>
              <a:buFont typeface="Arial" panose="020B0604020202020204" pitchFamily="34" charset="0"/>
              <a:buChar char="•"/>
              <a:tabLst/>
              <a:defRPr/>
            </a:pPr>
            <a:r>
              <a:rPr kumimoji="0" lang="en-US" altLang="zh-CN" sz="1200" i="0" u="none" strike="noStrike" kern="0" cap="none" spc="0" normalizeH="0" baseline="0" noProof="0">
                <a:ln>
                  <a:noFill/>
                </a:ln>
                <a:solidFill>
                  <a:schemeClr val="bg2"/>
                </a:solidFill>
                <a:effectLst/>
                <a:uLnTx/>
                <a:uFillTx/>
                <a:latin typeface="BISansOpti"/>
              </a:rPr>
              <a:t>Site start up timeline superior (</a:t>
            </a:r>
            <a:r>
              <a:rPr kumimoji="0" lang="en-US" altLang="zh-CN" sz="1200" i="1" u="none" strike="noStrike" kern="0" cap="none" spc="0" normalizeH="0" baseline="0" noProof="0">
                <a:ln>
                  <a:noFill/>
                </a:ln>
                <a:solidFill>
                  <a:schemeClr val="bg2"/>
                </a:solidFill>
                <a:effectLst/>
                <a:uLnTx/>
                <a:uFillTx/>
                <a:latin typeface="BISansOpti"/>
              </a:rPr>
              <a:t>Pro</a:t>
            </a:r>
            <a:r>
              <a:rPr kumimoji="0" lang="en-US" altLang="zh-CN" sz="1200" i="0" u="none" strike="noStrike" kern="0" cap="none" spc="0" normalizeH="0" baseline="0" noProof="0">
                <a:ln>
                  <a:noFill/>
                </a:ln>
                <a:solidFill>
                  <a:schemeClr val="bg2"/>
                </a:solidFill>
                <a:effectLst/>
                <a:uLnTx/>
                <a:uFillTx/>
                <a:latin typeface="BISansOpti"/>
              </a:rPr>
              <a:t>: fast SIV and sample export; </a:t>
            </a:r>
            <a:r>
              <a:rPr kumimoji="0" lang="en-US" altLang="zh-CN" sz="1200" i="1" u="none" strike="noStrike" kern="0" cap="none" spc="0" normalizeH="0" baseline="0" noProof="0">
                <a:ln>
                  <a:noFill/>
                </a:ln>
                <a:solidFill>
                  <a:schemeClr val="bg2"/>
                </a:solidFill>
                <a:effectLst/>
                <a:uLnTx/>
                <a:uFillTx/>
                <a:latin typeface="BISansOpti"/>
              </a:rPr>
              <a:t>Con:</a:t>
            </a:r>
            <a:r>
              <a:rPr kumimoji="0" lang="en-US" altLang="zh-CN" sz="1200" i="0" u="none" strike="noStrike" kern="0" cap="none" spc="0" normalizeH="0" baseline="0" noProof="0">
                <a:ln>
                  <a:noFill/>
                </a:ln>
                <a:solidFill>
                  <a:schemeClr val="bg2"/>
                </a:solidFill>
                <a:effectLst/>
                <a:uLnTx/>
                <a:uFillTx/>
                <a:latin typeface="BISansOpti"/>
              </a:rPr>
              <a:t> contract of exploratory endpoint issue)</a:t>
            </a:r>
          </a:p>
        </p:txBody>
      </p:sp>
      <p:sp>
        <p:nvSpPr>
          <p:cNvPr id="24" name="文本框 23">
            <a:extLst>
              <a:ext uri="{FF2B5EF4-FFF2-40B4-BE49-F238E27FC236}">
                <a16:creationId xmlns:a16="http://schemas.microsoft.com/office/drawing/2014/main" id="{140C419D-2F69-DE88-BCAF-2BAEAF5878A7}"/>
              </a:ext>
            </a:extLst>
          </p:cNvPr>
          <p:cNvSpPr txBox="1"/>
          <p:nvPr/>
        </p:nvSpPr>
        <p:spPr bwMode="gray">
          <a:xfrm>
            <a:off x="479424" y="1298203"/>
            <a:ext cx="7140103" cy="315920"/>
          </a:xfrm>
          <a:prstGeom prst="rect">
            <a:avLst/>
          </a:prstGeom>
          <a:noFill/>
        </p:spPr>
        <p:txBody>
          <a:bodyPr wrap="square" lIns="0" tIns="0" rIns="0" bIns="0" rtlCol="0">
            <a:spAutoFit/>
          </a:bodyPr>
          <a:lstStyle/>
          <a:p>
            <a:pPr algn="l">
              <a:lnSpc>
                <a:spcPct val="140000"/>
              </a:lnSpc>
            </a:pPr>
            <a:r>
              <a:rPr lang="en-US" altLang="zh-CN" sz="1600" b="1">
                <a:solidFill>
                  <a:schemeClr val="tx2"/>
                </a:solidFill>
              </a:rPr>
              <a:t>1404.0044, MASH (F2/3) Leading PI:</a:t>
            </a:r>
            <a:endParaRPr lang="zh-CN" altLang="en-US" sz="1600" b="1">
              <a:solidFill>
                <a:schemeClr val="tx2"/>
              </a:solidFill>
            </a:endParaRPr>
          </a:p>
        </p:txBody>
      </p:sp>
      <p:sp>
        <p:nvSpPr>
          <p:cNvPr id="25" name="文本框 24">
            <a:extLst>
              <a:ext uri="{FF2B5EF4-FFF2-40B4-BE49-F238E27FC236}">
                <a16:creationId xmlns:a16="http://schemas.microsoft.com/office/drawing/2014/main" id="{907977E4-D44E-9D37-1AAE-D223D0E57FB0}"/>
              </a:ext>
            </a:extLst>
          </p:cNvPr>
          <p:cNvSpPr txBox="1"/>
          <p:nvPr/>
        </p:nvSpPr>
        <p:spPr bwMode="gray">
          <a:xfrm>
            <a:off x="479423" y="3880848"/>
            <a:ext cx="7140103" cy="315920"/>
          </a:xfrm>
          <a:prstGeom prst="rect">
            <a:avLst/>
          </a:prstGeom>
          <a:noFill/>
        </p:spPr>
        <p:txBody>
          <a:bodyPr wrap="square" lIns="0" tIns="0" rIns="0" bIns="0" rtlCol="0">
            <a:spAutoFit/>
          </a:bodyPr>
          <a:lstStyle/>
          <a:p>
            <a:pPr algn="l">
              <a:lnSpc>
                <a:spcPct val="140000"/>
              </a:lnSpc>
            </a:pPr>
            <a:r>
              <a:rPr lang="en-US" altLang="zh-CN" sz="1600" b="1">
                <a:solidFill>
                  <a:schemeClr val="tx2"/>
                </a:solidFill>
              </a:rPr>
              <a:t>1404.0064, MASH (cF4) Leading PI:</a:t>
            </a:r>
            <a:endParaRPr lang="zh-CN" altLang="en-US" sz="1600" b="1">
              <a:solidFill>
                <a:schemeClr val="tx2"/>
              </a:solidFill>
            </a:endParaRPr>
          </a:p>
        </p:txBody>
      </p:sp>
    </p:spTree>
    <p:extLst>
      <p:ext uri="{BB962C8B-B14F-4D97-AF65-F5344CB8AC3E}">
        <p14:creationId xmlns:p14="http://schemas.microsoft.com/office/powerpoint/2010/main" val="3055871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C8909-83E8-B254-5052-127F06A0A2D1}"/>
              </a:ext>
            </a:extLst>
          </p:cNvPr>
          <p:cNvSpPr>
            <a:spLocks noGrp="1"/>
          </p:cNvSpPr>
          <p:nvPr>
            <p:ph type="title"/>
          </p:nvPr>
        </p:nvSpPr>
        <p:spPr>
          <a:xfrm>
            <a:off x="527742" y="200284"/>
            <a:ext cx="11233151" cy="720000"/>
          </a:xfrm>
        </p:spPr>
        <p:txBody>
          <a:bodyPr/>
          <a:lstStyle/>
          <a:p>
            <a:r>
              <a:rPr lang="en-US" altLang="zh-CN" b="1">
                <a:solidFill>
                  <a:schemeClr val="accent2">
                    <a:lumMod val="75000"/>
                  </a:schemeClr>
                </a:solidFill>
              </a:rPr>
              <a:t>Key item about leading PI discussion*</a:t>
            </a:r>
            <a:endParaRPr lang="zh-CN" altLang="en-US">
              <a:solidFill>
                <a:schemeClr val="accent2">
                  <a:lumMod val="75000"/>
                </a:schemeClr>
              </a:solidFill>
            </a:endParaRPr>
          </a:p>
        </p:txBody>
      </p:sp>
      <p:sp>
        <p:nvSpPr>
          <p:cNvPr id="6" name="灯片编号占位符 5">
            <a:extLst>
              <a:ext uri="{FF2B5EF4-FFF2-40B4-BE49-F238E27FC236}">
                <a16:creationId xmlns:a16="http://schemas.microsoft.com/office/drawing/2014/main" id="{D243F15E-B0D9-0E98-AC69-9E98AFCB074B}"/>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graphicFrame>
        <p:nvGraphicFramePr>
          <p:cNvPr id="3" name="Table 7">
            <a:extLst>
              <a:ext uri="{FF2B5EF4-FFF2-40B4-BE49-F238E27FC236}">
                <a16:creationId xmlns:a16="http://schemas.microsoft.com/office/drawing/2014/main" id="{69EF207F-E5A5-A294-C6F3-6B66E5D03E59}"/>
              </a:ext>
            </a:extLst>
          </p:cNvPr>
          <p:cNvGraphicFramePr>
            <a:graphicFrameLocks noGrp="1"/>
          </p:cNvGraphicFramePr>
          <p:nvPr/>
        </p:nvGraphicFramePr>
        <p:xfrm>
          <a:off x="527742" y="801724"/>
          <a:ext cx="11136513" cy="5103495"/>
        </p:xfrm>
        <a:graphic>
          <a:graphicData uri="http://schemas.openxmlformats.org/drawingml/2006/table">
            <a:tbl>
              <a:tblPr/>
              <a:tblGrid>
                <a:gridCol w="973610">
                  <a:extLst>
                    <a:ext uri="{9D8B030D-6E8A-4147-A177-3AD203B41FA5}">
                      <a16:colId xmlns:a16="http://schemas.microsoft.com/office/drawing/2014/main" val="3487906960"/>
                    </a:ext>
                  </a:extLst>
                </a:gridCol>
                <a:gridCol w="2173534">
                  <a:extLst>
                    <a:ext uri="{9D8B030D-6E8A-4147-A177-3AD203B41FA5}">
                      <a16:colId xmlns:a16="http://schemas.microsoft.com/office/drawing/2014/main" val="1297868549"/>
                    </a:ext>
                  </a:extLst>
                </a:gridCol>
                <a:gridCol w="1022511">
                  <a:extLst>
                    <a:ext uri="{9D8B030D-6E8A-4147-A177-3AD203B41FA5}">
                      <a16:colId xmlns:a16="http://schemas.microsoft.com/office/drawing/2014/main" val="3048021620"/>
                    </a:ext>
                  </a:extLst>
                </a:gridCol>
                <a:gridCol w="1419498">
                  <a:extLst>
                    <a:ext uri="{9D8B030D-6E8A-4147-A177-3AD203B41FA5}">
                      <a16:colId xmlns:a16="http://schemas.microsoft.com/office/drawing/2014/main" val="4232741382"/>
                    </a:ext>
                  </a:extLst>
                </a:gridCol>
                <a:gridCol w="2087160">
                  <a:extLst>
                    <a:ext uri="{9D8B030D-6E8A-4147-A177-3AD203B41FA5}">
                      <a16:colId xmlns:a16="http://schemas.microsoft.com/office/drawing/2014/main" val="2567549892"/>
                    </a:ext>
                  </a:extLst>
                </a:gridCol>
                <a:gridCol w="2145205">
                  <a:extLst>
                    <a:ext uri="{9D8B030D-6E8A-4147-A177-3AD203B41FA5}">
                      <a16:colId xmlns:a16="http://schemas.microsoft.com/office/drawing/2014/main" val="3054250715"/>
                    </a:ext>
                  </a:extLst>
                </a:gridCol>
                <a:gridCol w="1314995">
                  <a:extLst>
                    <a:ext uri="{9D8B030D-6E8A-4147-A177-3AD203B41FA5}">
                      <a16:colId xmlns:a16="http://schemas.microsoft.com/office/drawing/2014/main" val="3134179571"/>
                    </a:ext>
                  </a:extLst>
                </a:gridCol>
              </a:tblGrid>
              <a:tr h="67151">
                <a:tc>
                  <a:txBody>
                    <a:bodyPr/>
                    <a:lstStyle/>
                    <a:p>
                      <a:pPr algn="l" rtl="0" fontAlgn="t"/>
                      <a:r>
                        <a:rPr lang="en-US" sz="1200" b="1" i="0" u="none" strike="noStrike">
                          <a:solidFill>
                            <a:srgbClr val="000000"/>
                          </a:solidFill>
                          <a:effectLst/>
                          <a:latin typeface="+mn-ea"/>
                          <a:ea typeface="+mn-ea"/>
                        </a:rPr>
                        <a:t>Potential investigator name</a:t>
                      </a:r>
                      <a:r>
                        <a:rPr lang="en-US" sz="1200" b="1" i="0" u="none" strike="noStrike">
                          <a:solidFill>
                            <a:schemeClr val="accent1"/>
                          </a:solidFill>
                          <a:effectLst/>
                          <a:latin typeface="+mn-ea"/>
                          <a:ea typeface="+mn-ea"/>
                        </a:rPr>
                        <a: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Hospital/</a:t>
                      </a:r>
                    </a:p>
                    <a:p>
                      <a:pPr algn="l" rtl="0" fontAlgn="t"/>
                      <a:r>
                        <a:rPr lang="en-US" sz="1200" b="1" i="0" u="none" strike="noStrike">
                          <a:solidFill>
                            <a:srgbClr val="000000"/>
                          </a:solidFill>
                          <a:effectLst/>
                          <a:latin typeface="+mn-ea"/>
                          <a:ea typeface="+mn-ea"/>
                        </a:rPr>
                        <a:t>department</a:t>
                      </a:r>
                      <a:r>
                        <a:rPr lang="en-US" sz="1200" b="1" i="0" u="none" strike="noStrike">
                          <a:solidFill>
                            <a:schemeClr val="accent1"/>
                          </a:solidFill>
                          <a:effectLst/>
                          <a:latin typeface="+mn-ea"/>
                          <a:ea typeface="+mn-ea"/>
                        </a:rPr>
                        <a: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Academic experience, especially in clinical studies(weight 15%**)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Impact in Therapeutic Area (weight 20%**)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Leading PI  feasibility(weight 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Leading site start up timeline feasibility(weight 35%**)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Finial proposal for leading PI selection (Y/N)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823203632"/>
                  </a:ext>
                </a:extLst>
              </a:tr>
              <a:tr h="288175">
                <a:tc>
                  <a:txBody>
                    <a:bodyPr/>
                    <a:lstStyle/>
                    <a:p>
                      <a:pPr algn="ctr" rtl="0" fontAlgn="t"/>
                      <a:r>
                        <a:rPr lang="en-US" sz="1050" b="1" i="0" u="none" strike="noStrike">
                          <a:solidFill>
                            <a:srgbClr val="000000"/>
                          </a:solidFill>
                          <a:effectLst/>
                          <a:latin typeface="Calibri" panose="020F0502020204030204" pitchFamily="34" charset="0"/>
                        </a:rPr>
                        <a:t> </a:t>
                      </a:r>
                    </a:p>
                    <a:p>
                      <a:pPr algn="ctr" rtl="0" fontAlgn="t"/>
                      <a:endParaRPr lang="en-US" sz="1050" b="1" i="0" u="none" strike="noStrike">
                        <a:solidFill>
                          <a:srgbClr val="000000"/>
                        </a:solidFill>
                        <a:effectLst/>
                        <a:latin typeface="Calibri" panose="020F0502020204030204" pitchFamily="34" charset="0"/>
                      </a:endParaRPr>
                    </a:p>
                    <a:p>
                      <a:pPr algn="ctr" rtl="0" fontAlgn="t"/>
                      <a:r>
                        <a:rPr lang="en-US" sz="1050" b="1" i="0" u="none" strike="noStrike">
                          <a:solidFill>
                            <a:srgbClr val="000000"/>
                          </a:solidFill>
                          <a:effectLst/>
                          <a:latin typeface="Calibri" panose="020F0502020204030204" pitchFamily="34" charset="0"/>
                        </a:rPr>
                        <a:t>L</a:t>
                      </a:r>
                      <a:r>
                        <a:rPr lang="en-US" altLang="zh-CN" sz="1050" b="1" i="0" u="none" strike="noStrike">
                          <a:solidFill>
                            <a:srgbClr val="000000"/>
                          </a:solidFill>
                          <a:effectLst/>
                          <a:latin typeface="Calibri" panose="020F0502020204030204" pitchFamily="34" charset="0"/>
                        </a:rPr>
                        <a:t>ai Wei(</a:t>
                      </a:r>
                      <a:r>
                        <a:rPr lang="zh-CN" altLang="en-US" sz="1050" b="1" i="0" u="none" strike="noStrike">
                          <a:solidFill>
                            <a:srgbClr val="000000"/>
                          </a:solidFill>
                          <a:effectLst/>
                          <a:latin typeface="Calibri" panose="020F0502020204030204" pitchFamily="34" charset="0"/>
                        </a:rPr>
                        <a:t>魏来）</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1050" b="1" i="0" u="none" strike="noStrike">
                          <a:solidFill>
                            <a:srgbClr val="000000"/>
                          </a:solidFill>
                          <a:effectLst/>
                          <a:latin typeface="Calibri" panose="020F0502020204030204" pitchFamily="34" charset="0"/>
                        </a:rPr>
                        <a:t> </a:t>
                      </a:r>
                    </a:p>
                    <a:p>
                      <a:pPr algn="ctr" rtl="0" fontAlgn="t"/>
                      <a:endParaRPr lang="en-US" altLang="zh-CN" sz="1050" b="1" i="0" u="none" strike="noStrike">
                        <a:solidFill>
                          <a:srgbClr val="000000"/>
                        </a:solidFill>
                        <a:effectLst/>
                        <a:latin typeface="Calibri" panose="020F0502020204030204" pitchFamily="34" charset="0"/>
                      </a:endParaRPr>
                    </a:p>
                    <a:p>
                      <a:pPr algn="ctr" rtl="0" fontAlgn="t"/>
                      <a:r>
                        <a:rPr lang="zh-CN" altLang="en-US" sz="1050" b="1" i="0" u="none" strike="noStrike">
                          <a:solidFill>
                            <a:srgbClr val="000000"/>
                          </a:solidFill>
                          <a:effectLst/>
                          <a:latin typeface="Calibri" panose="020F0502020204030204" pitchFamily="34" charset="0"/>
                        </a:rPr>
                        <a:t>北京清华长庚医院</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14%</a:t>
                      </a:r>
                    </a:p>
                    <a:p>
                      <a:pPr algn="l" rtl="0" fontAlgn="t"/>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20%</a:t>
                      </a:r>
                      <a:endParaRPr lang="en-US" altLang="zh-CN" sz="900" b="0" i="0" u="none" strike="noStrike">
                        <a:solidFill>
                          <a:srgbClr val="FF0000"/>
                        </a:solidFill>
                        <a:effectLst/>
                        <a:latin typeface="Arial" panose="020B0604020202020204" pitchFamily="34" charset="0"/>
                        <a:ea typeface="等线" panose="02010600030101010101" pitchFamily="2" charset="-122"/>
                      </a:endParaRPr>
                    </a:p>
                    <a:p>
                      <a:pPr algn="ctr" rtl="0" fontAlgn="t"/>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r>
                        <a:rPr lang="zh-CN" altLang="en-US" sz="900" kern="1200">
                          <a:solidFill>
                            <a:srgbClr val="FF0000"/>
                          </a:solidFill>
                          <a:latin typeface="+mn-lt"/>
                          <a:ea typeface="+mn-ea"/>
                          <a:cs typeface="+mn-cs"/>
                        </a:rPr>
                        <a:t>行政职务清华长庚医院院长</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r>
                        <a:rPr lang="en-US" altLang="zh-CN" sz="900" kern="1200">
                          <a:solidFill>
                            <a:srgbClr val="FF0000"/>
                          </a:solidFill>
                          <a:latin typeface="+mn-lt"/>
                          <a:ea typeface="+mn-ea"/>
                          <a:cs typeface="+mn-cs"/>
                        </a:rPr>
                        <a:t>leading PI of 1404-0043</a:t>
                      </a:r>
                      <a:r>
                        <a:rPr lang="zh-CN" altLang="en-US" sz="900" kern="1200">
                          <a:solidFill>
                            <a:srgbClr val="FF0000"/>
                          </a:solidFill>
                          <a:latin typeface="+mn-lt"/>
                          <a:ea typeface="+mn-ea"/>
                          <a:cs typeface="+mn-cs"/>
                        </a:rPr>
                        <a:t>， 筛选</a:t>
                      </a:r>
                      <a:r>
                        <a:rPr lang="en-US" altLang="zh-CN" sz="900" kern="1200">
                          <a:solidFill>
                            <a:srgbClr val="FF0000"/>
                          </a:solidFill>
                          <a:latin typeface="+mn-lt"/>
                          <a:ea typeface="+mn-ea"/>
                          <a:cs typeface="+mn-cs"/>
                        </a:rPr>
                        <a:t>5</a:t>
                      </a:r>
                      <a:r>
                        <a:rPr lang="zh-CN" altLang="en-US" sz="900" kern="1200">
                          <a:solidFill>
                            <a:srgbClr val="FF0000"/>
                          </a:solidFill>
                          <a:latin typeface="+mn-lt"/>
                          <a:ea typeface="+mn-ea"/>
                          <a:cs typeface="+mn-cs"/>
                        </a:rPr>
                        <a:t>例，入组</a:t>
                      </a:r>
                      <a:r>
                        <a:rPr lang="en-US" altLang="zh-CN" sz="900" kern="1200">
                          <a:solidFill>
                            <a:srgbClr val="FF0000"/>
                          </a:solidFill>
                          <a:latin typeface="+mn-lt"/>
                          <a:ea typeface="+mn-ea"/>
                          <a:cs typeface="+mn-cs"/>
                        </a:rPr>
                        <a:t>2</a:t>
                      </a:r>
                      <a:r>
                        <a:rPr lang="zh-CN" altLang="en-US" sz="900" kern="1200">
                          <a:solidFill>
                            <a:srgbClr val="FF0000"/>
                          </a:solidFill>
                          <a:latin typeface="+mn-lt"/>
                          <a:ea typeface="+mn-ea"/>
                          <a:cs typeface="+mn-cs"/>
                        </a:rPr>
                        <a:t>例</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r>
                        <a:rPr lang="en-US" altLang="zh-CN" sz="900" kern="1200">
                          <a:solidFill>
                            <a:srgbClr val="FF0000"/>
                          </a:solidFill>
                          <a:latin typeface="+mn-lt"/>
                          <a:ea typeface="+mn-ea"/>
                          <a:cs typeface="+mn-cs"/>
                        </a:rPr>
                        <a:t>PI</a:t>
                      </a:r>
                      <a:r>
                        <a:rPr lang="zh-CN" altLang="en-US" sz="900" kern="1200">
                          <a:solidFill>
                            <a:srgbClr val="FF0000"/>
                          </a:solidFill>
                          <a:latin typeface="+mn-lt"/>
                          <a:ea typeface="+mn-ea"/>
                          <a:cs typeface="+mn-cs"/>
                        </a:rPr>
                        <a:t>积极性比较高，拜访很配合</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r>
                        <a:rPr lang="zh-CN" altLang="en-US" sz="900" kern="1200">
                          <a:solidFill>
                            <a:srgbClr val="FF0000"/>
                          </a:solidFill>
                          <a:latin typeface="+mn-lt"/>
                          <a:ea typeface="+mn-ea"/>
                          <a:cs typeface="+mn-cs"/>
                        </a:rPr>
                        <a:t>正在参研司美格鲁肽 </a:t>
                      </a:r>
                      <a:r>
                        <a:rPr lang="en-US" altLang="zh-CN" sz="900" kern="1200">
                          <a:solidFill>
                            <a:srgbClr val="FF0000"/>
                          </a:solidFill>
                          <a:latin typeface="+mn-lt"/>
                          <a:ea typeface="+mn-ea"/>
                          <a:cs typeface="+mn-cs"/>
                        </a:rPr>
                        <a:t>3</a:t>
                      </a:r>
                      <a:r>
                        <a:rPr lang="zh-CN" altLang="en-US" sz="900" kern="1200">
                          <a:solidFill>
                            <a:srgbClr val="FF0000"/>
                          </a:solidFill>
                          <a:latin typeface="+mn-lt"/>
                          <a:ea typeface="+mn-ea"/>
                          <a:cs typeface="+mn-cs"/>
                        </a:rPr>
                        <a:t>期</a:t>
                      </a:r>
                      <a:r>
                        <a:rPr lang="en-US" altLang="zh-CN" sz="900" kern="1200">
                          <a:solidFill>
                            <a:srgbClr val="FF0000"/>
                          </a:solidFill>
                          <a:latin typeface="+mn-lt"/>
                          <a:ea typeface="+mn-ea"/>
                          <a:cs typeface="+mn-cs"/>
                        </a:rPr>
                        <a:t>MASH</a:t>
                      </a:r>
                      <a:r>
                        <a:rPr lang="zh-CN" altLang="en-US" sz="900" kern="1200">
                          <a:solidFill>
                            <a:srgbClr val="FF0000"/>
                          </a:solidFill>
                          <a:latin typeface="+mn-lt"/>
                          <a:ea typeface="+mn-ea"/>
                          <a:cs typeface="+mn-cs"/>
                        </a:rPr>
                        <a:t>试验</a:t>
                      </a:r>
                      <a:endParaRPr lang="en-US" altLang="zh-CN" sz="900" kern="1200">
                        <a:solidFill>
                          <a:srgbClr val="FF0000"/>
                        </a:solidFill>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900" kern="1200">
                          <a:solidFill>
                            <a:srgbClr val="FF0000"/>
                          </a:solidFill>
                          <a:latin typeface="+mn-lt"/>
                          <a:ea typeface="+mn-ea"/>
                          <a:cs typeface="+mn-cs"/>
                        </a:rPr>
                        <a:t>25%</a:t>
                      </a:r>
                    </a:p>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endParaRPr lang="en-US" altLang="zh-CN" sz="900" kern="1200">
                        <a:solidFill>
                          <a:srgbClr val="FF0000"/>
                        </a:solidFill>
                        <a:latin typeface="+mn-lt"/>
                        <a:ea typeface="+mn-ea"/>
                        <a:cs typeface="+mn-cs"/>
                      </a:endParaRPr>
                    </a:p>
                    <a:p>
                      <a:pPr algn="ctr" rtl="0" fontAlgn="t"/>
                      <a:r>
                        <a:rPr lang="en-US" sz="900" kern="1200">
                          <a:solidFill>
                            <a:srgbClr val="FF0000"/>
                          </a:solidFill>
                          <a:latin typeface="+mn-lt"/>
                          <a:ea typeface="+mn-ea"/>
                          <a:cs typeface="+mn-cs"/>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lang="zh-CN" altLang="en-US" sz="900" kern="1200">
                          <a:solidFill>
                            <a:srgbClr val="FF0000"/>
                          </a:solidFill>
                          <a:latin typeface="+mn-lt"/>
                          <a:ea typeface="+mn-ea"/>
                          <a:cs typeface="+mn-cs"/>
                        </a:rPr>
                        <a:t>立项</a:t>
                      </a:r>
                      <a:r>
                        <a:rPr lang="en-US" altLang="zh-CN" sz="900" kern="1200">
                          <a:solidFill>
                            <a:srgbClr val="FF0000"/>
                          </a:solidFill>
                          <a:latin typeface="+mn-lt"/>
                          <a:ea typeface="+mn-ea"/>
                          <a:cs typeface="+mn-cs"/>
                        </a:rPr>
                        <a:t>1</a:t>
                      </a:r>
                      <a:r>
                        <a:rPr lang="zh-CN" altLang="en-US" sz="900" kern="1200">
                          <a:solidFill>
                            <a:srgbClr val="FF0000"/>
                          </a:solidFill>
                          <a:latin typeface="+mn-lt"/>
                          <a:ea typeface="+mn-ea"/>
                          <a:cs typeface="+mn-cs"/>
                        </a:rPr>
                        <a:t>周，后可以平行合同伦理遗传办</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lang="zh-CN" altLang="en-US" sz="900" kern="1200">
                          <a:solidFill>
                            <a:srgbClr val="FF0000"/>
                          </a:solidFill>
                          <a:latin typeface="+mn-lt"/>
                          <a:ea typeface="+mn-ea"/>
                          <a:cs typeface="+mn-cs"/>
                        </a:rPr>
                        <a:t>伦理可以前置，伦理上会</a:t>
                      </a:r>
                      <a:r>
                        <a:rPr lang="en-US" altLang="zh-CN" sz="900" kern="1200">
                          <a:solidFill>
                            <a:srgbClr val="FF0000"/>
                          </a:solidFill>
                          <a:latin typeface="+mn-lt"/>
                          <a:ea typeface="+mn-ea"/>
                          <a:cs typeface="+mn-cs"/>
                        </a:rPr>
                        <a:t>1</a:t>
                      </a:r>
                      <a:r>
                        <a:rPr lang="zh-CN" altLang="en-US" sz="900" kern="1200">
                          <a:solidFill>
                            <a:srgbClr val="FF0000"/>
                          </a:solidFill>
                          <a:latin typeface="+mn-lt"/>
                          <a:ea typeface="+mn-ea"/>
                          <a:cs typeface="+mn-cs"/>
                        </a:rPr>
                        <a:t>月两次（已官网为准），上会需要医学项目经理都要到场</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lang="zh-CN" altLang="en-US" sz="900" kern="1200">
                          <a:solidFill>
                            <a:srgbClr val="FF0000"/>
                          </a:solidFill>
                          <a:latin typeface="+mn-lt"/>
                          <a:ea typeface="+mn-ea"/>
                          <a:cs typeface="+mn-cs"/>
                        </a:rPr>
                        <a:t>合同审核</a:t>
                      </a:r>
                      <a:r>
                        <a:rPr lang="en-US" altLang="zh-CN" sz="900" kern="1200">
                          <a:solidFill>
                            <a:srgbClr val="FF0000"/>
                          </a:solidFill>
                          <a:latin typeface="+mn-lt"/>
                          <a:ea typeface="+mn-ea"/>
                          <a:cs typeface="+mn-cs"/>
                        </a:rPr>
                        <a:t>2-3</a:t>
                      </a:r>
                      <a:r>
                        <a:rPr lang="zh-CN" altLang="en-US" sz="900" kern="1200">
                          <a:solidFill>
                            <a:srgbClr val="FF0000"/>
                          </a:solidFill>
                          <a:latin typeface="+mn-lt"/>
                          <a:ea typeface="+mn-ea"/>
                          <a:cs typeface="+mn-cs"/>
                        </a:rPr>
                        <a:t>个月（框架协议为基础对探索性部分提出的</a:t>
                      </a:r>
                      <a:r>
                        <a:rPr lang="en-US" altLang="zh-CN" sz="900" kern="1200">
                          <a:solidFill>
                            <a:srgbClr val="FF0000"/>
                          </a:solidFill>
                          <a:latin typeface="+mn-lt"/>
                          <a:ea typeface="+mn-ea"/>
                          <a:cs typeface="+mn-cs"/>
                        </a:rPr>
                        <a:t>comments</a:t>
                      </a:r>
                      <a:r>
                        <a:rPr lang="zh-CN" altLang="en-US" sz="900" kern="1200">
                          <a:solidFill>
                            <a:srgbClr val="FF0000"/>
                          </a:solidFill>
                          <a:latin typeface="+mn-lt"/>
                          <a:ea typeface="+mn-ea"/>
                          <a:cs typeface="+mn-cs"/>
                        </a:rPr>
                        <a:t>较少，但机构回复的很慢</a:t>
                      </a:r>
                      <a:r>
                        <a:rPr lang="en-US" altLang="zh-CN" sz="900" kern="1200">
                          <a:solidFill>
                            <a:srgbClr val="FF0000"/>
                          </a:solidFill>
                          <a:latin typeface="+mn-lt"/>
                          <a:ea typeface="+mn-ea"/>
                          <a:cs typeface="+mn-cs"/>
                        </a:rPr>
                        <a:t>-1404-0038</a:t>
                      </a:r>
                      <a:r>
                        <a:rPr lang="zh-CN" altLang="en-US" sz="900" kern="1200">
                          <a:solidFill>
                            <a:srgbClr val="FF0000"/>
                          </a:solidFill>
                          <a:latin typeface="+mn-lt"/>
                          <a:ea typeface="+mn-ea"/>
                          <a:cs typeface="+mn-cs"/>
                        </a:rPr>
                        <a:t>）</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lang="zh-CN" altLang="en-US" sz="900" kern="1200">
                          <a:solidFill>
                            <a:srgbClr val="FF0000"/>
                          </a:solidFill>
                          <a:latin typeface="+mn-lt"/>
                          <a:ea typeface="+mn-ea"/>
                          <a:cs typeface="+mn-cs"/>
                        </a:rPr>
                        <a:t>样本出境（</a:t>
                      </a:r>
                      <a:r>
                        <a:rPr lang="en-US" altLang="zh-CN" sz="900" kern="1200">
                          <a:solidFill>
                            <a:srgbClr val="FF0000"/>
                          </a:solidFill>
                          <a:latin typeface="+mn-lt"/>
                          <a:ea typeface="+mn-ea"/>
                          <a:cs typeface="+mn-cs"/>
                        </a:rPr>
                        <a:t>1404-0043</a:t>
                      </a:r>
                      <a:r>
                        <a:rPr lang="zh-CN" altLang="en-US" sz="900" kern="1200">
                          <a:solidFill>
                            <a:srgbClr val="FF0000"/>
                          </a:solidFill>
                          <a:latin typeface="+mn-lt"/>
                          <a:ea typeface="+mn-ea"/>
                          <a:cs typeface="+mn-cs"/>
                        </a:rPr>
                        <a:t>）</a:t>
                      </a:r>
                      <a:endParaRPr lang="en-US" altLang="zh-CN" sz="900" kern="1200">
                        <a:solidFill>
                          <a:srgbClr val="FF0000"/>
                        </a:solidFill>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lang="en-US" altLang="zh-CN" sz="900" kern="1200">
                          <a:solidFill>
                            <a:srgbClr val="FF0000"/>
                          </a:solidFill>
                          <a:latin typeface="+mn-lt"/>
                          <a:ea typeface="+mn-ea"/>
                          <a:cs typeface="+mn-cs"/>
                        </a:rPr>
                        <a:t>HGRAC</a:t>
                      </a:r>
                      <a:r>
                        <a:rPr lang="zh-CN" altLang="en-US" sz="900" kern="1200">
                          <a:solidFill>
                            <a:srgbClr val="FF0000"/>
                          </a:solidFill>
                          <a:latin typeface="+mn-lt"/>
                          <a:ea typeface="+mn-ea"/>
                          <a:cs typeface="+mn-cs"/>
                        </a:rPr>
                        <a:t>大约需要</a:t>
                      </a:r>
                      <a:r>
                        <a:rPr lang="en-US" altLang="zh-CN" sz="900" kern="1200">
                          <a:solidFill>
                            <a:srgbClr val="FF0000"/>
                          </a:solidFill>
                          <a:latin typeface="+mn-lt"/>
                          <a:ea typeface="+mn-ea"/>
                          <a:cs typeface="+mn-cs"/>
                        </a:rPr>
                        <a:t>2-3</a:t>
                      </a:r>
                      <a:r>
                        <a:rPr lang="zh-CN" altLang="en-US" sz="900" kern="1200">
                          <a:solidFill>
                            <a:srgbClr val="FF0000"/>
                          </a:solidFill>
                          <a:latin typeface="+mn-lt"/>
                          <a:ea typeface="+mn-ea"/>
                          <a:cs typeface="+mn-cs"/>
                        </a:rPr>
                        <a:t>周。立项到启动大概</a:t>
                      </a:r>
                      <a:r>
                        <a:rPr lang="en-US" altLang="zh-CN" sz="900" kern="1200">
                          <a:solidFill>
                            <a:srgbClr val="FF0000"/>
                          </a:solidFill>
                          <a:latin typeface="+mn-lt"/>
                          <a:ea typeface="+mn-ea"/>
                          <a:cs typeface="+mn-cs"/>
                        </a:rPr>
                        <a:t>4-5</a:t>
                      </a:r>
                      <a:r>
                        <a:rPr lang="zh-CN" altLang="en-US" sz="900" kern="1200">
                          <a:solidFill>
                            <a:srgbClr val="FF0000"/>
                          </a:solidFill>
                          <a:latin typeface="+mn-lt"/>
                          <a:ea typeface="+mn-ea"/>
                          <a:cs typeface="+mn-cs"/>
                        </a:rPr>
                        <a:t>个月</a:t>
                      </a:r>
                      <a:endParaRPr lang="en-US" altLang="zh-CN" sz="900" kern="1200">
                        <a:solidFill>
                          <a:srgbClr val="FF0000"/>
                        </a:solidFill>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 typeface="+mj-lt"/>
                        <a:buNone/>
                        <a:tabLst/>
                        <a:defRPr/>
                      </a:pPr>
                      <a:r>
                        <a:rPr lang="zh-CN" altLang="en-US" sz="900" kern="1200">
                          <a:solidFill>
                            <a:srgbClr val="FF0000"/>
                          </a:solidFill>
                          <a:latin typeface="+mn-lt"/>
                          <a:ea typeface="+mn-ea"/>
                          <a:cs typeface="+mn-cs"/>
                        </a:rPr>
                        <a:t>劣势：虽然有</a:t>
                      </a:r>
                      <a:r>
                        <a:rPr lang="en-US" altLang="zh-CN" sz="900" kern="1200">
                          <a:solidFill>
                            <a:srgbClr val="FF0000"/>
                          </a:solidFill>
                          <a:latin typeface="+mn-lt"/>
                          <a:ea typeface="+mn-ea"/>
                          <a:cs typeface="+mn-cs"/>
                        </a:rPr>
                        <a:t>MSA</a:t>
                      </a:r>
                      <a:r>
                        <a:rPr lang="zh-CN" altLang="en-US" sz="900" kern="1200">
                          <a:solidFill>
                            <a:srgbClr val="FF0000"/>
                          </a:solidFill>
                          <a:latin typeface="+mn-lt"/>
                          <a:ea typeface="+mn-ea"/>
                          <a:cs typeface="+mn-cs"/>
                        </a:rPr>
                        <a:t>， 既往经验，机构回复比较慢，会是合同审阅的限速条件</a:t>
                      </a:r>
                      <a:endParaRPr lang="en-US" altLang="zh-CN" sz="900" kern="1200">
                        <a:solidFill>
                          <a:srgbClr val="FF0000"/>
                        </a:solidFill>
                        <a:latin typeface="+mn-lt"/>
                        <a:ea typeface="+mn-ea"/>
                        <a:cs typeface="+mn-cs"/>
                      </a:endParaRPr>
                    </a:p>
                    <a:p>
                      <a:pPr algn="l" rtl="0" fontAlgn="t"/>
                      <a:r>
                        <a:rPr lang="en-US" sz="900" kern="1200">
                          <a:solidFill>
                            <a:srgbClr val="FF0000"/>
                          </a:solidFill>
                          <a:latin typeface="+mn-lt"/>
                          <a:ea typeface="+mn-ea"/>
                          <a:cs typeface="+mn-cs"/>
                        </a:rPr>
                        <a:t>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89%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1550813"/>
                  </a:ext>
                </a:extLst>
              </a:tr>
              <a:tr h="1101601">
                <a:tc>
                  <a:txBody>
                    <a:bodyPr/>
                    <a:lstStyle/>
                    <a:p>
                      <a:pPr algn="ctr" rtl="0" fontAlgn="t"/>
                      <a:r>
                        <a:rPr lang="en-US" sz="1050" b="1" i="0" u="none" strike="noStrike">
                          <a:solidFill>
                            <a:srgbClr val="000000"/>
                          </a:solidFill>
                          <a:effectLst/>
                          <a:latin typeface="Calibri" panose="020F0502020204030204" pitchFamily="34" charset="0"/>
                        </a:rPr>
                        <a:t> </a:t>
                      </a:r>
                    </a:p>
                    <a:p>
                      <a:pPr algn="ctr" rtl="0" fontAlgn="t"/>
                      <a:endParaRPr lang="en-US" sz="1050" b="1" i="0" u="none" strike="noStrike">
                        <a:solidFill>
                          <a:srgbClr val="000000"/>
                        </a:solidFill>
                        <a:effectLst/>
                        <a:latin typeface="Calibri" panose="020F0502020204030204" pitchFamily="34" charset="0"/>
                      </a:endParaRPr>
                    </a:p>
                    <a:p>
                      <a:pPr algn="ctr" rtl="0" fontAlgn="t"/>
                      <a:r>
                        <a:rPr lang="en-US" sz="1050" b="1" i="0" u="none" strike="noStrike">
                          <a:solidFill>
                            <a:srgbClr val="000000"/>
                          </a:solidFill>
                          <a:effectLst/>
                          <a:latin typeface="Calibri" panose="020F0502020204030204" pitchFamily="34" charset="0"/>
                        </a:rPr>
                        <a:t>H</a:t>
                      </a:r>
                      <a:r>
                        <a:rPr lang="en-US" altLang="zh-CN" sz="1050" b="1" i="0" u="none" strike="noStrike">
                          <a:solidFill>
                            <a:srgbClr val="000000"/>
                          </a:solidFill>
                          <a:effectLst/>
                          <a:latin typeface="Calibri" panose="020F0502020204030204" pitchFamily="34" charset="0"/>
                        </a:rPr>
                        <a:t>ong You(</a:t>
                      </a:r>
                      <a:r>
                        <a:rPr lang="zh-CN" altLang="en-US" sz="1050" b="1" i="0" u="none" strike="noStrike">
                          <a:solidFill>
                            <a:srgbClr val="000000"/>
                          </a:solidFill>
                          <a:effectLst/>
                          <a:latin typeface="Calibri" panose="020F0502020204030204" pitchFamily="34" charset="0"/>
                        </a:rPr>
                        <a:t>尤红）</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endParaRPr lang="en-US" sz="1050" b="1" i="0" u="none" strike="noStrike">
                        <a:solidFill>
                          <a:srgbClr val="000000"/>
                        </a:solidFill>
                        <a:effectLst/>
                        <a:latin typeface="Calibri" panose="020F0502020204030204" pitchFamily="34" charset="0"/>
                      </a:endParaRPr>
                    </a:p>
                    <a:p>
                      <a:pPr algn="ctr" rtl="0" fontAlgn="t"/>
                      <a:endParaRPr lang="en-US" sz="1050" b="1" i="0" u="none" strike="noStrike">
                        <a:solidFill>
                          <a:srgbClr val="000000"/>
                        </a:solidFill>
                        <a:effectLst/>
                        <a:latin typeface="Calibri" panose="020F0502020204030204" pitchFamily="34" charset="0"/>
                      </a:endParaRPr>
                    </a:p>
                    <a:p>
                      <a:pPr algn="ctr" rtl="0" fontAlgn="t"/>
                      <a:r>
                        <a:rPr lang="en-US" sz="1050" b="1" i="0" u="none" strike="noStrike">
                          <a:solidFill>
                            <a:srgbClr val="000000"/>
                          </a:solidFill>
                          <a:effectLst/>
                          <a:latin typeface="Calibri" panose="020F0502020204030204" pitchFamily="34" charset="0"/>
                        </a:rPr>
                        <a:t> </a:t>
                      </a:r>
                      <a:r>
                        <a:rPr lang="zh-CN" altLang="en-US" sz="1050" b="1" i="0" u="none" strike="noStrike">
                          <a:solidFill>
                            <a:srgbClr val="000000"/>
                          </a:solidFill>
                          <a:effectLst/>
                          <a:latin typeface="Calibri" panose="020F0502020204030204" pitchFamily="34" charset="0"/>
                        </a:rPr>
                        <a:t>首都医科大学附属北京友谊医院</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15%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18%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indent="-228600" algn="l" rtl="0" fontAlgn="t">
                        <a:buFont typeface="+mj-lt"/>
                        <a:buAutoNum type="arabicPeriod"/>
                      </a:pP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行政职务友谊医院副院长</a:t>
                      </a:r>
                      <a:endPar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endParaRPr>
                    </a:p>
                    <a:p>
                      <a:pPr marL="228600" indent="-228600" algn="l" rtl="0" fontAlgn="t">
                        <a:buFont typeface="+mj-lt"/>
                        <a:buAutoNum type="arabicPeriod"/>
                      </a:pP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leading PI of 1366-0021</a:t>
                      </a:r>
                    </a:p>
                    <a:p>
                      <a:pPr marL="228600" indent="-228600" algn="l" rtl="0" fontAlgn="t">
                        <a:buFont typeface="+mj-lt"/>
                        <a:buAutoNum type="arabicPeriod"/>
                      </a:pPr>
                      <a:r>
                        <a:rPr 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1404-0043</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作为参研单位筛选全国第一，筛选</a:t>
                      </a: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17</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例，入组</a:t>
                      </a: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5</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例</a:t>
                      </a:r>
                      <a:endPar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endParaRPr>
                    </a:p>
                    <a:p>
                      <a:pPr marL="228600" indent="-228600" algn="l" rtl="0" fontAlgn="t">
                        <a:buFont typeface="+mj-lt"/>
                        <a:buAutoNum type="arabicPeriod"/>
                      </a:pP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该中心是司美格鲁肽牵头单位，但尤红不是</a:t>
                      </a: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leading PI</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（贾继东）</a:t>
                      </a:r>
                      <a:endPar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endParaRPr>
                    </a:p>
                    <a:p>
                      <a:pPr marL="228600" indent="-228600" algn="l" rtl="0" fontAlgn="t">
                        <a:buFont typeface="+mj-lt"/>
                        <a:buAutoNum type="arabicPeriod"/>
                      </a:pP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PI</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积极性很高，对</a:t>
                      </a: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BI</a:t>
                      </a:r>
                      <a:r>
                        <a:rPr lang="zh-CN" altLang="en-US"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项目比较支持，拜访很配合</a:t>
                      </a:r>
                      <a:endPar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endParaRPr>
                    </a:p>
                    <a:p>
                      <a:pPr marL="0" indent="0" algn="l" rtl="0" fontAlgn="t">
                        <a:buFont typeface="+mj-lt"/>
                        <a:buNone/>
                      </a:pPr>
                      <a:r>
                        <a:rPr lang="en-US" altLang="zh-CN" sz="900" b="0" i="0" u="none" strike="noStrike" kern="1200">
                          <a:solidFill>
                            <a:schemeClr val="accent5">
                              <a:lumMod val="75000"/>
                            </a:schemeClr>
                          </a:solidFill>
                          <a:effectLst/>
                          <a:latin typeface="Arial" panose="020B0604020202020204" pitchFamily="34" charset="0"/>
                          <a:ea typeface="等线" panose="02010600030101010101" pitchFamily="2" charset="-122"/>
                          <a:cs typeface="+mn-cs"/>
                        </a:rPr>
                        <a:t>26%</a:t>
                      </a:r>
                    </a:p>
                    <a:p>
                      <a:pPr algn="ctr" rtl="0" fontAlgn="t"/>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indent="-228600" algn="l" rtl="0" fontAlgn="t">
                        <a:buAutoNum type="arabicPeriod"/>
                      </a:pPr>
                      <a:r>
                        <a:rPr lang="zh-CN" altLang="en-US" sz="900" kern="1200">
                          <a:solidFill>
                            <a:srgbClr val="FF0000"/>
                          </a:solidFill>
                          <a:latin typeface="+mn-lt"/>
                          <a:ea typeface="+mn-ea"/>
                          <a:cs typeface="+mn-cs"/>
                        </a:rPr>
                        <a:t>立项伦理可以同时进行，立项</a:t>
                      </a:r>
                      <a:r>
                        <a:rPr lang="en-US" altLang="zh-CN" sz="900" kern="1200">
                          <a:solidFill>
                            <a:srgbClr val="FF0000"/>
                          </a:solidFill>
                          <a:latin typeface="+mn-lt"/>
                          <a:ea typeface="+mn-ea"/>
                          <a:cs typeface="+mn-cs"/>
                        </a:rPr>
                        <a:t>1</a:t>
                      </a:r>
                      <a:r>
                        <a:rPr lang="zh-CN" altLang="en-US" sz="900" kern="1200">
                          <a:solidFill>
                            <a:srgbClr val="FF0000"/>
                          </a:solidFill>
                          <a:latin typeface="+mn-lt"/>
                          <a:ea typeface="+mn-ea"/>
                          <a:cs typeface="+mn-cs"/>
                        </a:rPr>
                        <a:t>周可以通过，后可以排伦理会， </a:t>
                      </a:r>
                      <a:endParaRPr lang="en-US" altLang="zh-CN" sz="900" kern="1200">
                        <a:solidFill>
                          <a:srgbClr val="FF0000"/>
                        </a:solidFill>
                        <a:latin typeface="+mn-lt"/>
                        <a:ea typeface="+mn-ea"/>
                        <a:cs typeface="+mn-cs"/>
                      </a:endParaRPr>
                    </a:p>
                    <a:p>
                      <a:pPr marL="228600" indent="-228600" algn="l" rtl="0" fontAlgn="t">
                        <a:buAutoNum type="arabicPeriod"/>
                      </a:pPr>
                      <a:r>
                        <a:rPr lang="zh-CN" altLang="en-US" sz="900" kern="1200">
                          <a:solidFill>
                            <a:srgbClr val="FF0000"/>
                          </a:solidFill>
                          <a:latin typeface="+mn-lt"/>
                          <a:ea typeface="+mn-ea"/>
                          <a:cs typeface="+mn-cs"/>
                        </a:rPr>
                        <a:t>伦理会每月</a:t>
                      </a:r>
                      <a:r>
                        <a:rPr lang="en-US" altLang="zh-CN" sz="900" kern="1200">
                          <a:solidFill>
                            <a:srgbClr val="FF0000"/>
                          </a:solidFill>
                          <a:latin typeface="+mn-lt"/>
                          <a:ea typeface="+mn-ea"/>
                          <a:cs typeface="+mn-cs"/>
                        </a:rPr>
                        <a:t>1</a:t>
                      </a:r>
                      <a:r>
                        <a:rPr lang="zh-CN" altLang="en-US" sz="900" kern="1200">
                          <a:solidFill>
                            <a:srgbClr val="FF0000"/>
                          </a:solidFill>
                          <a:latin typeface="+mn-lt"/>
                          <a:ea typeface="+mn-ea"/>
                          <a:cs typeface="+mn-cs"/>
                        </a:rPr>
                        <a:t>次， 会后</a:t>
                      </a:r>
                      <a:r>
                        <a:rPr lang="en-US" altLang="zh-CN" sz="900" kern="1200">
                          <a:solidFill>
                            <a:srgbClr val="FF0000"/>
                          </a:solidFill>
                          <a:latin typeface="+mn-lt"/>
                          <a:ea typeface="+mn-ea"/>
                          <a:cs typeface="+mn-cs"/>
                        </a:rPr>
                        <a:t>2</a:t>
                      </a:r>
                      <a:r>
                        <a:rPr lang="zh-CN" altLang="en-US" sz="900" kern="1200">
                          <a:solidFill>
                            <a:srgbClr val="FF0000"/>
                          </a:solidFill>
                          <a:latin typeface="+mn-lt"/>
                          <a:ea typeface="+mn-ea"/>
                          <a:cs typeface="+mn-cs"/>
                        </a:rPr>
                        <a:t>周出意见， 预计</a:t>
                      </a:r>
                      <a:r>
                        <a:rPr lang="en-US" altLang="zh-CN" sz="900" kern="1200">
                          <a:solidFill>
                            <a:srgbClr val="FF0000"/>
                          </a:solidFill>
                          <a:latin typeface="+mn-lt"/>
                          <a:ea typeface="+mn-ea"/>
                          <a:cs typeface="+mn-cs"/>
                        </a:rPr>
                        <a:t>2</a:t>
                      </a:r>
                      <a:r>
                        <a:rPr lang="zh-CN" altLang="en-US" sz="900" kern="1200">
                          <a:solidFill>
                            <a:srgbClr val="FF0000"/>
                          </a:solidFill>
                          <a:latin typeface="+mn-lt"/>
                          <a:ea typeface="+mn-ea"/>
                          <a:cs typeface="+mn-cs"/>
                        </a:rPr>
                        <a:t>周批件</a:t>
                      </a:r>
                      <a:endParaRPr lang="en-US" altLang="zh-CN" sz="900" kern="1200">
                        <a:solidFill>
                          <a:srgbClr val="FF0000"/>
                        </a:solidFill>
                        <a:latin typeface="+mn-lt"/>
                        <a:ea typeface="+mn-ea"/>
                        <a:cs typeface="+mn-cs"/>
                      </a:endParaRPr>
                    </a:p>
                    <a:p>
                      <a:pPr marL="228600" indent="-228600" algn="l" rtl="0" fontAlgn="t">
                        <a:buAutoNum type="arabicPeriod"/>
                      </a:pPr>
                      <a:r>
                        <a:rPr lang="zh-CN" altLang="en-US" sz="900" kern="1200">
                          <a:solidFill>
                            <a:srgbClr val="FF0000"/>
                          </a:solidFill>
                          <a:latin typeface="+mn-lt"/>
                          <a:ea typeface="+mn-ea"/>
                          <a:cs typeface="+mn-cs"/>
                        </a:rPr>
                        <a:t>合同审核</a:t>
                      </a:r>
                      <a:r>
                        <a:rPr lang="en-US" altLang="zh-CN" sz="900" kern="1200">
                          <a:solidFill>
                            <a:srgbClr val="FF0000"/>
                          </a:solidFill>
                          <a:latin typeface="+mn-lt"/>
                          <a:ea typeface="+mn-ea"/>
                          <a:cs typeface="+mn-cs"/>
                        </a:rPr>
                        <a:t>2-3</a:t>
                      </a:r>
                      <a:r>
                        <a:rPr lang="zh-CN" altLang="en-US" sz="900" kern="1200">
                          <a:solidFill>
                            <a:srgbClr val="FF0000"/>
                          </a:solidFill>
                          <a:latin typeface="+mn-lt"/>
                          <a:ea typeface="+mn-ea"/>
                          <a:cs typeface="+mn-cs"/>
                        </a:rPr>
                        <a:t>个月，如涉及探索性样本有可能不通过</a:t>
                      </a:r>
                      <a:endParaRPr lang="en-US" altLang="zh-CN" sz="900" kern="1200">
                        <a:solidFill>
                          <a:srgbClr val="FF0000"/>
                        </a:solidFill>
                        <a:latin typeface="+mn-lt"/>
                        <a:ea typeface="+mn-ea"/>
                        <a:cs typeface="+mn-cs"/>
                      </a:endParaRPr>
                    </a:p>
                    <a:p>
                      <a:pPr marL="228600" indent="-228600" algn="l" rtl="0" fontAlgn="t">
                        <a:buAutoNum type="arabicPeriod"/>
                      </a:pPr>
                      <a:r>
                        <a:rPr lang="en-US" sz="900" kern="1200">
                          <a:solidFill>
                            <a:srgbClr val="FF0000"/>
                          </a:solidFill>
                          <a:latin typeface="+mn-lt"/>
                          <a:ea typeface="+mn-ea"/>
                          <a:cs typeface="+mn-cs"/>
                        </a:rPr>
                        <a:t>HGRAC</a:t>
                      </a:r>
                      <a:r>
                        <a:rPr lang="zh-CN" altLang="en-US" sz="900" kern="1200">
                          <a:solidFill>
                            <a:srgbClr val="FF0000"/>
                          </a:solidFill>
                          <a:latin typeface="+mn-lt"/>
                          <a:ea typeface="+mn-ea"/>
                          <a:cs typeface="+mn-cs"/>
                        </a:rPr>
                        <a:t>需要伦理批件， 所有合作单位签章页，按既往经验可以先递交后补</a:t>
                      </a:r>
                      <a:endParaRPr lang="en-US" altLang="zh-CN" sz="900" kern="1200">
                        <a:solidFill>
                          <a:srgbClr val="FF0000"/>
                        </a:solidFill>
                        <a:latin typeface="+mn-lt"/>
                        <a:ea typeface="+mn-ea"/>
                        <a:cs typeface="+mn-cs"/>
                      </a:endParaRPr>
                    </a:p>
                    <a:p>
                      <a:pPr marL="228600" indent="-228600" algn="l" rtl="0" fontAlgn="t">
                        <a:buAutoNum type="arabicPeriod"/>
                      </a:pPr>
                      <a:r>
                        <a:rPr lang="zh-CN" altLang="en-US" sz="900" kern="1200">
                          <a:solidFill>
                            <a:srgbClr val="FF0000"/>
                          </a:solidFill>
                          <a:latin typeface="+mn-lt"/>
                          <a:ea typeface="+mn-ea"/>
                          <a:cs typeface="+mn-cs"/>
                        </a:rPr>
                        <a:t>样本出境（</a:t>
                      </a:r>
                      <a:r>
                        <a:rPr lang="en-US" altLang="zh-CN" sz="900" kern="1200">
                          <a:solidFill>
                            <a:srgbClr val="FF0000"/>
                          </a:solidFill>
                          <a:latin typeface="+mn-lt"/>
                          <a:ea typeface="+mn-ea"/>
                          <a:cs typeface="+mn-cs"/>
                        </a:rPr>
                        <a:t>1366-0021</a:t>
                      </a:r>
                      <a:r>
                        <a:rPr lang="zh-CN" altLang="en-US" sz="900" kern="1200">
                          <a:solidFill>
                            <a:srgbClr val="FF0000"/>
                          </a:solidFill>
                          <a:latin typeface="+mn-lt"/>
                          <a:ea typeface="+mn-ea"/>
                          <a:cs typeface="+mn-cs"/>
                        </a:rPr>
                        <a:t>），较其他中心快些</a:t>
                      </a:r>
                      <a:endParaRPr lang="en-US" altLang="zh-CN" sz="900" kern="1200">
                        <a:solidFill>
                          <a:srgbClr val="FF0000"/>
                        </a:solidFill>
                        <a:latin typeface="+mn-lt"/>
                        <a:ea typeface="+mn-ea"/>
                        <a:cs typeface="+mn-cs"/>
                      </a:endParaRPr>
                    </a:p>
                    <a:p>
                      <a:pPr marL="228600" indent="-228600" algn="l" rtl="0" fontAlgn="t">
                        <a:buAutoNum type="arabicPeriod"/>
                      </a:pPr>
                      <a:r>
                        <a:rPr lang="zh-CN" altLang="en-US" sz="900" kern="1200">
                          <a:solidFill>
                            <a:srgbClr val="FF0000"/>
                          </a:solidFill>
                          <a:latin typeface="+mn-lt"/>
                          <a:ea typeface="+mn-ea"/>
                          <a:cs typeface="+mn-cs"/>
                        </a:rPr>
                        <a:t>立项到启动大概</a:t>
                      </a:r>
                      <a:r>
                        <a:rPr lang="en-US" altLang="zh-CN" sz="900" kern="1200">
                          <a:solidFill>
                            <a:srgbClr val="FF0000"/>
                          </a:solidFill>
                          <a:latin typeface="+mn-lt"/>
                          <a:ea typeface="+mn-ea"/>
                          <a:cs typeface="+mn-cs"/>
                        </a:rPr>
                        <a:t>4-5</a:t>
                      </a:r>
                      <a:r>
                        <a:rPr lang="zh-CN" altLang="en-US" sz="900" kern="1200">
                          <a:solidFill>
                            <a:srgbClr val="FF0000"/>
                          </a:solidFill>
                          <a:latin typeface="+mn-lt"/>
                          <a:ea typeface="+mn-ea"/>
                          <a:cs typeface="+mn-cs"/>
                        </a:rPr>
                        <a:t>个月</a:t>
                      </a:r>
                      <a:endParaRPr lang="en-US" altLang="zh-CN" sz="900" kern="1200">
                        <a:solidFill>
                          <a:srgbClr val="FF0000"/>
                        </a:solidFill>
                        <a:latin typeface="+mn-lt"/>
                        <a:ea typeface="+mn-ea"/>
                        <a:cs typeface="+mn-cs"/>
                      </a:endParaRPr>
                    </a:p>
                    <a:p>
                      <a:pPr marL="0" indent="0" algn="l" rtl="0" fontAlgn="t">
                        <a:buNone/>
                      </a:pPr>
                      <a:r>
                        <a:rPr lang="zh-CN" altLang="en-US" sz="900" kern="1200">
                          <a:solidFill>
                            <a:srgbClr val="FF0000"/>
                          </a:solidFill>
                          <a:latin typeface="+mn-lt"/>
                          <a:ea typeface="+mn-ea"/>
                          <a:cs typeface="+mn-cs"/>
                        </a:rPr>
                        <a:t>劣势： 探索性样本协议目前依然不确定</a:t>
                      </a:r>
                      <a:endParaRPr lang="en-US" altLang="zh-CN" sz="900" kern="1200">
                        <a:solidFill>
                          <a:srgbClr val="FF0000"/>
                        </a:solidFill>
                        <a:latin typeface="+mn-lt"/>
                        <a:ea typeface="+mn-ea"/>
                        <a:cs typeface="+mn-cs"/>
                      </a:endParaRPr>
                    </a:p>
                    <a:p>
                      <a:pPr marL="0" indent="0" algn="l" rtl="0" fontAlgn="t">
                        <a:buNone/>
                      </a:pPr>
                      <a:r>
                        <a:rPr lang="en-US" altLang="zh-CN" sz="900" kern="1200">
                          <a:solidFill>
                            <a:srgbClr val="FF0000"/>
                          </a:solidFill>
                          <a:latin typeface="+mn-lt"/>
                          <a:ea typeface="+mn-ea"/>
                          <a:cs typeface="+mn-cs"/>
                        </a:rPr>
                        <a:t>27%</a:t>
                      </a:r>
                    </a:p>
                    <a:p>
                      <a:pPr marL="228600" indent="-228600" algn="ctr" rtl="0" fontAlgn="t">
                        <a:buAutoNum type="arabicPeriod"/>
                      </a:pPr>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176536"/>
                  </a:ext>
                </a:extLst>
              </a:tr>
            </a:tbl>
          </a:graphicData>
        </a:graphic>
      </p:graphicFrame>
      <p:sp>
        <p:nvSpPr>
          <p:cNvPr id="7" name="文本框 6">
            <a:extLst>
              <a:ext uri="{FF2B5EF4-FFF2-40B4-BE49-F238E27FC236}">
                <a16:creationId xmlns:a16="http://schemas.microsoft.com/office/drawing/2014/main" id="{8A5D0F91-C82F-B114-233B-E40B9053BFB6}"/>
              </a:ext>
            </a:extLst>
          </p:cNvPr>
          <p:cNvSpPr txBox="1"/>
          <p:nvPr/>
        </p:nvSpPr>
        <p:spPr bwMode="gray">
          <a:xfrm>
            <a:off x="1954463" y="6092947"/>
            <a:ext cx="1073213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E47C">
                    <a:lumMod val="75000"/>
                  </a:srgbClr>
                </a:solidFill>
                <a:effectLst/>
                <a:uLnTx/>
                <a:uFillTx/>
                <a:latin typeface="Boehringer Forward Text"/>
                <a:ea typeface="+mn-ea"/>
                <a:cs typeface="+mn-cs"/>
              </a:rPr>
              <a:t>*  The discussion should be done before formal contact investigators/experts at early stage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E47C">
                    <a:lumMod val="75000"/>
                  </a:srgbClr>
                </a:solidFill>
                <a:effectLst/>
                <a:uLnTx/>
                <a:uFillTx/>
                <a:latin typeface="Boehringer Forward Text"/>
                <a:ea typeface="+mn-ea"/>
                <a:cs typeface="+mn-cs"/>
              </a:rPr>
              <a:t>** The final score would be a reference and base for team’s discussion.  CD&amp;O makes final decision of leading PI.  The dispute from CDMA can be escalated to PEC for final decision. </a:t>
            </a:r>
          </a:p>
        </p:txBody>
      </p:sp>
      <p:sp>
        <p:nvSpPr>
          <p:cNvPr id="4" name="动作按钮: 上一张 3">
            <a:hlinkClick r:id="" action="ppaction://noaction" highlightClick="1"/>
            <a:extLst>
              <a:ext uri="{FF2B5EF4-FFF2-40B4-BE49-F238E27FC236}">
                <a16:creationId xmlns:a16="http://schemas.microsoft.com/office/drawing/2014/main" id="{2BA6DD42-B6AC-FD22-B90A-1C55A8184C5F}"/>
              </a:ext>
            </a:extLst>
          </p:cNvPr>
          <p:cNvSpPr/>
          <p:nvPr/>
        </p:nvSpPr>
        <p:spPr bwMode="gray">
          <a:xfrm>
            <a:off x="11712575" y="6533965"/>
            <a:ext cx="263402" cy="230819"/>
          </a:xfrm>
          <a:prstGeom prst="actionButtonReturn">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656350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C8909-83E8-B254-5052-127F06A0A2D1}"/>
              </a:ext>
            </a:extLst>
          </p:cNvPr>
          <p:cNvSpPr>
            <a:spLocks noGrp="1"/>
          </p:cNvSpPr>
          <p:nvPr>
            <p:ph type="title"/>
          </p:nvPr>
        </p:nvSpPr>
        <p:spPr>
          <a:xfrm>
            <a:off x="479425" y="263067"/>
            <a:ext cx="11233151" cy="720000"/>
          </a:xfrm>
        </p:spPr>
        <p:txBody>
          <a:bodyPr/>
          <a:lstStyle/>
          <a:p>
            <a:r>
              <a:rPr lang="en-US" altLang="zh-CN" b="1">
                <a:solidFill>
                  <a:schemeClr val="accent2">
                    <a:lumMod val="75000"/>
                  </a:schemeClr>
                </a:solidFill>
              </a:rPr>
              <a:t>Key item about leading PI discussion*</a:t>
            </a:r>
            <a:endParaRPr lang="zh-CN" altLang="en-US">
              <a:solidFill>
                <a:schemeClr val="accent2">
                  <a:lumMod val="75000"/>
                </a:schemeClr>
              </a:solidFill>
            </a:endParaRPr>
          </a:p>
        </p:txBody>
      </p:sp>
      <p:sp>
        <p:nvSpPr>
          <p:cNvPr id="5" name="页脚占位符 4">
            <a:extLst>
              <a:ext uri="{FF2B5EF4-FFF2-40B4-BE49-F238E27FC236}">
                <a16:creationId xmlns:a16="http://schemas.microsoft.com/office/drawing/2014/main" id="{729FF08E-5A0E-6B87-A25C-19B7225E32F8}"/>
              </a:ext>
            </a:extLst>
          </p:cNvPr>
          <p:cNvSpPr>
            <a:spLocks noGrp="1"/>
          </p:cNvSpPr>
          <p:nvPr>
            <p:ph type="ftr" sz="quarter" idx="14"/>
          </p:nvPr>
        </p:nvSpPr>
        <p:spPr>
          <a:xfrm>
            <a:off x="6384032"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D243F15E-B0D9-0E98-AC69-9E98AFCB074B}"/>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prstClr val="white"/>
              </a:solidFill>
              <a:effectLst/>
              <a:uLnTx/>
              <a:uFillTx/>
              <a:latin typeface="Boehringer Forward Text"/>
              <a:ea typeface="+mn-ea"/>
              <a:cs typeface="+mn-cs"/>
            </a:endParaRPr>
          </a:p>
        </p:txBody>
      </p:sp>
      <p:graphicFrame>
        <p:nvGraphicFramePr>
          <p:cNvPr id="3" name="Table 7">
            <a:extLst>
              <a:ext uri="{FF2B5EF4-FFF2-40B4-BE49-F238E27FC236}">
                <a16:creationId xmlns:a16="http://schemas.microsoft.com/office/drawing/2014/main" id="{69EF207F-E5A5-A294-C6F3-6B66E5D03E59}"/>
              </a:ext>
            </a:extLst>
          </p:cNvPr>
          <p:cNvGraphicFramePr>
            <a:graphicFrameLocks noGrp="1"/>
          </p:cNvGraphicFramePr>
          <p:nvPr/>
        </p:nvGraphicFramePr>
        <p:xfrm>
          <a:off x="479424" y="845267"/>
          <a:ext cx="10828666" cy="5103495"/>
        </p:xfrm>
        <a:graphic>
          <a:graphicData uri="http://schemas.openxmlformats.org/drawingml/2006/table">
            <a:tbl>
              <a:tblPr/>
              <a:tblGrid>
                <a:gridCol w="1138119">
                  <a:extLst>
                    <a:ext uri="{9D8B030D-6E8A-4147-A177-3AD203B41FA5}">
                      <a16:colId xmlns:a16="http://schemas.microsoft.com/office/drawing/2014/main" val="3487906960"/>
                    </a:ext>
                  </a:extLst>
                </a:gridCol>
                <a:gridCol w="2056720">
                  <a:extLst>
                    <a:ext uri="{9D8B030D-6E8A-4147-A177-3AD203B41FA5}">
                      <a16:colId xmlns:a16="http://schemas.microsoft.com/office/drawing/2014/main" val="1297868549"/>
                    </a:ext>
                  </a:extLst>
                </a:gridCol>
                <a:gridCol w="1484860">
                  <a:extLst>
                    <a:ext uri="{9D8B030D-6E8A-4147-A177-3AD203B41FA5}">
                      <a16:colId xmlns:a16="http://schemas.microsoft.com/office/drawing/2014/main" val="3048021620"/>
                    </a:ext>
                  </a:extLst>
                </a:gridCol>
                <a:gridCol w="1373488">
                  <a:extLst>
                    <a:ext uri="{9D8B030D-6E8A-4147-A177-3AD203B41FA5}">
                      <a16:colId xmlns:a16="http://schemas.microsoft.com/office/drawing/2014/main" val="4232741382"/>
                    </a:ext>
                  </a:extLst>
                </a:gridCol>
                <a:gridCol w="1623126">
                  <a:extLst>
                    <a:ext uri="{9D8B030D-6E8A-4147-A177-3AD203B41FA5}">
                      <a16:colId xmlns:a16="http://schemas.microsoft.com/office/drawing/2014/main" val="2567549892"/>
                    </a:ext>
                  </a:extLst>
                </a:gridCol>
                <a:gridCol w="2285840">
                  <a:extLst>
                    <a:ext uri="{9D8B030D-6E8A-4147-A177-3AD203B41FA5}">
                      <a16:colId xmlns:a16="http://schemas.microsoft.com/office/drawing/2014/main" val="3054250715"/>
                    </a:ext>
                  </a:extLst>
                </a:gridCol>
                <a:gridCol w="866513">
                  <a:extLst>
                    <a:ext uri="{9D8B030D-6E8A-4147-A177-3AD203B41FA5}">
                      <a16:colId xmlns:a16="http://schemas.microsoft.com/office/drawing/2014/main" val="3134179571"/>
                    </a:ext>
                  </a:extLst>
                </a:gridCol>
              </a:tblGrid>
              <a:tr h="801006">
                <a:tc>
                  <a:txBody>
                    <a:bodyPr/>
                    <a:lstStyle/>
                    <a:p>
                      <a:pPr algn="l" rtl="0" fontAlgn="t"/>
                      <a:r>
                        <a:rPr lang="en-US" sz="1200" b="1" i="0" u="none" strike="noStrike">
                          <a:solidFill>
                            <a:srgbClr val="000000"/>
                          </a:solidFill>
                          <a:effectLst/>
                          <a:latin typeface="+mn-ea"/>
                          <a:ea typeface="+mn-ea"/>
                        </a:rPr>
                        <a:t>Potential investigator name</a:t>
                      </a:r>
                      <a:r>
                        <a:rPr lang="en-US" sz="1200" b="1" i="0" u="none" strike="noStrike">
                          <a:solidFill>
                            <a:schemeClr val="accent1"/>
                          </a:solidFill>
                          <a:effectLst/>
                          <a:latin typeface="+mn-ea"/>
                          <a:ea typeface="+mn-ea"/>
                        </a:rPr>
                        <a: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Hospital/</a:t>
                      </a:r>
                    </a:p>
                    <a:p>
                      <a:pPr algn="l" rtl="0" fontAlgn="t"/>
                      <a:r>
                        <a:rPr lang="en-US" sz="1200" b="1" i="0" u="none" strike="noStrike">
                          <a:solidFill>
                            <a:srgbClr val="000000"/>
                          </a:solidFill>
                          <a:effectLst/>
                          <a:latin typeface="+mn-ea"/>
                          <a:ea typeface="+mn-ea"/>
                        </a:rPr>
                        <a:t>department</a:t>
                      </a:r>
                      <a:r>
                        <a:rPr lang="en-US" sz="1200" b="1" i="0" u="none" strike="noStrike">
                          <a:solidFill>
                            <a:schemeClr val="accent1"/>
                          </a:solidFill>
                          <a:effectLst/>
                          <a:latin typeface="+mn-ea"/>
                          <a:ea typeface="+mn-ea"/>
                        </a:rPr>
                        <a: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Academic experience, especially in clinical studies(weight 15%**)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Impact in Therapeutic Area (weight 20%**)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Leading PI  feasibility(weight 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Leading site start up timeline feasibility(weight 35%**)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rtl="0" fontAlgn="t"/>
                      <a:r>
                        <a:rPr lang="en-US" sz="1200" b="1" i="0" u="none" strike="noStrike">
                          <a:solidFill>
                            <a:srgbClr val="000000"/>
                          </a:solidFill>
                          <a:effectLst/>
                          <a:latin typeface="+mn-ea"/>
                          <a:ea typeface="+mn-ea"/>
                        </a:rPr>
                        <a:t>Finial proposal for leading PI selection (Y/N)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823203632"/>
                  </a:ext>
                </a:extLst>
              </a:tr>
              <a:tr h="727016">
                <a:tc>
                  <a:txBody>
                    <a:bodyPr/>
                    <a:lstStyle/>
                    <a:p>
                      <a:pPr algn="ctr" rtl="0" fontAlgn="t"/>
                      <a:r>
                        <a:rPr lang="en-US" sz="1050" b="1" i="0" u="none" strike="noStrike">
                          <a:solidFill>
                            <a:srgbClr val="000000"/>
                          </a:solidFill>
                          <a:effectLst/>
                          <a:latin typeface="Calibri" panose="020F0502020204030204" pitchFamily="34" charset="0"/>
                        </a:rPr>
                        <a:t> </a:t>
                      </a:r>
                    </a:p>
                    <a:p>
                      <a:pPr algn="ctr" rtl="0" fontAlgn="t"/>
                      <a:endParaRPr lang="en-US" sz="1050" b="1" i="0" u="none" strike="noStrike">
                        <a:solidFill>
                          <a:srgbClr val="000000"/>
                        </a:solidFill>
                        <a:effectLst/>
                        <a:latin typeface="Calibri" panose="020F0502020204030204" pitchFamily="34" charset="0"/>
                      </a:endParaRPr>
                    </a:p>
                    <a:p>
                      <a:pPr algn="ctr" rtl="0" fontAlgn="t"/>
                      <a:r>
                        <a:rPr lang="en-US" sz="1050" b="1" i="0" u="none" strike="noStrike" err="1">
                          <a:solidFill>
                            <a:srgbClr val="000000"/>
                          </a:solidFill>
                          <a:effectLst/>
                          <a:latin typeface="Calibri" panose="020F0502020204030204" pitchFamily="34" charset="0"/>
                        </a:rPr>
                        <a:t>J</a:t>
                      </a:r>
                      <a:r>
                        <a:rPr lang="en-US" altLang="zh-CN" sz="1050" b="1" i="0" u="none" strike="noStrike" err="1">
                          <a:solidFill>
                            <a:srgbClr val="000000"/>
                          </a:solidFill>
                          <a:effectLst/>
                          <a:latin typeface="Calibri" panose="020F0502020204030204" pitchFamily="34" charset="0"/>
                        </a:rPr>
                        <a:t>inlin</a:t>
                      </a:r>
                      <a:r>
                        <a:rPr lang="en-US" altLang="zh-CN" sz="1050" b="1" i="0" u="none" strike="noStrike">
                          <a:solidFill>
                            <a:srgbClr val="000000"/>
                          </a:solidFill>
                          <a:effectLst/>
                          <a:latin typeface="Calibri" panose="020F0502020204030204" pitchFamily="34" charset="0"/>
                        </a:rPr>
                        <a:t> Hou(</a:t>
                      </a:r>
                      <a:r>
                        <a:rPr lang="zh-CN" altLang="en-US" sz="1050" b="1" i="0" u="none" strike="noStrike">
                          <a:solidFill>
                            <a:srgbClr val="000000"/>
                          </a:solidFill>
                          <a:effectLst/>
                          <a:latin typeface="Calibri" panose="020F0502020204030204" pitchFamily="34" charset="0"/>
                        </a:rPr>
                        <a:t>侯金林）</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1050" b="1" i="0" u="none" strike="noStrike">
                          <a:solidFill>
                            <a:srgbClr val="000000"/>
                          </a:solidFill>
                          <a:effectLst/>
                          <a:latin typeface="Calibri" panose="020F0502020204030204" pitchFamily="34" charset="0"/>
                        </a:rPr>
                        <a:t> </a:t>
                      </a:r>
                    </a:p>
                    <a:p>
                      <a:pPr algn="ctr" rtl="0" fontAlgn="t"/>
                      <a:endParaRPr lang="en-US" altLang="zh-CN" sz="1050" b="1" i="0" u="none" strike="noStrike">
                        <a:solidFill>
                          <a:srgbClr val="000000"/>
                        </a:solidFill>
                        <a:effectLst/>
                        <a:latin typeface="Calibri" panose="020F0502020204030204" pitchFamily="34" charset="0"/>
                      </a:endParaRPr>
                    </a:p>
                    <a:p>
                      <a:pPr algn="ctr" rtl="0" fontAlgn="t"/>
                      <a:r>
                        <a:rPr lang="zh-CN" altLang="en-US" sz="1050" b="1" i="0" u="none" strike="noStrike">
                          <a:solidFill>
                            <a:srgbClr val="000000"/>
                          </a:solidFill>
                          <a:effectLst/>
                          <a:latin typeface="Calibri" panose="020F0502020204030204" pitchFamily="34" charset="0"/>
                        </a:rPr>
                        <a:t>南方医科大学南方医院</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13%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 17%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indent="-228600" algn="l" rtl="0" fontAlgn="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行政职务南方医院肝病中心主任</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AutoNum type="arabicPeriod"/>
                      </a:pPr>
                      <a:r>
                        <a:rPr kumimoji="0" lang="en-US" altLang="zh-CN" sz="900" b="0" i="0" u="none" strike="noStrike" kern="1200" cap="none" spc="0" normalizeH="0" baseline="0">
                          <a:ln>
                            <a:noFill/>
                          </a:ln>
                          <a:solidFill>
                            <a:srgbClr val="FF0000"/>
                          </a:solidFill>
                          <a:effectLst/>
                          <a:uLnTx/>
                          <a:uFillTx/>
                          <a:latin typeface="+mn-lt"/>
                          <a:ea typeface="+mn-ea"/>
                          <a:cs typeface="+mn-cs"/>
                        </a:rPr>
                        <a:t>Leading PI of 1366-0055, </a:t>
                      </a:r>
                      <a:r>
                        <a:rPr kumimoji="0" lang="zh-CN" altLang="en-US" sz="900" b="0" i="0" u="none" strike="noStrike" kern="1200" cap="none" spc="0" normalizeH="0" baseline="0">
                          <a:ln>
                            <a:noFill/>
                          </a:ln>
                          <a:solidFill>
                            <a:srgbClr val="FF0000"/>
                          </a:solidFill>
                          <a:effectLst/>
                          <a:uLnTx/>
                          <a:uFillTx/>
                          <a:latin typeface="+mn-lt"/>
                          <a:ea typeface="+mn-ea"/>
                          <a:cs typeface="+mn-cs"/>
                        </a:rPr>
                        <a:t>在</a:t>
                      </a:r>
                      <a:r>
                        <a:rPr kumimoji="0" lang="en-US" altLang="zh-CN" sz="900" b="0" i="0" u="none" strike="noStrike" kern="1200" cap="none" spc="0" normalizeH="0" baseline="0">
                          <a:ln>
                            <a:noFill/>
                          </a:ln>
                          <a:solidFill>
                            <a:srgbClr val="FF0000"/>
                          </a:solidFill>
                          <a:effectLst/>
                          <a:uLnTx/>
                          <a:uFillTx/>
                          <a:latin typeface="+mn-lt"/>
                          <a:ea typeface="+mn-ea"/>
                          <a:cs typeface="+mn-cs"/>
                        </a:rPr>
                        <a:t>1404-0043</a:t>
                      </a:r>
                      <a:r>
                        <a:rPr kumimoji="0" lang="zh-CN" altLang="en-US" sz="900" b="0" i="0" u="none" strike="noStrike" kern="1200" cap="none" spc="0" normalizeH="0" baseline="0">
                          <a:ln>
                            <a:noFill/>
                          </a:ln>
                          <a:solidFill>
                            <a:srgbClr val="FF0000"/>
                          </a:solidFill>
                          <a:effectLst/>
                          <a:uLnTx/>
                          <a:uFillTx/>
                          <a:latin typeface="+mn-lt"/>
                          <a:ea typeface="+mn-ea"/>
                          <a:cs typeface="+mn-cs"/>
                        </a:rPr>
                        <a:t>中筛选</a:t>
                      </a:r>
                      <a:r>
                        <a:rPr kumimoji="0" lang="en-US" altLang="zh-CN" sz="900" b="0" i="0" u="none" strike="noStrike" kern="1200" cap="none" spc="0" normalizeH="0" baseline="0">
                          <a:ln>
                            <a:noFill/>
                          </a:ln>
                          <a:solidFill>
                            <a:srgbClr val="FF0000"/>
                          </a:solidFill>
                          <a:effectLst/>
                          <a:uLnTx/>
                          <a:uFillTx/>
                          <a:latin typeface="+mn-lt"/>
                          <a:ea typeface="+mn-ea"/>
                          <a:cs typeface="+mn-cs"/>
                        </a:rPr>
                        <a:t>8</a:t>
                      </a:r>
                      <a:r>
                        <a:rPr kumimoji="0" lang="zh-CN" altLang="en-US" sz="900" b="0" i="0" u="none" strike="noStrike" kern="1200" cap="none" spc="0" normalizeH="0" baseline="0">
                          <a:ln>
                            <a:noFill/>
                          </a:ln>
                          <a:solidFill>
                            <a:srgbClr val="FF0000"/>
                          </a:solidFill>
                          <a:effectLst/>
                          <a:uLnTx/>
                          <a:uFillTx/>
                          <a:latin typeface="+mn-lt"/>
                          <a:ea typeface="+mn-ea"/>
                          <a:cs typeface="+mn-cs"/>
                        </a:rPr>
                        <a:t>例，入组</a:t>
                      </a:r>
                      <a:r>
                        <a:rPr kumimoji="0" lang="en-US" altLang="zh-CN" sz="900" b="0" i="0" u="none" strike="noStrike" kern="1200" cap="none" spc="0" normalizeH="0" baseline="0">
                          <a:ln>
                            <a:noFill/>
                          </a:ln>
                          <a:solidFill>
                            <a:srgbClr val="FF0000"/>
                          </a:solidFill>
                          <a:effectLst/>
                          <a:uLnTx/>
                          <a:uFillTx/>
                          <a:latin typeface="+mn-lt"/>
                          <a:ea typeface="+mn-ea"/>
                          <a:cs typeface="+mn-cs"/>
                        </a:rPr>
                        <a:t>1</a:t>
                      </a:r>
                      <a:r>
                        <a:rPr kumimoji="0" lang="zh-CN" altLang="en-US" sz="900" b="0" i="0" u="none" strike="noStrike" kern="1200" cap="none" spc="0" normalizeH="0" baseline="0">
                          <a:ln>
                            <a:noFill/>
                          </a:ln>
                          <a:solidFill>
                            <a:srgbClr val="FF0000"/>
                          </a:solidFill>
                          <a:effectLst/>
                          <a:uLnTx/>
                          <a:uFillTx/>
                          <a:latin typeface="+mn-lt"/>
                          <a:ea typeface="+mn-ea"/>
                          <a:cs typeface="+mn-cs"/>
                        </a:rPr>
                        <a:t>例</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AutoNum type="arabicPeriod"/>
                      </a:pPr>
                      <a:r>
                        <a:rPr kumimoji="0" lang="en-US" sz="900" b="0" i="0" u="none" strike="noStrike" kern="1200" cap="none" spc="0" normalizeH="0" baseline="0">
                          <a:ln>
                            <a:noFill/>
                          </a:ln>
                          <a:solidFill>
                            <a:srgbClr val="FF0000"/>
                          </a:solidFill>
                          <a:effectLst/>
                          <a:uLnTx/>
                          <a:uFillTx/>
                          <a:latin typeface="+mn-lt"/>
                          <a:ea typeface="+mn-ea"/>
                          <a:cs typeface="+mn-cs"/>
                        </a:rPr>
                        <a:t>PI</a:t>
                      </a:r>
                      <a:r>
                        <a:rPr kumimoji="0" lang="zh-CN" altLang="en-US" sz="900" b="0" i="0" u="none" strike="noStrike" kern="1200" cap="none" spc="0" normalizeH="0" baseline="0">
                          <a:ln>
                            <a:noFill/>
                          </a:ln>
                          <a:solidFill>
                            <a:srgbClr val="FF0000"/>
                          </a:solidFill>
                          <a:effectLst/>
                          <a:uLnTx/>
                          <a:uFillTx/>
                          <a:latin typeface="+mn-lt"/>
                          <a:ea typeface="+mn-ea"/>
                          <a:cs typeface="+mn-cs"/>
                        </a:rPr>
                        <a:t>积极性比较高</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Tx/>
                        <a:buAutoNum type="arabicPeriod"/>
                        <a:tabLst/>
                        <a:defRPr/>
                      </a:pPr>
                      <a:r>
                        <a:rPr kumimoji="0" lang="zh-CN" altLang="en-US" sz="900" b="0" i="0" u="none" strike="noStrike" kern="1200" cap="none" spc="0" normalizeH="0" baseline="0">
                          <a:ln>
                            <a:noFill/>
                          </a:ln>
                          <a:solidFill>
                            <a:srgbClr val="FF0000"/>
                          </a:solidFill>
                          <a:effectLst/>
                          <a:uLnTx/>
                          <a:uFillTx/>
                          <a:latin typeface="+mn-lt"/>
                          <a:ea typeface="+mn-ea"/>
                          <a:cs typeface="+mn-cs"/>
                        </a:rPr>
                        <a:t>正在参研司美格鲁肽 </a:t>
                      </a:r>
                      <a:r>
                        <a:rPr kumimoji="0" lang="en-US" altLang="zh-CN" sz="900" b="0" i="0" u="none" strike="noStrike" kern="1200" cap="none" spc="0" normalizeH="0" baseline="0">
                          <a:ln>
                            <a:noFill/>
                          </a:ln>
                          <a:solidFill>
                            <a:srgbClr val="FF0000"/>
                          </a:solidFill>
                          <a:effectLst/>
                          <a:uLnTx/>
                          <a:uFillTx/>
                          <a:latin typeface="+mn-lt"/>
                          <a:ea typeface="+mn-ea"/>
                          <a:cs typeface="+mn-cs"/>
                        </a:rPr>
                        <a:t>3</a:t>
                      </a:r>
                      <a:r>
                        <a:rPr kumimoji="0" lang="zh-CN" altLang="en-US" sz="900" b="0" i="0" u="none" strike="noStrike" kern="1200" cap="none" spc="0" normalizeH="0" baseline="0">
                          <a:ln>
                            <a:noFill/>
                          </a:ln>
                          <a:solidFill>
                            <a:srgbClr val="FF0000"/>
                          </a:solidFill>
                          <a:effectLst/>
                          <a:uLnTx/>
                          <a:uFillTx/>
                          <a:latin typeface="+mn-lt"/>
                          <a:ea typeface="+mn-ea"/>
                          <a:cs typeface="+mn-cs"/>
                        </a:rPr>
                        <a:t>期</a:t>
                      </a:r>
                      <a:r>
                        <a:rPr kumimoji="0" lang="en-US" altLang="zh-CN" sz="900" b="0" i="0" u="none" strike="noStrike" kern="1200" cap="none" spc="0" normalizeH="0" baseline="0">
                          <a:ln>
                            <a:noFill/>
                          </a:ln>
                          <a:solidFill>
                            <a:srgbClr val="FF0000"/>
                          </a:solidFill>
                          <a:effectLst/>
                          <a:uLnTx/>
                          <a:uFillTx/>
                          <a:latin typeface="+mn-lt"/>
                          <a:ea typeface="+mn-ea"/>
                          <a:cs typeface="+mn-cs"/>
                        </a:rPr>
                        <a:t>MASH</a:t>
                      </a:r>
                      <a:r>
                        <a:rPr kumimoji="0" lang="zh-CN" altLang="en-US" sz="900" b="0" i="0" u="none" strike="noStrike" kern="1200" cap="none" spc="0" normalizeH="0" baseline="0">
                          <a:ln>
                            <a:noFill/>
                          </a:ln>
                          <a:solidFill>
                            <a:srgbClr val="FF0000"/>
                          </a:solidFill>
                          <a:effectLst/>
                          <a:uLnTx/>
                          <a:uFillTx/>
                          <a:latin typeface="+mn-lt"/>
                          <a:ea typeface="+mn-ea"/>
                          <a:cs typeface="+mn-cs"/>
                        </a:rPr>
                        <a:t>试验</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a:ln>
                            <a:noFill/>
                          </a:ln>
                          <a:solidFill>
                            <a:srgbClr val="FF0000"/>
                          </a:solidFill>
                          <a:effectLst/>
                          <a:uLnTx/>
                          <a:uFillTx/>
                          <a:latin typeface="+mn-lt"/>
                          <a:ea typeface="+mn-ea"/>
                          <a:cs typeface="+mn-cs"/>
                        </a:rPr>
                        <a:t>23%</a:t>
                      </a:r>
                    </a:p>
                    <a:p>
                      <a:pPr marL="228600" indent="-228600" algn="ctr" rtl="0" fontAlgn="t">
                        <a:buAutoNum type="arabicPeriod"/>
                      </a:pPr>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立项有立项评估会，时间不定，机构老师不容易联系到， 快的话立项</a:t>
                      </a:r>
                      <a:r>
                        <a:rPr kumimoji="0" lang="en-US" altLang="zh-CN" sz="900" b="0" i="0" u="none" strike="noStrike" kern="1200" cap="none" spc="0" normalizeH="0" baseline="0" noProof="0">
                          <a:ln>
                            <a:noFill/>
                          </a:ln>
                          <a:solidFill>
                            <a:srgbClr val="FF0000"/>
                          </a:solidFill>
                          <a:effectLst/>
                          <a:uLnTx/>
                          <a:uFillTx/>
                          <a:latin typeface="+mn-lt"/>
                          <a:ea typeface="+mn-ea"/>
                          <a:cs typeface="+mn-cs"/>
                        </a:rPr>
                        <a:t>2</a:t>
                      </a:r>
                      <a:r>
                        <a:rPr kumimoji="0" lang="zh-CN" altLang="en-US" sz="900" b="0" i="0" u="none" strike="noStrike" kern="1200" cap="none" spc="0" normalizeH="0" baseline="0" noProof="0">
                          <a:ln>
                            <a:noFill/>
                          </a:ln>
                          <a:solidFill>
                            <a:srgbClr val="FF0000"/>
                          </a:solidFill>
                          <a:effectLst/>
                          <a:uLnTx/>
                          <a:uFillTx/>
                          <a:latin typeface="+mn-lt"/>
                          <a:ea typeface="+mn-ea"/>
                          <a:cs typeface="+mn-cs"/>
                        </a:rPr>
                        <a:t>周就可以完成，慢的话大概需要</a:t>
                      </a:r>
                      <a:r>
                        <a:rPr kumimoji="0" lang="en-US" altLang="zh-CN" sz="900" b="0" i="0" u="none" strike="noStrike" kern="1200" cap="none" spc="0" normalizeH="0" baseline="0" noProof="0">
                          <a:ln>
                            <a:noFill/>
                          </a:ln>
                          <a:solidFill>
                            <a:srgbClr val="FF0000"/>
                          </a:solidFill>
                          <a:effectLst/>
                          <a:uLnTx/>
                          <a:uFillTx/>
                          <a:latin typeface="+mn-lt"/>
                          <a:ea typeface="+mn-ea"/>
                          <a:cs typeface="+mn-cs"/>
                        </a:rPr>
                        <a:t>3</a:t>
                      </a:r>
                      <a:r>
                        <a:rPr kumimoji="0" lang="zh-CN" altLang="en-US" sz="900" b="0" i="0" u="none" strike="noStrike" kern="1200" cap="none" spc="0" normalizeH="0" baseline="0" noProof="0">
                          <a:ln>
                            <a:noFill/>
                          </a:ln>
                          <a:solidFill>
                            <a:srgbClr val="FF0000"/>
                          </a:solidFill>
                          <a:effectLst/>
                          <a:uLnTx/>
                          <a:uFillTx/>
                          <a:latin typeface="+mn-lt"/>
                          <a:ea typeface="+mn-ea"/>
                          <a:cs typeface="+mn-cs"/>
                        </a:rPr>
                        <a:t>个月，</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作为组长单位可以加速；</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立项完之后可以审合同，合同审阅</a:t>
                      </a:r>
                      <a:r>
                        <a:rPr kumimoji="0" lang="en-US" altLang="zh-CN" sz="900" b="0" i="0" u="none" strike="noStrike" kern="1200" cap="none" spc="0" normalizeH="0" baseline="0" noProof="0">
                          <a:ln>
                            <a:noFill/>
                          </a:ln>
                          <a:solidFill>
                            <a:srgbClr val="FF0000"/>
                          </a:solidFill>
                          <a:effectLst/>
                          <a:uLnTx/>
                          <a:uFillTx/>
                          <a:latin typeface="+mn-lt"/>
                          <a:ea typeface="+mn-ea"/>
                          <a:cs typeface="+mn-cs"/>
                        </a:rPr>
                        <a:t>2</a:t>
                      </a:r>
                      <a:r>
                        <a:rPr kumimoji="0" lang="zh-CN" altLang="en-US" sz="900" b="0" i="0" u="none" strike="noStrike" kern="1200" cap="none" spc="0" normalizeH="0" baseline="0" noProof="0">
                          <a:ln>
                            <a:noFill/>
                          </a:ln>
                          <a:solidFill>
                            <a:srgbClr val="FF0000"/>
                          </a:solidFill>
                          <a:effectLst/>
                          <a:uLnTx/>
                          <a:uFillTx/>
                          <a:latin typeface="+mn-lt"/>
                          <a:ea typeface="+mn-ea"/>
                          <a:cs typeface="+mn-cs"/>
                        </a:rPr>
                        <a:t>个月；</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 伦理会每月</a:t>
                      </a:r>
                      <a:r>
                        <a:rPr kumimoji="0" lang="en-US" altLang="zh-CN" sz="900" b="0" i="0" u="none" strike="noStrike" kern="1200" cap="none" spc="0" normalizeH="0" baseline="0" noProof="0">
                          <a:ln>
                            <a:noFill/>
                          </a:ln>
                          <a:solidFill>
                            <a:srgbClr val="FF0000"/>
                          </a:solidFill>
                          <a:effectLst/>
                          <a:uLnTx/>
                          <a:uFillTx/>
                          <a:latin typeface="+mn-lt"/>
                          <a:ea typeface="+mn-ea"/>
                          <a:cs typeface="+mn-cs"/>
                        </a:rPr>
                        <a:t>2-3</a:t>
                      </a:r>
                      <a:r>
                        <a:rPr kumimoji="0" lang="zh-CN" altLang="en-US" sz="900" b="0" i="0" u="none" strike="noStrike" kern="1200" cap="none" spc="0" normalizeH="0" baseline="0" noProof="0">
                          <a:ln>
                            <a:noFill/>
                          </a:ln>
                          <a:solidFill>
                            <a:srgbClr val="FF0000"/>
                          </a:solidFill>
                          <a:effectLst/>
                          <a:uLnTx/>
                          <a:uFillTx/>
                          <a:latin typeface="+mn-lt"/>
                          <a:ea typeface="+mn-ea"/>
                          <a:cs typeface="+mn-cs"/>
                        </a:rPr>
                        <a:t>次， 不需要组长单位批件，从上会拿到批件大概需要</a:t>
                      </a:r>
                      <a:r>
                        <a:rPr kumimoji="0" lang="en-US" altLang="zh-CN" sz="900" b="0" i="0" u="none" strike="noStrike" kern="1200" cap="none" spc="0" normalizeH="0" baseline="0" noProof="0">
                          <a:ln>
                            <a:noFill/>
                          </a:ln>
                          <a:solidFill>
                            <a:srgbClr val="FF0000"/>
                          </a:solidFill>
                          <a:effectLst/>
                          <a:uLnTx/>
                          <a:uFillTx/>
                          <a:latin typeface="+mn-lt"/>
                          <a:ea typeface="+mn-ea"/>
                          <a:cs typeface="+mn-cs"/>
                        </a:rPr>
                        <a:t>1-1.5</a:t>
                      </a:r>
                      <a:r>
                        <a:rPr kumimoji="0" lang="zh-CN" altLang="en-US" sz="900" b="0" i="0" u="none" strike="noStrike" kern="1200" cap="none" spc="0" normalizeH="0" baseline="0" noProof="0">
                          <a:ln>
                            <a:noFill/>
                          </a:ln>
                          <a:solidFill>
                            <a:srgbClr val="FF0000"/>
                          </a:solidFill>
                          <a:effectLst/>
                          <a:uLnTx/>
                          <a:uFillTx/>
                          <a:latin typeface="+mn-lt"/>
                          <a:ea typeface="+mn-ea"/>
                          <a:cs typeface="+mn-cs"/>
                        </a:rPr>
                        <a:t>个月</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228600" marR="0" lvl="0" indent="-228600" algn="l" defTabSz="914400" rtl="0" eaLnBrk="1" fontAlgn="t" latinLnBrk="0" hangingPunct="1">
                        <a:lnSpc>
                          <a:spcPct val="100000"/>
                        </a:lnSpc>
                        <a:spcBef>
                          <a:spcPts val="0"/>
                        </a:spcBef>
                        <a:spcAft>
                          <a:spcPts val="0"/>
                        </a:spcAft>
                        <a:buClrTx/>
                        <a:buSzTx/>
                        <a:buFont typeface="+mj-lt"/>
                        <a:buAutoNum type="arabicPeriod"/>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 </a:t>
                      </a:r>
                      <a:r>
                        <a:rPr kumimoji="0" lang="en-US" altLang="zh-CN" sz="900" b="0" i="0" u="none" strike="noStrike" kern="1200" cap="none" spc="0" normalizeH="0" baseline="0" noProof="0">
                          <a:ln>
                            <a:noFill/>
                          </a:ln>
                          <a:solidFill>
                            <a:srgbClr val="FF0000"/>
                          </a:solidFill>
                          <a:effectLst/>
                          <a:uLnTx/>
                          <a:uFillTx/>
                          <a:latin typeface="+mn-lt"/>
                          <a:ea typeface="+mn-ea"/>
                          <a:cs typeface="+mn-cs"/>
                        </a:rPr>
                        <a:t>HGRAC </a:t>
                      </a:r>
                      <a:r>
                        <a:rPr kumimoji="0" lang="zh-CN" altLang="en-US" sz="900" b="0" i="0" u="none" strike="noStrike" kern="1200" cap="none" spc="0" normalizeH="0" baseline="0" noProof="0">
                          <a:ln>
                            <a:noFill/>
                          </a:ln>
                          <a:solidFill>
                            <a:srgbClr val="FF0000"/>
                          </a:solidFill>
                          <a:effectLst/>
                          <a:uLnTx/>
                          <a:uFillTx/>
                          <a:latin typeface="+mn-lt"/>
                          <a:ea typeface="+mn-ea"/>
                          <a:cs typeface="+mn-cs"/>
                        </a:rPr>
                        <a:t>大约需要</a:t>
                      </a:r>
                      <a:r>
                        <a:rPr kumimoji="0" lang="en-US" altLang="zh-CN" sz="900" b="0" i="0" u="none" strike="noStrike" kern="1200" cap="none" spc="0" normalizeH="0" baseline="0" noProof="0">
                          <a:ln>
                            <a:noFill/>
                          </a:ln>
                          <a:solidFill>
                            <a:srgbClr val="FF0000"/>
                          </a:solidFill>
                          <a:effectLst/>
                          <a:uLnTx/>
                          <a:uFillTx/>
                          <a:latin typeface="+mn-lt"/>
                          <a:ea typeface="+mn-ea"/>
                          <a:cs typeface="+mn-cs"/>
                        </a:rPr>
                        <a:t>1-2</a:t>
                      </a:r>
                      <a:r>
                        <a:rPr kumimoji="0" lang="zh-CN" altLang="en-US" sz="900" b="0" i="0" u="none" strike="noStrike" kern="1200" cap="none" spc="0" normalizeH="0" baseline="0" noProof="0">
                          <a:ln>
                            <a:noFill/>
                          </a:ln>
                          <a:solidFill>
                            <a:srgbClr val="FF0000"/>
                          </a:solidFill>
                          <a:effectLst/>
                          <a:uLnTx/>
                          <a:uFillTx/>
                          <a:latin typeface="+mn-lt"/>
                          <a:ea typeface="+mn-ea"/>
                          <a:cs typeface="+mn-cs"/>
                        </a:rPr>
                        <a:t>周，总体评估立项顺利的话到启动大概需要</a:t>
                      </a:r>
                      <a:r>
                        <a:rPr kumimoji="0" lang="en-US" altLang="zh-CN" sz="900" b="0" i="0" u="none" strike="noStrike" kern="1200" cap="none" spc="0" normalizeH="0" baseline="0" noProof="0">
                          <a:ln>
                            <a:noFill/>
                          </a:ln>
                          <a:solidFill>
                            <a:srgbClr val="FF0000"/>
                          </a:solidFill>
                          <a:effectLst/>
                          <a:uLnTx/>
                          <a:uFillTx/>
                          <a:latin typeface="+mn-lt"/>
                          <a:ea typeface="+mn-ea"/>
                          <a:cs typeface="+mn-cs"/>
                        </a:rPr>
                        <a:t>4</a:t>
                      </a:r>
                      <a:r>
                        <a:rPr kumimoji="0" lang="zh-CN" altLang="en-US" sz="900" b="0" i="0" u="none" strike="noStrike" kern="1200" cap="none" spc="0" normalizeH="0" baseline="0" noProof="0">
                          <a:ln>
                            <a:noFill/>
                          </a:ln>
                          <a:solidFill>
                            <a:srgbClr val="FF0000"/>
                          </a:solidFill>
                          <a:effectLst/>
                          <a:uLnTx/>
                          <a:uFillTx/>
                          <a:latin typeface="+mn-lt"/>
                          <a:ea typeface="+mn-ea"/>
                          <a:cs typeface="+mn-cs"/>
                        </a:rPr>
                        <a:t>个月</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 typeface="+mj-lt"/>
                        <a:buNone/>
                        <a:tabLst/>
                        <a:defRPr/>
                      </a:pPr>
                      <a:r>
                        <a:rPr kumimoji="0" lang="zh-CN" altLang="en-US" sz="900" b="0" i="0" u="none" strike="noStrike" kern="1200" cap="none" spc="0" normalizeH="0" baseline="0" noProof="0">
                          <a:ln>
                            <a:noFill/>
                          </a:ln>
                          <a:solidFill>
                            <a:srgbClr val="FF0000"/>
                          </a:solidFill>
                          <a:effectLst/>
                          <a:uLnTx/>
                          <a:uFillTx/>
                          <a:latin typeface="+mn-lt"/>
                          <a:ea typeface="+mn-ea"/>
                          <a:cs typeface="+mn-cs"/>
                        </a:rPr>
                        <a:t>劣势： 立项评估会目前不能确定是否要提前预约（</a:t>
                      </a:r>
                      <a:r>
                        <a:rPr kumimoji="0" lang="en-US" altLang="zh-CN" sz="900" b="0" i="0" u="none" strike="noStrike" kern="1200" cap="none" spc="0" normalizeH="0" baseline="0" noProof="0">
                          <a:ln>
                            <a:noFill/>
                          </a:ln>
                          <a:solidFill>
                            <a:srgbClr val="FF0000"/>
                          </a:solidFill>
                          <a:effectLst/>
                          <a:uLnTx/>
                          <a:uFillTx/>
                          <a:latin typeface="+mn-lt"/>
                          <a:ea typeface="+mn-ea"/>
                          <a:cs typeface="+mn-cs"/>
                        </a:rPr>
                        <a:t>61</a:t>
                      </a:r>
                      <a:r>
                        <a:rPr kumimoji="0" lang="zh-CN" altLang="en-US" sz="900" b="0" i="0" u="none" strike="noStrike" kern="1200" cap="none" spc="0" normalizeH="0" baseline="0" noProof="0">
                          <a:ln>
                            <a:noFill/>
                          </a:ln>
                          <a:solidFill>
                            <a:srgbClr val="FF0000"/>
                          </a:solidFill>
                          <a:effectLst/>
                          <a:uLnTx/>
                          <a:uFillTx/>
                          <a:latin typeface="+mn-lt"/>
                          <a:ea typeface="+mn-ea"/>
                          <a:cs typeface="+mn-cs"/>
                        </a:rPr>
                        <a:t>的经验是没有约上立项评估会，</a:t>
                      </a:r>
                      <a:r>
                        <a:rPr kumimoji="0" lang="en-US" altLang="zh-CN" sz="900" b="0" i="0" u="none" strike="noStrike" kern="1200" cap="none" spc="0" normalizeH="0" baseline="0" noProof="0">
                          <a:ln>
                            <a:noFill/>
                          </a:ln>
                          <a:solidFill>
                            <a:srgbClr val="FF0000"/>
                          </a:solidFill>
                          <a:effectLst/>
                          <a:uLnTx/>
                          <a:uFillTx/>
                          <a:latin typeface="+mn-lt"/>
                          <a:ea typeface="+mn-ea"/>
                          <a:cs typeface="+mn-cs"/>
                        </a:rPr>
                        <a:t>3</a:t>
                      </a:r>
                      <a:r>
                        <a:rPr kumimoji="0" lang="zh-CN" altLang="en-US" sz="900" b="0" i="0" u="none" strike="noStrike" kern="1200" cap="none" spc="0" normalizeH="0" baseline="0" noProof="0">
                          <a:ln>
                            <a:noFill/>
                          </a:ln>
                          <a:solidFill>
                            <a:srgbClr val="FF0000"/>
                          </a:solidFill>
                          <a:effectLst/>
                          <a:uLnTx/>
                          <a:uFillTx/>
                          <a:latin typeface="+mn-lt"/>
                          <a:ea typeface="+mn-ea"/>
                          <a:cs typeface="+mn-cs"/>
                        </a:rPr>
                        <a:t>个月后机构老师回复直接线上审核），立项有不确定性， 但作为组长单位可以加速</a:t>
                      </a:r>
                      <a:endParaRPr kumimoji="0" lang="en-US" altLang="zh-CN" sz="900" b="0" i="0" u="none" strike="noStrike" kern="1200" cap="none" spc="0" normalizeH="0" baseline="0" noProof="0">
                        <a:ln>
                          <a:noFill/>
                        </a:ln>
                        <a:solidFill>
                          <a:srgbClr val="FF0000"/>
                        </a:solidFill>
                        <a:effectLst/>
                        <a:uLnTx/>
                        <a:uFillTx/>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 typeface="+mj-lt"/>
                        <a:buNone/>
                        <a:tabLst/>
                        <a:defRPr/>
                      </a:pPr>
                      <a:r>
                        <a:rPr kumimoji="0" lang="en-US" altLang="zh-CN" sz="900" b="0" i="0" u="none" strike="noStrike" kern="1200" cap="none" spc="0" normalizeH="0" baseline="0" noProof="0">
                          <a:ln>
                            <a:noFill/>
                          </a:ln>
                          <a:solidFill>
                            <a:srgbClr val="FF0000"/>
                          </a:solidFill>
                          <a:effectLst/>
                          <a:uLnTx/>
                          <a:uFillTx/>
                          <a:latin typeface="+mn-lt"/>
                          <a:ea typeface="+mn-ea"/>
                          <a:cs typeface="+mn-cs"/>
                        </a:rPr>
                        <a:t>28%</a:t>
                      </a:r>
                    </a:p>
                    <a:p>
                      <a:pPr algn="ctr" rtl="0" fontAlgn="t"/>
                      <a:r>
                        <a:rPr lang="en-US" sz="900" b="1"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81%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8609886"/>
                  </a:ext>
                </a:extLst>
              </a:tr>
              <a:tr h="1261325">
                <a:tc>
                  <a:txBody>
                    <a:bodyPr/>
                    <a:lstStyle/>
                    <a:p>
                      <a:pPr algn="ctr" rtl="0" fontAlgn="t"/>
                      <a:endParaRPr lang="en-US" altLang="zh-CN" sz="1050" b="1" i="0" u="none" strike="noStrike">
                        <a:solidFill>
                          <a:srgbClr val="000000"/>
                        </a:solidFill>
                        <a:effectLst/>
                        <a:latin typeface="Calibri" panose="020F0502020204030204" pitchFamily="34" charset="0"/>
                      </a:endParaRPr>
                    </a:p>
                    <a:p>
                      <a:pPr algn="ctr" rtl="0" fontAlgn="t"/>
                      <a:endParaRPr lang="en-US" altLang="zh-CN" sz="1050" b="1" i="0" u="none" strike="noStrike">
                        <a:solidFill>
                          <a:srgbClr val="000000"/>
                        </a:solidFill>
                        <a:effectLst/>
                        <a:latin typeface="Calibri" panose="020F0502020204030204" pitchFamily="34" charset="0"/>
                      </a:endParaRPr>
                    </a:p>
                    <a:p>
                      <a:pPr algn="ctr" rtl="0" fontAlgn="t"/>
                      <a:r>
                        <a:rPr lang="en-US" altLang="zh-CN" sz="1050" b="1" i="0" u="none" strike="noStrike" err="1">
                          <a:solidFill>
                            <a:srgbClr val="000000"/>
                          </a:solidFill>
                          <a:effectLst/>
                          <a:latin typeface="Calibri" panose="020F0502020204030204" pitchFamily="34" charset="0"/>
                        </a:rPr>
                        <a:t>Junping</a:t>
                      </a:r>
                      <a:r>
                        <a:rPr lang="en-US" altLang="zh-CN" sz="1050" b="1" i="0" u="none" strike="noStrike">
                          <a:solidFill>
                            <a:srgbClr val="000000"/>
                          </a:solidFill>
                          <a:effectLst/>
                          <a:latin typeface="Calibri" panose="020F0502020204030204" pitchFamily="34" charset="0"/>
                        </a:rPr>
                        <a:t> Shi (</a:t>
                      </a:r>
                      <a:r>
                        <a:rPr lang="zh-CN" altLang="en-US" sz="1050" b="1" i="0" u="none" strike="noStrike">
                          <a:solidFill>
                            <a:srgbClr val="000000"/>
                          </a:solidFill>
                          <a:effectLst/>
                          <a:latin typeface="Calibri" panose="020F0502020204030204" pitchFamily="34" charset="0"/>
                        </a:rPr>
                        <a:t>施军平</a:t>
                      </a:r>
                      <a:r>
                        <a:rPr lang="en-US" altLang="zh-CN" sz="1050" b="1" i="0" u="none" strike="noStrike">
                          <a:solidFill>
                            <a:srgbClr val="000000"/>
                          </a:solidFill>
                          <a:effectLst/>
                          <a:latin typeface="Calibri" panose="020F0502020204030204" pitchFamily="34" charset="0"/>
                        </a:rPr>
                        <a:t>)</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endParaRPr lang="en-US" altLang="zh-CN" sz="1050" b="1" i="0" u="none" strike="noStrike">
                        <a:solidFill>
                          <a:srgbClr val="000000"/>
                        </a:solidFill>
                        <a:effectLst/>
                        <a:latin typeface="Calibri" panose="020F0502020204030204" pitchFamily="34" charset="0"/>
                      </a:endParaRPr>
                    </a:p>
                    <a:p>
                      <a:pPr algn="ctr" rtl="0" fontAlgn="t"/>
                      <a:endParaRPr lang="en-US" altLang="zh-CN" sz="1050" b="1" i="0" u="none" strike="noStrike">
                        <a:solidFill>
                          <a:srgbClr val="000000"/>
                        </a:solidFill>
                        <a:effectLst/>
                        <a:latin typeface="Calibri" panose="020F0502020204030204" pitchFamily="34" charset="0"/>
                      </a:endParaRPr>
                    </a:p>
                    <a:p>
                      <a:pPr algn="ctr" rtl="0" fontAlgn="t"/>
                      <a:r>
                        <a:rPr lang="zh-CN" altLang="en-US" sz="1050" b="1" i="0" u="none" strike="noStrike">
                          <a:solidFill>
                            <a:srgbClr val="000000"/>
                          </a:solidFill>
                          <a:effectLst/>
                          <a:latin typeface="Calibri" panose="020F0502020204030204" pitchFamily="34" charset="0"/>
                        </a:rPr>
                        <a:t>杭州师范大学附属医院</a:t>
                      </a:r>
                      <a:endParaRPr lang="en-US" sz="105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15%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20%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indent="-228600" algn="l" rtl="0" fontAlgn="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行政职务杭二感染科主任常务副院长</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AutoNum type="arabicPeriod"/>
                      </a:pPr>
                      <a:r>
                        <a:rPr kumimoji="0" lang="en-US" altLang="zh-CN" sz="900" b="0" i="0" u="none" strike="noStrike" kern="1200" cap="none" spc="0" normalizeH="0" baseline="0">
                          <a:ln>
                            <a:noFill/>
                          </a:ln>
                          <a:solidFill>
                            <a:srgbClr val="FF0000"/>
                          </a:solidFill>
                          <a:effectLst/>
                          <a:uLnTx/>
                          <a:uFillTx/>
                          <a:latin typeface="+mn-lt"/>
                          <a:ea typeface="+mn-ea"/>
                          <a:cs typeface="+mn-cs"/>
                        </a:rPr>
                        <a:t>Leading PI of 1366-0029</a:t>
                      </a:r>
                    </a:p>
                    <a:p>
                      <a:pPr marL="228600" indent="-228600" algn="l" rtl="0" fontAlgn="t">
                        <a:buAutoNum type="arabicPeriod"/>
                      </a:pPr>
                      <a:r>
                        <a:rPr kumimoji="0" lang="en-US" sz="900" b="0" i="0" u="none" strike="noStrike" kern="1200" cap="none" spc="0" normalizeH="0" baseline="0">
                          <a:ln>
                            <a:noFill/>
                          </a:ln>
                          <a:solidFill>
                            <a:srgbClr val="FF0000"/>
                          </a:solidFill>
                          <a:effectLst/>
                          <a:uLnTx/>
                          <a:uFillTx/>
                          <a:latin typeface="+mn-lt"/>
                          <a:ea typeface="+mn-ea"/>
                          <a:cs typeface="+mn-cs"/>
                        </a:rPr>
                        <a:t>PI</a:t>
                      </a:r>
                      <a:r>
                        <a:rPr kumimoji="0" lang="zh-CN" altLang="en-US" sz="900" b="0" i="0" u="none" strike="noStrike" kern="1200" cap="none" spc="0" normalizeH="0" baseline="0">
                          <a:ln>
                            <a:noFill/>
                          </a:ln>
                          <a:solidFill>
                            <a:srgbClr val="FF0000"/>
                          </a:solidFill>
                          <a:effectLst/>
                          <a:uLnTx/>
                          <a:uFillTx/>
                          <a:latin typeface="+mn-lt"/>
                          <a:ea typeface="+mn-ea"/>
                          <a:cs typeface="+mn-cs"/>
                        </a:rPr>
                        <a:t>比较积极，寻求更多的</a:t>
                      </a:r>
                      <a:r>
                        <a:rPr kumimoji="0" lang="en-US" altLang="zh-CN" sz="900" b="0" i="0" u="none" strike="noStrike" kern="1200" cap="none" spc="0" normalizeH="0" baseline="0">
                          <a:ln>
                            <a:noFill/>
                          </a:ln>
                          <a:solidFill>
                            <a:srgbClr val="FF0000"/>
                          </a:solidFill>
                          <a:effectLst/>
                          <a:uLnTx/>
                          <a:uFillTx/>
                          <a:latin typeface="+mn-lt"/>
                          <a:ea typeface="+mn-ea"/>
                          <a:cs typeface="+mn-cs"/>
                        </a:rPr>
                        <a:t>leading</a:t>
                      </a:r>
                      <a:r>
                        <a:rPr kumimoji="0" lang="zh-CN" altLang="en-US" sz="900" b="0" i="0" u="none" strike="noStrike" kern="1200" cap="none" spc="0" normalizeH="0" baseline="0">
                          <a:ln>
                            <a:noFill/>
                          </a:ln>
                          <a:solidFill>
                            <a:srgbClr val="FF0000"/>
                          </a:solidFill>
                          <a:effectLst/>
                          <a:uLnTx/>
                          <a:uFillTx/>
                          <a:latin typeface="+mn-lt"/>
                          <a:ea typeface="+mn-ea"/>
                          <a:cs typeface="+mn-cs"/>
                        </a:rPr>
                        <a:t>或其他合作机会（</a:t>
                      </a:r>
                      <a:r>
                        <a:rPr kumimoji="0" lang="en-US" altLang="zh-CN" sz="900" b="0" i="0" u="none" strike="noStrike" kern="1200" cap="none" spc="0" normalizeH="0" baseline="0">
                          <a:ln>
                            <a:noFill/>
                          </a:ln>
                          <a:solidFill>
                            <a:srgbClr val="FF0000"/>
                          </a:solidFill>
                          <a:effectLst/>
                          <a:uLnTx/>
                          <a:uFillTx/>
                          <a:latin typeface="+mn-lt"/>
                          <a:ea typeface="+mn-ea"/>
                          <a:cs typeface="+mn-cs"/>
                        </a:rPr>
                        <a:t>feedback from 29)</a:t>
                      </a:r>
                    </a:p>
                    <a:p>
                      <a:pPr marL="228600" indent="-228600" algn="l" rtl="0" fontAlgn="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未参与</a:t>
                      </a:r>
                      <a:r>
                        <a:rPr kumimoji="0" lang="en-US" altLang="zh-CN" sz="900" b="0" i="0" u="none" strike="noStrike" kern="1200" cap="none" spc="0" normalizeH="0" baseline="0">
                          <a:ln>
                            <a:noFill/>
                          </a:ln>
                          <a:solidFill>
                            <a:srgbClr val="FF0000"/>
                          </a:solidFill>
                          <a:effectLst/>
                          <a:uLnTx/>
                          <a:uFillTx/>
                          <a:latin typeface="+mn-lt"/>
                          <a:ea typeface="+mn-ea"/>
                          <a:cs typeface="+mn-cs"/>
                        </a:rPr>
                        <a:t>NASH 2</a:t>
                      </a:r>
                      <a:r>
                        <a:rPr kumimoji="0" lang="zh-CN" altLang="en-US" sz="900" b="0" i="0" u="none" strike="noStrike" kern="1200" cap="none" spc="0" normalizeH="0" baseline="0">
                          <a:ln>
                            <a:noFill/>
                          </a:ln>
                          <a:solidFill>
                            <a:srgbClr val="FF0000"/>
                          </a:solidFill>
                          <a:effectLst/>
                          <a:uLnTx/>
                          <a:uFillTx/>
                          <a:latin typeface="+mn-lt"/>
                          <a:ea typeface="+mn-ea"/>
                          <a:cs typeface="+mn-cs"/>
                        </a:rPr>
                        <a:t>期试验</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0" indent="0" algn="l" rtl="0" fontAlgn="t">
                        <a:buNone/>
                      </a:pPr>
                      <a:r>
                        <a:rPr kumimoji="0" lang="en-US" altLang="zh-CN" sz="900" b="0" i="0" u="none" strike="noStrike" kern="1200" cap="none" spc="0" normalizeH="0" baseline="0">
                          <a:ln>
                            <a:noFill/>
                          </a:ln>
                          <a:solidFill>
                            <a:srgbClr val="FF0000"/>
                          </a:solidFill>
                          <a:effectLst/>
                          <a:uLnTx/>
                          <a:uFillTx/>
                          <a:latin typeface="+mn-lt"/>
                          <a:ea typeface="+mn-ea"/>
                          <a:cs typeface="+mn-cs"/>
                        </a:rPr>
                        <a:t>24%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228600" indent="-228600" algn="l" rtl="0" fontAlgn="t">
                        <a:buFont typeface="+mj-l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可以伦理前置，立项可以接收受理通知书，大约</a:t>
                      </a:r>
                      <a:r>
                        <a:rPr kumimoji="0" lang="en-US" altLang="zh-CN" sz="900" b="0" i="0" u="none" strike="noStrike" kern="1200" cap="none" spc="0" normalizeH="0" baseline="0">
                          <a:ln>
                            <a:noFill/>
                          </a:ln>
                          <a:solidFill>
                            <a:srgbClr val="FF0000"/>
                          </a:solidFill>
                          <a:effectLst/>
                          <a:uLnTx/>
                          <a:uFillTx/>
                          <a:latin typeface="+mn-lt"/>
                          <a:ea typeface="+mn-ea"/>
                          <a:cs typeface="+mn-cs"/>
                        </a:rPr>
                        <a:t>1</a:t>
                      </a:r>
                      <a:r>
                        <a:rPr kumimoji="0" lang="zh-CN" altLang="en-US" sz="900" b="0" i="0" u="none" strike="noStrike" kern="1200" cap="none" spc="0" normalizeH="0" baseline="0">
                          <a:ln>
                            <a:noFill/>
                          </a:ln>
                          <a:solidFill>
                            <a:srgbClr val="FF0000"/>
                          </a:solidFill>
                          <a:effectLst/>
                          <a:uLnTx/>
                          <a:uFillTx/>
                          <a:latin typeface="+mn-lt"/>
                          <a:ea typeface="+mn-ea"/>
                          <a:cs typeface="+mn-cs"/>
                        </a:rPr>
                        <a:t>周立项完成</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Font typeface="+mj-l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立项通过后，按照官网要求准备资料，伦理会前，提前</a:t>
                      </a:r>
                      <a:r>
                        <a:rPr kumimoji="0" lang="en-US" altLang="zh-CN" sz="900" b="0" i="0" u="none" strike="noStrike" kern="1200" cap="none" spc="0" normalizeH="0" baseline="0">
                          <a:ln>
                            <a:noFill/>
                          </a:ln>
                          <a:solidFill>
                            <a:srgbClr val="FF0000"/>
                          </a:solidFill>
                          <a:effectLst/>
                          <a:uLnTx/>
                          <a:uFillTx/>
                          <a:latin typeface="+mn-lt"/>
                          <a:ea typeface="+mn-ea"/>
                          <a:cs typeface="+mn-cs"/>
                        </a:rPr>
                        <a:t>25</a:t>
                      </a:r>
                      <a:r>
                        <a:rPr kumimoji="0" lang="zh-CN" altLang="en-US" sz="900" b="0" i="0" u="none" strike="noStrike" kern="1200" cap="none" spc="0" normalizeH="0" baseline="0">
                          <a:ln>
                            <a:noFill/>
                          </a:ln>
                          <a:solidFill>
                            <a:srgbClr val="FF0000"/>
                          </a:solidFill>
                          <a:effectLst/>
                          <a:uLnTx/>
                          <a:uFillTx/>
                          <a:latin typeface="+mn-lt"/>
                          <a:ea typeface="+mn-ea"/>
                          <a:cs typeface="+mn-cs"/>
                        </a:rPr>
                        <a:t>个工作日上传</a:t>
                      </a:r>
                      <a:r>
                        <a:rPr kumimoji="0" lang="en-US" altLang="zh-CN" sz="900" b="0" i="0" u="none" strike="noStrike" kern="1200" cap="none" spc="0" normalizeH="0" baseline="0">
                          <a:ln>
                            <a:noFill/>
                          </a:ln>
                          <a:solidFill>
                            <a:srgbClr val="FF0000"/>
                          </a:solidFill>
                          <a:effectLst/>
                          <a:uLnTx/>
                          <a:uFillTx/>
                          <a:latin typeface="+mn-lt"/>
                          <a:ea typeface="+mn-ea"/>
                          <a:cs typeface="+mn-cs"/>
                        </a:rPr>
                        <a:t>CTMS</a:t>
                      </a:r>
                      <a:r>
                        <a:rPr kumimoji="0" lang="zh-CN" altLang="en-US" sz="900" b="0" i="0" u="none" strike="noStrike" kern="1200" cap="none" spc="0" normalizeH="0" baseline="0">
                          <a:ln>
                            <a:noFill/>
                          </a:ln>
                          <a:solidFill>
                            <a:srgbClr val="FF0000"/>
                          </a:solidFill>
                          <a:effectLst/>
                          <a:uLnTx/>
                          <a:uFillTx/>
                          <a:latin typeface="+mn-lt"/>
                          <a:ea typeface="+mn-ea"/>
                          <a:cs typeface="+mn-cs"/>
                        </a:rPr>
                        <a:t>线上审核，提前</a:t>
                      </a:r>
                      <a:r>
                        <a:rPr kumimoji="0" lang="en-US" altLang="zh-CN" sz="900" b="0" i="0" u="none" strike="noStrike" kern="1200" cap="none" spc="0" normalizeH="0" baseline="0">
                          <a:ln>
                            <a:noFill/>
                          </a:ln>
                          <a:solidFill>
                            <a:srgbClr val="FF0000"/>
                          </a:solidFill>
                          <a:effectLst/>
                          <a:uLnTx/>
                          <a:uFillTx/>
                          <a:latin typeface="+mn-lt"/>
                          <a:ea typeface="+mn-ea"/>
                          <a:cs typeface="+mn-cs"/>
                        </a:rPr>
                        <a:t>7</a:t>
                      </a:r>
                      <a:r>
                        <a:rPr kumimoji="0" lang="zh-CN" altLang="en-US" sz="900" b="0" i="0" u="none" strike="noStrike" kern="1200" cap="none" spc="0" normalizeH="0" baseline="0">
                          <a:ln>
                            <a:noFill/>
                          </a:ln>
                          <a:solidFill>
                            <a:srgbClr val="FF0000"/>
                          </a:solidFill>
                          <a:effectLst/>
                          <a:uLnTx/>
                          <a:uFillTx/>
                          <a:latin typeface="+mn-lt"/>
                          <a:ea typeface="+mn-ea"/>
                          <a:cs typeface="+mn-cs"/>
                        </a:rPr>
                        <a:t>个工作日提交纸质版， 上会后预计</a:t>
                      </a:r>
                      <a:r>
                        <a:rPr kumimoji="0" lang="en-US" altLang="zh-CN" sz="900" b="0" i="0" u="none" strike="noStrike" kern="1200" cap="none" spc="0" normalizeH="0" baseline="0">
                          <a:ln>
                            <a:noFill/>
                          </a:ln>
                          <a:solidFill>
                            <a:srgbClr val="FF0000"/>
                          </a:solidFill>
                          <a:effectLst/>
                          <a:uLnTx/>
                          <a:uFillTx/>
                          <a:latin typeface="+mn-lt"/>
                          <a:ea typeface="+mn-ea"/>
                          <a:cs typeface="+mn-cs"/>
                        </a:rPr>
                        <a:t>2</a:t>
                      </a:r>
                      <a:r>
                        <a:rPr kumimoji="0" lang="zh-CN" altLang="en-US" sz="900" b="0" i="0" u="none" strike="noStrike" kern="1200" cap="none" spc="0" normalizeH="0" baseline="0">
                          <a:ln>
                            <a:noFill/>
                          </a:ln>
                          <a:solidFill>
                            <a:srgbClr val="FF0000"/>
                          </a:solidFill>
                          <a:effectLst/>
                          <a:uLnTx/>
                          <a:uFillTx/>
                          <a:latin typeface="+mn-lt"/>
                          <a:ea typeface="+mn-ea"/>
                          <a:cs typeface="+mn-cs"/>
                        </a:rPr>
                        <a:t>周出意见或批件</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Font typeface="+mj-lt"/>
                        <a:buAutoNum type="arabicPeriod"/>
                      </a:pPr>
                      <a:r>
                        <a:rPr kumimoji="0" lang="zh-CN" altLang="en-US" sz="900" b="0" i="0" u="none" strike="noStrike" kern="1200" cap="none" spc="0" normalizeH="0" baseline="0">
                          <a:ln>
                            <a:noFill/>
                          </a:ln>
                          <a:solidFill>
                            <a:srgbClr val="FF0000"/>
                          </a:solidFill>
                          <a:effectLst/>
                          <a:uLnTx/>
                          <a:uFillTx/>
                          <a:latin typeface="+mn-lt"/>
                          <a:ea typeface="+mn-ea"/>
                          <a:cs typeface="+mn-cs"/>
                        </a:rPr>
                        <a:t>作为组长单位可以加速</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228600" indent="-228600" algn="l" rtl="0" fontAlgn="t">
                        <a:buFont typeface="+mj-lt"/>
                        <a:buAutoNum type="arabicPeriod"/>
                      </a:pPr>
                      <a:r>
                        <a:rPr kumimoji="0" lang="en-US" sz="900" b="0" i="0" u="none" strike="noStrike" kern="1200" cap="none" spc="0" normalizeH="0" baseline="0">
                          <a:ln>
                            <a:noFill/>
                          </a:ln>
                          <a:solidFill>
                            <a:srgbClr val="FF0000"/>
                          </a:solidFill>
                          <a:effectLst/>
                          <a:uLnTx/>
                          <a:uFillTx/>
                          <a:latin typeface="+mn-lt"/>
                          <a:ea typeface="+mn-ea"/>
                          <a:cs typeface="+mn-cs"/>
                        </a:rPr>
                        <a:t>3. HGRAC</a:t>
                      </a:r>
                      <a:r>
                        <a:rPr kumimoji="0" lang="zh-CN" altLang="en-US" sz="900" b="0" i="0" u="none" strike="noStrike" kern="1200" cap="none" spc="0" normalizeH="0" baseline="0">
                          <a:ln>
                            <a:noFill/>
                          </a:ln>
                          <a:solidFill>
                            <a:srgbClr val="FF0000"/>
                          </a:solidFill>
                          <a:effectLst/>
                          <a:uLnTx/>
                          <a:uFillTx/>
                          <a:latin typeface="+mn-lt"/>
                          <a:ea typeface="+mn-ea"/>
                          <a:cs typeface="+mn-cs"/>
                        </a:rPr>
                        <a:t>大约需要</a:t>
                      </a:r>
                      <a:r>
                        <a:rPr kumimoji="0" lang="en-US" altLang="zh-CN" sz="900" b="0" i="0" u="none" strike="noStrike" kern="1200" cap="none" spc="0" normalizeH="0" baseline="0">
                          <a:ln>
                            <a:noFill/>
                          </a:ln>
                          <a:solidFill>
                            <a:srgbClr val="FF0000"/>
                          </a:solidFill>
                          <a:effectLst/>
                          <a:uLnTx/>
                          <a:uFillTx/>
                          <a:latin typeface="+mn-lt"/>
                          <a:ea typeface="+mn-ea"/>
                          <a:cs typeface="+mn-cs"/>
                        </a:rPr>
                        <a:t>2</a:t>
                      </a:r>
                      <a:r>
                        <a:rPr kumimoji="0" lang="zh-CN" altLang="en-US" sz="900" b="0" i="0" u="none" strike="noStrike" kern="1200" cap="none" spc="0" normalizeH="0" baseline="0">
                          <a:ln>
                            <a:noFill/>
                          </a:ln>
                          <a:solidFill>
                            <a:srgbClr val="FF0000"/>
                          </a:solidFill>
                          <a:effectLst/>
                          <a:uLnTx/>
                          <a:uFillTx/>
                          <a:latin typeface="+mn-lt"/>
                          <a:ea typeface="+mn-ea"/>
                          <a:cs typeface="+mn-cs"/>
                        </a:rPr>
                        <a:t>周， 总体评估结合</a:t>
                      </a:r>
                      <a:r>
                        <a:rPr kumimoji="0" lang="en-US" altLang="zh-CN" sz="900" b="0" i="0" u="none" strike="noStrike" kern="1200" cap="none" spc="0" normalizeH="0" baseline="0">
                          <a:ln>
                            <a:noFill/>
                          </a:ln>
                          <a:solidFill>
                            <a:srgbClr val="FF0000"/>
                          </a:solidFill>
                          <a:effectLst/>
                          <a:uLnTx/>
                          <a:uFillTx/>
                          <a:latin typeface="+mn-lt"/>
                          <a:ea typeface="+mn-ea"/>
                          <a:cs typeface="+mn-cs"/>
                        </a:rPr>
                        <a:t>29</a:t>
                      </a:r>
                      <a:r>
                        <a:rPr kumimoji="0" lang="zh-CN" altLang="en-US" sz="900" b="0" i="0" u="none" strike="noStrike" kern="1200" cap="none" spc="0" normalizeH="0" baseline="0">
                          <a:ln>
                            <a:noFill/>
                          </a:ln>
                          <a:solidFill>
                            <a:srgbClr val="FF0000"/>
                          </a:solidFill>
                          <a:effectLst/>
                          <a:uLnTx/>
                          <a:uFillTx/>
                          <a:latin typeface="+mn-lt"/>
                          <a:ea typeface="+mn-ea"/>
                          <a:cs typeface="+mn-cs"/>
                        </a:rPr>
                        <a:t>经验从立项到启动预计</a:t>
                      </a:r>
                      <a:r>
                        <a:rPr kumimoji="0" lang="en-US" altLang="zh-CN" sz="900" b="0" i="0" u="none" strike="noStrike" kern="1200" cap="none" spc="0" normalizeH="0" baseline="0">
                          <a:ln>
                            <a:noFill/>
                          </a:ln>
                          <a:solidFill>
                            <a:srgbClr val="FF0000"/>
                          </a:solidFill>
                          <a:effectLst/>
                          <a:uLnTx/>
                          <a:uFillTx/>
                          <a:latin typeface="+mn-lt"/>
                          <a:ea typeface="+mn-ea"/>
                          <a:cs typeface="+mn-cs"/>
                        </a:rPr>
                        <a:t>4-5</a:t>
                      </a:r>
                      <a:r>
                        <a:rPr kumimoji="0" lang="zh-CN" altLang="en-US" sz="900" b="0" i="0" u="none" strike="noStrike" kern="1200" cap="none" spc="0" normalizeH="0" baseline="0">
                          <a:ln>
                            <a:noFill/>
                          </a:ln>
                          <a:solidFill>
                            <a:srgbClr val="FF0000"/>
                          </a:solidFill>
                          <a:effectLst/>
                          <a:uLnTx/>
                          <a:uFillTx/>
                          <a:latin typeface="+mn-lt"/>
                          <a:ea typeface="+mn-ea"/>
                          <a:cs typeface="+mn-cs"/>
                        </a:rPr>
                        <a:t>个月</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0" indent="0" algn="l" rtl="0" fontAlgn="t">
                        <a:buFont typeface="+mj-lt"/>
                        <a:buNone/>
                      </a:pPr>
                      <a:r>
                        <a:rPr kumimoji="0" lang="zh-CN" altLang="en-US" sz="900" b="0" i="0" u="none" strike="noStrike" kern="1200" cap="none" spc="0" normalizeH="0" baseline="0">
                          <a:ln>
                            <a:noFill/>
                          </a:ln>
                          <a:solidFill>
                            <a:srgbClr val="FF0000"/>
                          </a:solidFill>
                          <a:effectLst/>
                          <a:uLnTx/>
                          <a:uFillTx/>
                          <a:latin typeface="+mn-lt"/>
                          <a:ea typeface="+mn-ea"/>
                          <a:cs typeface="+mn-cs"/>
                        </a:rPr>
                        <a:t>劣势： </a:t>
                      </a:r>
                      <a:r>
                        <a:rPr kumimoji="0" lang="en-US" altLang="zh-CN" sz="900" b="0" i="0" u="none" strike="noStrike" kern="1200" cap="none" spc="0" normalizeH="0" baseline="0">
                          <a:ln>
                            <a:noFill/>
                          </a:ln>
                          <a:solidFill>
                            <a:srgbClr val="FF0000"/>
                          </a:solidFill>
                          <a:effectLst/>
                          <a:uLnTx/>
                          <a:uFillTx/>
                          <a:latin typeface="+mn-lt"/>
                          <a:ea typeface="+mn-ea"/>
                          <a:cs typeface="+mn-cs"/>
                        </a:rPr>
                        <a:t>CIQ</a:t>
                      </a:r>
                      <a:r>
                        <a:rPr kumimoji="0" lang="zh-CN" altLang="en-US" sz="900" b="0" i="0" u="none" strike="noStrike" kern="1200" cap="none" spc="0" normalizeH="0" baseline="0">
                          <a:ln>
                            <a:noFill/>
                          </a:ln>
                          <a:solidFill>
                            <a:srgbClr val="FF0000"/>
                          </a:solidFill>
                          <a:effectLst/>
                          <a:uLnTx/>
                          <a:uFillTx/>
                          <a:latin typeface="+mn-lt"/>
                          <a:ea typeface="+mn-ea"/>
                          <a:cs typeface="+mn-cs"/>
                        </a:rPr>
                        <a:t>样本出口在</a:t>
                      </a:r>
                      <a:r>
                        <a:rPr kumimoji="0" lang="en-US" altLang="zh-CN" sz="900" b="0" i="0" u="none" strike="noStrike" kern="1200" cap="none" spc="0" normalizeH="0" baseline="0">
                          <a:ln>
                            <a:noFill/>
                          </a:ln>
                          <a:solidFill>
                            <a:srgbClr val="FF0000"/>
                          </a:solidFill>
                          <a:effectLst/>
                          <a:uLnTx/>
                          <a:uFillTx/>
                          <a:latin typeface="+mn-lt"/>
                          <a:ea typeface="+mn-ea"/>
                          <a:cs typeface="+mn-cs"/>
                        </a:rPr>
                        <a:t>29</a:t>
                      </a:r>
                      <a:r>
                        <a:rPr kumimoji="0" lang="zh-CN" altLang="en-US" sz="900" b="0" i="0" u="none" strike="noStrike" kern="1200" cap="none" spc="0" normalizeH="0" baseline="0">
                          <a:ln>
                            <a:noFill/>
                          </a:ln>
                          <a:solidFill>
                            <a:srgbClr val="FF0000"/>
                          </a:solidFill>
                          <a:effectLst/>
                          <a:uLnTx/>
                          <a:uFillTx/>
                          <a:latin typeface="+mn-lt"/>
                          <a:ea typeface="+mn-ea"/>
                          <a:cs typeface="+mn-cs"/>
                        </a:rPr>
                        <a:t>有个风险评估，有些耽误，不确定对后续的样本出口是否有影像，需进一步确认</a:t>
                      </a:r>
                      <a:endParaRPr kumimoji="0" lang="en-US" altLang="zh-CN" sz="900" b="0" i="0" u="none" strike="noStrike" kern="1200" cap="none" spc="0" normalizeH="0" baseline="0">
                        <a:ln>
                          <a:noFill/>
                        </a:ln>
                        <a:solidFill>
                          <a:srgbClr val="FF0000"/>
                        </a:solidFill>
                        <a:effectLst/>
                        <a:uLnTx/>
                        <a:uFillTx/>
                        <a:latin typeface="+mn-lt"/>
                        <a:ea typeface="+mn-ea"/>
                        <a:cs typeface="+mn-cs"/>
                      </a:endParaRPr>
                    </a:p>
                    <a:p>
                      <a:pPr marL="0" indent="0" algn="l" rtl="0" fontAlgn="t">
                        <a:buFont typeface="+mj-lt"/>
                        <a:buNone/>
                      </a:pPr>
                      <a:r>
                        <a:rPr kumimoji="0" lang="en-US" altLang="zh-CN" sz="900" b="0" i="0" u="none" strike="noStrike" kern="1200" cap="none" spc="0" normalizeH="0" baseline="0">
                          <a:ln>
                            <a:noFill/>
                          </a:ln>
                          <a:solidFill>
                            <a:srgbClr val="FF0000"/>
                          </a:solidFill>
                          <a:effectLst/>
                          <a:uLnTx/>
                          <a:uFillTx/>
                          <a:latin typeface="+mn-lt"/>
                          <a:ea typeface="+mn-ea"/>
                          <a:cs typeface="+mn-cs"/>
                        </a:rPr>
                        <a:t>28%</a:t>
                      </a:r>
                    </a:p>
                    <a:p>
                      <a:pPr marL="0" indent="0" algn="ctr" rtl="0" fontAlgn="t">
                        <a:buNone/>
                      </a:pPr>
                      <a:endParaRPr lang="en-US" sz="900" b="1"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r>
                        <a:rPr lang="en-US" sz="900" b="1" i="0" u="none" strike="noStrike">
                          <a:solidFill>
                            <a:srgbClr val="000000"/>
                          </a:solidFill>
                          <a:effectLst/>
                          <a:latin typeface="Calibri" panose="020F0502020204030204" pitchFamily="34" charset="0"/>
                        </a:rPr>
                        <a:t>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6843011"/>
                  </a:ext>
                </a:extLst>
              </a:tr>
            </a:tbl>
          </a:graphicData>
        </a:graphic>
      </p:graphicFrame>
      <p:sp>
        <p:nvSpPr>
          <p:cNvPr id="7" name="文本框 6">
            <a:extLst>
              <a:ext uri="{FF2B5EF4-FFF2-40B4-BE49-F238E27FC236}">
                <a16:creationId xmlns:a16="http://schemas.microsoft.com/office/drawing/2014/main" id="{8A5D0F91-C82F-B114-233B-E40B9053BFB6}"/>
              </a:ext>
            </a:extLst>
          </p:cNvPr>
          <p:cNvSpPr txBox="1"/>
          <p:nvPr/>
        </p:nvSpPr>
        <p:spPr bwMode="gray">
          <a:xfrm>
            <a:off x="1919629" y="6092947"/>
            <a:ext cx="1073213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E47C">
                    <a:lumMod val="75000"/>
                  </a:srgbClr>
                </a:solidFill>
                <a:effectLst/>
                <a:uLnTx/>
                <a:uFillTx/>
                <a:latin typeface="Boehringer Forward Text"/>
                <a:ea typeface="+mn-ea"/>
                <a:cs typeface="+mn-cs"/>
              </a:rPr>
              <a:t>*  The discussion should be done before formal contact investigators/experts at early stage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E47C">
                    <a:lumMod val="75000"/>
                  </a:srgbClr>
                </a:solidFill>
                <a:effectLst/>
                <a:uLnTx/>
                <a:uFillTx/>
                <a:latin typeface="Boehringer Forward Text"/>
                <a:ea typeface="+mn-ea"/>
                <a:cs typeface="+mn-cs"/>
              </a:rPr>
              <a:t>** The final score would be a reference and base for team’s discussion.  CD&amp;O makes final decision of leading PI.  The dispute from CDMA can be escalated to PEC for final decision. </a:t>
            </a:r>
          </a:p>
        </p:txBody>
      </p:sp>
      <p:sp>
        <p:nvSpPr>
          <p:cNvPr id="4" name="动作按钮: 上一张 3">
            <a:hlinkClick r:id="" action="ppaction://noaction" highlightClick="1"/>
            <a:extLst>
              <a:ext uri="{FF2B5EF4-FFF2-40B4-BE49-F238E27FC236}">
                <a16:creationId xmlns:a16="http://schemas.microsoft.com/office/drawing/2014/main" id="{7D8717D4-8322-1C5F-4E60-85E7783CF3DD}"/>
              </a:ext>
            </a:extLst>
          </p:cNvPr>
          <p:cNvSpPr/>
          <p:nvPr/>
        </p:nvSpPr>
        <p:spPr bwMode="gray">
          <a:xfrm>
            <a:off x="11712575" y="6533965"/>
            <a:ext cx="263402" cy="230819"/>
          </a:xfrm>
          <a:prstGeom prst="actionButtonReturn">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869696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D9A943-F684-1315-1FDF-7D4C5699DBC9}"/>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2242D4B3-36B9-EBA4-79D2-03369671A5FA}"/>
              </a:ext>
            </a:extLst>
          </p:cNvPr>
          <p:cNvSpPr>
            <a:spLocks noGrp="1"/>
          </p:cNvSpPr>
          <p:nvPr>
            <p:ph type="sldNum" sz="quarter" idx="11"/>
          </p:nvPr>
        </p:nvSpPr>
        <p:spPr/>
        <p:txBody>
          <a:bodyPr/>
          <a:lstStyle/>
          <a:p>
            <a:fld id="{8FF9B0DE-3FEB-4AA0-B465-B80EF7C1333D}" type="slidenum">
              <a:rPr lang="en-US" smtClean="0"/>
              <a:pPr/>
              <a:t>31</a:t>
            </a:fld>
            <a:endParaRPr lang="en-US"/>
          </a:p>
        </p:txBody>
      </p:sp>
      <p:graphicFrame>
        <p:nvGraphicFramePr>
          <p:cNvPr id="6" name="Table 6">
            <a:extLst>
              <a:ext uri="{FF2B5EF4-FFF2-40B4-BE49-F238E27FC236}">
                <a16:creationId xmlns:a16="http://schemas.microsoft.com/office/drawing/2014/main" id="{D6092912-092F-C75E-E879-AC818D39A91C}"/>
              </a:ext>
            </a:extLst>
          </p:cNvPr>
          <p:cNvGraphicFramePr>
            <a:graphicFrameLocks noGrp="1"/>
          </p:cNvGraphicFramePr>
          <p:nvPr/>
        </p:nvGraphicFramePr>
        <p:xfrm>
          <a:off x="479408" y="837000"/>
          <a:ext cx="11305176" cy="6021000"/>
        </p:xfrm>
        <a:graphic>
          <a:graphicData uri="http://schemas.openxmlformats.org/drawingml/2006/table">
            <a:tbl>
              <a:tblPr firstRow="1" bandRow="1">
                <a:tableStyleId>{9D7B26C5-4107-4FEC-AEDC-1716B250A1EF}</a:tableStyleId>
              </a:tblPr>
              <a:tblGrid>
                <a:gridCol w="5652588">
                  <a:extLst>
                    <a:ext uri="{9D8B030D-6E8A-4147-A177-3AD203B41FA5}">
                      <a16:colId xmlns:a16="http://schemas.microsoft.com/office/drawing/2014/main" val="1386885109"/>
                    </a:ext>
                  </a:extLst>
                </a:gridCol>
                <a:gridCol w="5652588">
                  <a:extLst>
                    <a:ext uri="{9D8B030D-6E8A-4147-A177-3AD203B41FA5}">
                      <a16:colId xmlns:a16="http://schemas.microsoft.com/office/drawing/2014/main" val="3046215620"/>
                    </a:ext>
                  </a:extLst>
                </a:gridCol>
              </a:tblGrid>
              <a:tr h="2366700">
                <a:tc>
                  <a:txBody>
                    <a:bodyPr/>
                    <a:lstStyle/>
                    <a:p>
                      <a:endParaRPr lang="en-US" sz="1800" b="1" kern="120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t>2. CN track record in MASH Phase 2: </a:t>
                      </a:r>
                      <a:r>
                        <a:rPr lang="en-US">
                          <a:solidFill>
                            <a:schemeClr val="tx2"/>
                          </a:solidFill>
                        </a:rPr>
                        <a:t>9.5%</a:t>
                      </a:r>
                    </a:p>
                    <a:p>
                      <a:endParaRPr lang="en-US"/>
                    </a:p>
                    <a:p>
                      <a:endParaRPr lang="en-US"/>
                    </a:p>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5769047"/>
                  </a:ext>
                </a:extLst>
              </a:tr>
              <a:tr h="3654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tx1"/>
                          </a:solidFill>
                          <a:latin typeface="+mn-lt"/>
                          <a:ea typeface="+mn-ea"/>
                          <a:cs typeface="+mn-cs"/>
                        </a:rPr>
                        <a:t>3. Industry benchmark: </a:t>
                      </a:r>
                      <a:r>
                        <a:rPr lang="en-US" sz="1800" b="1" kern="1200">
                          <a:solidFill>
                            <a:schemeClr val="tx2"/>
                          </a:solidFill>
                          <a:latin typeface="+mn-lt"/>
                          <a:ea typeface="+mn-ea"/>
                          <a:cs typeface="+mn-cs"/>
                        </a:rPr>
                        <a:t>8% - 14.6%</a:t>
                      </a:r>
                      <a:endParaRPr lang="en-US"/>
                    </a:p>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kumimoji="0" lang="en-US" sz="1800" b="1" i="0" u="none" strike="noStrike" kern="1200" cap="none" spc="0" normalizeH="0" baseline="0" noProof="0">
                          <a:ln>
                            <a:noFill/>
                          </a:ln>
                          <a:solidFill>
                            <a:prstClr val="black"/>
                          </a:solidFill>
                          <a:effectLst/>
                          <a:uLnTx/>
                          <a:uFillTx/>
                          <a:latin typeface="+mn-lt"/>
                          <a:ea typeface="+mn-ea"/>
                          <a:cs typeface="+mn-cs"/>
                        </a:rPr>
                        <a:t>4. Statistical consideration</a:t>
                      </a:r>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289022635"/>
                  </a:ext>
                </a:extLst>
              </a:tr>
            </a:tbl>
          </a:graphicData>
        </a:graphic>
      </p:graphicFrame>
      <p:sp>
        <p:nvSpPr>
          <p:cNvPr id="7" name="Textplatzhalter 2">
            <a:extLst>
              <a:ext uri="{FF2B5EF4-FFF2-40B4-BE49-F238E27FC236}">
                <a16:creationId xmlns:a16="http://schemas.microsoft.com/office/drawing/2014/main" id="{589B47C5-EC2E-0608-6774-5FB35BDC3FBB}"/>
              </a:ext>
            </a:extLst>
          </p:cNvPr>
          <p:cNvSpPr txBox="1">
            <a:spLocks/>
          </p:cNvSpPr>
          <p:nvPr/>
        </p:nvSpPr>
        <p:spPr bwMode="gray">
          <a:xfrm>
            <a:off x="578970" y="836670"/>
            <a:ext cx="5442937" cy="230414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342900" indent="-342900">
              <a:buAutoNum type="arabicPeriod"/>
            </a:pPr>
            <a:r>
              <a:rPr lang="en-US" sz="1800" b="1"/>
              <a:t>Global preliminary feasibility check</a:t>
            </a:r>
            <a:endParaRPr lang="en-US" sz="1800" b="1">
              <a:solidFill>
                <a:schemeClr val="tx2"/>
              </a:solidFill>
            </a:endParaRPr>
          </a:p>
          <a:p>
            <a:pPr marL="351450" marR="0" lvl="1"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a:ln>
                  <a:noFill/>
                </a:ln>
                <a:solidFill>
                  <a:schemeClr val="tx1"/>
                </a:solidFill>
                <a:effectLst/>
                <a:uLnTx/>
                <a:uFillTx/>
                <a:latin typeface="+mn-lt"/>
                <a:ea typeface="+mn-ea"/>
                <a:cs typeface="+mn-cs"/>
              </a:rPr>
              <a:t>Study 1404.0044 (F2/3): </a:t>
            </a:r>
          </a:p>
          <a:p>
            <a:pPr marL="180000" marR="0" lvl="1"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a:ln>
                  <a:noFill/>
                </a:ln>
                <a:solidFill>
                  <a:schemeClr val="tx1"/>
                </a:solidFill>
                <a:effectLst/>
                <a:uLnTx/>
                <a:uFillTx/>
                <a:latin typeface="+mn-lt"/>
                <a:ea typeface="+mn-ea"/>
                <a:cs typeface="+mn-cs"/>
              </a:rPr>
              <a:t>    CN 82+HK 22+TW 22 = 126 (</a:t>
            </a:r>
            <a:r>
              <a:rPr kumimoji="0" lang="en-US" altLang="zh-CN" sz="1800" b="0" i="0" u="none" strike="noStrike" kern="1200" cap="none" spc="0" normalizeH="0" baseline="0" noProof="0">
                <a:ln>
                  <a:noFill/>
                </a:ln>
                <a:solidFill>
                  <a:schemeClr val="tx2"/>
                </a:solidFill>
                <a:effectLst/>
                <a:uLnTx/>
                <a:uFillTx/>
                <a:latin typeface="+mn-lt"/>
                <a:ea typeface="+mn-ea"/>
                <a:cs typeface="+mn-cs"/>
              </a:rPr>
              <a:t>7%</a:t>
            </a:r>
            <a:r>
              <a:rPr kumimoji="0" lang="en-US" altLang="zh-CN" sz="1800" b="0" i="0" u="none" strike="noStrike" kern="1200" cap="none" spc="0" normalizeH="0" baseline="0" noProof="0">
                <a:ln>
                  <a:noFill/>
                </a:ln>
                <a:solidFill>
                  <a:schemeClr val="tx1"/>
                </a:solidFill>
                <a:effectLst/>
                <a:uLnTx/>
                <a:uFillTx/>
                <a:latin typeface="+mn-lt"/>
                <a:ea typeface="+mn-ea"/>
                <a:cs typeface="+mn-cs"/>
              </a:rPr>
              <a:t>)</a:t>
            </a:r>
          </a:p>
          <a:p>
            <a:pPr marL="351450" marR="0" lvl="1"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a:ln>
                  <a:noFill/>
                </a:ln>
                <a:solidFill>
                  <a:schemeClr val="tx1"/>
                </a:solidFill>
                <a:effectLst/>
                <a:uLnTx/>
                <a:uFillTx/>
                <a:latin typeface="+mn-lt"/>
                <a:ea typeface="+mn-ea"/>
                <a:cs typeface="+mn-cs"/>
              </a:rPr>
              <a:t>Study 1404.0064 (F4): </a:t>
            </a:r>
          </a:p>
          <a:p>
            <a:pPr marL="180000" marR="0" lvl="1" indent="0" algn="l" defTabSz="914400" rtl="0" eaLnBrk="1" fontAlgn="auto" latinLnBrk="0" hangingPunct="1">
              <a:lnSpc>
                <a:spcPct val="140000"/>
              </a:lnSpc>
              <a:spcBef>
                <a:spcPts val="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a:ln>
                  <a:noFill/>
                </a:ln>
                <a:solidFill>
                  <a:schemeClr val="tx1"/>
                </a:solidFill>
                <a:effectLst/>
                <a:uLnTx/>
                <a:uFillTx/>
                <a:latin typeface="+mn-lt"/>
                <a:ea typeface="+mn-ea"/>
                <a:cs typeface="+mn-cs"/>
              </a:rPr>
              <a:t>    </a:t>
            </a:r>
            <a:r>
              <a:rPr kumimoji="0" lang="pl-PL" altLang="zh-CN" sz="1800" b="0" i="0" u="none" strike="noStrike" kern="1200" cap="none" spc="0" normalizeH="0" baseline="0" noProof="0">
                <a:ln>
                  <a:noFill/>
                </a:ln>
                <a:solidFill>
                  <a:prstClr val="black"/>
                </a:solidFill>
                <a:effectLst/>
                <a:uLnTx/>
                <a:uFillTx/>
                <a:latin typeface="+mn-lt"/>
                <a:ea typeface="+mn-ea"/>
                <a:cs typeface="+mn-cs"/>
              </a:rPr>
              <a:t>CN 56+HK 19+TW 21</a:t>
            </a:r>
            <a:r>
              <a:rPr kumimoji="0" lang="en-US" altLang="zh-CN" sz="1800" b="0" i="0" u="none" strike="noStrike" kern="1200" cap="none" spc="0" normalizeH="0" baseline="0" noProof="0">
                <a:ln>
                  <a:noFill/>
                </a:ln>
                <a:solidFill>
                  <a:prstClr val="black"/>
                </a:solidFill>
                <a:effectLst/>
                <a:uLnTx/>
                <a:uFillTx/>
                <a:latin typeface="+mn-lt"/>
                <a:ea typeface="+mn-ea"/>
                <a:cs typeface="+mn-cs"/>
              </a:rPr>
              <a:t>= </a:t>
            </a:r>
            <a:r>
              <a:rPr kumimoji="0" lang="pl-PL" altLang="zh-CN" sz="1800" b="0" i="0" u="none" strike="noStrike" kern="1200" cap="none" spc="0" normalizeH="0" baseline="0" noProof="0">
                <a:ln>
                  <a:noFill/>
                </a:ln>
                <a:solidFill>
                  <a:prstClr val="black"/>
                </a:solidFill>
                <a:effectLst/>
                <a:uLnTx/>
                <a:uFillTx/>
                <a:latin typeface="+mn-lt"/>
                <a:ea typeface="+mn-ea"/>
                <a:cs typeface="+mn-cs"/>
              </a:rPr>
              <a:t>96 (</a:t>
            </a:r>
            <a:r>
              <a:rPr kumimoji="0" lang="pl-PL" altLang="zh-CN" sz="1800" b="0" i="0" u="none" strike="noStrike" kern="1200" cap="none" spc="0" normalizeH="0" baseline="0" noProof="0">
                <a:ln>
                  <a:noFill/>
                </a:ln>
                <a:solidFill>
                  <a:schemeClr val="tx2"/>
                </a:solidFill>
                <a:effectLst/>
                <a:uLnTx/>
                <a:uFillTx/>
                <a:latin typeface="+mn-lt"/>
                <a:ea typeface="+mn-ea"/>
                <a:cs typeface="+mn-cs"/>
              </a:rPr>
              <a:t>6.2%</a:t>
            </a:r>
            <a:r>
              <a:rPr kumimoji="0" lang="pl-PL" altLang="zh-CN" sz="1800" b="0" i="0" u="none" strike="noStrike" kern="1200" cap="none" spc="0" normalizeH="0" baseline="0" noProof="0">
                <a:ln>
                  <a:noFill/>
                </a:ln>
                <a:solidFill>
                  <a:prstClr val="black"/>
                </a:solidFill>
                <a:effectLst/>
                <a:uLnTx/>
                <a:uFillTx/>
                <a:latin typeface="+mn-lt"/>
                <a:ea typeface="+mn-ea"/>
                <a:cs typeface="+mn-cs"/>
              </a:rPr>
              <a:t>)</a:t>
            </a:r>
            <a:endParaRPr kumimoji="0" lang="zh-CN" altLang="en-US" sz="2400" b="0" i="0" u="none" strike="noStrike" kern="1200" cap="none" spc="0" normalizeH="0" baseline="0" noProof="0">
              <a:ln>
                <a:noFill/>
              </a:ln>
              <a:solidFill>
                <a:prstClr val="black"/>
              </a:solidFill>
              <a:effectLst/>
              <a:uLnTx/>
              <a:uFillTx/>
              <a:latin typeface="+mn-lt"/>
              <a:ea typeface="+mn-ea"/>
              <a:cs typeface="+mn-cs"/>
            </a:endParaRPr>
          </a:p>
          <a:p>
            <a:pPr marL="0" indent="0">
              <a:buNone/>
            </a:pPr>
            <a:endParaRPr lang="en-US" sz="1800" b="1">
              <a:solidFill>
                <a:schemeClr val="tx2"/>
              </a:solidFill>
            </a:endParaRPr>
          </a:p>
        </p:txBody>
      </p:sp>
      <p:pic>
        <p:nvPicPr>
          <p:cNvPr id="14" name="Picture 13">
            <a:extLst>
              <a:ext uri="{FF2B5EF4-FFF2-40B4-BE49-F238E27FC236}">
                <a16:creationId xmlns:a16="http://schemas.microsoft.com/office/drawing/2014/main" id="{C8A6A39D-6942-4562-C00A-7B604F83471C}"/>
              </a:ext>
            </a:extLst>
          </p:cNvPr>
          <p:cNvPicPr>
            <a:picLocks noChangeAspect="1"/>
          </p:cNvPicPr>
          <p:nvPr/>
        </p:nvPicPr>
        <p:blipFill>
          <a:blip r:embed="rId2"/>
          <a:stretch>
            <a:fillRect/>
          </a:stretch>
        </p:blipFill>
        <p:spPr>
          <a:xfrm>
            <a:off x="950686" y="3793705"/>
            <a:ext cx="4270065" cy="1867295"/>
          </a:xfrm>
          <a:prstGeom prst="rect">
            <a:avLst/>
          </a:prstGeom>
        </p:spPr>
      </p:pic>
      <p:pic>
        <p:nvPicPr>
          <p:cNvPr id="16" name="Picture 15">
            <a:extLst>
              <a:ext uri="{FF2B5EF4-FFF2-40B4-BE49-F238E27FC236}">
                <a16:creationId xmlns:a16="http://schemas.microsoft.com/office/drawing/2014/main" id="{A5FB69E8-AE7A-895D-426C-922BC1CAC8C1}"/>
              </a:ext>
            </a:extLst>
          </p:cNvPr>
          <p:cNvPicPr>
            <a:picLocks noChangeAspect="1"/>
          </p:cNvPicPr>
          <p:nvPr/>
        </p:nvPicPr>
        <p:blipFill>
          <a:blip r:embed="rId3"/>
          <a:stretch>
            <a:fillRect/>
          </a:stretch>
        </p:blipFill>
        <p:spPr>
          <a:xfrm>
            <a:off x="6702397" y="1332055"/>
            <a:ext cx="4259813" cy="1842266"/>
          </a:xfrm>
          <a:prstGeom prst="rect">
            <a:avLst/>
          </a:prstGeom>
        </p:spPr>
      </p:pic>
      <p:pic>
        <p:nvPicPr>
          <p:cNvPr id="17" name="Picture 16">
            <a:extLst>
              <a:ext uri="{FF2B5EF4-FFF2-40B4-BE49-F238E27FC236}">
                <a16:creationId xmlns:a16="http://schemas.microsoft.com/office/drawing/2014/main" id="{EF78CFDD-C1C0-1C2B-12EE-34371B77C44F}"/>
              </a:ext>
            </a:extLst>
          </p:cNvPr>
          <p:cNvPicPr>
            <a:picLocks noChangeAspect="1"/>
          </p:cNvPicPr>
          <p:nvPr/>
        </p:nvPicPr>
        <p:blipFill>
          <a:blip r:embed="rId4"/>
          <a:stretch>
            <a:fillRect/>
          </a:stretch>
        </p:blipFill>
        <p:spPr>
          <a:xfrm>
            <a:off x="6535220" y="3187540"/>
            <a:ext cx="4660381" cy="3725654"/>
          </a:xfrm>
          <a:prstGeom prst="rect">
            <a:avLst/>
          </a:prstGeom>
        </p:spPr>
      </p:pic>
      <p:sp>
        <p:nvSpPr>
          <p:cNvPr id="18" name="Rectangle 17">
            <a:extLst>
              <a:ext uri="{FF2B5EF4-FFF2-40B4-BE49-F238E27FC236}">
                <a16:creationId xmlns:a16="http://schemas.microsoft.com/office/drawing/2014/main" id="{2278677D-2208-CD38-5415-54CF710F7134}"/>
              </a:ext>
            </a:extLst>
          </p:cNvPr>
          <p:cNvSpPr/>
          <p:nvPr/>
        </p:nvSpPr>
        <p:spPr bwMode="gray">
          <a:xfrm>
            <a:off x="7071978" y="3852306"/>
            <a:ext cx="341906" cy="256032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9" name="Rectangle 18">
            <a:extLst>
              <a:ext uri="{FF2B5EF4-FFF2-40B4-BE49-F238E27FC236}">
                <a16:creationId xmlns:a16="http://schemas.microsoft.com/office/drawing/2014/main" id="{37FE16B0-523C-59B5-3ABB-FCD233D2A1F0}"/>
              </a:ext>
            </a:extLst>
          </p:cNvPr>
          <p:cNvSpPr/>
          <p:nvPr/>
        </p:nvSpPr>
        <p:spPr bwMode="gray">
          <a:xfrm>
            <a:off x="8901884" y="3945331"/>
            <a:ext cx="341906" cy="246877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 name="TextBox 2">
            <a:extLst>
              <a:ext uri="{FF2B5EF4-FFF2-40B4-BE49-F238E27FC236}">
                <a16:creationId xmlns:a16="http://schemas.microsoft.com/office/drawing/2014/main" id="{D94FB58B-641B-B289-F134-BADCC75B4787}"/>
              </a:ext>
            </a:extLst>
          </p:cNvPr>
          <p:cNvSpPr txBox="1"/>
          <p:nvPr/>
        </p:nvSpPr>
        <p:spPr bwMode="gray">
          <a:xfrm>
            <a:off x="479408" y="188881"/>
            <a:ext cx="11426842" cy="400110"/>
          </a:xfrm>
          <a:prstGeom prst="rect">
            <a:avLst/>
          </a:prstGeom>
          <a:noFill/>
        </p:spPr>
        <p:txBody>
          <a:bodyPr wrap="square">
            <a:spAutoFit/>
          </a:bodyPr>
          <a:lstStyle/>
          <a:p>
            <a:pPr>
              <a:defRPr/>
            </a:pPr>
            <a:r>
              <a:rPr lang="en-US" altLang="zh-CN" sz="2000" b="1">
                <a:solidFill>
                  <a:schemeClr val="accent1">
                    <a:lumMod val="90000"/>
                    <a:lumOff val="10000"/>
                  </a:schemeClr>
                </a:solidFill>
                <a:latin typeface="+mj-lt"/>
                <a:ea typeface="+mj-ea"/>
                <a:cs typeface="Calibri" panose="020F0502020204030204" pitchFamily="34" charset="0"/>
              </a:rPr>
              <a:t>CN sample size (incl HK and TW): 8% for Study 44 (MASH F2/3) and 7% for Study 64 (MASH F4) </a:t>
            </a:r>
          </a:p>
        </p:txBody>
      </p:sp>
    </p:spTree>
    <p:extLst>
      <p:ext uri="{BB962C8B-B14F-4D97-AF65-F5344CB8AC3E}">
        <p14:creationId xmlns:p14="http://schemas.microsoft.com/office/powerpoint/2010/main" val="136649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568A514A-C86E-6D7A-AF8A-666BDE98FF11}"/>
              </a:ext>
            </a:extLst>
          </p:cNvPr>
          <p:cNvSpPr>
            <a:spLocks noGrp="1"/>
          </p:cNvSpPr>
          <p:nvPr>
            <p:ph type="title"/>
          </p:nvPr>
        </p:nvSpPr>
        <p:spPr/>
        <p:txBody>
          <a:bodyPr/>
          <a:lstStyle/>
          <a:p>
            <a:r>
              <a:rPr lang="en-US" altLang="zh-CN"/>
              <a:t>NASH faces huge unmet needs that will not be fulfilled soon</a:t>
            </a:r>
          </a:p>
        </p:txBody>
      </p:sp>
      <p:sp>
        <p:nvSpPr>
          <p:cNvPr id="2" name="灯片编号占位符 2">
            <a:extLst>
              <a:ext uri="{FF2B5EF4-FFF2-40B4-BE49-F238E27FC236}">
                <a16:creationId xmlns:a16="http://schemas.microsoft.com/office/drawing/2014/main" id="{3E12A310-37ED-D28F-8EFC-0CB78FD24EBA}"/>
              </a:ext>
            </a:extLst>
          </p:cNvPr>
          <p:cNvSpPr>
            <a:spLocks noGrp="1"/>
          </p:cNvSpPr>
          <p:nvPr>
            <p:ph type="sldNum" sz="quarter" idx="12"/>
          </p:nvPr>
        </p:nvSpPr>
        <p:spPr>
          <a:xfrm>
            <a:off x="594688" y="6577842"/>
            <a:ext cx="84960" cy="205121"/>
          </a:xfrm>
        </p:spPr>
        <p:txBody>
          <a:bodyPr/>
          <a:lstStyle/>
          <a:p>
            <a:pPr defTabSz="1219140"/>
            <a:fld id="{143B55C4-4F5A-416B-997D-6CE47EB0A945}" type="slidenum">
              <a:rPr lang="en-GB">
                <a:solidFill>
                  <a:srgbClr val="FFFFFF">
                    <a:lumMod val="50000"/>
                  </a:srgbClr>
                </a:solidFill>
              </a:rPr>
              <a:pPr defTabSz="1219140"/>
              <a:t>32</a:t>
            </a:fld>
            <a:endParaRPr lang="en-GB">
              <a:solidFill>
                <a:srgbClr val="FFFFFF">
                  <a:lumMod val="50000"/>
                </a:srgbClr>
              </a:solidFill>
            </a:endParaRPr>
          </a:p>
        </p:txBody>
      </p:sp>
      <p:sp>
        <p:nvSpPr>
          <p:cNvPr id="11" name="矩形: 圆角 10">
            <a:extLst>
              <a:ext uri="{FF2B5EF4-FFF2-40B4-BE49-F238E27FC236}">
                <a16:creationId xmlns:a16="http://schemas.microsoft.com/office/drawing/2014/main" id="{E2F8160A-148E-73E5-9E09-85762B5B7F40}"/>
              </a:ext>
            </a:extLst>
          </p:cNvPr>
          <p:cNvSpPr/>
          <p:nvPr/>
        </p:nvSpPr>
        <p:spPr>
          <a:xfrm>
            <a:off x="10127522" y="4451484"/>
            <a:ext cx="457199" cy="228600"/>
          </a:xfrm>
          <a:prstGeom prst="round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4">
              <a:defRPr/>
            </a:pPr>
            <a:endParaRPr lang="zh-CN" altLang="en-US" sz="1400">
              <a:solidFill>
                <a:srgbClr val="000000"/>
              </a:solidFill>
              <a:latin typeface="BISansOpti"/>
            </a:endParaRPr>
          </a:p>
        </p:txBody>
      </p:sp>
      <p:graphicFrame>
        <p:nvGraphicFramePr>
          <p:cNvPr id="19" name="Table 6">
            <a:extLst>
              <a:ext uri="{FF2B5EF4-FFF2-40B4-BE49-F238E27FC236}">
                <a16:creationId xmlns:a16="http://schemas.microsoft.com/office/drawing/2014/main" id="{4B6C7F6C-72A4-D681-B476-CB37096789E9}"/>
              </a:ext>
            </a:extLst>
          </p:cNvPr>
          <p:cNvGraphicFramePr>
            <a:graphicFrameLocks noGrp="1"/>
          </p:cNvGraphicFramePr>
          <p:nvPr/>
        </p:nvGraphicFramePr>
        <p:xfrm>
          <a:off x="228600" y="1051560"/>
          <a:ext cx="11733744" cy="320040"/>
        </p:xfrm>
        <a:graphic>
          <a:graphicData uri="http://schemas.openxmlformats.org/drawingml/2006/table">
            <a:tbl>
              <a:tblPr firstRow="1" bandRow="1">
                <a:tableStyleId>{5C22544A-7EE6-4342-B048-85BDC9FD1C3A}</a:tableStyleId>
              </a:tblPr>
              <a:tblGrid>
                <a:gridCol w="1066704">
                  <a:extLst>
                    <a:ext uri="{9D8B030D-6E8A-4147-A177-3AD203B41FA5}">
                      <a16:colId xmlns:a16="http://schemas.microsoft.com/office/drawing/2014/main" val="3917695060"/>
                    </a:ext>
                  </a:extLst>
                </a:gridCol>
                <a:gridCol w="1066704">
                  <a:extLst>
                    <a:ext uri="{9D8B030D-6E8A-4147-A177-3AD203B41FA5}">
                      <a16:colId xmlns:a16="http://schemas.microsoft.com/office/drawing/2014/main" val="879401315"/>
                    </a:ext>
                  </a:extLst>
                </a:gridCol>
                <a:gridCol w="1066704">
                  <a:extLst>
                    <a:ext uri="{9D8B030D-6E8A-4147-A177-3AD203B41FA5}">
                      <a16:colId xmlns:a16="http://schemas.microsoft.com/office/drawing/2014/main" val="2385344088"/>
                    </a:ext>
                  </a:extLst>
                </a:gridCol>
                <a:gridCol w="1066704">
                  <a:extLst>
                    <a:ext uri="{9D8B030D-6E8A-4147-A177-3AD203B41FA5}">
                      <a16:colId xmlns:a16="http://schemas.microsoft.com/office/drawing/2014/main" val="63752466"/>
                    </a:ext>
                  </a:extLst>
                </a:gridCol>
                <a:gridCol w="1066704">
                  <a:extLst>
                    <a:ext uri="{9D8B030D-6E8A-4147-A177-3AD203B41FA5}">
                      <a16:colId xmlns:a16="http://schemas.microsoft.com/office/drawing/2014/main" val="3645023865"/>
                    </a:ext>
                  </a:extLst>
                </a:gridCol>
                <a:gridCol w="3200112">
                  <a:extLst>
                    <a:ext uri="{9D8B030D-6E8A-4147-A177-3AD203B41FA5}">
                      <a16:colId xmlns:a16="http://schemas.microsoft.com/office/drawing/2014/main" val="3350497669"/>
                    </a:ext>
                  </a:extLst>
                </a:gridCol>
                <a:gridCol w="3200112">
                  <a:extLst>
                    <a:ext uri="{9D8B030D-6E8A-4147-A177-3AD203B41FA5}">
                      <a16:colId xmlns:a16="http://schemas.microsoft.com/office/drawing/2014/main" val="1353201322"/>
                    </a:ext>
                  </a:extLst>
                </a:gridCol>
              </a:tblGrid>
              <a:tr h="320040">
                <a:tc>
                  <a:txBody>
                    <a:bodyPr/>
                    <a:lstStyle/>
                    <a:p>
                      <a:pPr algn="ctr"/>
                      <a:r>
                        <a:rPr lang="en-GB" sz="1500"/>
                        <a:t>2026</a:t>
                      </a:r>
                    </a:p>
                  </a:txBody>
                  <a:tcPr/>
                </a:tc>
                <a:tc>
                  <a:txBody>
                    <a:bodyPr/>
                    <a:lstStyle/>
                    <a:p>
                      <a:pPr algn="ctr"/>
                      <a:r>
                        <a:rPr lang="en-GB" sz="1500"/>
                        <a:t>2027</a:t>
                      </a:r>
                    </a:p>
                  </a:txBody>
                  <a:tcPr/>
                </a:tc>
                <a:tc>
                  <a:txBody>
                    <a:bodyPr/>
                    <a:lstStyle/>
                    <a:p>
                      <a:pPr algn="ctr"/>
                      <a:r>
                        <a:rPr lang="en-GB" sz="1500"/>
                        <a:t>2028</a:t>
                      </a:r>
                    </a:p>
                  </a:txBody>
                  <a:tcPr anchor="ctr"/>
                </a:tc>
                <a:tc>
                  <a:txBody>
                    <a:bodyPr/>
                    <a:lstStyle/>
                    <a:p>
                      <a:pPr algn="ctr"/>
                      <a:r>
                        <a:rPr lang="en-GB" sz="1500"/>
                        <a:t>2029</a:t>
                      </a:r>
                    </a:p>
                  </a:txBody>
                  <a:tcPr/>
                </a:tc>
                <a:tc>
                  <a:txBody>
                    <a:bodyPr/>
                    <a:lstStyle/>
                    <a:p>
                      <a:pPr algn="ctr"/>
                      <a:r>
                        <a:rPr lang="en-GB" sz="1500"/>
                        <a:t>2030</a:t>
                      </a:r>
                    </a:p>
                  </a:txBody>
                  <a:tcPr/>
                </a:tc>
                <a:tc>
                  <a:txBody>
                    <a:bodyPr/>
                    <a:lstStyle/>
                    <a:p>
                      <a:pPr algn="ctr"/>
                      <a:r>
                        <a:rPr lang="en-GB" sz="1500"/>
                        <a:t>2031-2033</a:t>
                      </a:r>
                    </a:p>
                  </a:txBody>
                  <a:tcPr/>
                </a:tc>
                <a:tc>
                  <a:txBody>
                    <a:bodyPr/>
                    <a:lstStyle/>
                    <a:p>
                      <a:pPr algn="ctr"/>
                      <a:r>
                        <a:rPr lang="en-GB" sz="1500"/>
                        <a:t>2034-2036</a:t>
                      </a:r>
                    </a:p>
                  </a:txBody>
                  <a:tcPr/>
                </a:tc>
                <a:extLst>
                  <a:ext uri="{0D108BD9-81ED-4DB2-BD59-A6C34878D82A}">
                    <a16:rowId xmlns:a16="http://schemas.microsoft.com/office/drawing/2014/main" val="2474337731"/>
                  </a:ext>
                </a:extLst>
              </a:tr>
            </a:tbl>
          </a:graphicData>
        </a:graphic>
      </p:graphicFrame>
      <p:grpSp>
        <p:nvGrpSpPr>
          <p:cNvPr id="49" name="组合 48">
            <a:extLst>
              <a:ext uri="{FF2B5EF4-FFF2-40B4-BE49-F238E27FC236}">
                <a16:creationId xmlns:a16="http://schemas.microsoft.com/office/drawing/2014/main" id="{3300170B-050B-09D0-277E-EB4B96E29E45}"/>
              </a:ext>
            </a:extLst>
          </p:cNvPr>
          <p:cNvGrpSpPr/>
          <p:nvPr/>
        </p:nvGrpSpPr>
        <p:grpSpPr>
          <a:xfrm>
            <a:off x="4501940" y="1441200"/>
            <a:ext cx="1044000" cy="540000"/>
            <a:chOff x="2168442" y="2617434"/>
            <a:chExt cx="1225168" cy="540000"/>
          </a:xfrm>
          <a:solidFill>
            <a:srgbClr val="E0EBEB"/>
          </a:solidFill>
        </p:grpSpPr>
        <p:sp>
          <p:nvSpPr>
            <p:cNvPr id="50" name="TextBox 100">
              <a:extLst>
                <a:ext uri="{FF2B5EF4-FFF2-40B4-BE49-F238E27FC236}">
                  <a16:creationId xmlns:a16="http://schemas.microsoft.com/office/drawing/2014/main" id="{AF74974F-4539-A6E1-B978-F5032423AD32}"/>
                </a:ext>
              </a:extLst>
            </p:cNvPr>
            <p:cNvSpPr>
              <a:spLocks noChangeArrowheads="1"/>
            </p:cNvSpPr>
            <p:nvPr/>
          </p:nvSpPr>
          <p:spPr bwMode="auto">
            <a:xfrm>
              <a:off x="2198887" y="2617434"/>
              <a:ext cx="1188000" cy="540000"/>
            </a:xfrm>
            <a:prstGeom prst="roundRect">
              <a:avLst>
                <a:gd name="adj" fmla="val 16667"/>
              </a:avLst>
            </a:prstGeom>
            <a:solidFill>
              <a:schemeClr val="tx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Semaglutide </a:t>
              </a:r>
            </a:p>
            <a:p>
              <a:pPr algn="ctr" defTabSz="914208">
                <a:defRPr/>
              </a:pPr>
              <a:r>
                <a:rPr lang="en-US" sz="900" i="1" kern="0">
                  <a:solidFill>
                    <a:srgbClr val="004259"/>
                  </a:solidFill>
                  <a:latin typeface="Calibri" panose="020F0502020204030204" pitchFamily="34" charset="0"/>
                </a:rPr>
                <a:t>(Novo Nordisk)</a:t>
              </a:r>
            </a:p>
            <a:p>
              <a:pPr algn="ctr" defTabSz="914208">
                <a:defRPr/>
              </a:pPr>
              <a:r>
                <a:rPr lang="en-US" altLang="zh-CN" sz="900" kern="0">
                  <a:solidFill>
                    <a:srgbClr val="004259"/>
                  </a:solidFill>
                  <a:latin typeface="Calibri" panose="020F0502020204030204" pitchFamily="34" charset="0"/>
                </a:rPr>
                <a:t>GLP1</a:t>
              </a:r>
            </a:p>
          </p:txBody>
        </p:sp>
        <p:sp>
          <p:nvSpPr>
            <p:cNvPr id="52" name="Oval 137">
              <a:extLst>
                <a:ext uri="{FF2B5EF4-FFF2-40B4-BE49-F238E27FC236}">
                  <a16:creationId xmlns:a16="http://schemas.microsoft.com/office/drawing/2014/main" id="{E463DD42-69CC-EE6A-4A66-3222F3107A86}"/>
                </a:ext>
              </a:extLst>
            </p:cNvPr>
            <p:cNvSpPr/>
            <p:nvPr/>
          </p:nvSpPr>
          <p:spPr>
            <a:xfrm>
              <a:off x="3183533" y="2913862"/>
              <a:ext cx="210077" cy="180000"/>
            </a:xfrm>
            <a:prstGeom prst="ellipse">
              <a:avLst/>
            </a:prstGeom>
            <a:grp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004259"/>
                  </a:solidFill>
                  <a:latin typeface="Calibri" panose="020F0502020204030204" pitchFamily="34" charset="0"/>
                </a:rPr>
                <a:t>Q1</a:t>
              </a:r>
            </a:p>
          </p:txBody>
        </p:sp>
        <p:pic>
          <p:nvPicPr>
            <p:cNvPr id="54" name="Picture 146">
              <a:extLst>
                <a:ext uri="{FF2B5EF4-FFF2-40B4-BE49-F238E27FC236}">
                  <a16:creationId xmlns:a16="http://schemas.microsoft.com/office/drawing/2014/main" id="{6CDE690C-F1EA-6FDA-25ED-19CBAF6BD082}"/>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a:noFill/>
          </p:spPr>
        </p:pic>
      </p:grpSp>
      <p:grpSp>
        <p:nvGrpSpPr>
          <p:cNvPr id="68" name="组合 67">
            <a:extLst>
              <a:ext uri="{FF2B5EF4-FFF2-40B4-BE49-F238E27FC236}">
                <a16:creationId xmlns:a16="http://schemas.microsoft.com/office/drawing/2014/main" id="{AD20AA05-741F-71DD-14B4-013D1F72FFC5}"/>
              </a:ext>
            </a:extLst>
          </p:cNvPr>
          <p:cNvGrpSpPr/>
          <p:nvPr/>
        </p:nvGrpSpPr>
        <p:grpSpPr>
          <a:xfrm>
            <a:off x="2362201" y="2040239"/>
            <a:ext cx="1044000" cy="540000"/>
            <a:chOff x="7470691" y="3856657"/>
            <a:chExt cx="1208529" cy="540000"/>
          </a:xfrm>
          <a:solidFill>
            <a:srgbClr val="A3C1E0"/>
          </a:solidFill>
        </p:grpSpPr>
        <p:sp>
          <p:nvSpPr>
            <p:cNvPr id="69" name="TextBox 100">
              <a:extLst>
                <a:ext uri="{FF2B5EF4-FFF2-40B4-BE49-F238E27FC236}">
                  <a16:creationId xmlns:a16="http://schemas.microsoft.com/office/drawing/2014/main" id="{329B7EC7-9D5B-E5EE-D1E1-C5D951D9D05A}"/>
                </a:ext>
              </a:extLst>
            </p:cNvPr>
            <p:cNvSpPr>
              <a:spLocks noChangeArrowheads="1"/>
            </p:cNvSpPr>
            <p:nvPr/>
          </p:nvSpPr>
          <p:spPr bwMode="auto">
            <a:xfrm>
              <a:off x="7470691" y="3856657"/>
              <a:ext cx="1188000" cy="540000"/>
            </a:xfrm>
            <a:prstGeom prst="roundRect">
              <a:avLst>
                <a:gd name="adj" fmla="val 16667"/>
              </a:avLst>
            </a:prstGeom>
            <a:solidFill>
              <a:schemeClr val="tx2">
                <a:lumMod val="20000"/>
                <a:lumOff val="80000"/>
              </a:schemeClr>
            </a:solidFill>
            <a:ln w="28575">
              <a:solidFill>
                <a:srgbClr val="FF0000"/>
              </a:solidFill>
              <a:prstDash val="dash"/>
              <a:miter lim="800000"/>
              <a:headEnd/>
              <a:tailEnd/>
            </a:ln>
          </p:spPr>
          <p:txBody>
            <a:bodyPr lIns="45720" rIns="45720" anchor="ctr"/>
            <a:lstStyle/>
            <a:p>
              <a:pPr algn="ctr" defTabSz="914208">
                <a:defRPr/>
              </a:pPr>
              <a:r>
                <a:rPr lang="en-US" sz="1067" b="1" kern="0" err="1">
                  <a:solidFill>
                    <a:srgbClr val="FF0000"/>
                  </a:solidFill>
                  <a:latin typeface="Calibri" panose="020F0502020204030204" pitchFamily="34" charset="0"/>
                </a:rPr>
                <a:t>Survodutide</a:t>
              </a:r>
              <a:endParaRPr lang="en-US" sz="1067" b="1" kern="0">
                <a:solidFill>
                  <a:srgbClr val="FF0000"/>
                </a:solidFill>
                <a:latin typeface="Calibri" panose="020F0502020204030204" pitchFamily="34" charset="0"/>
              </a:endParaRPr>
            </a:p>
            <a:p>
              <a:pPr algn="ctr" defTabSz="914208">
                <a:defRPr/>
              </a:pPr>
              <a:r>
                <a:rPr lang="en-US" sz="1067" b="1" i="1" kern="0">
                  <a:solidFill>
                    <a:srgbClr val="FF0000"/>
                  </a:solidFill>
                  <a:latin typeface="Calibri" panose="020F0502020204030204" pitchFamily="34" charset="0"/>
                </a:rPr>
                <a:t>(BI)</a:t>
              </a:r>
            </a:p>
            <a:p>
              <a:pPr algn="ctr" defTabSz="914208">
                <a:defRPr/>
              </a:pPr>
              <a:r>
                <a:rPr lang="en-US" sz="1067" b="1" kern="0">
                  <a:solidFill>
                    <a:srgbClr val="FF0000"/>
                  </a:solidFill>
                  <a:latin typeface="Calibri" panose="020F0502020204030204" pitchFamily="34" charset="0"/>
                </a:rPr>
                <a:t>GLP-1/GCGa</a:t>
              </a:r>
            </a:p>
          </p:txBody>
        </p:sp>
        <p:pic>
          <p:nvPicPr>
            <p:cNvPr id="70" name="Picture 117">
              <a:extLst>
                <a:ext uri="{FF2B5EF4-FFF2-40B4-BE49-F238E27FC236}">
                  <a16:creationId xmlns:a16="http://schemas.microsoft.com/office/drawing/2014/main" id="{4466D248-B571-679D-7251-54A23E0FFE5C}"/>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7489895" y="3880116"/>
              <a:ext cx="240269" cy="303489"/>
            </a:xfrm>
            <a:prstGeom prst="rect">
              <a:avLst/>
            </a:prstGeom>
            <a:noFill/>
          </p:spPr>
        </p:pic>
        <p:sp>
          <p:nvSpPr>
            <p:cNvPr id="71" name="Oval 118">
              <a:extLst>
                <a:ext uri="{FF2B5EF4-FFF2-40B4-BE49-F238E27FC236}">
                  <a16:creationId xmlns:a16="http://schemas.microsoft.com/office/drawing/2014/main" id="{98AD4E29-B5FD-0787-9B56-B8633804FAB1}"/>
                </a:ext>
              </a:extLst>
            </p:cNvPr>
            <p:cNvSpPr/>
            <p:nvPr/>
          </p:nvSpPr>
          <p:spPr>
            <a:xfrm>
              <a:off x="8474392" y="4174914"/>
              <a:ext cx="204828" cy="180000"/>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FF0000"/>
                  </a:solidFill>
                  <a:latin typeface="Calibri" panose="020F0502020204030204" pitchFamily="34" charset="0"/>
                </a:rPr>
                <a:t>Q2</a:t>
              </a:r>
            </a:p>
          </p:txBody>
        </p:sp>
      </p:grpSp>
      <p:grpSp>
        <p:nvGrpSpPr>
          <p:cNvPr id="153" name="组合 152">
            <a:extLst>
              <a:ext uri="{FF2B5EF4-FFF2-40B4-BE49-F238E27FC236}">
                <a16:creationId xmlns:a16="http://schemas.microsoft.com/office/drawing/2014/main" id="{61AD2425-0947-5F82-34C3-8CCA1C0EFB99}"/>
              </a:ext>
            </a:extLst>
          </p:cNvPr>
          <p:cNvGrpSpPr/>
          <p:nvPr/>
        </p:nvGrpSpPr>
        <p:grpSpPr>
          <a:xfrm>
            <a:off x="2371203" y="1441200"/>
            <a:ext cx="1044000" cy="540000"/>
            <a:chOff x="8893578" y="3343530"/>
            <a:chExt cx="1188044" cy="540000"/>
          </a:xfrm>
          <a:solidFill>
            <a:srgbClr val="F4F3CB"/>
          </a:solidFill>
        </p:grpSpPr>
        <p:sp>
          <p:nvSpPr>
            <p:cNvPr id="154" name="TextBox 100">
              <a:extLst>
                <a:ext uri="{FF2B5EF4-FFF2-40B4-BE49-F238E27FC236}">
                  <a16:creationId xmlns:a16="http://schemas.microsoft.com/office/drawing/2014/main" id="{C54DDF22-FC03-E9A0-3C93-DBC5865C70C2}"/>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123563"/>
                  </a:solidFill>
                  <a:latin typeface="Calibri" panose="020F0502020204030204" pitchFamily="34" charset="0"/>
                </a:rPr>
                <a:t>Lanifibranor</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Inventica</a:t>
              </a:r>
              <a:r>
                <a:rPr lang="en-US" sz="900" i="1" kern="0">
                  <a:solidFill>
                    <a:srgbClr val="004259"/>
                  </a:solidFill>
                  <a:latin typeface="Calibri" panose="020F0502020204030204" pitchFamily="34" charset="0"/>
                </a:rPr>
                <a:t>)</a:t>
              </a:r>
            </a:p>
            <a:p>
              <a:pPr algn="ctr" defTabSz="914208">
                <a:defRPr/>
              </a:pPr>
              <a:r>
                <a:rPr lang="en-US" sz="900" kern="0" err="1">
                  <a:solidFill>
                    <a:srgbClr val="004259"/>
                  </a:solidFill>
                  <a:latin typeface="Calibri" panose="020F0502020204030204" pitchFamily="34" charset="0"/>
                </a:rPr>
                <a:t>PPARa</a:t>
              </a:r>
              <a:endParaRPr lang="en-US" sz="900" kern="0">
                <a:solidFill>
                  <a:srgbClr val="004259"/>
                </a:solidFill>
                <a:latin typeface="Calibri" panose="020F0502020204030204" pitchFamily="34" charset="0"/>
              </a:endParaRPr>
            </a:p>
          </p:txBody>
        </p:sp>
        <p:sp>
          <p:nvSpPr>
            <p:cNvPr id="155" name="Oval 76">
              <a:extLst>
                <a:ext uri="{FF2B5EF4-FFF2-40B4-BE49-F238E27FC236}">
                  <a16:creationId xmlns:a16="http://schemas.microsoft.com/office/drawing/2014/main" id="{9D25B50C-F3DA-9B28-610C-BBAF4059D4FC}"/>
                </a:ext>
              </a:extLst>
            </p:cNvPr>
            <p:cNvSpPr/>
            <p:nvPr/>
          </p:nvSpPr>
          <p:spPr>
            <a:xfrm>
              <a:off x="9876794" y="3644129"/>
              <a:ext cx="204828" cy="180000"/>
            </a:xfrm>
            <a:prstGeom prst="ellipse">
              <a:avLst/>
            </a:prstGeom>
            <a:grp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004259"/>
                  </a:solidFill>
                  <a:latin typeface="Calibri" panose="020F0502020204030204" pitchFamily="34" charset="0"/>
                </a:rPr>
                <a:t>Q1</a:t>
              </a:r>
            </a:p>
          </p:txBody>
        </p:sp>
        <p:pic>
          <p:nvPicPr>
            <p:cNvPr id="156" name="Picture 77">
              <a:extLst>
                <a:ext uri="{FF2B5EF4-FFF2-40B4-BE49-F238E27FC236}">
                  <a16:creationId xmlns:a16="http://schemas.microsoft.com/office/drawing/2014/main" id="{89C10F19-D191-B1EB-3B7D-5C4AE56DEC09}"/>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169" name="组合 168">
            <a:extLst>
              <a:ext uri="{FF2B5EF4-FFF2-40B4-BE49-F238E27FC236}">
                <a16:creationId xmlns:a16="http://schemas.microsoft.com/office/drawing/2014/main" id="{A5EABEF0-5108-579E-A056-4DC47B53A119}"/>
              </a:ext>
            </a:extLst>
          </p:cNvPr>
          <p:cNvGrpSpPr/>
          <p:nvPr/>
        </p:nvGrpSpPr>
        <p:grpSpPr>
          <a:xfrm>
            <a:off x="6029897" y="1441200"/>
            <a:ext cx="1041355" cy="540000"/>
            <a:chOff x="4958668" y="3315945"/>
            <a:chExt cx="1231764" cy="561123"/>
          </a:xfrm>
        </p:grpSpPr>
        <p:sp>
          <p:nvSpPr>
            <p:cNvPr id="170" name="TextBox 100">
              <a:extLst>
                <a:ext uri="{FF2B5EF4-FFF2-40B4-BE49-F238E27FC236}">
                  <a16:creationId xmlns:a16="http://schemas.microsoft.com/office/drawing/2014/main" id="{BB9C709D-D034-CC5E-3EF1-B309FA2E54E7}"/>
                </a:ext>
              </a:extLst>
            </p:cNvPr>
            <p:cNvSpPr>
              <a:spLocks noChangeArrowheads="1"/>
            </p:cNvSpPr>
            <p:nvPr/>
          </p:nvSpPr>
          <p:spPr bwMode="auto">
            <a:xfrm>
              <a:off x="4990344" y="3337068"/>
              <a:ext cx="1200088" cy="540000"/>
            </a:xfrm>
            <a:prstGeom prst="roundRect">
              <a:avLst>
                <a:gd name="adj" fmla="val 16667"/>
              </a:avLst>
            </a:prstGeom>
            <a:solidFill>
              <a:schemeClr val="tx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err="1">
                  <a:solidFill>
                    <a:srgbClr val="004259"/>
                  </a:solidFill>
                  <a:latin typeface="Calibri" panose="020F0502020204030204" pitchFamily="34" charset="0"/>
                </a:rPr>
                <a:t>Mazdutide</a:t>
              </a:r>
              <a:r>
                <a:rPr lang="en-US" sz="900" b="1" kern="0" baseline="30000">
                  <a:solidFill>
                    <a:srgbClr val="004259"/>
                  </a:solidFill>
                  <a:latin typeface="Calibri" panose="020F0502020204030204" pitchFamily="34" charset="0"/>
                </a:rPr>
                <a:t> </a:t>
              </a: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Innovent</a:t>
              </a:r>
              <a:r>
                <a:rPr lang="en-US" sz="900" i="1" kern="0">
                  <a:solidFill>
                    <a:srgbClr val="004259"/>
                  </a:solidFill>
                  <a:latin typeface="Calibri" panose="020F0502020204030204" pitchFamily="34" charset="0"/>
                </a:rPr>
                <a:t> Bio)</a:t>
              </a:r>
            </a:p>
            <a:p>
              <a:pPr algn="ctr" defTabSz="914208">
                <a:defRPr/>
              </a:pPr>
              <a:r>
                <a:rPr lang="en-US" sz="900" kern="0">
                  <a:solidFill>
                    <a:srgbClr val="004259"/>
                  </a:solidFill>
                  <a:latin typeface="Calibri" panose="020F0502020204030204" pitchFamily="34" charset="0"/>
                </a:rPr>
                <a:t>GLP-1/GCGa</a:t>
              </a:r>
            </a:p>
          </p:txBody>
        </p:sp>
        <p:pic>
          <p:nvPicPr>
            <p:cNvPr id="172" name="Picture 152">
              <a:extLst>
                <a:ext uri="{FF2B5EF4-FFF2-40B4-BE49-F238E27FC236}">
                  <a16:creationId xmlns:a16="http://schemas.microsoft.com/office/drawing/2014/main" id="{74A17E15-6C6B-F7B3-8F5B-701319D51F29}"/>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4958668" y="3315945"/>
              <a:ext cx="251759" cy="303489"/>
            </a:xfrm>
            <a:prstGeom prst="rect">
              <a:avLst/>
            </a:prstGeom>
          </p:spPr>
        </p:pic>
      </p:grpSp>
      <p:pic>
        <p:nvPicPr>
          <p:cNvPr id="176" name="Picture 79">
            <a:extLst>
              <a:ext uri="{FF2B5EF4-FFF2-40B4-BE49-F238E27FC236}">
                <a16:creationId xmlns:a16="http://schemas.microsoft.com/office/drawing/2014/main" id="{CBD9B03C-916C-ABAD-373F-A144D9E666C8}"/>
              </a:ext>
            </a:extLst>
          </p:cNvPr>
          <p:cNvPicPr>
            <a:picLocks noChangeAspect="1"/>
          </p:cNvPicPr>
          <p:nvPr/>
        </p:nvPicPr>
        <p:blipFill>
          <a:blip r:embed="rId4" cstate="print"/>
          <a:stretch>
            <a:fillRect/>
          </a:stretch>
        </p:blipFill>
        <p:spPr>
          <a:xfrm>
            <a:off x="10243910" y="3902454"/>
            <a:ext cx="224421" cy="213687"/>
          </a:xfrm>
          <a:prstGeom prst="rect">
            <a:avLst/>
          </a:prstGeom>
        </p:spPr>
      </p:pic>
      <p:sp>
        <p:nvSpPr>
          <p:cNvPr id="177" name="TextBox 80">
            <a:extLst>
              <a:ext uri="{FF2B5EF4-FFF2-40B4-BE49-F238E27FC236}">
                <a16:creationId xmlns:a16="http://schemas.microsoft.com/office/drawing/2014/main" id="{92F06DEE-F56D-8614-FB4B-1B473E7C6ED0}"/>
              </a:ext>
            </a:extLst>
          </p:cNvPr>
          <p:cNvSpPr txBox="1"/>
          <p:nvPr/>
        </p:nvSpPr>
        <p:spPr>
          <a:xfrm>
            <a:off x="10584721" y="3886201"/>
            <a:ext cx="659017" cy="246221"/>
          </a:xfrm>
          <a:prstGeom prst="rect">
            <a:avLst/>
          </a:prstGeom>
          <a:noFill/>
        </p:spPr>
        <p:txBody>
          <a:bodyPr wrap="square" rtlCol="0">
            <a:spAutoFit/>
          </a:bodyPr>
          <a:lstStyle/>
          <a:p>
            <a:pPr defTabSz="914332">
              <a:defRPr/>
            </a:pPr>
            <a:r>
              <a:rPr lang="en-US" sz="1000">
                <a:solidFill>
                  <a:srgbClr val="000000"/>
                </a:solidFill>
                <a:latin typeface="Calibri" panose="020F0502020204030204" pitchFamily="34" charset="0"/>
              </a:rPr>
              <a:t>Oral</a:t>
            </a:r>
            <a:endParaRPr lang="en-US" sz="1051">
              <a:solidFill>
                <a:srgbClr val="000000"/>
              </a:solidFill>
              <a:latin typeface="Calibri" panose="020F0502020204030204" pitchFamily="34" charset="0"/>
            </a:endParaRPr>
          </a:p>
        </p:txBody>
      </p:sp>
      <p:pic>
        <p:nvPicPr>
          <p:cNvPr id="178" name="Picture 81">
            <a:extLst>
              <a:ext uri="{FF2B5EF4-FFF2-40B4-BE49-F238E27FC236}">
                <a16:creationId xmlns:a16="http://schemas.microsoft.com/office/drawing/2014/main" id="{FA769628-6FB4-49F4-D9D1-36A2B88C05DA}"/>
              </a:ext>
            </a:extLst>
          </p:cNvPr>
          <p:cNvPicPr>
            <a:picLocks noChangeAspect="1"/>
          </p:cNvPicPr>
          <p:nvPr/>
        </p:nvPicPr>
        <p:blipFill>
          <a:blip r:embed="rId5" cstate="print">
            <a:duotone>
              <a:prstClr val="black"/>
              <a:srgbClr val="FFFF00">
                <a:tint val="45000"/>
                <a:satMod val="400000"/>
              </a:srgbClr>
            </a:duotone>
          </a:blip>
          <a:stretch>
            <a:fillRect/>
          </a:stretch>
        </p:blipFill>
        <p:spPr>
          <a:xfrm>
            <a:off x="10213997" y="4086040"/>
            <a:ext cx="284249" cy="284251"/>
          </a:xfrm>
          <a:prstGeom prst="rect">
            <a:avLst/>
          </a:prstGeom>
        </p:spPr>
      </p:pic>
      <p:sp>
        <p:nvSpPr>
          <p:cNvPr id="179" name="TextBox 82">
            <a:extLst>
              <a:ext uri="{FF2B5EF4-FFF2-40B4-BE49-F238E27FC236}">
                <a16:creationId xmlns:a16="http://schemas.microsoft.com/office/drawing/2014/main" id="{219EC456-19BE-EB7B-21D1-049D66775F39}"/>
              </a:ext>
            </a:extLst>
          </p:cNvPr>
          <p:cNvSpPr txBox="1"/>
          <p:nvPr/>
        </p:nvSpPr>
        <p:spPr>
          <a:xfrm>
            <a:off x="10584719" y="4105056"/>
            <a:ext cx="777699" cy="246221"/>
          </a:xfrm>
          <a:prstGeom prst="rect">
            <a:avLst/>
          </a:prstGeom>
          <a:noFill/>
        </p:spPr>
        <p:txBody>
          <a:bodyPr wrap="square" rtlCol="0">
            <a:spAutoFit/>
          </a:bodyPr>
          <a:lstStyle/>
          <a:p>
            <a:pPr defTabSz="914332">
              <a:defRPr/>
            </a:pPr>
            <a:r>
              <a:rPr lang="en-US" sz="1000">
                <a:solidFill>
                  <a:srgbClr val="000000"/>
                </a:solidFill>
                <a:latin typeface="Calibri" panose="020F0502020204030204" pitchFamily="34" charset="0"/>
              </a:rPr>
              <a:t>Injectable</a:t>
            </a:r>
          </a:p>
        </p:txBody>
      </p:sp>
      <p:sp>
        <p:nvSpPr>
          <p:cNvPr id="183" name="TextBox 6">
            <a:extLst>
              <a:ext uri="{FF2B5EF4-FFF2-40B4-BE49-F238E27FC236}">
                <a16:creationId xmlns:a16="http://schemas.microsoft.com/office/drawing/2014/main" id="{6AA4FD7A-B4F9-B244-8C0C-5B4EDF71F3BE}"/>
              </a:ext>
            </a:extLst>
          </p:cNvPr>
          <p:cNvSpPr txBox="1"/>
          <p:nvPr/>
        </p:nvSpPr>
        <p:spPr>
          <a:xfrm>
            <a:off x="228602" y="5715002"/>
            <a:ext cx="5311199" cy="492443"/>
          </a:xfrm>
          <a:prstGeom prst="rect">
            <a:avLst/>
          </a:prstGeom>
          <a:noFill/>
        </p:spPr>
        <p:txBody>
          <a:bodyPr wrap="square" lIns="0" tIns="0" rIns="0" bIns="0" rtlCol="0">
            <a:spAutoFit/>
          </a:bodyPr>
          <a:lstStyle/>
          <a:p>
            <a:pPr defTabSz="914332">
              <a:defRPr/>
            </a:pPr>
            <a:r>
              <a:rPr lang="en-US" sz="800">
                <a:solidFill>
                  <a:srgbClr val="000000"/>
                </a:solidFill>
                <a:latin typeface="Calibri" panose="020F0502020204030204" pitchFamily="34" charset="0"/>
              </a:rPr>
              <a:t>Note:</a:t>
            </a:r>
          </a:p>
          <a:p>
            <a:pPr marL="171438" indent="-171438" defTabSz="914332">
              <a:buFont typeface="Arial" panose="020B0604020202020204" pitchFamily="34" charset="0"/>
              <a:buChar char="•"/>
              <a:defRPr/>
            </a:pPr>
            <a:r>
              <a:rPr lang="en-US" altLang="zh-CN" sz="800">
                <a:solidFill>
                  <a:srgbClr val="000000"/>
                </a:solidFill>
                <a:latin typeface="Calibri" panose="020F0502020204030204" pitchFamily="34" charset="0"/>
              </a:rPr>
              <a:t>Only for assets with clinical trials after Phase I conducted in China mainland; approval timeline is estimated based on BI’s Ph3 design outline.</a:t>
            </a:r>
          </a:p>
          <a:p>
            <a:pPr marL="171438" indent="-171438" defTabSz="914332">
              <a:buFont typeface="Arial" panose="020B0604020202020204" pitchFamily="34" charset="0"/>
              <a:buChar char="•"/>
              <a:defRPr/>
            </a:pPr>
            <a:r>
              <a:rPr lang="en-US" altLang="zh-CN" sz="800">
                <a:solidFill>
                  <a:srgbClr val="000000"/>
                </a:solidFill>
                <a:latin typeface="Calibri" panose="020F0502020204030204" pitchFamily="34" charset="0"/>
              </a:rPr>
              <a:t>For assets after 2032, assuming the possibility of conditional approval is low, because there will be available treatments. </a:t>
            </a:r>
            <a:endParaRPr lang="en-US" sz="800">
              <a:solidFill>
                <a:srgbClr val="000000"/>
              </a:solidFill>
              <a:latin typeface="Calibri" panose="020F0502020204030204" pitchFamily="34" charset="0"/>
            </a:endParaRPr>
          </a:p>
        </p:txBody>
      </p:sp>
      <p:sp>
        <p:nvSpPr>
          <p:cNvPr id="185" name="星形: 七角 184">
            <a:extLst>
              <a:ext uri="{FF2B5EF4-FFF2-40B4-BE49-F238E27FC236}">
                <a16:creationId xmlns:a16="http://schemas.microsoft.com/office/drawing/2014/main" id="{44B97F42-9555-409E-F410-C27AD9078D0A}"/>
              </a:ext>
            </a:extLst>
          </p:cNvPr>
          <p:cNvSpPr/>
          <p:nvPr/>
        </p:nvSpPr>
        <p:spPr>
          <a:xfrm>
            <a:off x="3276601" y="1981201"/>
            <a:ext cx="304800" cy="228600"/>
          </a:xfrm>
          <a:prstGeom prst="star7">
            <a:avLst/>
          </a:prstGeom>
          <a:solidFill>
            <a:srgbClr val="FFFF00"/>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4">
              <a:defRPr/>
            </a:pPr>
            <a:endParaRPr lang="zh-CN" altLang="en-US" sz="1400" err="1">
              <a:solidFill>
                <a:srgbClr val="000000"/>
              </a:solidFill>
              <a:latin typeface="BISansOpti"/>
            </a:endParaRPr>
          </a:p>
        </p:txBody>
      </p:sp>
      <p:graphicFrame>
        <p:nvGraphicFramePr>
          <p:cNvPr id="3" name="表格 103">
            <a:extLst>
              <a:ext uri="{FF2B5EF4-FFF2-40B4-BE49-F238E27FC236}">
                <a16:creationId xmlns:a16="http://schemas.microsoft.com/office/drawing/2014/main" id="{D7B3D82D-240D-8187-4CD5-F2F12AE4C2E1}"/>
              </a:ext>
            </a:extLst>
          </p:cNvPr>
          <p:cNvGraphicFramePr>
            <a:graphicFrameLocks noGrp="1"/>
          </p:cNvGraphicFramePr>
          <p:nvPr/>
        </p:nvGraphicFramePr>
        <p:xfrm>
          <a:off x="-2829858" y="3985268"/>
          <a:ext cx="1688647" cy="2032000"/>
        </p:xfrm>
        <a:graphic>
          <a:graphicData uri="http://schemas.openxmlformats.org/drawingml/2006/table">
            <a:tbl>
              <a:tblPr firstRow="1" bandRow="1">
                <a:tableStyleId>{5C22544A-7EE6-4342-B048-85BDC9FD1C3A}</a:tableStyleId>
              </a:tblPr>
              <a:tblGrid>
                <a:gridCol w="717868">
                  <a:extLst>
                    <a:ext uri="{9D8B030D-6E8A-4147-A177-3AD203B41FA5}">
                      <a16:colId xmlns:a16="http://schemas.microsoft.com/office/drawing/2014/main" val="4163559803"/>
                    </a:ext>
                  </a:extLst>
                </a:gridCol>
                <a:gridCol w="970779">
                  <a:extLst>
                    <a:ext uri="{9D8B030D-6E8A-4147-A177-3AD203B41FA5}">
                      <a16:colId xmlns:a16="http://schemas.microsoft.com/office/drawing/2014/main" val="166457902"/>
                    </a:ext>
                  </a:extLst>
                </a:gridCol>
              </a:tblGrid>
              <a:tr h="254000">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GLP1/GCGR</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A3C1E0"/>
                    </a:solidFill>
                  </a:tcPr>
                </a:tc>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3</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A3C1E0"/>
                    </a:solidFill>
                  </a:tcPr>
                </a:tc>
                <a:extLst>
                  <a:ext uri="{0D108BD9-81ED-4DB2-BD59-A6C34878D82A}">
                    <a16:rowId xmlns:a16="http://schemas.microsoft.com/office/drawing/2014/main" val="3804515716"/>
                  </a:ext>
                </a:extLst>
              </a:tr>
              <a:tr h="254000">
                <a:tc>
                  <a: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FGFR</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C6ACD9"/>
                    </a:solidFill>
                  </a:tcPr>
                </a:tc>
                <a:tc>
                  <a: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3</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C6ACD9"/>
                    </a:solidFill>
                  </a:tcPr>
                </a:tc>
                <a:extLst>
                  <a:ext uri="{0D108BD9-81ED-4DB2-BD59-A6C34878D82A}">
                    <a16:rowId xmlns:a16="http://schemas.microsoft.com/office/drawing/2014/main" val="2699068688"/>
                  </a:ext>
                </a:extLst>
              </a:tr>
              <a:tr h="254000">
                <a:tc>
                  <a: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PPAR</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4F3CB"/>
                    </a:solidFill>
                  </a:tcPr>
                </a:tc>
                <a:tc>
                  <a: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2</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4F3CB"/>
                    </a:solidFill>
                  </a:tcPr>
                </a:tc>
                <a:extLst>
                  <a:ext uri="{0D108BD9-81ED-4DB2-BD59-A6C34878D82A}">
                    <a16:rowId xmlns:a16="http://schemas.microsoft.com/office/drawing/2014/main" val="989766322"/>
                  </a:ext>
                </a:extLst>
              </a:tr>
              <a:tr h="254000">
                <a:tc>
                  <a:txBody>
                    <a:bodyPr/>
                    <a:lstStyle/>
                    <a:p>
                      <a:pPr algn="ctr"/>
                      <a:r>
                        <a:rPr lang="en-US" altLang="zh-CN" sz="700" b="0">
                          <a:solidFill>
                            <a:schemeClr val="tx1"/>
                          </a:solidFill>
                          <a:latin typeface="微软雅黑" panose="020B0503020204020204" pitchFamily="34" charset="-122"/>
                          <a:ea typeface="微软雅黑" panose="020B0503020204020204" pitchFamily="34" charset="-122"/>
                        </a:rPr>
                        <a:t>FXR</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700" b="0">
                          <a:solidFill>
                            <a:schemeClr val="tx1"/>
                          </a:solidFill>
                          <a:latin typeface="微软雅黑" panose="020B0503020204020204" pitchFamily="34" charset="-122"/>
                          <a:ea typeface="微软雅黑" panose="020B0503020204020204" pitchFamily="34" charset="-122"/>
                        </a:rPr>
                        <a:t>1</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599797327"/>
                  </a:ext>
                </a:extLst>
              </a:tr>
              <a:tr h="254000">
                <a:tc>
                  <a:txBody>
                    <a:bodyPr/>
                    <a:lstStyle/>
                    <a:p>
                      <a:pPr algn="ctr"/>
                      <a:r>
                        <a:rPr lang="en-US" altLang="zh-CN" sz="700" b="0">
                          <a:solidFill>
                            <a:schemeClr val="tx1"/>
                          </a:solidFill>
                          <a:latin typeface="微软雅黑" panose="020B0503020204020204" pitchFamily="34" charset="-122"/>
                          <a:ea typeface="微软雅黑" panose="020B0503020204020204" pitchFamily="34" charset="-122"/>
                        </a:rPr>
                        <a:t>GLP1</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0EBEB"/>
                    </a:solidFill>
                  </a:tcPr>
                </a:tc>
                <a:tc>
                  <a:txBody>
                    <a:bodyPr/>
                    <a:lstStyle/>
                    <a:p>
                      <a:pPr algn="ctr"/>
                      <a:r>
                        <a:rPr lang="en-US" altLang="zh-CN" sz="700" b="0">
                          <a:solidFill>
                            <a:schemeClr val="tx1"/>
                          </a:solidFill>
                          <a:latin typeface="微软雅黑" panose="020B0503020204020204" pitchFamily="34" charset="-122"/>
                          <a:ea typeface="微软雅黑" panose="020B0503020204020204" pitchFamily="34" charset="-122"/>
                        </a:rPr>
                        <a:t>1</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0EBEB"/>
                    </a:solidFill>
                  </a:tcPr>
                </a:tc>
                <a:extLst>
                  <a:ext uri="{0D108BD9-81ED-4DB2-BD59-A6C34878D82A}">
                    <a16:rowId xmlns:a16="http://schemas.microsoft.com/office/drawing/2014/main" val="1185876443"/>
                  </a:ext>
                </a:extLst>
              </a:tr>
              <a:tr h="254000">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GPP1/GIP</a:t>
                      </a:r>
                      <a:endParaRPr lang="el-GR" altLang="zh-CN"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75A3D0"/>
                    </a:solidFill>
                  </a:tcPr>
                </a:tc>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1</a:t>
                      </a:r>
                      <a:endParaRPr lang="el-GR" altLang="zh-CN"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75A3D0"/>
                    </a:solidFill>
                  </a:tcPr>
                </a:tc>
                <a:extLst>
                  <a:ext uri="{0D108BD9-81ED-4DB2-BD59-A6C34878D82A}">
                    <a16:rowId xmlns:a16="http://schemas.microsoft.com/office/drawing/2014/main" val="3914174520"/>
                  </a:ext>
                </a:extLst>
              </a:tr>
              <a:tr h="254000">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THR-</a:t>
                      </a:r>
                      <a:r>
                        <a:rPr lang="el-GR" altLang="zh-CN" sz="700" b="0">
                          <a:solidFill>
                            <a:schemeClr val="tx1"/>
                          </a:solidFill>
                          <a:latin typeface="微软雅黑" panose="020B0503020204020204" pitchFamily="34" charset="-122"/>
                          <a:ea typeface="微软雅黑" panose="020B0503020204020204" pitchFamily="34" charset="-122"/>
                        </a:rPr>
                        <a:t>β</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0EAF2"/>
                    </a:solidFill>
                  </a:tcPr>
                </a:tc>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1</a:t>
                      </a:r>
                      <a:endParaRPr lang="el-GR" altLang="zh-CN"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0EAF2"/>
                    </a:solidFill>
                  </a:tcPr>
                </a:tc>
                <a:extLst>
                  <a:ext uri="{0D108BD9-81ED-4DB2-BD59-A6C34878D82A}">
                    <a16:rowId xmlns:a16="http://schemas.microsoft.com/office/drawing/2014/main" val="3255238829"/>
                  </a:ext>
                </a:extLst>
              </a:tr>
              <a:tr h="254000">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Other</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550545" rtl="0" eaLnBrk="1" fontAlgn="auto" latinLnBrk="0" hangingPunct="1">
                        <a:lnSpc>
                          <a:spcPct val="100000"/>
                        </a:lnSpc>
                        <a:spcBef>
                          <a:spcPts val="0"/>
                        </a:spcBef>
                        <a:spcAft>
                          <a:spcPts val="0"/>
                        </a:spcAft>
                        <a:buClrTx/>
                        <a:buSzTx/>
                        <a:buFontTx/>
                        <a:buNone/>
                        <a:tabLst/>
                        <a:defRPr/>
                      </a:pPr>
                      <a:r>
                        <a:rPr lang="en-US" altLang="zh-CN" sz="700" b="0">
                          <a:solidFill>
                            <a:schemeClr val="tx1"/>
                          </a:solidFill>
                          <a:latin typeface="微软雅黑" panose="020B0503020204020204" pitchFamily="34" charset="-122"/>
                          <a:ea typeface="微软雅黑" panose="020B0503020204020204" pitchFamily="34" charset="-122"/>
                        </a:rPr>
                        <a:t>4</a:t>
                      </a:r>
                      <a:endParaRPr lang="zh-CN" altLang="en-US" sz="700" b="0">
                        <a:solidFill>
                          <a:schemeClr val="tx1"/>
                        </a:solidFill>
                        <a:latin typeface="微软雅黑" panose="020B0503020204020204" pitchFamily="34" charset="-122"/>
                        <a:ea typeface="微软雅黑" panose="020B0503020204020204" pitchFamily="34" charset="-122"/>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475744167"/>
                  </a:ext>
                </a:extLst>
              </a:tr>
            </a:tbl>
          </a:graphicData>
        </a:graphic>
      </p:graphicFrame>
      <p:grpSp>
        <p:nvGrpSpPr>
          <p:cNvPr id="4" name="组合 3">
            <a:extLst>
              <a:ext uri="{FF2B5EF4-FFF2-40B4-BE49-F238E27FC236}">
                <a16:creationId xmlns:a16="http://schemas.microsoft.com/office/drawing/2014/main" id="{B9D82F5C-4EAC-8A0D-FD07-097C2F628325}"/>
              </a:ext>
            </a:extLst>
          </p:cNvPr>
          <p:cNvGrpSpPr/>
          <p:nvPr/>
        </p:nvGrpSpPr>
        <p:grpSpPr>
          <a:xfrm>
            <a:off x="228600" y="1441200"/>
            <a:ext cx="1044000" cy="540000"/>
            <a:chOff x="2168442" y="2617434"/>
            <a:chExt cx="1218445" cy="540000"/>
          </a:xfrm>
        </p:grpSpPr>
        <p:sp>
          <p:nvSpPr>
            <p:cNvPr id="5" name="TextBox 100">
              <a:extLst>
                <a:ext uri="{FF2B5EF4-FFF2-40B4-BE49-F238E27FC236}">
                  <a16:creationId xmlns:a16="http://schemas.microsoft.com/office/drawing/2014/main" id="{1335B3A3-8BA8-AF2A-98CA-8F08EEA28A9B}"/>
                </a:ext>
              </a:extLst>
            </p:cNvPr>
            <p:cNvSpPr>
              <a:spLocks noChangeArrowheads="1"/>
            </p:cNvSpPr>
            <p:nvPr/>
          </p:nvSpPr>
          <p:spPr bwMode="auto">
            <a:xfrm>
              <a:off x="2198887" y="2617434"/>
              <a:ext cx="1188000" cy="540000"/>
            </a:xfrm>
            <a:prstGeom prst="roundRect">
              <a:avLst>
                <a:gd name="adj" fmla="val 16667"/>
              </a:avLst>
            </a:prstGeom>
            <a:solidFill>
              <a:schemeClr val="tx2">
                <a:lumMod val="20000"/>
                <a:lumOff val="80000"/>
              </a:schemeClr>
            </a:solidFill>
            <a:ln w="12700">
              <a:solidFill>
                <a:srgbClr val="004259"/>
              </a:solidFill>
              <a:prstDash val="dash"/>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Semaglutide</a:t>
              </a:r>
            </a:p>
            <a:p>
              <a:pPr algn="ctr" defTabSz="914208">
                <a:defRPr/>
              </a:pPr>
              <a:r>
                <a:rPr lang="en-US" sz="900" i="1" kern="0">
                  <a:solidFill>
                    <a:srgbClr val="004259"/>
                  </a:solidFill>
                  <a:latin typeface="Calibri" panose="020F0502020204030204" pitchFamily="34" charset="0"/>
                </a:rPr>
                <a:t>(Novo Nordisk)</a:t>
              </a:r>
            </a:p>
            <a:p>
              <a:pPr algn="ctr" defTabSz="914208">
                <a:defRPr/>
              </a:pPr>
              <a:r>
                <a:rPr lang="en-US" altLang="zh-CN" sz="900" kern="0">
                  <a:solidFill>
                    <a:srgbClr val="004259"/>
                  </a:solidFill>
                  <a:latin typeface="Calibri" panose="020F0502020204030204" pitchFamily="34" charset="0"/>
                </a:rPr>
                <a:t>GLP-1</a:t>
              </a:r>
              <a:r>
                <a:rPr lang="en-US" altLang="zh-CN" sz="900" b="1" kern="0">
                  <a:solidFill>
                    <a:srgbClr val="004259"/>
                  </a:solidFill>
                  <a:latin typeface="Calibri" panose="020F0502020204030204" pitchFamily="34" charset="0"/>
                </a:rPr>
                <a:t> </a:t>
              </a:r>
            </a:p>
          </p:txBody>
        </p:sp>
        <p:sp>
          <p:nvSpPr>
            <p:cNvPr id="6" name="Oval 137">
              <a:extLst>
                <a:ext uri="{FF2B5EF4-FFF2-40B4-BE49-F238E27FC236}">
                  <a16:creationId xmlns:a16="http://schemas.microsoft.com/office/drawing/2014/main" id="{65EF1413-2664-1D2B-40C3-F23600ED83FF}"/>
                </a:ext>
              </a:extLst>
            </p:cNvPr>
            <p:cNvSpPr/>
            <p:nvPr/>
          </p:nvSpPr>
          <p:spPr>
            <a:xfrm>
              <a:off x="3146699" y="2922234"/>
              <a:ext cx="210077" cy="180000"/>
            </a:xfrm>
            <a:prstGeom prst="ellipse">
              <a:avLst/>
            </a:prstGeom>
            <a:solidFill>
              <a:srgbClr val="E0EBEB"/>
            </a:solid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004259"/>
                  </a:solidFill>
                  <a:latin typeface="Calibri" panose="020F0502020204030204" pitchFamily="34" charset="0"/>
                </a:rPr>
                <a:t>Q3</a:t>
              </a:r>
            </a:p>
          </p:txBody>
        </p:sp>
        <p:pic>
          <p:nvPicPr>
            <p:cNvPr id="7" name="Picture 146">
              <a:extLst>
                <a:ext uri="{FF2B5EF4-FFF2-40B4-BE49-F238E27FC236}">
                  <a16:creationId xmlns:a16="http://schemas.microsoft.com/office/drawing/2014/main" id="{55DEF3BC-BCAE-CE89-DB61-706ECC678223}"/>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p:spPr>
        </p:pic>
      </p:grpSp>
      <p:grpSp>
        <p:nvGrpSpPr>
          <p:cNvPr id="8" name="组合 7">
            <a:extLst>
              <a:ext uri="{FF2B5EF4-FFF2-40B4-BE49-F238E27FC236}">
                <a16:creationId xmlns:a16="http://schemas.microsoft.com/office/drawing/2014/main" id="{A0F828B7-0A95-6B57-0152-1A24AE29D894}"/>
              </a:ext>
            </a:extLst>
          </p:cNvPr>
          <p:cNvGrpSpPr/>
          <p:nvPr/>
        </p:nvGrpSpPr>
        <p:grpSpPr>
          <a:xfrm>
            <a:off x="14855251" y="339872"/>
            <a:ext cx="1044000" cy="540000"/>
            <a:chOff x="2168442" y="2019058"/>
            <a:chExt cx="1208242" cy="573726"/>
          </a:xfrm>
        </p:grpSpPr>
        <p:sp>
          <p:nvSpPr>
            <p:cNvPr id="9" name="TextBox 100">
              <a:extLst>
                <a:ext uri="{FF2B5EF4-FFF2-40B4-BE49-F238E27FC236}">
                  <a16:creationId xmlns:a16="http://schemas.microsoft.com/office/drawing/2014/main" id="{F8851490-F876-30BC-D7CF-DDB3F8379EC2}"/>
                </a:ext>
              </a:extLst>
            </p:cNvPr>
            <p:cNvSpPr>
              <a:spLocks noChangeArrowheads="1"/>
            </p:cNvSpPr>
            <p:nvPr/>
          </p:nvSpPr>
          <p:spPr bwMode="auto">
            <a:xfrm>
              <a:off x="2188684" y="2052784"/>
              <a:ext cx="1188000" cy="540000"/>
            </a:xfrm>
            <a:prstGeom prst="roundRect">
              <a:avLst>
                <a:gd name="adj" fmla="val 16667"/>
              </a:avLst>
            </a:prstGeom>
            <a:solidFill>
              <a:schemeClr val="tx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Tirzepatide </a:t>
              </a:r>
            </a:p>
            <a:p>
              <a:pPr algn="ctr" defTabSz="914208">
                <a:defRPr/>
              </a:pPr>
              <a:r>
                <a:rPr lang="en-US" sz="900" kern="0">
                  <a:solidFill>
                    <a:srgbClr val="004259"/>
                  </a:solidFill>
                  <a:latin typeface="Calibri" panose="020F0502020204030204" pitchFamily="34" charset="0"/>
                </a:rPr>
                <a:t>GLP-1/</a:t>
              </a:r>
              <a:r>
                <a:rPr lang="en-US" sz="900" kern="0" err="1">
                  <a:solidFill>
                    <a:srgbClr val="004259"/>
                  </a:solidFill>
                  <a:latin typeface="Calibri" panose="020F0502020204030204" pitchFamily="34" charset="0"/>
                </a:rPr>
                <a:t>GIPa</a:t>
              </a:r>
              <a:endParaRPr lang="en-US" sz="900" kern="0">
                <a:solidFill>
                  <a:srgbClr val="004259"/>
                </a:solidFill>
                <a:latin typeface="Calibri" panose="020F0502020204030204" pitchFamily="34" charset="0"/>
              </a:endParaRPr>
            </a:p>
            <a:p>
              <a:pPr algn="ctr" defTabSz="914208">
                <a:defRPr/>
              </a:pPr>
              <a:r>
                <a:rPr lang="en-US" altLang="zh-CN" sz="900" i="1" kern="0">
                  <a:solidFill>
                    <a:srgbClr val="004259"/>
                  </a:solidFill>
                  <a:latin typeface="Calibri" panose="020F0502020204030204" pitchFamily="34" charset="0"/>
                </a:rPr>
                <a:t>(Eli Lilly)</a:t>
              </a:r>
            </a:p>
          </p:txBody>
        </p:sp>
        <p:pic>
          <p:nvPicPr>
            <p:cNvPr id="13" name="Picture 146">
              <a:extLst>
                <a:ext uri="{FF2B5EF4-FFF2-40B4-BE49-F238E27FC236}">
                  <a16:creationId xmlns:a16="http://schemas.microsoft.com/office/drawing/2014/main" id="{F97BA97C-2CB7-3FA0-E47E-A876459B8A45}"/>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019058"/>
              <a:ext cx="257797" cy="303489"/>
            </a:xfrm>
            <a:prstGeom prst="rect">
              <a:avLst/>
            </a:prstGeom>
          </p:spPr>
        </p:pic>
      </p:grpSp>
      <p:grpSp>
        <p:nvGrpSpPr>
          <p:cNvPr id="14" name="组合 13">
            <a:extLst>
              <a:ext uri="{FF2B5EF4-FFF2-40B4-BE49-F238E27FC236}">
                <a16:creationId xmlns:a16="http://schemas.microsoft.com/office/drawing/2014/main" id="{A4E6FC31-23FE-1B90-6149-B83264A4FACB}"/>
              </a:ext>
            </a:extLst>
          </p:cNvPr>
          <p:cNvGrpSpPr/>
          <p:nvPr/>
        </p:nvGrpSpPr>
        <p:grpSpPr>
          <a:xfrm>
            <a:off x="9343724" y="1457589"/>
            <a:ext cx="1044000" cy="540000"/>
            <a:chOff x="2168442" y="2011995"/>
            <a:chExt cx="1208242" cy="573726"/>
          </a:xfrm>
        </p:grpSpPr>
        <p:sp>
          <p:nvSpPr>
            <p:cNvPr id="15" name="TextBox 100">
              <a:extLst>
                <a:ext uri="{FF2B5EF4-FFF2-40B4-BE49-F238E27FC236}">
                  <a16:creationId xmlns:a16="http://schemas.microsoft.com/office/drawing/2014/main" id="{1B3EF309-324E-584E-E985-CC1952DFD467}"/>
                </a:ext>
              </a:extLst>
            </p:cNvPr>
            <p:cNvSpPr>
              <a:spLocks noChangeArrowheads="1"/>
            </p:cNvSpPr>
            <p:nvPr/>
          </p:nvSpPr>
          <p:spPr bwMode="auto">
            <a:xfrm>
              <a:off x="2188684" y="2011995"/>
              <a:ext cx="1188000" cy="573726"/>
            </a:xfrm>
            <a:prstGeom prst="roundRect">
              <a:avLst>
                <a:gd name="adj" fmla="val 16667"/>
              </a:avLst>
            </a:prstGeom>
            <a:solidFill>
              <a:schemeClr val="accent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Efinopegdutide</a:t>
              </a:r>
              <a:r>
                <a:rPr lang="en-US" sz="900" b="1" kern="0">
                  <a:solidFill>
                    <a:srgbClr val="004259"/>
                  </a:solidFill>
                  <a:latin typeface="Calibri" panose="020F0502020204030204" pitchFamily="34" charset="0"/>
                </a:rPr>
                <a:t> </a:t>
              </a:r>
            </a:p>
            <a:p>
              <a:pPr algn="ctr" defTabSz="914208">
                <a:defRPr/>
              </a:pPr>
              <a:r>
                <a:rPr lang="en-US" sz="900" i="1" kern="0">
                  <a:solidFill>
                    <a:srgbClr val="004259"/>
                  </a:solidFill>
                  <a:latin typeface="Calibri" panose="020F0502020204030204" pitchFamily="34" charset="0"/>
                </a:rPr>
                <a:t>(Merck/</a:t>
              </a:r>
              <a:r>
                <a:rPr lang="en-US" sz="900" i="1" kern="0" err="1">
                  <a:solidFill>
                    <a:srgbClr val="004259"/>
                  </a:solidFill>
                  <a:latin typeface="Calibri" panose="020F0502020204030204" pitchFamily="34" charset="0"/>
                </a:rPr>
                <a:t>Hanmi</a:t>
              </a:r>
              <a:r>
                <a:rPr lang="en-US" sz="900" i="1" kern="0">
                  <a:solidFill>
                    <a:srgbClr val="004259"/>
                  </a:solidFill>
                  <a:latin typeface="Calibri" panose="020F0502020204030204" pitchFamily="34" charset="0"/>
                </a:rPr>
                <a:t>)</a:t>
              </a:r>
            </a:p>
            <a:p>
              <a:pPr algn="ctr" defTabSz="914208">
                <a:defRPr/>
              </a:pPr>
              <a:r>
                <a:rPr lang="en-US" sz="900" kern="0">
                  <a:solidFill>
                    <a:srgbClr val="004259"/>
                  </a:solidFill>
                  <a:latin typeface="Calibri" panose="020F0502020204030204" pitchFamily="34" charset="0"/>
                </a:rPr>
                <a:t>GLP-1/GCGR</a:t>
              </a:r>
            </a:p>
          </p:txBody>
        </p:sp>
        <p:pic>
          <p:nvPicPr>
            <p:cNvPr id="21" name="Picture 146">
              <a:extLst>
                <a:ext uri="{FF2B5EF4-FFF2-40B4-BE49-F238E27FC236}">
                  <a16:creationId xmlns:a16="http://schemas.microsoft.com/office/drawing/2014/main" id="{CD736EF7-2304-05D5-EAE8-60CD9668756C}"/>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019058"/>
              <a:ext cx="257797" cy="303489"/>
            </a:xfrm>
            <a:prstGeom prst="rect">
              <a:avLst/>
            </a:prstGeom>
          </p:spPr>
        </p:pic>
      </p:grpSp>
      <p:grpSp>
        <p:nvGrpSpPr>
          <p:cNvPr id="22" name="组合 21">
            <a:extLst>
              <a:ext uri="{FF2B5EF4-FFF2-40B4-BE49-F238E27FC236}">
                <a16:creationId xmlns:a16="http://schemas.microsoft.com/office/drawing/2014/main" id="{3B18FB79-4776-5C94-A79C-19EC4A235F04}"/>
              </a:ext>
            </a:extLst>
          </p:cNvPr>
          <p:cNvGrpSpPr/>
          <p:nvPr/>
        </p:nvGrpSpPr>
        <p:grpSpPr>
          <a:xfrm>
            <a:off x="14830125" y="1844348"/>
            <a:ext cx="1038271" cy="540000"/>
            <a:chOff x="2168442" y="2617434"/>
            <a:chExt cx="1218445" cy="540000"/>
          </a:xfrm>
        </p:grpSpPr>
        <p:sp>
          <p:nvSpPr>
            <p:cNvPr id="23" name="TextBox 100">
              <a:extLst>
                <a:ext uri="{FF2B5EF4-FFF2-40B4-BE49-F238E27FC236}">
                  <a16:creationId xmlns:a16="http://schemas.microsoft.com/office/drawing/2014/main" id="{4CA0104F-ABB5-E952-A111-A79868F422E7}"/>
                </a:ext>
              </a:extLst>
            </p:cNvPr>
            <p:cNvSpPr>
              <a:spLocks noChangeArrowheads="1"/>
            </p:cNvSpPr>
            <p:nvPr/>
          </p:nvSpPr>
          <p:spPr bwMode="auto">
            <a:xfrm>
              <a:off x="2198887" y="2617434"/>
              <a:ext cx="1188000" cy="540000"/>
            </a:xfrm>
            <a:prstGeom prst="roundRect">
              <a:avLst>
                <a:gd name="adj" fmla="val 16667"/>
              </a:avLst>
            </a:prstGeom>
            <a:solidFill>
              <a:schemeClr val="tx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Efruxifermin</a:t>
              </a:r>
              <a:r>
                <a:rPr lang="en-US" sz="900" b="1" kern="0">
                  <a:solidFill>
                    <a:srgbClr val="004259"/>
                  </a:solidFill>
                  <a:latin typeface="Calibri" panose="020F0502020204030204" pitchFamily="34" charset="0"/>
                </a:rPr>
                <a:t> </a:t>
              </a: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Akero</a:t>
              </a:r>
              <a:r>
                <a:rPr lang="en-US" sz="900" i="1" kern="0">
                  <a:solidFill>
                    <a:srgbClr val="004259"/>
                  </a:solidFill>
                  <a:latin typeface="Calibri" panose="020F0502020204030204" pitchFamily="34" charset="0"/>
                </a:rPr>
                <a:t>)</a:t>
              </a:r>
            </a:p>
            <a:p>
              <a:pPr algn="ctr" defTabSz="914208">
                <a:defRPr/>
              </a:pPr>
              <a:r>
                <a:rPr lang="en-US" altLang="zh-CN" sz="900" kern="0">
                  <a:solidFill>
                    <a:srgbClr val="004259"/>
                  </a:solidFill>
                  <a:latin typeface="Calibri" panose="020F0502020204030204" pitchFamily="34" charset="0"/>
                </a:rPr>
                <a:t>FGF21a</a:t>
              </a:r>
            </a:p>
          </p:txBody>
        </p:sp>
        <p:pic>
          <p:nvPicPr>
            <p:cNvPr id="25" name="Picture 146">
              <a:extLst>
                <a:ext uri="{FF2B5EF4-FFF2-40B4-BE49-F238E27FC236}">
                  <a16:creationId xmlns:a16="http://schemas.microsoft.com/office/drawing/2014/main" id="{5BF0910D-78B8-B79F-86BF-B0087D3C8AFA}"/>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p:spPr>
        </p:pic>
      </p:grpSp>
      <p:grpSp>
        <p:nvGrpSpPr>
          <p:cNvPr id="26" name="组合 25">
            <a:extLst>
              <a:ext uri="{FF2B5EF4-FFF2-40B4-BE49-F238E27FC236}">
                <a16:creationId xmlns:a16="http://schemas.microsoft.com/office/drawing/2014/main" id="{E4BC6CDE-EA6D-233C-85BE-85FB024B3DB2}"/>
              </a:ext>
            </a:extLst>
          </p:cNvPr>
          <p:cNvGrpSpPr/>
          <p:nvPr/>
        </p:nvGrpSpPr>
        <p:grpSpPr>
          <a:xfrm>
            <a:off x="7329113" y="3317407"/>
            <a:ext cx="1043961" cy="540000"/>
            <a:chOff x="8893578" y="3343530"/>
            <a:chExt cx="1188000" cy="540000"/>
          </a:xfrm>
          <a:solidFill>
            <a:schemeClr val="bg1">
              <a:lumMod val="85000"/>
            </a:schemeClr>
          </a:solidFill>
        </p:grpSpPr>
        <p:sp>
          <p:nvSpPr>
            <p:cNvPr id="27" name="TextBox 100">
              <a:extLst>
                <a:ext uri="{FF2B5EF4-FFF2-40B4-BE49-F238E27FC236}">
                  <a16:creationId xmlns:a16="http://schemas.microsoft.com/office/drawing/2014/main" id="{FCAD1157-7611-AA9A-A355-AB564495074E}"/>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123563"/>
                  </a:solidFill>
                  <a:latin typeface="Calibri" panose="020F0502020204030204" pitchFamily="34" charset="0"/>
                </a:rPr>
                <a:t>Denifanstat</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Ascletis</a:t>
              </a:r>
              <a:r>
                <a:rPr lang="en-US" sz="900" i="1" kern="0">
                  <a:solidFill>
                    <a:srgbClr val="004259"/>
                  </a:solidFill>
                  <a:latin typeface="Calibri" panose="020F0502020204030204" pitchFamily="34" charset="0"/>
                </a:rPr>
                <a:t>)</a:t>
              </a:r>
            </a:p>
            <a:p>
              <a:pPr algn="ctr" defTabSz="914208">
                <a:defRPr/>
              </a:pPr>
              <a:r>
                <a:rPr lang="en-US" sz="900" kern="0">
                  <a:solidFill>
                    <a:srgbClr val="004259"/>
                  </a:solidFill>
                  <a:latin typeface="Calibri" panose="020F0502020204030204" pitchFamily="34" charset="0"/>
                </a:rPr>
                <a:t>FAS</a:t>
              </a:r>
            </a:p>
          </p:txBody>
        </p:sp>
        <p:pic>
          <p:nvPicPr>
            <p:cNvPr id="31" name="Picture 77">
              <a:extLst>
                <a:ext uri="{FF2B5EF4-FFF2-40B4-BE49-F238E27FC236}">
                  <a16:creationId xmlns:a16="http://schemas.microsoft.com/office/drawing/2014/main" id="{E3AE83BB-C2F2-1F72-6716-568425361C33}"/>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32" name="组合 31">
            <a:extLst>
              <a:ext uri="{FF2B5EF4-FFF2-40B4-BE49-F238E27FC236}">
                <a16:creationId xmlns:a16="http://schemas.microsoft.com/office/drawing/2014/main" id="{25ABCA35-1130-E235-A6BE-DCDF74B4C11D}"/>
              </a:ext>
            </a:extLst>
          </p:cNvPr>
          <p:cNvGrpSpPr/>
          <p:nvPr/>
        </p:nvGrpSpPr>
        <p:grpSpPr>
          <a:xfrm>
            <a:off x="14838781" y="1053605"/>
            <a:ext cx="1044000" cy="540000"/>
            <a:chOff x="2168442" y="2617434"/>
            <a:chExt cx="1225168" cy="540000"/>
          </a:xfrm>
          <a:solidFill>
            <a:srgbClr val="C6ACD9"/>
          </a:solidFill>
        </p:grpSpPr>
        <p:sp>
          <p:nvSpPr>
            <p:cNvPr id="33" name="TextBox 100">
              <a:extLst>
                <a:ext uri="{FF2B5EF4-FFF2-40B4-BE49-F238E27FC236}">
                  <a16:creationId xmlns:a16="http://schemas.microsoft.com/office/drawing/2014/main" id="{6D0A021E-E82C-EDCB-DE9E-42990D2E5839}"/>
                </a:ext>
              </a:extLst>
            </p:cNvPr>
            <p:cNvSpPr>
              <a:spLocks noChangeArrowheads="1"/>
            </p:cNvSpPr>
            <p:nvPr/>
          </p:nvSpPr>
          <p:spPr bwMode="auto">
            <a:xfrm>
              <a:off x="2198887" y="2617434"/>
              <a:ext cx="1188000" cy="540000"/>
            </a:xfrm>
            <a:prstGeom prst="roundRect">
              <a:avLst>
                <a:gd name="adj" fmla="val 16667"/>
              </a:avLst>
            </a:prstGeom>
            <a:solidFill>
              <a:schemeClr val="accent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004259"/>
                  </a:solidFill>
                  <a:latin typeface="Calibri" panose="020F0502020204030204" pitchFamily="34" charset="0"/>
                </a:rPr>
                <a:t>Pegozafermin</a:t>
              </a:r>
              <a:r>
                <a:rPr lang="en-US" sz="900" b="1" kern="0">
                  <a:solidFill>
                    <a:srgbClr val="004259"/>
                  </a:solidFill>
                  <a:latin typeface="Calibri" panose="020F0502020204030204" pitchFamily="34" charset="0"/>
                </a:rPr>
                <a:t> </a:t>
              </a:r>
            </a:p>
            <a:p>
              <a:pPr algn="ctr" defTabSz="914208">
                <a:defRPr/>
              </a:pPr>
              <a:r>
                <a:rPr lang="en-US" sz="900" i="1" kern="0">
                  <a:solidFill>
                    <a:srgbClr val="004259"/>
                  </a:solidFill>
                  <a:latin typeface="Calibri" panose="020F0502020204030204" pitchFamily="34" charset="0"/>
                </a:rPr>
                <a:t>(Bio89)</a:t>
              </a:r>
            </a:p>
            <a:p>
              <a:pPr algn="ctr" defTabSz="914208">
                <a:defRPr/>
              </a:pPr>
              <a:r>
                <a:rPr lang="en-US" altLang="zh-CN" sz="900" kern="0">
                  <a:solidFill>
                    <a:srgbClr val="004259"/>
                  </a:solidFill>
                  <a:latin typeface="Calibri" panose="020F0502020204030204" pitchFamily="34" charset="0"/>
                </a:rPr>
                <a:t>FGF21a</a:t>
              </a:r>
            </a:p>
          </p:txBody>
        </p:sp>
        <p:sp>
          <p:nvSpPr>
            <p:cNvPr id="34" name="Oval 137">
              <a:extLst>
                <a:ext uri="{FF2B5EF4-FFF2-40B4-BE49-F238E27FC236}">
                  <a16:creationId xmlns:a16="http://schemas.microsoft.com/office/drawing/2014/main" id="{C3AD68B1-D057-8E4D-10E7-1138E00C299B}"/>
                </a:ext>
              </a:extLst>
            </p:cNvPr>
            <p:cNvSpPr/>
            <p:nvPr/>
          </p:nvSpPr>
          <p:spPr>
            <a:xfrm>
              <a:off x="3183533" y="2913862"/>
              <a:ext cx="210077" cy="180000"/>
            </a:xfrm>
            <a:prstGeom prst="ellipse">
              <a:avLst/>
            </a:prstGeom>
            <a:grp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004259"/>
                  </a:solidFill>
                  <a:latin typeface="Calibri" panose="020F0502020204030204" pitchFamily="34" charset="0"/>
                </a:rPr>
                <a:t>Q1</a:t>
              </a:r>
            </a:p>
          </p:txBody>
        </p:sp>
        <p:pic>
          <p:nvPicPr>
            <p:cNvPr id="36" name="Picture 146">
              <a:extLst>
                <a:ext uri="{FF2B5EF4-FFF2-40B4-BE49-F238E27FC236}">
                  <a16:creationId xmlns:a16="http://schemas.microsoft.com/office/drawing/2014/main" id="{12F7C8A5-B48C-5B08-4308-FA227DC21F92}"/>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a:noFill/>
          </p:spPr>
        </p:pic>
      </p:grpSp>
      <p:grpSp>
        <p:nvGrpSpPr>
          <p:cNvPr id="37" name="组合 36">
            <a:extLst>
              <a:ext uri="{FF2B5EF4-FFF2-40B4-BE49-F238E27FC236}">
                <a16:creationId xmlns:a16="http://schemas.microsoft.com/office/drawing/2014/main" id="{4B1868D9-DFFD-F054-3173-C7672DDAF33B}"/>
              </a:ext>
            </a:extLst>
          </p:cNvPr>
          <p:cNvGrpSpPr/>
          <p:nvPr/>
        </p:nvGrpSpPr>
        <p:grpSpPr>
          <a:xfrm>
            <a:off x="7329113" y="3928327"/>
            <a:ext cx="1043961" cy="540000"/>
            <a:chOff x="8893578" y="3343530"/>
            <a:chExt cx="1188000" cy="540000"/>
          </a:xfrm>
          <a:solidFill>
            <a:schemeClr val="bg1">
              <a:lumMod val="85000"/>
            </a:schemeClr>
          </a:solidFill>
        </p:grpSpPr>
        <p:sp>
          <p:nvSpPr>
            <p:cNvPr id="38" name="TextBox 100">
              <a:extLst>
                <a:ext uri="{FF2B5EF4-FFF2-40B4-BE49-F238E27FC236}">
                  <a16:creationId xmlns:a16="http://schemas.microsoft.com/office/drawing/2014/main" id="{6B4875AB-45B9-6008-B808-E2E5544AA0B2}"/>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a:solidFill>
                    <a:srgbClr val="123563"/>
                  </a:solidFill>
                  <a:latin typeface="Calibri" panose="020F0502020204030204" pitchFamily="34" charset="0"/>
                </a:rPr>
                <a:t>PF-06865571</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(Pfizer)</a:t>
              </a:r>
            </a:p>
            <a:p>
              <a:pPr algn="ctr" defTabSz="914208">
                <a:defRPr/>
              </a:pPr>
              <a:r>
                <a:rPr lang="en-US" sz="900" kern="0">
                  <a:solidFill>
                    <a:srgbClr val="004259"/>
                  </a:solidFill>
                  <a:latin typeface="Calibri" panose="020F0502020204030204" pitchFamily="34" charset="0"/>
                </a:rPr>
                <a:t>DGAT2</a:t>
              </a:r>
            </a:p>
          </p:txBody>
        </p:sp>
        <p:pic>
          <p:nvPicPr>
            <p:cNvPr id="53" name="Picture 77">
              <a:extLst>
                <a:ext uri="{FF2B5EF4-FFF2-40B4-BE49-F238E27FC236}">
                  <a16:creationId xmlns:a16="http://schemas.microsoft.com/office/drawing/2014/main" id="{E0A7DF92-8BB0-F1F1-CF55-02B8BF7DFAE8}"/>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55" name="组合 54">
            <a:extLst>
              <a:ext uri="{FF2B5EF4-FFF2-40B4-BE49-F238E27FC236}">
                <a16:creationId xmlns:a16="http://schemas.microsoft.com/office/drawing/2014/main" id="{D307A54B-FFB9-3F6A-12F9-324E5991B892}"/>
              </a:ext>
            </a:extLst>
          </p:cNvPr>
          <p:cNvGrpSpPr/>
          <p:nvPr/>
        </p:nvGrpSpPr>
        <p:grpSpPr>
          <a:xfrm>
            <a:off x="9346590" y="2102853"/>
            <a:ext cx="1038271" cy="533279"/>
            <a:chOff x="2168442" y="2609309"/>
            <a:chExt cx="1218445" cy="533278"/>
          </a:xfrm>
          <a:solidFill>
            <a:srgbClr val="D9D9D9"/>
          </a:solidFill>
        </p:grpSpPr>
        <p:sp>
          <p:nvSpPr>
            <p:cNvPr id="56" name="TextBox 100">
              <a:extLst>
                <a:ext uri="{FF2B5EF4-FFF2-40B4-BE49-F238E27FC236}">
                  <a16:creationId xmlns:a16="http://schemas.microsoft.com/office/drawing/2014/main" id="{E07F9D17-BD0B-F9EA-0940-566EBCEC182E}"/>
                </a:ext>
              </a:extLst>
            </p:cNvPr>
            <p:cNvSpPr>
              <a:spLocks noChangeArrowheads="1"/>
            </p:cNvSpPr>
            <p:nvPr/>
          </p:nvSpPr>
          <p:spPr bwMode="auto">
            <a:xfrm>
              <a:off x="2198887" y="2609309"/>
              <a:ext cx="1188000" cy="533278"/>
            </a:xfrm>
            <a:prstGeom prst="roundRect">
              <a:avLst>
                <a:gd name="adj" fmla="val 16667"/>
              </a:avLst>
            </a:prstGeom>
            <a:solidFill>
              <a:schemeClr val="accent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AZD2693 </a:t>
              </a:r>
            </a:p>
            <a:p>
              <a:pPr algn="ctr" defTabSz="914208">
                <a:defRPr/>
              </a:pPr>
              <a:r>
                <a:rPr lang="en-US" sz="900" i="1" kern="0">
                  <a:solidFill>
                    <a:srgbClr val="004259"/>
                  </a:solidFill>
                  <a:latin typeface="Calibri" panose="020F0502020204030204" pitchFamily="34" charset="0"/>
                </a:rPr>
                <a:t>(Astra Zeneca)</a:t>
              </a:r>
            </a:p>
            <a:p>
              <a:pPr algn="ctr" defTabSz="914208">
                <a:defRPr/>
              </a:pPr>
              <a:r>
                <a:rPr lang="en-US" altLang="zh-CN" sz="900" kern="0">
                  <a:solidFill>
                    <a:srgbClr val="004259"/>
                  </a:solidFill>
                  <a:latin typeface="Calibri" panose="020F0502020204030204" pitchFamily="34" charset="0"/>
                </a:rPr>
                <a:t>PNPLA3</a:t>
              </a:r>
            </a:p>
          </p:txBody>
        </p:sp>
        <p:pic>
          <p:nvPicPr>
            <p:cNvPr id="60" name="Picture 146">
              <a:extLst>
                <a:ext uri="{FF2B5EF4-FFF2-40B4-BE49-F238E27FC236}">
                  <a16:creationId xmlns:a16="http://schemas.microsoft.com/office/drawing/2014/main" id="{BEFF2296-1AE7-F6EC-7831-1F4AAF5206DF}"/>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a:noFill/>
          </p:spPr>
        </p:pic>
      </p:grpSp>
      <p:grpSp>
        <p:nvGrpSpPr>
          <p:cNvPr id="61" name="组合 60">
            <a:extLst>
              <a:ext uri="{FF2B5EF4-FFF2-40B4-BE49-F238E27FC236}">
                <a16:creationId xmlns:a16="http://schemas.microsoft.com/office/drawing/2014/main" id="{DC10336C-3086-7F7C-12E1-DB31A9795C85}"/>
              </a:ext>
            </a:extLst>
          </p:cNvPr>
          <p:cNvGrpSpPr/>
          <p:nvPr/>
        </p:nvGrpSpPr>
        <p:grpSpPr>
          <a:xfrm>
            <a:off x="6042059" y="2104781"/>
            <a:ext cx="1038271" cy="540000"/>
            <a:chOff x="2168442" y="2617434"/>
            <a:chExt cx="1218445" cy="540000"/>
          </a:xfrm>
        </p:grpSpPr>
        <p:sp>
          <p:nvSpPr>
            <p:cNvPr id="73" name="TextBox 100">
              <a:extLst>
                <a:ext uri="{FF2B5EF4-FFF2-40B4-BE49-F238E27FC236}">
                  <a16:creationId xmlns:a16="http://schemas.microsoft.com/office/drawing/2014/main" id="{611CBE98-C247-381D-AA21-33DE294804D5}"/>
                </a:ext>
              </a:extLst>
            </p:cNvPr>
            <p:cNvSpPr>
              <a:spLocks noChangeArrowheads="1"/>
            </p:cNvSpPr>
            <p:nvPr/>
          </p:nvSpPr>
          <p:spPr bwMode="auto">
            <a:xfrm>
              <a:off x="2198887" y="2617434"/>
              <a:ext cx="1188000" cy="540000"/>
            </a:xfrm>
            <a:prstGeom prst="roundRect">
              <a:avLst>
                <a:gd name="adj" fmla="val 16667"/>
              </a:avLst>
            </a:prstGeom>
            <a:solidFill>
              <a:schemeClr val="tx2">
                <a:lumMod val="20000"/>
                <a:lumOff val="8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TQA2225 </a:t>
              </a: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Anyuan</a:t>
              </a:r>
              <a:r>
                <a:rPr lang="en-US" sz="900" i="1" kern="0">
                  <a:solidFill>
                    <a:srgbClr val="004259"/>
                  </a:solidFill>
                  <a:latin typeface="Calibri" panose="020F0502020204030204" pitchFamily="34" charset="0"/>
                </a:rPr>
                <a:t>)</a:t>
              </a:r>
            </a:p>
            <a:p>
              <a:pPr algn="ctr" defTabSz="914208">
                <a:defRPr/>
              </a:pPr>
              <a:r>
                <a:rPr lang="en-US" altLang="zh-CN" sz="900" kern="0">
                  <a:solidFill>
                    <a:srgbClr val="004259"/>
                  </a:solidFill>
                  <a:latin typeface="Calibri" panose="020F0502020204030204" pitchFamily="34" charset="0"/>
                </a:rPr>
                <a:t>FGF21a</a:t>
              </a:r>
            </a:p>
          </p:txBody>
        </p:sp>
        <p:pic>
          <p:nvPicPr>
            <p:cNvPr id="80" name="Picture 146">
              <a:extLst>
                <a:ext uri="{FF2B5EF4-FFF2-40B4-BE49-F238E27FC236}">
                  <a16:creationId xmlns:a16="http://schemas.microsoft.com/office/drawing/2014/main" id="{052E6857-EAD2-A68A-AAE9-8B5E39FEB1A0}"/>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2168442" y="2617434"/>
              <a:ext cx="257797" cy="303489"/>
            </a:xfrm>
            <a:prstGeom prst="rect">
              <a:avLst/>
            </a:prstGeom>
          </p:spPr>
        </p:pic>
      </p:grpSp>
      <p:grpSp>
        <p:nvGrpSpPr>
          <p:cNvPr id="84" name="组合 83">
            <a:extLst>
              <a:ext uri="{FF2B5EF4-FFF2-40B4-BE49-F238E27FC236}">
                <a16:creationId xmlns:a16="http://schemas.microsoft.com/office/drawing/2014/main" id="{DC508E02-392F-261C-65E0-0BB0F554F065}"/>
              </a:ext>
            </a:extLst>
          </p:cNvPr>
          <p:cNvGrpSpPr/>
          <p:nvPr/>
        </p:nvGrpSpPr>
        <p:grpSpPr>
          <a:xfrm>
            <a:off x="7329113" y="4564053"/>
            <a:ext cx="1043961" cy="540000"/>
            <a:chOff x="8893578" y="3343530"/>
            <a:chExt cx="1188000" cy="540000"/>
          </a:xfrm>
        </p:grpSpPr>
        <p:sp>
          <p:nvSpPr>
            <p:cNvPr id="85" name="TextBox 100">
              <a:extLst>
                <a:ext uri="{FF2B5EF4-FFF2-40B4-BE49-F238E27FC236}">
                  <a16:creationId xmlns:a16="http://schemas.microsoft.com/office/drawing/2014/main" id="{B9223A18-FC52-16EF-0E05-7351A97E504C}"/>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err="1">
                  <a:solidFill>
                    <a:srgbClr val="123563"/>
                  </a:solidFill>
                  <a:latin typeface="Calibri" panose="020F0502020204030204" pitchFamily="34" charset="0"/>
                </a:rPr>
                <a:t>Carfloglitazar</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Chipscreen</a:t>
              </a:r>
              <a:r>
                <a:rPr lang="en-US" sz="900" i="1" kern="0">
                  <a:solidFill>
                    <a:srgbClr val="004259"/>
                  </a:solidFill>
                  <a:latin typeface="Calibri" panose="020F0502020204030204" pitchFamily="34" charset="0"/>
                </a:rPr>
                <a:t>)</a:t>
              </a:r>
            </a:p>
            <a:p>
              <a:pPr algn="ctr" defTabSz="914208">
                <a:defRPr/>
              </a:pPr>
              <a:r>
                <a:rPr lang="en-US" sz="900" kern="0" err="1">
                  <a:solidFill>
                    <a:srgbClr val="004259"/>
                  </a:solidFill>
                  <a:latin typeface="Calibri" panose="020F0502020204030204" pitchFamily="34" charset="0"/>
                </a:rPr>
                <a:t>PPARa</a:t>
              </a:r>
              <a:endParaRPr lang="en-US" sz="900" kern="0">
                <a:solidFill>
                  <a:srgbClr val="004259"/>
                </a:solidFill>
                <a:latin typeface="Calibri" panose="020F0502020204030204" pitchFamily="34" charset="0"/>
              </a:endParaRPr>
            </a:p>
          </p:txBody>
        </p:sp>
        <p:pic>
          <p:nvPicPr>
            <p:cNvPr id="88" name="Picture 77">
              <a:extLst>
                <a:ext uri="{FF2B5EF4-FFF2-40B4-BE49-F238E27FC236}">
                  <a16:creationId xmlns:a16="http://schemas.microsoft.com/office/drawing/2014/main" id="{111D4103-F3FB-A8F2-38C6-E40124CC8DB7}"/>
                </a:ext>
              </a:extLst>
            </p:cNvPr>
            <p:cNvPicPr>
              <a:picLocks noChangeAspect="1"/>
            </p:cNvPicPr>
            <p:nvPr/>
          </p:nvPicPr>
          <p:blipFill>
            <a:blip r:embed="rId4" cstate="print"/>
            <a:stretch>
              <a:fillRect/>
            </a:stretch>
          </p:blipFill>
          <p:spPr>
            <a:xfrm>
              <a:off x="8937361" y="3409315"/>
              <a:ext cx="145791" cy="213687"/>
            </a:xfrm>
            <a:prstGeom prst="rect">
              <a:avLst/>
            </a:prstGeom>
            <a:solidFill>
              <a:srgbClr val="F4F3CB"/>
            </a:solidFill>
          </p:spPr>
        </p:pic>
      </p:grpSp>
      <p:grpSp>
        <p:nvGrpSpPr>
          <p:cNvPr id="89" name="组合 88">
            <a:extLst>
              <a:ext uri="{FF2B5EF4-FFF2-40B4-BE49-F238E27FC236}">
                <a16:creationId xmlns:a16="http://schemas.microsoft.com/office/drawing/2014/main" id="{E09FAC92-195A-7D1C-D5B9-A41CC083EA22}"/>
              </a:ext>
            </a:extLst>
          </p:cNvPr>
          <p:cNvGrpSpPr/>
          <p:nvPr/>
        </p:nvGrpSpPr>
        <p:grpSpPr>
          <a:xfrm>
            <a:off x="7329113" y="5174973"/>
            <a:ext cx="1043961" cy="540000"/>
            <a:chOff x="8893578" y="3343530"/>
            <a:chExt cx="1188000" cy="540000"/>
          </a:xfrm>
        </p:grpSpPr>
        <p:sp>
          <p:nvSpPr>
            <p:cNvPr id="95" name="TextBox 100">
              <a:extLst>
                <a:ext uri="{FF2B5EF4-FFF2-40B4-BE49-F238E27FC236}">
                  <a16:creationId xmlns:a16="http://schemas.microsoft.com/office/drawing/2014/main" id="{0EBD852B-601A-6995-C599-D104D40DC8B3}"/>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a:solidFill>
                    <a:srgbClr val="123563"/>
                  </a:solidFill>
                  <a:latin typeface="Calibri" panose="020F0502020204030204" pitchFamily="34" charset="0"/>
                </a:rPr>
                <a:t>HEC96719</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(HEC)</a:t>
              </a:r>
            </a:p>
            <a:p>
              <a:pPr algn="ctr" defTabSz="914208">
                <a:defRPr/>
              </a:pPr>
              <a:r>
                <a:rPr lang="en-US" sz="900" kern="0">
                  <a:solidFill>
                    <a:srgbClr val="004259"/>
                  </a:solidFill>
                  <a:latin typeface="Calibri" panose="020F0502020204030204" pitchFamily="34" charset="0"/>
                </a:rPr>
                <a:t>FXR</a:t>
              </a:r>
            </a:p>
          </p:txBody>
        </p:sp>
        <p:pic>
          <p:nvPicPr>
            <p:cNvPr id="97" name="Picture 77">
              <a:extLst>
                <a:ext uri="{FF2B5EF4-FFF2-40B4-BE49-F238E27FC236}">
                  <a16:creationId xmlns:a16="http://schemas.microsoft.com/office/drawing/2014/main" id="{651E4F8D-BCB5-68B3-9BDE-2CFF08772584}"/>
                </a:ext>
              </a:extLst>
            </p:cNvPr>
            <p:cNvPicPr>
              <a:picLocks noChangeAspect="1"/>
            </p:cNvPicPr>
            <p:nvPr/>
          </p:nvPicPr>
          <p:blipFill>
            <a:blip r:embed="rId4" cstate="print"/>
            <a:stretch>
              <a:fillRect/>
            </a:stretch>
          </p:blipFill>
          <p:spPr>
            <a:xfrm>
              <a:off x="8937361" y="3409315"/>
              <a:ext cx="145791" cy="213687"/>
            </a:xfrm>
            <a:prstGeom prst="rect">
              <a:avLst/>
            </a:prstGeom>
            <a:noFill/>
          </p:spPr>
        </p:pic>
      </p:grpSp>
      <p:grpSp>
        <p:nvGrpSpPr>
          <p:cNvPr id="98" name="组合 97">
            <a:extLst>
              <a:ext uri="{FF2B5EF4-FFF2-40B4-BE49-F238E27FC236}">
                <a16:creationId xmlns:a16="http://schemas.microsoft.com/office/drawing/2014/main" id="{548C907B-5A0F-C40D-49A5-BE3339F22AD8}"/>
              </a:ext>
            </a:extLst>
          </p:cNvPr>
          <p:cNvGrpSpPr/>
          <p:nvPr/>
        </p:nvGrpSpPr>
        <p:grpSpPr>
          <a:xfrm>
            <a:off x="10597114" y="2097015"/>
            <a:ext cx="1043961" cy="540000"/>
            <a:chOff x="8893578" y="3343530"/>
            <a:chExt cx="1188000" cy="540000"/>
          </a:xfrm>
          <a:solidFill>
            <a:srgbClr val="E0EAF2"/>
          </a:solidFill>
        </p:grpSpPr>
        <p:sp>
          <p:nvSpPr>
            <p:cNvPr id="99" name="TextBox 100">
              <a:extLst>
                <a:ext uri="{FF2B5EF4-FFF2-40B4-BE49-F238E27FC236}">
                  <a16:creationId xmlns:a16="http://schemas.microsoft.com/office/drawing/2014/main" id="{35ACE5D1-0A23-CC20-7AEA-D7A8FDA5BE14}"/>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a:solidFill>
                    <a:srgbClr val="123563"/>
                  </a:solidFill>
                  <a:latin typeface="Calibri" panose="020F0502020204030204" pitchFamily="34" charset="0"/>
                </a:rPr>
                <a:t>ASC41</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Ascletis</a:t>
              </a:r>
              <a:r>
                <a:rPr lang="en-US" sz="900" i="1" kern="0">
                  <a:solidFill>
                    <a:srgbClr val="004259"/>
                  </a:solidFill>
                  <a:latin typeface="Calibri" panose="020F0502020204030204" pitchFamily="34" charset="0"/>
                </a:rPr>
                <a:t>)</a:t>
              </a:r>
            </a:p>
            <a:p>
              <a:pPr algn="ctr" defTabSz="914208">
                <a:defRPr/>
              </a:pPr>
              <a:r>
                <a:rPr lang="en-US" sz="900" kern="0">
                  <a:solidFill>
                    <a:srgbClr val="004259"/>
                  </a:solidFill>
                  <a:latin typeface="Calibri" panose="020F0502020204030204" pitchFamily="34" charset="0"/>
                </a:rPr>
                <a:t>THR-</a:t>
              </a:r>
              <a:r>
                <a:rPr lang="en-US" altLang="zh-CN" sz="900" kern="0">
                  <a:solidFill>
                    <a:srgbClr val="004259"/>
                  </a:solidFill>
                  <a:latin typeface="Calibri" panose="020F0502020204030204" pitchFamily="34" charset="0"/>
                </a:rPr>
                <a:t>β</a:t>
              </a:r>
              <a:endParaRPr lang="en-US" sz="900" kern="0">
                <a:solidFill>
                  <a:srgbClr val="004259"/>
                </a:solidFill>
                <a:latin typeface="Calibri" panose="020F0502020204030204" pitchFamily="34" charset="0"/>
              </a:endParaRPr>
            </a:p>
          </p:txBody>
        </p:sp>
        <p:pic>
          <p:nvPicPr>
            <p:cNvPr id="104" name="Picture 77">
              <a:extLst>
                <a:ext uri="{FF2B5EF4-FFF2-40B4-BE49-F238E27FC236}">
                  <a16:creationId xmlns:a16="http://schemas.microsoft.com/office/drawing/2014/main" id="{FD5E52A4-F429-E200-69B6-DA91953CBA9A}"/>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107" name="组合 106">
            <a:extLst>
              <a:ext uri="{FF2B5EF4-FFF2-40B4-BE49-F238E27FC236}">
                <a16:creationId xmlns:a16="http://schemas.microsoft.com/office/drawing/2014/main" id="{DFB2C7A6-E0FF-FC90-6FA9-925B51881789}"/>
              </a:ext>
            </a:extLst>
          </p:cNvPr>
          <p:cNvGrpSpPr/>
          <p:nvPr/>
        </p:nvGrpSpPr>
        <p:grpSpPr>
          <a:xfrm>
            <a:off x="10597114" y="1451753"/>
            <a:ext cx="1043961" cy="537839"/>
            <a:chOff x="8893578" y="3345690"/>
            <a:chExt cx="1188000" cy="537839"/>
          </a:xfrm>
          <a:solidFill>
            <a:srgbClr val="D9D9D9"/>
          </a:solidFill>
        </p:grpSpPr>
        <p:sp>
          <p:nvSpPr>
            <p:cNvPr id="108" name="TextBox 100">
              <a:extLst>
                <a:ext uri="{FF2B5EF4-FFF2-40B4-BE49-F238E27FC236}">
                  <a16:creationId xmlns:a16="http://schemas.microsoft.com/office/drawing/2014/main" id="{6D4D9924-D711-2DFD-E018-FE823C8BD24A}"/>
                </a:ext>
              </a:extLst>
            </p:cNvPr>
            <p:cNvSpPr>
              <a:spLocks noChangeArrowheads="1"/>
            </p:cNvSpPr>
            <p:nvPr/>
          </p:nvSpPr>
          <p:spPr bwMode="auto">
            <a:xfrm>
              <a:off x="8893578" y="3345690"/>
              <a:ext cx="1188000" cy="537839"/>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sz="900" b="1" kern="0">
                  <a:solidFill>
                    <a:srgbClr val="123563"/>
                  </a:solidFill>
                  <a:latin typeface="Calibri" panose="020F0502020204030204" pitchFamily="34" charset="0"/>
                </a:rPr>
                <a:t>ZSP1601</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Raynovent</a:t>
              </a:r>
              <a:r>
                <a:rPr lang="en-US" sz="900" i="1" kern="0">
                  <a:solidFill>
                    <a:srgbClr val="004259"/>
                  </a:solidFill>
                  <a:latin typeface="Calibri" panose="020F0502020204030204" pitchFamily="34" charset="0"/>
                </a:rPr>
                <a:t>)</a:t>
              </a:r>
            </a:p>
            <a:p>
              <a:pPr algn="ctr" defTabSz="914208">
                <a:defRPr/>
              </a:pPr>
              <a:r>
                <a:rPr lang="en-US" sz="900" kern="0">
                  <a:solidFill>
                    <a:srgbClr val="004259"/>
                  </a:solidFill>
                  <a:latin typeface="Calibri" panose="020F0502020204030204" pitchFamily="34" charset="0"/>
                </a:rPr>
                <a:t>PDE</a:t>
              </a:r>
            </a:p>
          </p:txBody>
        </p:sp>
        <p:pic>
          <p:nvPicPr>
            <p:cNvPr id="110" name="Picture 77">
              <a:extLst>
                <a:ext uri="{FF2B5EF4-FFF2-40B4-BE49-F238E27FC236}">
                  <a16:creationId xmlns:a16="http://schemas.microsoft.com/office/drawing/2014/main" id="{D2CE533E-577C-042A-0C73-8774F38C32FC}"/>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111" name="组合 110">
            <a:extLst>
              <a:ext uri="{FF2B5EF4-FFF2-40B4-BE49-F238E27FC236}">
                <a16:creationId xmlns:a16="http://schemas.microsoft.com/office/drawing/2014/main" id="{5D2AA1D6-924F-CE7D-7833-D6FE0ED28B02}"/>
              </a:ext>
            </a:extLst>
          </p:cNvPr>
          <p:cNvGrpSpPr/>
          <p:nvPr/>
        </p:nvGrpSpPr>
        <p:grpSpPr>
          <a:xfrm>
            <a:off x="4495800" y="2057400"/>
            <a:ext cx="1044000" cy="540000"/>
            <a:chOff x="7470691" y="3856657"/>
            <a:chExt cx="1208529" cy="540000"/>
          </a:xfrm>
        </p:grpSpPr>
        <p:sp>
          <p:nvSpPr>
            <p:cNvPr id="112" name="TextBox 100">
              <a:extLst>
                <a:ext uri="{FF2B5EF4-FFF2-40B4-BE49-F238E27FC236}">
                  <a16:creationId xmlns:a16="http://schemas.microsoft.com/office/drawing/2014/main" id="{0A1DC12D-DC8A-3629-16DF-5381A911CBAA}"/>
                </a:ext>
              </a:extLst>
            </p:cNvPr>
            <p:cNvSpPr>
              <a:spLocks noChangeArrowheads="1"/>
            </p:cNvSpPr>
            <p:nvPr/>
          </p:nvSpPr>
          <p:spPr bwMode="auto">
            <a:xfrm>
              <a:off x="7470691" y="3856657"/>
              <a:ext cx="1188000" cy="540000"/>
            </a:xfrm>
            <a:prstGeom prst="roundRect">
              <a:avLst>
                <a:gd name="adj" fmla="val 16667"/>
              </a:avLst>
            </a:prstGeom>
            <a:solidFill>
              <a:schemeClr val="accent2">
                <a:lumMod val="20000"/>
                <a:lumOff val="80000"/>
              </a:schemeClr>
            </a:solidFill>
            <a:ln w="28575">
              <a:solidFill>
                <a:srgbClr val="FF0000"/>
              </a:solidFill>
              <a:prstDash val="solid"/>
              <a:miter lim="800000"/>
              <a:headEnd/>
              <a:tailEnd/>
            </a:ln>
          </p:spPr>
          <p:txBody>
            <a:bodyPr lIns="45720" rIns="45720" anchor="ctr"/>
            <a:lstStyle/>
            <a:p>
              <a:pPr algn="ctr" defTabSz="914208">
                <a:defRPr/>
              </a:pPr>
              <a:r>
                <a:rPr lang="en-US" sz="1067" b="1" kern="0" err="1">
                  <a:solidFill>
                    <a:srgbClr val="FF0000"/>
                  </a:solidFill>
                  <a:latin typeface="Calibri" panose="020F0502020204030204" pitchFamily="34" charset="0"/>
                </a:rPr>
                <a:t>Survodutide</a:t>
              </a:r>
              <a:endParaRPr lang="en-US" sz="1067" b="1" kern="0">
                <a:solidFill>
                  <a:srgbClr val="FF0000"/>
                </a:solidFill>
                <a:latin typeface="Calibri" panose="020F0502020204030204" pitchFamily="34" charset="0"/>
              </a:endParaRPr>
            </a:p>
            <a:p>
              <a:pPr algn="ctr" defTabSz="914208">
                <a:defRPr/>
              </a:pPr>
              <a:r>
                <a:rPr lang="en-US" sz="1067" b="1" i="1" kern="0">
                  <a:solidFill>
                    <a:srgbClr val="FF0000"/>
                  </a:solidFill>
                  <a:latin typeface="Calibri" panose="020F0502020204030204" pitchFamily="34" charset="0"/>
                </a:rPr>
                <a:t>(BI)</a:t>
              </a:r>
            </a:p>
            <a:p>
              <a:pPr algn="ctr" defTabSz="914208">
                <a:defRPr/>
              </a:pPr>
              <a:r>
                <a:rPr lang="en-US" sz="1067" b="1" kern="0">
                  <a:solidFill>
                    <a:srgbClr val="FF0000"/>
                  </a:solidFill>
                  <a:latin typeface="Calibri" panose="020F0502020204030204" pitchFamily="34" charset="0"/>
                </a:rPr>
                <a:t>GLP-1/GCGa</a:t>
              </a:r>
            </a:p>
          </p:txBody>
        </p:sp>
        <p:pic>
          <p:nvPicPr>
            <p:cNvPr id="113" name="Picture 117">
              <a:extLst>
                <a:ext uri="{FF2B5EF4-FFF2-40B4-BE49-F238E27FC236}">
                  <a16:creationId xmlns:a16="http://schemas.microsoft.com/office/drawing/2014/main" id="{C794C924-F856-CD49-91DF-12866BA76D09}"/>
                </a:ext>
              </a:extLst>
            </p:cNvPr>
            <p:cNvPicPr>
              <a:picLocks noChangeAspect="1"/>
            </p:cNvPicPr>
            <p:nvPr/>
          </p:nvPicPr>
          <p:blipFill>
            <a:blip r:embed="rId3" cstate="print">
              <a:duotone>
                <a:prstClr val="black"/>
                <a:srgbClr val="FFFF00">
                  <a:tint val="45000"/>
                  <a:satMod val="400000"/>
                </a:srgbClr>
              </a:duotone>
            </a:blip>
            <a:stretch>
              <a:fillRect/>
            </a:stretch>
          </p:blipFill>
          <p:spPr>
            <a:xfrm>
              <a:off x="7489895" y="3880116"/>
              <a:ext cx="240269" cy="303489"/>
            </a:xfrm>
            <a:prstGeom prst="rect">
              <a:avLst/>
            </a:prstGeom>
          </p:spPr>
        </p:pic>
        <p:sp>
          <p:nvSpPr>
            <p:cNvPr id="114" name="Oval 118">
              <a:extLst>
                <a:ext uri="{FF2B5EF4-FFF2-40B4-BE49-F238E27FC236}">
                  <a16:creationId xmlns:a16="http://schemas.microsoft.com/office/drawing/2014/main" id="{5694D184-A2A5-711C-4C78-413077E79F50}"/>
                </a:ext>
              </a:extLst>
            </p:cNvPr>
            <p:cNvSpPr/>
            <p:nvPr/>
          </p:nvSpPr>
          <p:spPr>
            <a:xfrm>
              <a:off x="8474392" y="4174914"/>
              <a:ext cx="204828" cy="180000"/>
            </a:xfrm>
            <a:prstGeom prst="ellipse">
              <a:avLst/>
            </a:prstGeom>
            <a:noFill/>
            <a:ln w="12700" cap="flat" cmpd="sng" algn="ctr">
              <a:solidFill>
                <a:srgbClr val="FFFFFF">
                  <a:lumMod val="65000"/>
                </a:srgbClr>
              </a:solidFill>
              <a:prstDash val="solid"/>
              <a:miter lim="800000"/>
            </a:ln>
            <a:effectLst/>
          </p:spPr>
          <p:txBody>
            <a:bodyPr lIns="0" tIns="18288" rIns="0" bIns="18288" rtlCol="0" anchor="ctr"/>
            <a:lstStyle/>
            <a:p>
              <a:pPr algn="ctr" defTabSz="914332">
                <a:defRPr/>
              </a:pPr>
              <a:r>
                <a:rPr lang="en-US" sz="800" b="1" kern="0">
                  <a:solidFill>
                    <a:srgbClr val="FF0000"/>
                  </a:solidFill>
                  <a:latin typeface="Calibri" panose="020F0502020204030204" pitchFamily="34" charset="0"/>
                </a:rPr>
                <a:t>Q3</a:t>
              </a:r>
            </a:p>
          </p:txBody>
        </p:sp>
      </p:grpSp>
      <p:sp>
        <p:nvSpPr>
          <p:cNvPr id="115" name="星形: 七角 114">
            <a:extLst>
              <a:ext uri="{FF2B5EF4-FFF2-40B4-BE49-F238E27FC236}">
                <a16:creationId xmlns:a16="http://schemas.microsoft.com/office/drawing/2014/main" id="{2C7BFAA1-CA78-9FE5-7B4B-5933CE8BD779}"/>
              </a:ext>
            </a:extLst>
          </p:cNvPr>
          <p:cNvSpPr/>
          <p:nvPr/>
        </p:nvSpPr>
        <p:spPr>
          <a:xfrm>
            <a:off x="5410201" y="1981201"/>
            <a:ext cx="304800" cy="228600"/>
          </a:xfrm>
          <a:prstGeom prst="star7">
            <a:avLst/>
          </a:prstGeom>
          <a:solidFill>
            <a:srgbClr val="FFFF00"/>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4">
              <a:defRPr/>
            </a:pPr>
            <a:endParaRPr lang="zh-CN" altLang="en-US" sz="1400">
              <a:solidFill>
                <a:srgbClr val="000000"/>
              </a:solidFill>
              <a:latin typeface="BISansOpti"/>
            </a:endParaRPr>
          </a:p>
        </p:txBody>
      </p:sp>
      <p:sp>
        <p:nvSpPr>
          <p:cNvPr id="116" name="TextBox 82">
            <a:extLst>
              <a:ext uri="{FF2B5EF4-FFF2-40B4-BE49-F238E27FC236}">
                <a16:creationId xmlns:a16="http://schemas.microsoft.com/office/drawing/2014/main" id="{BB98764A-1F91-88F7-FDF2-FE0A1D10217A}"/>
              </a:ext>
            </a:extLst>
          </p:cNvPr>
          <p:cNvSpPr txBox="1"/>
          <p:nvPr/>
        </p:nvSpPr>
        <p:spPr>
          <a:xfrm>
            <a:off x="10584719" y="4442675"/>
            <a:ext cx="914400" cy="246221"/>
          </a:xfrm>
          <a:prstGeom prst="rect">
            <a:avLst/>
          </a:prstGeom>
          <a:noFill/>
        </p:spPr>
        <p:txBody>
          <a:bodyPr wrap="square" rtlCol="0">
            <a:spAutoFit/>
          </a:bodyPr>
          <a:lstStyle/>
          <a:p>
            <a:pPr defTabSz="914332">
              <a:defRPr/>
            </a:pPr>
            <a:r>
              <a:rPr lang="en-US" altLang="zh-CN" sz="1000">
                <a:solidFill>
                  <a:srgbClr val="000000"/>
                </a:solidFill>
                <a:latin typeface="Calibri" panose="020F0502020204030204" pitchFamily="34" charset="0"/>
              </a:rPr>
              <a:t>Full approval</a:t>
            </a:r>
            <a:endParaRPr lang="en-US" sz="1000">
              <a:solidFill>
                <a:srgbClr val="000000"/>
              </a:solidFill>
              <a:latin typeface="Calibri" panose="020F0502020204030204" pitchFamily="34" charset="0"/>
            </a:endParaRPr>
          </a:p>
        </p:txBody>
      </p:sp>
      <p:sp>
        <p:nvSpPr>
          <p:cNvPr id="125" name="矩形: 圆角 124">
            <a:extLst>
              <a:ext uri="{FF2B5EF4-FFF2-40B4-BE49-F238E27FC236}">
                <a16:creationId xmlns:a16="http://schemas.microsoft.com/office/drawing/2014/main" id="{0810C7C5-55FF-8ACF-98BB-EC575EEAF858}"/>
              </a:ext>
            </a:extLst>
          </p:cNvPr>
          <p:cNvSpPr/>
          <p:nvPr/>
        </p:nvSpPr>
        <p:spPr>
          <a:xfrm>
            <a:off x="10121793" y="4785344"/>
            <a:ext cx="457199" cy="228600"/>
          </a:xfrm>
          <a:prstGeom prst="roundRect">
            <a:avLst/>
          </a:prstGeom>
          <a:solidFill>
            <a:schemeClr val="bg1"/>
          </a:solidFill>
          <a:ln w="12700">
            <a:solidFill>
              <a:srgbClr val="00336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4">
              <a:defRPr/>
            </a:pPr>
            <a:endParaRPr lang="zh-CN" altLang="en-US" sz="1400">
              <a:solidFill>
                <a:srgbClr val="000000"/>
              </a:solidFill>
              <a:latin typeface="BISansOpti"/>
            </a:endParaRPr>
          </a:p>
        </p:txBody>
      </p:sp>
      <p:sp>
        <p:nvSpPr>
          <p:cNvPr id="128" name="TextBox 82">
            <a:extLst>
              <a:ext uri="{FF2B5EF4-FFF2-40B4-BE49-F238E27FC236}">
                <a16:creationId xmlns:a16="http://schemas.microsoft.com/office/drawing/2014/main" id="{84E45A35-5102-F08A-BA98-38763A7C0C27}"/>
              </a:ext>
            </a:extLst>
          </p:cNvPr>
          <p:cNvSpPr txBox="1"/>
          <p:nvPr/>
        </p:nvSpPr>
        <p:spPr>
          <a:xfrm>
            <a:off x="10584719" y="4776764"/>
            <a:ext cx="1371600" cy="246221"/>
          </a:xfrm>
          <a:prstGeom prst="rect">
            <a:avLst/>
          </a:prstGeom>
          <a:noFill/>
        </p:spPr>
        <p:txBody>
          <a:bodyPr wrap="square" rtlCol="0">
            <a:spAutoFit/>
          </a:bodyPr>
          <a:lstStyle/>
          <a:p>
            <a:pPr defTabSz="914332">
              <a:defRPr/>
            </a:pPr>
            <a:r>
              <a:rPr lang="en-US" altLang="zh-CN" sz="1000">
                <a:solidFill>
                  <a:srgbClr val="000000"/>
                </a:solidFill>
                <a:latin typeface="Calibri" panose="020F0502020204030204" pitchFamily="34" charset="0"/>
              </a:rPr>
              <a:t>Conditional approval</a:t>
            </a:r>
            <a:endParaRPr lang="en-US" sz="1000">
              <a:solidFill>
                <a:srgbClr val="000000"/>
              </a:solidFill>
              <a:latin typeface="Calibri" panose="020F0502020204030204" pitchFamily="34" charset="0"/>
            </a:endParaRPr>
          </a:p>
        </p:txBody>
      </p:sp>
      <p:grpSp>
        <p:nvGrpSpPr>
          <p:cNvPr id="10" name="组合 9">
            <a:extLst>
              <a:ext uri="{FF2B5EF4-FFF2-40B4-BE49-F238E27FC236}">
                <a16:creationId xmlns:a16="http://schemas.microsoft.com/office/drawing/2014/main" id="{348A1623-F565-BCEB-F987-9578B0145EE4}"/>
              </a:ext>
            </a:extLst>
          </p:cNvPr>
          <p:cNvGrpSpPr/>
          <p:nvPr/>
        </p:nvGrpSpPr>
        <p:grpSpPr>
          <a:xfrm>
            <a:off x="7329113" y="2705021"/>
            <a:ext cx="1043961" cy="540000"/>
            <a:chOff x="8893578" y="3343530"/>
            <a:chExt cx="1188000" cy="540000"/>
          </a:xfrm>
          <a:solidFill>
            <a:schemeClr val="bg1">
              <a:lumMod val="85000"/>
            </a:schemeClr>
          </a:solidFill>
        </p:grpSpPr>
        <p:sp>
          <p:nvSpPr>
            <p:cNvPr id="12" name="TextBox 100">
              <a:extLst>
                <a:ext uri="{FF2B5EF4-FFF2-40B4-BE49-F238E27FC236}">
                  <a16:creationId xmlns:a16="http://schemas.microsoft.com/office/drawing/2014/main" id="{86AAFFBE-E023-57C5-3CBB-77B416DE6771}"/>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altLang="zh-CN" sz="900" b="1" kern="0">
                  <a:solidFill>
                    <a:srgbClr val="123563"/>
                  </a:solidFill>
                  <a:latin typeface="Calibri" panose="020F0502020204030204" pitchFamily="34" charset="0"/>
                </a:rPr>
                <a:t>BGT-002</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(Burgeon)</a:t>
              </a:r>
            </a:p>
            <a:p>
              <a:pPr algn="ctr" defTabSz="914208">
                <a:defRPr/>
              </a:pPr>
              <a:r>
                <a:rPr lang="en-US" sz="900" kern="0">
                  <a:solidFill>
                    <a:srgbClr val="004259"/>
                  </a:solidFill>
                  <a:latin typeface="Calibri" panose="020F0502020204030204" pitchFamily="34" charset="0"/>
                </a:rPr>
                <a:t>ACLY</a:t>
              </a:r>
            </a:p>
          </p:txBody>
        </p:sp>
        <p:pic>
          <p:nvPicPr>
            <p:cNvPr id="18" name="Picture 77">
              <a:extLst>
                <a:ext uri="{FF2B5EF4-FFF2-40B4-BE49-F238E27FC236}">
                  <a16:creationId xmlns:a16="http://schemas.microsoft.com/office/drawing/2014/main" id="{589FD46B-04D1-316F-70B2-C21C2A923E71}"/>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24" name="组合 23">
            <a:extLst>
              <a:ext uri="{FF2B5EF4-FFF2-40B4-BE49-F238E27FC236}">
                <a16:creationId xmlns:a16="http://schemas.microsoft.com/office/drawing/2014/main" id="{347C7F04-41C5-2281-6B32-EF7D370132E9}"/>
              </a:ext>
            </a:extLst>
          </p:cNvPr>
          <p:cNvGrpSpPr/>
          <p:nvPr/>
        </p:nvGrpSpPr>
        <p:grpSpPr>
          <a:xfrm>
            <a:off x="7329113" y="5789384"/>
            <a:ext cx="1043961" cy="540000"/>
            <a:chOff x="8893578" y="3343530"/>
            <a:chExt cx="1188000" cy="540000"/>
          </a:xfrm>
          <a:solidFill>
            <a:schemeClr val="bg1">
              <a:lumMod val="85000"/>
            </a:schemeClr>
          </a:solidFill>
        </p:grpSpPr>
        <p:sp>
          <p:nvSpPr>
            <p:cNvPr id="28" name="TextBox 100">
              <a:extLst>
                <a:ext uri="{FF2B5EF4-FFF2-40B4-BE49-F238E27FC236}">
                  <a16:creationId xmlns:a16="http://schemas.microsoft.com/office/drawing/2014/main" id="{182AAEA4-6BF4-0BE9-A95A-D6FC5A291037}"/>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altLang="zh-CN" sz="900" b="1" kern="0">
                  <a:solidFill>
                    <a:srgbClr val="123563"/>
                  </a:solidFill>
                  <a:latin typeface="Calibri" panose="020F0502020204030204" pitchFamily="34" charset="0"/>
                </a:rPr>
                <a:t>GH509</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(1Globe)</a:t>
              </a:r>
            </a:p>
            <a:p>
              <a:pPr algn="ctr" defTabSz="914208">
                <a:defRPr/>
              </a:pPr>
              <a:r>
                <a:rPr lang="en-US" sz="900" kern="0">
                  <a:solidFill>
                    <a:srgbClr val="004259"/>
                  </a:solidFill>
                  <a:latin typeface="Calibri" panose="020F0502020204030204" pitchFamily="34" charset="0"/>
                </a:rPr>
                <a:t>Unknown</a:t>
              </a:r>
            </a:p>
          </p:txBody>
        </p:sp>
        <p:pic>
          <p:nvPicPr>
            <p:cNvPr id="29" name="Picture 77">
              <a:extLst>
                <a:ext uri="{FF2B5EF4-FFF2-40B4-BE49-F238E27FC236}">
                  <a16:creationId xmlns:a16="http://schemas.microsoft.com/office/drawing/2014/main" id="{C452EA18-7A51-B4B9-B107-9D7474536B77}"/>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30" name="组合 29">
            <a:extLst>
              <a:ext uri="{FF2B5EF4-FFF2-40B4-BE49-F238E27FC236}">
                <a16:creationId xmlns:a16="http://schemas.microsoft.com/office/drawing/2014/main" id="{575F9379-CFB0-98D5-2851-859A31F4920E}"/>
              </a:ext>
            </a:extLst>
          </p:cNvPr>
          <p:cNvGrpSpPr/>
          <p:nvPr/>
        </p:nvGrpSpPr>
        <p:grpSpPr>
          <a:xfrm>
            <a:off x="7329113" y="1434633"/>
            <a:ext cx="1043961" cy="540000"/>
            <a:chOff x="8893578" y="3343530"/>
            <a:chExt cx="1188000" cy="540000"/>
          </a:xfrm>
          <a:solidFill>
            <a:schemeClr val="bg1">
              <a:lumMod val="85000"/>
            </a:schemeClr>
          </a:solidFill>
        </p:grpSpPr>
        <p:sp>
          <p:nvSpPr>
            <p:cNvPr id="35" name="TextBox 100">
              <a:extLst>
                <a:ext uri="{FF2B5EF4-FFF2-40B4-BE49-F238E27FC236}">
                  <a16:creationId xmlns:a16="http://schemas.microsoft.com/office/drawing/2014/main" id="{49B63ABC-5264-4EA5-E6AD-CC9778B8543D}"/>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altLang="zh-CN" sz="900" b="1" kern="0">
                  <a:solidFill>
                    <a:srgbClr val="123563"/>
                  </a:solidFill>
                  <a:latin typeface="Calibri" panose="020F0502020204030204" pitchFamily="34" charset="0"/>
                </a:rPr>
                <a:t>HSK31679</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(Haisco)</a:t>
              </a:r>
            </a:p>
            <a:p>
              <a:pPr algn="ctr" defTabSz="914208">
                <a:defRPr/>
              </a:pPr>
              <a:r>
                <a:rPr lang="en-US" sz="900" kern="0">
                  <a:solidFill>
                    <a:srgbClr val="004259"/>
                  </a:solidFill>
                  <a:latin typeface="Calibri" panose="020F0502020204030204" pitchFamily="34" charset="0"/>
                </a:rPr>
                <a:t>THR-</a:t>
              </a:r>
              <a:r>
                <a:rPr lang="el-GR" sz="900" kern="0">
                  <a:solidFill>
                    <a:srgbClr val="004259"/>
                  </a:solidFill>
                  <a:latin typeface="Calibri" panose="020F0502020204030204" pitchFamily="34" charset="0"/>
                </a:rPr>
                <a:t>β</a:t>
              </a:r>
            </a:p>
          </p:txBody>
        </p:sp>
        <p:pic>
          <p:nvPicPr>
            <p:cNvPr id="39" name="Picture 77">
              <a:extLst>
                <a:ext uri="{FF2B5EF4-FFF2-40B4-BE49-F238E27FC236}">
                  <a16:creationId xmlns:a16="http://schemas.microsoft.com/office/drawing/2014/main" id="{C0444F05-D26F-50FF-A117-DDA5AEEB7A93}"/>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grpSp>
        <p:nvGrpSpPr>
          <p:cNvPr id="42" name="组合 41">
            <a:extLst>
              <a:ext uri="{FF2B5EF4-FFF2-40B4-BE49-F238E27FC236}">
                <a16:creationId xmlns:a16="http://schemas.microsoft.com/office/drawing/2014/main" id="{EF94CF59-C132-896A-8949-B48C57D1BA34}"/>
              </a:ext>
            </a:extLst>
          </p:cNvPr>
          <p:cNvGrpSpPr/>
          <p:nvPr/>
        </p:nvGrpSpPr>
        <p:grpSpPr>
          <a:xfrm>
            <a:off x="7329113" y="2070760"/>
            <a:ext cx="1043961" cy="540000"/>
            <a:chOff x="8893578" y="3343530"/>
            <a:chExt cx="1188000" cy="540000"/>
          </a:xfrm>
          <a:solidFill>
            <a:schemeClr val="bg1">
              <a:lumMod val="85000"/>
            </a:schemeClr>
          </a:solidFill>
        </p:grpSpPr>
        <p:sp>
          <p:nvSpPr>
            <p:cNvPr id="43" name="TextBox 100">
              <a:extLst>
                <a:ext uri="{FF2B5EF4-FFF2-40B4-BE49-F238E27FC236}">
                  <a16:creationId xmlns:a16="http://schemas.microsoft.com/office/drawing/2014/main" id="{D4529CE7-A657-2C91-8750-D86C18B495CC}"/>
                </a:ext>
              </a:extLst>
            </p:cNvPr>
            <p:cNvSpPr>
              <a:spLocks noChangeArrowheads="1"/>
            </p:cNvSpPr>
            <p:nvPr/>
          </p:nvSpPr>
          <p:spPr bwMode="auto">
            <a:xfrm>
              <a:off x="8893578" y="3343530"/>
              <a:ext cx="1188000" cy="540000"/>
            </a:xfrm>
            <a:prstGeom prst="roundRect">
              <a:avLst>
                <a:gd name="adj" fmla="val 16667"/>
              </a:avLst>
            </a:prstGeom>
            <a:solidFill>
              <a:schemeClr val="accent6">
                <a:lumMod val="40000"/>
                <a:lumOff val="60000"/>
              </a:schemeClr>
            </a:solidFill>
            <a:ln w="12700">
              <a:solidFill>
                <a:srgbClr val="004259"/>
              </a:solidFill>
              <a:prstDash val="solid"/>
              <a:miter lim="800000"/>
              <a:headEnd/>
              <a:tailEnd/>
            </a:ln>
          </p:spPr>
          <p:txBody>
            <a:bodyPr lIns="45720" rIns="45720" anchor="ctr"/>
            <a:lstStyle/>
            <a:p>
              <a:pPr algn="ctr" defTabSz="914208">
                <a:defRPr/>
              </a:pPr>
              <a:r>
                <a:rPr lang="en-US" sz="900" b="1" kern="0">
                  <a:solidFill>
                    <a:srgbClr val="004259"/>
                  </a:solidFill>
                  <a:latin typeface="Calibri" panose="020F0502020204030204" pitchFamily="34" charset="0"/>
                </a:rPr>
                <a:t>  </a:t>
              </a:r>
              <a:r>
                <a:rPr lang="en-US" altLang="zh-CN" sz="900" b="1" kern="0">
                  <a:solidFill>
                    <a:srgbClr val="123563"/>
                  </a:solidFill>
                  <a:latin typeface="Calibri" panose="020F0502020204030204" pitchFamily="34" charset="0"/>
                </a:rPr>
                <a:t>VSA006</a:t>
              </a:r>
              <a:endParaRPr lang="en-US" altLang="zh-CN" sz="1100" b="1" kern="0">
                <a:solidFill>
                  <a:srgbClr val="004259"/>
                </a:solidFill>
                <a:latin typeface="Calibri" panose="020F0502020204030204" pitchFamily="34" charset="0"/>
              </a:endParaRPr>
            </a:p>
            <a:p>
              <a:pPr algn="ctr" defTabSz="914208">
                <a:defRPr/>
              </a:pPr>
              <a:r>
                <a:rPr lang="en-US" sz="900" i="1" kern="0">
                  <a:solidFill>
                    <a:srgbClr val="004259"/>
                  </a:solidFill>
                  <a:latin typeface="Calibri" panose="020F0502020204030204" pitchFamily="34" charset="0"/>
                </a:rPr>
                <a:t>(</a:t>
              </a:r>
              <a:r>
                <a:rPr lang="en-US" sz="900" i="1" kern="0" err="1">
                  <a:solidFill>
                    <a:srgbClr val="004259"/>
                  </a:solidFill>
                  <a:latin typeface="Calibri" panose="020F0502020204030204" pitchFamily="34" charset="0"/>
                </a:rPr>
                <a:t>Visirna</a:t>
              </a:r>
              <a:r>
                <a:rPr lang="en-US" sz="900" i="1" kern="0">
                  <a:solidFill>
                    <a:srgbClr val="004259"/>
                  </a:solidFill>
                  <a:latin typeface="Calibri" panose="020F0502020204030204" pitchFamily="34" charset="0"/>
                </a:rPr>
                <a:t>)</a:t>
              </a:r>
            </a:p>
            <a:p>
              <a:pPr algn="ctr" defTabSz="914208">
                <a:defRPr/>
              </a:pPr>
              <a:r>
                <a:rPr lang="en-US" sz="900" kern="0">
                  <a:solidFill>
                    <a:srgbClr val="004259"/>
                  </a:solidFill>
                  <a:latin typeface="Calibri" panose="020F0502020204030204" pitchFamily="34" charset="0"/>
                </a:rPr>
                <a:t>HSD17B13</a:t>
              </a:r>
              <a:endParaRPr lang="el-GR" sz="900" kern="0">
                <a:solidFill>
                  <a:srgbClr val="004259"/>
                </a:solidFill>
                <a:latin typeface="Calibri" panose="020F0502020204030204" pitchFamily="34" charset="0"/>
              </a:endParaRPr>
            </a:p>
          </p:txBody>
        </p:sp>
        <p:pic>
          <p:nvPicPr>
            <p:cNvPr id="44" name="Picture 77">
              <a:extLst>
                <a:ext uri="{FF2B5EF4-FFF2-40B4-BE49-F238E27FC236}">
                  <a16:creationId xmlns:a16="http://schemas.microsoft.com/office/drawing/2014/main" id="{4F309F9F-1EE4-B460-C98B-4A9295CC06FB}"/>
                </a:ext>
              </a:extLst>
            </p:cNvPr>
            <p:cNvPicPr>
              <a:picLocks noChangeAspect="1"/>
            </p:cNvPicPr>
            <p:nvPr/>
          </p:nvPicPr>
          <p:blipFill>
            <a:blip r:embed="rId4" cstate="print"/>
            <a:stretch>
              <a:fillRect/>
            </a:stretch>
          </p:blipFill>
          <p:spPr>
            <a:xfrm>
              <a:off x="8937361" y="3409315"/>
              <a:ext cx="145791" cy="213687"/>
            </a:xfrm>
            <a:prstGeom prst="rect">
              <a:avLst/>
            </a:prstGeom>
            <a:grpFill/>
          </p:spPr>
        </p:pic>
      </p:grpSp>
    </p:spTree>
    <p:extLst>
      <p:ext uri="{BB962C8B-B14F-4D97-AF65-F5344CB8AC3E}">
        <p14:creationId xmlns:p14="http://schemas.microsoft.com/office/powerpoint/2010/main" val="1750393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4" name="直接箭头连接符 133">
            <a:extLst>
              <a:ext uri="{FF2B5EF4-FFF2-40B4-BE49-F238E27FC236}">
                <a16:creationId xmlns:a16="http://schemas.microsoft.com/office/drawing/2014/main" id="{A710C49C-6623-EB3E-7143-6B68FC03E80C}"/>
              </a:ext>
            </a:extLst>
          </p:cNvPr>
          <p:cNvCxnSpPr>
            <a:cxnSpLocks/>
          </p:cNvCxnSpPr>
          <p:nvPr/>
        </p:nvCxnSpPr>
        <p:spPr bwMode="gray">
          <a:xfrm flipV="1">
            <a:off x="3043894" y="1670181"/>
            <a:ext cx="0" cy="122969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9B513CE7-F109-28AB-55E7-BF9022905A9E}"/>
              </a:ext>
            </a:extLst>
          </p:cNvPr>
          <p:cNvSpPr>
            <a:spLocks noGrp="1"/>
          </p:cNvSpPr>
          <p:nvPr>
            <p:ph type="title"/>
          </p:nvPr>
        </p:nvSpPr>
        <p:spPr/>
        <p:txBody>
          <a:bodyPr/>
          <a:lstStyle/>
          <a:p>
            <a:r>
              <a:rPr lang="en-US" sz="2000" u="sng">
                <a:solidFill>
                  <a:schemeClr val="accent1">
                    <a:lumMod val="90000"/>
                    <a:lumOff val="10000"/>
                  </a:schemeClr>
                </a:solidFill>
                <a:cs typeface="Calibri" panose="020F0502020204030204" pitchFamily="34" charset="0"/>
              </a:rPr>
              <a:t>Planning:</a:t>
            </a:r>
            <a:br>
              <a:rPr lang="en-US" sz="2000" u="sng">
                <a:cs typeface="Calibri" panose="020F0502020204030204" pitchFamily="34" charset="0"/>
              </a:rPr>
            </a:br>
            <a:r>
              <a:rPr lang="en-US" sz="2000">
                <a:solidFill>
                  <a:schemeClr val="accent1">
                    <a:lumMod val="90000"/>
                    <a:lumOff val="10000"/>
                  </a:schemeClr>
                </a:solidFill>
                <a:cs typeface="Calibri" panose="020F0502020204030204" pitchFamily="34" charset="0"/>
              </a:rPr>
              <a:t>Survodutide (GLP1/GCGR agonist): CKD &amp; </a:t>
            </a:r>
            <a:r>
              <a:rPr lang="en-US" sz="2000" err="1">
                <a:solidFill>
                  <a:schemeClr val="accent1">
                    <a:lumMod val="90000"/>
                    <a:lumOff val="10000"/>
                  </a:schemeClr>
                </a:solidFill>
                <a:cs typeface="Calibri" panose="020F0502020204030204" pitchFamily="34" charset="0"/>
              </a:rPr>
              <a:t>HFpEF</a:t>
            </a:r>
            <a:br>
              <a:rPr lang="en-US" sz="2000">
                <a:solidFill>
                  <a:schemeClr val="accent1">
                    <a:lumMod val="90000"/>
                    <a:lumOff val="10000"/>
                  </a:schemeClr>
                </a:solidFill>
                <a:cs typeface="Calibri" panose="020F0502020204030204" pitchFamily="34" charset="0"/>
              </a:rPr>
            </a:br>
            <a:endParaRPr lang="en-US" sz="2000">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B0CAB3F3-47E9-6436-0876-686EDE9D1A3B}"/>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6B272C07-A90A-A658-63C7-142C9C28C2C7}"/>
              </a:ext>
            </a:extLst>
          </p:cNvPr>
          <p:cNvSpPr>
            <a:spLocks noGrp="1"/>
          </p:cNvSpPr>
          <p:nvPr>
            <p:ph type="sldNum" sz="quarter" idx="11"/>
          </p:nvPr>
        </p:nvSpPr>
        <p:spPr/>
        <p:txBody>
          <a:bodyPr/>
          <a:lstStyle/>
          <a:p>
            <a:fld id="{8FF9B0DE-3FEB-4AA0-B465-B80EF7C1333D}" type="slidenum">
              <a:rPr lang="en-US" smtClean="0"/>
              <a:pPr/>
              <a:t>33</a:t>
            </a:fld>
            <a:endParaRPr lang="en-US"/>
          </a:p>
        </p:txBody>
      </p:sp>
      <p:pic>
        <p:nvPicPr>
          <p:cNvPr id="102" name="Picture 8" descr="Traffic light - Simple English Wikipedia, the free ...">
            <a:extLst>
              <a:ext uri="{FF2B5EF4-FFF2-40B4-BE49-F238E27FC236}">
                <a16:creationId xmlns:a16="http://schemas.microsoft.com/office/drawing/2014/main" id="{C984027D-2318-E379-B751-DED75349E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Gerader Verbinder 13">
            <a:extLst>
              <a:ext uri="{FF2B5EF4-FFF2-40B4-BE49-F238E27FC236}">
                <a16:creationId xmlns:a16="http://schemas.microsoft.com/office/drawing/2014/main" id="{F774FC76-5419-1D76-40AD-E6A308758C17}"/>
              </a:ext>
            </a:extLst>
          </p:cNvPr>
          <p:cNvCxnSpPr>
            <a:cxnSpLocks/>
          </p:cNvCxnSpPr>
          <p:nvPr/>
        </p:nvCxnSpPr>
        <p:spPr bwMode="gray">
          <a:xfrm>
            <a:off x="490949" y="1637241"/>
            <a:ext cx="11221626" cy="0"/>
          </a:xfrm>
          <a:prstGeom prst="line">
            <a:avLst/>
          </a:prstGeom>
          <a:ln w="952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6" name="Ellipse 42">
            <a:extLst>
              <a:ext uri="{FF2B5EF4-FFF2-40B4-BE49-F238E27FC236}">
                <a16:creationId xmlns:a16="http://schemas.microsoft.com/office/drawing/2014/main" id="{C4EA2AAF-0EB6-7958-734F-AA98ABD23A42}"/>
              </a:ext>
            </a:extLst>
          </p:cNvPr>
          <p:cNvSpPr>
            <a:spLocks noChangeAspect="1"/>
          </p:cNvSpPr>
          <p:nvPr/>
        </p:nvSpPr>
        <p:spPr bwMode="gray">
          <a:xfrm>
            <a:off x="891318"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 name="Google Shape;793;p12">
            <a:extLst>
              <a:ext uri="{FF2B5EF4-FFF2-40B4-BE49-F238E27FC236}">
                <a16:creationId xmlns:a16="http://schemas.microsoft.com/office/drawing/2014/main" id="{715C115B-C546-CA8E-BF8C-5592BEC89887}"/>
              </a:ext>
            </a:extLst>
          </p:cNvPr>
          <p:cNvSpPr txBox="1"/>
          <p:nvPr/>
        </p:nvSpPr>
        <p:spPr>
          <a:xfrm>
            <a:off x="685632"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2023</a:t>
            </a:r>
          </a:p>
        </p:txBody>
      </p:sp>
      <p:sp>
        <p:nvSpPr>
          <p:cNvPr id="28" name="Google Shape;793;p12">
            <a:extLst>
              <a:ext uri="{FF2B5EF4-FFF2-40B4-BE49-F238E27FC236}">
                <a16:creationId xmlns:a16="http://schemas.microsoft.com/office/drawing/2014/main" id="{28F6DBEB-DB92-FDF0-E121-FBABD3BA47B6}"/>
              </a:ext>
            </a:extLst>
          </p:cNvPr>
          <p:cNvSpPr txBox="1"/>
          <p:nvPr/>
        </p:nvSpPr>
        <p:spPr>
          <a:xfrm>
            <a:off x="2066846"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2024</a:t>
            </a:r>
          </a:p>
        </p:txBody>
      </p:sp>
      <p:sp>
        <p:nvSpPr>
          <p:cNvPr id="31" name="Google Shape;793;p12">
            <a:extLst>
              <a:ext uri="{FF2B5EF4-FFF2-40B4-BE49-F238E27FC236}">
                <a16:creationId xmlns:a16="http://schemas.microsoft.com/office/drawing/2014/main" id="{369BC945-3D31-010C-223C-8D49E9299EAB}"/>
              </a:ext>
            </a:extLst>
          </p:cNvPr>
          <p:cNvSpPr txBox="1"/>
          <p:nvPr/>
        </p:nvSpPr>
        <p:spPr>
          <a:xfrm>
            <a:off x="3448060"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2025</a:t>
            </a:r>
          </a:p>
        </p:txBody>
      </p:sp>
      <p:sp>
        <p:nvSpPr>
          <p:cNvPr id="32" name="Google Shape;793;p12">
            <a:extLst>
              <a:ext uri="{FF2B5EF4-FFF2-40B4-BE49-F238E27FC236}">
                <a16:creationId xmlns:a16="http://schemas.microsoft.com/office/drawing/2014/main" id="{738D09A3-8656-5113-4ADE-B3ACF065F708}"/>
              </a:ext>
            </a:extLst>
          </p:cNvPr>
          <p:cNvSpPr txBox="1"/>
          <p:nvPr/>
        </p:nvSpPr>
        <p:spPr>
          <a:xfrm>
            <a:off x="4829274"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2026</a:t>
            </a:r>
          </a:p>
        </p:txBody>
      </p:sp>
      <p:sp>
        <p:nvSpPr>
          <p:cNvPr id="33" name="Google Shape;793;p12">
            <a:extLst>
              <a:ext uri="{FF2B5EF4-FFF2-40B4-BE49-F238E27FC236}">
                <a16:creationId xmlns:a16="http://schemas.microsoft.com/office/drawing/2014/main" id="{3F7EF2FA-6A38-1CD1-5DB0-1D7D5FF16359}"/>
              </a:ext>
            </a:extLst>
          </p:cNvPr>
          <p:cNvSpPr txBox="1"/>
          <p:nvPr/>
        </p:nvSpPr>
        <p:spPr>
          <a:xfrm>
            <a:off x="6210488"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2027</a:t>
            </a:r>
          </a:p>
        </p:txBody>
      </p:sp>
      <p:sp>
        <p:nvSpPr>
          <p:cNvPr id="35" name="Google Shape;793;p12">
            <a:extLst>
              <a:ext uri="{FF2B5EF4-FFF2-40B4-BE49-F238E27FC236}">
                <a16:creationId xmlns:a16="http://schemas.microsoft.com/office/drawing/2014/main" id="{020CD601-861D-EE75-7ADC-5954F7694181}"/>
              </a:ext>
            </a:extLst>
          </p:cNvPr>
          <p:cNvSpPr txBox="1"/>
          <p:nvPr/>
        </p:nvSpPr>
        <p:spPr>
          <a:xfrm>
            <a:off x="7591702" y="1676759"/>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2028</a:t>
            </a:r>
          </a:p>
        </p:txBody>
      </p:sp>
      <p:sp>
        <p:nvSpPr>
          <p:cNvPr id="43" name="Google Shape;793;p12">
            <a:extLst>
              <a:ext uri="{FF2B5EF4-FFF2-40B4-BE49-F238E27FC236}">
                <a16:creationId xmlns:a16="http://schemas.microsoft.com/office/drawing/2014/main" id="{705B2F69-AF23-5972-37C2-4FD366336B6E}"/>
              </a:ext>
            </a:extLst>
          </p:cNvPr>
          <p:cNvSpPr txBox="1"/>
          <p:nvPr/>
        </p:nvSpPr>
        <p:spPr>
          <a:xfrm>
            <a:off x="8972916" y="1670181"/>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2029</a:t>
            </a:r>
          </a:p>
        </p:txBody>
      </p:sp>
      <p:sp>
        <p:nvSpPr>
          <p:cNvPr id="49" name="Google Shape;793;p12">
            <a:extLst>
              <a:ext uri="{FF2B5EF4-FFF2-40B4-BE49-F238E27FC236}">
                <a16:creationId xmlns:a16="http://schemas.microsoft.com/office/drawing/2014/main" id="{00F8C7C4-3B26-CD2C-C5B7-7544A28AB32C}"/>
              </a:ext>
            </a:extLst>
          </p:cNvPr>
          <p:cNvSpPr txBox="1"/>
          <p:nvPr/>
        </p:nvSpPr>
        <p:spPr>
          <a:xfrm>
            <a:off x="10354127" y="1675361"/>
            <a:ext cx="519373" cy="320088"/>
          </a:xfrm>
          <a:prstGeom prst="rect">
            <a:avLst/>
          </a:prstGeom>
          <a:noFill/>
          <a:ln>
            <a:noFill/>
          </a:ln>
        </p:spPr>
        <p:txBody>
          <a:bodyPr spcFirstLastPara="1" wrap="none" lIns="0" tIns="0" rIns="0" bIns="0" anchor="t" anchorCtr="0">
            <a:spAutoFit/>
          </a:bodyPr>
          <a:lstStyle/>
          <a:p>
            <a:pPr marL="0" marR="0" lvl="0" indent="0" algn="ctr" defTabSz="914354" rtl="0" eaLnBrk="1" fontAlgn="auto" latinLnBrk="0" hangingPunct="1">
              <a:lnSpc>
                <a:spcPct val="130000"/>
              </a:lnSpc>
              <a:spcBef>
                <a:spcPts val="0"/>
              </a:spcBef>
              <a:spcAft>
                <a:spcPts val="0"/>
              </a:spcAft>
              <a:buClr>
                <a:srgbClr val="000000"/>
              </a:buClr>
              <a:buSzPts val="1000"/>
              <a:buFontTx/>
              <a:buNone/>
              <a:tabLst/>
              <a:defRPr/>
            </a:pPr>
            <a:r>
              <a:rPr kumimoji="0" lang="en-US" sz="1600" b="1"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sym typeface="Arial"/>
              </a:rPr>
              <a:t>2030</a:t>
            </a:r>
          </a:p>
        </p:txBody>
      </p:sp>
      <p:sp>
        <p:nvSpPr>
          <p:cNvPr id="50" name="Ellipse 42">
            <a:extLst>
              <a:ext uri="{FF2B5EF4-FFF2-40B4-BE49-F238E27FC236}">
                <a16:creationId xmlns:a16="http://schemas.microsoft.com/office/drawing/2014/main" id="{5AD22B76-5687-C753-663B-91DC8C0E9551}"/>
              </a:ext>
            </a:extLst>
          </p:cNvPr>
          <p:cNvSpPr>
            <a:spLocks noChangeAspect="1"/>
          </p:cNvSpPr>
          <p:nvPr/>
        </p:nvSpPr>
        <p:spPr bwMode="gray">
          <a:xfrm>
            <a:off x="2272532"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1" name="Ellipse 42">
            <a:extLst>
              <a:ext uri="{FF2B5EF4-FFF2-40B4-BE49-F238E27FC236}">
                <a16:creationId xmlns:a16="http://schemas.microsoft.com/office/drawing/2014/main" id="{0ABB92E9-D15A-BEA9-9250-A4103F0125BE}"/>
              </a:ext>
            </a:extLst>
          </p:cNvPr>
          <p:cNvSpPr>
            <a:spLocks noChangeAspect="1"/>
          </p:cNvSpPr>
          <p:nvPr/>
        </p:nvSpPr>
        <p:spPr bwMode="gray">
          <a:xfrm>
            <a:off x="3653747"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5" name="Ellipse 42">
            <a:extLst>
              <a:ext uri="{FF2B5EF4-FFF2-40B4-BE49-F238E27FC236}">
                <a16:creationId xmlns:a16="http://schemas.microsoft.com/office/drawing/2014/main" id="{BD7400D7-8FCA-E6E3-894D-429E2C139B8C}"/>
              </a:ext>
            </a:extLst>
          </p:cNvPr>
          <p:cNvSpPr>
            <a:spLocks noChangeAspect="1"/>
          </p:cNvSpPr>
          <p:nvPr/>
        </p:nvSpPr>
        <p:spPr bwMode="gray">
          <a:xfrm>
            <a:off x="5034961"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Ellipse 42">
            <a:extLst>
              <a:ext uri="{FF2B5EF4-FFF2-40B4-BE49-F238E27FC236}">
                <a16:creationId xmlns:a16="http://schemas.microsoft.com/office/drawing/2014/main" id="{2E0747DD-4CE8-FB0D-BEC3-A43B964C2926}"/>
              </a:ext>
            </a:extLst>
          </p:cNvPr>
          <p:cNvSpPr>
            <a:spLocks noChangeAspect="1"/>
          </p:cNvSpPr>
          <p:nvPr/>
        </p:nvSpPr>
        <p:spPr bwMode="gray">
          <a:xfrm>
            <a:off x="6416175"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Ellipse 42">
            <a:extLst>
              <a:ext uri="{FF2B5EF4-FFF2-40B4-BE49-F238E27FC236}">
                <a16:creationId xmlns:a16="http://schemas.microsoft.com/office/drawing/2014/main" id="{93C806D9-0776-AE45-EEA8-BC88FBF6C6C6}"/>
              </a:ext>
            </a:extLst>
          </p:cNvPr>
          <p:cNvSpPr>
            <a:spLocks noChangeAspect="1"/>
          </p:cNvSpPr>
          <p:nvPr/>
        </p:nvSpPr>
        <p:spPr bwMode="gray">
          <a:xfrm>
            <a:off x="7797388"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8" name="Ellipse 42">
            <a:extLst>
              <a:ext uri="{FF2B5EF4-FFF2-40B4-BE49-F238E27FC236}">
                <a16:creationId xmlns:a16="http://schemas.microsoft.com/office/drawing/2014/main" id="{347E5A22-5AB4-E7C7-7E20-C6280A43AFD2}"/>
              </a:ext>
            </a:extLst>
          </p:cNvPr>
          <p:cNvSpPr>
            <a:spLocks noChangeAspect="1"/>
          </p:cNvSpPr>
          <p:nvPr/>
        </p:nvSpPr>
        <p:spPr bwMode="gray">
          <a:xfrm>
            <a:off x="9178603"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9" name="Ellipse 42">
            <a:extLst>
              <a:ext uri="{FF2B5EF4-FFF2-40B4-BE49-F238E27FC236}">
                <a16:creationId xmlns:a16="http://schemas.microsoft.com/office/drawing/2014/main" id="{8F1A6899-CFFD-4DA1-E5FE-07B27C8A82EC}"/>
              </a:ext>
            </a:extLst>
          </p:cNvPr>
          <p:cNvSpPr>
            <a:spLocks noChangeAspect="1"/>
          </p:cNvSpPr>
          <p:nvPr/>
        </p:nvSpPr>
        <p:spPr bwMode="gray">
          <a:xfrm>
            <a:off x="10559814" y="1584281"/>
            <a:ext cx="108000" cy="108000"/>
          </a:xfrm>
          <a:prstGeom prst="ellipse">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Rectangle 315">
            <a:extLst>
              <a:ext uri="{FF2B5EF4-FFF2-40B4-BE49-F238E27FC236}">
                <a16:creationId xmlns:a16="http://schemas.microsoft.com/office/drawing/2014/main" id="{BC79779B-67CB-FFED-9396-7DAC61FF6D0E}"/>
              </a:ext>
            </a:extLst>
          </p:cNvPr>
          <p:cNvSpPr/>
          <p:nvPr/>
        </p:nvSpPr>
        <p:spPr>
          <a:xfrm>
            <a:off x="3537905" y="2141637"/>
            <a:ext cx="909131" cy="14875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332" rtl="0" eaLnBrk="1" fontAlgn="auto" latinLnBrk="0" hangingPunct="1">
              <a:lnSpc>
                <a:spcPct val="130000"/>
              </a:lnSpc>
              <a:spcBef>
                <a:spcPts val="0"/>
              </a:spcBef>
              <a:spcAft>
                <a:spcPts val="0"/>
              </a:spcAft>
              <a:buClr>
                <a:srgbClr val="000000"/>
              </a:buClr>
              <a:buSzTx/>
              <a:buFontTx/>
              <a:buNone/>
              <a:tabLst/>
              <a:defRPr/>
            </a:pPr>
            <a:r>
              <a:rPr kumimoji="0" lang="en-IN" sz="8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sym typeface="Arial"/>
              </a:rPr>
              <a:t>Mar 2025</a:t>
            </a:r>
          </a:p>
        </p:txBody>
      </p:sp>
      <p:sp>
        <p:nvSpPr>
          <p:cNvPr id="68" name="5-Point Star 98">
            <a:extLst>
              <a:ext uri="{FF2B5EF4-FFF2-40B4-BE49-F238E27FC236}">
                <a16:creationId xmlns:a16="http://schemas.microsoft.com/office/drawing/2014/main" id="{26B1CBB3-3B70-B9AB-2418-31C1200F78E6}"/>
              </a:ext>
            </a:extLst>
          </p:cNvPr>
          <p:cNvSpPr>
            <a:spLocks/>
          </p:cNvSpPr>
          <p:nvPr/>
        </p:nvSpPr>
        <p:spPr>
          <a:xfrm>
            <a:off x="11288972" y="2308971"/>
            <a:ext cx="118872" cy="118872"/>
          </a:xfrm>
          <a:prstGeom prst="star5">
            <a:avLst/>
          </a:prstGeom>
          <a:solidFill>
            <a:srgbClr val="1EAD1B"/>
          </a:solidFill>
          <a:ln w="19050">
            <a:noFill/>
          </a:ln>
          <a:effectLst>
            <a:outerShdw blurRad="1778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83267" rtl="0" eaLnBrk="1" fontAlgn="auto" latinLnBrk="0" hangingPunct="1">
              <a:lnSpc>
                <a:spcPct val="13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123563"/>
              </a:solidFill>
              <a:effectLst/>
              <a:uLnTx/>
              <a:uFillTx/>
              <a:latin typeface="Boehringer Forward Text"/>
              <a:ea typeface="+mn-ea"/>
              <a:cs typeface="Calibri" panose="020F0502020204030204" pitchFamily="34" charset="0"/>
              <a:sym typeface="Arial"/>
            </a:endParaRPr>
          </a:p>
        </p:txBody>
      </p:sp>
      <p:sp>
        <p:nvSpPr>
          <p:cNvPr id="69" name="5-Point Star 98">
            <a:extLst>
              <a:ext uri="{FF2B5EF4-FFF2-40B4-BE49-F238E27FC236}">
                <a16:creationId xmlns:a16="http://schemas.microsoft.com/office/drawing/2014/main" id="{0309B54D-29C3-26A9-BCEC-00E89079E45E}"/>
              </a:ext>
            </a:extLst>
          </p:cNvPr>
          <p:cNvSpPr>
            <a:spLocks/>
          </p:cNvSpPr>
          <p:nvPr/>
        </p:nvSpPr>
        <p:spPr>
          <a:xfrm>
            <a:off x="11298104" y="2598820"/>
            <a:ext cx="118872" cy="118872"/>
          </a:xfrm>
          <a:prstGeom prst="star5">
            <a:avLst/>
          </a:prstGeom>
          <a:solidFill>
            <a:srgbClr val="1EAD1B"/>
          </a:solidFill>
          <a:ln w="19050">
            <a:noFill/>
          </a:ln>
          <a:effectLst>
            <a:outerShdw blurRad="1778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83267" rtl="0" eaLnBrk="1" fontAlgn="auto" latinLnBrk="0" hangingPunct="1">
              <a:lnSpc>
                <a:spcPct val="13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123563"/>
              </a:solidFill>
              <a:effectLst/>
              <a:uLnTx/>
              <a:uFillTx/>
              <a:latin typeface="Boehringer Forward Text"/>
              <a:ea typeface="+mn-ea"/>
              <a:cs typeface="Calibri" panose="020F0502020204030204" pitchFamily="34" charset="0"/>
              <a:sym typeface="Arial"/>
            </a:endParaRPr>
          </a:p>
        </p:txBody>
      </p:sp>
      <p:grpSp>
        <p:nvGrpSpPr>
          <p:cNvPr id="72" name="Group 340">
            <a:extLst>
              <a:ext uri="{FF2B5EF4-FFF2-40B4-BE49-F238E27FC236}">
                <a16:creationId xmlns:a16="http://schemas.microsoft.com/office/drawing/2014/main" id="{EBE24306-BAE1-75B1-37DB-061A61C00376}"/>
              </a:ext>
            </a:extLst>
          </p:cNvPr>
          <p:cNvGrpSpPr>
            <a:grpSpLocks/>
          </p:cNvGrpSpPr>
          <p:nvPr/>
        </p:nvGrpSpPr>
        <p:grpSpPr>
          <a:xfrm>
            <a:off x="3944885" y="2314963"/>
            <a:ext cx="6700189" cy="180169"/>
            <a:chOff x="3554233" y="5065090"/>
            <a:chExt cx="6708857" cy="224282"/>
          </a:xfrm>
          <a:solidFill>
            <a:schemeClr val="accent1"/>
          </a:solidFill>
          <a:effectLst/>
        </p:grpSpPr>
        <p:sp>
          <p:nvSpPr>
            <p:cNvPr id="73" name="Pentagon 90">
              <a:extLst>
                <a:ext uri="{FF2B5EF4-FFF2-40B4-BE49-F238E27FC236}">
                  <a16:creationId xmlns:a16="http://schemas.microsoft.com/office/drawing/2014/main" id="{CD2E2F66-D167-0D99-EE4B-5CB017039804}"/>
                </a:ext>
              </a:extLst>
            </p:cNvPr>
            <p:cNvSpPr/>
            <p:nvPr/>
          </p:nvSpPr>
          <p:spPr>
            <a:xfrm>
              <a:off x="4375683" y="5065090"/>
              <a:ext cx="5887407" cy="224282"/>
            </a:xfrm>
            <a:prstGeom prst="homePlat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30000"/>
                </a:lnSpc>
                <a:spcBef>
                  <a:spcPts val="0"/>
                </a:spcBef>
                <a:spcAft>
                  <a:spcPts val="0"/>
                </a:spcAft>
                <a:buClrTx/>
                <a:buSzTx/>
                <a:buFontTx/>
                <a:buNone/>
                <a:tabLst/>
                <a:defRPr/>
              </a:pPr>
              <a:r>
                <a:rPr kumimoji="0" lang="en-IN"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sym typeface="Arial"/>
                </a:rPr>
                <a:t>Ph II/III: CKD in </a:t>
              </a:r>
              <a:r>
                <a:rPr kumimoji="0" lang="en-IN" sz="800" b="1" i="0" u="none" strike="noStrike" kern="1200" cap="none" spc="0" normalizeH="0" baseline="0" noProof="0" err="1">
                  <a:ln>
                    <a:noFill/>
                  </a:ln>
                  <a:solidFill>
                    <a:prstClr val="white"/>
                  </a:solidFill>
                  <a:effectLst/>
                  <a:uLnTx/>
                  <a:uFillTx/>
                  <a:latin typeface="Boehringer Forward Text"/>
                  <a:ea typeface="+mn-ea"/>
                  <a:cs typeface="Calibri" panose="020F0502020204030204" pitchFamily="34" charset="0"/>
                  <a:sym typeface="Arial"/>
                </a:rPr>
                <a:t>PwO</a:t>
              </a:r>
              <a:r>
                <a:rPr kumimoji="0" lang="en-IN"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sym typeface="Arial"/>
                </a:rPr>
                <a:t> (n=4000)</a:t>
              </a:r>
            </a:p>
          </p:txBody>
        </p:sp>
        <p:sp>
          <p:nvSpPr>
            <p:cNvPr id="125" name="Rectangle 342">
              <a:extLst>
                <a:ext uri="{FF2B5EF4-FFF2-40B4-BE49-F238E27FC236}">
                  <a16:creationId xmlns:a16="http://schemas.microsoft.com/office/drawing/2014/main" id="{251114E1-04A7-3744-6287-5BA4287D144D}"/>
                </a:ext>
              </a:extLst>
            </p:cNvPr>
            <p:cNvSpPr/>
            <p:nvPr/>
          </p:nvSpPr>
          <p:spPr>
            <a:xfrm>
              <a:off x="3554233" y="5065090"/>
              <a:ext cx="829402" cy="224281"/>
            </a:xfrm>
            <a:prstGeom prst="rect">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30000"/>
                </a:lnSpc>
                <a:spcBef>
                  <a:spcPts val="0"/>
                </a:spcBef>
                <a:spcAft>
                  <a:spcPts val="0"/>
                </a:spcAft>
                <a:buClrTx/>
                <a:buSzTx/>
                <a:buFontTx/>
                <a:buNone/>
                <a:tabLst/>
                <a:defRPr/>
              </a:pPr>
              <a:endParaRPr kumimoji="0" lang="en-GB"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endParaRPr>
            </a:p>
          </p:txBody>
        </p:sp>
      </p:grpSp>
      <p:grpSp>
        <p:nvGrpSpPr>
          <p:cNvPr id="126" name="Group 343">
            <a:extLst>
              <a:ext uri="{FF2B5EF4-FFF2-40B4-BE49-F238E27FC236}">
                <a16:creationId xmlns:a16="http://schemas.microsoft.com/office/drawing/2014/main" id="{CCA8513F-4A43-75E6-6D17-AF4B7F9EDA0E}"/>
              </a:ext>
            </a:extLst>
          </p:cNvPr>
          <p:cNvGrpSpPr>
            <a:grpSpLocks/>
          </p:cNvGrpSpPr>
          <p:nvPr/>
        </p:nvGrpSpPr>
        <p:grpSpPr>
          <a:xfrm>
            <a:off x="3943424" y="2543907"/>
            <a:ext cx="6462890" cy="180169"/>
            <a:chOff x="3795674" y="5356499"/>
            <a:chExt cx="6471251" cy="263344"/>
          </a:xfrm>
          <a:solidFill>
            <a:schemeClr val="accent1"/>
          </a:solidFill>
          <a:effectLst/>
        </p:grpSpPr>
        <p:sp>
          <p:nvSpPr>
            <p:cNvPr id="127" name="Pentagon 90">
              <a:extLst>
                <a:ext uri="{FF2B5EF4-FFF2-40B4-BE49-F238E27FC236}">
                  <a16:creationId xmlns:a16="http://schemas.microsoft.com/office/drawing/2014/main" id="{C0464716-E843-625C-88B3-2F75F7925F51}"/>
                </a:ext>
              </a:extLst>
            </p:cNvPr>
            <p:cNvSpPr/>
            <p:nvPr/>
          </p:nvSpPr>
          <p:spPr>
            <a:xfrm>
              <a:off x="4379517" y="5356499"/>
              <a:ext cx="5887408" cy="263344"/>
            </a:xfrm>
            <a:prstGeom prst="homePlat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30000"/>
                </a:lnSpc>
                <a:spcBef>
                  <a:spcPts val="0"/>
                </a:spcBef>
                <a:spcAft>
                  <a:spcPts val="0"/>
                </a:spcAft>
                <a:buClrTx/>
                <a:buSzTx/>
                <a:buFontTx/>
                <a:buNone/>
                <a:tabLst/>
                <a:defRPr/>
              </a:pPr>
              <a:r>
                <a:rPr kumimoji="0" lang="pt-BR"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sym typeface="Arial"/>
                </a:rPr>
                <a:t>Ph III: HFpEF in PwO (</a:t>
              </a:r>
              <a:r>
                <a:rPr lang="pt-BR" sz="800" b="1">
                  <a:solidFill>
                    <a:prstClr val="white"/>
                  </a:solidFill>
                  <a:latin typeface="Boehringer Forward Text"/>
                  <a:cs typeface="Calibri" panose="020F0502020204030204" pitchFamily="34" charset="0"/>
                  <a:sym typeface="Arial"/>
                </a:rPr>
                <a:t>n=6000</a:t>
              </a:r>
              <a:r>
                <a:rPr kumimoji="0" lang="pt-BR"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sym typeface="Arial"/>
                </a:rPr>
                <a:t>)</a:t>
              </a:r>
              <a:endParaRPr kumimoji="0" lang="en-US"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sym typeface="Arial"/>
              </a:endParaRPr>
            </a:p>
          </p:txBody>
        </p:sp>
        <p:sp>
          <p:nvSpPr>
            <p:cNvPr id="128" name="Rectangle 345">
              <a:extLst>
                <a:ext uri="{FF2B5EF4-FFF2-40B4-BE49-F238E27FC236}">
                  <a16:creationId xmlns:a16="http://schemas.microsoft.com/office/drawing/2014/main" id="{E9E4B7C3-86E3-F7BD-AD91-CAEDFA592D3A}"/>
                </a:ext>
              </a:extLst>
            </p:cNvPr>
            <p:cNvSpPr/>
            <p:nvPr/>
          </p:nvSpPr>
          <p:spPr>
            <a:xfrm>
              <a:off x="3795674" y="5357023"/>
              <a:ext cx="843728" cy="262819"/>
            </a:xfrm>
            <a:prstGeom prst="rect">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30000"/>
                </a:lnSpc>
                <a:spcBef>
                  <a:spcPts val="0"/>
                </a:spcBef>
                <a:spcAft>
                  <a:spcPts val="0"/>
                </a:spcAft>
                <a:buClrTx/>
                <a:buSzTx/>
                <a:buFontTx/>
                <a:buNone/>
                <a:tabLst/>
                <a:defRPr/>
              </a:pPr>
              <a:endParaRPr kumimoji="0" lang="en-GB" sz="800" b="1" i="0" u="none" strike="noStrike" kern="1200" cap="none" spc="0" normalizeH="0" baseline="0" noProof="0">
                <a:ln>
                  <a:noFill/>
                </a:ln>
                <a:solidFill>
                  <a:prstClr val="white"/>
                </a:solidFill>
                <a:effectLst/>
                <a:uLnTx/>
                <a:uFillTx/>
                <a:latin typeface="Boehringer Forward Text"/>
                <a:ea typeface="+mn-ea"/>
                <a:cs typeface="Calibri" panose="020F0502020204030204" pitchFamily="34" charset="0"/>
              </a:endParaRPr>
            </a:p>
          </p:txBody>
        </p:sp>
      </p:grpSp>
      <p:sp>
        <p:nvSpPr>
          <p:cNvPr id="129" name="Rectangle 2">
            <a:extLst>
              <a:ext uri="{FF2B5EF4-FFF2-40B4-BE49-F238E27FC236}">
                <a16:creationId xmlns:a16="http://schemas.microsoft.com/office/drawing/2014/main" id="{FE46193B-FFF4-6AC9-A71F-6A23BE2C7292}"/>
              </a:ext>
            </a:extLst>
          </p:cNvPr>
          <p:cNvSpPr/>
          <p:nvPr/>
        </p:nvSpPr>
        <p:spPr bwMode="gray">
          <a:xfrm>
            <a:off x="479424" y="2112843"/>
            <a:ext cx="11233151" cy="681293"/>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0" name="Google Shape;656;p8">
            <a:extLst>
              <a:ext uri="{FF2B5EF4-FFF2-40B4-BE49-F238E27FC236}">
                <a16:creationId xmlns:a16="http://schemas.microsoft.com/office/drawing/2014/main" id="{6D81F81C-EF9F-53A3-29FB-04EAEFFF5DB2}"/>
              </a:ext>
            </a:extLst>
          </p:cNvPr>
          <p:cNvSpPr/>
          <p:nvPr/>
        </p:nvSpPr>
        <p:spPr>
          <a:xfrm>
            <a:off x="1929705" y="2219022"/>
            <a:ext cx="1228161" cy="468934"/>
          </a:xfrm>
          <a:prstGeom prst="wedgeRectCallout">
            <a:avLst>
              <a:gd name="adj1" fmla="val 105785"/>
              <a:gd name="adj2" fmla="val -9833"/>
            </a:avLst>
          </a:prstGeom>
          <a:solidFill>
            <a:schemeClr val="bg1"/>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96000" rIns="45720" bIns="96000" rtlCol="0" anchor="ctr"/>
          <a:lstStyle/>
          <a:p>
            <a:pPr marL="0" marR="0" lvl="0" indent="0" algn="ctr" defTabSz="1219110" rtl="0" eaLnBrk="1" fontAlgn="auto" latinLnBrk="0" hangingPunct="1">
              <a:lnSpc>
                <a:spcPct val="130000"/>
              </a:lnSpc>
              <a:spcBef>
                <a:spcPts val="0"/>
              </a:spcBef>
              <a:spcAft>
                <a:spcPts val="0"/>
              </a:spcAft>
              <a:buClr>
                <a:srgbClr val="000000"/>
              </a:buClr>
              <a:buSzTx/>
              <a:buFontTx/>
              <a:buNone/>
              <a:tabLst/>
              <a:defRPr/>
            </a:pPr>
            <a:r>
              <a:rPr kumimoji="0" lang="en-US" sz="900" b="1" i="0" u="none" strike="noStrike" kern="0" cap="none" spc="0" normalizeH="0" baseline="0" noProof="0">
                <a:ln>
                  <a:noFill/>
                </a:ln>
                <a:solidFill>
                  <a:prstClr val="black"/>
                </a:solidFill>
                <a:effectLst/>
                <a:uLnTx/>
                <a:uFillTx/>
                <a:latin typeface="Boehringer Forward Text"/>
                <a:ea typeface="+mn-ea"/>
                <a:cs typeface="Calibri" panose="020F0502020204030204" pitchFamily="34" charset="0"/>
                <a:sym typeface="Arial"/>
              </a:rPr>
              <a:t>Building out CRM positioning</a:t>
            </a:r>
          </a:p>
        </p:txBody>
      </p:sp>
      <p:sp>
        <p:nvSpPr>
          <p:cNvPr id="132" name="Rectangle 37">
            <a:extLst>
              <a:ext uri="{FF2B5EF4-FFF2-40B4-BE49-F238E27FC236}">
                <a16:creationId xmlns:a16="http://schemas.microsoft.com/office/drawing/2014/main" id="{5A466CDD-52FA-446B-30F2-B08465D8C8C3}"/>
              </a:ext>
            </a:extLst>
          </p:cNvPr>
          <p:cNvSpPr/>
          <p:nvPr/>
        </p:nvSpPr>
        <p:spPr>
          <a:xfrm>
            <a:off x="2712213" y="2910996"/>
            <a:ext cx="663362" cy="415498"/>
          </a:xfrm>
          <a:prstGeom prst="rect">
            <a:avLst/>
          </a:prstGeom>
          <a:solidFill>
            <a:schemeClr val="tx2">
              <a:lumMod val="20000"/>
              <a:lumOff val="80000"/>
            </a:schemeClr>
          </a:solidFill>
        </p:spPr>
        <p:txBody>
          <a:bodyPr wrap="square">
            <a:spAutoFit/>
          </a:bodyPr>
          <a:lstStyle/>
          <a:p>
            <a:pPr algn="ctr"/>
            <a:r>
              <a:rPr lang="en-US" altLang="zh-CN" sz="1050" b="1">
                <a:solidFill>
                  <a:srgbClr val="003366"/>
                </a:solidFill>
                <a:latin typeface="Calibri" panose="020F0502020204030204" pitchFamily="34" charset="0"/>
                <a:cs typeface="Calibri" panose="020F0502020204030204" pitchFamily="34" charset="0"/>
              </a:rPr>
              <a:t>Jul 2024</a:t>
            </a:r>
          </a:p>
          <a:p>
            <a:pPr algn="ctr"/>
            <a:r>
              <a:rPr lang="en-US" altLang="zh-CN" sz="1050" b="1">
                <a:solidFill>
                  <a:srgbClr val="003366"/>
                </a:solidFill>
                <a:latin typeface="Calibri" panose="020F0502020204030204" pitchFamily="34" charset="0"/>
                <a:cs typeface="Calibri" panose="020F0502020204030204" pitchFamily="34" charset="0"/>
              </a:rPr>
              <a:t>HAI Sub.</a:t>
            </a:r>
          </a:p>
        </p:txBody>
      </p:sp>
      <p:sp>
        <p:nvSpPr>
          <p:cNvPr id="138" name="Rectangle 75">
            <a:extLst>
              <a:ext uri="{FF2B5EF4-FFF2-40B4-BE49-F238E27FC236}">
                <a16:creationId xmlns:a16="http://schemas.microsoft.com/office/drawing/2014/main" id="{EB2D5379-BFA0-F34B-AC03-E0E8088981BF}"/>
              </a:ext>
            </a:extLst>
          </p:cNvPr>
          <p:cNvSpPr/>
          <p:nvPr/>
        </p:nvSpPr>
        <p:spPr>
          <a:xfrm>
            <a:off x="1011965" y="4761470"/>
            <a:ext cx="5448800" cy="20641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b="1">
                <a:solidFill>
                  <a:schemeClr val="bg2"/>
                </a:solidFill>
                <a:latin typeface="Boehringer Forward Head"/>
              </a:rPr>
              <a:t>To r</a:t>
            </a:r>
            <a:r>
              <a:rPr kumimoji="0" lang="en-US" sz="1400" b="1" i="0" u="none" strike="noStrike" kern="1200" cap="none" spc="0" normalizeH="0" baseline="0" noProof="0">
                <a:ln>
                  <a:noFill/>
                </a:ln>
                <a:solidFill>
                  <a:schemeClr val="bg2"/>
                </a:solidFill>
                <a:effectLst/>
                <a:uLnTx/>
                <a:uFillTx/>
                <a:latin typeface="Boehringer Forward Head"/>
                <a:ea typeface="+mn-ea"/>
                <a:cs typeface="+mn-cs"/>
              </a:rPr>
              <a:t>educe the risk of kidney disease progression</a:t>
            </a:r>
            <a:r>
              <a:rPr lang="en-US" sz="1400" b="1" baseline="30000">
                <a:solidFill>
                  <a:schemeClr val="bg2"/>
                </a:solidFill>
                <a:latin typeface="Boehringer Forward Head"/>
              </a:rPr>
              <a:t>*</a:t>
            </a:r>
            <a:r>
              <a:rPr kumimoji="0" lang="en-US" sz="1400" b="1" i="0" u="none" strike="noStrike" kern="1200" cap="none" spc="0" normalizeH="0" baseline="0" noProof="0">
                <a:ln>
                  <a:noFill/>
                </a:ln>
                <a:solidFill>
                  <a:schemeClr val="bg2"/>
                </a:solidFill>
                <a:effectLst/>
                <a:uLnTx/>
                <a:uFillTx/>
                <a:latin typeface="Boehringer Forward Head"/>
                <a:ea typeface="+mn-ea"/>
                <a:cs typeface="+mn-cs"/>
              </a:rPr>
              <a:t>, CV death or HHF</a:t>
            </a:r>
          </a:p>
        </p:txBody>
      </p:sp>
      <p:sp>
        <p:nvSpPr>
          <p:cNvPr id="139" name="Rectangle 75">
            <a:extLst>
              <a:ext uri="{FF2B5EF4-FFF2-40B4-BE49-F238E27FC236}">
                <a16:creationId xmlns:a16="http://schemas.microsoft.com/office/drawing/2014/main" id="{4F444F3C-88CF-5C1D-04ED-36E3F7D78348}"/>
              </a:ext>
            </a:extLst>
          </p:cNvPr>
          <p:cNvSpPr/>
          <p:nvPr/>
        </p:nvSpPr>
        <p:spPr>
          <a:xfrm>
            <a:off x="1011965" y="5032978"/>
            <a:ext cx="4027837" cy="91326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Patients with CKD patients at risk of progression with overweight or obesity (BMI &gt;25 kg/m</a:t>
            </a:r>
            <a:r>
              <a:rPr kumimoji="0" lang="en-US" sz="1200" b="0" i="1" u="none" strike="noStrike" kern="1200" cap="none" spc="0" normalizeH="0" baseline="30000" noProof="0">
                <a:ln>
                  <a:noFill/>
                </a:ln>
                <a:solidFill>
                  <a:schemeClr val="bg2"/>
                </a:solidFill>
                <a:effectLst/>
                <a:uLnTx/>
                <a:uFillTx/>
                <a:latin typeface="Boehringer Forward Head"/>
                <a:ea typeface="+mn-ea"/>
                <a:cs typeface="+mn-cs"/>
              </a:rPr>
              <a:t>2</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 and</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eGFR 20–90 ml/min/1.73m</a:t>
            </a:r>
            <a:r>
              <a:rPr kumimoji="0" lang="en-US" sz="1200" b="0" i="1" u="none" strike="noStrike" kern="1200" cap="none" spc="0" normalizeH="0" baseline="30000" noProof="0">
                <a:ln>
                  <a:noFill/>
                </a:ln>
                <a:solidFill>
                  <a:schemeClr val="bg2"/>
                </a:solidFill>
                <a:effectLst/>
                <a:uLnTx/>
                <a:uFillTx/>
                <a:latin typeface="Boehringer Forward Head"/>
                <a:ea typeface="+mn-ea"/>
                <a:cs typeface="+mn-cs"/>
              </a:rPr>
              <a:t>2</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UACR &gt;200–5000 mg/g​</a:t>
            </a:r>
          </a:p>
        </p:txBody>
      </p:sp>
      <p:sp>
        <p:nvSpPr>
          <p:cNvPr id="140" name="Rectangle 75">
            <a:extLst>
              <a:ext uri="{FF2B5EF4-FFF2-40B4-BE49-F238E27FC236}">
                <a16:creationId xmlns:a16="http://schemas.microsoft.com/office/drawing/2014/main" id="{0973CD24-1C7A-09FF-5D3E-468F4EF938D5}"/>
              </a:ext>
            </a:extLst>
          </p:cNvPr>
          <p:cNvSpPr/>
          <p:nvPr/>
        </p:nvSpPr>
        <p:spPr>
          <a:xfrm>
            <a:off x="6863998" y="4759342"/>
            <a:ext cx="4370098" cy="24080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2"/>
                </a:solidFill>
                <a:effectLst/>
                <a:uLnTx/>
                <a:uFillTx/>
                <a:latin typeface="Boehringer Forward Head"/>
                <a:ea typeface="+mn-ea"/>
                <a:cs typeface="+mn-cs"/>
              </a:rPr>
              <a:t>To reduce the risk of CV death or worsening of HF</a:t>
            </a:r>
          </a:p>
        </p:txBody>
      </p:sp>
      <p:sp>
        <p:nvSpPr>
          <p:cNvPr id="141" name="Rectangle 75">
            <a:extLst>
              <a:ext uri="{FF2B5EF4-FFF2-40B4-BE49-F238E27FC236}">
                <a16:creationId xmlns:a16="http://schemas.microsoft.com/office/drawing/2014/main" id="{682C71FA-53D0-C537-862B-376293F95844}"/>
              </a:ext>
            </a:extLst>
          </p:cNvPr>
          <p:cNvSpPr/>
          <p:nvPr/>
        </p:nvSpPr>
        <p:spPr>
          <a:xfrm>
            <a:off x="6863998" y="5049943"/>
            <a:ext cx="4413112" cy="9094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Patients with </a:t>
            </a:r>
            <a:r>
              <a:rPr kumimoji="0" lang="en-US" sz="1200" b="0" i="1" u="none" strike="noStrike" kern="1200" cap="none" spc="0" normalizeH="0" baseline="0" noProof="0" err="1">
                <a:ln>
                  <a:noFill/>
                </a:ln>
                <a:solidFill>
                  <a:schemeClr val="bg2"/>
                </a:solidFill>
                <a:effectLst/>
                <a:uLnTx/>
                <a:uFillTx/>
                <a:latin typeface="Boehringer Forward Head"/>
                <a:ea typeface="+mn-ea"/>
                <a:cs typeface="+mn-cs"/>
              </a:rPr>
              <a:t>HFpEF</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 and obesity (BMI ≥30 kg/m</a:t>
            </a:r>
            <a:r>
              <a:rPr kumimoji="0" lang="en-US" sz="1200" b="0" i="1" u="none" strike="noStrike" kern="1200" cap="none" spc="0" normalizeH="0" baseline="30000" noProof="0">
                <a:ln>
                  <a:noFill/>
                </a:ln>
                <a:solidFill>
                  <a:schemeClr val="bg2"/>
                </a:solidFill>
                <a:effectLst/>
                <a:uLnTx/>
                <a:uFillTx/>
                <a:latin typeface="Boehringer Forward Head"/>
                <a:ea typeface="+mn-ea"/>
                <a:cs typeface="+mn-cs"/>
              </a:rPr>
              <a:t>2</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 and</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LVEF&gt;40%, NYHA class II-IV</a:t>
            </a:r>
            <a:endParaRPr lang="en-US" sz="1200" i="1">
              <a:solidFill>
                <a:schemeClr val="bg2"/>
              </a:solidFill>
              <a:latin typeface="Boehringer Forward Head"/>
            </a:endParaRP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schemeClr val="bg2"/>
                </a:solidFill>
                <a:effectLst/>
                <a:uLnTx/>
                <a:uFillTx/>
                <a:latin typeface="Boehringer Forward Head"/>
                <a:ea typeface="+mn-ea"/>
                <a:cs typeface="+mn-cs"/>
              </a:rPr>
              <a:t>eGFR&gt;20 mL/min/1.73 m</a:t>
            </a:r>
            <a:r>
              <a:rPr kumimoji="0" lang="en-US" altLang="zh-CN" sz="1200" b="0" i="1" u="none" strike="noStrike" kern="1200" cap="none" spc="0" normalizeH="0" baseline="30000" noProof="0">
                <a:ln>
                  <a:noFill/>
                </a:ln>
                <a:solidFill>
                  <a:schemeClr val="bg2"/>
                </a:solidFill>
                <a:effectLst/>
                <a:uLnTx/>
                <a:uFillTx/>
                <a:latin typeface="Boehringer Forward Head"/>
                <a:ea typeface="+mn-ea"/>
                <a:cs typeface="+mn-cs"/>
              </a:rPr>
              <a:t>2</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 (CKD-EPI)</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err="1">
                <a:ln>
                  <a:noFill/>
                </a:ln>
                <a:solidFill>
                  <a:schemeClr val="bg2"/>
                </a:solidFill>
                <a:effectLst/>
                <a:uLnTx/>
                <a:uFillTx/>
                <a:latin typeface="Boehringer Forward Head"/>
                <a:ea typeface="+mn-ea"/>
                <a:cs typeface="+mn-cs"/>
              </a:rPr>
              <a:t>NTproBNP</a:t>
            </a:r>
            <a:r>
              <a:rPr kumimoji="0" lang="en-US" sz="1200" b="0" i="1" u="none" strike="noStrike" kern="1200" cap="none" spc="0" normalizeH="0" baseline="0" noProof="0">
                <a:ln>
                  <a:noFill/>
                </a:ln>
                <a:solidFill>
                  <a:schemeClr val="bg2"/>
                </a:solidFill>
                <a:effectLst/>
                <a:uLnTx/>
                <a:uFillTx/>
                <a:latin typeface="Boehringer Forward Head"/>
                <a:ea typeface="+mn-ea"/>
                <a:cs typeface="+mn-cs"/>
              </a:rPr>
              <a:t> cut-offs based on BMI</a:t>
            </a:r>
          </a:p>
        </p:txBody>
      </p:sp>
      <p:sp>
        <p:nvSpPr>
          <p:cNvPr id="142" name="Rectangle 75">
            <a:extLst>
              <a:ext uri="{FF2B5EF4-FFF2-40B4-BE49-F238E27FC236}">
                <a16:creationId xmlns:a16="http://schemas.microsoft.com/office/drawing/2014/main" id="{FE0EDF17-8308-06D0-BBE7-22A5F34DB392}"/>
              </a:ext>
            </a:extLst>
          </p:cNvPr>
          <p:cNvSpPr/>
          <p:nvPr/>
        </p:nvSpPr>
        <p:spPr>
          <a:xfrm>
            <a:off x="985244" y="3705210"/>
            <a:ext cx="4081278" cy="23999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Boehringer Forward Head"/>
                <a:ea typeface="+mn-ea"/>
                <a:cs typeface="+mn-cs"/>
              </a:rPr>
              <a:t>Survodutide is indicated </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chemeClr val="tx2"/>
              </a:solidFill>
              <a:effectLst/>
              <a:uLnTx/>
              <a:uFillTx/>
              <a:latin typeface="Boehringer Forward Head"/>
              <a:ea typeface="+mn-ea"/>
              <a:cs typeface="+mn-cs"/>
            </a:endParaRPr>
          </a:p>
        </p:txBody>
      </p:sp>
      <p:pic>
        <p:nvPicPr>
          <p:cNvPr id="154" name="图片 153" descr="图片包含 圆圈&#10;&#10;描述已自动生成">
            <a:extLst>
              <a:ext uri="{FF2B5EF4-FFF2-40B4-BE49-F238E27FC236}">
                <a16:creationId xmlns:a16="http://schemas.microsoft.com/office/drawing/2014/main" id="{5FF3CDAF-6D46-B89D-00A3-DF6FE89D758F}"/>
              </a:ext>
            </a:extLst>
          </p:cNvPr>
          <p:cNvPicPr>
            <a:picLocks noChangeAspect="1"/>
          </p:cNvPicPr>
          <p:nvPr/>
        </p:nvPicPr>
        <p:blipFill>
          <a:blip r:embed="rId4">
            <a:duotone>
              <a:schemeClr val="bg2">
                <a:shade val="45000"/>
                <a:satMod val="135000"/>
              </a:schemeClr>
              <a:prstClr val="white"/>
            </a:duotone>
          </a:blip>
          <a:stretch>
            <a:fillRect/>
          </a:stretch>
        </p:blipFill>
        <p:spPr>
          <a:xfrm>
            <a:off x="8766564" y="3988911"/>
            <a:ext cx="564966" cy="577182"/>
          </a:xfrm>
          <a:prstGeom prst="rect">
            <a:avLst/>
          </a:prstGeom>
        </p:spPr>
      </p:pic>
      <p:pic>
        <p:nvPicPr>
          <p:cNvPr id="152" name="图片 151" descr="图标&#10;&#10;描述已自动生成">
            <a:extLst>
              <a:ext uri="{FF2B5EF4-FFF2-40B4-BE49-F238E27FC236}">
                <a16:creationId xmlns:a16="http://schemas.microsoft.com/office/drawing/2014/main" id="{48A32C4C-A1AA-D859-F94D-F5AB93937409}"/>
              </a:ext>
            </a:extLst>
          </p:cNvPr>
          <p:cNvPicPr>
            <a:picLocks noChangeAspect="1"/>
          </p:cNvPicPr>
          <p:nvPr/>
        </p:nvPicPr>
        <p:blipFill>
          <a:blip r:embed="rId5">
            <a:duotone>
              <a:schemeClr val="bg2">
                <a:shade val="45000"/>
                <a:satMod val="135000"/>
              </a:schemeClr>
              <a:prstClr val="white"/>
            </a:duotone>
          </a:blip>
          <a:stretch>
            <a:fillRect/>
          </a:stretch>
        </p:blipFill>
        <p:spPr>
          <a:xfrm>
            <a:off x="3453882" y="4015261"/>
            <a:ext cx="564966" cy="583730"/>
          </a:xfrm>
          <a:prstGeom prst="rect">
            <a:avLst/>
          </a:prstGeom>
        </p:spPr>
      </p:pic>
      <p:cxnSp>
        <p:nvCxnSpPr>
          <p:cNvPr id="159" name="直接连接符 158">
            <a:extLst>
              <a:ext uri="{FF2B5EF4-FFF2-40B4-BE49-F238E27FC236}">
                <a16:creationId xmlns:a16="http://schemas.microsoft.com/office/drawing/2014/main" id="{85980070-3CE5-B922-17D7-A62FF0BA82E5}"/>
              </a:ext>
            </a:extLst>
          </p:cNvPr>
          <p:cNvCxnSpPr>
            <a:cxnSpLocks/>
          </p:cNvCxnSpPr>
          <p:nvPr/>
        </p:nvCxnSpPr>
        <p:spPr bwMode="gray">
          <a:xfrm>
            <a:off x="1011965" y="4669010"/>
            <a:ext cx="5448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1B06902F-1B56-662D-1E34-A614BD039A76}"/>
              </a:ext>
            </a:extLst>
          </p:cNvPr>
          <p:cNvCxnSpPr>
            <a:cxnSpLocks/>
          </p:cNvCxnSpPr>
          <p:nvPr/>
        </p:nvCxnSpPr>
        <p:spPr bwMode="gray">
          <a:xfrm>
            <a:off x="6863998" y="4669010"/>
            <a:ext cx="43700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532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ltLang="zh-CN" b="1" err="1"/>
              <a:t>ASi+EMPA</a:t>
            </a:r>
            <a:r>
              <a:rPr lang="en-US" altLang="zh-CN" b="1"/>
              <a:t> </a:t>
            </a:r>
            <a:r>
              <a:rPr lang="en-US" b="1"/>
              <a:t>Projects</a:t>
            </a:r>
            <a:endParaRPr lang="en-US"/>
          </a:p>
        </p:txBody>
      </p:sp>
      <p:sp>
        <p:nvSpPr>
          <p:cNvPr id="3" name="Subtitle 2">
            <a:extLst>
              <a:ext uri="{FF2B5EF4-FFF2-40B4-BE49-F238E27FC236}">
                <a16:creationId xmlns:a16="http://schemas.microsoft.com/office/drawing/2014/main" id="{7E84BB9D-A560-B107-D02C-6E613DA594C3}"/>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34</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840317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EAB3117-F5E5-BC99-5FC1-3C37F3D3D032}"/>
              </a:ext>
            </a:extLst>
          </p:cNvPr>
          <p:cNvSpPr/>
          <p:nvPr/>
        </p:nvSpPr>
        <p:spPr bwMode="gray">
          <a:xfrm>
            <a:off x="1047786" y="2104997"/>
            <a:ext cx="4469710" cy="4255947"/>
          </a:xfrm>
          <a:prstGeom prst="rect">
            <a:avLst/>
          </a:prstGeom>
          <a:solidFill>
            <a:srgbClr val="A3E5EE">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3" name="Title 2"/>
          <p:cNvSpPr>
            <a:spLocks noGrp="1"/>
          </p:cNvSpPr>
          <p:nvPr>
            <p:ph type="title"/>
          </p:nvPr>
        </p:nvSpPr>
        <p:spPr/>
        <p:txBody>
          <a:bodyPr>
            <a:normAutofit/>
          </a:bodyPr>
          <a:lstStyle/>
          <a:p>
            <a:r>
              <a:rPr lang="en-US" sz="2000" u="sng">
                <a:solidFill>
                  <a:schemeClr val="accent1">
                    <a:lumMod val="90000"/>
                    <a:lumOff val="10000"/>
                  </a:schemeClr>
                </a:solidFill>
                <a:cs typeface="Calibri" panose="020F0502020204030204" pitchFamily="34" charset="0"/>
              </a:rPr>
              <a:t>Ongoing:</a:t>
            </a:r>
            <a:br>
              <a:rPr lang="en-US" sz="2000" u="sng">
                <a:solidFill>
                  <a:schemeClr val="accent1">
                    <a:lumMod val="90000"/>
                    <a:lumOff val="10000"/>
                  </a:schemeClr>
                </a:solidFill>
                <a:cs typeface="Calibri" panose="020F0502020204030204" pitchFamily="34" charset="0"/>
              </a:rPr>
            </a:br>
            <a:r>
              <a:rPr lang="en-US" sz="2000">
                <a:solidFill>
                  <a:schemeClr val="accent1">
                    <a:lumMod val="90000"/>
                    <a:lumOff val="10000"/>
                  </a:schemeClr>
                </a:solidFill>
                <a:cs typeface="Calibri" panose="020F0502020204030204" pitchFamily="34" charset="0"/>
              </a:rPr>
              <a:t>BI 690517 (AS inhibitor): Chronic Kidney Disease (CKD)</a:t>
            </a:r>
          </a:p>
        </p:txBody>
      </p:sp>
      <p:sp>
        <p:nvSpPr>
          <p:cNvPr id="11" name="灯片编号占位符 10"/>
          <p:cNvSpPr>
            <a:spLocks noGrp="1"/>
          </p:cNvSpPr>
          <p:nvPr>
            <p:ph type="sldNum" sz="quarter" idx="11"/>
          </p:nvPr>
        </p:nvSpPr>
        <p:spPr>
          <a:xfrm>
            <a:off x="11424592" y="6018236"/>
            <a:ext cx="288000" cy="288000"/>
          </a:xfrm>
        </p:spPr>
        <p:txBody>
          <a:bodyPr/>
          <a:lstStyle/>
          <a:p>
            <a:fld id="{143B55C4-4F5A-416B-997D-6CE47EB0A945}" type="slidenum">
              <a:rPr lang="en-GB" smtClean="0"/>
              <a:pPr/>
              <a:t>35</a:t>
            </a:fld>
            <a:endParaRPr lang="en-GB"/>
          </a:p>
        </p:txBody>
      </p:sp>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extLst>
              <p:ext uri="{D42A27DB-BD31-4B8C-83A1-F6EECF244321}">
                <p14:modId xmlns:p14="http://schemas.microsoft.com/office/powerpoint/2010/main" val="2263951875"/>
              </p:ext>
            </p:extLst>
          </p:nvPr>
        </p:nvGraphicFramePr>
        <p:xfrm>
          <a:off x="1025944" y="1419197"/>
          <a:ext cx="10658934" cy="685800"/>
        </p:xfrm>
        <a:graphic>
          <a:graphicData uri="http://schemas.openxmlformats.org/drawingml/2006/table">
            <a:tbl>
              <a:tblPr firstRow="1" bandRow="1"/>
              <a:tblGrid>
                <a:gridCol w="484497">
                  <a:extLst>
                    <a:ext uri="{9D8B030D-6E8A-4147-A177-3AD203B41FA5}">
                      <a16:colId xmlns:a16="http://schemas.microsoft.com/office/drawing/2014/main" val="3091663135"/>
                    </a:ext>
                  </a:extLst>
                </a:gridCol>
                <a:gridCol w="484497">
                  <a:extLst>
                    <a:ext uri="{9D8B030D-6E8A-4147-A177-3AD203B41FA5}">
                      <a16:colId xmlns:a16="http://schemas.microsoft.com/office/drawing/2014/main" val="2003423086"/>
                    </a:ext>
                  </a:extLst>
                </a:gridCol>
                <a:gridCol w="484497">
                  <a:extLst>
                    <a:ext uri="{9D8B030D-6E8A-4147-A177-3AD203B41FA5}">
                      <a16:colId xmlns:a16="http://schemas.microsoft.com/office/drawing/2014/main" val="2466911814"/>
                    </a:ext>
                  </a:extLst>
                </a:gridCol>
                <a:gridCol w="484497">
                  <a:extLst>
                    <a:ext uri="{9D8B030D-6E8A-4147-A177-3AD203B41FA5}">
                      <a16:colId xmlns:a16="http://schemas.microsoft.com/office/drawing/2014/main" val="3023231563"/>
                    </a:ext>
                  </a:extLst>
                </a:gridCol>
                <a:gridCol w="484497">
                  <a:extLst>
                    <a:ext uri="{9D8B030D-6E8A-4147-A177-3AD203B41FA5}">
                      <a16:colId xmlns:a16="http://schemas.microsoft.com/office/drawing/2014/main" val="3411862845"/>
                    </a:ext>
                  </a:extLst>
                </a:gridCol>
                <a:gridCol w="484497">
                  <a:extLst>
                    <a:ext uri="{9D8B030D-6E8A-4147-A177-3AD203B41FA5}">
                      <a16:colId xmlns:a16="http://schemas.microsoft.com/office/drawing/2014/main" val="2851474774"/>
                    </a:ext>
                  </a:extLst>
                </a:gridCol>
                <a:gridCol w="484497">
                  <a:extLst>
                    <a:ext uri="{9D8B030D-6E8A-4147-A177-3AD203B41FA5}">
                      <a16:colId xmlns:a16="http://schemas.microsoft.com/office/drawing/2014/main" val="107595344"/>
                    </a:ext>
                  </a:extLst>
                </a:gridCol>
                <a:gridCol w="484497">
                  <a:extLst>
                    <a:ext uri="{9D8B030D-6E8A-4147-A177-3AD203B41FA5}">
                      <a16:colId xmlns:a16="http://schemas.microsoft.com/office/drawing/2014/main" val="1666999431"/>
                    </a:ext>
                  </a:extLst>
                </a:gridCol>
                <a:gridCol w="484497">
                  <a:extLst>
                    <a:ext uri="{9D8B030D-6E8A-4147-A177-3AD203B41FA5}">
                      <a16:colId xmlns:a16="http://schemas.microsoft.com/office/drawing/2014/main" val="3696607442"/>
                    </a:ext>
                  </a:extLst>
                </a:gridCol>
                <a:gridCol w="484497">
                  <a:extLst>
                    <a:ext uri="{9D8B030D-6E8A-4147-A177-3AD203B41FA5}">
                      <a16:colId xmlns:a16="http://schemas.microsoft.com/office/drawing/2014/main" val="223989776"/>
                    </a:ext>
                  </a:extLst>
                </a:gridCol>
                <a:gridCol w="484497">
                  <a:extLst>
                    <a:ext uri="{9D8B030D-6E8A-4147-A177-3AD203B41FA5}">
                      <a16:colId xmlns:a16="http://schemas.microsoft.com/office/drawing/2014/main" val="124731204"/>
                    </a:ext>
                  </a:extLst>
                </a:gridCol>
                <a:gridCol w="484497">
                  <a:extLst>
                    <a:ext uri="{9D8B030D-6E8A-4147-A177-3AD203B41FA5}">
                      <a16:colId xmlns:a16="http://schemas.microsoft.com/office/drawing/2014/main" val="3066978585"/>
                    </a:ext>
                  </a:extLst>
                </a:gridCol>
                <a:gridCol w="484497">
                  <a:extLst>
                    <a:ext uri="{9D8B030D-6E8A-4147-A177-3AD203B41FA5}">
                      <a16:colId xmlns:a16="http://schemas.microsoft.com/office/drawing/2014/main" val="1064917641"/>
                    </a:ext>
                  </a:extLst>
                </a:gridCol>
                <a:gridCol w="484497">
                  <a:extLst>
                    <a:ext uri="{9D8B030D-6E8A-4147-A177-3AD203B41FA5}">
                      <a16:colId xmlns:a16="http://schemas.microsoft.com/office/drawing/2014/main" val="4221117315"/>
                    </a:ext>
                  </a:extLst>
                </a:gridCol>
                <a:gridCol w="484497">
                  <a:extLst>
                    <a:ext uri="{9D8B030D-6E8A-4147-A177-3AD203B41FA5}">
                      <a16:colId xmlns:a16="http://schemas.microsoft.com/office/drawing/2014/main" val="3266065341"/>
                    </a:ext>
                  </a:extLst>
                </a:gridCol>
                <a:gridCol w="484497">
                  <a:extLst>
                    <a:ext uri="{9D8B030D-6E8A-4147-A177-3AD203B41FA5}">
                      <a16:colId xmlns:a16="http://schemas.microsoft.com/office/drawing/2014/main" val="2374051224"/>
                    </a:ext>
                  </a:extLst>
                </a:gridCol>
                <a:gridCol w="484497">
                  <a:extLst>
                    <a:ext uri="{9D8B030D-6E8A-4147-A177-3AD203B41FA5}">
                      <a16:colId xmlns:a16="http://schemas.microsoft.com/office/drawing/2014/main" val="1840388365"/>
                    </a:ext>
                  </a:extLst>
                </a:gridCol>
                <a:gridCol w="484497">
                  <a:extLst>
                    <a:ext uri="{9D8B030D-6E8A-4147-A177-3AD203B41FA5}">
                      <a16:colId xmlns:a16="http://schemas.microsoft.com/office/drawing/2014/main" val="267750830"/>
                    </a:ext>
                  </a:extLst>
                </a:gridCol>
                <a:gridCol w="484497">
                  <a:extLst>
                    <a:ext uri="{9D8B030D-6E8A-4147-A177-3AD203B41FA5}">
                      <a16:colId xmlns:a16="http://schemas.microsoft.com/office/drawing/2014/main" val="3966469970"/>
                    </a:ext>
                  </a:extLst>
                </a:gridCol>
                <a:gridCol w="484497">
                  <a:extLst>
                    <a:ext uri="{9D8B030D-6E8A-4147-A177-3AD203B41FA5}">
                      <a16:colId xmlns:a16="http://schemas.microsoft.com/office/drawing/2014/main" val="2522973146"/>
                    </a:ext>
                  </a:extLst>
                </a:gridCol>
                <a:gridCol w="484497">
                  <a:extLst>
                    <a:ext uri="{9D8B030D-6E8A-4147-A177-3AD203B41FA5}">
                      <a16:colId xmlns:a16="http://schemas.microsoft.com/office/drawing/2014/main" val="2710064575"/>
                    </a:ext>
                  </a:extLst>
                </a:gridCol>
                <a:gridCol w="484497">
                  <a:extLst>
                    <a:ext uri="{9D8B030D-6E8A-4147-A177-3AD203B41FA5}">
                      <a16:colId xmlns:a16="http://schemas.microsoft.com/office/drawing/2014/main" val="3774188281"/>
                    </a:ext>
                  </a:extLst>
                </a:gridCol>
              </a:tblGrid>
              <a:tr h="25400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2" name="Isosceles Triangle 1"/>
          <p:cNvSpPr/>
          <p:nvPr/>
        </p:nvSpPr>
        <p:spPr>
          <a:xfrm rot="16200000" flipH="1">
            <a:off x="609914" y="1646675"/>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129" name="Isosceles Triangle 128"/>
          <p:cNvSpPr/>
          <p:nvPr/>
        </p:nvSpPr>
        <p:spPr>
          <a:xfrm rot="5400000">
            <a:off x="11477545" y="1646251"/>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97" name="TextBox 19"/>
          <p:cNvSpPr txBox="1"/>
          <p:nvPr/>
        </p:nvSpPr>
        <p:spPr>
          <a:xfrm>
            <a:off x="155803" y="2686313"/>
            <a:ext cx="858813" cy="164212"/>
          </a:xfrm>
          <a:prstGeom prst="rect">
            <a:avLst/>
          </a:prstGeom>
          <a:noFill/>
          <a:ln>
            <a:solidFill>
              <a:schemeClr val="accent1"/>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Ph2-1378.5</a:t>
            </a:r>
          </a:p>
        </p:txBody>
      </p:sp>
      <p:cxnSp>
        <p:nvCxnSpPr>
          <p:cNvPr id="107"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30480" y="389374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16" name="TextBox 146"/>
          <p:cNvSpPr txBox="1"/>
          <p:nvPr/>
        </p:nvSpPr>
        <p:spPr>
          <a:xfrm>
            <a:off x="144467" y="3434750"/>
            <a:ext cx="881476" cy="328423"/>
          </a:xfrm>
          <a:prstGeom prst="rect">
            <a:avLst/>
          </a:prstGeom>
          <a:noFill/>
          <a:ln>
            <a:solidFill>
              <a:schemeClr val="accent1"/>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 Ph3-1378.6</a:t>
            </a:r>
          </a:p>
          <a:p>
            <a:pPr algn="ctr"/>
            <a:r>
              <a:rPr lang="en-US" altLang="zh-CN" sz="1067" b="1">
                <a:solidFill>
                  <a:srgbClr val="0066CC"/>
                </a:solidFill>
                <a:latin typeface="Calibri" panose="020F0502020204030204" pitchFamily="34" charset="0"/>
                <a:cs typeface="Calibri" panose="020F0502020204030204" pitchFamily="34" charset="0"/>
              </a:rPr>
              <a:t>FOS to Oxford</a:t>
            </a:r>
            <a:endParaRPr lang="en-US" sz="1067" b="1">
              <a:solidFill>
                <a:srgbClr val="0066CC"/>
              </a:solidFill>
              <a:latin typeface="Calibri" panose="020F0502020204030204" pitchFamily="34" charset="0"/>
              <a:cs typeface="Calibri" panose="020F0502020204030204" pitchFamily="34" charset="0"/>
            </a:endParaRPr>
          </a:p>
        </p:txBody>
      </p:sp>
      <p:sp>
        <p:nvSpPr>
          <p:cNvPr id="62" name="TextBox 19"/>
          <p:cNvSpPr txBox="1"/>
          <p:nvPr/>
        </p:nvSpPr>
        <p:spPr>
          <a:xfrm>
            <a:off x="115040" y="4572000"/>
            <a:ext cx="904816" cy="164212"/>
          </a:xfrm>
          <a:prstGeom prst="rect">
            <a:avLst/>
          </a:prstGeom>
          <a:noFill/>
          <a:ln>
            <a:solidFill>
              <a:schemeClr val="accent1"/>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Ph2-1378.5</a:t>
            </a:r>
          </a:p>
        </p:txBody>
      </p:sp>
      <p:sp>
        <p:nvSpPr>
          <p:cNvPr id="63" name="TextBox 146"/>
          <p:cNvSpPr txBox="1"/>
          <p:nvPr/>
        </p:nvSpPr>
        <p:spPr>
          <a:xfrm>
            <a:off x="101305" y="5486400"/>
            <a:ext cx="913311" cy="328423"/>
          </a:xfrm>
          <a:prstGeom prst="rect">
            <a:avLst/>
          </a:prstGeom>
          <a:noFill/>
          <a:ln>
            <a:solidFill>
              <a:schemeClr val="accent1"/>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 Ph3-1378.6</a:t>
            </a:r>
          </a:p>
          <a:p>
            <a:pPr algn="ctr"/>
            <a:r>
              <a:rPr lang="en-US" sz="1067" b="1">
                <a:solidFill>
                  <a:srgbClr val="0066CC"/>
                </a:solidFill>
                <a:latin typeface="Calibri" panose="020F0502020204030204" pitchFamily="34" charset="0"/>
                <a:cs typeface="Calibri" panose="020F0502020204030204" pitchFamily="34" charset="0"/>
              </a:rPr>
              <a:t>FOS to Oxford</a:t>
            </a:r>
          </a:p>
        </p:txBody>
      </p:sp>
      <p:sp>
        <p:nvSpPr>
          <p:cNvPr id="85" name="五角星 55"/>
          <p:cNvSpPr/>
          <p:nvPr/>
        </p:nvSpPr>
        <p:spPr bwMode="auto">
          <a:xfrm>
            <a:off x="11910098" y="4669350"/>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86" name="Freeform: Shape 147">
            <a:extLst>
              <a:ext uri="{FF2B5EF4-FFF2-40B4-BE49-F238E27FC236}">
                <a16:creationId xmlns:a16="http://schemas.microsoft.com/office/drawing/2014/main" id="{469F5FF1-4B8E-465D-97EF-9CE5D974FE0D}"/>
              </a:ext>
            </a:extLst>
          </p:cNvPr>
          <p:cNvSpPr/>
          <p:nvPr/>
        </p:nvSpPr>
        <p:spPr bwMode="auto">
          <a:xfrm>
            <a:off x="59483" y="2117527"/>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87" name="Oval 4">
            <a:extLst>
              <a:ext uri="{FF2B5EF4-FFF2-40B4-BE49-F238E27FC236}">
                <a16:creationId xmlns:a16="http://schemas.microsoft.com/office/drawing/2014/main" id="{1629834C-75E8-4773-BA88-2CA38E81E009}"/>
              </a:ext>
            </a:extLst>
          </p:cNvPr>
          <p:cNvSpPr/>
          <p:nvPr/>
        </p:nvSpPr>
        <p:spPr>
          <a:xfrm>
            <a:off x="45606" y="2017257"/>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88" name="Rectangle: Rounded Corners 116">
            <a:extLst>
              <a:ext uri="{FF2B5EF4-FFF2-40B4-BE49-F238E27FC236}">
                <a16:creationId xmlns:a16="http://schemas.microsoft.com/office/drawing/2014/main" id="{85DDDECC-056A-4A99-8642-D99AB653A4E9}"/>
              </a:ext>
            </a:extLst>
          </p:cNvPr>
          <p:cNvSpPr/>
          <p:nvPr/>
        </p:nvSpPr>
        <p:spPr bwMode="auto">
          <a:xfrm>
            <a:off x="1073147" y="2092237"/>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cs typeface="Calibri" panose="020F0502020204030204" pitchFamily="34" charset="0"/>
            </a:endParaRPr>
          </a:p>
        </p:txBody>
      </p:sp>
      <p:pic>
        <p:nvPicPr>
          <p:cNvPr id="89"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4094" t="4010" r="4094" b="4010"/>
          <a:stretch/>
        </p:blipFill>
        <p:spPr bwMode="auto">
          <a:xfrm>
            <a:off x="80391" y="2057400"/>
            <a:ext cx="373767" cy="374797"/>
          </a:xfrm>
          <a:prstGeom prst="rect">
            <a:avLst/>
          </a:prstGeom>
          <a:noFill/>
          <a:extLst>
            <a:ext uri="{909E8E84-426E-40DD-AFC4-6F175D3DCCD1}">
              <a14:hiddenFill xmlns:a14="http://schemas.microsoft.com/office/drawing/2010/main">
                <a:solidFill>
                  <a:srgbClr val="FFFFFF"/>
                </a:solidFill>
              </a14:hiddenFill>
            </a:ext>
          </a:extLst>
        </p:spPr>
      </p:pic>
      <p:sp>
        <p:nvSpPr>
          <p:cNvPr id="101" name="Freeform: Shape 152">
            <a:extLst>
              <a:ext uri="{FF2B5EF4-FFF2-40B4-BE49-F238E27FC236}">
                <a16:creationId xmlns:a16="http://schemas.microsoft.com/office/drawing/2014/main" id="{808EC121-D3B7-4E05-908F-C8EFBD0CB71E}"/>
              </a:ext>
            </a:extLst>
          </p:cNvPr>
          <p:cNvSpPr/>
          <p:nvPr/>
        </p:nvSpPr>
        <p:spPr bwMode="auto">
          <a:xfrm>
            <a:off x="80305" y="3988300"/>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102" name="Oval 134">
            <a:extLst>
              <a:ext uri="{FF2B5EF4-FFF2-40B4-BE49-F238E27FC236}">
                <a16:creationId xmlns:a16="http://schemas.microsoft.com/office/drawing/2014/main" id="{FEFADB89-8F35-407D-93F6-37544172D655}"/>
              </a:ext>
            </a:extLst>
          </p:cNvPr>
          <p:cNvSpPr/>
          <p:nvPr/>
        </p:nvSpPr>
        <p:spPr>
          <a:xfrm>
            <a:off x="64480" y="3891958"/>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103" name="Rectangle: Rounded Corners 116">
            <a:extLst>
              <a:ext uri="{FF2B5EF4-FFF2-40B4-BE49-F238E27FC236}">
                <a16:creationId xmlns:a16="http://schemas.microsoft.com/office/drawing/2014/main" id="{07FF067D-CE54-4150-AA18-A64493FAA508}"/>
              </a:ext>
            </a:extLst>
          </p:cNvPr>
          <p:cNvSpPr/>
          <p:nvPr/>
        </p:nvSpPr>
        <p:spPr bwMode="auto">
          <a:xfrm>
            <a:off x="1093968" y="396240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cs typeface="Calibri" panose="020F0502020204030204" pitchFamily="34" charset="0"/>
            </a:endParaRPr>
          </a:p>
        </p:txBody>
      </p:sp>
      <p:pic>
        <p:nvPicPr>
          <p:cNvPr id="10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00694" y="3933920"/>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90" name="Star: 4 Points 143">
            <a:extLst>
              <a:ext uri="{FF2B5EF4-FFF2-40B4-BE49-F238E27FC236}">
                <a16:creationId xmlns:a16="http://schemas.microsoft.com/office/drawing/2014/main" id="{B361C849-6669-4EC4-A9AD-EB1BCC463147}"/>
              </a:ext>
            </a:extLst>
          </p:cNvPr>
          <p:cNvSpPr/>
          <p:nvPr/>
        </p:nvSpPr>
        <p:spPr bwMode="auto">
          <a:xfrm>
            <a:off x="5213453" y="287218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cs typeface="Calibri" panose="020F0502020204030204" pitchFamily="34" charset="0"/>
            </a:endParaRPr>
          </a:p>
        </p:txBody>
      </p:sp>
      <p:grpSp>
        <p:nvGrpSpPr>
          <p:cNvPr id="27" name="Group 26">
            <a:extLst>
              <a:ext uri="{FF2B5EF4-FFF2-40B4-BE49-F238E27FC236}">
                <a16:creationId xmlns:a16="http://schemas.microsoft.com/office/drawing/2014/main" id="{29B59317-81BC-B522-8A7E-7C28D05A72D4}"/>
              </a:ext>
            </a:extLst>
          </p:cNvPr>
          <p:cNvGrpSpPr/>
          <p:nvPr/>
        </p:nvGrpSpPr>
        <p:grpSpPr>
          <a:xfrm>
            <a:off x="899045" y="4386908"/>
            <a:ext cx="3418060" cy="678485"/>
            <a:chOff x="3959822" y="3317041"/>
            <a:chExt cx="2517532" cy="564682"/>
          </a:xfrm>
        </p:grpSpPr>
        <p:sp>
          <p:nvSpPr>
            <p:cNvPr id="147" name="Rectangle 178">
              <a:extLst>
                <a:ext uri="{FF2B5EF4-FFF2-40B4-BE49-F238E27FC236}">
                  <a16:creationId xmlns:a16="http://schemas.microsoft.com/office/drawing/2014/main" id="{372C13D3-1C23-449D-80EE-8A3CA0B5E6FA}"/>
                </a:ext>
              </a:extLst>
            </p:cNvPr>
            <p:cNvSpPr/>
            <p:nvPr/>
          </p:nvSpPr>
          <p:spPr>
            <a:xfrm>
              <a:off x="6167861" y="3689609"/>
              <a:ext cx="303669" cy="192114"/>
            </a:xfrm>
            <a:prstGeom prst="rect">
              <a:avLst/>
            </a:prstGeom>
          </p:spPr>
          <p:txBody>
            <a:bodyPr wrap="none">
              <a:spAutoFit/>
            </a:bodyPr>
            <a:lstStyle/>
            <a:p>
              <a:pPr algn="ctr"/>
              <a:r>
                <a:rPr lang="en-US" altLang="zh-CN" sz="900" b="1">
                  <a:solidFill>
                    <a:schemeClr val="accent1">
                      <a:lumMod val="90000"/>
                      <a:lumOff val="10000"/>
                    </a:schemeClr>
                  </a:solidFill>
                  <a:cs typeface="Calibri" panose="020F0502020204030204" pitchFamily="34" charset="0"/>
                </a:rPr>
                <a:t>LSC</a:t>
              </a:r>
              <a:endParaRPr lang="zh-CN" altLang="en-US" sz="900" b="1">
                <a:solidFill>
                  <a:schemeClr val="accent1">
                    <a:lumMod val="90000"/>
                    <a:lumOff val="10000"/>
                  </a:schemeClr>
                </a:solidFill>
                <a:cs typeface="Calibri" panose="020F0502020204030204" pitchFamily="34" charset="0"/>
              </a:endParaRPr>
            </a:p>
          </p:txBody>
        </p:sp>
        <p:sp>
          <p:nvSpPr>
            <p:cNvPr id="148" name="OTLSHAPE_T_e17f3958430f4cff8650518c93c7635e_Shape">
              <a:extLst>
                <a:ext uri="{FF2B5EF4-FFF2-40B4-BE49-F238E27FC236}">
                  <a16:creationId xmlns:a16="http://schemas.microsoft.com/office/drawing/2014/main" id="{990355BC-641D-4B89-A382-2E90D058B4EE}"/>
                </a:ext>
              </a:extLst>
            </p:cNvPr>
            <p:cNvSpPr/>
            <p:nvPr>
              <p:custDataLst>
                <p:tags r:id="rId30"/>
              </p:custDataLst>
            </p:nvPr>
          </p:nvSpPr>
          <p:spPr bwMode="auto">
            <a:xfrm>
              <a:off x="4482187" y="3502068"/>
              <a:ext cx="1039936" cy="181496"/>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zh-CN" altLang="en-US" sz="900" b="1">
                <a:solidFill>
                  <a:schemeClr val="accent1">
                    <a:lumMod val="90000"/>
                    <a:lumOff val="10000"/>
                  </a:schemeClr>
                </a:solidFill>
                <a:cs typeface="Calibri" panose="020F0502020204030204" pitchFamily="34" charset="0"/>
              </a:endParaRPr>
            </a:p>
          </p:txBody>
        </p:sp>
        <p:sp>
          <p:nvSpPr>
            <p:cNvPr id="152" name="OTLSHAPE_T_e17f3958430f4cff8650518c93c7635e_StartDate">
              <a:extLst>
                <a:ext uri="{FF2B5EF4-FFF2-40B4-BE49-F238E27FC236}">
                  <a16:creationId xmlns:a16="http://schemas.microsoft.com/office/drawing/2014/main" id="{3419BA92-7842-4613-BEC7-94316CAA184B}"/>
                </a:ext>
              </a:extLst>
            </p:cNvPr>
            <p:cNvSpPr txBox="1"/>
            <p:nvPr>
              <p:custDataLst>
                <p:tags r:id="rId31"/>
              </p:custDataLst>
            </p:nvPr>
          </p:nvSpPr>
          <p:spPr>
            <a:xfrm>
              <a:off x="3959822" y="3403578"/>
              <a:ext cx="851990" cy="115269"/>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panose="020F0502020204030204" pitchFamily="34" charset="0"/>
                </a:rPr>
                <a:t> </a:t>
              </a:r>
              <a:endParaRPr lang="zh-CN" altLang="en-US" sz="900" b="1">
                <a:solidFill>
                  <a:schemeClr val="accent1">
                    <a:lumMod val="90000"/>
                    <a:lumOff val="10000"/>
                  </a:schemeClr>
                </a:solidFill>
                <a:cs typeface="Calibri" panose="020F0502020204030204" pitchFamily="34" charset="0"/>
              </a:endParaRPr>
            </a:p>
          </p:txBody>
        </p:sp>
        <p:sp>
          <p:nvSpPr>
            <p:cNvPr id="153" name="Star: 4 Points 143">
              <a:extLst>
                <a:ext uri="{FF2B5EF4-FFF2-40B4-BE49-F238E27FC236}">
                  <a16:creationId xmlns:a16="http://schemas.microsoft.com/office/drawing/2014/main" id="{749FD8A3-EAC2-41E7-817A-28B63BDB0F08}"/>
                </a:ext>
              </a:extLst>
            </p:cNvPr>
            <p:cNvSpPr/>
            <p:nvPr/>
          </p:nvSpPr>
          <p:spPr bwMode="auto">
            <a:xfrm>
              <a:off x="4410168" y="360296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000">
                <a:solidFill>
                  <a:schemeClr val="accent1">
                    <a:lumMod val="90000"/>
                    <a:lumOff val="10000"/>
                  </a:schemeClr>
                </a:solidFill>
                <a:cs typeface="Calibri" panose="020F0502020204030204" pitchFamily="34" charset="0"/>
              </a:endParaRPr>
            </a:p>
          </p:txBody>
        </p:sp>
        <p:sp>
          <p:nvSpPr>
            <p:cNvPr id="154" name="Rectangle 71">
              <a:extLst>
                <a:ext uri="{FF2B5EF4-FFF2-40B4-BE49-F238E27FC236}">
                  <a16:creationId xmlns:a16="http://schemas.microsoft.com/office/drawing/2014/main" id="{63E7291D-17C5-4D56-9F14-720AAE466C45}"/>
                </a:ext>
              </a:extLst>
            </p:cNvPr>
            <p:cNvSpPr/>
            <p:nvPr/>
          </p:nvSpPr>
          <p:spPr>
            <a:xfrm>
              <a:off x="4256928" y="3676936"/>
              <a:ext cx="402846" cy="192114"/>
            </a:xfrm>
            <a:prstGeom prst="rect">
              <a:avLst/>
            </a:prstGeom>
          </p:spPr>
          <p:txBody>
            <a:bodyPr wrap="none">
              <a:spAutoFit/>
            </a:bodyPr>
            <a:lstStyle/>
            <a:p>
              <a:pPr algn="ctr"/>
              <a:r>
                <a:rPr lang="en-US" altLang="zh-CN" sz="900" b="1">
                  <a:solidFill>
                    <a:schemeClr val="accent1">
                      <a:lumMod val="90000"/>
                      <a:lumOff val="10000"/>
                    </a:schemeClr>
                  </a:solidFill>
                  <a:cs typeface="Calibri" panose="020F0502020204030204" pitchFamily="34" charset="0"/>
                </a:rPr>
                <a:t>1</a:t>
              </a:r>
              <a:r>
                <a:rPr lang="en-US" altLang="zh-CN" sz="900" b="1" baseline="30000">
                  <a:solidFill>
                    <a:schemeClr val="accent1">
                      <a:lumMod val="90000"/>
                      <a:lumOff val="10000"/>
                    </a:schemeClr>
                  </a:solidFill>
                  <a:cs typeface="Calibri" panose="020F0502020204030204" pitchFamily="34" charset="0"/>
                </a:rPr>
                <a:t>st</a:t>
              </a:r>
              <a:r>
                <a:rPr lang="en-US" altLang="zh-CN" sz="900" b="1">
                  <a:solidFill>
                    <a:schemeClr val="accent1">
                      <a:lumMod val="90000"/>
                      <a:lumOff val="10000"/>
                    </a:schemeClr>
                  </a:solidFill>
                  <a:cs typeface="Calibri" panose="020F0502020204030204" pitchFamily="34" charset="0"/>
                </a:rPr>
                <a:t> SIV</a:t>
              </a:r>
              <a:endParaRPr lang="zh-CN" altLang="en-US" sz="900" b="1">
                <a:solidFill>
                  <a:schemeClr val="accent1">
                    <a:lumMod val="90000"/>
                    <a:lumOff val="10000"/>
                  </a:schemeClr>
                </a:solidFill>
                <a:cs typeface="Calibri" panose="020F0502020204030204" pitchFamily="34" charset="0"/>
              </a:endParaRPr>
            </a:p>
          </p:txBody>
        </p:sp>
        <p:sp>
          <p:nvSpPr>
            <p:cNvPr id="155" name="Rectangle 73">
              <a:extLst>
                <a:ext uri="{FF2B5EF4-FFF2-40B4-BE49-F238E27FC236}">
                  <a16:creationId xmlns:a16="http://schemas.microsoft.com/office/drawing/2014/main" id="{80324EF7-A4E7-46D0-B7E3-34C1DBEE51B2}"/>
                </a:ext>
              </a:extLst>
            </p:cNvPr>
            <p:cNvSpPr/>
            <p:nvPr/>
          </p:nvSpPr>
          <p:spPr>
            <a:xfrm>
              <a:off x="5374498" y="3687069"/>
              <a:ext cx="294223" cy="192114"/>
            </a:xfrm>
            <a:prstGeom prst="rect">
              <a:avLst/>
            </a:prstGeom>
          </p:spPr>
          <p:txBody>
            <a:bodyPr wrap="none">
              <a:spAutoFit/>
            </a:bodyPr>
            <a:lstStyle/>
            <a:p>
              <a:pPr algn="ctr"/>
              <a:r>
                <a:rPr lang="en-US" altLang="zh-CN" sz="900" b="1">
                  <a:solidFill>
                    <a:schemeClr val="accent1">
                      <a:lumMod val="90000"/>
                      <a:lumOff val="10000"/>
                    </a:schemeClr>
                  </a:solidFill>
                  <a:cs typeface="Calibri" panose="020F0502020204030204" pitchFamily="34" charset="0"/>
                </a:rPr>
                <a:t>LSS</a:t>
              </a:r>
              <a:endParaRPr lang="zh-CN" altLang="en-US" sz="900" b="1">
                <a:solidFill>
                  <a:schemeClr val="accent1">
                    <a:lumMod val="90000"/>
                    <a:lumOff val="10000"/>
                  </a:schemeClr>
                </a:solidFill>
                <a:cs typeface="Calibri" panose="020F0502020204030204" pitchFamily="34" charset="0"/>
              </a:endParaRPr>
            </a:p>
          </p:txBody>
        </p:sp>
        <p:sp>
          <p:nvSpPr>
            <p:cNvPr id="161" name="OTLSHAPE_T_5a934a26f311425e8ebaa0f45e6533ad_Shape">
              <a:extLst>
                <a:ext uri="{FF2B5EF4-FFF2-40B4-BE49-F238E27FC236}">
                  <a16:creationId xmlns:a16="http://schemas.microsoft.com/office/drawing/2014/main" id="{0DBB3FBE-FC9B-46C0-B205-AD3AC1773C0E}"/>
                </a:ext>
              </a:extLst>
            </p:cNvPr>
            <p:cNvSpPr/>
            <p:nvPr>
              <p:custDataLst>
                <p:tags r:id="rId32"/>
              </p:custDataLst>
            </p:nvPr>
          </p:nvSpPr>
          <p:spPr bwMode="auto">
            <a:xfrm>
              <a:off x="5527710" y="3505989"/>
              <a:ext cx="795809" cy="166917"/>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50" b="1" spc="-7">
                <a:solidFill>
                  <a:schemeClr val="accent1">
                    <a:lumMod val="90000"/>
                    <a:lumOff val="10000"/>
                  </a:schemeClr>
                </a:solidFill>
              </a:endParaRPr>
            </a:p>
          </p:txBody>
        </p:sp>
        <p:sp>
          <p:nvSpPr>
            <p:cNvPr id="162" name="Star: 4 Points 143">
              <a:extLst>
                <a:ext uri="{FF2B5EF4-FFF2-40B4-BE49-F238E27FC236}">
                  <a16:creationId xmlns:a16="http://schemas.microsoft.com/office/drawing/2014/main" id="{779CCCF9-7BB0-4B42-8472-6F53FDCD10EB}"/>
                </a:ext>
              </a:extLst>
            </p:cNvPr>
            <p:cNvSpPr/>
            <p:nvPr/>
          </p:nvSpPr>
          <p:spPr bwMode="auto">
            <a:xfrm>
              <a:off x="5466835" y="361312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000">
                <a:solidFill>
                  <a:schemeClr val="accent1">
                    <a:lumMod val="90000"/>
                    <a:lumOff val="10000"/>
                  </a:schemeClr>
                </a:solidFill>
                <a:cs typeface="Calibri" panose="020F0502020204030204" pitchFamily="34" charset="0"/>
              </a:endParaRPr>
            </a:p>
          </p:txBody>
        </p:sp>
        <p:sp>
          <p:nvSpPr>
            <p:cNvPr id="163" name="Star: 4 Points 143">
              <a:extLst>
                <a:ext uri="{FF2B5EF4-FFF2-40B4-BE49-F238E27FC236}">
                  <a16:creationId xmlns:a16="http://schemas.microsoft.com/office/drawing/2014/main" id="{92D1FA78-7264-43A8-987E-D462AF647043}"/>
                </a:ext>
              </a:extLst>
            </p:cNvPr>
            <p:cNvSpPr/>
            <p:nvPr/>
          </p:nvSpPr>
          <p:spPr bwMode="auto">
            <a:xfrm>
              <a:off x="6255912" y="361058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000">
                <a:solidFill>
                  <a:schemeClr val="accent1">
                    <a:lumMod val="90000"/>
                    <a:lumOff val="10000"/>
                  </a:schemeClr>
                </a:solidFill>
                <a:cs typeface="Calibri" panose="020F0502020204030204" pitchFamily="34" charset="0"/>
              </a:endParaRPr>
            </a:p>
          </p:txBody>
        </p:sp>
        <p:sp>
          <p:nvSpPr>
            <p:cNvPr id="164" name="OTLSHAPE_T_e17f3958430f4cff8650518c93c7635e_StartDate">
              <a:extLst>
                <a:ext uri="{FF2B5EF4-FFF2-40B4-BE49-F238E27FC236}">
                  <a16:creationId xmlns:a16="http://schemas.microsoft.com/office/drawing/2014/main" id="{889D10F3-F416-4DCC-A275-818C99E5A58C}"/>
                </a:ext>
              </a:extLst>
            </p:cNvPr>
            <p:cNvSpPr txBox="1"/>
            <p:nvPr>
              <p:custDataLst>
                <p:tags r:id="rId33"/>
              </p:custDataLst>
            </p:nvPr>
          </p:nvSpPr>
          <p:spPr>
            <a:xfrm>
              <a:off x="4492381" y="3524808"/>
              <a:ext cx="1059376" cy="179307"/>
            </a:xfrm>
            <a:prstGeom prst="rect">
              <a:avLst/>
            </a:prstGeom>
            <a:noFill/>
          </p:spPr>
          <p:txBody>
            <a:bodyPr vert="horz" wrap="square" lIns="0" tIns="0" rIns="0" bIns="0" rtlCol="0" anchor="ctr" anchorCtr="0">
              <a:spAutoFit/>
            </a:bodyPr>
            <a:lstStyle/>
            <a:p>
              <a:pPr algn="ctr"/>
              <a:r>
                <a:rPr lang="en-US" altLang="zh-CN" sz="700" b="1">
                  <a:solidFill>
                    <a:schemeClr val="accent1">
                      <a:lumMod val="90000"/>
                      <a:lumOff val="10000"/>
                    </a:schemeClr>
                  </a:solidFill>
                  <a:cs typeface="Calibri" panose="020F0502020204030204" pitchFamily="34" charset="0"/>
                </a:rPr>
                <a:t> N=16/7 (China ML)</a:t>
              </a:r>
            </a:p>
            <a:p>
              <a:pPr algn="ctr"/>
              <a:r>
                <a:rPr lang="en-US" altLang="zh-CN" sz="700" b="1">
                  <a:solidFill>
                    <a:schemeClr val="accent1">
                      <a:lumMod val="90000"/>
                      <a:lumOff val="10000"/>
                    </a:schemeClr>
                  </a:solidFill>
                  <a:cs typeface="Calibri" panose="020F0502020204030204" pitchFamily="34" charset="0"/>
                </a:rPr>
                <a:t>N=1/5(HK)</a:t>
              </a:r>
              <a:endParaRPr lang="zh-CN" altLang="en-US" sz="700" b="1">
                <a:solidFill>
                  <a:schemeClr val="accent1">
                    <a:lumMod val="90000"/>
                    <a:lumOff val="10000"/>
                  </a:schemeClr>
                </a:solidFill>
                <a:cs typeface="Calibri" panose="020F0502020204030204" pitchFamily="34" charset="0"/>
              </a:endParaRPr>
            </a:p>
          </p:txBody>
        </p:sp>
        <p:sp>
          <p:nvSpPr>
            <p:cNvPr id="94" name="OTLSHAPE_T_e17f3958430f4cff8650518c93c7635e_StartDate">
              <a:extLst>
                <a:ext uri="{FF2B5EF4-FFF2-40B4-BE49-F238E27FC236}">
                  <a16:creationId xmlns:a16="http://schemas.microsoft.com/office/drawing/2014/main" id="{DAFCC092-1115-4485-B3AB-9E0ABAB7AFC4}"/>
                </a:ext>
              </a:extLst>
            </p:cNvPr>
            <p:cNvSpPr txBox="1"/>
            <p:nvPr>
              <p:custDataLst>
                <p:tags r:id="rId34"/>
              </p:custDataLst>
            </p:nvPr>
          </p:nvSpPr>
          <p:spPr>
            <a:xfrm>
              <a:off x="4255008" y="3374675"/>
              <a:ext cx="405492" cy="115268"/>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a:rPr>
                <a:t>24 Mar </a:t>
              </a:r>
            </a:p>
          </p:txBody>
        </p:sp>
        <p:sp>
          <p:nvSpPr>
            <p:cNvPr id="92" name="OTLSHAPE_T_e17f3958430f4cff8650518c93c7635e_StartDate">
              <a:extLst>
                <a:ext uri="{FF2B5EF4-FFF2-40B4-BE49-F238E27FC236}">
                  <a16:creationId xmlns:a16="http://schemas.microsoft.com/office/drawing/2014/main" id="{FE623C85-E92C-4935-913F-197D1FBE9C55}"/>
                </a:ext>
              </a:extLst>
            </p:cNvPr>
            <p:cNvSpPr txBox="1"/>
            <p:nvPr>
              <p:custDataLst>
                <p:tags r:id="rId35"/>
              </p:custDataLst>
            </p:nvPr>
          </p:nvSpPr>
          <p:spPr>
            <a:xfrm>
              <a:off x="5222485" y="3374675"/>
              <a:ext cx="511967" cy="115268"/>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panose="020F0502020204030204" pitchFamily="34" charset="0"/>
                </a:rPr>
                <a:t>7 Dec 2022 </a:t>
              </a:r>
              <a:endParaRPr lang="zh-CN" altLang="en-US" sz="900" b="1">
                <a:solidFill>
                  <a:schemeClr val="accent1">
                    <a:lumMod val="90000"/>
                    <a:lumOff val="10000"/>
                  </a:schemeClr>
                </a:solidFill>
                <a:cs typeface="Calibri" panose="020F0502020204030204" pitchFamily="34" charset="0"/>
              </a:endParaRPr>
            </a:p>
          </p:txBody>
        </p:sp>
        <p:sp>
          <p:nvSpPr>
            <p:cNvPr id="73" name="OTLSHAPE_T_e17f3958430f4cff8650518c93c7635e_StartDate">
              <a:extLst>
                <a:ext uri="{FF2B5EF4-FFF2-40B4-BE49-F238E27FC236}">
                  <a16:creationId xmlns:a16="http://schemas.microsoft.com/office/drawing/2014/main" id="{F5D6FF12-008D-49EC-88AB-31A21AB2F2C0}"/>
                </a:ext>
              </a:extLst>
            </p:cNvPr>
            <p:cNvSpPr txBox="1"/>
            <p:nvPr>
              <p:custDataLst>
                <p:tags r:id="rId36"/>
              </p:custDataLst>
            </p:nvPr>
          </p:nvSpPr>
          <p:spPr>
            <a:xfrm>
              <a:off x="5965387" y="3317041"/>
              <a:ext cx="511967" cy="230538"/>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a:rPr>
                <a:t>30  Jun 2023</a:t>
              </a:r>
              <a:endParaRPr lang="zh-CN" altLang="en-US" sz="900" b="1">
                <a:solidFill>
                  <a:schemeClr val="accent1">
                    <a:lumMod val="90000"/>
                    <a:lumOff val="10000"/>
                  </a:schemeClr>
                </a:solidFill>
                <a:cs typeface="Calibri"/>
              </a:endParaRPr>
            </a:p>
          </p:txBody>
        </p:sp>
        <p:sp>
          <p:nvSpPr>
            <p:cNvPr id="105" name="Star: 4 Points 143">
              <a:extLst>
                <a:ext uri="{FF2B5EF4-FFF2-40B4-BE49-F238E27FC236}">
                  <a16:creationId xmlns:a16="http://schemas.microsoft.com/office/drawing/2014/main" id="{CB7CF276-894B-4358-B523-67221168C421}"/>
                </a:ext>
              </a:extLst>
            </p:cNvPr>
            <p:cNvSpPr/>
            <p:nvPr/>
          </p:nvSpPr>
          <p:spPr bwMode="auto">
            <a:xfrm>
              <a:off x="4664782" y="360296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000">
                <a:solidFill>
                  <a:schemeClr val="accent1">
                    <a:lumMod val="90000"/>
                    <a:lumOff val="10000"/>
                  </a:schemeClr>
                </a:solidFill>
                <a:cs typeface="Calibri" panose="020F0502020204030204" pitchFamily="34" charset="0"/>
              </a:endParaRPr>
            </a:p>
          </p:txBody>
        </p:sp>
        <p:sp>
          <p:nvSpPr>
            <p:cNvPr id="108" name="OTLSHAPE_M_39ea6ebc19a94c9fab6ef5006c31df58_Title">
              <a:extLst>
                <a:ext uri="{FF2B5EF4-FFF2-40B4-BE49-F238E27FC236}">
                  <a16:creationId xmlns:a16="http://schemas.microsoft.com/office/drawing/2014/main" id="{64C785EC-5FD9-4F7B-9940-5B4EB4D9FB50}"/>
                </a:ext>
              </a:extLst>
            </p:cNvPr>
            <p:cNvSpPr txBox="1"/>
            <p:nvPr>
              <p:custDataLst>
                <p:tags r:id="rId37"/>
              </p:custDataLst>
            </p:nvPr>
          </p:nvSpPr>
          <p:spPr>
            <a:xfrm>
              <a:off x="4544060" y="3727781"/>
              <a:ext cx="376718" cy="115268"/>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panose="020F0502020204030204" pitchFamily="34" charset="0"/>
                </a:rPr>
                <a:t>FSS</a:t>
              </a:r>
              <a:endParaRPr lang="zh-CN" altLang="en-US" sz="900" b="1">
                <a:solidFill>
                  <a:schemeClr val="accent1">
                    <a:lumMod val="90000"/>
                    <a:lumOff val="10000"/>
                  </a:schemeClr>
                </a:solidFill>
                <a:cs typeface="Calibri" panose="020F0502020204030204" pitchFamily="34" charset="0"/>
              </a:endParaRPr>
            </a:p>
          </p:txBody>
        </p:sp>
        <p:sp>
          <p:nvSpPr>
            <p:cNvPr id="109" name="OTLSHAPE_T_e17f3958430f4cff8650518c93c7635e_StartDate">
              <a:extLst>
                <a:ext uri="{FF2B5EF4-FFF2-40B4-BE49-F238E27FC236}">
                  <a16:creationId xmlns:a16="http://schemas.microsoft.com/office/drawing/2014/main" id="{B3B3DA27-6AC8-4647-BF9A-9D2C02D1B0F0}"/>
                </a:ext>
              </a:extLst>
            </p:cNvPr>
            <p:cNvSpPr txBox="1"/>
            <p:nvPr>
              <p:custDataLst>
                <p:tags r:id="rId38"/>
              </p:custDataLst>
            </p:nvPr>
          </p:nvSpPr>
          <p:spPr>
            <a:xfrm>
              <a:off x="4547616" y="3374673"/>
              <a:ext cx="458256" cy="115268"/>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cs typeface="Calibri"/>
                </a:rPr>
                <a:t>9 Jun</a:t>
              </a:r>
            </a:p>
          </p:txBody>
        </p:sp>
      </p:grpSp>
      <p:grpSp>
        <p:nvGrpSpPr>
          <p:cNvPr id="5" name="Group 4">
            <a:extLst>
              <a:ext uri="{FF2B5EF4-FFF2-40B4-BE49-F238E27FC236}">
                <a16:creationId xmlns:a16="http://schemas.microsoft.com/office/drawing/2014/main" id="{4516C02B-D968-30BB-F934-1148D07E9ECF}"/>
              </a:ext>
            </a:extLst>
          </p:cNvPr>
          <p:cNvGrpSpPr/>
          <p:nvPr/>
        </p:nvGrpSpPr>
        <p:grpSpPr>
          <a:xfrm>
            <a:off x="726694" y="2174170"/>
            <a:ext cx="3633597" cy="984729"/>
            <a:chOff x="3562374" y="1328224"/>
            <a:chExt cx="2868148" cy="796288"/>
          </a:xfrm>
        </p:grpSpPr>
        <p:sp>
          <p:nvSpPr>
            <p:cNvPr id="71" name="OTLSHAPE_T_5a934a26f311425e8ebaa0f45e6533ad_Shape">
              <a:extLst>
                <a:ext uri="{FF2B5EF4-FFF2-40B4-BE49-F238E27FC236}">
                  <a16:creationId xmlns:a16="http://schemas.microsoft.com/office/drawing/2014/main" id="{A1E70551-578A-4B35-ACAC-04BA6E603952}"/>
                </a:ext>
              </a:extLst>
            </p:cNvPr>
            <p:cNvSpPr/>
            <p:nvPr>
              <p:custDataLst>
                <p:tags r:id="rId23"/>
              </p:custDataLst>
            </p:nvPr>
          </p:nvSpPr>
          <p:spPr bwMode="auto">
            <a:xfrm>
              <a:off x="5323258" y="1736300"/>
              <a:ext cx="962363" cy="17174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00" b="1" spc="-7">
                <a:solidFill>
                  <a:schemeClr val="accent1">
                    <a:lumMod val="90000"/>
                    <a:lumOff val="10000"/>
                  </a:schemeClr>
                </a:solidFill>
              </a:endParaRPr>
            </a:p>
          </p:txBody>
        </p:sp>
        <p:sp>
          <p:nvSpPr>
            <p:cNvPr id="74" name="Rectangle 37"/>
            <p:cNvSpPr/>
            <p:nvPr/>
          </p:nvSpPr>
          <p:spPr>
            <a:xfrm>
              <a:off x="3722223" y="1950296"/>
              <a:ext cx="296338" cy="174216"/>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FSS</a:t>
              </a:r>
              <a:endParaRPr lang="zh-CN" altLang="en-US" sz="800" b="1">
                <a:solidFill>
                  <a:schemeClr val="accent1">
                    <a:lumMod val="90000"/>
                    <a:lumOff val="10000"/>
                  </a:schemeClr>
                </a:solidFill>
                <a:cs typeface="Calibri" panose="020F0502020204030204" pitchFamily="34" charset="0"/>
              </a:endParaRPr>
            </a:p>
          </p:txBody>
        </p:sp>
        <p:sp>
          <p:nvSpPr>
            <p:cNvPr id="76" name="OTLSHAPE_T_e17f3958430f4cff8650518c93c7635e_Shape">
              <a:extLst>
                <a:ext uri="{FF2B5EF4-FFF2-40B4-BE49-F238E27FC236}">
                  <a16:creationId xmlns:a16="http://schemas.microsoft.com/office/drawing/2014/main" id="{B4E8BEE0-0EB3-40D8-9AA2-B2BC6D502A8C}"/>
                </a:ext>
              </a:extLst>
            </p:cNvPr>
            <p:cNvSpPr/>
            <p:nvPr>
              <p:custDataLst>
                <p:tags r:id="rId24"/>
              </p:custDataLst>
            </p:nvPr>
          </p:nvSpPr>
          <p:spPr bwMode="auto">
            <a:xfrm>
              <a:off x="3863334" y="1712445"/>
              <a:ext cx="1454043" cy="21214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zh-CN" altLang="en-US" sz="800" b="1">
                <a:solidFill>
                  <a:schemeClr val="accent1">
                    <a:lumMod val="90000"/>
                    <a:lumOff val="10000"/>
                  </a:schemeClr>
                </a:solidFill>
                <a:cs typeface="Calibri" panose="020F0502020204030204" pitchFamily="34" charset="0"/>
              </a:endParaRPr>
            </a:p>
          </p:txBody>
        </p:sp>
        <p:sp>
          <p:nvSpPr>
            <p:cNvPr id="77" name="OTLSHAPE_T_e17f3958430f4cff8650518c93c7635e_StartDate">
              <a:extLst>
                <a:ext uri="{FF2B5EF4-FFF2-40B4-BE49-F238E27FC236}">
                  <a16:creationId xmlns:a16="http://schemas.microsoft.com/office/drawing/2014/main" id="{9224C17E-1AA1-4096-A3FD-25D6FD8BA444}"/>
                </a:ext>
              </a:extLst>
            </p:cNvPr>
            <p:cNvSpPr txBox="1"/>
            <p:nvPr>
              <p:custDataLst>
                <p:tags r:id="rId25"/>
              </p:custDataLst>
            </p:nvPr>
          </p:nvSpPr>
          <p:spPr>
            <a:xfrm>
              <a:off x="3562374" y="1612970"/>
              <a:ext cx="511967" cy="9955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 Feb 2022</a:t>
              </a:r>
            </a:p>
          </p:txBody>
        </p:sp>
        <p:sp>
          <p:nvSpPr>
            <p:cNvPr id="79" name="OTLSHAPE_T_e17f3958430f4cff8650518c93c7635e_StartDate">
              <a:extLst>
                <a:ext uri="{FF2B5EF4-FFF2-40B4-BE49-F238E27FC236}">
                  <a16:creationId xmlns:a16="http://schemas.microsoft.com/office/drawing/2014/main" id="{9224C17E-1AA1-4096-A3FD-25D6FD8BA444}"/>
                </a:ext>
              </a:extLst>
            </p:cNvPr>
            <p:cNvSpPr txBox="1"/>
            <p:nvPr>
              <p:custDataLst>
                <p:tags r:id="rId26"/>
              </p:custDataLst>
            </p:nvPr>
          </p:nvSpPr>
          <p:spPr>
            <a:xfrm>
              <a:off x="5839606" y="1617665"/>
              <a:ext cx="511967" cy="9955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a:rPr>
                <a:t>10 Jul</a:t>
              </a:r>
              <a:endParaRPr lang="zh-CN" altLang="en-US" sz="800" b="1">
                <a:solidFill>
                  <a:schemeClr val="accent1">
                    <a:lumMod val="90000"/>
                    <a:lumOff val="10000"/>
                  </a:schemeClr>
                </a:solidFill>
                <a:cs typeface="Calibri" panose="020F0502020204030204" pitchFamily="34" charset="0"/>
              </a:endParaRPr>
            </a:p>
          </p:txBody>
        </p:sp>
        <p:sp>
          <p:nvSpPr>
            <p:cNvPr id="80" name="OTLSHAPE_T_e17f3958430f4cff8650518c93c7635e_StartDate">
              <a:extLst>
                <a:ext uri="{FF2B5EF4-FFF2-40B4-BE49-F238E27FC236}">
                  <a16:creationId xmlns:a16="http://schemas.microsoft.com/office/drawing/2014/main" id="{9224C17E-1AA1-4096-A3FD-25D6FD8BA444}"/>
                </a:ext>
              </a:extLst>
            </p:cNvPr>
            <p:cNvSpPr txBox="1"/>
            <p:nvPr>
              <p:custDataLst>
                <p:tags r:id="rId27"/>
              </p:custDataLst>
            </p:nvPr>
          </p:nvSpPr>
          <p:spPr>
            <a:xfrm>
              <a:off x="4132361" y="1776960"/>
              <a:ext cx="1110345" cy="124439"/>
            </a:xfrm>
            <a:prstGeom prst="rect">
              <a:avLst/>
            </a:prstGeom>
            <a:noFill/>
          </p:spPr>
          <p:txBody>
            <a:bodyPr vert="horz" wrap="square" lIns="0" tIns="0" rIns="0" bIns="0" rtlCol="0" anchor="ctr" anchorCtr="0">
              <a:spAutoFit/>
            </a:bodyPr>
            <a:lstStyle/>
            <a:p>
              <a:pPr algn="ctr"/>
              <a:r>
                <a:rPr lang="en-US" altLang="zh-CN" sz="1000" b="1">
                  <a:solidFill>
                    <a:schemeClr val="accent1">
                      <a:lumMod val="90000"/>
                      <a:lumOff val="10000"/>
                    </a:schemeClr>
                  </a:solidFill>
                  <a:cs typeface="Calibri"/>
                </a:rPr>
                <a:t>N=552</a:t>
              </a:r>
              <a:endParaRPr lang="en-US" altLang="zh-CN" sz="1000" b="1">
                <a:solidFill>
                  <a:schemeClr val="accent1">
                    <a:lumMod val="90000"/>
                    <a:lumOff val="10000"/>
                  </a:schemeClr>
                </a:solidFill>
                <a:cs typeface="Calibri" panose="020F0502020204030204" pitchFamily="34" charset="0"/>
              </a:endParaRPr>
            </a:p>
          </p:txBody>
        </p:sp>
        <p:sp>
          <p:nvSpPr>
            <p:cNvPr id="81" name="Star: 4 Points 143">
              <a:extLst>
                <a:ext uri="{FF2B5EF4-FFF2-40B4-BE49-F238E27FC236}">
                  <a16:creationId xmlns:a16="http://schemas.microsoft.com/office/drawing/2014/main" id="{B361C849-6669-4EC4-A9AD-EB1BCC463147}"/>
                </a:ext>
              </a:extLst>
            </p:cNvPr>
            <p:cNvSpPr/>
            <p:nvPr/>
          </p:nvSpPr>
          <p:spPr bwMode="auto">
            <a:xfrm>
              <a:off x="5257716" y="185555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b="1">
                <a:solidFill>
                  <a:schemeClr val="accent1">
                    <a:lumMod val="90000"/>
                    <a:lumOff val="10000"/>
                  </a:schemeClr>
                </a:solidFill>
                <a:cs typeface="Calibri" panose="020F0502020204030204" pitchFamily="34" charset="0"/>
              </a:endParaRPr>
            </a:p>
          </p:txBody>
        </p:sp>
        <p:sp>
          <p:nvSpPr>
            <p:cNvPr id="82" name="Star: 4 Points 143">
              <a:extLst>
                <a:ext uri="{FF2B5EF4-FFF2-40B4-BE49-F238E27FC236}">
                  <a16:creationId xmlns:a16="http://schemas.microsoft.com/office/drawing/2014/main" id="{B361C849-6669-4EC4-A9AD-EB1BCC463147}"/>
                </a:ext>
              </a:extLst>
            </p:cNvPr>
            <p:cNvSpPr/>
            <p:nvPr/>
          </p:nvSpPr>
          <p:spPr bwMode="auto">
            <a:xfrm>
              <a:off x="3778978" y="186698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b="1">
                <a:solidFill>
                  <a:schemeClr val="accent1">
                    <a:lumMod val="90000"/>
                    <a:lumOff val="10000"/>
                  </a:schemeClr>
                </a:solidFill>
                <a:cs typeface="Calibri" panose="020F0502020204030204" pitchFamily="34" charset="0"/>
              </a:endParaRPr>
            </a:p>
          </p:txBody>
        </p:sp>
        <p:sp>
          <p:nvSpPr>
            <p:cNvPr id="98" name="Rectangle 174"/>
            <p:cNvSpPr/>
            <p:nvPr/>
          </p:nvSpPr>
          <p:spPr>
            <a:xfrm>
              <a:off x="5172794" y="1946486"/>
              <a:ext cx="296338" cy="174216"/>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LSS</a:t>
              </a:r>
              <a:endParaRPr lang="zh-CN" altLang="en-US" sz="800" b="1">
                <a:solidFill>
                  <a:schemeClr val="accent1">
                    <a:lumMod val="90000"/>
                    <a:lumOff val="10000"/>
                  </a:schemeClr>
                </a:solidFill>
                <a:cs typeface="Calibri" panose="020F0502020204030204" pitchFamily="34" charset="0"/>
              </a:endParaRPr>
            </a:p>
          </p:txBody>
        </p:sp>
        <p:sp>
          <p:nvSpPr>
            <p:cNvPr id="127" name="Star: 4 Points 143">
              <a:extLst>
                <a:ext uri="{FF2B5EF4-FFF2-40B4-BE49-F238E27FC236}">
                  <a16:creationId xmlns:a16="http://schemas.microsoft.com/office/drawing/2014/main" id="{B361C849-6669-4EC4-A9AD-EB1BCC463147}"/>
                </a:ext>
              </a:extLst>
            </p:cNvPr>
            <p:cNvSpPr/>
            <p:nvPr/>
          </p:nvSpPr>
          <p:spPr bwMode="auto">
            <a:xfrm>
              <a:off x="6214631" y="184843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b="1">
                <a:solidFill>
                  <a:schemeClr val="accent1">
                    <a:lumMod val="90000"/>
                    <a:lumOff val="10000"/>
                  </a:schemeClr>
                </a:solidFill>
                <a:cs typeface="Calibri" panose="020F0502020204030204" pitchFamily="34" charset="0"/>
              </a:endParaRPr>
            </a:p>
          </p:txBody>
        </p:sp>
        <p:sp>
          <p:nvSpPr>
            <p:cNvPr id="128" name="Rectangle 22"/>
            <p:cNvSpPr/>
            <p:nvPr/>
          </p:nvSpPr>
          <p:spPr>
            <a:xfrm>
              <a:off x="6125328" y="1946486"/>
              <a:ext cx="305194" cy="174216"/>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LSC</a:t>
              </a:r>
              <a:endParaRPr lang="zh-CN" altLang="en-US" sz="800" b="1">
                <a:solidFill>
                  <a:schemeClr val="accent1">
                    <a:lumMod val="90000"/>
                    <a:lumOff val="10000"/>
                  </a:schemeClr>
                </a:solidFill>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0658FF60-6176-4F3B-90B6-E058F808EDA6}"/>
                </a:ext>
              </a:extLst>
            </p:cNvPr>
            <p:cNvSpPr txBox="1"/>
            <p:nvPr>
              <p:custDataLst>
                <p:tags r:id="rId28"/>
              </p:custDataLst>
            </p:nvPr>
          </p:nvSpPr>
          <p:spPr>
            <a:xfrm>
              <a:off x="5138177" y="1560482"/>
              <a:ext cx="511967" cy="9955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9 Dec 2022</a:t>
              </a:r>
              <a:endParaRPr lang="zh-CN" altLang="en-US" sz="800" b="1">
                <a:solidFill>
                  <a:schemeClr val="accent1">
                    <a:lumMod val="90000"/>
                    <a:lumOff val="10000"/>
                  </a:schemeClr>
                </a:solidFill>
                <a:cs typeface="Calibri" panose="020F0502020204030204" pitchFamily="34" charset="0"/>
              </a:endParaRPr>
            </a:p>
          </p:txBody>
        </p:sp>
        <p:sp>
          <p:nvSpPr>
            <p:cNvPr id="96" name="Star: 4 Points 143">
              <a:extLst>
                <a:ext uri="{FF2B5EF4-FFF2-40B4-BE49-F238E27FC236}">
                  <a16:creationId xmlns:a16="http://schemas.microsoft.com/office/drawing/2014/main" id="{E0B6EACD-CFA1-4C16-8594-A55F605699DB}"/>
                </a:ext>
              </a:extLst>
            </p:cNvPr>
            <p:cNvSpPr/>
            <p:nvPr/>
          </p:nvSpPr>
          <p:spPr bwMode="auto">
            <a:xfrm>
              <a:off x="4952013" y="132822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b="1">
                <a:solidFill>
                  <a:schemeClr val="accent1">
                    <a:lumMod val="90000"/>
                    <a:lumOff val="10000"/>
                  </a:schemeClr>
                </a:solidFill>
                <a:cs typeface="Calibri" panose="020F0502020204030204" pitchFamily="34" charset="0"/>
              </a:endParaRPr>
            </a:p>
          </p:txBody>
        </p:sp>
        <p:sp>
          <p:nvSpPr>
            <p:cNvPr id="111" name="OTLSHAPE_T_e17f3958430f4cff8650518c93c7635e_StartDate">
              <a:extLst>
                <a:ext uri="{FF2B5EF4-FFF2-40B4-BE49-F238E27FC236}">
                  <a16:creationId xmlns:a16="http://schemas.microsoft.com/office/drawing/2014/main" id="{B1113D0A-1140-44BC-86A7-99265647DB9C}"/>
                </a:ext>
              </a:extLst>
            </p:cNvPr>
            <p:cNvSpPr txBox="1"/>
            <p:nvPr>
              <p:custDataLst>
                <p:tags r:id="rId29"/>
              </p:custDataLst>
            </p:nvPr>
          </p:nvSpPr>
          <p:spPr>
            <a:xfrm>
              <a:off x="4304253" y="1428545"/>
              <a:ext cx="734554" cy="199103"/>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FDA fast track designation in Oct</a:t>
              </a:r>
              <a:endParaRPr lang="zh-CN" altLang="en-US" sz="800" b="1">
                <a:solidFill>
                  <a:schemeClr val="accent1">
                    <a:lumMod val="90000"/>
                    <a:lumOff val="10000"/>
                  </a:schemeClr>
                </a:solidFill>
                <a:cs typeface="Calibri" panose="020F0502020204030204" pitchFamily="34" charset="0"/>
              </a:endParaRPr>
            </a:p>
          </p:txBody>
        </p:sp>
      </p:grpSp>
      <p:sp>
        <p:nvSpPr>
          <p:cNvPr id="6" name="OTLSHAPE_T_e17f3958430f4cff8650518c93c7635e_StartDate">
            <a:extLst>
              <a:ext uri="{FF2B5EF4-FFF2-40B4-BE49-F238E27FC236}">
                <a16:creationId xmlns:a16="http://schemas.microsoft.com/office/drawing/2014/main" id="{D23B319B-E146-6B21-2131-374EC8E5BB89}"/>
              </a:ext>
            </a:extLst>
          </p:cNvPr>
          <p:cNvSpPr txBox="1"/>
          <p:nvPr>
            <p:custDataLst>
              <p:tags r:id="rId1"/>
            </p:custDataLst>
          </p:nvPr>
        </p:nvSpPr>
        <p:spPr>
          <a:xfrm>
            <a:off x="4879808" y="3070828"/>
            <a:ext cx="648600"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a:rPr>
              <a:t>Ph3 final protocol</a:t>
            </a:r>
            <a:endParaRPr lang="zh-CN" altLang="en-US" sz="800" b="1">
              <a:solidFill>
                <a:schemeClr val="accent1">
                  <a:lumMod val="90000"/>
                  <a:lumOff val="10000"/>
                </a:schemeClr>
              </a:solidFill>
              <a:cs typeface="Calibri" panose="020F0502020204030204" pitchFamily="34" charset="0"/>
            </a:endParaRPr>
          </a:p>
        </p:txBody>
      </p:sp>
      <p:sp>
        <p:nvSpPr>
          <p:cNvPr id="8" name="Star: 4 Points 143">
            <a:extLst>
              <a:ext uri="{FF2B5EF4-FFF2-40B4-BE49-F238E27FC236}">
                <a16:creationId xmlns:a16="http://schemas.microsoft.com/office/drawing/2014/main" id="{C88DEAEF-B86A-A1EE-6D8B-C68570D2E7EB}"/>
              </a:ext>
            </a:extLst>
          </p:cNvPr>
          <p:cNvSpPr/>
          <p:nvPr/>
        </p:nvSpPr>
        <p:spPr bwMode="auto">
          <a:xfrm>
            <a:off x="4229575" y="2583520"/>
            <a:ext cx="175060" cy="17419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solidFill>
                <a:schemeClr val="tx2"/>
              </a:solidFill>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93A77AB7-E322-67A8-1110-778303187BB5}"/>
              </a:ext>
            </a:extLst>
          </p:cNvPr>
          <p:cNvSpPr txBox="1"/>
          <p:nvPr>
            <p:custDataLst>
              <p:tags r:id="rId2"/>
            </p:custDataLst>
          </p:nvPr>
        </p:nvSpPr>
        <p:spPr>
          <a:xfrm>
            <a:off x="3888989" y="2393033"/>
            <a:ext cx="1054388" cy="12311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a:rPr>
              <a:t>TLR/ 8 Aug</a:t>
            </a:r>
            <a:endParaRPr lang="zh-CN" altLang="en-US" sz="800" b="1">
              <a:solidFill>
                <a:schemeClr val="accent1">
                  <a:lumMod val="90000"/>
                  <a:lumOff val="10000"/>
                </a:schemeClr>
              </a:solidFill>
              <a:cs typeface="Calibri" panose="020F0502020204030204" pitchFamily="34" charset="0"/>
            </a:endParaRPr>
          </a:p>
        </p:txBody>
      </p:sp>
      <p:sp>
        <p:nvSpPr>
          <p:cNvPr id="14" name="Rectangle 71">
            <a:extLst>
              <a:ext uri="{FF2B5EF4-FFF2-40B4-BE49-F238E27FC236}">
                <a16:creationId xmlns:a16="http://schemas.microsoft.com/office/drawing/2014/main" id="{34B8ADFA-A023-349D-C17C-1BF5FDCAAF25}"/>
              </a:ext>
            </a:extLst>
          </p:cNvPr>
          <p:cNvSpPr/>
          <p:nvPr/>
        </p:nvSpPr>
        <p:spPr>
          <a:xfrm>
            <a:off x="5697766" y="3683314"/>
            <a:ext cx="747320" cy="21544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1</a:t>
            </a:r>
            <a:r>
              <a:rPr lang="en-US" altLang="zh-CN" sz="800" b="1" baseline="30000">
                <a:solidFill>
                  <a:schemeClr val="accent1">
                    <a:lumMod val="90000"/>
                    <a:lumOff val="10000"/>
                  </a:schemeClr>
                </a:solidFill>
                <a:cs typeface="Calibri" panose="020F0502020204030204" pitchFamily="34" charset="0"/>
              </a:rPr>
              <a:t>st</a:t>
            </a:r>
            <a:r>
              <a:rPr lang="en-US" altLang="zh-CN" sz="800" b="1">
                <a:solidFill>
                  <a:schemeClr val="accent1">
                    <a:lumMod val="90000"/>
                    <a:lumOff val="10000"/>
                  </a:schemeClr>
                </a:solidFill>
                <a:cs typeface="Calibri" panose="020F0502020204030204" pitchFamily="34" charset="0"/>
              </a:rPr>
              <a:t> SIV/FSS</a:t>
            </a:r>
            <a:endParaRPr lang="zh-CN" altLang="en-US" sz="800" b="1">
              <a:solidFill>
                <a:schemeClr val="accent1">
                  <a:lumMod val="90000"/>
                  <a:lumOff val="10000"/>
                </a:schemeClr>
              </a:solidFill>
              <a:cs typeface="Calibri" panose="020F0502020204030204" pitchFamily="34" charset="0"/>
            </a:endParaRPr>
          </a:p>
        </p:txBody>
      </p:sp>
      <p:grpSp>
        <p:nvGrpSpPr>
          <p:cNvPr id="52" name="Group 51">
            <a:extLst>
              <a:ext uri="{FF2B5EF4-FFF2-40B4-BE49-F238E27FC236}">
                <a16:creationId xmlns:a16="http://schemas.microsoft.com/office/drawing/2014/main" id="{376A1D8E-A9FD-4DAE-BB1F-C4591B331E38}"/>
              </a:ext>
            </a:extLst>
          </p:cNvPr>
          <p:cNvGrpSpPr/>
          <p:nvPr/>
        </p:nvGrpSpPr>
        <p:grpSpPr>
          <a:xfrm>
            <a:off x="5628939" y="3107094"/>
            <a:ext cx="5688558" cy="739684"/>
            <a:chOff x="4554853" y="2002667"/>
            <a:chExt cx="4266418" cy="554763"/>
          </a:xfrm>
        </p:grpSpPr>
        <p:grpSp>
          <p:nvGrpSpPr>
            <p:cNvPr id="12" name="Group 11">
              <a:extLst>
                <a:ext uri="{FF2B5EF4-FFF2-40B4-BE49-F238E27FC236}">
                  <a16:creationId xmlns:a16="http://schemas.microsoft.com/office/drawing/2014/main" id="{BD773278-FE6D-1361-BBC8-9E0B9A97CBA3}"/>
                </a:ext>
              </a:extLst>
            </p:cNvPr>
            <p:cNvGrpSpPr/>
            <p:nvPr/>
          </p:nvGrpSpPr>
          <p:grpSpPr>
            <a:xfrm>
              <a:off x="4554853" y="2002667"/>
              <a:ext cx="2945033" cy="352009"/>
              <a:chOff x="7201508" y="2077334"/>
              <a:chExt cx="2945033" cy="352009"/>
            </a:xfrm>
          </p:grpSpPr>
          <p:sp>
            <p:nvSpPr>
              <p:cNvPr id="110" name="OTLSHAPE_T_5a934a26f311425e8ebaa0f45e6533ad_Shape">
                <a:extLst>
                  <a:ext uri="{FF2B5EF4-FFF2-40B4-BE49-F238E27FC236}">
                    <a16:creationId xmlns:a16="http://schemas.microsoft.com/office/drawing/2014/main" id="{A1E70551-578A-4B35-ACAC-04BA6E603952}"/>
                  </a:ext>
                </a:extLst>
              </p:cNvPr>
              <p:cNvSpPr/>
              <p:nvPr>
                <p:custDataLst>
                  <p:tags r:id="rId19"/>
                </p:custDataLst>
              </p:nvPr>
            </p:nvSpPr>
            <p:spPr bwMode="auto">
              <a:xfrm>
                <a:off x="7552065" y="2237332"/>
                <a:ext cx="2468880" cy="192011"/>
              </a:xfrm>
              <a:prstGeom prst="roundRect">
                <a:avLst/>
              </a:prstGeom>
              <a:solidFill>
                <a:srgbClr val="99CCF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00" b="1" spc="-7">
                  <a:solidFill>
                    <a:schemeClr val="accent1">
                      <a:lumMod val="90000"/>
                      <a:lumOff val="10000"/>
                    </a:schemeClr>
                  </a:solidFill>
                </a:endParaRPr>
              </a:p>
            </p:txBody>
          </p:sp>
          <p:sp>
            <p:nvSpPr>
              <p:cNvPr id="117" name="OTLSHAPE_T_e17f3958430f4cff8650518c93c7635e_StartDate">
                <a:extLst>
                  <a:ext uri="{FF2B5EF4-FFF2-40B4-BE49-F238E27FC236}">
                    <a16:creationId xmlns:a16="http://schemas.microsoft.com/office/drawing/2014/main" id="{9224C17E-1AA1-4096-A3FD-25D6FD8BA444}"/>
                  </a:ext>
                </a:extLst>
              </p:cNvPr>
              <p:cNvSpPr txBox="1"/>
              <p:nvPr>
                <p:custDataLst>
                  <p:tags r:id="rId20"/>
                </p:custDataLst>
              </p:nvPr>
            </p:nvSpPr>
            <p:spPr>
              <a:xfrm>
                <a:off x="8027452" y="2299697"/>
                <a:ext cx="1684007" cy="92333"/>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N=11,000 (DKD &amp; non-DKD)</a:t>
                </a:r>
              </a:p>
            </p:txBody>
          </p:sp>
          <p:sp>
            <p:nvSpPr>
              <p:cNvPr id="112" name="OTLSHAPE_T_e17f3958430f4cff8650518c93c7635e_StartDate">
                <a:extLst>
                  <a:ext uri="{FF2B5EF4-FFF2-40B4-BE49-F238E27FC236}">
                    <a16:creationId xmlns:a16="http://schemas.microsoft.com/office/drawing/2014/main" id="{A641F1FB-C465-4BBF-9C54-5037D59A6725}"/>
                  </a:ext>
                </a:extLst>
              </p:cNvPr>
              <p:cNvSpPr txBox="1"/>
              <p:nvPr>
                <p:custDataLst>
                  <p:tags r:id="rId21"/>
                </p:custDataLst>
              </p:nvPr>
            </p:nvSpPr>
            <p:spPr>
              <a:xfrm>
                <a:off x="7201508" y="2077334"/>
                <a:ext cx="691609" cy="92333"/>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Jul2024</a:t>
                </a:r>
              </a:p>
            </p:txBody>
          </p:sp>
          <p:sp>
            <p:nvSpPr>
              <p:cNvPr id="113" name="OTLSHAPE_T_e17f3958430f4cff8650518c93c7635e_StartDate">
                <a:extLst>
                  <a:ext uri="{FF2B5EF4-FFF2-40B4-BE49-F238E27FC236}">
                    <a16:creationId xmlns:a16="http://schemas.microsoft.com/office/drawing/2014/main" id="{6F723A26-D31D-4E41-AF93-03A8ED9190FC}"/>
                  </a:ext>
                </a:extLst>
              </p:cNvPr>
              <p:cNvSpPr txBox="1"/>
              <p:nvPr>
                <p:custDataLst>
                  <p:tags r:id="rId22"/>
                </p:custDataLst>
              </p:nvPr>
            </p:nvSpPr>
            <p:spPr>
              <a:xfrm>
                <a:off x="9634574" y="2078254"/>
                <a:ext cx="511967" cy="92333"/>
              </a:xfrm>
              <a:prstGeom prst="rect">
                <a:avLst/>
              </a:prstGeom>
              <a:noFill/>
            </p:spPr>
            <p:txBody>
              <a:bodyPr vert="horz" wrap="square" lIns="0" tIns="0" rIns="0" bIns="0" rtlCol="0" anchor="ctr" anchorCtr="0">
                <a:spAutoFit/>
              </a:bodyPr>
              <a:lstStyle/>
              <a:p>
                <a:pPr algn="r"/>
                <a:r>
                  <a:rPr lang="en-US" altLang="zh-CN" sz="800" b="1">
                    <a:solidFill>
                      <a:schemeClr val="accent1">
                        <a:lumMod val="90000"/>
                        <a:lumOff val="10000"/>
                      </a:schemeClr>
                    </a:solidFill>
                    <a:cs typeface="Calibri" panose="020F0502020204030204" pitchFamily="34" charset="0"/>
                  </a:rPr>
                  <a:t>Aug2026</a:t>
                </a:r>
              </a:p>
            </p:txBody>
          </p:sp>
        </p:grpSp>
        <p:sp>
          <p:nvSpPr>
            <p:cNvPr id="13" name="Star: 4 Points 143">
              <a:extLst>
                <a:ext uri="{FF2B5EF4-FFF2-40B4-BE49-F238E27FC236}">
                  <a16:creationId xmlns:a16="http://schemas.microsoft.com/office/drawing/2014/main" id="{F2495529-1801-20B9-F7F8-8C4079291C9B}"/>
                </a:ext>
              </a:extLst>
            </p:cNvPr>
            <p:cNvSpPr/>
            <p:nvPr/>
          </p:nvSpPr>
          <p:spPr bwMode="auto">
            <a:xfrm>
              <a:off x="4831574" y="231370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a:solidFill>
                  <a:schemeClr val="accent1">
                    <a:lumMod val="90000"/>
                    <a:lumOff val="10000"/>
                  </a:schemeClr>
                </a:solidFill>
                <a:cs typeface="Calibri" panose="020F0502020204030204" pitchFamily="34" charset="0"/>
              </a:endParaRPr>
            </a:p>
          </p:txBody>
        </p:sp>
        <p:sp>
          <p:nvSpPr>
            <p:cNvPr id="18" name="Rectangle 73">
              <a:extLst>
                <a:ext uri="{FF2B5EF4-FFF2-40B4-BE49-F238E27FC236}">
                  <a16:creationId xmlns:a16="http://schemas.microsoft.com/office/drawing/2014/main" id="{0FAEAD09-7DBB-DF7C-C8C2-FFB7CAE310AE}"/>
                </a:ext>
              </a:extLst>
            </p:cNvPr>
            <p:cNvSpPr/>
            <p:nvPr/>
          </p:nvSpPr>
          <p:spPr>
            <a:xfrm>
              <a:off x="7197037" y="2395847"/>
              <a:ext cx="281568" cy="161583"/>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LSS</a:t>
              </a:r>
              <a:endParaRPr lang="zh-CN" altLang="en-US" sz="800" b="1">
                <a:solidFill>
                  <a:schemeClr val="accent1">
                    <a:lumMod val="90000"/>
                    <a:lumOff val="10000"/>
                  </a:schemeClr>
                </a:solidFill>
                <a:cs typeface="Calibri" panose="020F0502020204030204" pitchFamily="34" charset="0"/>
              </a:endParaRPr>
            </a:p>
          </p:txBody>
        </p:sp>
        <p:sp>
          <p:nvSpPr>
            <p:cNvPr id="19" name="OTLSHAPE_T_5a934a26f311425e8ebaa0f45e6533ad_Shape">
              <a:extLst>
                <a:ext uri="{FF2B5EF4-FFF2-40B4-BE49-F238E27FC236}">
                  <a16:creationId xmlns:a16="http://schemas.microsoft.com/office/drawing/2014/main" id="{1C9E08C3-AB1B-A03E-127A-33F84993426B}"/>
                </a:ext>
              </a:extLst>
            </p:cNvPr>
            <p:cNvSpPr/>
            <p:nvPr>
              <p:custDataLst>
                <p:tags r:id="rId17"/>
              </p:custDataLst>
            </p:nvPr>
          </p:nvSpPr>
          <p:spPr bwMode="auto">
            <a:xfrm>
              <a:off x="7361732" y="2169950"/>
              <a:ext cx="1280160" cy="185925"/>
            </a:xfrm>
            <a:prstGeom prst="roundRect">
              <a:avLst/>
            </a:prstGeom>
            <a:pattFill prst="pct25">
              <a:fgClr>
                <a:srgbClr val="99CCFF"/>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00" b="1" spc="-7">
                <a:solidFill>
                  <a:schemeClr val="accent1">
                    <a:lumMod val="90000"/>
                    <a:lumOff val="10000"/>
                  </a:schemeClr>
                </a:solidFill>
              </a:endParaRPr>
            </a:p>
          </p:txBody>
        </p:sp>
        <p:sp>
          <p:nvSpPr>
            <p:cNvPr id="17" name="Star: 4 Points 143">
              <a:extLst>
                <a:ext uri="{FF2B5EF4-FFF2-40B4-BE49-F238E27FC236}">
                  <a16:creationId xmlns:a16="http://schemas.microsoft.com/office/drawing/2014/main" id="{D42391C6-E299-75EF-FECF-43223CE4B738}"/>
                </a:ext>
              </a:extLst>
            </p:cNvPr>
            <p:cNvSpPr/>
            <p:nvPr/>
          </p:nvSpPr>
          <p:spPr bwMode="auto">
            <a:xfrm>
              <a:off x="7298102" y="229153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a:solidFill>
                  <a:schemeClr val="accent1">
                    <a:lumMod val="90000"/>
                    <a:lumOff val="10000"/>
                  </a:schemeClr>
                </a:solidFill>
                <a:cs typeface="Calibri" panose="020F0502020204030204" pitchFamily="34" charset="0"/>
              </a:endParaRPr>
            </a:p>
          </p:txBody>
        </p:sp>
        <p:sp>
          <p:nvSpPr>
            <p:cNvPr id="20" name="Star: 4 Points 143">
              <a:extLst>
                <a:ext uri="{FF2B5EF4-FFF2-40B4-BE49-F238E27FC236}">
                  <a16:creationId xmlns:a16="http://schemas.microsoft.com/office/drawing/2014/main" id="{324B5DA9-2CD0-35A7-2C5F-EB77D5AAABDC}"/>
                </a:ext>
              </a:extLst>
            </p:cNvPr>
            <p:cNvSpPr/>
            <p:nvPr/>
          </p:nvSpPr>
          <p:spPr bwMode="auto">
            <a:xfrm>
              <a:off x="8560644" y="228341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a:solidFill>
                  <a:schemeClr val="accent1">
                    <a:lumMod val="90000"/>
                    <a:lumOff val="10000"/>
                  </a:schemeClr>
                </a:solidFill>
                <a:cs typeface="Calibri" panose="020F0502020204030204" pitchFamily="34" charset="0"/>
              </a:endParaRPr>
            </a:p>
          </p:txBody>
        </p:sp>
        <p:sp>
          <p:nvSpPr>
            <p:cNvPr id="21" name="Rectangle 178">
              <a:extLst>
                <a:ext uri="{FF2B5EF4-FFF2-40B4-BE49-F238E27FC236}">
                  <a16:creationId xmlns:a16="http://schemas.microsoft.com/office/drawing/2014/main" id="{7DAFA27D-256B-D4A3-A4F9-65C1DA6E8A9D}"/>
                </a:ext>
              </a:extLst>
            </p:cNvPr>
            <p:cNvSpPr/>
            <p:nvPr/>
          </p:nvSpPr>
          <p:spPr>
            <a:xfrm>
              <a:off x="8518948" y="2372585"/>
              <a:ext cx="289983" cy="161583"/>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LSC</a:t>
              </a:r>
              <a:endParaRPr lang="zh-CN" altLang="en-US" sz="800" b="1">
                <a:solidFill>
                  <a:schemeClr val="accent1">
                    <a:lumMod val="90000"/>
                    <a:lumOff val="10000"/>
                  </a:schemeClr>
                </a:solidFill>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DC31069C-C9F5-E711-BA73-0D4A9CE4C0D2}"/>
                </a:ext>
              </a:extLst>
            </p:cNvPr>
            <p:cNvSpPr txBox="1"/>
            <p:nvPr>
              <p:custDataLst>
                <p:tags r:id="rId18"/>
              </p:custDataLst>
            </p:nvPr>
          </p:nvSpPr>
          <p:spPr>
            <a:xfrm>
              <a:off x="8309304" y="2005536"/>
              <a:ext cx="511967" cy="92333"/>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Jun 2028</a:t>
              </a:r>
            </a:p>
          </p:txBody>
        </p:sp>
      </p:grpSp>
      <p:sp>
        <p:nvSpPr>
          <p:cNvPr id="23" name="五角星 55">
            <a:extLst>
              <a:ext uri="{FF2B5EF4-FFF2-40B4-BE49-F238E27FC236}">
                <a16:creationId xmlns:a16="http://schemas.microsoft.com/office/drawing/2014/main" id="{1799A101-4FB9-9B26-CD23-8F204168D0D5}"/>
              </a:ext>
            </a:extLst>
          </p:cNvPr>
          <p:cNvSpPr/>
          <p:nvPr/>
        </p:nvSpPr>
        <p:spPr bwMode="auto">
          <a:xfrm>
            <a:off x="11227684" y="2173510"/>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24" name="OTLSHAPE_M_39ea6ebc19a94c9fab6ef5006c31df58_Title">
            <a:extLst>
              <a:ext uri="{FF2B5EF4-FFF2-40B4-BE49-F238E27FC236}">
                <a16:creationId xmlns:a16="http://schemas.microsoft.com/office/drawing/2014/main" id="{CD7D4F1D-A3A4-87BC-B3C9-A15F903A0A4C}"/>
              </a:ext>
            </a:extLst>
          </p:cNvPr>
          <p:cNvSpPr txBox="1"/>
          <p:nvPr>
            <p:custDataLst>
              <p:tags r:id="rId3"/>
            </p:custDataLst>
          </p:nvPr>
        </p:nvSpPr>
        <p:spPr>
          <a:xfrm>
            <a:off x="10572435" y="2466865"/>
            <a:ext cx="1569000" cy="36933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App </a:t>
            </a:r>
          </a:p>
          <a:p>
            <a:pPr algn="ctr"/>
            <a:r>
              <a:rPr lang="en-US" altLang="zh-CN" sz="800" b="1">
                <a:solidFill>
                  <a:schemeClr val="accent1">
                    <a:lumMod val="90000"/>
                    <a:lumOff val="10000"/>
                  </a:schemeClr>
                </a:solidFill>
                <a:cs typeface="Calibri" panose="020F0502020204030204" pitchFamily="34" charset="0"/>
              </a:rPr>
              <a:t>Aug 2028 (best case*)</a:t>
            </a:r>
          </a:p>
          <a:p>
            <a:pPr algn="ctr"/>
            <a:r>
              <a:rPr lang="en-US" altLang="zh-CN" sz="800" b="1">
                <a:solidFill>
                  <a:schemeClr val="accent1">
                    <a:lumMod val="90000"/>
                    <a:lumOff val="10000"/>
                  </a:schemeClr>
                </a:solidFill>
                <a:cs typeface="Calibri" panose="020F0502020204030204" pitchFamily="34" charset="0"/>
              </a:rPr>
              <a:t>Sep 2029 (base case**)</a:t>
            </a:r>
          </a:p>
        </p:txBody>
      </p:sp>
      <p:grpSp>
        <p:nvGrpSpPr>
          <p:cNvPr id="65" name="Group 64">
            <a:extLst>
              <a:ext uri="{FF2B5EF4-FFF2-40B4-BE49-F238E27FC236}">
                <a16:creationId xmlns:a16="http://schemas.microsoft.com/office/drawing/2014/main" id="{EEF69DF9-B4CD-B220-2AFB-B9F3A3EEFA2D}"/>
              </a:ext>
            </a:extLst>
          </p:cNvPr>
          <p:cNvGrpSpPr/>
          <p:nvPr/>
        </p:nvGrpSpPr>
        <p:grpSpPr>
          <a:xfrm>
            <a:off x="5632656" y="5344974"/>
            <a:ext cx="5595030" cy="677017"/>
            <a:chOff x="4238133" y="3538848"/>
            <a:chExt cx="4196272" cy="507762"/>
          </a:xfrm>
        </p:grpSpPr>
        <p:grpSp>
          <p:nvGrpSpPr>
            <p:cNvPr id="28" name="Group 27">
              <a:extLst>
                <a:ext uri="{FF2B5EF4-FFF2-40B4-BE49-F238E27FC236}">
                  <a16:creationId xmlns:a16="http://schemas.microsoft.com/office/drawing/2014/main" id="{58D7CF2F-B2F4-FC82-6D73-762699C2923A}"/>
                </a:ext>
              </a:extLst>
            </p:cNvPr>
            <p:cNvGrpSpPr/>
            <p:nvPr/>
          </p:nvGrpSpPr>
          <p:grpSpPr>
            <a:xfrm>
              <a:off x="4238133" y="3566770"/>
              <a:ext cx="2977918" cy="479840"/>
              <a:chOff x="3959822" y="3421389"/>
              <a:chExt cx="2716691" cy="413896"/>
            </a:xfrm>
          </p:grpSpPr>
          <p:sp>
            <p:nvSpPr>
              <p:cNvPr id="29" name="Rectangle 178">
                <a:extLst>
                  <a:ext uri="{FF2B5EF4-FFF2-40B4-BE49-F238E27FC236}">
                    <a16:creationId xmlns:a16="http://schemas.microsoft.com/office/drawing/2014/main" id="{507B6C6C-F0CA-64E5-D29F-158684ED5433}"/>
                  </a:ext>
                </a:extLst>
              </p:cNvPr>
              <p:cNvSpPr/>
              <p:nvPr/>
            </p:nvSpPr>
            <p:spPr>
              <a:xfrm>
                <a:off x="6419645" y="3695908"/>
                <a:ext cx="256868" cy="139377"/>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LSS</a:t>
                </a:r>
                <a:endParaRPr lang="zh-CN" altLang="en-US" sz="800" b="1">
                  <a:solidFill>
                    <a:schemeClr val="accent1">
                      <a:lumMod val="90000"/>
                      <a:lumOff val="10000"/>
                    </a:schemeClr>
                  </a:solidFill>
                  <a:cs typeface="Calibri" panose="020F0502020204030204" pitchFamily="34" charset="0"/>
                </a:endParaRPr>
              </a:p>
            </p:txBody>
          </p:sp>
          <p:sp>
            <p:nvSpPr>
              <p:cNvPr id="35" name="OTLSHAPE_T_e17f3958430f4cff8650518c93c7635e_StartDate">
                <a:extLst>
                  <a:ext uri="{FF2B5EF4-FFF2-40B4-BE49-F238E27FC236}">
                    <a16:creationId xmlns:a16="http://schemas.microsoft.com/office/drawing/2014/main" id="{2287A760-676B-5754-8019-636051F16515}"/>
                  </a:ext>
                </a:extLst>
              </p:cNvPr>
              <p:cNvSpPr txBox="1"/>
              <p:nvPr>
                <p:custDataLst>
                  <p:tags r:id="rId16"/>
                </p:custDataLst>
              </p:nvPr>
            </p:nvSpPr>
            <p:spPr>
              <a:xfrm>
                <a:off x="3959822" y="3421389"/>
                <a:ext cx="851990" cy="79644"/>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 </a:t>
                </a:r>
                <a:endParaRPr lang="zh-CN" altLang="en-US" sz="800" b="1">
                  <a:solidFill>
                    <a:schemeClr val="accent1">
                      <a:lumMod val="90000"/>
                      <a:lumOff val="10000"/>
                    </a:schemeClr>
                  </a:solidFill>
                  <a:cs typeface="Calibri" panose="020F0502020204030204" pitchFamily="34" charset="0"/>
                </a:endParaRPr>
              </a:p>
            </p:txBody>
          </p:sp>
        </p:grpSp>
        <p:grpSp>
          <p:nvGrpSpPr>
            <p:cNvPr id="64" name="Group 63">
              <a:extLst>
                <a:ext uri="{FF2B5EF4-FFF2-40B4-BE49-F238E27FC236}">
                  <a16:creationId xmlns:a16="http://schemas.microsoft.com/office/drawing/2014/main" id="{11614224-7793-0337-CCD3-879D67DD210A}"/>
                </a:ext>
              </a:extLst>
            </p:cNvPr>
            <p:cNvGrpSpPr/>
            <p:nvPr/>
          </p:nvGrpSpPr>
          <p:grpSpPr>
            <a:xfrm>
              <a:off x="4931334" y="3538848"/>
              <a:ext cx="3503071" cy="500462"/>
              <a:chOff x="4931334" y="3538848"/>
              <a:chExt cx="3503071" cy="500462"/>
            </a:xfrm>
          </p:grpSpPr>
          <p:sp>
            <p:nvSpPr>
              <p:cNvPr id="53" name="OTLSHAPE_T_5a934a26f311425e8ebaa0f45e6533ad_Shape">
                <a:extLst>
                  <a:ext uri="{FF2B5EF4-FFF2-40B4-BE49-F238E27FC236}">
                    <a16:creationId xmlns:a16="http://schemas.microsoft.com/office/drawing/2014/main" id="{AE31C757-0DB7-F50C-8F90-2325EC2B8057}"/>
                  </a:ext>
                </a:extLst>
              </p:cNvPr>
              <p:cNvSpPr/>
              <p:nvPr>
                <p:custDataLst>
                  <p:tags r:id="rId13"/>
                </p:custDataLst>
              </p:nvPr>
            </p:nvSpPr>
            <p:spPr bwMode="auto">
              <a:xfrm>
                <a:off x="4931334" y="3660441"/>
                <a:ext cx="2103120" cy="208209"/>
              </a:xfrm>
              <a:prstGeom prst="roundRect">
                <a:avLst/>
              </a:prstGeom>
              <a:solidFill>
                <a:srgbClr val="CCCED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00" b="1" spc="-7">
                  <a:solidFill>
                    <a:schemeClr val="accent1">
                      <a:lumMod val="90000"/>
                      <a:lumOff val="10000"/>
                    </a:schemeClr>
                  </a:solidFill>
                </a:endParaRPr>
              </a:p>
            </p:txBody>
          </p:sp>
          <p:sp>
            <p:nvSpPr>
              <p:cNvPr id="57" name="OTLSHAPE_T_5a934a26f311425e8ebaa0f45e6533ad_Shape">
                <a:extLst>
                  <a:ext uri="{FF2B5EF4-FFF2-40B4-BE49-F238E27FC236}">
                    <a16:creationId xmlns:a16="http://schemas.microsoft.com/office/drawing/2014/main" id="{F1A33B1E-53DD-0454-6B67-F851ADE79EB3}"/>
                  </a:ext>
                </a:extLst>
              </p:cNvPr>
              <p:cNvSpPr/>
              <p:nvPr>
                <p:custDataLst>
                  <p:tags r:id="rId14"/>
                </p:custDataLst>
              </p:nvPr>
            </p:nvSpPr>
            <p:spPr bwMode="auto">
              <a:xfrm>
                <a:off x="7044807" y="3664052"/>
                <a:ext cx="1188720" cy="187757"/>
              </a:xfrm>
              <a:prstGeom prst="roundRect">
                <a:avLst/>
              </a:prstGeom>
              <a:pattFill prst="pct25">
                <a:fgClr>
                  <a:srgbClr val="99CCFF"/>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000" b="1" spc="-7">
                  <a:solidFill>
                    <a:schemeClr val="accent1">
                      <a:lumMod val="90000"/>
                      <a:lumOff val="10000"/>
                    </a:schemeClr>
                  </a:solidFill>
                </a:endParaRPr>
              </a:p>
            </p:txBody>
          </p:sp>
          <p:sp>
            <p:nvSpPr>
              <p:cNvPr id="55" name="Star: 4 Points 143">
                <a:extLst>
                  <a:ext uri="{FF2B5EF4-FFF2-40B4-BE49-F238E27FC236}">
                    <a16:creationId xmlns:a16="http://schemas.microsoft.com/office/drawing/2014/main" id="{5996FFF0-A19E-CCAA-DC27-4352A32E9051}"/>
                  </a:ext>
                </a:extLst>
              </p:cNvPr>
              <p:cNvSpPr/>
              <p:nvPr/>
            </p:nvSpPr>
            <p:spPr bwMode="auto">
              <a:xfrm>
                <a:off x="6974994" y="376547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a:solidFill>
                    <a:schemeClr val="accent1">
                      <a:lumMod val="90000"/>
                      <a:lumOff val="10000"/>
                    </a:schemeClr>
                  </a:solidFill>
                  <a:cs typeface="Calibri" panose="020F0502020204030204" pitchFamily="34" charset="0"/>
                </a:endParaRPr>
              </a:p>
            </p:txBody>
          </p:sp>
          <p:sp>
            <p:nvSpPr>
              <p:cNvPr id="59" name="Star: 4 Points 143">
                <a:extLst>
                  <a:ext uri="{FF2B5EF4-FFF2-40B4-BE49-F238E27FC236}">
                    <a16:creationId xmlns:a16="http://schemas.microsoft.com/office/drawing/2014/main" id="{8C2E09C1-55CC-6765-F239-F4EBDE8B66B3}"/>
                  </a:ext>
                </a:extLst>
              </p:cNvPr>
              <p:cNvSpPr/>
              <p:nvPr/>
            </p:nvSpPr>
            <p:spPr bwMode="auto">
              <a:xfrm>
                <a:off x="8138506" y="376918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a:solidFill>
                    <a:schemeClr val="accent1">
                      <a:lumMod val="90000"/>
                      <a:lumOff val="10000"/>
                    </a:schemeClr>
                  </a:solidFill>
                  <a:cs typeface="Calibri" panose="020F0502020204030204" pitchFamily="34" charset="0"/>
                </a:endParaRPr>
              </a:p>
            </p:txBody>
          </p:sp>
          <p:sp>
            <p:nvSpPr>
              <p:cNvPr id="60" name="Rectangle 178">
                <a:extLst>
                  <a:ext uri="{FF2B5EF4-FFF2-40B4-BE49-F238E27FC236}">
                    <a16:creationId xmlns:a16="http://schemas.microsoft.com/office/drawing/2014/main" id="{3BF9716F-714B-5067-7EEE-D46BF39F35E3}"/>
                  </a:ext>
                </a:extLst>
              </p:cNvPr>
              <p:cNvSpPr/>
              <p:nvPr/>
            </p:nvSpPr>
            <p:spPr>
              <a:xfrm>
                <a:off x="8054915" y="3877727"/>
                <a:ext cx="289983" cy="161583"/>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LSC</a:t>
                </a:r>
                <a:endParaRPr lang="zh-CN" altLang="en-US" sz="800" b="1">
                  <a:solidFill>
                    <a:schemeClr val="accent1">
                      <a:lumMod val="90000"/>
                      <a:lumOff val="10000"/>
                    </a:schemeClr>
                  </a:solidFill>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B307D9F4-2DC7-7283-9599-905E9AE71FE5}"/>
                  </a:ext>
                </a:extLst>
              </p:cNvPr>
              <p:cNvSpPr txBox="1"/>
              <p:nvPr>
                <p:custDataLst>
                  <p:tags r:id="rId15"/>
                </p:custDataLst>
              </p:nvPr>
            </p:nvSpPr>
            <p:spPr>
              <a:xfrm>
                <a:off x="7922438" y="3538848"/>
                <a:ext cx="511967" cy="92333"/>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Jun 2028</a:t>
                </a:r>
              </a:p>
            </p:txBody>
          </p:sp>
        </p:grpSp>
      </p:grpSp>
      <p:sp>
        <p:nvSpPr>
          <p:cNvPr id="61" name="Speech Bubble: Rectangle with Corners Rounded 60">
            <a:extLst>
              <a:ext uri="{FF2B5EF4-FFF2-40B4-BE49-F238E27FC236}">
                <a16:creationId xmlns:a16="http://schemas.microsoft.com/office/drawing/2014/main" id="{C14E8272-9B43-7216-43C5-DC3445BA6A57}"/>
              </a:ext>
            </a:extLst>
          </p:cNvPr>
          <p:cNvSpPr/>
          <p:nvPr/>
        </p:nvSpPr>
        <p:spPr>
          <a:xfrm>
            <a:off x="10425463" y="4229487"/>
            <a:ext cx="1448930" cy="430129"/>
          </a:xfrm>
          <a:prstGeom prst="wedgeRoundRectCallout">
            <a:avLst>
              <a:gd name="adj1" fmla="val 48289"/>
              <a:gd name="adj2" fmla="val 68776"/>
              <a:gd name="adj3" fmla="val 16667"/>
            </a:avLst>
          </a:prstGeom>
          <a:solidFill>
            <a:srgbClr val="FF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r>
              <a:rPr lang="en-US" sz="800" b="1">
                <a:solidFill>
                  <a:schemeClr val="accent1">
                    <a:lumMod val="90000"/>
                    <a:lumOff val="10000"/>
                  </a:schemeClr>
                </a:solidFill>
              </a:rPr>
              <a:t>NDA appr:</a:t>
            </a:r>
          </a:p>
          <a:p>
            <a:pPr algn="l"/>
            <a:r>
              <a:rPr lang="en-US" sz="800" b="1">
                <a:solidFill>
                  <a:schemeClr val="accent1">
                    <a:lumMod val="90000"/>
                    <a:lumOff val="10000"/>
                  </a:schemeClr>
                </a:solidFill>
              </a:rPr>
              <a:t>Jan 2029  (best</a:t>
            </a:r>
            <a:r>
              <a:rPr lang="zh-CN" altLang="en-US" sz="800" b="1">
                <a:solidFill>
                  <a:schemeClr val="accent1">
                    <a:lumMod val="90000"/>
                    <a:lumOff val="10000"/>
                  </a:schemeClr>
                </a:solidFill>
              </a:rPr>
              <a:t> </a:t>
            </a:r>
            <a:r>
              <a:rPr lang="en-US" altLang="zh-CN" sz="800" b="1">
                <a:solidFill>
                  <a:schemeClr val="accent1">
                    <a:lumMod val="90000"/>
                    <a:lumOff val="10000"/>
                  </a:schemeClr>
                </a:solidFill>
              </a:rPr>
              <a:t>case*</a:t>
            </a:r>
            <a:r>
              <a:rPr lang="en-US" sz="800" b="1">
                <a:solidFill>
                  <a:schemeClr val="accent1">
                    <a:lumMod val="90000"/>
                    <a:lumOff val="10000"/>
                  </a:schemeClr>
                </a:solidFill>
              </a:rPr>
              <a:t>)</a:t>
            </a:r>
          </a:p>
          <a:p>
            <a:pPr algn="l"/>
            <a:r>
              <a:rPr lang="en-US" altLang="zh-CN" sz="800" b="1">
                <a:solidFill>
                  <a:schemeClr val="accent1">
                    <a:lumMod val="90000"/>
                    <a:lumOff val="10000"/>
                  </a:schemeClr>
                </a:solidFill>
              </a:rPr>
              <a:t>Oct</a:t>
            </a:r>
            <a:r>
              <a:rPr lang="en-US" sz="800" b="1">
                <a:solidFill>
                  <a:schemeClr val="accent1">
                    <a:lumMod val="90000"/>
                    <a:lumOff val="10000"/>
                  </a:schemeClr>
                </a:solidFill>
              </a:rPr>
              <a:t> 2030 (base case**)</a:t>
            </a:r>
          </a:p>
        </p:txBody>
      </p:sp>
      <p:sp>
        <p:nvSpPr>
          <p:cNvPr id="16" name="OTLSHAPE_T_e17f3958430f4cff8650518c93c7635e_StartDate">
            <a:extLst>
              <a:ext uri="{FF2B5EF4-FFF2-40B4-BE49-F238E27FC236}">
                <a16:creationId xmlns:a16="http://schemas.microsoft.com/office/drawing/2014/main" id="{38C86B78-E523-FA75-9158-C96C336CCAFA}"/>
              </a:ext>
            </a:extLst>
          </p:cNvPr>
          <p:cNvSpPr txBox="1"/>
          <p:nvPr>
            <p:custDataLst>
              <p:tags r:id="rId4"/>
            </p:custDataLst>
          </p:nvPr>
        </p:nvSpPr>
        <p:spPr>
          <a:xfrm>
            <a:off x="6685563" y="5499622"/>
            <a:ext cx="2596240" cy="323165"/>
          </a:xfrm>
          <a:prstGeom prst="rect">
            <a:avLst/>
          </a:prstGeom>
          <a:noFill/>
        </p:spPr>
        <p:txBody>
          <a:bodyPr vert="horz" wrap="square" lIns="0" tIns="0" rIns="0" bIns="0" rtlCol="0" anchor="ctr" anchorCtr="0">
            <a:spAutoFit/>
          </a:bodyPr>
          <a:lstStyle/>
          <a:p>
            <a:pPr algn="ctr"/>
            <a:r>
              <a:rPr lang="en-US" altLang="zh-CN" sz="700" b="1">
                <a:cs typeface="Calibri" panose="020F0502020204030204" pitchFamily="34" charset="0"/>
              </a:rPr>
              <a:t>Recruitment Window: TBD</a:t>
            </a:r>
          </a:p>
          <a:p>
            <a:pPr algn="ctr"/>
            <a:r>
              <a:rPr lang="en-US" altLang="zh-CN" sz="700" b="1">
                <a:cs typeface="Calibri" panose="020F0502020204030204" pitchFamily="34" charset="0"/>
              </a:rPr>
              <a:t>N = 1,100+400/11,000 (DKD: 480+200/680; </a:t>
            </a:r>
          </a:p>
          <a:p>
            <a:pPr algn="ctr"/>
            <a:r>
              <a:rPr lang="en-US" altLang="zh-CN" sz="700" b="1" err="1">
                <a:cs typeface="Calibri" panose="020F0502020204030204" pitchFamily="34" charset="0"/>
              </a:rPr>
              <a:t>nDKD</a:t>
            </a:r>
            <a:r>
              <a:rPr lang="en-US" altLang="zh-CN" sz="700" b="1">
                <a:cs typeface="Calibri" panose="020F0502020204030204" pitchFamily="34" charset="0"/>
              </a:rPr>
              <a:t>: 620+200/820)</a:t>
            </a:r>
          </a:p>
        </p:txBody>
      </p:sp>
      <p:sp>
        <p:nvSpPr>
          <p:cNvPr id="30" name="Rectangle: Rounded Corners 29">
            <a:extLst>
              <a:ext uri="{FF2B5EF4-FFF2-40B4-BE49-F238E27FC236}">
                <a16:creationId xmlns:a16="http://schemas.microsoft.com/office/drawing/2014/main" id="{5C8EA3B6-0EE6-D947-796C-EE9A13276969}"/>
              </a:ext>
            </a:extLst>
          </p:cNvPr>
          <p:cNvSpPr/>
          <p:nvPr/>
        </p:nvSpPr>
        <p:spPr>
          <a:xfrm>
            <a:off x="1081413" y="3090236"/>
            <a:ext cx="4597851" cy="775765"/>
          </a:xfrm>
          <a:prstGeom prst="roundRect">
            <a:avLst>
              <a:gd name="adj" fmla="val 5502"/>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defRPr/>
            </a:pPr>
            <a:r>
              <a:rPr lang="en-US" altLang="zh-CN" sz="1067" b="1">
                <a:solidFill>
                  <a:srgbClr val="000000"/>
                </a:solidFill>
                <a:cs typeface="Calibri"/>
              </a:rPr>
              <a:t>Global status:</a:t>
            </a:r>
            <a:endParaRPr lang="en-US" altLang="zh-CN" sz="1067">
              <a:solidFill>
                <a:schemeClr val="tx1"/>
              </a:solidFill>
              <a:cs typeface="Calibri"/>
            </a:endParaRPr>
          </a:p>
          <a:p>
            <a:pPr marL="228594" indent="-228594">
              <a:buFont typeface="Arial" panose="020B0604020202020204" pitchFamily="34" charset="0"/>
              <a:buChar char="•"/>
              <a:defRPr/>
            </a:pPr>
            <a:r>
              <a:rPr lang="en-US" altLang="zh-CN" sz="1067">
                <a:solidFill>
                  <a:schemeClr val="tx1"/>
                </a:solidFill>
                <a:cs typeface="Calibri"/>
              </a:rPr>
              <a:t>Oct HPSC endorsed </a:t>
            </a:r>
            <a:r>
              <a:rPr lang="en-US" altLang="zh-CN" sz="1067" err="1">
                <a:solidFill>
                  <a:schemeClr val="tx1"/>
                </a:solidFill>
                <a:cs typeface="Calibri"/>
              </a:rPr>
              <a:t>RoFD</a:t>
            </a:r>
            <a:r>
              <a:rPr lang="en-US" altLang="zh-CN" sz="1067">
                <a:solidFill>
                  <a:schemeClr val="tx1"/>
                </a:solidFill>
                <a:cs typeface="Calibri"/>
              </a:rPr>
              <a:t> for CKD</a:t>
            </a:r>
          </a:p>
          <a:p>
            <a:pPr marL="228594" indent="-228594">
              <a:buFont typeface="Arial" panose="020B0604020202020204" pitchFamily="34" charset="0"/>
              <a:buChar char="•"/>
              <a:defRPr/>
            </a:pPr>
            <a:r>
              <a:rPr lang="en-US" altLang="zh-CN" sz="1067">
                <a:solidFill>
                  <a:schemeClr val="tx1"/>
                </a:solidFill>
                <a:cs typeface="Calibri"/>
              </a:rPr>
              <a:t>Ph3 study will follow similar collaboration model with Oxford as that of EMPA-KIDNEY</a:t>
            </a:r>
          </a:p>
          <a:p>
            <a:pPr marL="228594" indent="-228594">
              <a:buFont typeface="Arial" panose="020B0604020202020204" pitchFamily="34" charset="0"/>
              <a:buChar char="•"/>
              <a:defRPr/>
            </a:pPr>
            <a:endParaRPr lang="en-US" altLang="zh-CN" sz="1067">
              <a:solidFill>
                <a:srgbClr val="0000FF"/>
              </a:solidFill>
              <a:cs typeface="Calibri"/>
            </a:endParaRPr>
          </a:p>
          <a:p>
            <a:pPr marL="228594" indent="-228594">
              <a:buFont typeface="Arial" panose="020B0604020202020204" pitchFamily="34" charset="0"/>
              <a:buChar char="•"/>
              <a:defRPr/>
            </a:pPr>
            <a:endParaRPr lang="en-US" altLang="zh-CN" sz="1067">
              <a:solidFill>
                <a:schemeClr val="tx1"/>
              </a:solidFill>
              <a:cs typeface="Calibri"/>
            </a:endParaRPr>
          </a:p>
        </p:txBody>
      </p:sp>
      <p:sp>
        <p:nvSpPr>
          <p:cNvPr id="38" name="OTLSHAPE_T_e17f3958430f4cff8650518c93c7635e_Shape">
            <a:extLst>
              <a:ext uri="{FF2B5EF4-FFF2-40B4-BE49-F238E27FC236}">
                <a16:creationId xmlns:a16="http://schemas.microsoft.com/office/drawing/2014/main" id="{0D3C6050-0397-A32A-204F-9826F45322A9}"/>
              </a:ext>
            </a:extLst>
          </p:cNvPr>
          <p:cNvSpPr/>
          <p:nvPr>
            <p:custDataLst>
              <p:tags r:id="rId5"/>
            </p:custDataLst>
          </p:nvPr>
        </p:nvSpPr>
        <p:spPr bwMode="auto">
          <a:xfrm>
            <a:off x="4724933" y="5539050"/>
            <a:ext cx="548640" cy="235823"/>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eaLnBrk="0" fontAlgn="base" hangingPunct="0">
              <a:spcBef>
                <a:spcPct val="0"/>
              </a:spcBef>
              <a:spcAft>
                <a:spcPct val="0"/>
              </a:spcAft>
            </a:pPr>
            <a:r>
              <a:rPr lang="en-US" altLang="zh-CN" sz="800" b="1">
                <a:cs typeface="Calibri"/>
              </a:rPr>
              <a:t>Pre-IND</a:t>
            </a:r>
          </a:p>
        </p:txBody>
      </p:sp>
      <p:sp>
        <p:nvSpPr>
          <p:cNvPr id="39" name="OTLSHAPE_T_e17f3958430f4cff8650518c93c7635e_StartDate">
            <a:extLst>
              <a:ext uri="{FF2B5EF4-FFF2-40B4-BE49-F238E27FC236}">
                <a16:creationId xmlns:a16="http://schemas.microsoft.com/office/drawing/2014/main" id="{54B9D46A-283F-58F7-E417-A4783D460950}"/>
              </a:ext>
            </a:extLst>
          </p:cNvPr>
          <p:cNvSpPr txBox="1"/>
          <p:nvPr>
            <p:custDataLst>
              <p:tags r:id="rId6"/>
            </p:custDataLst>
          </p:nvPr>
        </p:nvSpPr>
        <p:spPr>
          <a:xfrm>
            <a:off x="4358691" y="5246232"/>
            <a:ext cx="878195" cy="246221"/>
          </a:xfrm>
          <a:prstGeom prst="rect">
            <a:avLst/>
          </a:prstGeom>
          <a:noFill/>
        </p:spPr>
        <p:txBody>
          <a:bodyPr vert="horz" wrap="square" lIns="0" tIns="0" rIns="0" bIns="0" rtlCol="0" anchor="ctr" anchorCtr="0">
            <a:spAutoFit/>
          </a:bodyPr>
          <a:lstStyle/>
          <a:p>
            <a:pPr algn="ctr">
              <a:defRPr/>
            </a:pPr>
            <a:r>
              <a:rPr lang="en-US" altLang="zh-CN" sz="800" b="1">
                <a:solidFill>
                  <a:schemeClr val="accent1">
                    <a:lumMod val="90000"/>
                    <a:lumOff val="10000"/>
                  </a:schemeClr>
                </a:solidFill>
                <a:cs typeface="Calibri"/>
              </a:rPr>
              <a:t>Nov</a:t>
            </a:r>
          </a:p>
          <a:p>
            <a:pPr algn="ctr">
              <a:defRPr/>
            </a:pPr>
            <a:r>
              <a:rPr lang="en-US" altLang="zh-CN" sz="800" b="1">
                <a:solidFill>
                  <a:schemeClr val="accent1">
                    <a:lumMod val="90000"/>
                    <a:lumOff val="10000"/>
                  </a:schemeClr>
                </a:solidFill>
                <a:cs typeface="Calibri"/>
              </a:rPr>
              <a:t>2023</a:t>
            </a:r>
          </a:p>
        </p:txBody>
      </p:sp>
      <p:sp>
        <p:nvSpPr>
          <p:cNvPr id="40" name="OTLSHAPE_T_e17f3958430f4cff8650518c93c7635e_StartDate">
            <a:extLst>
              <a:ext uri="{FF2B5EF4-FFF2-40B4-BE49-F238E27FC236}">
                <a16:creationId xmlns:a16="http://schemas.microsoft.com/office/drawing/2014/main" id="{98E9858F-A262-7101-360B-1F9A4DE10592}"/>
              </a:ext>
            </a:extLst>
          </p:cNvPr>
          <p:cNvSpPr txBox="1"/>
          <p:nvPr>
            <p:custDataLst>
              <p:tags r:id="rId7"/>
            </p:custDataLst>
          </p:nvPr>
        </p:nvSpPr>
        <p:spPr>
          <a:xfrm>
            <a:off x="4973916" y="5212553"/>
            <a:ext cx="552219" cy="276999"/>
          </a:xfrm>
          <a:prstGeom prst="rect">
            <a:avLst/>
          </a:prstGeom>
          <a:noFill/>
        </p:spPr>
        <p:txBody>
          <a:bodyPr vert="horz" wrap="square" lIns="0" tIns="0" rIns="0" bIns="0" rtlCol="0" anchor="ctr" anchorCtr="0">
            <a:spAutoFit/>
          </a:bodyPr>
          <a:lstStyle/>
          <a:p>
            <a:pPr algn="ctr">
              <a:defRPr/>
            </a:pPr>
            <a:r>
              <a:rPr lang="en-US" altLang="zh-CN" sz="1000" b="1">
                <a:solidFill>
                  <a:schemeClr val="accent1">
                    <a:lumMod val="90000"/>
                    <a:lumOff val="10000"/>
                  </a:schemeClr>
                </a:solidFill>
                <a:cs typeface="Calibri"/>
              </a:rPr>
              <a:t> </a:t>
            </a:r>
            <a:r>
              <a:rPr lang="en-US" altLang="zh-CN" sz="800" b="1">
                <a:solidFill>
                  <a:schemeClr val="accent1">
                    <a:lumMod val="90000"/>
                    <a:lumOff val="10000"/>
                  </a:schemeClr>
                </a:solidFill>
                <a:cs typeface="Calibri"/>
              </a:rPr>
              <a:t>Feb</a:t>
            </a:r>
          </a:p>
          <a:p>
            <a:pPr algn="ctr">
              <a:defRPr/>
            </a:pPr>
            <a:r>
              <a:rPr lang="en-US" altLang="zh-CN" sz="800" b="1">
                <a:solidFill>
                  <a:schemeClr val="accent1">
                    <a:lumMod val="90000"/>
                    <a:lumOff val="10000"/>
                  </a:schemeClr>
                </a:solidFill>
                <a:cs typeface="Calibri"/>
              </a:rPr>
              <a:t>2024</a:t>
            </a:r>
            <a:endParaRPr lang="zh-CN" altLang="en-US" sz="800" b="1">
              <a:solidFill>
                <a:schemeClr val="accent1">
                  <a:lumMod val="90000"/>
                  <a:lumOff val="10000"/>
                </a:schemeClr>
              </a:solidFill>
              <a:cs typeface="Calibri" panose="020F0502020204030204" pitchFamily="34" charset="0"/>
            </a:endParaRPr>
          </a:p>
        </p:txBody>
      </p:sp>
      <p:sp>
        <p:nvSpPr>
          <p:cNvPr id="41" name="Isosceles Triangle 73">
            <a:extLst>
              <a:ext uri="{FF2B5EF4-FFF2-40B4-BE49-F238E27FC236}">
                <a16:creationId xmlns:a16="http://schemas.microsoft.com/office/drawing/2014/main" id="{3E0A2DB7-4CD4-95E9-E67F-72840EFBCE6E}"/>
              </a:ext>
            </a:extLst>
          </p:cNvPr>
          <p:cNvSpPr/>
          <p:nvPr/>
        </p:nvSpPr>
        <p:spPr>
          <a:xfrm rot="10800000" flipH="1" flipV="1">
            <a:off x="4750468" y="5742722"/>
            <a:ext cx="121920" cy="12192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170">
              <a:defRPr/>
            </a:pPr>
            <a:endParaRPr lang="en-GB" sz="2489" err="1">
              <a:solidFill>
                <a:srgbClr val="000000"/>
              </a:solidFill>
            </a:endParaRPr>
          </a:p>
        </p:txBody>
      </p:sp>
      <p:sp>
        <p:nvSpPr>
          <p:cNvPr id="42" name="Isosceles Triangle 73">
            <a:extLst>
              <a:ext uri="{FF2B5EF4-FFF2-40B4-BE49-F238E27FC236}">
                <a16:creationId xmlns:a16="http://schemas.microsoft.com/office/drawing/2014/main" id="{4118B594-2B3C-2037-18EF-687F14F29619}"/>
              </a:ext>
            </a:extLst>
          </p:cNvPr>
          <p:cNvSpPr/>
          <p:nvPr/>
        </p:nvSpPr>
        <p:spPr>
          <a:xfrm rot="10800000" flipH="1" flipV="1">
            <a:off x="5182848" y="5742722"/>
            <a:ext cx="121920" cy="12192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170">
              <a:defRPr/>
            </a:pPr>
            <a:endParaRPr lang="en-GB" sz="2489" err="1">
              <a:solidFill>
                <a:srgbClr val="000000"/>
              </a:solidFill>
            </a:endParaRPr>
          </a:p>
        </p:txBody>
      </p:sp>
      <p:sp>
        <p:nvSpPr>
          <p:cNvPr id="44" name="Rectangle 71">
            <a:extLst>
              <a:ext uri="{FF2B5EF4-FFF2-40B4-BE49-F238E27FC236}">
                <a16:creationId xmlns:a16="http://schemas.microsoft.com/office/drawing/2014/main" id="{AD560351-61B4-64BF-E37F-334DB7FBEF68}"/>
              </a:ext>
            </a:extLst>
          </p:cNvPr>
          <p:cNvSpPr/>
          <p:nvPr/>
        </p:nvSpPr>
        <p:spPr>
          <a:xfrm>
            <a:off x="5359247" y="5914034"/>
            <a:ext cx="565739" cy="369332"/>
          </a:xfrm>
          <a:prstGeom prst="rect">
            <a:avLst/>
          </a:prstGeom>
        </p:spPr>
        <p:txBody>
          <a:bodyPr wrap="square" lIns="121920" tIns="60960" rIns="121920" bIns="60960" anchor="t">
            <a:spAutoFit/>
          </a:bodyPr>
          <a:lstStyle/>
          <a:p>
            <a:pPr algn="ctr"/>
            <a:r>
              <a:rPr lang="en-US" altLang="zh-CN" sz="800" b="1">
                <a:solidFill>
                  <a:schemeClr val="accent1">
                    <a:lumMod val="90000"/>
                    <a:lumOff val="10000"/>
                  </a:schemeClr>
                </a:solidFill>
                <a:cs typeface="Calibri"/>
              </a:rPr>
              <a:t>CTA Sub</a:t>
            </a:r>
            <a:endParaRPr lang="zh-CN" altLang="en-US" sz="800" b="1">
              <a:solidFill>
                <a:schemeClr val="accent1">
                  <a:lumMod val="90000"/>
                  <a:lumOff val="10000"/>
                </a:schemeClr>
              </a:solidFill>
              <a:cs typeface="Calibri" panose="020F0502020204030204" pitchFamily="34" charset="0"/>
            </a:endParaRPr>
          </a:p>
        </p:txBody>
      </p:sp>
      <p:sp>
        <p:nvSpPr>
          <p:cNvPr id="32" name="OTLSHAPE_T_e17f3958430f4cff8650518c93c7635e_StartDate">
            <a:extLst>
              <a:ext uri="{FF2B5EF4-FFF2-40B4-BE49-F238E27FC236}">
                <a16:creationId xmlns:a16="http://schemas.microsoft.com/office/drawing/2014/main" id="{8E2AC9FD-C82E-8B79-48EF-235A3873C1FE}"/>
              </a:ext>
            </a:extLst>
          </p:cNvPr>
          <p:cNvSpPr txBox="1"/>
          <p:nvPr>
            <p:custDataLst>
              <p:tags r:id="rId8"/>
            </p:custDataLst>
          </p:nvPr>
        </p:nvSpPr>
        <p:spPr>
          <a:xfrm>
            <a:off x="5339268" y="5223717"/>
            <a:ext cx="552219" cy="276999"/>
          </a:xfrm>
          <a:prstGeom prst="rect">
            <a:avLst/>
          </a:prstGeom>
          <a:noFill/>
        </p:spPr>
        <p:txBody>
          <a:bodyPr vert="horz" wrap="square" lIns="0" tIns="0" rIns="0" bIns="0" rtlCol="0" anchor="ctr" anchorCtr="0">
            <a:spAutoFit/>
          </a:bodyPr>
          <a:lstStyle/>
          <a:p>
            <a:pPr algn="ctr">
              <a:defRPr/>
            </a:pPr>
            <a:r>
              <a:rPr lang="en-US" altLang="zh-CN" sz="1000" b="1">
                <a:solidFill>
                  <a:schemeClr val="accent1">
                    <a:lumMod val="90000"/>
                    <a:lumOff val="10000"/>
                  </a:schemeClr>
                </a:solidFill>
                <a:cs typeface="Calibri"/>
              </a:rPr>
              <a:t> late </a:t>
            </a:r>
            <a:r>
              <a:rPr lang="en-US" altLang="zh-CN" sz="800" b="1">
                <a:solidFill>
                  <a:schemeClr val="accent1">
                    <a:lumMod val="90000"/>
                    <a:lumOff val="10000"/>
                  </a:schemeClr>
                </a:solidFill>
                <a:cs typeface="Calibri"/>
              </a:rPr>
              <a:t>Apr</a:t>
            </a:r>
          </a:p>
          <a:p>
            <a:pPr algn="ctr">
              <a:defRPr/>
            </a:pPr>
            <a:r>
              <a:rPr lang="en-US" altLang="zh-CN" sz="800" b="1">
                <a:solidFill>
                  <a:schemeClr val="accent1">
                    <a:lumMod val="90000"/>
                    <a:lumOff val="10000"/>
                  </a:schemeClr>
                </a:solidFill>
                <a:cs typeface="Calibri"/>
              </a:rPr>
              <a:t>2024</a:t>
            </a:r>
            <a:endParaRPr lang="zh-CN" altLang="en-US" sz="800" b="1">
              <a:solidFill>
                <a:schemeClr val="accent1">
                  <a:lumMod val="90000"/>
                  <a:lumOff val="10000"/>
                </a:schemeClr>
              </a:solidFill>
              <a:cs typeface="Calibri" panose="020F0502020204030204" pitchFamily="34" charset="0"/>
            </a:endParaRPr>
          </a:p>
        </p:txBody>
      </p:sp>
      <p:sp>
        <p:nvSpPr>
          <p:cNvPr id="34" name="Star: 4 Points 143">
            <a:extLst>
              <a:ext uri="{FF2B5EF4-FFF2-40B4-BE49-F238E27FC236}">
                <a16:creationId xmlns:a16="http://schemas.microsoft.com/office/drawing/2014/main" id="{D86BC98A-63C3-8F15-A02D-8901CDB46341}"/>
              </a:ext>
            </a:extLst>
          </p:cNvPr>
          <p:cNvSpPr/>
          <p:nvPr/>
        </p:nvSpPr>
        <p:spPr bwMode="auto">
          <a:xfrm>
            <a:off x="5914883" y="573855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cs typeface="Calibri" panose="020F0502020204030204" pitchFamily="34" charset="0"/>
            </a:endParaRPr>
          </a:p>
        </p:txBody>
      </p:sp>
      <p:sp>
        <p:nvSpPr>
          <p:cNvPr id="33" name="Rectangle 71">
            <a:extLst>
              <a:ext uri="{FF2B5EF4-FFF2-40B4-BE49-F238E27FC236}">
                <a16:creationId xmlns:a16="http://schemas.microsoft.com/office/drawing/2014/main" id="{57B43E8C-5ACA-0C6C-01CD-0716A1133E2C}"/>
              </a:ext>
            </a:extLst>
          </p:cNvPr>
          <p:cNvSpPr/>
          <p:nvPr/>
        </p:nvSpPr>
        <p:spPr>
          <a:xfrm>
            <a:off x="5768292" y="5892225"/>
            <a:ext cx="707305" cy="369332"/>
          </a:xfrm>
          <a:prstGeom prst="rect">
            <a:avLst/>
          </a:prstGeom>
        </p:spPr>
        <p:txBody>
          <a:bodyPr wrap="square" lIns="121920" tIns="60960" rIns="121920" bIns="60960" anchor="t">
            <a:spAutoFit/>
          </a:bodyPr>
          <a:lstStyle/>
          <a:p>
            <a:pPr algn="ctr"/>
            <a:r>
              <a:rPr lang="en-US" altLang="zh-CN" sz="800" b="1">
                <a:solidFill>
                  <a:schemeClr val="accent1">
                    <a:lumMod val="90000"/>
                    <a:lumOff val="10000"/>
                  </a:schemeClr>
                </a:solidFill>
                <a:cs typeface="Calibri"/>
              </a:rPr>
              <a:t>CTA App</a:t>
            </a:r>
          </a:p>
          <a:p>
            <a:pPr algn="ctr"/>
            <a:endParaRPr lang="zh-CN" altLang="en-US" sz="800" b="1">
              <a:solidFill>
                <a:schemeClr val="accent1">
                  <a:lumMod val="90000"/>
                  <a:lumOff val="10000"/>
                </a:schemeClr>
              </a:solidFill>
              <a:cs typeface="Calibri" panose="020F0502020204030204" pitchFamily="34" charset="0"/>
            </a:endParaRPr>
          </a:p>
        </p:txBody>
      </p:sp>
      <p:sp>
        <p:nvSpPr>
          <p:cNvPr id="45" name="文本框 44">
            <a:extLst>
              <a:ext uri="{FF2B5EF4-FFF2-40B4-BE49-F238E27FC236}">
                <a16:creationId xmlns:a16="http://schemas.microsoft.com/office/drawing/2014/main" id="{86ABC1DA-1548-D066-91BB-334B0E7235EC}"/>
              </a:ext>
            </a:extLst>
          </p:cNvPr>
          <p:cNvSpPr txBox="1"/>
          <p:nvPr/>
        </p:nvSpPr>
        <p:spPr>
          <a:xfrm>
            <a:off x="4893487" y="2692842"/>
            <a:ext cx="737901" cy="123111"/>
          </a:xfrm>
          <a:prstGeom prst="rect">
            <a:avLst/>
          </a:prstGeom>
          <a:noFill/>
        </p:spPr>
        <p:txBody>
          <a:bodyPr wrap="square" lIns="0" tIns="0" rIns="0" bIns="0" rtlCol="0">
            <a:spAutoFit/>
          </a:bodyPr>
          <a:lstStyle/>
          <a:p>
            <a:pPr algn="ctr"/>
            <a:r>
              <a:rPr lang="en-US" altLang="zh-CN" sz="800" b="1">
                <a:solidFill>
                  <a:schemeClr val="accent1">
                    <a:lumMod val="90000"/>
                    <a:lumOff val="10000"/>
                  </a:schemeClr>
                </a:solidFill>
                <a:cs typeface="Calibri"/>
              </a:rPr>
              <a:t>25Mar2024</a:t>
            </a:r>
            <a:endParaRPr lang="zh-CN" altLang="en-US" sz="800" b="1">
              <a:solidFill>
                <a:schemeClr val="accent1">
                  <a:lumMod val="90000"/>
                  <a:lumOff val="10000"/>
                </a:schemeClr>
              </a:solidFill>
              <a:cs typeface="Calibri"/>
            </a:endParaRPr>
          </a:p>
        </p:txBody>
      </p:sp>
      <p:sp>
        <p:nvSpPr>
          <p:cNvPr id="37" name="OTLSHAPE_T_e17f3958430f4cff8650518c93c7635e_StartDate">
            <a:extLst>
              <a:ext uri="{FF2B5EF4-FFF2-40B4-BE49-F238E27FC236}">
                <a16:creationId xmlns:a16="http://schemas.microsoft.com/office/drawing/2014/main" id="{6714488C-3D0A-FC02-48CC-1B2924147C61}"/>
              </a:ext>
            </a:extLst>
          </p:cNvPr>
          <p:cNvSpPr txBox="1"/>
          <p:nvPr>
            <p:custDataLst>
              <p:tags r:id="rId9"/>
            </p:custDataLst>
          </p:nvPr>
        </p:nvSpPr>
        <p:spPr>
          <a:xfrm>
            <a:off x="4287242" y="5893809"/>
            <a:ext cx="596657" cy="276999"/>
          </a:xfrm>
          <a:prstGeom prst="rect">
            <a:avLst/>
          </a:prstGeom>
          <a:noFill/>
        </p:spPr>
        <p:txBody>
          <a:bodyPr vert="horz" wrap="square" lIns="0" tIns="0" rIns="0" bIns="0" rtlCol="0" anchor="ctr" anchorCtr="0">
            <a:spAutoFit/>
          </a:bodyPr>
          <a:lstStyle/>
          <a:p>
            <a:pPr algn="ctr">
              <a:defRPr/>
            </a:pPr>
            <a:r>
              <a:rPr lang="en-US" altLang="zh-CN" sz="1000" b="1">
                <a:solidFill>
                  <a:schemeClr val="accent1">
                    <a:lumMod val="90000"/>
                    <a:lumOff val="10000"/>
                  </a:schemeClr>
                </a:solidFill>
                <a:cs typeface="Calibri"/>
              </a:rPr>
              <a:t> </a:t>
            </a:r>
            <a:r>
              <a:rPr lang="en-US" altLang="zh-CN" sz="800" b="1">
                <a:solidFill>
                  <a:schemeClr val="accent1">
                    <a:lumMod val="90000"/>
                    <a:lumOff val="10000"/>
                  </a:schemeClr>
                </a:solidFill>
                <a:cs typeface="Calibri"/>
              </a:rPr>
              <a:t>Pre-IND</a:t>
            </a:r>
          </a:p>
          <a:p>
            <a:pPr algn="ctr">
              <a:defRPr/>
            </a:pPr>
            <a:r>
              <a:rPr lang="en-US" altLang="zh-CN" sz="800" b="1">
                <a:solidFill>
                  <a:schemeClr val="accent1">
                    <a:lumMod val="90000"/>
                    <a:lumOff val="10000"/>
                  </a:schemeClr>
                </a:solidFill>
                <a:cs typeface="Calibri"/>
              </a:rPr>
              <a:t> sub</a:t>
            </a:r>
            <a:endParaRPr lang="zh-CN" altLang="en-US" sz="800" b="1">
              <a:solidFill>
                <a:schemeClr val="accent1">
                  <a:lumMod val="90000"/>
                  <a:lumOff val="10000"/>
                </a:schemeClr>
              </a:solidFill>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31F02350-7B4D-95F9-BEEF-0DAB9393747E}"/>
              </a:ext>
            </a:extLst>
          </p:cNvPr>
          <p:cNvSpPr txBox="1"/>
          <p:nvPr>
            <p:custDataLst>
              <p:tags r:id="rId10"/>
            </p:custDataLst>
          </p:nvPr>
        </p:nvSpPr>
        <p:spPr>
          <a:xfrm>
            <a:off x="4832273" y="5914117"/>
            <a:ext cx="663251" cy="276999"/>
          </a:xfrm>
          <a:prstGeom prst="rect">
            <a:avLst/>
          </a:prstGeom>
          <a:noFill/>
        </p:spPr>
        <p:txBody>
          <a:bodyPr vert="horz" wrap="square" lIns="0" tIns="0" rIns="0" bIns="0" rtlCol="0" anchor="ctr" anchorCtr="0">
            <a:spAutoFit/>
          </a:bodyPr>
          <a:lstStyle/>
          <a:p>
            <a:pPr algn="ctr">
              <a:defRPr/>
            </a:pPr>
            <a:r>
              <a:rPr lang="en-US" altLang="zh-CN" sz="1000" b="1">
                <a:solidFill>
                  <a:schemeClr val="accent1">
                    <a:lumMod val="90000"/>
                    <a:lumOff val="10000"/>
                  </a:schemeClr>
                </a:solidFill>
                <a:cs typeface="Calibri"/>
              </a:rPr>
              <a:t> </a:t>
            </a:r>
            <a:r>
              <a:rPr lang="en-US" altLang="zh-CN" sz="800" b="1">
                <a:solidFill>
                  <a:schemeClr val="accent1">
                    <a:lumMod val="90000"/>
                    <a:lumOff val="10000"/>
                  </a:schemeClr>
                </a:solidFill>
                <a:cs typeface="Calibri"/>
              </a:rPr>
              <a:t>Pre-IND feedback</a:t>
            </a:r>
            <a:endParaRPr lang="zh-CN" altLang="en-US" sz="800" b="1">
              <a:solidFill>
                <a:schemeClr val="accent1">
                  <a:lumMod val="90000"/>
                  <a:lumOff val="10000"/>
                </a:schemeClr>
              </a:solidFill>
              <a:cs typeface="Calibri" panose="020F0502020204030204" pitchFamily="34" charset="0"/>
            </a:endParaRPr>
          </a:p>
        </p:txBody>
      </p:sp>
      <p:sp>
        <p:nvSpPr>
          <p:cNvPr id="46" name="Star: 4 Points 143">
            <a:extLst>
              <a:ext uri="{FF2B5EF4-FFF2-40B4-BE49-F238E27FC236}">
                <a16:creationId xmlns:a16="http://schemas.microsoft.com/office/drawing/2014/main" id="{F846126D-C9AF-1E7F-EFE9-2923951AA86D}"/>
              </a:ext>
            </a:extLst>
          </p:cNvPr>
          <p:cNvSpPr/>
          <p:nvPr/>
        </p:nvSpPr>
        <p:spPr bwMode="auto">
          <a:xfrm>
            <a:off x="5466819" y="572086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cs typeface="Calibri" panose="020F0502020204030204" pitchFamily="34" charset="0"/>
            </a:endParaRPr>
          </a:p>
        </p:txBody>
      </p:sp>
      <p:sp>
        <p:nvSpPr>
          <p:cNvPr id="47" name="OTLSHAPE_T_e17f3958430f4cff8650518c93c7635e_StartDate">
            <a:extLst>
              <a:ext uri="{FF2B5EF4-FFF2-40B4-BE49-F238E27FC236}">
                <a16:creationId xmlns:a16="http://schemas.microsoft.com/office/drawing/2014/main" id="{84692CA7-B8C4-436A-30CF-C2B0EEB6C1A0}"/>
              </a:ext>
            </a:extLst>
          </p:cNvPr>
          <p:cNvSpPr txBox="1"/>
          <p:nvPr>
            <p:custDataLst>
              <p:tags r:id="rId11"/>
            </p:custDataLst>
          </p:nvPr>
        </p:nvSpPr>
        <p:spPr>
          <a:xfrm>
            <a:off x="6208058" y="5197146"/>
            <a:ext cx="552219" cy="276999"/>
          </a:xfrm>
          <a:prstGeom prst="rect">
            <a:avLst/>
          </a:prstGeom>
          <a:noFill/>
        </p:spPr>
        <p:txBody>
          <a:bodyPr vert="horz" wrap="square" lIns="0" tIns="0" rIns="0" bIns="0" rtlCol="0" anchor="ctr" anchorCtr="0">
            <a:spAutoFit/>
          </a:bodyPr>
          <a:lstStyle/>
          <a:p>
            <a:pPr algn="ctr">
              <a:defRPr/>
            </a:pPr>
            <a:r>
              <a:rPr lang="en-US" altLang="zh-CN" sz="1000" b="1">
                <a:solidFill>
                  <a:schemeClr val="accent1">
                    <a:lumMod val="90000"/>
                    <a:lumOff val="10000"/>
                  </a:schemeClr>
                </a:solidFill>
                <a:cs typeface="Calibri"/>
              </a:rPr>
              <a:t> </a:t>
            </a:r>
            <a:r>
              <a:rPr lang="en-US" altLang="zh-CN" sz="800" b="1">
                <a:solidFill>
                  <a:schemeClr val="accent1">
                    <a:lumMod val="90000"/>
                    <a:lumOff val="10000"/>
                  </a:schemeClr>
                </a:solidFill>
                <a:cs typeface="Calibri"/>
              </a:rPr>
              <a:t>Oct</a:t>
            </a:r>
          </a:p>
          <a:p>
            <a:pPr algn="ctr">
              <a:defRPr/>
            </a:pPr>
            <a:r>
              <a:rPr lang="en-US" altLang="zh-CN" sz="800" b="1">
                <a:solidFill>
                  <a:schemeClr val="accent1">
                    <a:lumMod val="90000"/>
                    <a:lumOff val="10000"/>
                  </a:schemeClr>
                </a:solidFill>
                <a:cs typeface="Calibri"/>
              </a:rPr>
              <a:t>2024</a:t>
            </a:r>
            <a:endParaRPr lang="zh-CN" altLang="en-US" sz="800" b="1">
              <a:solidFill>
                <a:schemeClr val="accent1">
                  <a:lumMod val="90000"/>
                  <a:lumOff val="10000"/>
                </a:schemeClr>
              </a:solidFill>
              <a:cs typeface="Calibri" panose="020F0502020204030204" pitchFamily="34" charset="0"/>
            </a:endParaRPr>
          </a:p>
        </p:txBody>
      </p:sp>
      <p:sp>
        <p:nvSpPr>
          <p:cNvPr id="9" name="OTLSHAPE_T_e17f3958430f4cff8650518c93c7635e_Shape">
            <a:extLst>
              <a:ext uri="{FF2B5EF4-FFF2-40B4-BE49-F238E27FC236}">
                <a16:creationId xmlns:a16="http://schemas.microsoft.com/office/drawing/2014/main" id="{7490D693-8494-92D1-A114-F782FC974D92}"/>
              </a:ext>
            </a:extLst>
          </p:cNvPr>
          <p:cNvSpPr/>
          <p:nvPr>
            <p:custDataLst>
              <p:tags r:id="rId12"/>
            </p:custDataLst>
          </p:nvPr>
        </p:nvSpPr>
        <p:spPr bwMode="auto">
          <a:xfrm>
            <a:off x="5531509" y="5513894"/>
            <a:ext cx="1008809" cy="25603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a:latin typeface="Calibri" panose="020F0502020204030204" pitchFamily="34" charset="0"/>
                <a:cs typeface="Calibri" panose="020F0502020204030204" pitchFamily="34" charset="0"/>
              </a:rPr>
              <a:t>CTA+ EC + HGRAC + 1</a:t>
            </a:r>
            <a:r>
              <a:rPr lang="en-US" altLang="zh-CN" sz="800" b="1" baseline="30000">
                <a:latin typeface="Calibri" panose="020F0502020204030204" pitchFamily="34" charset="0"/>
                <a:cs typeface="Calibri" panose="020F0502020204030204" pitchFamily="34" charset="0"/>
              </a:rPr>
              <a:t>st</a:t>
            </a:r>
            <a:r>
              <a:rPr lang="en-US" altLang="zh-CN" sz="800" b="1">
                <a:latin typeface="Calibri" panose="020F0502020204030204" pitchFamily="34" charset="0"/>
                <a:cs typeface="Calibri" panose="020F0502020204030204" pitchFamily="34" charset="0"/>
              </a:rPr>
              <a:t> SIV </a:t>
            </a:r>
            <a:endParaRPr lang="zh-CN" altLang="en-US" sz="800" b="1">
              <a:latin typeface="Calibri" panose="020F0502020204030204" pitchFamily="34" charset="0"/>
              <a:cs typeface="Calibri" panose="020F0502020204030204" pitchFamily="34" charset="0"/>
            </a:endParaRPr>
          </a:p>
        </p:txBody>
      </p:sp>
      <p:sp>
        <p:nvSpPr>
          <p:cNvPr id="25" name="Speech Bubble: Rectangle with Corners Rounded 24">
            <a:extLst>
              <a:ext uri="{FF2B5EF4-FFF2-40B4-BE49-F238E27FC236}">
                <a16:creationId xmlns:a16="http://schemas.microsoft.com/office/drawing/2014/main" id="{B2D4F943-0D6A-E7CF-BBC5-EA91E28F3656}"/>
              </a:ext>
            </a:extLst>
          </p:cNvPr>
          <p:cNvSpPr/>
          <p:nvPr/>
        </p:nvSpPr>
        <p:spPr bwMode="gray">
          <a:xfrm>
            <a:off x="6357731" y="6072944"/>
            <a:ext cx="3133307" cy="288000"/>
          </a:xfrm>
          <a:prstGeom prst="wedgeRoundRectCallout">
            <a:avLst>
              <a:gd name="adj1" fmla="val -47200"/>
              <a:gd name="adj2" fmla="val -86060"/>
              <a:gd name="adj3" fmla="val 16667"/>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933">
                <a:solidFill>
                  <a:srgbClr val="0000FF"/>
                </a:solidFill>
              </a:rPr>
              <a:t>Detailed timelines to be confirmed by Oxford</a:t>
            </a:r>
          </a:p>
        </p:txBody>
      </p:sp>
      <p:sp>
        <p:nvSpPr>
          <p:cNvPr id="26" name="Text Placeholder 25">
            <a:extLst>
              <a:ext uri="{FF2B5EF4-FFF2-40B4-BE49-F238E27FC236}">
                <a16:creationId xmlns:a16="http://schemas.microsoft.com/office/drawing/2014/main" id="{6E323610-FD84-0D93-9B3C-3BAF5D10263E}"/>
              </a:ext>
            </a:extLst>
          </p:cNvPr>
          <p:cNvSpPr>
            <a:spLocks noGrp="1"/>
          </p:cNvSpPr>
          <p:nvPr>
            <p:ph type="body" sz="quarter" idx="13"/>
          </p:nvPr>
        </p:nvSpPr>
        <p:spPr>
          <a:xfrm>
            <a:off x="1692266" y="6472453"/>
            <a:ext cx="11232000" cy="144000"/>
          </a:xfrm>
        </p:spPr>
        <p:txBody>
          <a:bodyPr/>
          <a:lstStyle/>
          <a:p>
            <a:r>
              <a:rPr lang="en-US"/>
              <a:t>*Best case: NDA approval based on NDA submission with interim analysis.</a:t>
            </a:r>
          </a:p>
          <a:p>
            <a:r>
              <a:rPr lang="en-US"/>
              <a:t>** Base case: NDA approval based on NDA submission with final analysis</a:t>
            </a:r>
          </a:p>
        </p:txBody>
      </p:sp>
      <p:sp>
        <p:nvSpPr>
          <p:cNvPr id="48" name="Rectangle: Rounded Corners 47">
            <a:extLst>
              <a:ext uri="{FF2B5EF4-FFF2-40B4-BE49-F238E27FC236}">
                <a16:creationId xmlns:a16="http://schemas.microsoft.com/office/drawing/2014/main" id="{E25F0443-7C38-987F-D4EF-932CC20F7BDA}"/>
              </a:ext>
            </a:extLst>
          </p:cNvPr>
          <p:cNvSpPr/>
          <p:nvPr/>
        </p:nvSpPr>
        <p:spPr>
          <a:xfrm>
            <a:off x="5517496" y="3956546"/>
            <a:ext cx="4972370" cy="887409"/>
          </a:xfrm>
          <a:prstGeom prst="roundRect">
            <a:avLst>
              <a:gd name="adj" fmla="val 5502"/>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nSpc>
                <a:spcPts val="1600"/>
              </a:lnSpc>
              <a:defRPr/>
            </a:pPr>
            <a:r>
              <a:rPr lang="en-US" altLang="zh-CN" sz="1200" b="1">
                <a:solidFill>
                  <a:srgbClr val="000000"/>
                </a:solidFill>
                <a:cs typeface="Calibri"/>
              </a:rPr>
              <a:t>China status:</a:t>
            </a:r>
          </a:p>
          <a:p>
            <a:pPr marL="171450" indent="-171450">
              <a:lnSpc>
                <a:spcPts val="1600"/>
              </a:lnSpc>
              <a:buFont typeface="Arial" panose="020B0604020202020204" pitchFamily="34" charset="0"/>
              <a:buChar char="•"/>
              <a:defRPr/>
            </a:pPr>
            <a:r>
              <a:rPr lang="en-US" altLang="zh-CN" sz="1200">
                <a:solidFill>
                  <a:schemeClr val="tx1"/>
                </a:solidFill>
                <a:cs typeface="Calibri"/>
              </a:rPr>
              <a:t>HA interaction: </a:t>
            </a:r>
          </a:p>
          <a:p>
            <a:pPr>
              <a:lnSpc>
                <a:spcPts val="1600"/>
              </a:lnSpc>
              <a:defRPr/>
            </a:pPr>
            <a:r>
              <a:rPr lang="en-US" altLang="zh-CN" sz="1200">
                <a:solidFill>
                  <a:schemeClr val="tx1"/>
                </a:solidFill>
                <a:cs typeface="Calibri"/>
              </a:rPr>
              <a:t>1) Meeting minutes and supplemental responses sent back on 11</a:t>
            </a:r>
            <a:r>
              <a:rPr lang="en-US" altLang="zh-CN" sz="1200" baseline="30000">
                <a:solidFill>
                  <a:schemeClr val="tx1"/>
                </a:solidFill>
                <a:cs typeface="Calibri"/>
              </a:rPr>
              <a:t>th</a:t>
            </a:r>
            <a:r>
              <a:rPr lang="en-US" altLang="zh-CN" sz="1200">
                <a:solidFill>
                  <a:schemeClr val="tx1"/>
                </a:solidFill>
                <a:cs typeface="Calibri"/>
              </a:rPr>
              <a:t> APR, after online meeting with CDE. </a:t>
            </a:r>
          </a:p>
          <a:p>
            <a:pPr>
              <a:lnSpc>
                <a:spcPts val="1600"/>
              </a:lnSpc>
              <a:defRPr/>
            </a:pPr>
            <a:r>
              <a:rPr lang="en-US" altLang="zh-CN" sz="1200">
                <a:solidFill>
                  <a:schemeClr val="tx1"/>
                </a:solidFill>
                <a:cs typeface="Calibri"/>
              </a:rPr>
              <a:t>2) CTA submitted on 26</a:t>
            </a:r>
            <a:r>
              <a:rPr lang="en-US" altLang="zh-CN" sz="1200" baseline="30000">
                <a:solidFill>
                  <a:schemeClr val="tx1"/>
                </a:solidFill>
                <a:cs typeface="Calibri"/>
              </a:rPr>
              <a:t>th</a:t>
            </a:r>
            <a:r>
              <a:rPr lang="en-US" altLang="zh-CN" sz="1200">
                <a:solidFill>
                  <a:schemeClr val="tx1"/>
                </a:solidFill>
                <a:cs typeface="Calibri"/>
              </a:rPr>
              <a:t> APR </a:t>
            </a:r>
            <a:endParaRPr lang="en-US" altLang="zh-CN" sz="1200">
              <a:solidFill>
                <a:schemeClr val="bg2">
                  <a:lumMod val="90000"/>
                  <a:lumOff val="10000"/>
                </a:schemeClr>
              </a:solidFill>
              <a:cs typeface="Calibri"/>
            </a:endParaRPr>
          </a:p>
        </p:txBody>
      </p:sp>
      <p:pic>
        <p:nvPicPr>
          <p:cNvPr id="49" name="Picture 8" descr="Traffic light - Simple English Wikipedia, the free ...">
            <a:extLst>
              <a:ext uri="{FF2B5EF4-FFF2-40B4-BE49-F238E27FC236}">
                <a16:creationId xmlns:a16="http://schemas.microsoft.com/office/drawing/2014/main" id="{1F18ED54-4440-E9A3-7AD2-858F4C76FE5E}"/>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cxnSp>
        <p:nvCxnSpPr>
          <p:cNvPr id="174" name="Straight Connector 173">
            <a:extLst>
              <a:ext uri="{FF2B5EF4-FFF2-40B4-BE49-F238E27FC236}">
                <a16:creationId xmlns:a16="http://schemas.microsoft.com/office/drawing/2014/main" id="{9C165100-0114-4167-8FF0-BFF01B293D04}"/>
              </a:ext>
            </a:extLst>
          </p:cNvPr>
          <p:cNvCxnSpPr>
            <a:cxnSpLocks/>
          </p:cNvCxnSpPr>
          <p:nvPr/>
        </p:nvCxnSpPr>
        <p:spPr bwMode="auto">
          <a:xfrm flipH="1" flipV="1">
            <a:off x="5501714" y="2095570"/>
            <a:ext cx="9592" cy="4282821"/>
          </a:xfrm>
          <a:prstGeom prst="line">
            <a:avLst/>
          </a:prstGeom>
          <a:solidFill>
            <a:schemeClr val="accent1"/>
          </a:solidFill>
          <a:ln w="6350" cap="flat" cmpd="sng" algn="ctr">
            <a:solidFill>
              <a:schemeClr val="accent1"/>
            </a:solidFill>
            <a:prstDash val="dash"/>
            <a:round/>
            <a:headEnd type="none" w="med" len="med"/>
            <a:tailEnd type="none" w="med" len="med"/>
          </a:ln>
          <a:effectLst/>
        </p:spPr>
      </p:cxnSp>
      <p:sp>
        <p:nvSpPr>
          <p:cNvPr id="31" name="Arrow: Right 30">
            <a:extLst>
              <a:ext uri="{FF2B5EF4-FFF2-40B4-BE49-F238E27FC236}">
                <a16:creationId xmlns:a16="http://schemas.microsoft.com/office/drawing/2014/main" id="{C9A373A5-E192-9C22-F0DB-3D1C8FFA7CA0}"/>
              </a:ext>
            </a:extLst>
          </p:cNvPr>
          <p:cNvSpPr/>
          <p:nvPr/>
        </p:nvSpPr>
        <p:spPr bwMode="gray">
          <a:xfrm>
            <a:off x="5315739" y="2146034"/>
            <a:ext cx="182880" cy="182880"/>
          </a:xfrm>
          <a:prstGeom prst="rightArrow">
            <a:avLst>
              <a:gd name="adj1" fmla="val 63901"/>
              <a:gd name="adj2" fmla="val 50000"/>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Tree>
    <p:extLst>
      <p:ext uri="{BB962C8B-B14F-4D97-AF65-F5344CB8AC3E}">
        <p14:creationId xmlns:p14="http://schemas.microsoft.com/office/powerpoint/2010/main" val="204555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6690-E9D3-9785-FACF-3783404055F4}"/>
              </a:ext>
            </a:extLst>
          </p:cNvPr>
          <p:cNvSpPr>
            <a:spLocks noGrp="1"/>
          </p:cNvSpPr>
          <p:nvPr>
            <p:ph type="title"/>
          </p:nvPr>
        </p:nvSpPr>
        <p:spPr>
          <a:xfrm>
            <a:off x="335441" y="195770"/>
            <a:ext cx="11233151" cy="568966"/>
          </a:xfrm>
        </p:spPr>
        <p:txBody>
          <a:bodyPr/>
          <a:lstStyle/>
          <a:p>
            <a:r>
              <a:rPr lang="en-US"/>
              <a:t>RCC issue</a:t>
            </a:r>
          </a:p>
        </p:txBody>
      </p:sp>
      <p:sp>
        <p:nvSpPr>
          <p:cNvPr id="6" name="Slide Number Placeholder 5">
            <a:extLst>
              <a:ext uri="{FF2B5EF4-FFF2-40B4-BE49-F238E27FC236}">
                <a16:creationId xmlns:a16="http://schemas.microsoft.com/office/drawing/2014/main" id="{26859C5F-0772-76EA-EB0F-BD043813A0F6}"/>
              </a:ext>
            </a:extLst>
          </p:cNvPr>
          <p:cNvSpPr>
            <a:spLocks noGrp="1"/>
          </p:cNvSpPr>
          <p:nvPr>
            <p:ph type="sldNum" sz="quarter" idx="20"/>
          </p:nvPr>
        </p:nvSpPr>
        <p:spPr>
          <a:xfrm>
            <a:off x="11424592" y="5894779"/>
            <a:ext cx="288000" cy="288000"/>
          </a:xfrm>
        </p:spPr>
        <p:txBody>
          <a:bodyPr/>
          <a:lstStyle/>
          <a:p>
            <a:fld id="{DF4E8F9F-5B1F-4F5B-BE49-3245D8C18D9F}" type="slidenum">
              <a:rPr lang="en-US" smtClean="0"/>
              <a:pPr/>
              <a:t>36</a:t>
            </a:fld>
            <a:endParaRPr lang="en-US"/>
          </a:p>
        </p:txBody>
      </p:sp>
      <p:grpSp>
        <p:nvGrpSpPr>
          <p:cNvPr id="16" name="Group 15">
            <a:extLst>
              <a:ext uri="{FF2B5EF4-FFF2-40B4-BE49-F238E27FC236}">
                <a16:creationId xmlns:a16="http://schemas.microsoft.com/office/drawing/2014/main" id="{9774DE24-3657-1EA7-D3D8-9F03719E0CC7}"/>
              </a:ext>
            </a:extLst>
          </p:cNvPr>
          <p:cNvGrpSpPr/>
          <p:nvPr/>
        </p:nvGrpSpPr>
        <p:grpSpPr>
          <a:xfrm>
            <a:off x="391557" y="2168060"/>
            <a:ext cx="11540157" cy="395916"/>
            <a:chOff x="817453" y="3758161"/>
            <a:chExt cx="8920052" cy="395916"/>
          </a:xfrm>
        </p:grpSpPr>
        <p:sp>
          <p:nvSpPr>
            <p:cNvPr id="14" name="Pentagon 3">
              <a:extLst>
                <a:ext uri="{FF2B5EF4-FFF2-40B4-BE49-F238E27FC236}">
                  <a16:creationId xmlns:a16="http://schemas.microsoft.com/office/drawing/2014/main" id="{2B699218-1031-D900-84DE-4B261247B332}"/>
                </a:ext>
              </a:extLst>
            </p:cNvPr>
            <p:cNvSpPr/>
            <p:nvPr/>
          </p:nvSpPr>
          <p:spPr>
            <a:xfrm>
              <a:off x="7370043" y="3784745"/>
              <a:ext cx="2367462" cy="342748"/>
            </a:xfrm>
            <a:prstGeom prst="homePlate">
              <a:avLst>
                <a:gd name="adj" fmla="val 20000"/>
              </a:avLst>
            </a:prstGeom>
            <a:solidFill>
              <a:schemeClr val="accent2"/>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glow>
                    <a:scrgbClr r="0" g="0" b="0"/>
                  </a:glow>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862ABECB-F49E-BEF5-FD42-BAE0254F0E4E}"/>
                </a:ext>
              </a:extLst>
            </p:cNvPr>
            <p:cNvGrpSpPr/>
            <p:nvPr/>
          </p:nvGrpSpPr>
          <p:grpSpPr>
            <a:xfrm>
              <a:off x="817453" y="3784745"/>
              <a:ext cx="6726348" cy="369332"/>
              <a:chOff x="6903014" y="3719389"/>
              <a:chExt cx="5042132" cy="369332"/>
            </a:xfrm>
          </p:grpSpPr>
          <p:sp>
            <p:nvSpPr>
              <p:cNvPr id="8" name="Pentagon 3">
                <a:extLst>
                  <a:ext uri="{FF2B5EF4-FFF2-40B4-BE49-F238E27FC236}">
                    <a16:creationId xmlns:a16="http://schemas.microsoft.com/office/drawing/2014/main" id="{DE61F4D5-4280-8427-35A3-63F4EA375A38}"/>
                  </a:ext>
                </a:extLst>
              </p:cNvPr>
              <p:cNvSpPr/>
              <p:nvPr/>
            </p:nvSpPr>
            <p:spPr>
              <a:xfrm>
                <a:off x="10170475" y="3732681"/>
                <a:ext cx="1774671" cy="342748"/>
              </a:xfrm>
              <a:prstGeom prst="homePlate">
                <a:avLst>
                  <a:gd name="adj" fmla="val 20000"/>
                </a:avLst>
              </a:prstGeom>
              <a:solidFill>
                <a:schemeClr val="bg1">
                  <a:lumMod val="50000"/>
                </a:schemeClr>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glow>
                      <a:scrgbClr r="0" g="0" b="0"/>
                    </a:glow>
                  </a:effectLst>
                  <a:uLnTx/>
                  <a:uFillTx/>
                  <a:latin typeface="Calibri" panose="020F0502020204030204"/>
                  <a:ea typeface="+mn-ea"/>
                  <a:cs typeface="+mn-cs"/>
                </a:endParaRPr>
              </a:p>
            </p:txBody>
          </p:sp>
          <p:sp>
            <p:nvSpPr>
              <p:cNvPr id="9" name="Chevron 11">
                <a:extLst>
                  <a:ext uri="{FF2B5EF4-FFF2-40B4-BE49-F238E27FC236}">
                    <a16:creationId xmlns:a16="http://schemas.microsoft.com/office/drawing/2014/main" id="{BFCA0138-3246-5820-18E6-34F4180C5C70}"/>
                  </a:ext>
                </a:extLst>
              </p:cNvPr>
              <p:cNvSpPr/>
              <p:nvPr/>
            </p:nvSpPr>
            <p:spPr>
              <a:xfrm>
                <a:off x="6903014" y="3732681"/>
                <a:ext cx="1692000" cy="342748"/>
              </a:xfrm>
              <a:prstGeom prst="chevron">
                <a:avLst>
                  <a:gd name="adj" fmla="val 20000"/>
                </a:avLst>
              </a:prstGeom>
              <a:solidFill>
                <a:schemeClr val="accent5"/>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glow>
                      <a:scrgbClr r="0" g="0" b="0"/>
                    </a:glow>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45B6333-0C36-4031-A096-23E11B2E5E8D}"/>
                  </a:ext>
                </a:extLst>
              </p:cNvPr>
              <p:cNvSpPr txBox="1"/>
              <p:nvPr/>
            </p:nvSpPr>
            <p:spPr>
              <a:xfrm>
                <a:off x="7695951" y="3719389"/>
                <a:ext cx="17480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anose="020F0502020204030204"/>
                    <a:ea typeface="+mn-ea"/>
                    <a:cs typeface="+mn-cs"/>
                  </a:rPr>
                  <a:t>1</a:t>
                </a:r>
              </a:p>
            </p:txBody>
          </p:sp>
          <p:sp>
            <p:nvSpPr>
              <p:cNvPr id="11" name="Chevron 13">
                <a:extLst>
                  <a:ext uri="{FF2B5EF4-FFF2-40B4-BE49-F238E27FC236}">
                    <a16:creationId xmlns:a16="http://schemas.microsoft.com/office/drawing/2014/main" id="{3AA9C122-8A26-7100-7463-E46B34E1DD68}"/>
                  </a:ext>
                </a:extLst>
              </p:cNvPr>
              <p:cNvSpPr/>
              <p:nvPr/>
            </p:nvSpPr>
            <p:spPr>
              <a:xfrm>
                <a:off x="8530456" y="3732681"/>
                <a:ext cx="1692000" cy="342748"/>
              </a:xfrm>
              <a:prstGeom prst="chevron">
                <a:avLst>
                  <a:gd name="adj" fmla="val 20000"/>
                </a:avLst>
              </a:prstGeom>
              <a:solidFill>
                <a:srgbClr val="7030A0"/>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glow>
                      <a:scrgbClr r="0" g="0" b="0"/>
                    </a:glow>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9EF15B5-9527-542F-1FBD-BFDED75A5734}"/>
                  </a:ext>
                </a:extLst>
              </p:cNvPr>
              <p:cNvSpPr txBox="1"/>
              <p:nvPr/>
            </p:nvSpPr>
            <p:spPr>
              <a:xfrm>
                <a:off x="9359492" y="3719389"/>
                <a:ext cx="17480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anose="020F0502020204030204"/>
                    <a:ea typeface="+mn-ea"/>
                    <a:cs typeface="+mn-cs"/>
                  </a:rPr>
                  <a:t>2</a:t>
                </a:r>
              </a:p>
            </p:txBody>
          </p:sp>
          <p:sp>
            <p:nvSpPr>
              <p:cNvPr id="13" name="TextBox 12">
                <a:extLst>
                  <a:ext uri="{FF2B5EF4-FFF2-40B4-BE49-F238E27FC236}">
                    <a16:creationId xmlns:a16="http://schemas.microsoft.com/office/drawing/2014/main" id="{5ADDF970-17EE-5B6C-8752-051EFAA9AB0C}"/>
                  </a:ext>
                </a:extLst>
              </p:cNvPr>
              <p:cNvSpPr txBox="1"/>
              <p:nvPr/>
            </p:nvSpPr>
            <p:spPr>
              <a:xfrm>
                <a:off x="11070351" y="3719389"/>
                <a:ext cx="17480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anose="020F0502020204030204"/>
                    <a:ea typeface="+mn-ea"/>
                    <a:cs typeface="+mn-cs"/>
                  </a:rPr>
                  <a:t>3</a:t>
                </a:r>
              </a:p>
            </p:txBody>
          </p:sp>
        </p:grpSp>
        <p:sp>
          <p:nvSpPr>
            <p:cNvPr id="15" name="TextBox 14">
              <a:extLst>
                <a:ext uri="{FF2B5EF4-FFF2-40B4-BE49-F238E27FC236}">
                  <a16:creationId xmlns:a16="http://schemas.microsoft.com/office/drawing/2014/main" id="{479C7B92-3C2D-6231-3F84-7B190E8729C7}"/>
                </a:ext>
              </a:extLst>
            </p:cNvPr>
            <p:cNvSpPr txBox="1"/>
            <p:nvPr/>
          </p:nvSpPr>
          <p:spPr>
            <a:xfrm>
              <a:off x="8501702" y="3758161"/>
              <a:ext cx="23319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FFFFFF"/>
                  </a:solidFill>
                  <a:latin typeface="Calibri" panose="020F0502020204030204"/>
                </a:rPr>
                <a:t>4</a:t>
              </a:r>
              <a:endParaRPr kumimoji="0" lang="en-US" sz="1800" b="1"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9" name="Rectangle 18">
            <a:extLst>
              <a:ext uri="{FF2B5EF4-FFF2-40B4-BE49-F238E27FC236}">
                <a16:creationId xmlns:a16="http://schemas.microsoft.com/office/drawing/2014/main" id="{E3F1B59A-D05B-7270-019C-10E20317AB3F}"/>
              </a:ext>
            </a:extLst>
          </p:cNvPr>
          <p:cNvSpPr/>
          <p:nvPr/>
        </p:nvSpPr>
        <p:spPr>
          <a:xfrm>
            <a:off x="159157" y="735842"/>
            <a:ext cx="2701381" cy="461665"/>
          </a:xfrm>
          <a:prstGeom prst="rect">
            <a:avLst/>
          </a:prstGeom>
          <a:noFill/>
        </p:spPr>
        <p:txBody>
          <a:bodyPr wrap="none">
            <a:spAutoFit/>
          </a:bodyPr>
          <a:lstStyle/>
          <a:p>
            <a:r>
              <a:rPr lang="en-US" sz="2400" b="1" kern="0">
                <a:solidFill>
                  <a:srgbClr val="4B53BC"/>
                </a:solidFill>
                <a:effectLst>
                  <a:outerShdw blurRad="38100" dist="38100" dir="2700000" algn="tl">
                    <a:srgbClr val="000000">
                      <a:alpha val="43137"/>
                    </a:srgbClr>
                  </a:outerShdw>
                </a:effectLst>
              </a:rPr>
              <a:t>Oxford feedback</a:t>
            </a:r>
            <a:endParaRPr lang="en-US" b="1" kern="0">
              <a:solidFill>
                <a:srgbClr val="4B53BC"/>
              </a:solidFill>
              <a:effectLst>
                <a:outerShdw blurRad="38100" dist="38100" dir="2700000" algn="tl">
                  <a:srgbClr val="000000">
                    <a:alpha val="43137"/>
                  </a:srgbClr>
                </a:outerShdw>
              </a:effectLst>
            </a:endParaRPr>
          </a:p>
        </p:txBody>
      </p:sp>
      <p:sp>
        <p:nvSpPr>
          <p:cNvPr id="20" name="Rectangle 19">
            <a:extLst>
              <a:ext uri="{FF2B5EF4-FFF2-40B4-BE49-F238E27FC236}">
                <a16:creationId xmlns:a16="http://schemas.microsoft.com/office/drawing/2014/main" id="{D5B87603-1D2E-409B-D31B-0ED58D96486C}"/>
              </a:ext>
            </a:extLst>
          </p:cNvPr>
          <p:cNvSpPr/>
          <p:nvPr/>
        </p:nvSpPr>
        <p:spPr>
          <a:xfrm>
            <a:off x="159157" y="5600722"/>
            <a:ext cx="2958516" cy="461665"/>
          </a:xfrm>
          <a:prstGeom prst="rect">
            <a:avLst/>
          </a:prstGeom>
          <a:noFill/>
        </p:spPr>
        <p:txBody>
          <a:bodyPr wrap="square">
            <a:spAutoFit/>
          </a:bodyPr>
          <a:lstStyle/>
          <a:p>
            <a:r>
              <a:rPr lang="en-US" sz="2400" b="1" kern="0">
                <a:solidFill>
                  <a:srgbClr val="7030A0"/>
                </a:solidFill>
                <a:effectLst>
                  <a:outerShdw blurRad="38100" dist="38100" dir="2700000" algn="tl">
                    <a:srgbClr val="000000">
                      <a:alpha val="43137"/>
                    </a:srgbClr>
                  </a:outerShdw>
                </a:effectLst>
              </a:rPr>
              <a:t>Local suggestion</a:t>
            </a:r>
            <a:endParaRPr lang="en-US" sz="1400"/>
          </a:p>
        </p:txBody>
      </p:sp>
      <p:sp>
        <p:nvSpPr>
          <p:cNvPr id="21" name="TextBox 20">
            <a:extLst>
              <a:ext uri="{FF2B5EF4-FFF2-40B4-BE49-F238E27FC236}">
                <a16:creationId xmlns:a16="http://schemas.microsoft.com/office/drawing/2014/main" id="{1967F6F3-F122-037F-44DA-54B18FB42432}"/>
              </a:ext>
            </a:extLst>
          </p:cNvPr>
          <p:cNvSpPr txBox="1"/>
          <p:nvPr/>
        </p:nvSpPr>
        <p:spPr bwMode="gray">
          <a:xfrm>
            <a:off x="138004" y="1296767"/>
            <a:ext cx="2958516" cy="738664"/>
          </a:xfrm>
          <a:prstGeom prst="rect">
            <a:avLst/>
          </a:prstGeom>
          <a:noFill/>
          <a:ln w="28575">
            <a:solidFill>
              <a:schemeClr val="accent5"/>
            </a:solidFill>
          </a:ln>
        </p:spPr>
        <p:txBody>
          <a:bodyPr wrap="square" lIns="0" tIns="0" rIns="0" bIns="0" rtlCol="0">
            <a:spAutoFit/>
          </a:bodyPr>
          <a:lstStyle/>
          <a:p>
            <a:pPr marL="285750" indent="-285750" algn="l">
              <a:spcBef>
                <a:spcPts val="600"/>
              </a:spcBef>
              <a:spcAft>
                <a:spcPts val="600"/>
              </a:spcAft>
              <a:buFont typeface="Arial" panose="020B0604020202020204" pitchFamily="34" charset="0"/>
              <a:buChar char="•"/>
            </a:pPr>
            <a:r>
              <a:rPr lang="en-US" sz="1600"/>
              <a:t>Prof. Li Jing from </a:t>
            </a:r>
            <a:r>
              <a:rPr lang="en-US" sz="1600" err="1"/>
              <a:t>Fuwai</a:t>
            </a:r>
            <a:r>
              <a:rPr lang="en-US" sz="1600"/>
              <a:t> Hospital would be the RCC in China</a:t>
            </a:r>
            <a:endParaRPr lang="en-GB" sz="1600"/>
          </a:p>
        </p:txBody>
      </p:sp>
      <p:sp>
        <p:nvSpPr>
          <p:cNvPr id="22" name="TextBox 21">
            <a:extLst>
              <a:ext uri="{FF2B5EF4-FFF2-40B4-BE49-F238E27FC236}">
                <a16:creationId xmlns:a16="http://schemas.microsoft.com/office/drawing/2014/main" id="{0086E83E-E525-727D-CE2C-A0469ABF0815}"/>
              </a:ext>
            </a:extLst>
          </p:cNvPr>
          <p:cNvSpPr txBox="1"/>
          <p:nvPr/>
        </p:nvSpPr>
        <p:spPr bwMode="gray">
          <a:xfrm>
            <a:off x="108407" y="4166093"/>
            <a:ext cx="2952750" cy="738664"/>
          </a:xfrm>
          <a:prstGeom prst="rect">
            <a:avLst/>
          </a:prstGeom>
          <a:noFill/>
          <a:ln w="28575">
            <a:solidFill>
              <a:schemeClr val="accent5"/>
            </a:solidFill>
          </a:ln>
        </p:spPr>
        <p:txBody>
          <a:bodyPr wrap="square" lIns="0" tIns="0" rIns="0" bIns="0" rtlCol="0">
            <a:spAutoFit/>
          </a:bodyPr>
          <a:lstStyle>
            <a:defPPr>
              <a:defRPr lang="en-US"/>
            </a:defPPr>
            <a:lvl1pPr marL="285750" indent="-285750">
              <a:buFont typeface="Arial" panose="020B0604020202020204" pitchFamily="34" charset="0"/>
              <a:buChar char="•"/>
              <a:defRPr sz="1600"/>
            </a:lvl1pPr>
          </a:lstStyle>
          <a:p>
            <a:pPr marL="0" indent="0">
              <a:buNone/>
            </a:pPr>
            <a:r>
              <a:rPr lang="en-US"/>
              <a:t>Suggested to replace/Co-RCC with </a:t>
            </a:r>
            <a:r>
              <a:rPr lang="en-US" err="1"/>
              <a:t>Prof.Liu</a:t>
            </a:r>
            <a:r>
              <a:rPr lang="en-US"/>
              <a:t> </a:t>
            </a:r>
            <a:r>
              <a:rPr lang="en-US" err="1"/>
              <a:t>Zhihong</a:t>
            </a:r>
            <a:r>
              <a:rPr lang="en-US"/>
              <a:t>, similar as </a:t>
            </a:r>
            <a:r>
              <a:rPr lang="en-US" err="1"/>
              <a:t>Empa</a:t>
            </a:r>
            <a:r>
              <a:rPr lang="en-US"/>
              <a:t>-kidney </a:t>
            </a:r>
            <a:endParaRPr lang="en-GB"/>
          </a:p>
        </p:txBody>
      </p:sp>
      <p:sp>
        <p:nvSpPr>
          <p:cNvPr id="24" name="TextBox 23">
            <a:extLst>
              <a:ext uri="{FF2B5EF4-FFF2-40B4-BE49-F238E27FC236}">
                <a16:creationId xmlns:a16="http://schemas.microsoft.com/office/drawing/2014/main" id="{BBAB53D4-B316-449B-D59F-657EB75B875C}"/>
              </a:ext>
            </a:extLst>
          </p:cNvPr>
          <p:cNvSpPr txBox="1"/>
          <p:nvPr/>
        </p:nvSpPr>
        <p:spPr bwMode="gray">
          <a:xfrm>
            <a:off x="152400" y="2673559"/>
            <a:ext cx="5921264" cy="1165384"/>
          </a:xfrm>
          <a:custGeom>
            <a:avLst/>
            <a:gdLst>
              <a:gd name="connsiteX0" fmla="*/ 0 w 5921264"/>
              <a:gd name="connsiteY0" fmla="*/ 0 h 1165384"/>
              <a:gd name="connsiteX1" fmla="*/ 710552 w 5921264"/>
              <a:gd name="connsiteY1" fmla="*/ 0 h 1165384"/>
              <a:gd name="connsiteX2" fmla="*/ 1302678 w 5921264"/>
              <a:gd name="connsiteY2" fmla="*/ 0 h 1165384"/>
              <a:gd name="connsiteX3" fmla="*/ 1835592 w 5921264"/>
              <a:gd name="connsiteY3" fmla="*/ 0 h 1165384"/>
              <a:gd name="connsiteX4" fmla="*/ 2427718 w 5921264"/>
              <a:gd name="connsiteY4" fmla="*/ 0 h 1165384"/>
              <a:gd name="connsiteX5" fmla="*/ 2960632 w 5921264"/>
              <a:gd name="connsiteY5" fmla="*/ 0 h 1165384"/>
              <a:gd name="connsiteX6" fmla="*/ 3375120 w 5921264"/>
              <a:gd name="connsiteY6" fmla="*/ 0 h 1165384"/>
              <a:gd name="connsiteX7" fmla="*/ 4085672 w 5921264"/>
              <a:gd name="connsiteY7" fmla="*/ 0 h 1165384"/>
              <a:gd name="connsiteX8" fmla="*/ 4559373 w 5921264"/>
              <a:gd name="connsiteY8" fmla="*/ 0 h 1165384"/>
              <a:gd name="connsiteX9" fmla="*/ 5033074 w 5921264"/>
              <a:gd name="connsiteY9" fmla="*/ 0 h 1165384"/>
              <a:gd name="connsiteX10" fmla="*/ 5921264 w 5921264"/>
              <a:gd name="connsiteY10" fmla="*/ 0 h 1165384"/>
              <a:gd name="connsiteX11" fmla="*/ 5921264 w 5921264"/>
              <a:gd name="connsiteY11" fmla="*/ 547730 h 1165384"/>
              <a:gd name="connsiteX12" fmla="*/ 5921264 w 5921264"/>
              <a:gd name="connsiteY12" fmla="*/ 1165384 h 1165384"/>
              <a:gd name="connsiteX13" fmla="*/ 5388350 w 5921264"/>
              <a:gd name="connsiteY13" fmla="*/ 1165384 h 1165384"/>
              <a:gd name="connsiteX14" fmla="*/ 4914649 w 5921264"/>
              <a:gd name="connsiteY14" fmla="*/ 1165384 h 1165384"/>
              <a:gd name="connsiteX15" fmla="*/ 4322523 w 5921264"/>
              <a:gd name="connsiteY15" fmla="*/ 1165384 h 1165384"/>
              <a:gd name="connsiteX16" fmla="*/ 3789609 w 5921264"/>
              <a:gd name="connsiteY16" fmla="*/ 1165384 h 1165384"/>
              <a:gd name="connsiteX17" fmla="*/ 3375120 w 5921264"/>
              <a:gd name="connsiteY17" fmla="*/ 1165384 h 1165384"/>
              <a:gd name="connsiteX18" fmla="*/ 2782994 w 5921264"/>
              <a:gd name="connsiteY18" fmla="*/ 1165384 h 1165384"/>
              <a:gd name="connsiteX19" fmla="*/ 2131655 w 5921264"/>
              <a:gd name="connsiteY19" fmla="*/ 1165384 h 1165384"/>
              <a:gd name="connsiteX20" fmla="*/ 1657954 w 5921264"/>
              <a:gd name="connsiteY20" fmla="*/ 1165384 h 1165384"/>
              <a:gd name="connsiteX21" fmla="*/ 1065828 w 5921264"/>
              <a:gd name="connsiteY21" fmla="*/ 1165384 h 1165384"/>
              <a:gd name="connsiteX22" fmla="*/ 0 w 5921264"/>
              <a:gd name="connsiteY22" fmla="*/ 1165384 h 1165384"/>
              <a:gd name="connsiteX23" fmla="*/ 0 w 5921264"/>
              <a:gd name="connsiteY23" fmla="*/ 559384 h 1165384"/>
              <a:gd name="connsiteX24" fmla="*/ 0 w 5921264"/>
              <a:gd name="connsiteY24" fmla="*/ 0 h 1165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21264" h="1165384" extrusionOk="0">
                <a:moveTo>
                  <a:pt x="0" y="0"/>
                </a:moveTo>
                <a:cubicBezTo>
                  <a:pt x="312841" y="-2988"/>
                  <a:pt x="513596" y="9971"/>
                  <a:pt x="710552" y="0"/>
                </a:cubicBezTo>
                <a:cubicBezTo>
                  <a:pt x="907508" y="-9971"/>
                  <a:pt x="1098489" y="26815"/>
                  <a:pt x="1302678" y="0"/>
                </a:cubicBezTo>
                <a:cubicBezTo>
                  <a:pt x="1506867" y="-26815"/>
                  <a:pt x="1675427" y="38860"/>
                  <a:pt x="1835592" y="0"/>
                </a:cubicBezTo>
                <a:cubicBezTo>
                  <a:pt x="1995757" y="-38860"/>
                  <a:pt x="2293494" y="50730"/>
                  <a:pt x="2427718" y="0"/>
                </a:cubicBezTo>
                <a:cubicBezTo>
                  <a:pt x="2561942" y="-50730"/>
                  <a:pt x="2778703" y="13857"/>
                  <a:pt x="2960632" y="0"/>
                </a:cubicBezTo>
                <a:cubicBezTo>
                  <a:pt x="3142561" y="-13857"/>
                  <a:pt x="3274235" y="12664"/>
                  <a:pt x="3375120" y="0"/>
                </a:cubicBezTo>
                <a:cubicBezTo>
                  <a:pt x="3476005" y="-12664"/>
                  <a:pt x="3739273" y="33234"/>
                  <a:pt x="4085672" y="0"/>
                </a:cubicBezTo>
                <a:cubicBezTo>
                  <a:pt x="4432071" y="-33234"/>
                  <a:pt x="4324230" y="15305"/>
                  <a:pt x="4559373" y="0"/>
                </a:cubicBezTo>
                <a:cubicBezTo>
                  <a:pt x="4794516" y="-15305"/>
                  <a:pt x="4864320" y="14704"/>
                  <a:pt x="5033074" y="0"/>
                </a:cubicBezTo>
                <a:cubicBezTo>
                  <a:pt x="5201828" y="-14704"/>
                  <a:pt x="5536165" y="57465"/>
                  <a:pt x="5921264" y="0"/>
                </a:cubicBezTo>
                <a:cubicBezTo>
                  <a:pt x="5982455" y="240713"/>
                  <a:pt x="5916475" y="352899"/>
                  <a:pt x="5921264" y="547730"/>
                </a:cubicBezTo>
                <a:cubicBezTo>
                  <a:pt x="5926053" y="742561"/>
                  <a:pt x="5905585" y="984472"/>
                  <a:pt x="5921264" y="1165384"/>
                </a:cubicBezTo>
                <a:cubicBezTo>
                  <a:pt x="5689593" y="1191782"/>
                  <a:pt x="5510079" y="1127716"/>
                  <a:pt x="5388350" y="1165384"/>
                </a:cubicBezTo>
                <a:cubicBezTo>
                  <a:pt x="5266621" y="1203052"/>
                  <a:pt x="5145301" y="1163079"/>
                  <a:pt x="4914649" y="1165384"/>
                </a:cubicBezTo>
                <a:cubicBezTo>
                  <a:pt x="4683997" y="1167689"/>
                  <a:pt x="4580988" y="1124212"/>
                  <a:pt x="4322523" y="1165384"/>
                </a:cubicBezTo>
                <a:cubicBezTo>
                  <a:pt x="4064058" y="1206556"/>
                  <a:pt x="4052052" y="1121096"/>
                  <a:pt x="3789609" y="1165384"/>
                </a:cubicBezTo>
                <a:cubicBezTo>
                  <a:pt x="3527166" y="1209672"/>
                  <a:pt x="3575222" y="1141109"/>
                  <a:pt x="3375120" y="1165384"/>
                </a:cubicBezTo>
                <a:cubicBezTo>
                  <a:pt x="3175018" y="1189659"/>
                  <a:pt x="3055234" y="1128687"/>
                  <a:pt x="2782994" y="1165384"/>
                </a:cubicBezTo>
                <a:cubicBezTo>
                  <a:pt x="2510754" y="1202081"/>
                  <a:pt x="2439813" y="1098254"/>
                  <a:pt x="2131655" y="1165384"/>
                </a:cubicBezTo>
                <a:cubicBezTo>
                  <a:pt x="1823497" y="1232514"/>
                  <a:pt x="1822513" y="1141035"/>
                  <a:pt x="1657954" y="1165384"/>
                </a:cubicBezTo>
                <a:cubicBezTo>
                  <a:pt x="1493395" y="1189733"/>
                  <a:pt x="1200562" y="1144263"/>
                  <a:pt x="1065828" y="1165384"/>
                </a:cubicBezTo>
                <a:cubicBezTo>
                  <a:pt x="931094" y="1186505"/>
                  <a:pt x="405492" y="1107023"/>
                  <a:pt x="0" y="1165384"/>
                </a:cubicBezTo>
                <a:cubicBezTo>
                  <a:pt x="-33934" y="884676"/>
                  <a:pt x="22836" y="741551"/>
                  <a:pt x="0" y="559384"/>
                </a:cubicBezTo>
                <a:cubicBezTo>
                  <a:pt x="-22836" y="377217"/>
                  <a:pt x="23533" y="181356"/>
                  <a:pt x="0" y="0"/>
                </a:cubicBezTo>
                <a:close/>
              </a:path>
            </a:pathLst>
          </a:custGeom>
          <a:noFill/>
          <a:ln>
            <a:solidFill>
              <a:schemeClr val="tx1"/>
            </a:solidFill>
            <a:extLst>
              <a:ext uri="{C807C97D-BFC1-408E-A445-0C87EB9F89A2}">
                <ask:lineSketchStyleProps xmlns:ask="http://schemas.microsoft.com/office/drawing/2018/sketchyshapes" sd="3507143784">
                  <a:prstGeom prst="rect">
                    <a:avLst/>
                  </a:prstGeom>
                  <ask:type>
                    <ask:lineSketchScribble/>
                  </ask:type>
                </ask:lineSketchStyleProps>
              </a:ext>
            </a:extLst>
          </a:ln>
        </p:spPr>
        <p:txBody>
          <a:bodyPr wrap="square">
            <a:spAutoFit/>
          </a:bodyPr>
          <a:lstStyle/>
          <a:p>
            <a:pPr marL="171450" indent="-171450">
              <a:lnSpc>
                <a:spcPct val="150000"/>
              </a:lnSpc>
              <a:buFont typeface="Arial" panose="020B0604020202020204" pitchFamily="34" charset="0"/>
              <a:buChar char="•"/>
            </a:pPr>
            <a:r>
              <a:rPr lang="en-GB" sz="1600"/>
              <a:t>Prof. Li is a cardiologist rather than nephrologist</a:t>
            </a:r>
          </a:p>
          <a:p>
            <a:pPr marL="171450" indent="-171450">
              <a:lnSpc>
                <a:spcPct val="150000"/>
              </a:lnSpc>
              <a:buFont typeface="Arial" panose="020B0604020202020204" pitchFamily="34" charset="0"/>
              <a:buChar char="•"/>
            </a:pPr>
            <a:r>
              <a:rPr lang="en-GB" sz="1600" err="1"/>
              <a:t>Fuwai’s</a:t>
            </a:r>
            <a:r>
              <a:rPr lang="en-GB" sz="1600"/>
              <a:t> previous performance on EMPA-KIDNEY was poor </a:t>
            </a:r>
            <a:r>
              <a:rPr lang="en-US" sz="1600"/>
              <a:t>(</a:t>
            </a:r>
            <a:r>
              <a:rPr lang="en-US" sz="1600">
                <a:solidFill>
                  <a:srgbClr val="7030A0"/>
                </a:solidFill>
              </a:rPr>
              <a:t>less than 3%(27/986) of Chinese population</a:t>
            </a:r>
            <a:r>
              <a:rPr lang="en-US" sz="1600"/>
              <a:t>)</a:t>
            </a:r>
            <a:endParaRPr lang="en-GB" sz="1600"/>
          </a:p>
        </p:txBody>
      </p:sp>
      <p:sp>
        <p:nvSpPr>
          <p:cNvPr id="25" name="TextBox 24">
            <a:extLst>
              <a:ext uri="{FF2B5EF4-FFF2-40B4-BE49-F238E27FC236}">
                <a16:creationId xmlns:a16="http://schemas.microsoft.com/office/drawing/2014/main" id="{4E3CB4C4-967B-CC6E-1816-C816AB63F90A}"/>
              </a:ext>
            </a:extLst>
          </p:cNvPr>
          <p:cNvSpPr txBox="1"/>
          <p:nvPr/>
        </p:nvSpPr>
        <p:spPr bwMode="gray">
          <a:xfrm>
            <a:off x="3275399" y="931907"/>
            <a:ext cx="2958516" cy="738664"/>
          </a:xfrm>
          <a:prstGeom prst="rect">
            <a:avLst/>
          </a:prstGeom>
          <a:noFill/>
          <a:ln w="28575">
            <a:solidFill>
              <a:srgbClr val="7030A0"/>
            </a:solidFill>
          </a:ln>
        </p:spPr>
        <p:txBody>
          <a:bodyPr wrap="square" lIns="0" tIns="0" rIns="0" bIns="0" rtlCol="0">
            <a:spAutoFit/>
          </a:bodyPr>
          <a:lstStyle/>
          <a:p>
            <a:pPr marL="285750" indent="-285750" algn="l">
              <a:buFont typeface="Arial" panose="020B0604020202020204" pitchFamily="34" charset="0"/>
              <a:buChar char="•"/>
            </a:pPr>
            <a:r>
              <a:rPr lang="en-US" sz="1600" err="1"/>
              <a:t>Prof.Liu</a:t>
            </a:r>
            <a:r>
              <a:rPr lang="en-US" sz="1600"/>
              <a:t> reject this trial, and </a:t>
            </a:r>
            <a:r>
              <a:rPr lang="en-US" sz="1600" err="1"/>
              <a:t>Fuwai</a:t>
            </a:r>
            <a:r>
              <a:rPr lang="en-US" sz="1600"/>
              <a:t> would be the only RCC</a:t>
            </a:r>
            <a:endParaRPr lang="en-GB" sz="1600"/>
          </a:p>
        </p:txBody>
      </p:sp>
      <p:sp>
        <p:nvSpPr>
          <p:cNvPr id="26" name="TextBox 25">
            <a:extLst>
              <a:ext uri="{FF2B5EF4-FFF2-40B4-BE49-F238E27FC236}">
                <a16:creationId xmlns:a16="http://schemas.microsoft.com/office/drawing/2014/main" id="{0CF95470-DB35-657F-A010-90D59E468930}"/>
              </a:ext>
            </a:extLst>
          </p:cNvPr>
          <p:cNvSpPr txBox="1"/>
          <p:nvPr/>
        </p:nvSpPr>
        <p:spPr bwMode="gray">
          <a:xfrm>
            <a:off x="3155831" y="4296115"/>
            <a:ext cx="4540369" cy="2550378"/>
          </a:xfrm>
          <a:prstGeom prst="rect">
            <a:avLst/>
          </a:prstGeom>
          <a:noFill/>
          <a:ln w="28575">
            <a:solidFill>
              <a:srgbClr val="7030A0"/>
            </a:solidFill>
          </a:ln>
        </p:spPr>
        <p:txBody>
          <a:bodyPr wrap="square" lIns="0" tIns="0" rIns="0" bIns="0" rtlCol="0">
            <a:spAutoFit/>
          </a:bodyPr>
          <a:lstStyle/>
          <a:p>
            <a:pPr>
              <a:lnSpc>
                <a:spcPct val="150000"/>
              </a:lnSpc>
            </a:pPr>
            <a:r>
              <a:rPr lang="en-GB" sz="1600"/>
              <a:t>Consider to replace / Co-RCC with below local top nephrologist</a:t>
            </a:r>
          </a:p>
          <a:p>
            <a:pPr marL="171450" indent="-171450">
              <a:lnSpc>
                <a:spcPct val="150000"/>
              </a:lnSpc>
              <a:buFont typeface="Arial" panose="020B0604020202020204" pitchFamily="34" charset="0"/>
              <a:buChar char="•"/>
            </a:pPr>
            <a:r>
              <a:rPr lang="en-GB" sz="1600"/>
              <a:t>Guangdong General hospital, Prof YU </a:t>
            </a:r>
            <a:r>
              <a:rPr lang="en-GB" sz="1600" err="1"/>
              <a:t>Xueqing</a:t>
            </a:r>
            <a:endParaRPr lang="en-GB" sz="1600"/>
          </a:p>
          <a:p>
            <a:pPr marL="171450" indent="-171450">
              <a:lnSpc>
                <a:spcPct val="150000"/>
              </a:lnSpc>
              <a:buFont typeface="Arial" panose="020B0604020202020204" pitchFamily="34" charset="0"/>
              <a:buChar char="•"/>
            </a:pPr>
            <a:r>
              <a:rPr lang="en-GB" sz="1600"/>
              <a:t>Shanghai Zhongshan Hospital, Prof DING </a:t>
            </a:r>
            <a:r>
              <a:rPr lang="en-GB" sz="1600" err="1"/>
              <a:t>Xiaoqiang</a:t>
            </a:r>
            <a:r>
              <a:rPr lang="en-GB" sz="1600"/>
              <a:t> </a:t>
            </a:r>
          </a:p>
          <a:p>
            <a:pPr marL="171450" indent="-171450">
              <a:lnSpc>
                <a:spcPct val="150000"/>
              </a:lnSpc>
              <a:buFont typeface="Arial" panose="020B0604020202020204" pitchFamily="34" charset="0"/>
              <a:buChar char="•"/>
            </a:pPr>
            <a:r>
              <a:rPr lang="en-GB" sz="1600"/>
              <a:t>Peking University First Hospital, Prof. ZHAO </a:t>
            </a:r>
            <a:r>
              <a:rPr lang="en-GB" sz="1600" err="1"/>
              <a:t>Minghui</a:t>
            </a:r>
            <a:endParaRPr lang="en-GB" sz="1600"/>
          </a:p>
        </p:txBody>
      </p:sp>
      <p:sp>
        <p:nvSpPr>
          <p:cNvPr id="27" name="TextBox 26">
            <a:extLst>
              <a:ext uri="{FF2B5EF4-FFF2-40B4-BE49-F238E27FC236}">
                <a16:creationId xmlns:a16="http://schemas.microsoft.com/office/drawing/2014/main" id="{ADCD451C-AB0B-EBA1-76F9-05CBD6B5C233}"/>
              </a:ext>
            </a:extLst>
          </p:cNvPr>
          <p:cNvSpPr txBox="1"/>
          <p:nvPr/>
        </p:nvSpPr>
        <p:spPr bwMode="gray">
          <a:xfrm>
            <a:off x="6412794" y="141529"/>
            <a:ext cx="4214969" cy="1838965"/>
          </a:xfrm>
          <a:prstGeom prst="rect">
            <a:avLst/>
          </a:prstGeom>
          <a:noFill/>
          <a:ln w="28575">
            <a:solidFill>
              <a:schemeClr val="bg1">
                <a:lumMod val="50000"/>
              </a:schemeClr>
            </a:solidFill>
          </a:ln>
        </p:spPr>
        <p:txBody>
          <a:bodyPr wrap="square" lIns="0" tIns="0" rIns="0" bIns="0" rtlCol="0">
            <a:spAutoFit/>
          </a:bodyPr>
          <a:lstStyle/>
          <a:p>
            <a:pPr marL="342900" indent="-342900" algn="l">
              <a:spcAft>
                <a:spcPts val="300"/>
              </a:spcAft>
              <a:buFont typeface="+mj-lt"/>
              <a:buAutoNum type="arabicPeriod"/>
            </a:pPr>
            <a:r>
              <a:rPr lang="en-US" sz="1600" err="1"/>
              <a:t>Fuwai</a:t>
            </a:r>
            <a:r>
              <a:rPr lang="en-US" sz="1600"/>
              <a:t> are operational leadership</a:t>
            </a:r>
          </a:p>
          <a:p>
            <a:pPr marL="342900" indent="-342900" algn="l">
              <a:spcAft>
                <a:spcPts val="300"/>
              </a:spcAft>
              <a:buFont typeface="+mj-lt"/>
              <a:buAutoNum type="arabicPeriod"/>
            </a:pPr>
            <a:r>
              <a:rPr lang="en-US" sz="1600"/>
              <a:t>No </a:t>
            </a:r>
            <a:r>
              <a:rPr lang="en-US" altLang="zh-CN" sz="1600"/>
              <a:t>Co-</a:t>
            </a:r>
            <a:r>
              <a:rPr lang="en-US" sz="1600"/>
              <a:t>RCC structure in China </a:t>
            </a:r>
          </a:p>
          <a:p>
            <a:pPr marL="342900" indent="-342900" algn="l">
              <a:spcAft>
                <a:spcPts val="300"/>
              </a:spcAft>
              <a:buFont typeface="+mj-lt"/>
              <a:buAutoNum type="arabicPeriod"/>
            </a:pPr>
            <a:r>
              <a:rPr lang="en-US" sz="1600"/>
              <a:t>Have a </a:t>
            </a:r>
            <a:r>
              <a:rPr lang="en-US" sz="1600" err="1"/>
              <a:t>Fuwai</a:t>
            </a:r>
            <a:r>
              <a:rPr lang="en-US" sz="1600"/>
              <a:t>-based senior nephrologist join the CCO </a:t>
            </a:r>
          </a:p>
          <a:p>
            <a:pPr marL="342900" indent="-342900" algn="l">
              <a:spcAft>
                <a:spcPts val="300"/>
              </a:spcAft>
              <a:buFont typeface="+mj-lt"/>
              <a:buAutoNum type="arabicPeriod"/>
            </a:pPr>
            <a:r>
              <a:rPr lang="en-US" sz="1600"/>
              <a:t>Develop an Oxford-run </a:t>
            </a:r>
            <a:r>
              <a:rPr lang="en-US" sz="1600" err="1"/>
              <a:t>EASi</a:t>
            </a:r>
            <a:r>
              <a:rPr lang="en-US" sz="1600"/>
              <a:t>-KIDNEY “Senior Investigator Advisory Group” in China, to include proposed investigators </a:t>
            </a:r>
            <a:endParaRPr lang="en-GB" sz="1600"/>
          </a:p>
        </p:txBody>
      </p:sp>
      <p:sp>
        <p:nvSpPr>
          <p:cNvPr id="28" name="TextBox 27">
            <a:extLst>
              <a:ext uri="{FF2B5EF4-FFF2-40B4-BE49-F238E27FC236}">
                <a16:creationId xmlns:a16="http://schemas.microsoft.com/office/drawing/2014/main" id="{4A61763D-75F8-2618-90AC-F1B6A3A3F20E}"/>
              </a:ext>
            </a:extLst>
          </p:cNvPr>
          <p:cNvSpPr txBox="1"/>
          <p:nvPr/>
        </p:nvSpPr>
        <p:spPr bwMode="gray">
          <a:xfrm>
            <a:off x="6332769" y="2685432"/>
            <a:ext cx="5661136" cy="1534716"/>
          </a:xfrm>
          <a:custGeom>
            <a:avLst/>
            <a:gdLst>
              <a:gd name="connsiteX0" fmla="*/ 0 w 5661136"/>
              <a:gd name="connsiteY0" fmla="*/ 0 h 1534716"/>
              <a:gd name="connsiteX1" fmla="*/ 452891 w 5661136"/>
              <a:gd name="connsiteY1" fmla="*/ 0 h 1534716"/>
              <a:gd name="connsiteX2" fmla="*/ 962393 w 5661136"/>
              <a:gd name="connsiteY2" fmla="*/ 0 h 1534716"/>
              <a:gd name="connsiteX3" fmla="*/ 1585118 w 5661136"/>
              <a:gd name="connsiteY3" fmla="*/ 0 h 1534716"/>
              <a:gd name="connsiteX4" fmla="*/ 2264454 w 5661136"/>
              <a:gd name="connsiteY4" fmla="*/ 0 h 1534716"/>
              <a:gd name="connsiteX5" fmla="*/ 2943791 w 5661136"/>
              <a:gd name="connsiteY5" fmla="*/ 0 h 1534716"/>
              <a:gd name="connsiteX6" fmla="*/ 3566516 w 5661136"/>
              <a:gd name="connsiteY6" fmla="*/ 0 h 1534716"/>
              <a:gd name="connsiteX7" fmla="*/ 4132629 w 5661136"/>
              <a:gd name="connsiteY7" fmla="*/ 0 h 1534716"/>
              <a:gd name="connsiteX8" fmla="*/ 4811966 w 5661136"/>
              <a:gd name="connsiteY8" fmla="*/ 0 h 1534716"/>
              <a:gd name="connsiteX9" fmla="*/ 5661136 w 5661136"/>
              <a:gd name="connsiteY9" fmla="*/ 0 h 1534716"/>
              <a:gd name="connsiteX10" fmla="*/ 5661136 w 5661136"/>
              <a:gd name="connsiteY10" fmla="*/ 496225 h 1534716"/>
              <a:gd name="connsiteX11" fmla="*/ 5661136 w 5661136"/>
              <a:gd name="connsiteY11" fmla="*/ 992450 h 1534716"/>
              <a:gd name="connsiteX12" fmla="*/ 5661136 w 5661136"/>
              <a:gd name="connsiteY12" fmla="*/ 1534716 h 1534716"/>
              <a:gd name="connsiteX13" fmla="*/ 5151634 w 5661136"/>
              <a:gd name="connsiteY13" fmla="*/ 1534716 h 1534716"/>
              <a:gd name="connsiteX14" fmla="*/ 4698743 w 5661136"/>
              <a:gd name="connsiteY14" fmla="*/ 1534716 h 1534716"/>
              <a:gd name="connsiteX15" fmla="*/ 4076018 w 5661136"/>
              <a:gd name="connsiteY15" fmla="*/ 1534716 h 1534716"/>
              <a:gd name="connsiteX16" fmla="*/ 3623127 w 5661136"/>
              <a:gd name="connsiteY16" fmla="*/ 1534716 h 1534716"/>
              <a:gd name="connsiteX17" fmla="*/ 3226848 w 5661136"/>
              <a:gd name="connsiteY17" fmla="*/ 1534716 h 1534716"/>
              <a:gd name="connsiteX18" fmla="*/ 2773957 w 5661136"/>
              <a:gd name="connsiteY18" fmla="*/ 1534716 h 1534716"/>
              <a:gd name="connsiteX19" fmla="*/ 2151232 w 5661136"/>
              <a:gd name="connsiteY19" fmla="*/ 1534716 h 1534716"/>
              <a:gd name="connsiteX20" fmla="*/ 1528507 w 5661136"/>
              <a:gd name="connsiteY20" fmla="*/ 1534716 h 1534716"/>
              <a:gd name="connsiteX21" fmla="*/ 1019004 w 5661136"/>
              <a:gd name="connsiteY21" fmla="*/ 1534716 h 1534716"/>
              <a:gd name="connsiteX22" fmla="*/ 0 w 5661136"/>
              <a:gd name="connsiteY22" fmla="*/ 1534716 h 1534716"/>
              <a:gd name="connsiteX23" fmla="*/ 0 w 5661136"/>
              <a:gd name="connsiteY23" fmla="*/ 1069185 h 1534716"/>
              <a:gd name="connsiteX24" fmla="*/ 0 w 5661136"/>
              <a:gd name="connsiteY24" fmla="*/ 526919 h 1534716"/>
              <a:gd name="connsiteX25" fmla="*/ 0 w 5661136"/>
              <a:gd name="connsiteY25" fmla="*/ 0 h 153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661136" h="1534716" extrusionOk="0">
                <a:moveTo>
                  <a:pt x="0" y="0"/>
                </a:moveTo>
                <a:cubicBezTo>
                  <a:pt x="221675" y="-37744"/>
                  <a:pt x="337400" y="26387"/>
                  <a:pt x="452891" y="0"/>
                </a:cubicBezTo>
                <a:cubicBezTo>
                  <a:pt x="568382" y="-26387"/>
                  <a:pt x="774498" y="43283"/>
                  <a:pt x="962393" y="0"/>
                </a:cubicBezTo>
                <a:cubicBezTo>
                  <a:pt x="1150288" y="-43283"/>
                  <a:pt x="1392427" y="8697"/>
                  <a:pt x="1585118" y="0"/>
                </a:cubicBezTo>
                <a:cubicBezTo>
                  <a:pt x="1777809" y="-8697"/>
                  <a:pt x="2074422" y="31761"/>
                  <a:pt x="2264454" y="0"/>
                </a:cubicBezTo>
                <a:cubicBezTo>
                  <a:pt x="2454486" y="-31761"/>
                  <a:pt x="2641643" y="42888"/>
                  <a:pt x="2943791" y="0"/>
                </a:cubicBezTo>
                <a:cubicBezTo>
                  <a:pt x="3245939" y="-42888"/>
                  <a:pt x="3353034" y="44613"/>
                  <a:pt x="3566516" y="0"/>
                </a:cubicBezTo>
                <a:cubicBezTo>
                  <a:pt x="3779998" y="-44613"/>
                  <a:pt x="3971070" y="64999"/>
                  <a:pt x="4132629" y="0"/>
                </a:cubicBezTo>
                <a:cubicBezTo>
                  <a:pt x="4294188" y="-64999"/>
                  <a:pt x="4568407" y="36838"/>
                  <a:pt x="4811966" y="0"/>
                </a:cubicBezTo>
                <a:cubicBezTo>
                  <a:pt x="5055525" y="-36838"/>
                  <a:pt x="5245244" y="99956"/>
                  <a:pt x="5661136" y="0"/>
                </a:cubicBezTo>
                <a:cubicBezTo>
                  <a:pt x="5719275" y="179109"/>
                  <a:pt x="5615096" y="259322"/>
                  <a:pt x="5661136" y="496225"/>
                </a:cubicBezTo>
                <a:cubicBezTo>
                  <a:pt x="5707176" y="733128"/>
                  <a:pt x="5651086" y="831776"/>
                  <a:pt x="5661136" y="992450"/>
                </a:cubicBezTo>
                <a:cubicBezTo>
                  <a:pt x="5671186" y="1153125"/>
                  <a:pt x="5604117" y="1330089"/>
                  <a:pt x="5661136" y="1534716"/>
                </a:cubicBezTo>
                <a:cubicBezTo>
                  <a:pt x="5553497" y="1593856"/>
                  <a:pt x="5343165" y="1474543"/>
                  <a:pt x="5151634" y="1534716"/>
                </a:cubicBezTo>
                <a:cubicBezTo>
                  <a:pt x="4960103" y="1594889"/>
                  <a:pt x="4832635" y="1515901"/>
                  <a:pt x="4698743" y="1534716"/>
                </a:cubicBezTo>
                <a:cubicBezTo>
                  <a:pt x="4564851" y="1553531"/>
                  <a:pt x="4225018" y="1463355"/>
                  <a:pt x="4076018" y="1534716"/>
                </a:cubicBezTo>
                <a:cubicBezTo>
                  <a:pt x="3927019" y="1606077"/>
                  <a:pt x="3829793" y="1526653"/>
                  <a:pt x="3623127" y="1534716"/>
                </a:cubicBezTo>
                <a:cubicBezTo>
                  <a:pt x="3416461" y="1542779"/>
                  <a:pt x="3375642" y="1527732"/>
                  <a:pt x="3226848" y="1534716"/>
                </a:cubicBezTo>
                <a:cubicBezTo>
                  <a:pt x="3078054" y="1541700"/>
                  <a:pt x="2981757" y="1516451"/>
                  <a:pt x="2773957" y="1534716"/>
                </a:cubicBezTo>
                <a:cubicBezTo>
                  <a:pt x="2566157" y="1552981"/>
                  <a:pt x="2388499" y="1479551"/>
                  <a:pt x="2151232" y="1534716"/>
                </a:cubicBezTo>
                <a:cubicBezTo>
                  <a:pt x="1913966" y="1589881"/>
                  <a:pt x="1708086" y="1525624"/>
                  <a:pt x="1528507" y="1534716"/>
                </a:cubicBezTo>
                <a:cubicBezTo>
                  <a:pt x="1348928" y="1543808"/>
                  <a:pt x="1207247" y="1473634"/>
                  <a:pt x="1019004" y="1534716"/>
                </a:cubicBezTo>
                <a:cubicBezTo>
                  <a:pt x="830761" y="1595798"/>
                  <a:pt x="280427" y="1529586"/>
                  <a:pt x="0" y="1534716"/>
                </a:cubicBezTo>
                <a:cubicBezTo>
                  <a:pt x="-27808" y="1404570"/>
                  <a:pt x="9063" y="1273755"/>
                  <a:pt x="0" y="1069185"/>
                </a:cubicBezTo>
                <a:cubicBezTo>
                  <a:pt x="-9063" y="864615"/>
                  <a:pt x="19576" y="673177"/>
                  <a:pt x="0" y="526919"/>
                </a:cubicBezTo>
                <a:cubicBezTo>
                  <a:pt x="-19576" y="380661"/>
                  <a:pt x="22181" y="161267"/>
                  <a:pt x="0" y="0"/>
                </a:cubicBezTo>
                <a:close/>
              </a:path>
            </a:pathLst>
          </a:custGeom>
          <a:noFill/>
          <a:ln>
            <a:solidFill>
              <a:schemeClr val="tx1"/>
            </a:solidFill>
            <a:extLst>
              <a:ext uri="{C807C97D-BFC1-408E-A445-0C87EB9F89A2}">
                <ask:lineSketchStyleProps xmlns:ask="http://schemas.microsoft.com/office/drawing/2018/sketchyshapes" sd="2903702468">
                  <a:prstGeom prst="rect">
                    <a:avLst/>
                  </a:prstGeom>
                  <ask:type>
                    <ask:lineSketchScribble/>
                  </ask:type>
                </ask:lineSketchStyleProps>
              </a:ext>
            </a:extLst>
          </a:ln>
        </p:spPr>
        <p:txBody>
          <a:bodyPr wrap="square">
            <a:spAutoFit/>
          </a:bodyPr>
          <a:lstStyle/>
          <a:p>
            <a:pPr marL="171450" indent="-171450">
              <a:lnSpc>
                <a:spcPct val="150000"/>
              </a:lnSpc>
              <a:buFont typeface="Arial" panose="020B0604020202020204" pitchFamily="34" charset="0"/>
              <a:buChar char="•"/>
            </a:pPr>
            <a:r>
              <a:rPr lang="en-GB" sz="1600"/>
              <a:t>As limit impact of current RCC on Nephrology,   </a:t>
            </a:r>
          </a:p>
          <a:p>
            <a:pPr marL="171450" indent="-171450">
              <a:lnSpc>
                <a:spcPct val="150000"/>
              </a:lnSpc>
              <a:buFont typeface="Arial" panose="020B0604020202020204" pitchFamily="34" charset="0"/>
              <a:buChar char="•"/>
            </a:pPr>
            <a:r>
              <a:rPr lang="en-GB" sz="1600"/>
              <a:t>It was observed in EMPA-KIDNEY </a:t>
            </a:r>
            <a:r>
              <a:rPr lang="en-US" sz="1600"/>
              <a:t>that </a:t>
            </a:r>
            <a:r>
              <a:rPr lang="en-US" sz="1600" err="1"/>
              <a:t>Fuwai</a:t>
            </a:r>
            <a:r>
              <a:rPr lang="en-US" sz="1600"/>
              <a:t> cost much longer  site set-up time and was presented limited resource to ensure enough oversight on study quality.</a:t>
            </a:r>
            <a:endParaRPr lang="en-GB" sz="1600"/>
          </a:p>
        </p:txBody>
      </p:sp>
      <p:sp>
        <p:nvSpPr>
          <p:cNvPr id="29" name="TextBox 28">
            <a:extLst>
              <a:ext uri="{FF2B5EF4-FFF2-40B4-BE49-F238E27FC236}">
                <a16:creationId xmlns:a16="http://schemas.microsoft.com/office/drawing/2014/main" id="{0C48B909-5CDA-9505-4CD5-06CF251641E5}"/>
              </a:ext>
            </a:extLst>
          </p:cNvPr>
          <p:cNvSpPr txBox="1"/>
          <p:nvPr/>
        </p:nvSpPr>
        <p:spPr bwMode="gray">
          <a:xfrm>
            <a:off x="7938931" y="4572000"/>
            <a:ext cx="4214969" cy="1811714"/>
          </a:xfrm>
          <a:prstGeom prst="rect">
            <a:avLst/>
          </a:prstGeom>
          <a:noFill/>
          <a:ln w="28575">
            <a:solidFill>
              <a:schemeClr val="bg1">
                <a:lumMod val="50000"/>
              </a:schemeClr>
            </a:solidFill>
          </a:ln>
        </p:spPr>
        <p:txBody>
          <a:bodyPr wrap="square" lIns="0" tIns="0" rIns="0" bIns="0" rtlCol="0">
            <a:spAutoFit/>
          </a:bodyPr>
          <a:lstStyle/>
          <a:p>
            <a:pPr marL="171450" indent="-171450">
              <a:lnSpc>
                <a:spcPct val="150000"/>
              </a:lnSpc>
              <a:buFont typeface="Arial" panose="020B0604020202020204" pitchFamily="34" charset="0"/>
              <a:buChar char="•"/>
            </a:pPr>
            <a:r>
              <a:rPr lang="en-GB" sz="1600"/>
              <a:t>Local recommend investigator </a:t>
            </a:r>
            <a:r>
              <a:rPr lang="en-US" sz="1600"/>
              <a:t>to lead the committee for better recruitment engagement and investigator motivation.</a:t>
            </a:r>
          </a:p>
          <a:p>
            <a:pPr marL="171450" indent="-171450">
              <a:lnSpc>
                <a:spcPct val="150000"/>
              </a:lnSpc>
              <a:buFont typeface="Arial" panose="020B0604020202020204" pitchFamily="34" charset="0"/>
              <a:buChar char="•"/>
            </a:pPr>
            <a:r>
              <a:rPr lang="en-GB" sz="1600"/>
              <a:t>Oxford could employ mitigation plan to accelerate site set-up </a:t>
            </a:r>
          </a:p>
        </p:txBody>
      </p:sp>
    </p:spTree>
    <p:extLst>
      <p:ext uri="{BB962C8B-B14F-4D97-AF65-F5344CB8AC3E}">
        <p14:creationId xmlns:p14="http://schemas.microsoft.com/office/powerpoint/2010/main" val="2644733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OTLSHAPE_T_e17f3958430f4cff8650518c93c7635e_Shape">
            <a:extLst>
              <a:ext uri="{FF2B5EF4-FFF2-40B4-BE49-F238E27FC236}">
                <a16:creationId xmlns:a16="http://schemas.microsoft.com/office/drawing/2014/main" id="{D74750E6-8380-4F77-B443-D43574C8DD0C}"/>
              </a:ext>
            </a:extLst>
          </p:cNvPr>
          <p:cNvSpPr/>
          <p:nvPr>
            <p:custDataLst>
              <p:tags r:id="rId2"/>
            </p:custDataLst>
          </p:nvPr>
        </p:nvSpPr>
        <p:spPr bwMode="auto">
          <a:xfrm>
            <a:off x="1732757" y="2620616"/>
            <a:ext cx="7924800" cy="18781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zh-CN" altLang="en-US" sz="1000" b="1">
              <a:latin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extLst>
              <p:ext uri="{D42A27DB-BD31-4B8C-83A1-F6EECF244321}">
                <p14:modId xmlns:p14="http://schemas.microsoft.com/office/powerpoint/2010/main" val="896002208"/>
              </p:ext>
            </p:extLst>
          </p:nvPr>
        </p:nvGraphicFramePr>
        <p:xfrm>
          <a:off x="1040557" y="1412875"/>
          <a:ext cx="10658940" cy="68580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2024</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2025</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2026</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2027</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a:ea typeface="+mn-ea"/>
                          <a:cs typeface="Arial"/>
                        </a:rPr>
                        <a:t>2028</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a:ea typeface="+mn-ea"/>
                          <a:cs typeface="Arial"/>
                        </a:rPr>
                        <a:t>2029</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148"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0" y="406293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Isosceles Triangle 1"/>
          <p:cNvSpPr/>
          <p:nvPr/>
        </p:nvSpPr>
        <p:spPr>
          <a:xfrm rot="16200000" flipH="1">
            <a:off x="621346" y="164931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129" name="Isosceles Triangle 128"/>
          <p:cNvSpPr/>
          <p:nvPr/>
        </p:nvSpPr>
        <p:spPr>
          <a:xfrm rot="5400000">
            <a:off x="11488976" y="1648889"/>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US" sz="1867" err="1">
              <a:solidFill>
                <a:schemeClr val="tx1"/>
              </a:solidFill>
            </a:endParaRPr>
          </a:p>
        </p:txBody>
      </p:sp>
      <p:sp>
        <p:nvSpPr>
          <p:cNvPr id="11" name="灯片编号占位符 10"/>
          <p:cNvSpPr>
            <a:spLocks noGrp="1"/>
          </p:cNvSpPr>
          <p:nvPr>
            <p:ph type="sldNum" sz="quarter" idx="11"/>
          </p:nvPr>
        </p:nvSpPr>
        <p:spPr>
          <a:xfrm>
            <a:off x="11436022" y="6686342"/>
            <a:ext cx="288000" cy="288000"/>
          </a:xfrm>
        </p:spPr>
        <p:txBody>
          <a:bodyPr/>
          <a:lstStyle/>
          <a:p>
            <a:fld id="{143B55C4-4F5A-416B-997D-6CE47EB0A945}" type="slidenum">
              <a:rPr lang="en-GB" dirty="0" smtClean="0"/>
              <a:pPr/>
              <a:t>37</a:t>
            </a:fld>
            <a:endParaRPr lang="en-GB"/>
          </a:p>
        </p:txBody>
      </p:sp>
      <p:sp>
        <p:nvSpPr>
          <p:cNvPr id="68" name="Freeform: Shape 147">
            <a:extLst>
              <a:ext uri="{FF2B5EF4-FFF2-40B4-BE49-F238E27FC236}">
                <a16:creationId xmlns:a16="http://schemas.microsoft.com/office/drawing/2014/main" id="{469F5FF1-4B8E-465D-97EF-9CE5D974FE0D}"/>
              </a:ext>
            </a:extLst>
          </p:cNvPr>
          <p:cNvSpPr/>
          <p:nvPr/>
        </p:nvSpPr>
        <p:spPr bwMode="auto">
          <a:xfrm>
            <a:off x="63727" y="2087514"/>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Global</a:t>
            </a:r>
            <a:endParaRPr lang="zh-CN" altLang="en-US" sz="1100" b="1" kern="0">
              <a:solidFill>
                <a:srgbClr val="FFFFFF"/>
              </a:solidFill>
              <a:latin typeface="BISans" panose="02000503040000020004"/>
              <a:cs typeface="Calibri" panose="020F0502020204030204" pitchFamily="34" charset="0"/>
            </a:endParaRPr>
          </a:p>
        </p:txBody>
      </p:sp>
      <p:sp>
        <p:nvSpPr>
          <p:cNvPr id="69" name="Oval 4">
            <a:extLst>
              <a:ext uri="{FF2B5EF4-FFF2-40B4-BE49-F238E27FC236}">
                <a16:creationId xmlns:a16="http://schemas.microsoft.com/office/drawing/2014/main" id="{1629834C-75E8-4773-BA88-2CA38E81E009}"/>
              </a:ext>
            </a:extLst>
          </p:cNvPr>
          <p:cNvSpPr/>
          <p:nvPr/>
        </p:nvSpPr>
        <p:spPr>
          <a:xfrm>
            <a:off x="47904" y="199117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70" name="Rectangle: Rounded Corners 116">
            <a:extLst>
              <a:ext uri="{FF2B5EF4-FFF2-40B4-BE49-F238E27FC236}">
                <a16:creationId xmlns:a16="http://schemas.microsoft.com/office/drawing/2014/main" id="{85DDDECC-056A-4A99-8642-D99AB653A4E9}"/>
              </a:ext>
            </a:extLst>
          </p:cNvPr>
          <p:cNvSpPr/>
          <p:nvPr/>
        </p:nvSpPr>
        <p:spPr bwMode="auto">
          <a:xfrm>
            <a:off x="1088821" y="2042437"/>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71"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l="4094" t="4010" r="4094" b="4010"/>
          <a:stretch/>
        </p:blipFill>
        <p:spPr bwMode="auto">
          <a:xfrm>
            <a:off x="92678" y="2027385"/>
            <a:ext cx="373767" cy="37479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2422DFAB-6BE4-4731-9984-424361367B74}"/>
              </a:ext>
            </a:extLst>
          </p:cNvPr>
          <p:cNvGrpSpPr/>
          <p:nvPr/>
        </p:nvGrpSpPr>
        <p:grpSpPr>
          <a:xfrm>
            <a:off x="11430" y="4086225"/>
            <a:ext cx="1078256" cy="447229"/>
            <a:chOff x="51608" y="3016549"/>
            <a:chExt cx="808692" cy="335422"/>
          </a:xfrm>
        </p:grpSpPr>
        <p:sp>
          <p:nvSpPr>
            <p:cNvPr id="72" name="Freeform: Shape 152">
              <a:extLst>
                <a:ext uri="{FF2B5EF4-FFF2-40B4-BE49-F238E27FC236}">
                  <a16:creationId xmlns:a16="http://schemas.microsoft.com/office/drawing/2014/main" id="{808EC121-D3B7-4E05-908F-C8EFBD0CB71E}"/>
                </a:ext>
              </a:extLst>
            </p:cNvPr>
            <p:cNvSpPr/>
            <p:nvPr/>
          </p:nvSpPr>
          <p:spPr bwMode="auto">
            <a:xfrm>
              <a:off x="63476" y="3088806"/>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lvl="0" eaLnBrk="0" fontAlgn="base" hangingPunct="0">
                <a:spcBef>
                  <a:spcPct val="0"/>
                </a:spcBef>
                <a:spcAft>
                  <a:spcPct val="0"/>
                </a:spcAft>
              </a:pPr>
              <a:r>
                <a:rPr lang="en-US" altLang="zh-CN" sz="1100" b="1" kern="0">
                  <a:solidFill>
                    <a:srgbClr val="FFFFFF"/>
                  </a:solidFill>
                  <a:latin typeface="BISans" panose="02000503040000020004"/>
                  <a:cs typeface="Calibri" panose="020F0502020204030204" pitchFamily="34" charset="0"/>
                </a:rPr>
                <a:t>China</a:t>
              </a:r>
              <a:endParaRPr lang="zh-CN" altLang="en-US" sz="1100" b="1" kern="0">
                <a:solidFill>
                  <a:srgbClr val="FFFFFF"/>
                </a:solidFill>
                <a:latin typeface="BISans" panose="02000503040000020004"/>
                <a:cs typeface="Calibri" panose="020F0502020204030204" pitchFamily="34" charset="0"/>
              </a:endParaRPr>
            </a:p>
          </p:txBody>
        </p:sp>
        <p:sp>
          <p:nvSpPr>
            <p:cNvPr id="73" name="Oval 134">
              <a:extLst>
                <a:ext uri="{FF2B5EF4-FFF2-40B4-BE49-F238E27FC236}">
                  <a16:creationId xmlns:a16="http://schemas.microsoft.com/office/drawing/2014/main" id="{FEFADB89-8F35-407D-93F6-37544172D655}"/>
                </a:ext>
              </a:extLst>
            </p:cNvPr>
            <p:cNvSpPr/>
            <p:nvPr/>
          </p:nvSpPr>
          <p:spPr>
            <a:xfrm>
              <a:off x="51608" y="3016549"/>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US" sz="1400" err="1">
                <a:solidFill>
                  <a:schemeClr val="bg1"/>
                </a:solidFill>
                <a:latin typeface="BISans" panose="02000503040000020004"/>
              </a:endParaRPr>
            </a:p>
          </p:txBody>
        </p:sp>
        <p:sp>
          <p:nvSpPr>
            <p:cNvPr id="74" name="Rectangle: Rounded Corners 116">
              <a:extLst>
                <a:ext uri="{FF2B5EF4-FFF2-40B4-BE49-F238E27FC236}">
                  <a16:creationId xmlns:a16="http://schemas.microsoft.com/office/drawing/2014/main" id="{07FF067D-CE54-4150-AA18-A64493FAA508}"/>
                </a:ext>
              </a:extLst>
            </p:cNvPr>
            <p:cNvSpPr/>
            <p:nvPr/>
          </p:nvSpPr>
          <p:spPr bwMode="auto">
            <a:xfrm>
              <a:off x="823724" y="3054390"/>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zh-CN" altLang="en-US" sz="1100" b="1" kern="0">
                <a:solidFill>
                  <a:srgbClr val="FFFFFF"/>
                </a:solidFill>
                <a:latin typeface="BISans" panose="02000503040000020004"/>
                <a:cs typeface="Calibri" panose="020F0502020204030204" pitchFamily="34" charset="0"/>
              </a:endParaRPr>
            </a:p>
          </p:txBody>
        </p:sp>
        <p:pic>
          <p:nvPicPr>
            <p:cNvPr id="75"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78770" y="3043711"/>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56" name="Rectangle 174"/>
          <p:cNvSpPr/>
          <p:nvPr/>
        </p:nvSpPr>
        <p:spPr>
          <a:xfrm>
            <a:off x="1597094" y="2851256"/>
            <a:ext cx="346569" cy="246221"/>
          </a:xfrm>
          <a:prstGeom prst="rect">
            <a:avLst/>
          </a:prstGeom>
        </p:spPr>
        <p:txBody>
          <a:bodyPr wrap="none">
            <a:spAutoFit/>
          </a:bodyPr>
          <a:lstStyle/>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FPI</a:t>
            </a:r>
            <a:endParaRPr lang="zh-CN" altLang="en-US" sz="10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54" name="Star: 4 Points 143">
            <a:extLst>
              <a:ext uri="{FF2B5EF4-FFF2-40B4-BE49-F238E27FC236}">
                <a16:creationId xmlns:a16="http://schemas.microsoft.com/office/drawing/2014/main" id="{B361C849-6669-4EC4-A9AD-EB1BCC463147}"/>
              </a:ext>
            </a:extLst>
          </p:cNvPr>
          <p:cNvSpPr/>
          <p:nvPr/>
        </p:nvSpPr>
        <p:spPr bwMode="auto">
          <a:xfrm>
            <a:off x="1650469" y="27229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81" name="OTLSHAPE_M_39ea6ebc19a94c9fab6ef5006c31df58_Title">
            <a:extLst>
              <a:ext uri="{FF2B5EF4-FFF2-40B4-BE49-F238E27FC236}">
                <a16:creationId xmlns:a16="http://schemas.microsoft.com/office/drawing/2014/main" id="{FE99808E-C232-4572-89D6-01486ACFCC2C}"/>
              </a:ext>
            </a:extLst>
          </p:cNvPr>
          <p:cNvSpPr txBox="1"/>
          <p:nvPr>
            <p:custDataLst>
              <p:tags r:id="rId3"/>
            </p:custDataLst>
          </p:nvPr>
        </p:nvSpPr>
        <p:spPr>
          <a:xfrm>
            <a:off x="8919735" y="2917386"/>
            <a:ext cx="1296143" cy="153888"/>
          </a:xfrm>
          <a:prstGeom prst="rect">
            <a:avLst/>
          </a:prstGeom>
          <a:noFill/>
        </p:spPr>
        <p:txBody>
          <a:bodyPr vert="horz" wrap="square" lIns="0" tIns="0" rIns="0" bIns="0" rtlCol="0" anchor="ctr" anchorCtr="0">
            <a:spAutoFit/>
          </a:bodyPr>
          <a:lstStyle/>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DBL: Jan2028 (best case)</a:t>
            </a:r>
          </a:p>
        </p:txBody>
      </p:sp>
      <p:sp>
        <p:nvSpPr>
          <p:cNvPr id="109" name="OTLSHAPE_T_e17f3958430f4cff8650518c93c7635e_StartDate">
            <a:extLst>
              <a:ext uri="{FF2B5EF4-FFF2-40B4-BE49-F238E27FC236}">
                <a16:creationId xmlns:a16="http://schemas.microsoft.com/office/drawing/2014/main" id="{2803B660-5690-4A97-B359-20B519EF549C}"/>
              </a:ext>
            </a:extLst>
          </p:cNvPr>
          <p:cNvSpPr txBox="1"/>
          <p:nvPr>
            <p:custDataLst>
              <p:tags r:id="rId4"/>
            </p:custDataLst>
          </p:nvPr>
        </p:nvSpPr>
        <p:spPr>
          <a:xfrm>
            <a:off x="1927036" y="2634153"/>
            <a:ext cx="5635425" cy="169277"/>
          </a:xfrm>
          <a:prstGeom prst="rect">
            <a:avLst/>
          </a:prstGeom>
          <a:noFill/>
        </p:spPr>
        <p:txBody>
          <a:bodyPr vert="horz" wrap="square" lIns="0" tIns="0" rIns="0" bIns="0" rtlCol="0" anchor="ctr" anchorCtr="0">
            <a:spAutoFit/>
          </a:bodyPr>
          <a:lstStyle/>
          <a:p>
            <a:pPr algn="ctr"/>
            <a:r>
              <a:rPr lang="en-US" altLang="zh-CN" sz="1100" b="1">
                <a:latin typeface="Calibri" panose="020F0502020204030204" pitchFamily="34" charset="0"/>
                <a:cs typeface="Calibri" panose="020F0502020204030204" pitchFamily="34" charset="0"/>
              </a:rPr>
              <a:t>N=5838</a:t>
            </a:r>
          </a:p>
        </p:txBody>
      </p:sp>
      <p:sp>
        <p:nvSpPr>
          <p:cNvPr id="80" name="Star: 4 Points 143">
            <a:extLst>
              <a:ext uri="{FF2B5EF4-FFF2-40B4-BE49-F238E27FC236}">
                <a16:creationId xmlns:a16="http://schemas.microsoft.com/office/drawing/2014/main" id="{8D9EA2C5-D9E2-4EBB-9650-A0D306295412}"/>
              </a:ext>
            </a:extLst>
          </p:cNvPr>
          <p:cNvSpPr/>
          <p:nvPr/>
        </p:nvSpPr>
        <p:spPr bwMode="auto">
          <a:xfrm>
            <a:off x="9567806" y="27229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94" name="OTLSHAPE_T_e17f3958430f4cff8650518c93c7635e_StartDate">
            <a:extLst>
              <a:ext uri="{FF2B5EF4-FFF2-40B4-BE49-F238E27FC236}">
                <a16:creationId xmlns:a16="http://schemas.microsoft.com/office/drawing/2014/main" id="{4D05AF93-B017-4F14-9ECB-73C820F675A4}"/>
              </a:ext>
            </a:extLst>
          </p:cNvPr>
          <p:cNvSpPr txBox="1"/>
          <p:nvPr>
            <p:custDataLst>
              <p:tags r:id="rId5"/>
            </p:custDataLst>
          </p:nvPr>
        </p:nvSpPr>
        <p:spPr>
          <a:xfrm>
            <a:off x="1642131" y="2232470"/>
            <a:ext cx="682623" cy="461665"/>
          </a:xfrm>
          <a:prstGeom prst="rect">
            <a:avLst/>
          </a:prstGeom>
          <a:noFill/>
        </p:spPr>
        <p:txBody>
          <a:bodyPr vert="horz" wrap="square" lIns="0" tIns="0" rIns="0" bIns="0" rtlCol="0" anchor="ctr" anchorCtr="0">
            <a:spAutoFit/>
          </a:bodyPr>
          <a:lstStyle/>
          <a:p>
            <a:pPr algn="ctr"/>
            <a:r>
              <a:rPr lang="en-US" altLang="zh-CN" sz="1000" b="1" strike="sngStrike">
                <a:solidFill>
                  <a:schemeClr val="accent1">
                    <a:lumMod val="90000"/>
                    <a:lumOff val="10000"/>
                  </a:schemeClr>
                </a:solidFill>
                <a:latin typeface="Calibri" panose="020F0502020204030204" pitchFamily="34" charset="0"/>
                <a:cs typeface="Calibri" panose="020F0502020204030204" pitchFamily="34" charset="0"/>
              </a:rPr>
              <a:t> </a:t>
            </a:r>
          </a:p>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30Apr2024 (best case)</a:t>
            </a:r>
            <a:endParaRPr lang="zh-CN" altLang="en-US" sz="10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27" name="OTLSHAPE_M_39ea6ebc19a94c9fab6ef5006c31df58_Title">
            <a:extLst>
              <a:ext uri="{FF2B5EF4-FFF2-40B4-BE49-F238E27FC236}">
                <a16:creationId xmlns:a16="http://schemas.microsoft.com/office/drawing/2014/main" id="{A8511010-8106-4939-B436-A259F8F37D7D}"/>
              </a:ext>
            </a:extLst>
          </p:cNvPr>
          <p:cNvSpPr txBox="1"/>
          <p:nvPr>
            <p:custDataLst>
              <p:tags r:id="rId6"/>
            </p:custDataLst>
          </p:nvPr>
        </p:nvSpPr>
        <p:spPr>
          <a:xfrm>
            <a:off x="10104990" y="2311811"/>
            <a:ext cx="1296141" cy="461665"/>
          </a:xfrm>
          <a:prstGeom prst="rect">
            <a:avLst/>
          </a:prstGeom>
          <a:noFill/>
        </p:spPr>
        <p:txBody>
          <a:bodyPr vert="horz" wrap="square" lIns="0" tIns="0" rIns="0" bIns="0" rtlCol="0" anchor="ctr" anchorCtr="0">
            <a:spAutoFit/>
          </a:bodyPr>
          <a:lstStyle/>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NDA appr</a:t>
            </a:r>
          </a:p>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Dec 2028 (best case)</a:t>
            </a:r>
          </a:p>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Jul 2029 (base case)</a:t>
            </a:r>
          </a:p>
        </p:txBody>
      </p:sp>
      <p:sp>
        <p:nvSpPr>
          <p:cNvPr id="87" name="Title 2">
            <a:extLst>
              <a:ext uri="{FF2B5EF4-FFF2-40B4-BE49-F238E27FC236}">
                <a16:creationId xmlns:a16="http://schemas.microsoft.com/office/drawing/2014/main" id="{C53E9067-4344-4554-9F3A-16C0B6C7F14A}"/>
              </a:ext>
            </a:extLst>
          </p:cNvPr>
          <p:cNvSpPr txBox="1">
            <a:spLocks/>
          </p:cNvSpPr>
          <p:nvPr/>
        </p:nvSpPr>
        <p:spPr>
          <a:xfrm>
            <a:off x="487528" y="489081"/>
            <a:ext cx="10515600" cy="705899"/>
          </a:xfrm>
          <a:prstGeom prst="rect">
            <a:avLst/>
          </a:prstGeom>
        </p:spPr>
        <p:txBody>
          <a:bodyPr vert="horz" wrap="square" lIns="0" tIns="0" rIns="0" bIns="0" rtlCol="0" anchor="t" anchorCtr="0">
            <a:normAutofit fontScale="97500"/>
          </a:bodyPr>
          <a:lst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a:lstStyle>
          <a:p>
            <a:r>
              <a:rPr lang="en-US" altLang="zh-CN" sz="2000" b="1" u="sng">
                <a:solidFill>
                  <a:schemeClr val="accent1">
                    <a:lumMod val="90000"/>
                    <a:lumOff val="10000"/>
                  </a:schemeClr>
                </a:solidFill>
                <a:latin typeface="+mj-lt"/>
                <a:cs typeface="Calibri" panose="020F0502020204030204" pitchFamily="34" charset="0"/>
              </a:rPr>
              <a:t>Endorsed</a:t>
            </a:r>
            <a:br>
              <a:rPr lang="en-US" sz="2000" b="1" u="sng">
                <a:solidFill>
                  <a:schemeClr val="accent1">
                    <a:lumMod val="90000"/>
                    <a:lumOff val="10000"/>
                  </a:schemeClr>
                </a:solidFill>
                <a:latin typeface="+mj-lt"/>
                <a:cs typeface="Calibri" panose="020F0502020204030204" pitchFamily="34" charset="0"/>
              </a:rPr>
            </a:br>
            <a:r>
              <a:rPr lang="en-US" sz="2000" b="1">
                <a:solidFill>
                  <a:schemeClr val="accent1">
                    <a:lumMod val="90000"/>
                    <a:lumOff val="10000"/>
                  </a:schemeClr>
                </a:solidFill>
                <a:latin typeface="+mj-lt"/>
                <a:cs typeface="Calibri" panose="020F0502020204030204" pitchFamily="34" charset="0"/>
              </a:rPr>
              <a:t>BI 690517 (</a:t>
            </a:r>
            <a:r>
              <a:rPr lang="en-US" sz="2000" b="1" err="1">
                <a:solidFill>
                  <a:schemeClr val="accent1">
                    <a:lumMod val="90000"/>
                    <a:lumOff val="10000"/>
                  </a:schemeClr>
                </a:solidFill>
                <a:latin typeface="+mj-lt"/>
                <a:cs typeface="Calibri" panose="020F0502020204030204" pitchFamily="34" charset="0"/>
              </a:rPr>
              <a:t>ASi</a:t>
            </a:r>
            <a:r>
              <a:rPr lang="en-US" sz="2000" b="1">
                <a:solidFill>
                  <a:schemeClr val="accent1">
                    <a:lumMod val="90000"/>
                    <a:lumOff val="10000"/>
                  </a:schemeClr>
                </a:solidFill>
                <a:latin typeface="+mj-lt"/>
                <a:cs typeface="Calibri" panose="020F0502020204030204" pitchFamily="34" charset="0"/>
              </a:rPr>
              <a:t>)+</a:t>
            </a:r>
            <a:r>
              <a:rPr lang="en-US" sz="2000" b="1" err="1">
                <a:solidFill>
                  <a:schemeClr val="accent1">
                    <a:lumMod val="90000"/>
                    <a:lumOff val="10000"/>
                  </a:schemeClr>
                </a:solidFill>
                <a:latin typeface="+mj-lt"/>
                <a:cs typeface="Calibri" panose="020F0502020204030204" pitchFamily="34" charset="0"/>
              </a:rPr>
              <a:t>Empa</a:t>
            </a:r>
            <a:r>
              <a:rPr lang="en-US" sz="2000" b="1">
                <a:solidFill>
                  <a:schemeClr val="accent1">
                    <a:lumMod val="90000"/>
                    <a:lumOff val="10000"/>
                  </a:schemeClr>
                </a:solidFill>
                <a:latin typeface="+mj-lt"/>
                <a:cs typeface="Calibri" panose="020F0502020204030204" pitchFamily="34" charset="0"/>
              </a:rPr>
              <a:t>: </a:t>
            </a:r>
            <a:r>
              <a:rPr lang="en-US" sz="2000" b="1" err="1">
                <a:solidFill>
                  <a:schemeClr val="accent1">
                    <a:lumMod val="90000"/>
                    <a:lumOff val="10000"/>
                  </a:schemeClr>
                </a:solidFill>
                <a:latin typeface="+mj-lt"/>
                <a:cs typeface="Calibri" panose="020F0502020204030204" pitchFamily="34" charset="0"/>
              </a:rPr>
              <a:t>HFpEF</a:t>
            </a:r>
            <a:endParaRPr lang="en-US" sz="2000" b="1">
              <a:solidFill>
                <a:schemeClr val="accent1">
                  <a:lumMod val="90000"/>
                  <a:lumOff val="10000"/>
                </a:schemeClr>
              </a:solidFill>
              <a:latin typeface="+mj-lt"/>
              <a:cs typeface="Calibri" panose="020F0502020204030204" pitchFamily="34" charset="0"/>
            </a:endParaRPr>
          </a:p>
        </p:txBody>
      </p:sp>
      <p:sp>
        <p:nvSpPr>
          <p:cNvPr id="3" name="Rectangle: Rounded Corners 2">
            <a:extLst>
              <a:ext uri="{FF2B5EF4-FFF2-40B4-BE49-F238E27FC236}">
                <a16:creationId xmlns:a16="http://schemas.microsoft.com/office/drawing/2014/main" id="{B882EC38-8121-4042-B66D-9059472C6344}"/>
              </a:ext>
            </a:extLst>
          </p:cNvPr>
          <p:cNvSpPr/>
          <p:nvPr/>
        </p:nvSpPr>
        <p:spPr>
          <a:xfrm>
            <a:off x="1865748" y="5259168"/>
            <a:ext cx="10341297" cy="1341657"/>
          </a:xfrm>
          <a:prstGeom prst="roundRect">
            <a:avLst>
              <a:gd name="adj" fmla="val 9745"/>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1219170">
              <a:spcBef>
                <a:spcPts val="400"/>
              </a:spcBef>
              <a:defRPr/>
            </a:pPr>
            <a:r>
              <a:rPr lang="en-US" altLang="zh-CN" sz="1200" b="1">
                <a:solidFill>
                  <a:schemeClr val="tx1"/>
                </a:solidFill>
                <a:cs typeface="Times New Roman"/>
              </a:rPr>
              <a:t>China status:</a:t>
            </a:r>
          </a:p>
          <a:p>
            <a:pPr marL="228594" indent="-228594" defTabSz="1219170">
              <a:spcBef>
                <a:spcPts val="400"/>
              </a:spcBef>
              <a:buFont typeface="Arial" panose="020B0604020202020204" pitchFamily="34" charset="0"/>
              <a:buChar char="•"/>
              <a:defRPr/>
            </a:pPr>
            <a:r>
              <a:rPr lang="en-US" altLang="zh-CN" sz="1200">
                <a:solidFill>
                  <a:schemeClr val="tx1"/>
                </a:solidFill>
                <a:cs typeface="Times New Roman"/>
              </a:rPr>
              <a:t>HA interaction:</a:t>
            </a:r>
          </a:p>
          <a:p>
            <a:pPr defTabSz="1219170">
              <a:spcBef>
                <a:spcPts val="400"/>
              </a:spcBef>
              <a:defRPr/>
            </a:pPr>
            <a:r>
              <a:rPr lang="en-US" altLang="zh-CN" sz="1200">
                <a:solidFill>
                  <a:schemeClr val="tx1"/>
                </a:solidFill>
                <a:cs typeface="Times New Roman"/>
              </a:rPr>
              <a:t>1) Pre-IND submitted on 19 Jan, feedback from clinical and statistical department arrived on 19</a:t>
            </a:r>
            <a:r>
              <a:rPr lang="en-US" altLang="zh-CN" sz="1200" baseline="30000">
                <a:solidFill>
                  <a:schemeClr val="tx1"/>
                </a:solidFill>
                <a:cs typeface="Times New Roman"/>
              </a:rPr>
              <a:t>th</a:t>
            </a:r>
            <a:r>
              <a:rPr lang="en-US" altLang="zh-CN" sz="1200">
                <a:solidFill>
                  <a:schemeClr val="tx1"/>
                </a:solidFill>
                <a:cs typeface="Times New Roman"/>
              </a:rPr>
              <a:t> APR. Feedback from </a:t>
            </a:r>
            <a:r>
              <a:rPr lang="en-US" altLang="zh-CN" sz="1200" err="1">
                <a:solidFill>
                  <a:schemeClr val="tx1"/>
                </a:solidFill>
                <a:cs typeface="Times New Roman"/>
              </a:rPr>
              <a:t>ClinPharm</a:t>
            </a:r>
            <a:r>
              <a:rPr lang="en-US" altLang="zh-CN" sz="1200">
                <a:solidFill>
                  <a:schemeClr val="tx1"/>
                </a:solidFill>
                <a:cs typeface="Times New Roman"/>
              </a:rPr>
              <a:t> is delayed</a:t>
            </a:r>
          </a:p>
          <a:p>
            <a:pPr defTabSz="1219170">
              <a:spcBef>
                <a:spcPts val="400"/>
              </a:spcBef>
              <a:defRPr/>
            </a:pPr>
            <a:r>
              <a:rPr lang="en-US" altLang="zh-CN" sz="1200">
                <a:solidFill>
                  <a:schemeClr val="tx1"/>
                </a:solidFill>
                <a:cs typeface="Times New Roman"/>
              </a:rPr>
              <a:t>2) Generally positive opinions on key elements, while some questions need further addressing. </a:t>
            </a:r>
          </a:p>
          <a:p>
            <a:pPr marL="228594" indent="-228594" defTabSz="1219170">
              <a:spcBef>
                <a:spcPts val="400"/>
              </a:spcBef>
              <a:buFont typeface="Arial" panose="020B0604020202020204" pitchFamily="34" charset="0"/>
              <a:buChar char="•"/>
              <a:defRPr/>
            </a:pPr>
            <a:r>
              <a:rPr lang="en-US" altLang="zh-CN" sz="1200">
                <a:solidFill>
                  <a:schemeClr val="tx1"/>
                </a:solidFill>
                <a:cs typeface="Times New Roman"/>
              </a:rPr>
              <a:t>Leading PI: Prof. </a:t>
            </a:r>
            <a:r>
              <a:rPr lang="en-US" altLang="zh-CN" sz="1200" err="1">
                <a:solidFill>
                  <a:schemeClr val="tx1"/>
                </a:solidFill>
                <a:cs typeface="Times New Roman"/>
              </a:rPr>
              <a:t>Juying</a:t>
            </a:r>
            <a:r>
              <a:rPr lang="en-US" altLang="zh-CN" sz="1200">
                <a:solidFill>
                  <a:schemeClr val="tx1"/>
                </a:solidFill>
                <a:cs typeface="Times New Roman"/>
              </a:rPr>
              <a:t> Qian from Zhongshan Hospital; CN Ph3 sample size for Pre-IND submission: 434 (284 mainland +150 TW) , 7.2% of total 6000</a:t>
            </a:r>
          </a:p>
        </p:txBody>
      </p:sp>
      <p:sp>
        <p:nvSpPr>
          <p:cNvPr id="103" name="TextBox 19">
            <a:extLst>
              <a:ext uri="{FF2B5EF4-FFF2-40B4-BE49-F238E27FC236}">
                <a16:creationId xmlns:a16="http://schemas.microsoft.com/office/drawing/2014/main" id="{10ACCD50-0D41-4E4C-9B02-0ED51695A087}"/>
              </a:ext>
            </a:extLst>
          </p:cNvPr>
          <p:cNvSpPr txBox="1"/>
          <p:nvPr/>
        </p:nvSpPr>
        <p:spPr>
          <a:xfrm>
            <a:off x="42470" y="2646432"/>
            <a:ext cx="786897" cy="328423"/>
          </a:xfrm>
          <a:prstGeom prst="rect">
            <a:avLst/>
          </a:prstGeom>
          <a:noFill/>
          <a:ln>
            <a:solidFill>
              <a:schemeClr val="bg1">
                <a:lumMod val="65000"/>
              </a:schemeClr>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Ph3</a:t>
            </a:r>
          </a:p>
          <a:p>
            <a:pPr algn="ctr"/>
            <a:r>
              <a:rPr lang="en-US" sz="1067" b="1">
                <a:solidFill>
                  <a:srgbClr val="0066CC"/>
                </a:solidFill>
                <a:latin typeface="Calibri" panose="020F0502020204030204" pitchFamily="34" charset="0"/>
                <a:cs typeface="Calibri" panose="020F0502020204030204" pitchFamily="34" charset="0"/>
              </a:rPr>
              <a:t>1378.0020</a:t>
            </a:r>
          </a:p>
        </p:txBody>
      </p:sp>
      <p:sp>
        <p:nvSpPr>
          <p:cNvPr id="105" name="TextBox 19">
            <a:extLst>
              <a:ext uri="{FF2B5EF4-FFF2-40B4-BE49-F238E27FC236}">
                <a16:creationId xmlns:a16="http://schemas.microsoft.com/office/drawing/2014/main" id="{CA3A1672-4E56-43F8-8CCD-A99F119D449B}"/>
              </a:ext>
            </a:extLst>
          </p:cNvPr>
          <p:cNvSpPr txBox="1"/>
          <p:nvPr/>
        </p:nvSpPr>
        <p:spPr>
          <a:xfrm>
            <a:off x="-6669" y="4710499"/>
            <a:ext cx="779475" cy="328423"/>
          </a:xfrm>
          <a:prstGeom prst="rect">
            <a:avLst/>
          </a:prstGeom>
          <a:noFill/>
          <a:ln>
            <a:solidFill>
              <a:schemeClr val="bg1">
                <a:lumMod val="65000"/>
              </a:schemeClr>
            </a:solidFill>
          </a:ln>
        </p:spPr>
        <p:txBody>
          <a:bodyPr wrap="square" lIns="0" tIns="0" rIns="0" bIns="0" rtlCol="0">
            <a:spAutoFit/>
          </a:bodyPr>
          <a:lstStyle/>
          <a:p>
            <a:pPr algn="ctr"/>
            <a:r>
              <a:rPr lang="en-US" sz="1067" b="1">
                <a:solidFill>
                  <a:srgbClr val="0066CC"/>
                </a:solidFill>
                <a:latin typeface="Calibri" panose="020F0502020204030204" pitchFamily="34" charset="0"/>
                <a:cs typeface="Calibri" panose="020F0502020204030204" pitchFamily="34" charset="0"/>
              </a:rPr>
              <a:t>Ph3</a:t>
            </a:r>
          </a:p>
          <a:p>
            <a:pPr algn="ctr"/>
            <a:r>
              <a:rPr lang="en-US" sz="1067" b="1">
                <a:solidFill>
                  <a:srgbClr val="0066CC"/>
                </a:solidFill>
                <a:latin typeface="Calibri" panose="020F0502020204030204" pitchFamily="34" charset="0"/>
                <a:cs typeface="Calibri" panose="020F0502020204030204" pitchFamily="34" charset="0"/>
              </a:rPr>
              <a:t>1378.0020</a:t>
            </a:r>
          </a:p>
        </p:txBody>
      </p:sp>
      <p:sp>
        <p:nvSpPr>
          <p:cNvPr id="90" name="Star: 4 Points 143">
            <a:extLst>
              <a:ext uri="{FF2B5EF4-FFF2-40B4-BE49-F238E27FC236}">
                <a16:creationId xmlns:a16="http://schemas.microsoft.com/office/drawing/2014/main" id="{F2885869-19D2-4FC4-95A9-DC0F9CE5B1D5}"/>
              </a:ext>
            </a:extLst>
          </p:cNvPr>
          <p:cNvSpPr/>
          <p:nvPr/>
        </p:nvSpPr>
        <p:spPr bwMode="auto">
          <a:xfrm>
            <a:off x="9565435" y="48682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154" name="OTLSHAPE_T_e17f3958430f4cff8650518c93c7635e_Shape">
            <a:extLst>
              <a:ext uri="{FF2B5EF4-FFF2-40B4-BE49-F238E27FC236}">
                <a16:creationId xmlns:a16="http://schemas.microsoft.com/office/drawing/2014/main" id="{9525655E-37DA-46FA-B399-4FD54ACC9169}"/>
              </a:ext>
            </a:extLst>
          </p:cNvPr>
          <p:cNvSpPr/>
          <p:nvPr/>
        </p:nvSpPr>
        <p:spPr bwMode="auto">
          <a:xfrm>
            <a:off x="1044765" y="4709680"/>
            <a:ext cx="588829" cy="300225"/>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4" eaLnBrk="0" fontAlgn="base" hangingPunct="0">
              <a:spcBef>
                <a:spcPct val="0"/>
              </a:spcBef>
              <a:spcAft>
                <a:spcPct val="0"/>
              </a:spcAft>
              <a:defRPr/>
            </a:pP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HAI</a:t>
            </a:r>
            <a:endParaRPr lang="zh-CN" altLang="en-US" sz="8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grpSp>
        <p:nvGrpSpPr>
          <p:cNvPr id="6" name="组合 5">
            <a:extLst>
              <a:ext uri="{FF2B5EF4-FFF2-40B4-BE49-F238E27FC236}">
                <a16:creationId xmlns:a16="http://schemas.microsoft.com/office/drawing/2014/main" id="{7F784EF3-CF4F-41EC-9BD6-61523FB18584}"/>
              </a:ext>
            </a:extLst>
          </p:cNvPr>
          <p:cNvGrpSpPr/>
          <p:nvPr/>
        </p:nvGrpSpPr>
        <p:grpSpPr>
          <a:xfrm>
            <a:off x="810838" y="4496499"/>
            <a:ext cx="8796038" cy="799234"/>
            <a:chOff x="3649664" y="3357709"/>
            <a:chExt cx="6597024" cy="599424"/>
          </a:xfrm>
        </p:grpSpPr>
        <p:sp>
          <p:nvSpPr>
            <p:cNvPr id="155" name="OTLSHAPE_T_5a934a26f311425e8ebaa0f45e6533ad_Shape">
              <a:extLst>
                <a:ext uri="{FF2B5EF4-FFF2-40B4-BE49-F238E27FC236}">
                  <a16:creationId xmlns:a16="http://schemas.microsoft.com/office/drawing/2014/main" id="{7B21CB3F-73E7-4639-93B9-BF63BC230025}"/>
                </a:ext>
              </a:extLst>
            </p:cNvPr>
            <p:cNvSpPr/>
            <p:nvPr>
              <p:custDataLst>
                <p:tags r:id="rId14"/>
              </p:custDataLst>
            </p:nvPr>
          </p:nvSpPr>
          <p:spPr bwMode="auto">
            <a:xfrm>
              <a:off x="4325082" y="3529150"/>
              <a:ext cx="460022" cy="213623"/>
            </a:xfrm>
            <a:prstGeom prst="roundRect">
              <a:avLst/>
            </a:prstGeom>
            <a:solidFill>
              <a:schemeClr val="accent4">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a:r>
                <a:rPr lang="en-US" altLang="zh-CN" sz="800" b="1">
                  <a:solidFill>
                    <a:schemeClr val="accent1">
                      <a:lumMod val="90000"/>
                      <a:lumOff val="10000"/>
                    </a:schemeClr>
                  </a:solidFill>
                  <a:latin typeface="Calibri"/>
                  <a:cs typeface="Calibri"/>
                </a:rPr>
                <a:t>CTA+EC+HGRAC</a:t>
              </a:r>
            </a:p>
          </p:txBody>
        </p:sp>
        <p:sp>
          <p:nvSpPr>
            <p:cNvPr id="119" name="OTLSHAPE_T_e17f3958430f4cff8650518c93c7635e_Shape">
              <a:extLst>
                <a:ext uri="{FF2B5EF4-FFF2-40B4-BE49-F238E27FC236}">
                  <a16:creationId xmlns:a16="http://schemas.microsoft.com/office/drawing/2014/main" id="{662099FC-ED9E-4F3E-B442-A4B0B7E8FB0A}"/>
                </a:ext>
              </a:extLst>
            </p:cNvPr>
            <p:cNvSpPr/>
            <p:nvPr>
              <p:custDataLst>
                <p:tags r:id="rId15"/>
              </p:custDataLst>
            </p:nvPr>
          </p:nvSpPr>
          <p:spPr bwMode="auto">
            <a:xfrm>
              <a:off x="4811455" y="3519545"/>
              <a:ext cx="5435233" cy="235139"/>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a:solidFill>
                    <a:schemeClr val="accent1">
                      <a:lumMod val="90000"/>
                      <a:lumOff val="10000"/>
                    </a:schemeClr>
                  </a:solidFill>
                  <a:latin typeface="Calibri" panose="020F0502020204030204" pitchFamily="34" charset="0"/>
                  <a:cs typeface="Calibri" panose="020F0502020204030204" pitchFamily="34" charset="0"/>
                </a:rPr>
                <a:t>N: TBD</a:t>
              </a:r>
              <a:endParaRPr lang="zh-CN" altLang="en-US" sz="9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56" name="OTLSHAPE_T_e17f3958430f4cff8650518c93c7635e_StartDate">
              <a:extLst>
                <a:ext uri="{FF2B5EF4-FFF2-40B4-BE49-F238E27FC236}">
                  <a16:creationId xmlns:a16="http://schemas.microsoft.com/office/drawing/2014/main" id="{CA8287FB-A74A-431E-93EF-1A272D818151}"/>
                </a:ext>
              </a:extLst>
            </p:cNvPr>
            <p:cNvSpPr txBox="1"/>
            <p:nvPr>
              <p:custDataLst>
                <p:tags r:id="rId16"/>
              </p:custDataLst>
            </p:nvPr>
          </p:nvSpPr>
          <p:spPr>
            <a:xfrm>
              <a:off x="4063415" y="3357709"/>
              <a:ext cx="640018" cy="103874"/>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latin typeface="Calibri" panose="020F0502020204030204" pitchFamily="34" charset="0"/>
                  <a:cs typeface="Calibri" panose="020F0502020204030204" pitchFamily="34" charset="0"/>
                </a:rPr>
                <a:t>19Apr2024</a:t>
              </a:r>
              <a:endParaRPr lang="zh-CN" altLang="en-US" sz="9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58" name="OTLSHAPE_T_e17f3958430f4cff8650518c93c7635e_StartDate">
              <a:extLst>
                <a:ext uri="{FF2B5EF4-FFF2-40B4-BE49-F238E27FC236}">
                  <a16:creationId xmlns:a16="http://schemas.microsoft.com/office/drawing/2014/main" id="{4F8032B7-632B-4C3F-B9F2-AEC765DF1CCC}"/>
                </a:ext>
              </a:extLst>
            </p:cNvPr>
            <p:cNvSpPr txBox="1"/>
            <p:nvPr>
              <p:custDataLst>
                <p:tags r:id="rId17"/>
              </p:custDataLst>
            </p:nvPr>
          </p:nvSpPr>
          <p:spPr>
            <a:xfrm>
              <a:off x="3719287" y="3357709"/>
              <a:ext cx="511967" cy="103874"/>
            </a:xfrm>
            <a:prstGeom prst="rect">
              <a:avLst/>
            </a:prstGeom>
            <a:noFill/>
          </p:spPr>
          <p:txBody>
            <a:bodyPr vert="horz" wrap="square" lIns="0" tIns="0" rIns="0" bIns="0" rtlCol="0" anchor="ctr" anchorCtr="0">
              <a:spAutoFit/>
            </a:bodyPr>
            <a:lstStyle/>
            <a:p>
              <a:pPr algn="ctr"/>
              <a:r>
                <a:rPr lang="en-US" altLang="zh-CN" sz="900" b="1">
                  <a:solidFill>
                    <a:schemeClr val="accent1">
                      <a:lumMod val="90000"/>
                      <a:lumOff val="10000"/>
                    </a:schemeClr>
                  </a:solidFill>
                  <a:latin typeface="Calibri" panose="020F0502020204030204" pitchFamily="34" charset="0"/>
                  <a:cs typeface="Calibri" panose="020F0502020204030204" pitchFamily="34" charset="0"/>
                </a:rPr>
                <a:t>19Jan2024</a:t>
              </a:r>
              <a:endParaRPr lang="zh-CN" altLang="en-US" sz="9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59" name="Rectangle 37">
              <a:extLst>
                <a:ext uri="{FF2B5EF4-FFF2-40B4-BE49-F238E27FC236}">
                  <a16:creationId xmlns:a16="http://schemas.microsoft.com/office/drawing/2014/main" id="{1CD74F53-99CC-4D2D-BAA0-403AF8602264}"/>
                </a:ext>
              </a:extLst>
            </p:cNvPr>
            <p:cNvSpPr/>
            <p:nvPr/>
          </p:nvSpPr>
          <p:spPr>
            <a:xfrm>
              <a:off x="4449619" y="3760925"/>
              <a:ext cx="652121" cy="196208"/>
            </a:xfrm>
            <a:prstGeom prst="rect">
              <a:avLst/>
            </a:prstGeom>
          </p:spPr>
          <p:txBody>
            <a:bodyPr wrap="square" lIns="121920" tIns="60960" rIns="121920" bIns="60960" anchor="t">
              <a:spAutoFit/>
            </a:bodyPr>
            <a:lstStyle/>
            <a:p>
              <a:pPr algn="ctr"/>
              <a:r>
                <a:rPr lang="en-US" altLang="zh-CN" sz="900" b="1">
                  <a:solidFill>
                    <a:schemeClr val="accent1">
                      <a:lumMod val="90000"/>
                      <a:lumOff val="10000"/>
                    </a:schemeClr>
                  </a:solidFill>
                  <a:latin typeface="Calibri"/>
                  <a:cs typeface="Calibri"/>
                </a:rPr>
                <a:t>1</a:t>
              </a:r>
              <a:r>
                <a:rPr lang="en-US" altLang="zh-CN" sz="900" b="1" baseline="30000">
                  <a:solidFill>
                    <a:schemeClr val="accent1">
                      <a:lumMod val="90000"/>
                      <a:lumOff val="10000"/>
                    </a:schemeClr>
                  </a:solidFill>
                  <a:latin typeface="Calibri"/>
                  <a:cs typeface="Calibri"/>
                </a:rPr>
                <a:t>st</a:t>
              </a:r>
              <a:r>
                <a:rPr lang="en-US" altLang="zh-CN" sz="900" b="1">
                  <a:solidFill>
                    <a:schemeClr val="accent1">
                      <a:lumMod val="90000"/>
                      <a:lumOff val="10000"/>
                    </a:schemeClr>
                  </a:solidFill>
                  <a:latin typeface="Calibri"/>
                  <a:cs typeface="Calibri"/>
                </a:rPr>
                <a:t> SIV</a:t>
              </a:r>
              <a:endParaRPr lang="en-US" altLang="zh-CN" sz="9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60" name="Star: 4 Points 143">
              <a:extLst>
                <a:ext uri="{FF2B5EF4-FFF2-40B4-BE49-F238E27FC236}">
                  <a16:creationId xmlns:a16="http://schemas.microsoft.com/office/drawing/2014/main" id="{80C23234-7D3F-4C2B-8629-D6D1EB17AA2E}"/>
                </a:ext>
              </a:extLst>
            </p:cNvPr>
            <p:cNvSpPr/>
            <p:nvPr/>
          </p:nvSpPr>
          <p:spPr bwMode="auto">
            <a:xfrm>
              <a:off x="4673273" y="366794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2000">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62" name="OTLSHAPE_M_39ea6ebc19a94c9fab6ef5006c31df58_Shape">
              <a:extLst>
                <a:ext uri="{FF2B5EF4-FFF2-40B4-BE49-F238E27FC236}">
                  <a16:creationId xmlns:a16="http://schemas.microsoft.com/office/drawing/2014/main" id="{0AC96BD7-E57D-43E9-A88C-CD2CB49D9B3B}"/>
                </a:ext>
              </a:extLst>
            </p:cNvPr>
            <p:cNvSpPr/>
            <p:nvPr>
              <p:custDataLst>
                <p:tags r:id="rId18"/>
              </p:custDataLst>
            </p:nvPr>
          </p:nvSpPr>
          <p:spPr bwMode="auto">
            <a:xfrm rot="16200000">
              <a:off x="3779427" y="3681489"/>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3200">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63" name="OTLSHAPE_M_39ea6ebc19a94c9fab6ef5006c31df58_Title">
              <a:extLst>
                <a:ext uri="{FF2B5EF4-FFF2-40B4-BE49-F238E27FC236}">
                  <a16:creationId xmlns:a16="http://schemas.microsoft.com/office/drawing/2014/main" id="{32A6BBBE-79B9-4A39-B298-5124C54F195F}"/>
                </a:ext>
              </a:extLst>
            </p:cNvPr>
            <p:cNvSpPr txBox="1"/>
            <p:nvPr/>
          </p:nvSpPr>
          <p:spPr>
            <a:xfrm>
              <a:off x="3649664" y="3809025"/>
              <a:ext cx="625409" cy="103874"/>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4">
                <a:defRPr/>
              </a:pPr>
              <a:r>
                <a:rPr lang="en-US" altLang="zh-CN" sz="9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rPr>
                <a:t>Pre-IND</a:t>
              </a:r>
              <a:endParaRPr lang="zh-CN" altLang="en-US" sz="9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endParaRPr>
            </a:p>
          </p:txBody>
        </p:sp>
        <p:sp>
          <p:nvSpPr>
            <p:cNvPr id="164" name="Rectangle 37">
              <a:extLst>
                <a:ext uri="{FF2B5EF4-FFF2-40B4-BE49-F238E27FC236}">
                  <a16:creationId xmlns:a16="http://schemas.microsoft.com/office/drawing/2014/main" id="{48FBA417-C9AC-404B-9ED6-6472E9F53D35}"/>
                </a:ext>
              </a:extLst>
            </p:cNvPr>
            <p:cNvSpPr/>
            <p:nvPr/>
          </p:nvSpPr>
          <p:spPr>
            <a:xfrm>
              <a:off x="4158575" y="3771042"/>
              <a:ext cx="434254" cy="173124"/>
            </a:xfrm>
            <a:prstGeom prst="rect">
              <a:avLst/>
            </a:prstGeom>
          </p:spPr>
          <p:txBody>
            <a:bodyPr wrap="none">
              <a:spAutoFit/>
            </a:bodyPr>
            <a:lstStyle/>
            <a:p>
              <a:pPr algn="ctr"/>
              <a:r>
                <a:rPr lang="en-US" altLang="zh-CN" sz="900" b="1">
                  <a:solidFill>
                    <a:schemeClr val="accent1">
                      <a:lumMod val="90000"/>
                      <a:lumOff val="10000"/>
                    </a:schemeClr>
                  </a:solidFill>
                  <a:latin typeface="Calibri" panose="020F0502020204030204" pitchFamily="34" charset="0"/>
                  <a:cs typeface="Calibri" panose="020F0502020204030204" pitchFamily="34" charset="0"/>
                </a:rPr>
                <a:t>CTA Sub</a:t>
              </a:r>
              <a:endParaRPr lang="zh-CN" altLang="en-US" sz="900" b="1">
                <a:solidFill>
                  <a:schemeClr val="accent1">
                    <a:lumMod val="90000"/>
                    <a:lumOff val="10000"/>
                  </a:schemeClr>
                </a:solidFill>
                <a:latin typeface="Calibri" panose="020F0502020204030204" pitchFamily="34" charset="0"/>
                <a:cs typeface="Calibri" panose="020F0502020204030204" pitchFamily="34" charset="0"/>
              </a:endParaRPr>
            </a:p>
          </p:txBody>
        </p:sp>
      </p:grpSp>
      <p:sp>
        <p:nvSpPr>
          <p:cNvPr id="76" name="Rectangle: Rounded Corners 75">
            <a:extLst>
              <a:ext uri="{FF2B5EF4-FFF2-40B4-BE49-F238E27FC236}">
                <a16:creationId xmlns:a16="http://schemas.microsoft.com/office/drawing/2014/main" id="{4608E9B4-AB71-4ECC-96AF-C53237729BED}"/>
              </a:ext>
            </a:extLst>
          </p:cNvPr>
          <p:cNvSpPr/>
          <p:nvPr/>
        </p:nvSpPr>
        <p:spPr>
          <a:xfrm>
            <a:off x="1894271" y="2537365"/>
            <a:ext cx="10192610" cy="1159937"/>
          </a:xfrm>
          <a:prstGeom prst="roundRect">
            <a:avLst>
              <a:gd name="adj" fmla="val 9745"/>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1219170">
              <a:lnSpc>
                <a:spcPct val="150000"/>
              </a:lnSpc>
              <a:spcBef>
                <a:spcPts val="400"/>
              </a:spcBef>
              <a:defRPr/>
            </a:pPr>
            <a:r>
              <a:rPr lang="en-US" altLang="zh-CN" sz="1050" b="1">
                <a:solidFill>
                  <a:schemeClr val="tx1"/>
                </a:solidFill>
                <a:ea typeface="SimSun"/>
                <a:cs typeface="Times New Roman"/>
              </a:rPr>
              <a:t>Global status:</a:t>
            </a:r>
            <a:endParaRPr lang="en-US" altLang="zh-CN" sz="1050">
              <a:solidFill>
                <a:schemeClr val="tx1"/>
              </a:solidFill>
              <a:cs typeface="Calibri"/>
            </a:endParaRPr>
          </a:p>
          <a:p>
            <a:pPr marL="228594" indent="-228594" defTabSz="1625519">
              <a:lnSpc>
                <a:spcPct val="150000"/>
              </a:lnSpc>
              <a:buFont typeface="Arial" panose="020B0604020202020204" pitchFamily="34" charset="0"/>
              <a:buChar char="•"/>
              <a:defRPr/>
            </a:pPr>
            <a:r>
              <a:rPr lang="en-US" altLang="zh-CN" sz="1050">
                <a:solidFill>
                  <a:schemeClr val="tx1"/>
                </a:solidFill>
                <a:cs typeface="Calibri"/>
              </a:rPr>
              <a:t>Oct HPSC endorsed </a:t>
            </a:r>
            <a:r>
              <a:rPr lang="en-US" altLang="zh-CN" sz="1050" err="1">
                <a:solidFill>
                  <a:schemeClr val="tx1"/>
                </a:solidFill>
                <a:cs typeface="Calibri"/>
              </a:rPr>
              <a:t>RoFD</a:t>
            </a:r>
            <a:r>
              <a:rPr lang="en-US" altLang="zh-CN" sz="1050">
                <a:solidFill>
                  <a:schemeClr val="tx1"/>
                </a:solidFill>
                <a:cs typeface="Calibri"/>
              </a:rPr>
              <a:t> for </a:t>
            </a:r>
            <a:r>
              <a:rPr lang="en-US" altLang="zh-CN" sz="1050" err="1">
                <a:solidFill>
                  <a:schemeClr val="tx1"/>
                </a:solidFill>
                <a:cs typeface="Calibri"/>
              </a:rPr>
              <a:t>HFpEF</a:t>
            </a:r>
            <a:endParaRPr lang="en-US" altLang="zh-CN" sz="1050">
              <a:solidFill>
                <a:schemeClr val="tx1"/>
              </a:solidFill>
              <a:cs typeface="Calibri"/>
            </a:endParaRPr>
          </a:p>
          <a:p>
            <a:pPr marL="228594" indent="-228594" defTabSz="1625519">
              <a:lnSpc>
                <a:spcPct val="150000"/>
              </a:lnSpc>
              <a:buFont typeface="Arial" panose="020B0604020202020204" pitchFamily="34" charset="0"/>
              <a:buChar char="•"/>
              <a:defRPr/>
            </a:pPr>
            <a:r>
              <a:rPr lang="en-US" altLang="zh-CN" sz="1050">
                <a:solidFill>
                  <a:schemeClr val="tx1"/>
                </a:solidFill>
                <a:cs typeface="Calibri"/>
              </a:rPr>
              <a:t>Pre-IND feedback from HA of focus OPUs: </a:t>
            </a:r>
          </a:p>
          <a:p>
            <a:pPr marL="685794" lvl="1" indent="-228594" defTabSz="1625519">
              <a:lnSpc>
                <a:spcPct val="150000"/>
              </a:lnSpc>
              <a:buFont typeface="Times New Roman" panose="02020603050405020304" pitchFamily="18" charset="0"/>
              <a:buChar char="⁃"/>
              <a:defRPr/>
            </a:pPr>
            <a:r>
              <a:rPr lang="en-US" altLang="zh-CN" sz="1050">
                <a:solidFill>
                  <a:schemeClr val="accent1"/>
                </a:solidFill>
                <a:cs typeface="Calibri"/>
              </a:rPr>
              <a:t>FDA: Ph2 CKD data only supports the dose selection for </a:t>
            </a:r>
            <a:r>
              <a:rPr lang="en-US" altLang="zh-CN" sz="1050" err="1">
                <a:solidFill>
                  <a:schemeClr val="accent5"/>
                </a:solidFill>
                <a:cs typeface="Calibri"/>
              </a:rPr>
              <a:t>HFpEF</a:t>
            </a:r>
            <a:r>
              <a:rPr lang="en-US" altLang="zh-CN" sz="1050">
                <a:solidFill>
                  <a:schemeClr val="accent5"/>
                </a:solidFill>
                <a:cs typeface="Calibri"/>
              </a:rPr>
              <a:t> pts with albuminuria</a:t>
            </a:r>
            <a:r>
              <a:rPr lang="en-US" altLang="zh-CN" sz="1050">
                <a:solidFill>
                  <a:schemeClr val="accent1"/>
                </a:solidFill>
                <a:cs typeface="Calibri"/>
              </a:rPr>
              <a:t>, further interaction made with partial consensus</a:t>
            </a:r>
          </a:p>
          <a:p>
            <a:pPr marL="685794" lvl="1" indent="-228594" defTabSz="1625519">
              <a:lnSpc>
                <a:spcPct val="150000"/>
              </a:lnSpc>
              <a:buFont typeface="Times New Roman" panose="02020603050405020304" pitchFamily="18" charset="0"/>
              <a:buChar char="⁃"/>
              <a:defRPr/>
            </a:pPr>
            <a:r>
              <a:rPr lang="en-US" altLang="zh-CN" sz="1050">
                <a:solidFill>
                  <a:schemeClr val="accent1"/>
                </a:solidFill>
                <a:cs typeface="Calibri"/>
              </a:rPr>
              <a:t>EMA: Ph2 CKD data </a:t>
            </a:r>
            <a:r>
              <a:rPr lang="en-US" altLang="zh-CN" sz="1050">
                <a:solidFill>
                  <a:schemeClr val="accent5"/>
                </a:solidFill>
                <a:cs typeface="Calibri"/>
              </a:rPr>
              <a:t>not sufficient </a:t>
            </a:r>
            <a:r>
              <a:rPr lang="en-US" altLang="zh-CN" sz="1050">
                <a:solidFill>
                  <a:schemeClr val="accent1"/>
                </a:solidFill>
                <a:cs typeface="Calibri"/>
              </a:rPr>
              <a:t>to support the dose selection for </a:t>
            </a:r>
            <a:r>
              <a:rPr lang="en-US" altLang="zh-CN" sz="1050" err="1">
                <a:solidFill>
                  <a:schemeClr val="accent1"/>
                </a:solidFill>
                <a:cs typeface="Calibri"/>
              </a:rPr>
              <a:t>HFpEF</a:t>
            </a:r>
            <a:r>
              <a:rPr lang="en-US" altLang="zh-CN" sz="1050">
                <a:solidFill>
                  <a:schemeClr val="accent1"/>
                </a:solidFill>
                <a:cs typeface="Calibri"/>
              </a:rPr>
              <a:t> patients, CTA will be submitted without further interaction planned</a:t>
            </a:r>
          </a:p>
          <a:p>
            <a:pPr marL="228594" indent="-228594" defTabSz="1625519">
              <a:lnSpc>
                <a:spcPct val="150000"/>
              </a:lnSpc>
              <a:buFont typeface="Arial" panose="020B0604020202020204" pitchFamily="34" charset="0"/>
              <a:buChar char="•"/>
              <a:defRPr/>
            </a:pPr>
            <a:r>
              <a:rPr lang="en-US" altLang="zh-CN" sz="1050">
                <a:solidFill>
                  <a:schemeClr val="accent1"/>
                </a:solidFill>
                <a:cs typeface="Calibri"/>
              </a:rPr>
              <a:t>FPI will most likely be delayed</a:t>
            </a:r>
          </a:p>
        </p:txBody>
      </p:sp>
      <p:sp>
        <p:nvSpPr>
          <p:cNvPr id="78" name="五角星 55">
            <a:extLst>
              <a:ext uri="{FF2B5EF4-FFF2-40B4-BE49-F238E27FC236}">
                <a16:creationId xmlns:a16="http://schemas.microsoft.com/office/drawing/2014/main" id="{016E4B62-DFCF-44B8-AF1C-4761A0620F2A}"/>
              </a:ext>
            </a:extLst>
          </p:cNvPr>
          <p:cNvSpPr/>
          <p:nvPr/>
        </p:nvSpPr>
        <p:spPr bwMode="auto">
          <a:xfrm>
            <a:off x="10462069" y="2057777"/>
            <a:ext cx="192000" cy="192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sp>
        <p:nvSpPr>
          <p:cNvPr id="115" name="OTLSHAPE_M_39ea6ebc19a94c9fab6ef5006c31df58_Shape">
            <a:extLst>
              <a:ext uri="{FF2B5EF4-FFF2-40B4-BE49-F238E27FC236}">
                <a16:creationId xmlns:a16="http://schemas.microsoft.com/office/drawing/2014/main" id="{51CCDE83-0909-4490-A490-7F6960EF4F4F}"/>
              </a:ext>
            </a:extLst>
          </p:cNvPr>
          <p:cNvSpPr/>
          <p:nvPr>
            <p:custDataLst>
              <p:tags r:id="rId7"/>
            </p:custDataLst>
          </p:nvPr>
        </p:nvSpPr>
        <p:spPr bwMode="auto">
          <a:xfrm rot="16200000">
            <a:off x="1663371" y="4961865"/>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10" name="Rectangle 37">
            <a:extLst>
              <a:ext uri="{FF2B5EF4-FFF2-40B4-BE49-F238E27FC236}">
                <a16:creationId xmlns:a16="http://schemas.microsoft.com/office/drawing/2014/main" id="{E562051C-2CFA-E7FB-103C-7257DB3F6D5B}"/>
              </a:ext>
            </a:extLst>
          </p:cNvPr>
          <p:cNvSpPr/>
          <p:nvPr/>
        </p:nvSpPr>
        <p:spPr>
          <a:xfrm>
            <a:off x="2121040" y="4439729"/>
            <a:ext cx="545341" cy="230832"/>
          </a:xfrm>
          <a:prstGeom prst="rect">
            <a:avLst/>
          </a:prstGeom>
        </p:spPr>
        <p:txBody>
          <a:bodyPr wrap="none">
            <a:spAutoFit/>
          </a:bodyPr>
          <a:lstStyle/>
          <a:p>
            <a:pPr algn="ctr"/>
            <a:r>
              <a:rPr lang="en-US" altLang="zh-CN" sz="900" b="1">
                <a:solidFill>
                  <a:schemeClr val="accent1">
                    <a:lumMod val="90000"/>
                    <a:lumOff val="10000"/>
                  </a:schemeClr>
                </a:solidFill>
                <a:latin typeface="Calibri" panose="020F0502020204030204" pitchFamily="34" charset="0"/>
                <a:cs typeface="Calibri" panose="020F0502020204030204" pitchFamily="34" charset="0"/>
              </a:rPr>
              <a:t>Jul2024</a:t>
            </a:r>
            <a:endParaRPr lang="zh-CN" altLang="en-US" sz="9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B8071B24-E525-2908-A159-17891BBC6877}"/>
              </a:ext>
            </a:extLst>
          </p:cNvPr>
          <p:cNvSpPr txBox="1"/>
          <p:nvPr>
            <p:custDataLst>
              <p:tags r:id="rId8"/>
            </p:custDataLst>
          </p:nvPr>
        </p:nvSpPr>
        <p:spPr>
          <a:xfrm>
            <a:off x="883953" y="2434118"/>
            <a:ext cx="427616"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latin typeface="Calibri" panose="020F0502020204030204" pitchFamily="34" charset="0"/>
                <a:cs typeface="Calibri" panose="020F0502020204030204" pitchFamily="34" charset="0"/>
              </a:rPr>
              <a:t>15Jan</a:t>
            </a:r>
          </a:p>
          <a:p>
            <a:pPr algn="ctr"/>
            <a:r>
              <a:rPr lang="en-US" altLang="zh-CN" sz="800" b="1">
                <a:solidFill>
                  <a:schemeClr val="accent1">
                    <a:lumMod val="90000"/>
                    <a:lumOff val="10000"/>
                  </a:schemeClr>
                </a:solidFill>
                <a:latin typeface="Calibri" panose="020F0502020204030204" pitchFamily="34" charset="0"/>
                <a:cs typeface="Calibri" panose="020F0502020204030204" pitchFamily="34" charset="0"/>
              </a:rPr>
              <a:t>2024</a:t>
            </a:r>
            <a:endParaRPr lang="zh-CN" altLang="en-US" sz="8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22" name="OTLSHAPE_M_39ea6ebc19a94c9fab6ef5006c31df58_Title">
            <a:extLst>
              <a:ext uri="{FF2B5EF4-FFF2-40B4-BE49-F238E27FC236}">
                <a16:creationId xmlns:a16="http://schemas.microsoft.com/office/drawing/2014/main" id="{A741B87D-2075-CE14-0513-9278E16E13DD}"/>
              </a:ext>
            </a:extLst>
          </p:cNvPr>
          <p:cNvSpPr txBox="1"/>
          <p:nvPr/>
        </p:nvSpPr>
        <p:spPr>
          <a:xfrm>
            <a:off x="905941" y="2825389"/>
            <a:ext cx="365760" cy="24622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4">
              <a:defRPr/>
            </a:pPr>
            <a:r>
              <a:rPr lang="en-US" altLang="zh-CN" sz="8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rPr>
              <a:t>Pre-</a:t>
            </a:r>
          </a:p>
          <a:p>
            <a:pPr algn="ctr" defTabSz="914354">
              <a:defRPr/>
            </a:pPr>
            <a:r>
              <a:rPr lang="en-US" altLang="zh-CN" sz="8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rPr>
              <a:t>IND</a:t>
            </a:r>
            <a:endParaRPr lang="zh-CN" altLang="en-US" sz="8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endParaRPr>
          </a:p>
        </p:txBody>
      </p:sp>
      <p:sp>
        <p:nvSpPr>
          <p:cNvPr id="21" name="OTLSHAPE_M_39ea6ebc19a94c9fab6ef5006c31df58_Shape">
            <a:extLst>
              <a:ext uri="{FF2B5EF4-FFF2-40B4-BE49-F238E27FC236}">
                <a16:creationId xmlns:a16="http://schemas.microsoft.com/office/drawing/2014/main" id="{F671F1EA-ACBD-67CB-3EC4-0E02F1A56CB2}"/>
              </a:ext>
            </a:extLst>
          </p:cNvPr>
          <p:cNvSpPr/>
          <p:nvPr>
            <p:custDataLst>
              <p:tags r:id="rId9"/>
            </p:custDataLst>
          </p:nvPr>
        </p:nvSpPr>
        <p:spPr bwMode="auto">
          <a:xfrm rot="16200000">
            <a:off x="1049696" y="2777553"/>
            <a:ext cx="119993" cy="60959"/>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24" name="OTLSHAPE_M_39ea6ebc19a94c9fab6ef5006c31df58_Shape">
            <a:extLst>
              <a:ext uri="{FF2B5EF4-FFF2-40B4-BE49-F238E27FC236}">
                <a16:creationId xmlns:a16="http://schemas.microsoft.com/office/drawing/2014/main" id="{6E2483F5-DCD9-5AEE-49B2-FF0D448A15FF}"/>
              </a:ext>
            </a:extLst>
          </p:cNvPr>
          <p:cNvSpPr/>
          <p:nvPr>
            <p:custDataLst>
              <p:tags r:id="rId10"/>
            </p:custDataLst>
          </p:nvPr>
        </p:nvSpPr>
        <p:spPr bwMode="auto">
          <a:xfrm rot="16200000">
            <a:off x="1272027" y="2765629"/>
            <a:ext cx="119993" cy="60959"/>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25" name="OTLSHAPE_M_39ea6ebc19a94c9fab6ef5006c31df58_Title">
            <a:extLst>
              <a:ext uri="{FF2B5EF4-FFF2-40B4-BE49-F238E27FC236}">
                <a16:creationId xmlns:a16="http://schemas.microsoft.com/office/drawing/2014/main" id="{0F76C237-422B-C37D-1534-EB244BA0AF7C}"/>
              </a:ext>
            </a:extLst>
          </p:cNvPr>
          <p:cNvSpPr txBox="1"/>
          <p:nvPr/>
        </p:nvSpPr>
        <p:spPr>
          <a:xfrm>
            <a:off x="1124327" y="2814400"/>
            <a:ext cx="479259" cy="24622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4">
              <a:defRPr/>
            </a:pPr>
            <a:r>
              <a:rPr lang="en-US" altLang="zh-CN" sz="8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rPr>
              <a:t>CTA </a:t>
            </a:r>
          </a:p>
          <a:p>
            <a:pPr algn="ctr" defTabSz="914354">
              <a:defRPr/>
            </a:pPr>
            <a:r>
              <a:rPr lang="en-US" altLang="zh-CN" sz="800" b="1">
                <a:solidFill>
                  <a:schemeClr val="accent1">
                    <a:lumMod val="90000"/>
                    <a:lumOff val="10000"/>
                  </a:schemeClr>
                </a:solidFill>
                <a:latin typeface="Calibri" panose="020F0502020204030204" pitchFamily="34" charset="0"/>
                <a:ea typeface="等线" panose="02010600030101010101" pitchFamily="2" charset="-122"/>
                <a:cs typeface="Calibri" panose="020F0502020204030204" pitchFamily="34" charset="0"/>
              </a:rPr>
              <a:t>Sub/Appr</a:t>
            </a:r>
          </a:p>
        </p:txBody>
      </p:sp>
      <p:sp>
        <p:nvSpPr>
          <p:cNvPr id="26" name="OTLSHAPE_T_e17f3958430f4cff8650518c93c7635e_StartDate">
            <a:extLst>
              <a:ext uri="{FF2B5EF4-FFF2-40B4-BE49-F238E27FC236}">
                <a16:creationId xmlns:a16="http://schemas.microsoft.com/office/drawing/2014/main" id="{2EE5B264-C4AA-62F2-100E-6B171C9EB545}"/>
              </a:ext>
            </a:extLst>
          </p:cNvPr>
          <p:cNvSpPr txBox="1"/>
          <p:nvPr>
            <p:custDataLst>
              <p:tags r:id="rId11"/>
            </p:custDataLst>
          </p:nvPr>
        </p:nvSpPr>
        <p:spPr>
          <a:xfrm>
            <a:off x="1244977" y="2430708"/>
            <a:ext cx="427616"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latin typeface="Calibri" panose="020F0502020204030204" pitchFamily="34" charset="0"/>
                <a:cs typeface="Calibri" panose="020F0502020204030204" pitchFamily="34" charset="0"/>
              </a:rPr>
              <a:t>Feb/Mar</a:t>
            </a:r>
          </a:p>
          <a:p>
            <a:pPr algn="ctr"/>
            <a:r>
              <a:rPr lang="en-US" altLang="zh-CN" sz="800" b="1">
                <a:solidFill>
                  <a:schemeClr val="accent1">
                    <a:lumMod val="90000"/>
                    <a:lumOff val="10000"/>
                  </a:schemeClr>
                </a:solidFill>
                <a:latin typeface="Calibri" panose="020F0502020204030204" pitchFamily="34" charset="0"/>
                <a:cs typeface="Calibri" panose="020F0502020204030204" pitchFamily="34" charset="0"/>
              </a:rPr>
              <a:t>2024</a:t>
            </a:r>
            <a:endParaRPr lang="zh-CN" altLang="en-US" sz="800" b="1">
              <a:solidFill>
                <a:schemeClr val="accent1">
                  <a:lumMod val="90000"/>
                  <a:lumOff val="10000"/>
                </a:schemeClr>
              </a:solidFill>
              <a:latin typeface="Calibri" panose="020F0502020204030204" pitchFamily="34" charset="0"/>
              <a:cs typeface="Calibri" panose="020F0502020204030204" pitchFamily="34" charset="0"/>
            </a:endParaRPr>
          </a:p>
        </p:txBody>
      </p:sp>
      <p:sp>
        <p:nvSpPr>
          <p:cNvPr id="12" name="OTLSHAPE_M_39ea6ebc19a94c9fab6ef5006c31df58_Title">
            <a:extLst>
              <a:ext uri="{FF2B5EF4-FFF2-40B4-BE49-F238E27FC236}">
                <a16:creationId xmlns:a16="http://schemas.microsoft.com/office/drawing/2014/main" id="{3FC446E8-8BF7-CBBB-549F-9E76F71141A3}"/>
              </a:ext>
            </a:extLst>
          </p:cNvPr>
          <p:cNvSpPr txBox="1"/>
          <p:nvPr>
            <p:custDataLst>
              <p:tags r:id="rId12"/>
            </p:custDataLst>
          </p:nvPr>
        </p:nvSpPr>
        <p:spPr>
          <a:xfrm>
            <a:off x="9043189" y="5096958"/>
            <a:ext cx="1296143" cy="153888"/>
          </a:xfrm>
          <a:prstGeom prst="rect">
            <a:avLst/>
          </a:prstGeom>
          <a:noFill/>
        </p:spPr>
        <p:txBody>
          <a:bodyPr vert="horz" wrap="square" lIns="0" tIns="0" rIns="0" bIns="0" rtlCol="0" anchor="ctr" anchorCtr="0">
            <a:spAutoFit/>
          </a:bodyPr>
          <a:lstStyle/>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DBL: Jan2028 (best case)</a:t>
            </a:r>
          </a:p>
        </p:txBody>
      </p:sp>
      <p:sp>
        <p:nvSpPr>
          <p:cNvPr id="13" name="OTLSHAPE_M_39ea6ebc19a94c9fab6ef5006c31df58_Title">
            <a:extLst>
              <a:ext uri="{FF2B5EF4-FFF2-40B4-BE49-F238E27FC236}">
                <a16:creationId xmlns:a16="http://schemas.microsoft.com/office/drawing/2014/main" id="{F32B4004-3B2D-A372-8C28-BEF3F48A8E50}"/>
              </a:ext>
            </a:extLst>
          </p:cNvPr>
          <p:cNvSpPr txBox="1"/>
          <p:nvPr>
            <p:custDataLst>
              <p:tags r:id="rId13"/>
            </p:custDataLst>
          </p:nvPr>
        </p:nvSpPr>
        <p:spPr>
          <a:xfrm>
            <a:off x="10545453" y="4843760"/>
            <a:ext cx="1570347" cy="461665"/>
          </a:xfrm>
          <a:prstGeom prst="rect">
            <a:avLst/>
          </a:prstGeom>
          <a:noFill/>
        </p:spPr>
        <p:txBody>
          <a:bodyPr vert="horz" wrap="square" lIns="0" tIns="0" rIns="0" bIns="0" rtlCol="0" anchor="ctr" anchorCtr="0">
            <a:spAutoFit/>
          </a:bodyPr>
          <a:lstStyle/>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NDA appr</a:t>
            </a:r>
          </a:p>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May 2029 (best case)</a:t>
            </a:r>
          </a:p>
          <a:p>
            <a:pPr algn="ctr"/>
            <a:r>
              <a:rPr lang="en-US" altLang="zh-CN" sz="1000" b="1">
                <a:solidFill>
                  <a:schemeClr val="accent1">
                    <a:lumMod val="90000"/>
                    <a:lumOff val="10000"/>
                  </a:schemeClr>
                </a:solidFill>
                <a:latin typeface="Calibri" panose="020F0502020204030204" pitchFamily="34" charset="0"/>
                <a:cs typeface="Calibri" panose="020F0502020204030204" pitchFamily="34" charset="0"/>
              </a:rPr>
              <a:t>Dec 2029 (base case)</a:t>
            </a:r>
          </a:p>
        </p:txBody>
      </p:sp>
      <p:sp>
        <p:nvSpPr>
          <p:cNvPr id="14" name="五角星 55">
            <a:extLst>
              <a:ext uri="{FF2B5EF4-FFF2-40B4-BE49-F238E27FC236}">
                <a16:creationId xmlns:a16="http://schemas.microsoft.com/office/drawing/2014/main" id="{FA99D785-6957-D9BA-629B-B3026A41086A}"/>
              </a:ext>
            </a:extLst>
          </p:cNvPr>
          <p:cNvSpPr/>
          <p:nvPr/>
        </p:nvSpPr>
        <p:spPr bwMode="auto">
          <a:xfrm>
            <a:off x="10845019" y="4680357"/>
            <a:ext cx="192000" cy="192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sz="2400">
              <a:solidFill>
                <a:srgbClr val="FF0000"/>
              </a:solidFill>
            </a:endParaRPr>
          </a:p>
        </p:txBody>
      </p:sp>
      <p:pic>
        <p:nvPicPr>
          <p:cNvPr id="8" name="Picture 8" descr="Traffic light - Simple English Wikipedia, the free ...">
            <a:extLst>
              <a:ext uri="{FF2B5EF4-FFF2-40B4-BE49-F238E27FC236}">
                <a16:creationId xmlns:a16="http://schemas.microsoft.com/office/drawing/2014/main" id="{660BD80E-2A3D-3F63-1A01-FEE0F82D31C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a:extLst>
              <a:ext uri="{FF2B5EF4-FFF2-40B4-BE49-F238E27FC236}">
                <a16:creationId xmlns:a16="http://schemas.microsoft.com/office/drawing/2014/main" id="{76D506FA-AD45-29DD-2406-7D60BF418AEB}"/>
              </a:ext>
            </a:extLst>
          </p:cNvPr>
          <p:cNvCxnSpPr>
            <a:cxnSpLocks/>
          </p:cNvCxnSpPr>
          <p:nvPr/>
        </p:nvCxnSpPr>
        <p:spPr bwMode="auto">
          <a:xfrm flipH="1" flipV="1">
            <a:off x="1672388" y="2141150"/>
            <a:ext cx="9592" cy="4282821"/>
          </a:xfrm>
          <a:prstGeom prst="line">
            <a:avLst/>
          </a:prstGeom>
          <a:solidFill>
            <a:schemeClr val="accent1"/>
          </a:solidFill>
          <a:ln w="6350" cap="flat" cmpd="sng" algn="ctr">
            <a:solidFill>
              <a:schemeClr val="accent1"/>
            </a:solidFill>
            <a:prstDash val="dash"/>
            <a:round/>
            <a:headEnd type="none" w="med" len="med"/>
            <a:tailEnd type="none" w="med" len="med"/>
          </a:ln>
          <a:effectLst/>
        </p:spPr>
      </p:cxnSp>
      <p:sp>
        <p:nvSpPr>
          <p:cNvPr id="16" name="Arrow: Right 15">
            <a:extLst>
              <a:ext uri="{FF2B5EF4-FFF2-40B4-BE49-F238E27FC236}">
                <a16:creationId xmlns:a16="http://schemas.microsoft.com/office/drawing/2014/main" id="{73374ECB-E26D-2A3A-D3B2-C6882234BB62}"/>
              </a:ext>
            </a:extLst>
          </p:cNvPr>
          <p:cNvSpPr/>
          <p:nvPr/>
        </p:nvSpPr>
        <p:spPr bwMode="gray">
          <a:xfrm>
            <a:off x="1476888" y="2191614"/>
            <a:ext cx="182880" cy="182880"/>
          </a:xfrm>
          <a:prstGeom prst="rightArrow">
            <a:avLst>
              <a:gd name="adj1" fmla="val 63901"/>
              <a:gd name="adj2" fmla="val 50000"/>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17" name="Rectangle 16">
            <a:extLst>
              <a:ext uri="{FF2B5EF4-FFF2-40B4-BE49-F238E27FC236}">
                <a16:creationId xmlns:a16="http://schemas.microsoft.com/office/drawing/2014/main" id="{61BE4884-FA44-8697-FCC4-3E1F14CE388B}"/>
              </a:ext>
            </a:extLst>
          </p:cNvPr>
          <p:cNvSpPr/>
          <p:nvPr/>
        </p:nvSpPr>
        <p:spPr bwMode="gray">
          <a:xfrm>
            <a:off x="1047786" y="2104997"/>
            <a:ext cx="640080" cy="4255947"/>
          </a:xfrm>
          <a:prstGeom prst="rect">
            <a:avLst/>
          </a:prstGeom>
          <a:solidFill>
            <a:srgbClr val="A3E5EE">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Tree>
    <p:extLst>
      <p:ext uri="{BB962C8B-B14F-4D97-AF65-F5344CB8AC3E}">
        <p14:creationId xmlns:p14="http://schemas.microsoft.com/office/powerpoint/2010/main" val="1523911864"/>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B7265C-830D-9E8F-FA3A-36EE8B681298}"/>
              </a:ext>
            </a:extLst>
          </p:cNvPr>
          <p:cNvSpPr>
            <a:spLocks noGrp="1"/>
          </p:cNvSpPr>
          <p:nvPr>
            <p:ph type="title"/>
          </p:nvPr>
        </p:nvSpPr>
        <p:spPr/>
        <p:txBody>
          <a:bodyPr/>
          <a:lstStyle/>
          <a:p>
            <a:r>
              <a:rPr lang="en-US"/>
              <a:t>Strategic priority of Evidence team:</a:t>
            </a:r>
            <a:br>
              <a:rPr lang="en-US"/>
            </a:br>
            <a:r>
              <a:rPr lang="en-US"/>
              <a:t>CKD is the prioritized indication</a:t>
            </a:r>
            <a:endParaRPr lang="en-GB"/>
          </a:p>
        </p:txBody>
      </p:sp>
      <p:graphicFrame>
        <p:nvGraphicFramePr>
          <p:cNvPr id="23" name="Content Placeholder 22">
            <a:extLst>
              <a:ext uri="{FF2B5EF4-FFF2-40B4-BE49-F238E27FC236}">
                <a16:creationId xmlns:a16="http://schemas.microsoft.com/office/drawing/2014/main" id="{75C545B2-09C4-81D5-8BC6-46F0F02ADDB0}"/>
              </a:ext>
            </a:extLst>
          </p:cNvPr>
          <p:cNvGraphicFramePr>
            <a:graphicFrameLocks noGrp="1"/>
          </p:cNvGraphicFramePr>
          <p:nvPr>
            <p:ph idx="1"/>
            <p:extLst>
              <p:ext uri="{D42A27DB-BD31-4B8C-83A1-F6EECF244321}">
                <p14:modId xmlns:p14="http://schemas.microsoft.com/office/powerpoint/2010/main" val="2823467236"/>
              </p:ext>
            </p:extLst>
          </p:nvPr>
        </p:nvGraphicFramePr>
        <p:xfrm>
          <a:off x="848677" y="1732842"/>
          <a:ext cx="5342574" cy="175432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2F0AA263-013F-B634-1FD5-2BE2C381DA4B}"/>
              </a:ext>
            </a:extLst>
          </p:cNvPr>
          <p:cNvSpPr>
            <a:spLocks noGrp="1"/>
          </p:cNvSpPr>
          <p:nvPr>
            <p:ph type="body" sz="quarter" idx="13"/>
          </p:nvPr>
        </p:nvSpPr>
        <p:spPr>
          <a:xfrm>
            <a:off x="479424" y="6671145"/>
            <a:ext cx="11232000" cy="144000"/>
          </a:xfrm>
        </p:spPr>
        <p:txBody>
          <a:bodyPr/>
          <a:lstStyle/>
          <a:p>
            <a:endParaRPr lang="en-GB"/>
          </a:p>
        </p:txBody>
      </p:sp>
      <p:sp>
        <p:nvSpPr>
          <p:cNvPr id="3" name="Footer Placeholder 2">
            <a:extLst>
              <a:ext uri="{FF2B5EF4-FFF2-40B4-BE49-F238E27FC236}">
                <a16:creationId xmlns:a16="http://schemas.microsoft.com/office/drawing/2014/main" id="{48FD6803-62C9-B4BE-E833-B2EE9D1C2679}"/>
              </a:ext>
            </a:extLst>
          </p:cNvPr>
          <p:cNvSpPr>
            <a:spLocks noGrp="1"/>
          </p:cNvSpPr>
          <p:nvPr>
            <p:ph type="ftr" sz="quarter" idx="19"/>
          </p:nvPr>
        </p:nvSpPr>
        <p:spPr/>
        <p:txBody>
          <a:bodyPr/>
          <a:lstStyle/>
          <a:p>
            <a:r>
              <a:rPr lang="en-US"/>
              <a:t>Presentation title    |    ONLY FOR INTERNAL USE</a:t>
            </a:r>
          </a:p>
        </p:txBody>
      </p:sp>
      <p:sp>
        <p:nvSpPr>
          <p:cNvPr id="4" name="Slide Number Placeholder 3">
            <a:extLst>
              <a:ext uri="{FF2B5EF4-FFF2-40B4-BE49-F238E27FC236}">
                <a16:creationId xmlns:a16="http://schemas.microsoft.com/office/drawing/2014/main" id="{CE5C6D77-6DC8-71C5-2197-13438CB992C9}"/>
              </a:ext>
            </a:extLst>
          </p:cNvPr>
          <p:cNvSpPr>
            <a:spLocks noGrp="1"/>
          </p:cNvSpPr>
          <p:nvPr>
            <p:ph type="sldNum" sz="quarter" idx="20"/>
          </p:nvPr>
        </p:nvSpPr>
        <p:spPr/>
        <p:txBody>
          <a:bodyPr/>
          <a:lstStyle/>
          <a:p>
            <a:fld id="{8FF9B0DE-3FEB-4AA0-B465-B80EF7C1333D}" type="slidenum">
              <a:rPr lang="en-US" smtClean="0"/>
              <a:pPr/>
              <a:t>38</a:t>
            </a:fld>
            <a:endParaRPr lang="en-US"/>
          </a:p>
        </p:txBody>
      </p:sp>
      <p:cxnSp>
        <p:nvCxnSpPr>
          <p:cNvPr id="9" name="Straight Arrow Connector 8">
            <a:extLst>
              <a:ext uri="{FF2B5EF4-FFF2-40B4-BE49-F238E27FC236}">
                <a16:creationId xmlns:a16="http://schemas.microsoft.com/office/drawing/2014/main" id="{918BF7B8-7A87-05A6-F170-E928704FA987}"/>
              </a:ext>
            </a:extLst>
          </p:cNvPr>
          <p:cNvCxnSpPr/>
          <p:nvPr/>
        </p:nvCxnSpPr>
        <p:spPr bwMode="gray">
          <a:xfrm flipV="1">
            <a:off x="1563133" y="4138789"/>
            <a:ext cx="0" cy="164592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0F8014D-A744-B13A-6A51-0395FD30AD83}"/>
              </a:ext>
            </a:extLst>
          </p:cNvPr>
          <p:cNvCxnSpPr>
            <a:cxnSpLocks/>
          </p:cNvCxnSpPr>
          <p:nvPr/>
        </p:nvCxnSpPr>
        <p:spPr bwMode="gray">
          <a:xfrm rot="5400000" flipV="1">
            <a:off x="2934733" y="4413109"/>
            <a:ext cx="0" cy="274320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3409252-8AD6-F622-C1AC-61ADB1BC64B0}"/>
              </a:ext>
            </a:extLst>
          </p:cNvPr>
          <p:cNvSpPr txBox="1"/>
          <p:nvPr/>
        </p:nvSpPr>
        <p:spPr bwMode="gray">
          <a:xfrm rot="16200000">
            <a:off x="487424" y="4816841"/>
            <a:ext cx="1699538" cy="236924"/>
          </a:xfrm>
          <a:prstGeom prst="rect">
            <a:avLst/>
          </a:prstGeom>
          <a:noFill/>
        </p:spPr>
        <p:txBody>
          <a:bodyPr wrap="square" lIns="0" tIns="0" rIns="0" bIns="0" rtlCol="0">
            <a:spAutoFit/>
          </a:bodyPr>
          <a:lstStyle/>
          <a:p>
            <a:pPr algn="l">
              <a:lnSpc>
                <a:spcPct val="140000"/>
              </a:lnSpc>
            </a:pPr>
            <a:r>
              <a:rPr lang="en-GB" sz="1200"/>
              <a:t>Probability of success</a:t>
            </a:r>
          </a:p>
        </p:txBody>
      </p:sp>
      <p:sp>
        <p:nvSpPr>
          <p:cNvPr id="12" name="TextBox 11">
            <a:extLst>
              <a:ext uri="{FF2B5EF4-FFF2-40B4-BE49-F238E27FC236}">
                <a16:creationId xmlns:a16="http://schemas.microsoft.com/office/drawing/2014/main" id="{B5912880-DC75-720E-E120-AA76A7A2C20E}"/>
              </a:ext>
            </a:extLst>
          </p:cNvPr>
          <p:cNvSpPr txBox="1"/>
          <p:nvPr/>
        </p:nvSpPr>
        <p:spPr bwMode="gray">
          <a:xfrm>
            <a:off x="1915435" y="5782601"/>
            <a:ext cx="2607927" cy="236924"/>
          </a:xfrm>
          <a:prstGeom prst="rect">
            <a:avLst/>
          </a:prstGeom>
          <a:noFill/>
        </p:spPr>
        <p:txBody>
          <a:bodyPr wrap="square" lIns="0" tIns="0" rIns="0" bIns="0" rtlCol="0">
            <a:spAutoFit/>
          </a:bodyPr>
          <a:lstStyle/>
          <a:p>
            <a:pPr algn="l">
              <a:lnSpc>
                <a:spcPct val="140000"/>
              </a:lnSpc>
            </a:pPr>
            <a:r>
              <a:rPr lang="en-GB" sz="1200"/>
              <a:t>Significance of unmet needs</a:t>
            </a:r>
          </a:p>
        </p:txBody>
      </p:sp>
      <p:cxnSp>
        <p:nvCxnSpPr>
          <p:cNvPr id="14" name="Straight Connector 13">
            <a:extLst>
              <a:ext uri="{FF2B5EF4-FFF2-40B4-BE49-F238E27FC236}">
                <a16:creationId xmlns:a16="http://schemas.microsoft.com/office/drawing/2014/main" id="{D7BD84A5-B0E9-1101-F499-A2C483449B99}"/>
              </a:ext>
            </a:extLst>
          </p:cNvPr>
          <p:cNvCxnSpPr/>
          <p:nvPr/>
        </p:nvCxnSpPr>
        <p:spPr bwMode="gray">
          <a:xfrm>
            <a:off x="1563132" y="4961749"/>
            <a:ext cx="2743200" cy="0"/>
          </a:xfrm>
          <a:prstGeom prst="line">
            <a:avLst/>
          </a:prstGeom>
          <a:ln w="6350">
            <a:solidFill>
              <a:srgbClr val="B7B6B2"/>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FD12850-EBC0-1247-5657-79B5A2351D5D}"/>
              </a:ext>
            </a:extLst>
          </p:cNvPr>
          <p:cNvCxnSpPr>
            <a:cxnSpLocks/>
          </p:cNvCxnSpPr>
          <p:nvPr/>
        </p:nvCxnSpPr>
        <p:spPr bwMode="gray">
          <a:xfrm rot="16200000">
            <a:off x="2105507" y="4961749"/>
            <a:ext cx="1645920" cy="0"/>
          </a:xfrm>
          <a:prstGeom prst="line">
            <a:avLst/>
          </a:prstGeom>
          <a:ln w="6350">
            <a:solidFill>
              <a:srgbClr val="B7B6B2"/>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9E819DD-A022-0BDE-54EE-34D3276300A2}"/>
              </a:ext>
            </a:extLst>
          </p:cNvPr>
          <p:cNvSpPr txBox="1"/>
          <p:nvPr/>
        </p:nvSpPr>
        <p:spPr bwMode="gray">
          <a:xfrm>
            <a:off x="1233444" y="5846090"/>
            <a:ext cx="914400" cy="207301"/>
          </a:xfrm>
          <a:prstGeom prst="rect">
            <a:avLst/>
          </a:prstGeom>
          <a:noFill/>
        </p:spPr>
        <p:txBody>
          <a:bodyPr wrap="square" lIns="0" tIns="0" rIns="0" bIns="0" rtlCol="0">
            <a:spAutoFit/>
          </a:bodyPr>
          <a:lstStyle/>
          <a:p>
            <a:pPr algn="l">
              <a:lnSpc>
                <a:spcPct val="140000"/>
              </a:lnSpc>
            </a:pPr>
            <a:r>
              <a:rPr lang="en-GB" sz="1050">
                <a:solidFill>
                  <a:schemeClr val="accent1"/>
                </a:solidFill>
              </a:rPr>
              <a:t>LOW</a:t>
            </a:r>
          </a:p>
        </p:txBody>
      </p:sp>
      <p:sp>
        <p:nvSpPr>
          <p:cNvPr id="17" name="TextBox 16">
            <a:extLst>
              <a:ext uri="{FF2B5EF4-FFF2-40B4-BE49-F238E27FC236}">
                <a16:creationId xmlns:a16="http://schemas.microsoft.com/office/drawing/2014/main" id="{713010D8-5203-7843-1544-D1BF5BDF22F2}"/>
              </a:ext>
            </a:extLst>
          </p:cNvPr>
          <p:cNvSpPr txBox="1"/>
          <p:nvPr/>
        </p:nvSpPr>
        <p:spPr bwMode="gray">
          <a:xfrm>
            <a:off x="4190654" y="5846090"/>
            <a:ext cx="914400" cy="207301"/>
          </a:xfrm>
          <a:prstGeom prst="rect">
            <a:avLst/>
          </a:prstGeom>
          <a:noFill/>
        </p:spPr>
        <p:txBody>
          <a:bodyPr wrap="square" lIns="0" tIns="0" rIns="0" bIns="0" rtlCol="0">
            <a:spAutoFit/>
          </a:bodyPr>
          <a:lstStyle/>
          <a:p>
            <a:pPr algn="l">
              <a:lnSpc>
                <a:spcPct val="140000"/>
              </a:lnSpc>
            </a:pPr>
            <a:r>
              <a:rPr lang="en-GB" sz="1050">
                <a:solidFill>
                  <a:schemeClr val="accent1"/>
                </a:solidFill>
              </a:rPr>
              <a:t>HIGH</a:t>
            </a:r>
          </a:p>
        </p:txBody>
      </p:sp>
      <p:sp>
        <p:nvSpPr>
          <p:cNvPr id="18" name="TextBox 17">
            <a:extLst>
              <a:ext uri="{FF2B5EF4-FFF2-40B4-BE49-F238E27FC236}">
                <a16:creationId xmlns:a16="http://schemas.microsoft.com/office/drawing/2014/main" id="{C6687B4E-78CB-1B06-D55F-E1734E475E58}"/>
              </a:ext>
            </a:extLst>
          </p:cNvPr>
          <p:cNvSpPr txBox="1"/>
          <p:nvPr/>
        </p:nvSpPr>
        <p:spPr bwMode="gray">
          <a:xfrm>
            <a:off x="1202517" y="3951193"/>
            <a:ext cx="914400" cy="207301"/>
          </a:xfrm>
          <a:prstGeom prst="rect">
            <a:avLst/>
          </a:prstGeom>
          <a:noFill/>
        </p:spPr>
        <p:txBody>
          <a:bodyPr wrap="square" lIns="0" tIns="0" rIns="0" bIns="0" rtlCol="0">
            <a:spAutoFit/>
          </a:bodyPr>
          <a:lstStyle/>
          <a:p>
            <a:pPr algn="l">
              <a:lnSpc>
                <a:spcPct val="140000"/>
              </a:lnSpc>
            </a:pPr>
            <a:r>
              <a:rPr lang="en-GB" sz="1050">
                <a:solidFill>
                  <a:schemeClr val="accent1"/>
                </a:solidFill>
              </a:rPr>
              <a:t>HIGH</a:t>
            </a:r>
          </a:p>
        </p:txBody>
      </p:sp>
      <p:sp>
        <p:nvSpPr>
          <p:cNvPr id="19" name="Oval 18">
            <a:extLst>
              <a:ext uri="{FF2B5EF4-FFF2-40B4-BE49-F238E27FC236}">
                <a16:creationId xmlns:a16="http://schemas.microsoft.com/office/drawing/2014/main" id="{DB42CDA8-B1A4-1D92-7F73-9854E66A5ADA}"/>
              </a:ext>
            </a:extLst>
          </p:cNvPr>
          <p:cNvSpPr/>
          <p:nvPr/>
        </p:nvSpPr>
        <p:spPr bwMode="gray">
          <a:xfrm>
            <a:off x="3518013" y="4264788"/>
            <a:ext cx="365760" cy="365760"/>
          </a:xfrm>
          <a:prstGeom prst="ellipse">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0" name="Oval 19">
            <a:extLst>
              <a:ext uri="{FF2B5EF4-FFF2-40B4-BE49-F238E27FC236}">
                <a16:creationId xmlns:a16="http://schemas.microsoft.com/office/drawing/2014/main" id="{DA8BBA81-F16F-B31C-F240-DA72E58AD234}"/>
              </a:ext>
            </a:extLst>
          </p:cNvPr>
          <p:cNvSpPr/>
          <p:nvPr/>
        </p:nvSpPr>
        <p:spPr bwMode="gray">
          <a:xfrm>
            <a:off x="3827200" y="4950786"/>
            <a:ext cx="228600" cy="228600"/>
          </a:xfrm>
          <a:prstGeom prst="ellipse">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4" name="TextBox 23">
            <a:extLst>
              <a:ext uri="{FF2B5EF4-FFF2-40B4-BE49-F238E27FC236}">
                <a16:creationId xmlns:a16="http://schemas.microsoft.com/office/drawing/2014/main" id="{B17A34B9-B371-EF82-C9D2-8151BDEB13B9}"/>
              </a:ext>
            </a:extLst>
          </p:cNvPr>
          <p:cNvSpPr txBox="1"/>
          <p:nvPr/>
        </p:nvSpPr>
        <p:spPr bwMode="gray">
          <a:xfrm>
            <a:off x="1443025" y="3383518"/>
            <a:ext cx="830345" cy="207301"/>
          </a:xfrm>
          <a:prstGeom prst="rect">
            <a:avLst/>
          </a:prstGeom>
          <a:noFill/>
        </p:spPr>
        <p:txBody>
          <a:bodyPr wrap="square" lIns="0" tIns="0" rIns="0" bIns="0" rtlCol="0">
            <a:spAutoFit/>
          </a:bodyPr>
          <a:lstStyle/>
          <a:p>
            <a:pPr algn="l">
              <a:lnSpc>
                <a:spcPct val="140000"/>
              </a:lnSpc>
            </a:pPr>
            <a:r>
              <a:rPr lang="en-US" sz="1050">
                <a:solidFill>
                  <a:schemeClr val="accent1"/>
                </a:solidFill>
              </a:rPr>
              <a:t>CKD + </a:t>
            </a:r>
            <a:r>
              <a:rPr lang="en-US" sz="1050" err="1">
                <a:solidFill>
                  <a:schemeClr val="accent1"/>
                </a:solidFill>
              </a:rPr>
              <a:t>HFpEF</a:t>
            </a:r>
            <a:endParaRPr lang="en-GB" sz="1050">
              <a:solidFill>
                <a:schemeClr val="accent1"/>
              </a:solidFill>
            </a:endParaRPr>
          </a:p>
        </p:txBody>
      </p:sp>
      <p:sp>
        <p:nvSpPr>
          <p:cNvPr id="25" name="TextBox 24">
            <a:extLst>
              <a:ext uri="{FF2B5EF4-FFF2-40B4-BE49-F238E27FC236}">
                <a16:creationId xmlns:a16="http://schemas.microsoft.com/office/drawing/2014/main" id="{A9893AA6-B537-03DE-A46A-A1333B50429F}"/>
              </a:ext>
            </a:extLst>
          </p:cNvPr>
          <p:cNvSpPr txBox="1"/>
          <p:nvPr/>
        </p:nvSpPr>
        <p:spPr bwMode="gray">
          <a:xfrm>
            <a:off x="2312282" y="3403331"/>
            <a:ext cx="976717" cy="433517"/>
          </a:xfrm>
          <a:prstGeom prst="rect">
            <a:avLst/>
          </a:prstGeom>
          <a:noFill/>
        </p:spPr>
        <p:txBody>
          <a:bodyPr wrap="square" lIns="0" tIns="0" rIns="0" bIns="0" rtlCol="0">
            <a:spAutoFit/>
          </a:bodyPr>
          <a:lstStyle/>
          <a:p>
            <a:pPr algn="ctr">
              <a:lnSpc>
                <a:spcPct val="140000"/>
              </a:lnSpc>
            </a:pPr>
            <a:r>
              <a:rPr lang="en-US" sz="1050">
                <a:solidFill>
                  <a:schemeClr val="accent1"/>
                </a:solidFill>
              </a:rPr>
              <a:t>CKD + </a:t>
            </a:r>
            <a:r>
              <a:rPr lang="en-US" sz="1050" err="1">
                <a:solidFill>
                  <a:schemeClr val="accent1"/>
                </a:solidFill>
              </a:rPr>
              <a:t>HFpEF</a:t>
            </a:r>
            <a:endParaRPr lang="en-US" sz="1050">
              <a:solidFill>
                <a:schemeClr val="accent1"/>
              </a:solidFill>
            </a:endParaRPr>
          </a:p>
          <a:p>
            <a:pPr algn="ctr">
              <a:lnSpc>
                <a:spcPct val="140000"/>
              </a:lnSpc>
            </a:pPr>
            <a:r>
              <a:rPr lang="en-US" sz="1050">
                <a:solidFill>
                  <a:schemeClr val="accent1"/>
                </a:solidFill>
              </a:rPr>
              <a:t>+ </a:t>
            </a:r>
            <a:r>
              <a:rPr lang="en-US" sz="1050" err="1">
                <a:solidFill>
                  <a:schemeClr val="accent1"/>
                </a:solidFill>
              </a:rPr>
              <a:t>rHTN</a:t>
            </a:r>
            <a:endParaRPr lang="en-GB" sz="1050">
              <a:solidFill>
                <a:schemeClr val="accent1"/>
              </a:solidFill>
            </a:endParaRPr>
          </a:p>
        </p:txBody>
      </p:sp>
      <p:sp>
        <p:nvSpPr>
          <p:cNvPr id="26" name="TextBox 25">
            <a:extLst>
              <a:ext uri="{FF2B5EF4-FFF2-40B4-BE49-F238E27FC236}">
                <a16:creationId xmlns:a16="http://schemas.microsoft.com/office/drawing/2014/main" id="{3463E471-1E55-E1F9-D226-5BE9579D70FA}"/>
              </a:ext>
            </a:extLst>
          </p:cNvPr>
          <p:cNvSpPr txBox="1"/>
          <p:nvPr/>
        </p:nvSpPr>
        <p:spPr bwMode="gray">
          <a:xfrm>
            <a:off x="3327911" y="3403330"/>
            <a:ext cx="976717" cy="433517"/>
          </a:xfrm>
          <a:prstGeom prst="rect">
            <a:avLst/>
          </a:prstGeom>
          <a:noFill/>
        </p:spPr>
        <p:txBody>
          <a:bodyPr wrap="square" lIns="0" tIns="0" rIns="0" bIns="0" rtlCol="0">
            <a:spAutoFit/>
          </a:bodyPr>
          <a:lstStyle/>
          <a:p>
            <a:pPr algn="ctr">
              <a:lnSpc>
                <a:spcPct val="140000"/>
              </a:lnSpc>
            </a:pPr>
            <a:r>
              <a:rPr lang="en-US" sz="1050">
                <a:solidFill>
                  <a:schemeClr val="accent1"/>
                </a:solidFill>
              </a:rPr>
              <a:t>CKD + </a:t>
            </a:r>
            <a:r>
              <a:rPr lang="en-US" sz="1050" err="1">
                <a:solidFill>
                  <a:schemeClr val="accent1"/>
                </a:solidFill>
              </a:rPr>
              <a:t>HFpEF</a:t>
            </a:r>
            <a:endParaRPr lang="en-US" sz="1050">
              <a:solidFill>
                <a:schemeClr val="accent1"/>
              </a:solidFill>
            </a:endParaRPr>
          </a:p>
          <a:p>
            <a:pPr algn="ctr">
              <a:lnSpc>
                <a:spcPct val="140000"/>
              </a:lnSpc>
            </a:pPr>
            <a:r>
              <a:rPr lang="en-US" sz="1050">
                <a:solidFill>
                  <a:schemeClr val="accent1"/>
                </a:solidFill>
              </a:rPr>
              <a:t>+ </a:t>
            </a:r>
            <a:r>
              <a:rPr lang="en-US" sz="1050" err="1">
                <a:solidFill>
                  <a:schemeClr val="accent1"/>
                </a:solidFill>
              </a:rPr>
              <a:t>HFrEF</a:t>
            </a:r>
            <a:endParaRPr lang="en-GB" sz="1050">
              <a:solidFill>
                <a:schemeClr val="accent1"/>
              </a:solidFill>
            </a:endParaRPr>
          </a:p>
        </p:txBody>
      </p:sp>
      <p:sp>
        <p:nvSpPr>
          <p:cNvPr id="27" name="TextBox 26">
            <a:extLst>
              <a:ext uri="{FF2B5EF4-FFF2-40B4-BE49-F238E27FC236}">
                <a16:creationId xmlns:a16="http://schemas.microsoft.com/office/drawing/2014/main" id="{7BE6471E-544E-688C-53F6-E1C4ED9B2F88}"/>
              </a:ext>
            </a:extLst>
          </p:cNvPr>
          <p:cNvSpPr txBox="1"/>
          <p:nvPr/>
        </p:nvSpPr>
        <p:spPr bwMode="gray">
          <a:xfrm>
            <a:off x="4343540" y="3403330"/>
            <a:ext cx="976717" cy="433517"/>
          </a:xfrm>
          <a:prstGeom prst="rect">
            <a:avLst/>
          </a:prstGeom>
          <a:noFill/>
        </p:spPr>
        <p:txBody>
          <a:bodyPr wrap="square" lIns="0" tIns="0" rIns="0" bIns="0" rtlCol="0">
            <a:spAutoFit/>
          </a:bodyPr>
          <a:lstStyle/>
          <a:p>
            <a:pPr algn="ctr">
              <a:lnSpc>
                <a:spcPct val="140000"/>
              </a:lnSpc>
            </a:pPr>
            <a:r>
              <a:rPr lang="en-US" sz="1050">
                <a:solidFill>
                  <a:schemeClr val="accent1"/>
                </a:solidFill>
              </a:rPr>
              <a:t>CKD + </a:t>
            </a:r>
            <a:r>
              <a:rPr lang="en-US" sz="1050" err="1">
                <a:solidFill>
                  <a:schemeClr val="accent1"/>
                </a:solidFill>
              </a:rPr>
              <a:t>HFpEF</a:t>
            </a:r>
            <a:endParaRPr lang="en-US" sz="1050">
              <a:solidFill>
                <a:schemeClr val="accent1"/>
              </a:solidFill>
            </a:endParaRPr>
          </a:p>
          <a:p>
            <a:pPr algn="ctr">
              <a:lnSpc>
                <a:spcPct val="140000"/>
              </a:lnSpc>
            </a:pPr>
            <a:r>
              <a:rPr lang="en-US" sz="1050">
                <a:solidFill>
                  <a:schemeClr val="accent1"/>
                </a:solidFill>
              </a:rPr>
              <a:t>+ </a:t>
            </a:r>
            <a:r>
              <a:rPr lang="en-US" sz="1050" err="1">
                <a:solidFill>
                  <a:schemeClr val="accent1"/>
                </a:solidFill>
              </a:rPr>
              <a:t>HFrEF</a:t>
            </a:r>
            <a:r>
              <a:rPr lang="en-US" sz="1050">
                <a:solidFill>
                  <a:schemeClr val="accent1"/>
                </a:solidFill>
              </a:rPr>
              <a:t> +</a:t>
            </a:r>
            <a:r>
              <a:rPr lang="en-US" sz="1050" err="1">
                <a:solidFill>
                  <a:schemeClr val="accent1"/>
                </a:solidFill>
              </a:rPr>
              <a:t>rHTN</a:t>
            </a:r>
            <a:endParaRPr lang="en-GB" sz="1050">
              <a:solidFill>
                <a:schemeClr val="accent1"/>
              </a:solidFill>
            </a:endParaRPr>
          </a:p>
        </p:txBody>
      </p:sp>
      <p:sp>
        <p:nvSpPr>
          <p:cNvPr id="28" name="Oval 27">
            <a:extLst>
              <a:ext uri="{FF2B5EF4-FFF2-40B4-BE49-F238E27FC236}">
                <a16:creationId xmlns:a16="http://schemas.microsoft.com/office/drawing/2014/main" id="{AA03BEB3-A2EB-88B4-2620-87215200288A}"/>
              </a:ext>
            </a:extLst>
          </p:cNvPr>
          <p:cNvSpPr/>
          <p:nvPr/>
        </p:nvSpPr>
        <p:spPr bwMode="gray">
          <a:xfrm>
            <a:off x="1823995" y="5006546"/>
            <a:ext cx="91440" cy="91440"/>
          </a:xfrm>
          <a:prstGeom prst="ellipse">
            <a:avLst/>
          </a:prstGeom>
          <a:solidFill>
            <a:schemeClr val="accent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9" name="Oval 28">
            <a:extLst>
              <a:ext uri="{FF2B5EF4-FFF2-40B4-BE49-F238E27FC236}">
                <a16:creationId xmlns:a16="http://schemas.microsoft.com/office/drawing/2014/main" id="{3DF7D1DF-118A-92D7-A789-41C341532AF2}"/>
              </a:ext>
            </a:extLst>
          </p:cNvPr>
          <p:cNvSpPr/>
          <p:nvPr/>
        </p:nvSpPr>
        <p:spPr bwMode="gray">
          <a:xfrm>
            <a:off x="2791307" y="4344474"/>
            <a:ext cx="137160" cy="137160"/>
          </a:xfrm>
          <a:prstGeom prst="ellipse">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30" name="TextBox 29">
            <a:extLst>
              <a:ext uri="{FF2B5EF4-FFF2-40B4-BE49-F238E27FC236}">
                <a16:creationId xmlns:a16="http://schemas.microsoft.com/office/drawing/2014/main" id="{009E8DCE-EFD6-0FCA-2C31-3876604C771D}"/>
              </a:ext>
            </a:extLst>
          </p:cNvPr>
          <p:cNvSpPr txBox="1"/>
          <p:nvPr/>
        </p:nvSpPr>
        <p:spPr bwMode="gray">
          <a:xfrm>
            <a:off x="4763986" y="5052266"/>
            <a:ext cx="1188742" cy="307777"/>
          </a:xfrm>
          <a:prstGeom prst="rect">
            <a:avLst/>
          </a:prstGeom>
          <a:noFill/>
        </p:spPr>
        <p:txBody>
          <a:bodyPr wrap="square" lIns="0" tIns="0" rIns="0" bIns="0" rtlCol="0">
            <a:spAutoFit/>
          </a:bodyPr>
          <a:lstStyle/>
          <a:p>
            <a:pPr algn="l"/>
            <a:r>
              <a:rPr lang="en-US" sz="1000"/>
              <a:t>* bubble size stands for revenue</a:t>
            </a:r>
            <a:endParaRPr lang="en-GB" sz="1000"/>
          </a:p>
        </p:txBody>
      </p:sp>
      <p:sp>
        <p:nvSpPr>
          <p:cNvPr id="31" name="TextBox 30">
            <a:extLst>
              <a:ext uri="{FF2B5EF4-FFF2-40B4-BE49-F238E27FC236}">
                <a16:creationId xmlns:a16="http://schemas.microsoft.com/office/drawing/2014/main" id="{2138423F-63C8-9545-8CA0-89CDBFAEBFA3}"/>
              </a:ext>
            </a:extLst>
          </p:cNvPr>
          <p:cNvSpPr txBox="1"/>
          <p:nvPr/>
        </p:nvSpPr>
        <p:spPr bwMode="gray">
          <a:xfrm>
            <a:off x="4013330" y="4279499"/>
            <a:ext cx="1049254" cy="236924"/>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GB" sz="1200"/>
              <a:t>CKD</a:t>
            </a:r>
          </a:p>
        </p:txBody>
      </p:sp>
      <p:sp>
        <p:nvSpPr>
          <p:cNvPr id="32" name="TextBox 31">
            <a:extLst>
              <a:ext uri="{FF2B5EF4-FFF2-40B4-BE49-F238E27FC236}">
                <a16:creationId xmlns:a16="http://schemas.microsoft.com/office/drawing/2014/main" id="{D952F8F4-DA4D-7C4E-7249-C72D32CDB193}"/>
              </a:ext>
            </a:extLst>
          </p:cNvPr>
          <p:cNvSpPr txBox="1"/>
          <p:nvPr/>
        </p:nvSpPr>
        <p:spPr bwMode="gray">
          <a:xfrm>
            <a:off x="3941500" y="5219802"/>
            <a:ext cx="1049254" cy="236924"/>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GB" sz="1200" err="1"/>
              <a:t>HFpEF</a:t>
            </a:r>
            <a:endParaRPr lang="en-GB" sz="1200"/>
          </a:p>
        </p:txBody>
      </p:sp>
      <p:sp>
        <p:nvSpPr>
          <p:cNvPr id="2" name="Oval 1">
            <a:extLst>
              <a:ext uri="{FF2B5EF4-FFF2-40B4-BE49-F238E27FC236}">
                <a16:creationId xmlns:a16="http://schemas.microsoft.com/office/drawing/2014/main" id="{03CC42D7-861E-F1AF-03E0-00ADCDD1FC44}"/>
              </a:ext>
            </a:extLst>
          </p:cNvPr>
          <p:cNvSpPr/>
          <p:nvPr/>
        </p:nvSpPr>
        <p:spPr bwMode="gray">
          <a:xfrm>
            <a:off x="7254783" y="2247900"/>
            <a:ext cx="365760" cy="365760"/>
          </a:xfrm>
          <a:prstGeom prst="ellipse">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GB" sz="1600">
                <a:solidFill>
                  <a:schemeClr val="accent2"/>
                </a:solidFill>
              </a:rPr>
              <a:t>1</a:t>
            </a:r>
          </a:p>
        </p:txBody>
      </p:sp>
      <p:sp>
        <p:nvSpPr>
          <p:cNvPr id="6" name="Oval 5">
            <a:extLst>
              <a:ext uri="{FF2B5EF4-FFF2-40B4-BE49-F238E27FC236}">
                <a16:creationId xmlns:a16="http://schemas.microsoft.com/office/drawing/2014/main" id="{0FB12D96-2321-8030-DA34-4AA4EC18AC3A}"/>
              </a:ext>
            </a:extLst>
          </p:cNvPr>
          <p:cNvSpPr/>
          <p:nvPr/>
        </p:nvSpPr>
        <p:spPr bwMode="gray">
          <a:xfrm>
            <a:off x="7254783" y="3623537"/>
            <a:ext cx="365760" cy="365760"/>
          </a:xfrm>
          <a:prstGeom prst="ellipse">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GB" sz="1600">
                <a:solidFill>
                  <a:schemeClr val="accent2"/>
                </a:solidFill>
              </a:rPr>
              <a:t>2</a:t>
            </a:r>
          </a:p>
        </p:txBody>
      </p:sp>
      <p:sp>
        <p:nvSpPr>
          <p:cNvPr id="8" name="Oval 7">
            <a:extLst>
              <a:ext uri="{FF2B5EF4-FFF2-40B4-BE49-F238E27FC236}">
                <a16:creationId xmlns:a16="http://schemas.microsoft.com/office/drawing/2014/main" id="{2E8AB1CD-35BA-A482-EC8F-FC9C5B716BF3}"/>
              </a:ext>
            </a:extLst>
          </p:cNvPr>
          <p:cNvSpPr/>
          <p:nvPr/>
        </p:nvSpPr>
        <p:spPr bwMode="gray">
          <a:xfrm>
            <a:off x="7254783" y="5155384"/>
            <a:ext cx="365760" cy="365760"/>
          </a:xfrm>
          <a:prstGeom prst="ellipse">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GB" sz="1600">
                <a:solidFill>
                  <a:schemeClr val="accent2"/>
                </a:solidFill>
              </a:rPr>
              <a:t>3</a:t>
            </a:r>
          </a:p>
        </p:txBody>
      </p:sp>
      <p:sp>
        <p:nvSpPr>
          <p:cNvPr id="13" name="TextBox 12">
            <a:extLst>
              <a:ext uri="{FF2B5EF4-FFF2-40B4-BE49-F238E27FC236}">
                <a16:creationId xmlns:a16="http://schemas.microsoft.com/office/drawing/2014/main" id="{2967435A-B22A-7B85-D912-DFCFB22087CB}"/>
              </a:ext>
            </a:extLst>
          </p:cNvPr>
          <p:cNvSpPr txBox="1"/>
          <p:nvPr/>
        </p:nvSpPr>
        <p:spPr bwMode="gray">
          <a:xfrm>
            <a:off x="7923509" y="2166905"/>
            <a:ext cx="3686175" cy="660630"/>
          </a:xfrm>
          <a:prstGeom prst="rect">
            <a:avLst/>
          </a:prstGeom>
          <a:noFill/>
        </p:spPr>
        <p:txBody>
          <a:bodyPr wrap="square" lIns="0" tIns="0" rIns="0" bIns="0" rtlCol="0">
            <a:spAutoFit/>
          </a:bodyPr>
          <a:lstStyle/>
          <a:p>
            <a:pPr algn="l">
              <a:lnSpc>
                <a:spcPct val="140000"/>
              </a:lnSpc>
            </a:pPr>
            <a:r>
              <a:rPr lang="en-GB" sz="1600"/>
              <a:t>Strategic and tactical plannings for </a:t>
            </a:r>
            <a:r>
              <a:rPr lang="en-US" sz="1600"/>
              <a:t>asset</a:t>
            </a:r>
            <a:endParaRPr lang="en-GB" sz="1600"/>
          </a:p>
        </p:txBody>
      </p:sp>
      <p:sp>
        <p:nvSpPr>
          <p:cNvPr id="21" name="TextBox 20">
            <a:extLst>
              <a:ext uri="{FF2B5EF4-FFF2-40B4-BE49-F238E27FC236}">
                <a16:creationId xmlns:a16="http://schemas.microsoft.com/office/drawing/2014/main" id="{EABC773F-72E1-C2A4-718A-CDE709926063}"/>
              </a:ext>
            </a:extLst>
          </p:cNvPr>
          <p:cNvSpPr txBox="1"/>
          <p:nvPr/>
        </p:nvSpPr>
        <p:spPr bwMode="gray">
          <a:xfrm>
            <a:off x="7943997" y="3583930"/>
            <a:ext cx="3686175" cy="660630"/>
          </a:xfrm>
          <a:prstGeom prst="rect">
            <a:avLst/>
          </a:prstGeom>
          <a:noFill/>
        </p:spPr>
        <p:txBody>
          <a:bodyPr wrap="square" lIns="0" tIns="0" rIns="0" bIns="0" rtlCol="0">
            <a:spAutoFit/>
          </a:bodyPr>
          <a:lstStyle/>
          <a:p>
            <a:pPr algn="l">
              <a:lnSpc>
                <a:spcPct val="140000"/>
              </a:lnSpc>
            </a:pPr>
            <a:r>
              <a:rPr lang="en-GB" sz="1600"/>
              <a:t>Local management and excellence of outsourced trials </a:t>
            </a:r>
          </a:p>
        </p:txBody>
      </p:sp>
      <p:sp>
        <p:nvSpPr>
          <p:cNvPr id="22" name="TextBox 21">
            <a:extLst>
              <a:ext uri="{FF2B5EF4-FFF2-40B4-BE49-F238E27FC236}">
                <a16:creationId xmlns:a16="http://schemas.microsoft.com/office/drawing/2014/main" id="{62D2B6B3-CAAC-5725-C488-55324A5571CA}"/>
              </a:ext>
            </a:extLst>
          </p:cNvPr>
          <p:cNvSpPr txBox="1"/>
          <p:nvPr/>
        </p:nvSpPr>
        <p:spPr bwMode="gray">
          <a:xfrm>
            <a:off x="7923509" y="5078971"/>
            <a:ext cx="3686175" cy="660630"/>
          </a:xfrm>
          <a:prstGeom prst="rect">
            <a:avLst/>
          </a:prstGeom>
          <a:noFill/>
        </p:spPr>
        <p:txBody>
          <a:bodyPr wrap="square" lIns="0" tIns="0" rIns="0" bIns="0" rtlCol="0">
            <a:spAutoFit/>
          </a:bodyPr>
          <a:lstStyle/>
          <a:p>
            <a:pPr algn="l">
              <a:lnSpc>
                <a:spcPct val="140000"/>
              </a:lnSpc>
            </a:pPr>
            <a:r>
              <a:rPr lang="en-GB" sz="1600"/>
              <a:t>Pre-launch activities to maximise asset value and educate market</a:t>
            </a:r>
          </a:p>
        </p:txBody>
      </p:sp>
      <p:sp>
        <p:nvSpPr>
          <p:cNvPr id="34" name="TextBox 33">
            <a:extLst>
              <a:ext uri="{FF2B5EF4-FFF2-40B4-BE49-F238E27FC236}">
                <a16:creationId xmlns:a16="http://schemas.microsoft.com/office/drawing/2014/main" id="{A4CABC3B-6E9F-BDD0-C2AD-D227A446E7C6}"/>
              </a:ext>
            </a:extLst>
          </p:cNvPr>
          <p:cNvSpPr txBox="1"/>
          <p:nvPr/>
        </p:nvSpPr>
        <p:spPr bwMode="gray">
          <a:xfrm>
            <a:off x="7426562" y="1384148"/>
            <a:ext cx="4336995" cy="315920"/>
          </a:xfrm>
          <a:prstGeom prst="rect">
            <a:avLst/>
          </a:prstGeom>
          <a:noFill/>
        </p:spPr>
        <p:txBody>
          <a:bodyPr wrap="square" lIns="0" tIns="0" rIns="0" bIns="0" rtlCol="0">
            <a:spAutoFit/>
          </a:bodyPr>
          <a:lstStyle/>
          <a:p>
            <a:pPr algn="l">
              <a:lnSpc>
                <a:spcPct val="140000"/>
              </a:lnSpc>
            </a:pPr>
            <a:r>
              <a:rPr lang="en-US" sz="1600" b="1"/>
              <a:t>Strategic Imperatives For Evidence Team</a:t>
            </a:r>
            <a:endParaRPr lang="en-GB" sz="1600" b="1"/>
          </a:p>
        </p:txBody>
      </p:sp>
      <p:cxnSp>
        <p:nvCxnSpPr>
          <p:cNvPr id="36" name="Straight Connector 35">
            <a:extLst>
              <a:ext uri="{FF2B5EF4-FFF2-40B4-BE49-F238E27FC236}">
                <a16:creationId xmlns:a16="http://schemas.microsoft.com/office/drawing/2014/main" id="{922AAD11-DDA1-E461-C5E9-4F64737E0EBD}"/>
              </a:ext>
            </a:extLst>
          </p:cNvPr>
          <p:cNvCxnSpPr>
            <a:cxnSpLocks/>
          </p:cNvCxnSpPr>
          <p:nvPr/>
        </p:nvCxnSpPr>
        <p:spPr bwMode="gray">
          <a:xfrm>
            <a:off x="7823300" y="3190875"/>
            <a:ext cx="3927567" cy="0"/>
          </a:xfrm>
          <a:prstGeom prst="line">
            <a:avLst/>
          </a:prstGeom>
          <a:ln w="6350">
            <a:solidFill>
              <a:srgbClr val="89888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1E4BDC7-5510-1454-B397-28BDB4E0A7FC}"/>
              </a:ext>
            </a:extLst>
          </p:cNvPr>
          <p:cNvCxnSpPr>
            <a:cxnSpLocks/>
          </p:cNvCxnSpPr>
          <p:nvPr/>
        </p:nvCxnSpPr>
        <p:spPr bwMode="gray">
          <a:xfrm>
            <a:off x="7823300" y="4595934"/>
            <a:ext cx="3927567" cy="0"/>
          </a:xfrm>
          <a:prstGeom prst="line">
            <a:avLst/>
          </a:prstGeom>
          <a:ln w="6350">
            <a:solidFill>
              <a:srgbClr val="89888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97433CA-8FC7-0097-B657-A5D54FD57D18}"/>
              </a:ext>
            </a:extLst>
          </p:cNvPr>
          <p:cNvCxnSpPr/>
          <p:nvPr/>
        </p:nvCxnSpPr>
        <p:spPr bwMode="gray">
          <a:xfrm>
            <a:off x="6677025" y="2002623"/>
            <a:ext cx="0" cy="41148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6F4046B-7CE2-583B-47B4-034383E11F07}"/>
              </a:ext>
            </a:extLst>
          </p:cNvPr>
          <p:cNvSpPr txBox="1"/>
          <p:nvPr/>
        </p:nvSpPr>
        <p:spPr bwMode="gray">
          <a:xfrm>
            <a:off x="2865968" y="4518964"/>
            <a:ext cx="1049254" cy="236924"/>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sz="1200"/>
              <a:t>r</a:t>
            </a:r>
            <a:r>
              <a:rPr lang="en-GB" sz="1200"/>
              <a:t>HTN</a:t>
            </a:r>
          </a:p>
        </p:txBody>
      </p:sp>
      <p:sp>
        <p:nvSpPr>
          <p:cNvPr id="41" name="TextBox 40">
            <a:extLst>
              <a:ext uri="{FF2B5EF4-FFF2-40B4-BE49-F238E27FC236}">
                <a16:creationId xmlns:a16="http://schemas.microsoft.com/office/drawing/2014/main" id="{184B96C2-5474-1CB1-DAE2-236BBBFDFB30}"/>
              </a:ext>
            </a:extLst>
          </p:cNvPr>
          <p:cNvSpPr txBox="1"/>
          <p:nvPr/>
        </p:nvSpPr>
        <p:spPr bwMode="gray">
          <a:xfrm>
            <a:off x="1964442" y="5022768"/>
            <a:ext cx="1049254" cy="236924"/>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sz="1200" err="1"/>
              <a:t>HFrEF</a:t>
            </a:r>
            <a:endParaRPr lang="en-GB" sz="1200"/>
          </a:p>
        </p:txBody>
      </p:sp>
      <p:sp>
        <p:nvSpPr>
          <p:cNvPr id="42" name="TextBox 41">
            <a:extLst>
              <a:ext uri="{FF2B5EF4-FFF2-40B4-BE49-F238E27FC236}">
                <a16:creationId xmlns:a16="http://schemas.microsoft.com/office/drawing/2014/main" id="{6295A8A3-68F9-5015-D4E3-8A968783B0DF}"/>
              </a:ext>
            </a:extLst>
          </p:cNvPr>
          <p:cNvSpPr txBox="1"/>
          <p:nvPr/>
        </p:nvSpPr>
        <p:spPr bwMode="gray">
          <a:xfrm rot="16200000">
            <a:off x="-274398" y="2214665"/>
            <a:ext cx="1914525" cy="235385"/>
          </a:xfrm>
          <a:prstGeom prst="rect">
            <a:avLst/>
          </a:prstGeom>
          <a:noFill/>
        </p:spPr>
        <p:txBody>
          <a:bodyPr wrap="square" lIns="0" tIns="0" rIns="0" bIns="0" rtlCol="0">
            <a:spAutoFit/>
          </a:bodyPr>
          <a:lstStyle/>
          <a:p>
            <a:pPr algn="l">
              <a:lnSpc>
                <a:spcPct val="140000"/>
              </a:lnSpc>
            </a:pPr>
            <a:r>
              <a:rPr lang="en-US" sz="1200"/>
              <a:t>Net </a:t>
            </a:r>
            <a:r>
              <a:rPr lang="en-US" sz="1200">
                <a:solidFill>
                  <a:schemeClr val="accent1"/>
                </a:solidFill>
              </a:rPr>
              <a:t>revenue</a:t>
            </a:r>
            <a:r>
              <a:rPr lang="en-US" sz="1200"/>
              <a:t>, in Mn</a:t>
            </a:r>
            <a:r>
              <a:rPr lang="en-US" sz="1200">
                <a:latin typeface="Times New Roman" panose="02020603050405020304" pitchFamily="18" charset="0"/>
                <a:cs typeface="Times New Roman" panose="02020603050405020304" pitchFamily="18" charset="0"/>
              </a:rPr>
              <a:t>€</a:t>
            </a:r>
            <a:endParaRPr lang="en-GB" sz="1200"/>
          </a:p>
        </p:txBody>
      </p:sp>
      <p:sp>
        <p:nvSpPr>
          <p:cNvPr id="43" name="TextBox 42">
            <a:extLst>
              <a:ext uri="{FF2B5EF4-FFF2-40B4-BE49-F238E27FC236}">
                <a16:creationId xmlns:a16="http://schemas.microsoft.com/office/drawing/2014/main" id="{1DE88D21-AA84-F8A5-FCF6-870A94F83741}"/>
              </a:ext>
            </a:extLst>
          </p:cNvPr>
          <p:cNvSpPr txBox="1"/>
          <p:nvPr/>
        </p:nvSpPr>
        <p:spPr bwMode="gray">
          <a:xfrm>
            <a:off x="2489069" y="1375548"/>
            <a:ext cx="3527355" cy="276422"/>
          </a:xfrm>
          <a:prstGeom prst="rect">
            <a:avLst/>
          </a:prstGeom>
          <a:noFill/>
        </p:spPr>
        <p:txBody>
          <a:bodyPr wrap="square" lIns="0" tIns="0" rIns="0" bIns="0" rtlCol="0">
            <a:spAutoFit/>
          </a:bodyPr>
          <a:lstStyle/>
          <a:p>
            <a:pPr algn="l">
              <a:lnSpc>
                <a:spcPct val="140000"/>
              </a:lnSpc>
            </a:pPr>
            <a:r>
              <a:rPr lang="en-US" sz="1400" b="1"/>
              <a:t>Peak sales(2034)</a:t>
            </a:r>
          </a:p>
        </p:txBody>
      </p:sp>
    </p:spTree>
    <p:extLst>
      <p:ext uri="{BB962C8B-B14F-4D97-AF65-F5344CB8AC3E}">
        <p14:creationId xmlns:p14="http://schemas.microsoft.com/office/powerpoint/2010/main" val="477836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ltLang="zh-CN" b="1"/>
              <a:t>EMPA </a:t>
            </a:r>
            <a:r>
              <a:rPr lang="en-US" b="1"/>
              <a:t>Projects</a:t>
            </a:r>
            <a:endParaRPr lang="en-US"/>
          </a:p>
        </p:txBody>
      </p:sp>
      <p:sp>
        <p:nvSpPr>
          <p:cNvPr id="3" name="Subtitle 2">
            <a:extLst>
              <a:ext uri="{FF2B5EF4-FFF2-40B4-BE49-F238E27FC236}">
                <a16:creationId xmlns:a16="http://schemas.microsoft.com/office/drawing/2014/main" id="{7E84BB9D-A560-B107-D02C-6E613DA594C3}"/>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39</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335510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el 9">
            <a:extLst>
              <a:ext uri="{FF2B5EF4-FFF2-40B4-BE49-F238E27FC236}">
                <a16:creationId xmlns:a16="http://schemas.microsoft.com/office/drawing/2014/main" id="{53299843-81DD-5B28-8387-FDBB1ABC34BF}"/>
              </a:ext>
            </a:extLst>
          </p:cNvPr>
          <p:cNvSpPr txBox="1">
            <a:spLocks/>
          </p:cNvSpPr>
          <p:nvPr/>
        </p:nvSpPr>
        <p:spPr bwMode="gray">
          <a:xfrm>
            <a:off x="479424" y="477000"/>
            <a:ext cx="11233151" cy="720000"/>
          </a:xfrm>
          <a:prstGeom prst="rect">
            <a:avLst/>
          </a:prstGeom>
        </p:spPr>
        <p:txBody>
          <a:bodyPr vert="horz"/>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Primary endpoint - Time to first HHF or all−cause mortality </a:t>
            </a:r>
          </a:p>
        </p:txBody>
      </p:sp>
      <p:pic>
        <p:nvPicPr>
          <p:cNvPr id="10" name="Picture 9">
            <a:extLst>
              <a:ext uri="{FF2B5EF4-FFF2-40B4-BE49-F238E27FC236}">
                <a16:creationId xmlns:a16="http://schemas.microsoft.com/office/drawing/2014/main" id="{4C0ED06B-2BFB-8548-7DCC-B6394370FDEC}"/>
              </a:ext>
            </a:extLst>
          </p:cNvPr>
          <p:cNvPicPr>
            <a:picLocks noChangeAspect="1"/>
          </p:cNvPicPr>
          <p:nvPr/>
        </p:nvPicPr>
        <p:blipFill>
          <a:blip r:embed="rId3"/>
          <a:stretch>
            <a:fillRect/>
          </a:stretch>
        </p:blipFill>
        <p:spPr>
          <a:xfrm>
            <a:off x="8195101" y="1415296"/>
            <a:ext cx="3650827" cy="2736858"/>
          </a:xfrm>
          <a:prstGeom prst="rect">
            <a:avLst/>
          </a:prstGeom>
        </p:spPr>
      </p:pic>
      <p:pic>
        <p:nvPicPr>
          <p:cNvPr id="12" name="Picture 11">
            <a:extLst>
              <a:ext uri="{FF2B5EF4-FFF2-40B4-BE49-F238E27FC236}">
                <a16:creationId xmlns:a16="http://schemas.microsoft.com/office/drawing/2014/main" id="{DBBE0491-5EC2-E925-0AFC-0547334BED3F}"/>
              </a:ext>
            </a:extLst>
          </p:cNvPr>
          <p:cNvPicPr>
            <a:picLocks noChangeAspect="1"/>
          </p:cNvPicPr>
          <p:nvPr/>
        </p:nvPicPr>
        <p:blipFill>
          <a:blip r:embed="rId4"/>
          <a:stretch>
            <a:fillRect/>
          </a:stretch>
        </p:blipFill>
        <p:spPr>
          <a:xfrm>
            <a:off x="202515" y="1415296"/>
            <a:ext cx="3650827" cy="2736858"/>
          </a:xfrm>
          <a:prstGeom prst="rect">
            <a:avLst/>
          </a:prstGeom>
        </p:spPr>
      </p:pic>
      <p:pic>
        <p:nvPicPr>
          <p:cNvPr id="14" name="Picture 13">
            <a:extLst>
              <a:ext uri="{FF2B5EF4-FFF2-40B4-BE49-F238E27FC236}">
                <a16:creationId xmlns:a16="http://schemas.microsoft.com/office/drawing/2014/main" id="{A0BE8E5E-0AD7-E943-5985-3B54A3E9CCD6}"/>
              </a:ext>
            </a:extLst>
          </p:cNvPr>
          <p:cNvPicPr>
            <a:picLocks noChangeAspect="1"/>
          </p:cNvPicPr>
          <p:nvPr/>
        </p:nvPicPr>
        <p:blipFill>
          <a:blip r:embed="rId5"/>
          <a:stretch>
            <a:fillRect/>
          </a:stretch>
        </p:blipFill>
        <p:spPr>
          <a:xfrm>
            <a:off x="4212679" y="1431245"/>
            <a:ext cx="3624384" cy="2736858"/>
          </a:xfrm>
          <a:prstGeom prst="rect">
            <a:avLst/>
          </a:prstGeom>
        </p:spPr>
      </p:pic>
      <p:sp>
        <p:nvSpPr>
          <p:cNvPr id="15" name="Textplatzhalter 8">
            <a:extLst>
              <a:ext uri="{FF2B5EF4-FFF2-40B4-BE49-F238E27FC236}">
                <a16:creationId xmlns:a16="http://schemas.microsoft.com/office/drawing/2014/main" id="{7E9EBA58-D647-21EC-1786-D0EB5793F785}"/>
              </a:ext>
            </a:extLst>
          </p:cNvPr>
          <p:cNvSpPr txBox="1">
            <a:spLocks/>
          </p:cNvSpPr>
          <p:nvPr/>
        </p:nvSpPr>
        <p:spPr bwMode="gray">
          <a:xfrm>
            <a:off x="8350102"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CN</a:t>
            </a:r>
          </a:p>
        </p:txBody>
      </p:sp>
      <p:sp>
        <p:nvSpPr>
          <p:cNvPr id="16" name="Textplatzhalter 8">
            <a:extLst>
              <a:ext uri="{FF2B5EF4-FFF2-40B4-BE49-F238E27FC236}">
                <a16:creationId xmlns:a16="http://schemas.microsoft.com/office/drawing/2014/main" id="{F433F8F3-1354-1AA9-0007-142D5ADAA34A}"/>
              </a:ext>
            </a:extLst>
          </p:cNvPr>
          <p:cNvSpPr txBox="1">
            <a:spLocks/>
          </p:cNvSpPr>
          <p:nvPr/>
        </p:nvSpPr>
        <p:spPr bwMode="gray">
          <a:xfrm>
            <a:off x="359234"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Global</a:t>
            </a:r>
          </a:p>
        </p:txBody>
      </p:sp>
      <p:sp>
        <p:nvSpPr>
          <p:cNvPr id="17" name="Textplatzhalter 8">
            <a:extLst>
              <a:ext uri="{FF2B5EF4-FFF2-40B4-BE49-F238E27FC236}">
                <a16:creationId xmlns:a16="http://schemas.microsoft.com/office/drawing/2014/main" id="{549BDFC4-AF83-7988-165B-B1DA3F1EAB98}"/>
              </a:ext>
            </a:extLst>
          </p:cNvPr>
          <p:cNvSpPr txBox="1">
            <a:spLocks/>
          </p:cNvSpPr>
          <p:nvPr/>
        </p:nvSpPr>
        <p:spPr bwMode="gray">
          <a:xfrm>
            <a:off x="4350238"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EA</a:t>
            </a:r>
          </a:p>
        </p:txBody>
      </p:sp>
      <p:graphicFrame>
        <p:nvGraphicFramePr>
          <p:cNvPr id="7" name="Inhaltsplatzhalter 11">
            <a:extLst>
              <a:ext uri="{FF2B5EF4-FFF2-40B4-BE49-F238E27FC236}">
                <a16:creationId xmlns:a16="http://schemas.microsoft.com/office/drawing/2014/main" id="{56F9157C-8098-0FE6-C312-D7A03222D73A}"/>
              </a:ext>
            </a:extLst>
          </p:cNvPr>
          <p:cNvGraphicFramePr>
            <a:graphicFrameLocks/>
          </p:cNvGraphicFramePr>
          <p:nvPr/>
        </p:nvGraphicFramePr>
        <p:xfrm>
          <a:off x="359234" y="4174577"/>
          <a:ext cx="11331575" cy="1648560"/>
        </p:xfrm>
        <a:graphic>
          <a:graphicData uri="http://schemas.openxmlformats.org/drawingml/2006/table">
            <a:tbl>
              <a:tblPr firstRow="1" bandRow="1">
                <a:tableStyleId>{5C22544A-7EE6-4342-B048-85BDC9FD1C3A}</a:tableStyleId>
              </a:tblPr>
              <a:tblGrid>
                <a:gridCol w="2169737">
                  <a:extLst>
                    <a:ext uri="{9D8B030D-6E8A-4147-A177-3AD203B41FA5}">
                      <a16:colId xmlns:a16="http://schemas.microsoft.com/office/drawing/2014/main" val="2389719309"/>
                    </a:ext>
                  </a:extLst>
                </a:gridCol>
                <a:gridCol w="1331207">
                  <a:extLst>
                    <a:ext uri="{9D8B030D-6E8A-4147-A177-3AD203B41FA5}">
                      <a16:colId xmlns:a16="http://schemas.microsoft.com/office/drawing/2014/main" val="2084804323"/>
                    </a:ext>
                  </a:extLst>
                </a:gridCol>
                <a:gridCol w="1722739">
                  <a:extLst>
                    <a:ext uri="{9D8B030D-6E8A-4147-A177-3AD203B41FA5}">
                      <a16:colId xmlns:a16="http://schemas.microsoft.com/office/drawing/2014/main" val="339305269"/>
                    </a:ext>
                  </a:extLst>
                </a:gridCol>
                <a:gridCol w="1409514">
                  <a:extLst>
                    <a:ext uri="{9D8B030D-6E8A-4147-A177-3AD203B41FA5}">
                      <a16:colId xmlns:a16="http://schemas.microsoft.com/office/drawing/2014/main" val="1564904073"/>
                    </a:ext>
                  </a:extLst>
                </a:gridCol>
                <a:gridCol w="1644432">
                  <a:extLst>
                    <a:ext uri="{9D8B030D-6E8A-4147-A177-3AD203B41FA5}">
                      <a16:colId xmlns:a16="http://schemas.microsoft.com/office/drawing/2014/main" val="1657188596"/>
                    </a:ext>
                  </a:extLst>
                </a:gridCol>
                <a:gridCol w="1409514">
                  <a:extLst>
                    <a:ext uri="{9D8B030D-6E8A-4147-A177-3AD203B41FA5}">
                      <a16:colId xmlns:a16="http://schemas.microsoft.com/office/drawing/2014/main" val="2275645487"/>
                    </a:ext>
                  </a:extLst>
                </a:gridCol>
                <a:gridCol w="1644432">
                  <a:extLst>
                    <a:ext uri="{9D8B030D-6E8A-4147-A177-3AD203B41FA5}">
                      <a16:colId xmlns:a16="http://schemas.microsoft.com/office/drawing/2014/main" val="418550560"/>
                    </a:ext>
                  </a:extLst>
                </a:gridCol>
              </a:tblGrid>
              <a:tr h="0">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Global</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EA</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CN</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684171"/>
                  </a:ext>
                </a:extLst>
              </a:tr>
              <a:tr h="173488">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160993">
                <a:tc>
                  <a:txBody>
                    <a:bodyPr/>
                    <a:lstStyle/>
                    <a:p>
                      <a:r>
                        <a:rPr lang="en-US" altLang="zh-CN" sz="800"/>
                        <a:t># of </a:t>
                      </a:r>
                      <a:r>
                        <a:rPr lang="en-US" altLang="zh-CN" sz="800" err="1"/>
                        <a:t>analy</a:t>
                      </a:r>
                      <a:r>
                        <a:rPr lang="en-US" altLang="zh-CN" sz="800"/>
                        <a:t>. pts</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3262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3260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277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274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99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109 </a:t>
                      </a:r>
                      <a:r>
                        <a:rPr kumimoji="0" lang="en-US" altLang="zh-CN" sz="800" b="0" i="0" u="none" strike="noStrike" kern="1200" cap="none" spc="0" normalizeH="0" baseline="0" noProof="0">
                          <a:ln>
                            <a:noFill/>
                          </a:ln>
                          <a:solidFill>
                            <a:schemeClr val="tx1"/>
                          </a:solidFill>
                          <a:effectLst/>
                          <a:uLnTx/>
                          <a:uFillTx/>
                          <a:latin typeface="+mn-lt"/>
                          <a:ea typeface="+mn-ea"/>
                          <a:cs typeface="+mn-cs"/>
                        </a:rPr>
                        <a:t>(100.0)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007421"/>
                  </a:ext>
                </a:extLst>
              </a:tr>
              <a:tr h="160993">
                <a:tc>
                  <a:txBody>
                    <a:bodyPr/>
                    <a:lstStyle/>
                    <a:p>
                      <a:r>
                        <a:rPr lang="en-US" altLang="zh-CN" sz="800"/>
                        <a:t># of pts with event; N(%)</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298 (9.1)</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267 (8.2)</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21 (7.6)</a:t>
                      </a:r>
                      <a:endParaRPr lang="zh-CN" altLang="en-US" sz="8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12 (4.4)</a:t>
                      </a:r>
                      <a:endParaRPr lang="zh-CN" altLang="en-US" sz="80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9 (9.1)</a:t>
                      </a:r>
                      <a:endParaRPr lang="zh-CN" altLang="en-US" sz="8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6 (5.5)</a:t>
                      </a:r>
                      <a:endParaRPr lang="zh-CN" altLang="en-US" sz="8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492539"/>
                  </a:ext>
                </a:extLst>
              </a:tr>
              <a:tr h="252989">
                <a:tc>
                  <a:txBody>
                    <a:bodyPr/>
                    <a:lstStyle/>
                    <a:p>
                      <a:r>
                        <a:rPr lang="en-US" altLang="zh-CN" sz="800"/>
                        <a:t>Incidence rate ( pts with event per 100 pt years at risk )</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6.58</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5.85</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6.46</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3.63</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7.86</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4.49</a:t>
                      </a: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4118043"/>
                  </a:ext>
                </a:extLst>
              </a:tr>
              <a:tr h="160993">
                <a:tc>
                  <a:txBody>
                    <a:bodyPr/>
                    <a:lstStyle/>
                    <a:p>
                      <a:pPr lvl="0">
                        <a:buNone/>
                      </a:pPr>
                      <a:r>
                        <a:rPr lang="en-US" sz="800" b="0" i="0" u="none" strike="noStrike" noProof="0">
                          <a:solidFill>
                            <a:schemeClr val="tx1"/>
                          </a:solidFill>
                          <a:latin typeface="Boehringer Forward Text"/>
                        </a:rPr>
                        <a:t>EMPA vs Plb </a:t>
                      </a:r>
                      <a:r>
                        <a:rPr lang="en-US" altLang="zh-CN" sz="800"/>
                        <a:t>HR* (95% CI)</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0.90 (0.76,1.06)</a:t>
                      </a:r>
                      <a:endParaRPr lang="zh-CN" altLang="en-US" sz="800">
                        <a:highlight>
                          <a:srgbClr val="FFFF00"/>
                        </a:highligh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highlight>
                          <a:srgbClr val="FFFF00"/>
                        </a:highligh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0.52 (0.25,1.08)</a:t>
                      </a:r>
                      <a:endParaRPr lang="zh-CN" altLang="en-US" sz="800">
                        <a:highlight>
                          <a:srgbClr val="FFFF00"/>
                        </a:highligh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highlight>
                          <a:srgbClr val="FFFF00"/>
                        </a:highligh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0.42 (0.14,1.29)</a:t>
                      </a:r>
                      <a:endParaRPr lang="zh-CN" altLang="en-US" sz="800">
                        <a:highlight>
                          <a:srgbClr val="FFFF00"/>
                        </a:highligh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5704233"/>
                  </a:ext>
                </a:extLst>
              </a:tr>
              <a:tr h="160993">
                <a:tc>
                  <a:txBody>
                    <a:bodyPr/>
                    <a:lstStyle/>
                    <a:p>
                      <a:r>
                        <a:rPr lang="en-US" altLang="zh-CN" sz="800"/>
                        <a:t>P-value</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0.2061</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a:t>
                      </a: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2145109"/>
                  </a:ext>
                </a:extLst>
              </a:tr>
            </a:tbl>
          </a:graphicData>
        </a:graphic>
      </p:graphicFrame>
      <p:sp>
        <p:nvSpPr>
          <p:cNvPr id="8" name="Textplatzhalter 8">
            <a:extLst>
              <a:ext uri="{FF2B5EF4-FFF2-40B4-BE49-F238E27FC236}">
                <a16:creationId xmlns:a16="http://schemas.microsoft.com/office/drawing/2014/main" id="{0243A9A0-EA6E-887F-6290-94C8BAB58CF1}"/>
              </a:ext>
            </a:extLst>
          </p:cNvPr>
          <p:cNvSpPr>
            <a:spLocks noGrp="1"/>
          </p:cNvSpPr>
          <p:nvPr>
            <p:ph type="body" sz="quarter" idx="13"/>
          </p:nvPr>
        </p:nvSpPr>
        <p:spPr bwMode="gray">
          <a:xfrm>
            <a:off x="335442" y="6027886"/>
            <a:ext cx="11233150" cy="144462"/>
          </a:xfrm>
        </p:spPr>
        <p:txBody>
          <a:bodyPr/>
          <a:lstStyle/>
          <a:p>
            <a:r>
              <a:rPr lang="en-US"/>
              <a:t>* </a:t>
            </a:r>
            <a:r>
              <a:rPr lang="en-US" altLang="zh-CN" sz="800"/>
              <a:t>Hazard ratio (EMPA vs. </a:t>
            </a:r>
            <a:r>
              <a:rPr lang="en-US" altLang="zh-CN" sz="800" err="1"/>
              <a:t>Plb</a:t>
            </a:r>
            <a:r>
              <a:rPr lang="en-US" altLang="zh-CN" sz="800"/>
              <a:t>)  </a:t>
            </a:r>
            <a:r>
              <a:rPr lang="en-US"/>
              <a:t>based on a Cox regression model with terms for age [years], T2D at baseline, region, baseline eGFR (CKD−EPI) [ml/min/1.73m²] (4 cat.), baseline LVEF [%] (2 cat.), persistent or permanent atrial fibrillation at baseline, history of MI, peripheral artery disease at baseline, smoking at baseline and treatment.</a:t>
            </a:r>
          </a:p>
        </p:txBody>
      </p:sp>
      <p:sp>
        <p:nvSpPr>
          <p:cNvPr id="2" name="TextBox 1">
            <a:extLst>
              <a:ext uri="{FF2B5EF4-FFF2-40B4-BE49-F238E27FC236}">
                <a16:creationId xmlns:a16="http://schemas.microsoft.com/office/drawing/2014/main" id="{841E18E6-949D-EB56-A6C6-F9909B19B888}"/>
              </a:ext>
            </a:extLst>
          </p:cNvPr>
          <p:cNvSpPr txBox="1"/>
          <p:nvPr/>
        </p:nvSpPr>
        <p:spPr bwMode="gray">
          <a:xfrm>
            <a:off x="2027928" y="6179252"/>
            <a:ext cx="4950907" cy="315920"/>
          </a:xfrm>
          <a:prstGeom prst="rect">
            <a:avLst/>
          </a:prstGeom>
          <a:noFill/>
        </p:spPr>
        <p:txBody>
          <a:bodyPr wrap="none" lIns="0" tIns="0" rIns="0" bIns="0" rtlCol="0">
            <a:spAutoFit/>
          </a:bodyPr>
          <a:lstStyle/>
          <a:p>
            <a:pPr marL="180000" indent="-180000" algn="l">
              <a:lnSpc>
                <a:spcPct val="140000"/>
              </a:lnSpc>
              <a:buFont typeface="Arial" panose="020B0604020202020204" pitchFamily="34" charset="0"/>
              <a:buChar char="•"/>
            </a:pPr>
            <a:r>
              <a:rPr lang="en-US" altLang="zh-CN" sz="1600"/>
              <a:t>No difference in risk of HHF or all−cause mortality </a:t>
            </a:r>
            <a:endParaRPr lang="zh-CN" altLang="en-US" sz="1600"/>
          </a:p>
        </p:txBody>
      </p:sp>
    </p:spTree>
    <p:extLst>
      <p:ext uri="{BB962C8B-B14F-4D97-AF65-F5344CB8AC3E}">
        <p14:creationId xmlns:p14="http://schemas.microsoft.com/office/powerpoint/2010/main" val="21309547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Inhaltsplatzhalter 11">
            <a:extLst>
              <a:ext uri="{FF2B5EF4-FFF2-40B4-BE49-F238E27FC236}">
                <a16:creationId xmlns:a16="http://schemas.microsoft.com/office/drawing/2014/main" id="{32449BE3-D3EF-7FB3-B78A-1539FD252FAC}"/>
              </a:ext>
            </a:extLst>
          </p:cNvPr>
          <p:cNvGraphicFramePr>
            <a:graphicFrameLocks/>
          </p:cNvGraphicFramePr>
          <p:nvPr/>
        </p:nvGraphicFramePr>
        <p:xfrm>
          <a:off x="479425" y="4267200"/>
          <a:ext cx="10945167" cy="1770480"/>
        </p:xfrm>
        <a:graphic>
          <a:graphicData uri="http://schemas.openxmlformats.org/drawingml/2006/table">
            <a:tbl>
              <a:tblPr firstRow="1" bandRow="1">
                <a:tableStyleId>{5C22544A-7EE6-4342-B048-85BDC9FD1C3A}</a:tableStyleId>
              </a:tblPr>
              <a:tblGrid>
                <a:gridCol w="2095749">
                  <a:extLst>
                    <a:ext uri="{9D8B030D-6E8A-4147-A177-3AD203B41FA5}">
                      <a16:colId xmlns:a16="http://schemas.microsoft.com/office/drawing/2014/main" val="2389719309"/>
                    </a:ext>
                  </a:extLst>
                </a:gridCol>
                <a:gridCol w="1285813">
                  <a:extLst>
                    <a:ext uri="{9D8B030D-6E8A-4147-A177-3AD203B41FA5}">
                      <a16:colId xmlns:a16="http://schemas.microsoft.com/office/drawing/2014/main" val="2084804323"/>
                    </a:ext>
                  </a:extLst>
                </a:gridCol>
                <a:gridCol w="1663993">
                  <a:extLst>
                    <a:ext uri="{9D8B030D-6E8A-4147-A177-3AD203B41FA5}">
                      <a16:colId xmlns:a16="http://schemas.microsoft.com/office/drawing/2014/main" val="339305269"/>
                    </a:ext>
                  </a:extLst>
                </a:gridCol>
                <a:gridCol w="1361449">
                  <a:extLst>
                    <a:ext uri="{9D8B030D-6E8A-4147-A177-3AD203B41FA5}">
                      <a16:colId xmlns:a16="http://schemas.microsoft.com/office/drawing/2014/main" val="1564904073"/>
                    </a:ext>
                  </a:extLst>
                </a:gridCol>
                <a:gridCol w="1588357">
                  <a:extLst>
                    <a:ext uri="{9D8B030D-6E8A-4147-A177-3AD203B41FA5}">
                      <a16:colId xmlns:a16="http://schemas.microsoft.com/office/drawing/2014/main" val="1657188596"/>
                    </a:ext>
                  </a:extLst>
                </a:gridCol>
                <a:gridCol w="1361449">
                  <a:extLst>
                    <a:ext uri="{9D8B030D-6E8A-4147-A177-3AD203B41FA5}">
                      <a16:colId xmlns:a16="http://schemas.microsoft.com/office/drawing/2014/main" val="2275645487"/>
                    </a:ext>
                  </a:extLst>
                </a:gridCol>
                <a:gridCol w="1588357">
                  <a:extLst>
                    <a:ext uri="{9D8B030D-6E8A-4147-A177-3AD203B41FA5}">
                      <a16:colId xmlns:a16="http://schemas.microsoft.com/office/drawing/2014/main" val="418550560"/>
                    </a:ext>
                  </a:extLst>
                </a:gridCol>
              </a:tblGrid>
              <a:tr h="174343">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Global</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EA</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CN</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684171"/>
                  </a:ext>
                </a:extLst>
              </a:tr>
              <a:tr h="174343">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161786">
                <a:tc>
                  <a:txBody>
                    <a:bodyPr/>
                    <a:lstStyle/>
                    <a:p>
                      <a:r>
                        <a:rPr lang="en-US" altLang="zh-CN" sz="800"/>
                        <a:t># of </a:t>
                      </a:r>
                      <a:r>
                        <a:rPr lang="en-US" altLang="zh-CN" sz="800" err="1"/>
                        <a:t>analy</a:t>
                      </a:r>
                      <a:r>
                        <a:rPr lang="en-US" altLang="zh-CN" sz="800"/>
                        <a:t>. pts</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3262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3260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277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274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99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109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007421"/>
                  </a:ext>
                </a:extLst>
              </a:tr>
              <a:tr h="161786">
                <a:tc>
                  <a:txBody>
                    <a:bodyPr/>
                    <a:lstStyle/>
                    <a:p>
                      <a:r>
                        <a:rPr lang="en-US" altLang="zh-CN" sz="800"/>
                        <a:t># of pts with event; N(%)</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153 (4.7)</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118 (3.6)</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15 (5.4)</a:t>
                      </a:r>
                      <a:endParaRPr lang="zh-CN" altLang="en-US" sz="8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4 (1.5)</a:t>
                      </a:r>
                      <a:endParaRPr lang="zh-CN" altLang="en-US" sz="80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5 (5.1)</a:t>
                      </a:r>
                      <a:endParaRPr lang="zh-CN" altLang="en-US" sz="80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1 (0.9)</a:t>
                      </a:r>
                      <a:endParaRPr lang="zh-CN" altLang="en-US" sz="8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492539"/>
                  </a:ext>
                </a:extLst>
              </a:tr>
              <a:tr h="254235">
                <a:tc>
                  <a:txBody>
                    <a:bodyPr/>
                    <a:lstStyle/>
                    <a:p>
                      <a:r>
                        <a:rPr lang="en-US" altLang="zh-CN" sz="800"/>
                        <a:t>Incidence rate ( pts with event per 100 pt years at risk )</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3.38</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2.58</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4.62</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1.21</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4.37</a:t>
                      </a: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0.75</a:t>
                      </a: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4118043"/>
                  </a:ext>
                </a:extLst>
              </a:tr>
              <a:tr h="161786">
                <a:tc>
                  <a:txBody>
                    <a:bodyPr/>
                    <a:lstStyle/>
                    <a:p>
                      <a:pPr lvl="0">
                        <a:buNone/>
                      </a:pPr>
                      <a:r>
                        <a:rPr lang="en-US" sz="800" b="0" i="0" u="none" strike="noStrike" noProof="0">
                          <a:solidFill>
                            <a:schemeClr val="tx1"/>
                          </a:solidFill>
                          <a:latin typeface="Boehringer Forward Text"/>
                        </a:rPr>
                        <a:t>EMPA vs Plb </a:t>
                      </a:r>
                      <a:r>
                        <a:rPr lang="en-US" altLang="zh-CN" sz="800"/>
                        <a:t>HR* (95% CI)</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0.77 (0.60,0.98)</a:t>
                      </a:r>
                      <a:endParaRPr lang="zh-CN" altLang="en-US" sz="800">
                        <a:highlight>
                          <a:srgbClr val="FFFF00"/>
                        </a:highligh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highlight>
                          <a:srgbClr val="FFFF00"/>
                        </a:highligh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0.26 (0.09,0.81)</a:t>
                      </a:r>
                      <a:endParaRPr lang="zh-CN" altLang="en-US" sz="800">
                        <a:highlight>
                          <a:srgbClr val="FFFF00"/>
                        </a:highligh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highlight>
                            <a:srgbClr val="FFFF00"/>
                          </a:highlight>
                        </a:rPr>
                        <a:t>PH model is not produced, total number of events &lt; 7 x number of treatment groups</a:t>
                      </a:r>
                      <a:endParaRPr lang="zh-CN" altLang="en-US" sz="800">
                        <a:highlight>
                          <a:srgbClr val="FFFF00"/>
                        </a:highligh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5704233"/>
                  </a:ext>
                </a:extLst>
              </a:tr>
              <a:tr h="161786">
                <a:tc>
                  <a:txBody>
                    <a:bodyPr/>
                    <a:lstStyle/>
                    <a:p>
                      <a:r>
                        <a:rPr lang="en-US" altLang="zh-CN" sz="800"/>
                        <a:t>P-value</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0.0311</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t>-</a:t>
                      </a:r>
                      <a:endParaRPr lang="zh-CN" alt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2145109"/>
                  </a:ext>
                </a:extLst>
              </a:tr>
            </a:tbl>
          </a:graphicData>
        </a:graphic>
      </p:graphicFrame>
      <p:sp>
        <p:nvSpPr>
          <p:cNvPr id="8" name="Textplatzhalter 8">
            <a:extLst>
              <a:ext uri="{FF2B5EF4-FFF2-40B4-BE49-F238E27FC236}">
                <a16:creationId xmlns:a16="http://schemas.microsoft.com/office/drawing/2014/main" id="{61B8698F-0FFB-86A6-036A-EB431E153A8A}"/>
              </a:ext>
            </a:extLst>
          </p:cNvPr>
          <p:cNvSpPr txBox="1">
            <a:spLocks/>
          </p:cNvSpPr>
          <p:nvPr/>
        </p:nvSpPr>
        <p:spPr bwMode="gray">
          <a:xfrm>
            <a:off x="8350102"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CN</a:t>
            </a:r>
          </a:p>
        </p:txBody>
      </p:sp>
      <p:sp>
        <p:nvSpPr>
          <p:cNvPr id="9" name="Textplatzhalter 8">
            <a:extLst>
              <a:ext uri="{FF2B5EF4-FFF2-40B4-BE49-F238E27FC236}">
                <a16:creationId xmlns:a16="http://schemas.microsoft.com/office/drawing/2014/main" id="{B64C2C0B-072D-E0DA-4AA2-F25C3544CA0B}"/>
              </a:ext>
            </a:extLst>
          </p:cNvPr>
          <p:cNvSpPr txBox="1">
            <a:spLocks/>
          </p:cNvSpPr>
          <p:nvPr/>
        </p:nvSpPr>
        <p:spPr bwMode="gray">
          <a:xfrm>
            <a:off x="359234"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Global</a:t>
            </a:r>
          </a:p>
        </p:txBody>
      </p:sp>
      <p:sp>
        <p:nvSpPr>
          <p:cNvPr id="10" name="Textplatzhalter 8">
            <a:extLst>
              <a:ext uri="{FF2B5EF4-FFF2-40B4-BE49-F238E27FC236}">
                <a16:creationId xmlns:a16="http://schemas.microsoft.com/office/drawing/2014/main" id="{075E0BE9-9047-44D6-7E27-6C68B3B4C684}"/>
              </a:ext>
            </a:extLst>
          </p:cNvPr>
          <p:cNvSpPr txBox="1">
            <a:spLocks/>
          </p:cNvSpPr>
          <p:nvPr/>
        </p:nvSpPr>
        <p:spPr bwMode="gray">
          <a:xfrm>
            <a:off x="4350238"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East Asia</a:t>
            </a:r>
          </a:p>
        </p:txBody>
      </p:sp>
      <p:sp>
        <p:nvSpPr>
          <p:cNvPr id="11" name="Titel 9">
            <a:extLst>
              <a:ext uri="{FF2B5EF4-FFF2-40B4-BE49-F238E27FC236}">
                <a16:creationId xmlns:a16="http://schemas.microsoft.com/office/drawing/2014/main" id="{D1EDC901-6413-53F6-6CA7-25BFCE8B2B7C}"/>
              </a:ext>
            </a:extLst>
          </p:cNvPr>
          <p:cNvSpPr txBox="1">
            <a:spLocks/>
          </p:cNvSpPr>
          <p:nvPr/>
        </p:nvSpPr>
        <p:spPr bwMode="gray">
          <a:xfrm>
            <a:off x="479425" y="136564"/>
            <a:ext cx="11233151" cy="720000"/>
          </a:xfrm>
          <a:prstGeom prst="rect">
            <a:avLst/>
          </a:prstGeom>
        </p:spPr>
        <p:txBody>
          <a:bodyPr vert="horz"/>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Component of the primary endpoint - Time to first HHF</a:t>
            </a:r>
          </a:p>
        </p:txBody>
      </p:sp>
      <p:pic>
        <p:nvPicPr>
          <p:cNvPr id="12" name="Picture 11">
            <a:extLst>
              <a:ext uri="{FF2B5EF4-FFF2-40B4-BE49-F238E27FC236}">
                <a16:creationId xmlns:a16="http://schemas.microsoft.com/office/drawing/2014/main" id="{BB44665F-8CB3-F3B7-DE4B-5B453D5BF911}"/>
              </a:ext>
            </a:extLst>
          </p:cNvPr>
          <p:cNvPicPr>
            <a:picLocks noChangeAspect="1"/>
          </p:cNvPicPr>
          <p:nvPr/>
        </p:nvPicPr>
        <p:blipFill>
          <a:blip r:embed="rId3"/>
          <a:stretch>
            <a:fillRect/>
          </a:stretch>
        </p:blipFill>
        <p:spPr>
          <a:xfrm>
            <a:off x="359235" y="1462841"/>
            <a:ext cx="3625318" cy="2512547"/>
          </a:xfrm>
          <a:prstGeom prst="rect">
            <a:avLst/>
          </a:prstGeom>
        </p:spPr>
      </p:pic>
      <p:sp>
        <p:nvSpPr>
          <p:cNvPr id="13" name="TextBox 12">
            <a:extLst>
              <a:ext uri="{FF2B5EF4-FFF2-40B4-BE49-F238E27FC236}">
                <a16:creationId xmlns:a16="http://schemas.microsoft.com/office/drawing/2014/main" id="{BFC28915-732D-2ECD-0A22-3E39C3570321}"/>
              </a:ext>
            </a:extLst>
          </p:cNvPr>
          <p:cNvSpPr txBox="1"/>
          <p:nvPr/>
        </p:nvSpPr>
        <p:spPr bwMode="gray">
          <a:xfrm>
            <a:off x="1842331" y="6072801"/>
            <a:ext cx="4145237" cy="660630"/>
          </a:xfrm>
          <a:prstGeom prst="rect">
            <a:avLst/>
          </a:prstGeom>
          <a:noFill/>
        </p:spPr>
        <p:txBody>
          <a:bodyPr wrap="none" lIns="0" tIns="0" rIns="0" bIns="0" rtlCol="0">
            <a:spAutoFit/>
          </a:bodyPr>
          <a:lstStyle/>
          <a:p>
            <a:pPr marL="180000" indent="-180000" algn="l">
              <a:lnSpc>
                <a:spcPct val="140000"/>
              </a:lnSpc>
              <a:buFont typeface="Arial" panose="020B0604020202020204" pitchFamily="34" charset="0"/>
              <a:buChar char="•"/>
            </a:pPr>
            <a:r>
              <a:rPr lang="en-US" altLang="zh-CN" sz="1600"/>
              <a:t>Numerical reduction in the risk of HHF</a:t>
            </a:r>
          </a:p>
          <a:p>
            <a:pPr marL="180000" indent="-180000" algn="l">
              <a:lnSpc>
                <a:spcPct val="140000"/>
              </a:lnSpc>
              <a:buFont typeface="Arial" panose="020B0604020202020204" pitchFamily="34" charset="0"/>
              <a:buChar char="•"/>
            </a:pPr>
            <a:r>
              <a:rPr lang="en-US" altLang="zh-CN" sz="1600"/>
              <a:t>Not confirmed in the confirmatory testing</a:t>
            </a:r>
            <a:endParaRPr lang="zh-CN" altLang="en-US" sz="1600"/>
          </a:p>
        </p:txBody>
      </p:sp>
      <p:pic>
        <p:nvPicPr>
          <p:cNvPr id="15" name="Picture 14">
            <a:extLst>
              <a:ext uri="{FF2B5EF4-FFF2-40B4-BE49-F238E27FC236}">
                <a16:creationId xmlns:a16="http://schemas.microsoft.com/office/drawing/2014/main" id="{FBCAAC36-0839-4033-6F5A-6F573DB0DAB3}"/>
              </a:ext>
            </a:extLst>
          </p:cNvPr>
          <p:cNvPicPr>
            <a:picLocks noChangeAspect="1"/>
          </p:cNvPicPr>
          <p:nvPr/>
        </p:nvPicPr>
        <p:blipFill>
          <a:blip r:embed="rId4"/>
          <a:stretch>
            <a:fillRect/>
          </a:stretch>
        </p:blipFill>
        <p:spPr>
          <a:xfrm>
            <a:off x="4190999" y="1479850"/>
            <a:ext cx="3528395" cy="2456274"/>
          </a:xfrm>
          <a:prstGeom prst="rect">
            <a:avLst/>
          </a:prstGeom>
        </p:spPr>
      </p:pic>
      <p:pic>
        <p:nvPicPr>
          <p:cNvPr id="17" name="Picture 16">
            <a:extLst>
              <a:ext uri="{FF2B5EF4-FFF2-40B4-BE49-F238E27FC236}">
                <a16:creationId xmlns:a16="http://schemas.microsoft.com/office/drawing/2014/main" id="{D40546D1-68F2-D617-10AA-4F77971C6B57}"/>
              </a:ext>
            </a:extLst>
          </p:cNvPr>
          <p:cNvPicPr>
            <a:picLocks noChangeAspect="1"/>
          </p:cNvPicPr>
          <p:nvPr/>
        </p:nvPicPr>
        <p:blipFill>
          <a:blip r:embed="rId5"/>
          <a:stretch>
            <a:fillRect/>
          </a:stretch>
        </p:blipFill>
        <p:spPr>
          <a:xfrm>
            <a:off x="8038390" y="1462841"/>
            <a:ext cx="3627833" cy="2512548"/>
          </a:xfrm>
          <a:prstGeom prst="rect">
            <a:avLst/>
          </a:prstGeom>
        </p:spPr>
      </p:pic>
    </p:spTree>
    <p:extLst>
      <p:ext uri="{BB962C8B-B14F-4D97-AF65-F5344CB8AC3E}">
        <p14:creationId xmlns:p14="http://schemas.microsoft.com/office/powerpoint/2010/main" val="2721171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844427-861E-6F37-9E5C-6B9E1CEA4F18}"/>
              </a:ext>
            </a:extLst>
          </p:cNvPr>
          <p:cNvSpPr>
            <a:spLocks noGrp="1"/>
          </p:cNvSpPr>
          <p:nvPr>
            <p:ph type="body" sz="quarter" idx="13"/>
          </p:nvPr>
        </p:nvSpPr>
        <p:spPr>
          <a:xfrm>
            <a:off x="479425" y="6577436"/>
            <a:ext cx="11232000" cy="144000"/>
          </a:xfrm>
        </p:spPr>
        <p:txBody>
          <a:bodyPr/>
          <a:lstStyle/>
          <a:p>
            <a:r>
              <a:rPr lang="en-US" altLang="zh-CN"/>
              <a:t>* PH model is not produced, total number of events &lt; 7 x number of treatment groups</a:t>
            </a:r>
            <a:endParaRPr lang="zh-CN" altLang="en-US"/>
          </a:p>
        </p:txBody>
      </p:sp>
      <p:graphicFrame>
        <p:nvGraphicFramePr>
          <p:cNvPr id="7" name="Inhaltsplatzhalter 11">
            <a:extLst>
              <a:ext uri="{FF2B5EF4-FFF2-40B4-BE49-F238E27FC236}">
                <a16:creationId xmlns:a16="http://schemas.microsoft.com/office/drawing/2014/main" id="{32449BE3-D3EF-7FB3-B78A-1539FD252FAC}"/>
              </a:ext>
            </a:extLst>
          </p:cNvPr>
          <p:cNvGraphicFramePr>
            <a:graphicFrameLocks/>
          </p:cNvGraphicFramePr>
          <p:nvPr/>
        </p:nvGraphicFramePr>
        <p:xfrm>
          <a:off x="479425" y="4267200"/>
          <a:ext cx="10945167" cy="1770480"/>
        </p:xfrm>
        <a:graphic>
          <a:graphicData uri="http://schemas.openxmlformats.org/drawingml/2006/table">
            <a:tbl>
              <a:tblPr firstRow="1" bandRow="1">
                <a:tableStyleId>{5C22544A-7EE6-4342-B048-85BDC9FD1C3A}</a:tableStyleId>
              </a:tblPr>
              <a:tblGrid>
                <a:gridCol w="2095749">
                  <a:extLst>
                    <a:ext uri="{9D8B030D-6E8A-4147-A177-3AD203B41FA5}">
                      <a16:colId xmlns:a16="http://schemas.microsoft.com/office/drawing/2014/main" val="2389719309"/>
                    </a:ext>
                  </a:extLst>
                </a:gridCol>
                <a:gridCol w="1285813">
                  <a:extLst>
                    <a:ext uri="{9D8B030D-6E8A-4147-A177-3AD203B41FA5}">
                      <a16:colId xmlns:a16="http://schemas.microsoft.com/office/drawing/2014/main" val="2084804323"/>
                    </a:ext>
                  </a:extLst>
                </a:gridCol>
                <a:gridCol w="1663993">
                  <a:extLst>
                    <a:ext uri="{9D8B030D-6E8A-4147-A177-3AD203B41FA5}">
                      <a16:colId xmlns:a16="http://schemas.microsoft.com/office/drawing/2014/main" val="339305269"/>
                    </a:ext>
                  </a:extLst>
                </a:gridCol>
                <a:gridCol w="1361449">
                  <a:extLst>
                    <a:ext uri="{9D8B030D-6E8A-4147-A177-3AD203B41FA5}">
                      <a16:colId xmlns:a16="http://schemas.microsoft.com/office/drawing/2014/main" val="1564904073"/>
                    </a:ext>
                  </a:extLst>
                </a:gridCol>
                <a:gridCol w="1588357">
                  <a:extLst>
                    <a:ext uri="{9D8B030D-6E8A-4147-A177-3AD203B41FA5}">
                      <a16:colId xmlns:a16="http://schemas.microsoft.com/office/drawing/2014/main" val="1657188596"/>
                    </a:ext>
                  </a:extLst>
                </a:gridCol>
                <a:gridCol w="1361449">
                  <a:extLst>
                    <a:ext uri="{9D8B030D-6E8A-4147-A177-3AD203B41FA5}">
                      <a16:colId xmlns:a16="http://schemas.microsoft.com/office/drawing/2014/main" val="2275645487"/>
                    </a:ext>
                  </a:extLst>
                </a:gridCol>
                <a:gridCol w="1588357">
                  <a:extLst>
                    <a:ext uri="{9D8B030D-6E8A-4147-A177-3AD203B41FA5}">
                      <a16:colId xmlns:a16="http://schemas.microsoft.com/office/drawing/2014/main" val="418550560"/>
                    </a:ext>
                  </a:extLst>
                </a:gridCol>
              </a:tblGrid>
              <a:tr h="174343">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Global</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EA</a:t>
                      </a:r>
                    </a:p>
                  </a:txBody>
                  <a:tcPr marL="144000" marR="144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CN</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0" lang="en-US" sz="1200" b="1" i="0" u="none" strike="noStrike" kern="1200" cap="none" spc="0" normalizeH="0" baseline="0" noProof="0">
                        <a:ln>
                          <a:noFill/>
                        </a:ln>
                        <a:solidFill>
                          <a:schemeClr val="tx1"/>
                        </a:solidFill>
                        <a:effectLst/>
                        <a:uLnTx/>
                        <a:uFillTx/>
                        <a:latin typeface="+mn-lt"/>
                        <a:ea typeface="+mn-ea"/>
                        <a:cs typeface="+mn-cs"/>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684171"/>
                  </a:ext>
                </a:extLst>
              </a:tr>
              <a:tr h="174343">
                <a:tc>
                  <a:txBody>
                    <a:bodyPr/>
                    <a:lstStyle/>
                    <a:p>
                      <a:endParaRPr lang="en-US" sz="800" b="1" cap="none" baseline="0" noProof="0">
                        <a:solidFill>
                          <a:schemeClr val="tx1"/>
                        </a:solidFill>
                        <a:latin typeface="+mn-lt"/>
                      </a:endParaRP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Placebo N (%)</a:t>
                      </a:r>
                    </a:p>
                  </a:txBody>
                  <a:tcPr marL="144000" marR="144000" marT="54000" marB="54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1" i="0" u="none" strike="noStrike" kern="1200" cap="none" spc="0" normalizeH="0" baseline="0" noProof="0">
                          <a:ln>
                            <a:noFill/>
                          </a:ln>
                          <a:solidFill>
                            <a:schemeClr val="tx1"/>
                          </a:solidFill>
                          <a:effectLst/>
                          <a:uLnTx/>
                          <a:uFillTx/>
                          <a:latin typeface="+mn-lt"/>
                          <a:ea typeface="+mn-ea"/>
                          <a:cs typeface="+mn-cs"/>
                        </a:rPr>
                        <a:t>Empa 10mg N (%)</a:t>
                      </a:r>
                    </a:p>
                  </a:txBody>
                  <a:tcPr marL="144000" marR="144000"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161786">
                <a:tc>
                  <a:txBody>
                    <a:bodyPr/>
                    <a:lstStyle/>
                    <a:p>
                      <a:r>
                        <a:rPr lang="en-US" altLang="zh-CN" sz="800">
                          <a:solidFill>
                            <a:schemeClr val="tx1"/>
                          </a:solidFill>
                          <a:latin typeface="+mn-lt"/>
                        </a:rPr>
                        <a:t># of </a:t>
                      </a:r>
                      <a:r>
                        <a:rPr lang="en-US" altLang="zh-CN" sz="800" err="1">
                          <a:solidFill>
                            <a:schemeClr val="tx1"/>
                          </a:solidFill>
                          <a:latin typeface="+mn-lt"/>
                        </a:rPr>
                        <a:t>analy</a:t>
                      </a:r>
                      <a:r>
                        <a:rPr lang="en-US" altLang="zh-CN" sz="800">
                          <a:solidFill>
                            <a:schemeClr val="tx1"/>
                          </a:solidFill>
                          <a:latin typeface="+mn-lt"/>
                        </a:rPr>
                        <a:t>. pts</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3262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3260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277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274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99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mn-cs"/>
                        </a:rPr>
                        <a:t>109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007421"/>
                  </a:ext>
                </a:extLst>
              </a:tr>
              <a:tr h="161786">
                <a:tc>
                  <a:txBody>
                    <a:bodyPr/>
                    <a:lstStyle/>
                    <a:p>
                      <a:r>
                        <a:rPr lang="en-US" altLang="zh-CN" sz="800">
                          <a:solidFill>
                            <a:schemeClr val="tx1"/>
                          </a:solidFill>
                          <a:latin typeface="+mn-lt"/>
                        </a:rPr>
                        <a:t># of pts with event; N(%)</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178 (5.5)</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169 (5.2)</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7 (2.5)</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8 (2.9)</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4 (4.0)</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5 (4.6)</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492539"/>
                  </a:ext>
                </a:extLst>
              </a:tr>
              <a:tr h="175395">
                <a:tc>
                  <a:txBody>
                    <a:bodyPr/>
                    <a:lstStyle/>
                    <a:p>
                      <a:r>
                        <a:rPr lang="en-US" altLang="zh-CN" sz="800">
                          <a:solidFill>
                            <a:schemeClr val="tx1"/>
                          </a:solidFill>
                          <a:latin typeface="+mn-lt"/>
                        </a:rPr>
                        <a:t>Incidence rate ( pts with event per 100 pt years at risk )</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3.75</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3.56</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2.05</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2.36</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3.31</a:t>
                      </a: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3.70</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4118043"/>
                  </a:ext>
                </a:extLst>
              </a:tr>
              <a:tr h="161786">
                <a:tc>
                  <a:txBody>
                    <a:bodyPr/>
                    <a:lstStyle/>
                    <a:p>
                      <a:pPr lvl="0">
                        <a:buNone/>
                      </a:pPr>
                      <a:r>
                        <a:rPr lang="en-US" sz="800" b="0" i="0" u="none" strike="noStrike" noProof="0">
                          <a:solidFill>
                            <a:schemeClr val="tx1"/>
                          </a:solidFill>
                          <a:latin typeface="Boehringer Forward Text"/>
                        </a:rPr>
                        <a:t>EMPA vs Plb </a:t>
                      </a:r>
                      <a:r>
                        <a:rPr lang="en-US" altLang="zh-CN" sz="800">
                          <a:solidFill>
                            <a:schemeClr val="tx1"/>
                          </a:solidFill>
                          <a:latin typeface="+mn-lt"/>
                        </a:rPr>
                        <a:t>HR* (95% CI)</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highlight>
                            <a:srgbClr val="FFFF00"/>
                          </a:highlight>
                          <a:latin typeface="+mn-lt"/>
                        </a:rPr>
                        <a:t>0.96 (0.78,1.19)</a:t>
                      </a:r>
                      <a:endParaRPr lang="zh-CN" altLang="en-US" sz="800">
                        <a:solidFill>
                          <a:schemeClr val="tx1"/>
                        </a:solidFill>
                        <a:highlight>
                          <a:srgbClr val="FFFF00"/>
                        </a:highlight>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highlight>
                          <a:srgbClr val="FFFF00"/>
                        </a:highlight>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baseline="0">
                          <a:solidFill>
                            <a:schemeClr val="tx1"/>
                          </a:solidFill>
                          <a:highlight>
                            <a:srgbClr val="FFFF00"/>
                          </a:highlight>
                          <a:latin typeface="+mn-lt"/>
                        </a:rPr>
                        <a:t>1.00 (0.35,2.89)</a:t>
                      </a:r>
                      <a:endParaRPr lang="zh-CN" altLang="en-US" sz="800">
                        <a:solidFill>
                          <a:schemeClr val="tx1"/>
                        </a:solidFill>
                        <a:highlight>
                          <a:srgbClr val="FFFF00"/>
                        </a:highlight>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highlight>
                            <a:srgbClr val="FFFF00"/>
                          </a:highlight>
                          <a:latin typeface="+mn-lt"/>
                        </a:rPr>
                        <a:t>PH model is not produced, total number of events &lt; 7 x number of treatment groups</a:t>
                      </a:r>
                      <a:endParaRPr lang="zh-CN" altLang="en-US" sz="800">
                        <a:solidFill>
                          <a:schemeClr val="tx1"/>
                        </a:solidFill>
                        <a:highlight>
                          <a:srgbClr val="FFFF00"/>
                        </a:highlight>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5704233"/>
                  </a:ext>
                </a:extLst>
              </a:tr>
              <a:tr h="161786">
                <a:tc>
                  <a:txBody>
                    <a:bodyPr/>
                    <a:lstStyle/>
                    <a:p>
                      <a:r>
                        <a:rPr lang="en-US" altLang="zh-CN" sz="800">
                          <a:solidFill>
                            <a:schemeClr val="tx1"/>
                          </a:solidFill>
                          <a:latin typeface="+mn-lt"/>
                        </a:rPr>
                        <a:t>P-value</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0.7319</a:t>
                      </a: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solidFill>
                            <a:schemeClr val="tx1"/>
                          </a:solidFill>
                          <a:latin typeface="+mn-lt"/>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2145109"/>
                  </a:ext>
                </a:extLst>
              </a:tr>
            </a:tbl>
          </a:graphicData>
        </a:graphic>
      </p:graphicFrame>
      <p:sp>
        <p:nvSpPr>
          <p:cNvPr id="8" name="Textplatzhalter 8">
            <a:extLst>
              <a:ext uri="{FF2B5EF4-FFF2-40B4-BE49-F238E27FC236}">
                <a16:creationId xmlns:a16="http://schemas.microsoft.com/office/drawing/2014/main" id="{61B8698F-0FFB-86A6-036A-EB431E153A8A}"/>
              </a:ext>
            </a:extLst>
          </p:cNvPr>
          <p:cNvSpPr txBox="1">
            <a:spLocks/>
          </p:cNvSpPr>
          <p:nvPr/>
        </p:nvSpPr>
        <p:spPr bwMode="gray">
          <a:xfrm>
            <a:off x="8350102"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CN</a:t>
            </a:r>
          </a:p>
        </p:txBody>
      </p:sp>
      <p:sp>
        <p:nvSpPr>
          <p:cNvPr id="9" name="Textplatzhalter 8">
            <a:extLst>
              <a:ext uri="{FF2B5EF4-FFF2-40B4-BE49-F238E27FC236}">
                <a16:creationId xmlns:a16="http://schemas.microsoft.com/office/drawing/2014/main" id="{B64C2C0B-072D-E0DA-4AA2-F25C3544CA0B}"/>
              </a:ext>
            </a:extLst>
          </p:cNvPr>
          <p:cNvSpPr txBox="1">
            <a:spLocks/>
          </p:cNvSpPr>
          <p:nvPr/>
        </p:nvSpPr>
        <p:spPr bwMode="gray">
          <a:xfrm>
            <a:off x="359234"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Global</a:t>
            </a:r>
          </a:p>
        </p:txBody>
      </p:sp>
      <p:sp>
        <p:nvSpPr>
          <p:cNvPr id="10" name="Textplatzhalter 8">
            <a:extLst>
              <a:ext uri="{FF2B5EF4-FFF2-40B4-BE49-F238E27FC236}">
                <a16:creationId xmlns:a16="http://schemas.microsoft.com/office/drawing/2014/main" id="{075E0BE9-9047-44D6-7E27-6C68B3B4C684}"/>
              </a:ext>
            </a:extLst>
          </p:cNvPr>
          <p:cNvSpPr txBox="1">
            <a:spLocks/>
          </p:cNvSpPr>
          <p:nvPr/>
        </p:nvSpPr>
        <p:spPr bwMode="gray">
          <a:xfrm>
            <a:off x="4350238" y="91440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1800"/>
              <a:t>East Asia</a:t>
            </a:r>
          </a:p>
        </p:txBody>
      </p:sp>
      <p:sp>
        <p:nvSpPr>
          <p:cNvPr id="11" name="Titel 9">
            <a:extLst>
              <a:ext uri="{FF2B5EF4-FFF2-40B4-BE49-F238E27FC236}">
                <a16:creationId xmlns:a16="http://schemas.microsoft.com/office/drawing/2014/main" id="{D1EDC901-6413-53F6-6CA7-25BFCE8B2B7C}"/>
              </a:ext>
            </a:extLst>
          </p:cNvPr>
          <p:cNvSpPr txBox="1">
            <a:spLocks/>
          </p:cNvSpPr>
          <p:nvPr/>
        </p:nvSpPr>
        <p:spPr bwMode="gray">
          <a:xfrm>
            <a:off x="479425" y="136564"/>
            <a:ext cx="11233151" cy="720000"/>
          </a:xfrm>
          <a:prstGeom prst="rect">
            <a:avLst/>
          </a:prstGeom>
        </p:spPr>
        <p:txBody>
          <a:bodyPr vert="horz" lIns="91440" tIns="45720" rIns="91440" bIns="45720" anchor="t"/>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Component of the primary endpoint – Time to </a:t>
            </a:r>
            <a:r>
              <a:rPr lang="en-US" altLang="zh-CN" sz="2800"/>
              <a:t>all-cause mortality</a:t>
            </a:r>
            <a:r>
              <a:rPr lang="en-US" altLang="zh-CN"/>
              <a:t> </a:t>
            </a:r>
          </a:p>
        </p:txBody>
      </p:sp>
      <p:sp>
        <p:nvSpPr>
          <p:cNvPr id="5" name="TextBox 4">
            <a:extLst>
              <a:ext uri="{FF2B5EF4-FFF2-40B4-BE49-F238E27FC236}">
                <a16:creationId xmlns:a16="http://schemas.microsoft.com/office/drawing/2014/main" id="{4CD9966D-2432-910C-EFC6-C3CB0ABD440F}"/>
              </a:ext>
            </a:extLst>
          </p:cNvPr>
          <p:cNvSpPr txBox="1"/>
          <p:nvPr/>
        </p:nvSpPr>
        <p:spPr bwMode="gray">
          <a:xfrm>
            <a:off x="2193560" y="6136097"/>
            <a:ext cx="4157420" cy="315920"/>
          </a:xfrm>
          <a:prstGeom prst="rect">
            <a:avLst/>
          </a:prstGeom>
          <a:noFill/>
        </p:spPr>
        <p:txBody>
          <a:bodyPr wrap="none" lIns="0" tIns="0" rIns="0" bIns="0" rtlCol="0">
            <a:spAutoFit/>
          </a:bodyPr>
          <a:lstStyle/>
          <a:p>
            <a:pPr marL="180000" indent="-180000" algn="l">
              <a:lnSpc>
                <a:spcPct val="140000"/>
              </a:lnSpc>
              <a:buFont typeface="Arial" panose="020B0604020202020204" pitchFamily="34" charset="0"/>
              <a:buChar char="•"/>
            </a:pPr>
            <a:r>
              <a:rPr lang="en-US" altLang="zh-CN" sz="1600"/>
              <a:t>No difference in risk of all-cause mortality</a:t>
            </a:r>
            <a:endParaRPr lang="zh-CN" altLang="en-US" sz="1600"/>
          </a:p>
        </p:txBody>
      </p:sp>
      <p:pic>
        <p:nvPicPr>
          <p:cNvPr id="12" name="Picture 11">
            <a:extLst>
              <a:ext uri="{FF2B5EF4-FFF2-40B4-BE49-F238E27FC236}">
                <a16:creationId xmlns:a16="http://schemas.microsoft.com/office/drawing/2014/main" id="{A18DC89C-931B-BFE3-9ACC-EFD1E42BDC7A}"/>
              </a:ext>
            </a:extLst>
          </p:cNvPr>
          <p:cNvPicPr>
            <a:picLocks noChangeAspect="1"/>
          </p:cNvPicPr>
          <p:nvPr/>
        </p:nvPicPr>
        <p:blipFill>
          <a:blip r:embed="rId3"/>
          <a:stretch>
            <a:fillRect/>
          </a:stretch>
        </p:blipFill>
        <p:spPr>
          <a:xfrm>
            <a:off x="228600" y="1313583"/>
            <a:ext cx="3929921" cy="2768685"/>
          </a:xfrm>
          <a:prstGeom prst="rect">
            <a:avLst/>
          </a:prstGeom>
        </p:spPr>
      </p:pic>
      <p:pic>
        <p:nvPicPr>
          <p:cNvPr id="14" name="Picture 13">
            <a:extLst>
              <a:ext uri="{FF2B5EF4-FFF2-40B4-BE49-F238E27FC236}">
                <a16:creationId xmlns:a16="http://schemas.microsoft.com/office/drawing/2014/main" id="{C3105D3D-A5FD-2527-9DF8-5C52D61A464F}"/>
              </a:ext>
            </a:extLst>
          </p:cNvPr>
          <p:cNvPicPr>
            <a:picLocks noChangeAspect="1"/>
          </p:cNvPicPr>
          <p:nvPr/>
        </p:nvPicPr>
        <p:blipFill>
          <a:blip r:embed="rId4"/>
          <a:stretch>
            <a:fillRect/>
          </a:stretch>
        </p:blipFill>
        <p:spPr>
          <a:xfrm>
            <a:off x="4143799" y="1451055"/>
            <a:ext cx="3781001" cy="2712648"/>
          </a:xfrm>
          <a:prstGeom prst="rect">
            <a:avLst/>
          </a:prstGeom>
        </p:spPr>
      </p:pic>
      <p:pic>
        <p:nvPicPr>
          <p:cNvPr id="16" name="Picture 15">
            <a:extLst>
              <a:ext uri="{FF2B5EF4-FFF2-40B4-BE49-F238E27FC236}">
                <a16:creationId xmlns:a16="http://schemas.microsoft.com/office/drawing/2014/main" id="{AECDA549-D47F-1D85-745C-89B42AE7E257}"/>
              </a:ext>
            </a:extLst>
          </p:cNvPr>
          <p:cNvPicPr>
            <a:picLocks noChangeAspect="1"/>
          </p:cNvPicPr>
          <p:nvPr/>
        </p:nvPicPr>
        <p:blipFill>
          <a:blip r:embed="rId5"/>
          <a:stretch>
            <a:fillRect/>
          </a:stretch>
        </p:blipFill>
        <p:spPr>
          <a:xfrm>
            <a:off x="8073720" y="1451054"/>
            <a:ext cx="3720596" cy="2631213"/>
          </a:xfrm>
          <a:prstGeom prst="rect">
            <a:avLst/>
          </a:prstGeom>
        </p:spPr>
      </p:pic>
    </p:spTree>
    <p:extLst>
      <p:ext uri="{BB962C8B-B14F-4D97-AF65-F5344CB8AC3E}">
        <p14:creationId xmlns:p14="http://schemas.microsoft.com/office/powerpoint/2010/main" val="40570653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88D54AB8-C4AB-6A95-66FA-8594AD72F6B6}"/>
              </a:ext>
            </a:extLst>
          </p:cNvPr>
          <p:cNvGraphicFramePr>
            <a:graphicFrameLocks noGrp="1"/>
          </p:cNvGraphicFramePr>
          <p:nvPr>
            <p:extLst>
              <p:ext uri="{D42A27DB-BD31-4B8C-83A1-F6EECF244321}">
                <p14:modId xmlns:p14="http://schemas.microsoft.com/office/powerpoint/2010/main" val="3143359948"/>
              </p:ext>
            </p:extLst>
          </p:nvPr>
        </p:nvGraphicFramePr>
        <p:xfrm>
          <a:off x="708804" y="1035170"/>
          <a:ext cx="10774393" cy="4895199"/>
        </p:xfrm>
        <a:graphic>
          <a:graphicData uri="http://schemas.openxmlformats.org/drawingml/2006/table">
            <a:tbl>
              <a:tblPr firstRow="1" bandRow="1">
                <a:tableStyleId>{5C22544A-7EE6-4342-B048-85BDC9FD1C3A}</a:tableStyleId>
              </a:tblPr>
              <a:tblGrid>
                <a:gridCol w="2715883">
                  <a:extLst>
                    <a:ext uri="{9D8B030D-6E8A-4147-A177-3AD203B41FA5}">
                      <a16:colId xmlns:a16="http://schemas.microsoft.com/office/drawing/2014/main" val="2549239900"/>
                    </a:ext>
                  </a:extLst>
                </a:gridCol>
                <a:gridCol w="4029255">
                  <a:extLst>
                    <a:ext uri="{9D8B030D-6E8A-4147-A177-3AD203B41FA5}">
                      <a16:colId xmlns:a16="http://schemas.microsoft.com/office/drawing/2014/main" val="2241310767"/>
                    </a:ext>
                  </a:extLst>
                </a:gridCol>
                <a:gridCol w="4029255">
                  <a:extLst>
                    <a:ext uri="{9D8B030D-6E8A-4147-A177-3AD203B41FA5}">
                      <a16:colId xmlns:a16="http://schemas.microsoft.com/office/drawing/2014/main" val="2934571068"/>
                    </a:ext>
                  </a:extLst>
                </a:gridCol>
              </a:tblGrid>
              <a:tr h="614395">
                <a:tc>
                  <a:txBody>
                    <a:bodyPr/>
                    <a:lstStyle/>
                    <a:p>
                      <a:pPr algn="ctr"/>
                      <a:r>
                        <a:rPr lang="en-US" altLang="zh-CN" sz="2000" b="0" i="0" kern="1200">
                          <a:solidFill>
                            <a:schemeClr val="lt1"/>
                          </a:solidFill>
                          <a:effectLst/>
                          <a:latin typeface="BISansCond"/>
                          <a:ea typeface="+mn-ea"/>
                          <a:cs typeface="+mn-cs"/>
                        </a:rPr>
                        <a:t>Scenario</a:t>
                      </a:r>
                      <a:endParaRPr lang="zh-CN" altLang="en-US" sz="2000" b="0">
                        <a:latin typeface="BISansCond"/>
                      </a:endParaRPr>
                    </a:p>
                  </a:txBody>
                  <a:tcPr anchor="ctr"/>
                </a:tc>
                <a:tc>
                  <a:txBody>
                    <a:bodyPr/>
                    <a:lstStyle/>
                    <a:p>
                      <a:pPr algn="ctr"/>
                      <a:r>
                        <a:rPr lang="en-US" altLang="zh-CN" sz="2000" b="0">
                          <a:latin typeface="BISansCond"/>
                        </a:rPr>
                        <a:t>Benefit </a:t>
                      </a:r>
                      <a:endParaRPr lang="zh-CN" altLang="en-US" sz="2000" b="0">
                        <a:latin typeface="BISansCond" panose="02000006050000020004" pitchFamily="2" charset="0"/>
                      </a:endParaRPr>
                    </a:p>
                  </a:txBody>
                  <a:tcPr anchor="ctr"/>
                </a:tc>
                <a:tc>
                  <a:txBody>
                    <a:bodyPr/>
                    <a:lstStyle/>
                    <a:p>
                      <a:pPr algn="ctr"/>
                      <a:r>
                        <a:rPr lang="en-US" altLang="zh-CN" sz="2000" b="0">
                          <a:latin typeface="BISansCond"/>
                        </a:rPr>
                        <a:t>Risk</a:t>
                      </a:r>
                    </a:p>
                  </a:txBody>
                  <a:tcPr anchor="ctr"/>
                </a:tc>
                <a:extLst>
                  <a:ext uri="{0D108BD9-81ED-4DB2-BD59-A6C34878D82A}">
                    <a16:rowId xmlns:a16="http://schemas.microsoft.com/office/drawing/2014/main" val="236588058"/>
                  </a:ext>
                </a:extLst>
              </a:tr>
              <a:tr h="845791">
                <a:tc>
                  <a:txBody>
                    <a:bodyPr/>
                    <a:lstStyle/>
                    <a:p>
                      <a:r>
                        <a:rPr lang="en-US" altLang="zh-CN" sz="1600" b="0" i="0" kern="1200">
                          <a:solidFill>
                            <a:schemeClr val="dk1"/>
                          </a:solidFill>
                          <a:effectLst/>
                          <a:latin typeface="BISansCond"/>
                          <a:ea typeface="+mn-ea"/>
                          <a:cs typeface="+mn-cs"/>
                        </a:rPr>
                        <a:t>Scenario 1</a:t>
                      </a:r>
                    </a:p>
                    <a:p>
                      <a:r>
                        <a:rPr lang="en-US" altLang="zh-CN" sz="1600" b="0" i="0" kern="1200">
                          <a:solidFill>
                            <a:schemeClr val="dk1"/>
                          </a:solidFill>
                          <a:effectLst/>
                          <a:latin typeface="BISansCond"/>
                          <a:ea typeface="+mn-ea"/>
                          <a:cs typeface="+mn-cs"/>
                        </a:rPr>
                        <a:t>No indication submission</a:t>
                      </a:r>
                    </a:p>
                    <a:p>
                      <a:r>
                        <a:rPr lang="en-US" altLang="zh-CN" sz="1600" b="0" i="0" kern="1200">
                          <a:solidFill>
                            <a:schemeClr val="dk1"/>
                          </a:solidFill>
                          <a:effectLst/>
                          <a:latin typeface="BISansCond"/>
                          <a:ea typeface="+mn-ea"/>
                          <a:cs typeface="+mn-cs"/>
                        </a:rPr>
                        <a:t>No label update</a:t>
                      </a:r>
                    </a:p>
                  </a:txBody>
                  <a:tcPr anchor="ctr"/>
                </a:tc>
                <a:tc>
                  <a:txBody>
                    <a:bodyPr/>
                    <a:lstStyle/>
                    <a:p>
                      <a:pPr marL="285750" indent="-285750">
                        <a:buFont typeface="Arial" panose="020B0604020202020204" pitchFamily="34" charset="0"/>
                        <a:buChar char="•"/>
                      </a:pPr>
                      <a:r>
                        <a:rPr lang="en-US" altLang="zh-CN" sz="1600" b="0">
                          <a:latin typeface="BISansCond"/>
                        </a:rPr>
                        <a:t>Still could leverage HF outcome to enhance safety and efficacy of EMPA</a:t>
                      </a:r>
                    </a:p>
                    <a:p>
                      <a:pPr marL="285750" indent="-285750">
                        <a:buFont typeface="Arial" panose="020B0604020202020204" pitchFamily="34" charset="0"/>
                        <a:buChar char="•"/>
                      </a:pPr>
                      <a:r>
                        <a:rPr lang="en-US" altLang="zh-CN" sz="1600" b="0">
                          <a:latin typeface="BISansCond"/>
                        </a:rPr>
                        <a:t>Same as FDA &amp; EMA</a:t>
                      </a:r>
                      <a:endParaRPr lang="zh-CN" altLang="en-US" sz="1600" b="0">
                        <a:latin typeface="BISansCond"/>
                      </a:endParaRPr>
                    </a:p>
                  </a:txBody>
                  <a:tcPr anchor="ctr"/>
                </a:tc>
                <a:tc>
                  <a:txBody>
                    <a:bodyPr/>
                    <a:lstStyle/>
                    <a:p>
                      <a:pPr marL="285750" indent="-285750">
                        <a:buFont typeface="Arial" panose="020B0604020202020204" pitchFamily="34" charset="0"/>
                        <a:buChar char="•"/>
                      </a:pPr>
                      <a:r>
                        <a:rPr lang="en-US" altLang="zh-CN" sz="1600" b="0">
                          <a:latin typeface="BISansCond"/>
                        </a:rPr>
                        <a:t>Potential challenge from customer and need resource to response</a:t>
                      </a:r>
                      <a:endParaRPr lang="zh-CN" altLang="en-US" sz="1600" b="0">
                        <a:latin typeface="BISansCond"/>
                      </a:endParaRPr>
                    </a:p>
                  </a:txBody>
                  <a:tcPr anchor="ctr"/>
                </a:tc>
                <a:extLst>
                  <a:ext uri="{0D108BD9-81ED-4DB2-BD59-A6C34878D82A}">
                    <a16:rowId xmlns:a16="http://schemas.microsoft.com/office/drawing/2014/main" val="3542392335"/>
                  </a:ext>
                </a:extLst>
              </a:tr>
              <a:tr h="2368213">
                <a:tc>
                  <a:txBody>
                    <a:bodyPr/>
                    <a:lstStyle/>
                    <a:p>
                      <a:r>
                        <a:rPr lang="en-US" altLang="zh-CN" sz="1600" b="0" i="0" kern="1200">
                          <a:solidFill>
                            <a:schemeClr val="dk1"/>
                          </a:solidFill>
                          <a:effectLst/>
                          <a:latin typeface="BISansCond"/>
                          <a:ea typeface="+mn-ea"/>
                          <a:cs typeface="+mn-cs"/>
                        </a:rPr>
                        <a:t>Scenario 2</a:t>
                      </a:r>
                    </a:p>
                    <a:p>
                      <a:r>
                        <a:rPr lang="en-US" altLang="zh-CN" sz="1600" b="0" i="0" kern="1200">
                          <a:solidFill>
                            <a:schemeClr val="dk1"/>
                          </a:solidFill>
                          <a:effectLst/>
                          <a:latin typeface="BISansCond"/>
                          <a:ea typeface="+mn-ea"/>
                          <a:cs typeface="+mn-cs"/>
                        </a:rPr>
                        <a:t>Indication submission</a:t>
                      </a:r>
                      <a:endParaRPr lang="zh-CN" altLang="en-US" sz="1600" b="0">
                        <a:latin typeface="BISansCond"/>
                      </a:endParaRPr>
                    </a:p>
                  </a:txBody>
                  <a:tcPr anchor="ctr"/>
                </a:tc>
                <a:tc>
                  <a:txBody>
                    <a:bodyPr/>
                    <a:lstStyle/>
                    <a:p>
                      <a:pPr marL="285750" indent="-285750">
                        <a:buFont typeface="Arial" panose="020B0604020202020204" pitchFamily="34" charset="0"/>
                        <a:buChar char="•"/>
                      </a:pPr>
                      <a:r>
                        <a:rPr lang="en-US" altLang="zh-CN" sz="1600" b="0">
                          <a:latin typeface="BISansCond"/>
                        </a:rPr>
                        <a:t>Expand population to preclinical HF after AMI</a:t>
                      </a:r>
                    </a:p>
                    <a:p>
                      <a:pPr marL="285750" indent="-285750">
                        <a:buFont typeface="Arial" panose="020B0604020202020204" pitchFamily="34" charset="0"/>
                        <a:buChar char="•"/>
                      </a:pPr>
                      <a:r>
                        <a:rPr lang="en-US" altLang="zh-CN" sz="1600" b="0">
                          <a:latin typeface="BISansCond"/>
                        </a:rPr>
                        <a:t>Strengthen the awareness of HF prevention and create complete evidence chain across HF process</a:t>
                      </a:r>
                    </a:p>
                    <a:p>
                      <a:pPr marL="285750" indent="-285750">
                        <a:buFont typeface="Arial" panose="020B0604020202020204" pitchFamily="34" charset="0"/>
                        <a:buChar char="•"/>
                      </a:pPr>
                      <a:r>
                        <a:rPr lang="en-US" altLang="zh-CN" sz="1600" b="0">
                          <a:latin typeface="BISansCond"/>
                        </a:rPr>
                        <a:t>Enlarge brand influence and increase customer stickiness through continuously and interdisciplinary new indication</a:t>
                      </a:r>
                    </a:p>
                  </a:txBody>
                  <a:tcPr anchor="ctr"/>
                </a:tc>
                <a:tc>
                  <a:txBody>
                    <a:bodyPr/>
                    <a:lstStyle/>
                    <a:p>
                      <a:pPr marL="285750" indent="-285750">
                        <a:buFont typeface="Arial" panose="020B0604020202020204" pitchFamily="34" charset="0"/>
                        <a:buChar char="•"/>
                      </a:pPr>
                      <a:r>
                        <a:rPr lang="en-US" altLang="zh-CN" sz="1600" b="0">
                          <a:latin typeface="BISansCond"/>
                        </a:rPr>
                        <a:t>Extremely low possibility of full approval from CDE and conditional approval may be the best result</a:t>
                      </a:r>
                    </a:p>
                    <a:p>
                      <a:pPr marL="285750" indent="-285750">
                        <a:buFont typeface="Arial" panose="020B0604020202020204" pitchFamily="34" charset="0"/>
                        <a:buChar char="•"/>
                      </a:pPr>
                      <a:r>
                        <a:rPr lang="en-US" altLang="zh-CN" sz="1600" b="0">
                          <a:latin typeface="BISansCond"/>
                        </a:rPr>
                        <a:t>PAC may have to be RCT due to neutral global results and small population in China</a:t>
                      </a:r>
                    </a:p>
                    <a:p>
                      <a:pPr marL="285750" indent="-285750">
                        <a:buFont typeface="Arial" panose="020B0604020202020204" pitchFamily="34" charset="0"/>
                        <a:buChar char="•"/>
                      </a:pPr>
                      <a:r>
                        <a:rPr lang="en-US" altLang="zh-CN" sz="1600" b="0">
                          <a:latin typeface="BISansCond"/>
                        </a:rPr>
                        <a:t>Need to build database if RWS allowed since no existing database currently</a:t>
                      </a:r>
                    </a:p>
                    <a:p>
                      <a:pPr marL="285750" indent="-285750">
                        <a:buFont typeface="Arial" panose="020B0604020202020204" pitchFamily="34" charset="0"/>
                        <a:buChar char="•"/>
                      </a:pPr>
                      <a:r>
                        <a:rPr lang="en-US" altLang="zh-CN" sz="1600" b="0">
                          <a:latin typeface="BISansCond"/>
                        </a:rPr>
                        <a:t>Need global approval</a:t>
                      </a:r>
                    </a:p>
                  </a:txBody>
                  <a:tcPr anchor="ctr"/>
                </a:tc>
                <a:extLst>
                  <a:ext uri="{0D108BD9-81ED-4DB2-BD59-A6C34878D82A}">
                    <a16:rowId xmlns:a16="http://schemas.microsoft.com/office/drawing/2014/main" val="3092109261"/>
                  </a:ext>
                </a:extLst>
              </a:tr>
              <a:tr h="973629">
                <a:tc>
                  <a:txBody>
                    <a:bodyPr/>
                    <a:lstStyle/>
                    <a:p>
                      <a:r>
                        <a:rPr lang="en-US" altLang="zh-CN" sz="1600" b="0" i="0" kern="1200">
                          <a:solidFill>
                            <a:schemeClr val="dk1"/>
                          </a:solidFill>
                          <a:effectLst/>
                          <a:latin typeface="BISansCond"/>
                          <a:ea typeface="+mn-ea"/>
                          <a:cs typeface="+mn-cs"/>
                        </a:rPr>
                        <a:t>Scenario 3</a:t>
                      </a:r>
                    </a:p>
                    <a:p>
                      <a:r>
                        <a:rPr lang="en-US" altLang="zh-CN" sz="1600" b="0" i="0" kern="1200">
                          <a:solidFill>
                            <a:schemeClr val="dk1"/>
                          </a:solidFill>
                          <a:effectLst/>
                          <a:latin typeface="BISansCond"/>
                          <a:ea typeface="+mn-ea"/>
                          <a:cs typeface="+mn-cs"/>
                        </a:rPr>
                        <a:t>Label update only</a:t>
                      </a:r>
                      <a:endParaRPr lang="zh-CN" altLang="en-US" sz="1600" b="0">
                        <a:latin typeface="BISansCond"/>
                      </a:endParaRPr>
                    </a:p>
                  </a:txBody>
                  <a:tcPr anchor="ctr"/>
                </a:tc>
                <a:tc>
                  <a:txBody>
                    <a:bodyPr/>
                    <a:lstStyle/>
                    <a:p>
                      <a:pPr marL="285750" indent="-285750">
                        <a:buFont typeface="Arial" panose="020B0604020202020204" pitchFamily="34" charset="0"/>
                        <a:buChar char="•"/>
                      </a:pPr>
                      <a:r>
                        <a:rPr lang="en-US" altLang="zh-CN" sz="1600" b="0">
                          <a:latin typeface="BISansCond"/>
                        </a:rPr>
                        <a:t>Support complete evidence chain across HF process and enlarge brand influence based on better data among EastAsia and Chinese population</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600" b="0">
                          <a:latin typeface="BISansCond"/>
                        </a:rPr>
                        <a:t>Challenge from CDE that no significant benefit in both global and China subgroup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600" b="0">
                          <a:latin typeface="BISansCond"/>
                        </a:rPr>
                        <a:t>Need global approval</a:t>
                      </a:r>
                      <a:r>
                        <a:rPr lang="zh-CN" altLang="en-US" sz="1600" b="0">
                          <a:latin typeface="BISansCond"/>
                        </a:rPr>
                        <a:t> </a:t>
                      </a:r>
                      <a:r>
                        <a:rPr lang="en-US" altLang="zh-CN" sz="1600" b="0">
                          <a:latin typeface="BISansCond"/>
                        </a:rPr>
                        <a:t>due</a:t>
                      </a:r>
                      <a:r>
                        <a:rPr lang="zh-CN" altLang="en-US" sz="1600" b="0">
                          <a:latin typeface="BISansCond"/>
                        </a:rPr>
                        <a:t> </a:t>
                      </a:r>
                      <a:r>
                        <a:rPr lang="en-US" altLang="zh-CN" sz="1600" b="0">
                          <a:latin typeface="BISansCond"/>
                        </a:rPr>
                        <a:t>to</a:t>
                      </a:r>
                      <a:r>
                        <a:rPr lang="zh-CN" altLang="en-US" sz="1600" b="0">
                          <a:latin typeface="BISansCond"/>
                        </a:rPr>
                        <a:t> </a:t>
                      </a:r>
                      <a:r>
                        <a:rPr lang="en-US" altLang="zh-CN" sz="1600" b="0">
                          <a:latin typeface="BISansCond"/>
                        </a:rPr>
                        <a:t>reactive</a:t>
                      </a:r>
                      <a:r>
                        <a:rPr lang="zh-CN" altLang="en-US" sz="1600" b="0">
                          <a:latin typeface="BISansCond"/>
                        </a:rPr>
                        <a:t> </a:t>
                      </a:r>
                      <a:r>
                        <a:rPr lang="en-US" altLang="zh-CN" sz="1600" b="0">
                          <a:latin typeface="BISansCond"/>
                        </a:rPr>
                        <a:t>communication strategy</a:t>
                      </a:r>
                      <a:endParaRPr lang="zh-CN" altLang="en-US" sz="1600" b="0">
                        <a:latin typeface="BISansCond"/>
                      </a:endParaRPr>
                    </a:p>
                  </a:txBody>
                  <a:tcPr anchor="ctr"/>
                </a:tc>
                <a:extLst>
                  <a:ext uri="{0D108BD9-81ED-4DB2-BD59-A6C34878D82A}">
                    <a16:rowId xmlns:a16="http://schemas.microsoft.com/office/drawing/2014/main" val="2604666663"/>
                  </a:ext>
                </a:extLst>
              </a:tr>
            </a:tbl>
          </a:graphicData>
        </a:graphic>
      </p:graphicFrame>
      <p:sp>
        <p:nvSpPr>
          <p:cNvPr id="3" name="Title 1">
            <a:extLst>
              <a:ext uri="{FF2B5EF4-FFF2-40B4-BE49-F238E27FC236}">
                <a16:creationId xmlns:a16="http://schemas.microsoft.com/office/drawing/2014/main" id="{BBC58996-2406-8921-7D4F-D4C0293B852B}"/>
              </a:ext>
            </a:extLst>
          </p:cNvPr>
          <p:cNvSpPr txBox="1">
            <a:spLocks/>
          </p:cNvSpPr>
          <p:nvPr/>
        </p:nvSpPr>
        <p:spPr>
          <a:xfrm>
            <a:off x="490100" y="387429"/>
            <a:ext cx="11211800" cy="369332"/>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400" kern="1200">
                <a:solidFill>
                  <a:srgbClr val="00336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400" b="0" i="0" u="none" strike="noStrike" kern="1200" cap="none" spc="0" normalizeH="0" baseline="0" noProof="0">
                <a:ln>
                  <a:noFill/>
                </a:ln>
                <a:solidFill>
                  <a:srgbClr val="003366"/>
                </a:solidFill>
                <a:effectLst/>
                <a:uLnTx/>
                <a:uFillTx/>
                <a:latin typeface="BISansCond"/>
                <a:ea typeface="+mj-ea"/>
                <a:cs typeface="+mj-cs"/>
              </a:rPr>
              <a:t>EMPACT-MI NDA submission analysis</a:t>
            </a:r>
            <a:endParaRPr kumimoji="0" lang="en-US" sz="2400" b="0" i="0" u="none" strike="noStrike" kern="1200" cap="none" spc="0" normalizeH="0" baseline="0" noProof="0">
              <a:ln>
                <a:noFill/>
              </a:ln>
              <a:solidFill>
                <a:srgbClr val="003366"/>
              </a:solidFill>
              <a:effectLst/>
              <a:uLnTx/>
              <a:uFillTx/>
              <a:latin typeface="BISansCond"/>
              <a:ea typeface="+mj-ea"/>
              <a:cs typeface="+mj-cs"/>
            </a:endParaRPr>
          </a:p>
        </p:txBody>
      </p:sp>
    </p:spTree>
    <p:extLst>
      <p:ext uri="{BB962C8B-B14F-4D97-AF65-F5344CB8AC3E}">
        <p14:creationId xmlns:p14="http://schemas.microsoft.com/office/powerpoint/2010/main" val="1714592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BC58996-2406-8921-7D4F-D4C0293B852B}"/>
              </a:ext>
            </a:extLst>
          </p:cNvPr>
          <p:cNvSpPr txBox="1">
            <a:spLocks/>
          </p:cNvSpPr>
          <p:nvPr/>
        </p:nvSpPr>
        <p:spPr>
          <a:xfrm>
            <a:off x="490100" y="387429"/>
            <a:ext cx="11211800" cy="1107996"/>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400" kern="1200">
                <a:solidFill>
                  <a:srgbClr val="003366"/>
                </a:solidFill>
                <a:latin typeface="+mj-lt"/>
                <a:ea typeface="+mj-ea"/>
                <a:cs typeface="+mj-cs"/>
              </a:defRPr>
            </a:lvl1pPr>
          </a:lstStyle>
          <a:p>
            <a:pPr>
              <a:defRPr/>
            </a:pPr>
            <a:r>
              <a:rPr kumimoji="0" lang="en-US" altLang="zh-CN" sz="2400" b="0" i="0" u="none" strike="noStrike" kern="1200" cap="none" spc="0" normalizeH="0" baseline="0" noProof="0">
                <a:ln>
                  <a:noFill/>
                </a:ln>
                <a:solidFill>
                  <a:srgbClr val="003366"/>
                </a:solidFill>
                <a:effectLst/>
                <a:uLnTx/>
                <a:uFillTx/>
                <a:latin typeface="BISansCond"/>
                <a:ea typeface="+mj-ea"/>
                <a:cs typeface="+mj-cs"/>
              </a:rPr>
              <a:t>NOT submit indication </a:t>
            </a:r>
            <a:r>
              <a:rPr lang="en-US" altLang="zh-CN">
                <a:latin typeface="BISansCond"/>
              </a:rPr>
              <a:t>and label update request to CDE.</a:t>
            </a:r>
            <a:endParaRPr lang="en-US">
              <a:latin typeface="BISansCond"/>
            </a:endParaRPr>
          </a:p>
          <a:p>
            <a:pPr>
              <a:defRPr/>
            </a:pPr>
            <a:r>
              <a:rPr lang="en-US" altLang="zh-CN">
                <a:latin typeface="BISansCond"/>
              </a:rPr>
              <a:t>TARM endorsed team’s decision on not pursuing further health authority interaction for indication/label update application.</a:t>
            </a:r>
            <a:endParaRPr lang="en-US">
              <a:latin typeface="BISansCond"/>
            </a:endParaRPr>
          </a:p>
        </p:txBody>
      </p:sp>
      <p:sp>
        <p:nvSpPr>
          <p:cNvPr id="5" name="文本框 4">
            <a:extLst>
              <a:ext uri="{FF2B5EF4-FFF2-40B4-BE49-F238E27FC236}">
                <a16:creationId xmlns:a16="http://schemas.microsoft.com/office/drawing/2014/main" id="{63B75B45-3D94-A548-8555-CBED964C5DA9}"/>
              </a:ext>
            </a:extLst>
          </p:cNvPr>
          <p:cNvSpPr txBox="1"/>
          <p:nvPr/>
        </p:nvSpPr>
        <p:spPr bwMode="gray">
          <a:xfrm>
            <a:off x="490100" y="2868558"/>
            <a:ext cx="11211800" cy="3185487"/>
          </a:xfrm>
          <a:prstGeom prst="rect">
            <a:avLst/>
          </a:prstGeom>
          <a:noFill/>
        </p:spPr>
        <p:txBody>
          <a:bodyPr wrap="square" lIns="91440" tIns="45720" rIns="91440" bIns="45720" anchor="t">
            <a:spAutoFit/>
          </a:bodyPr>
          <a:lstStyle/>
          <a:p>
            <a:pPr algn="just">
              <a:lnSpc>
                <a:spcPct val="130000"/>
              </a:lnSpc>
            </a:pPr>
            <a:r>
              <a:rPr lang="en-US" sz="1600" b="1" kern="100">
                <a:latin typeface="Calibri"/>
                <a:ea typeface="Calibri"/>
                <a:cs typeface="Calibri"/>
              </a:rPr>
              <a:t>Team's decision (Endorsed by TARM):</a:t>
            </a:r>
          </a:p>
          <a:p>
            <a:pPr marL="285750" indent="-285750" algn="just">
              <a:lnSpc>
                <a:spcPct val="130000"/>
              </a:lnSpc>
              <a:buFont typeface="Wingdings"/>
              <a:buChar char="Ø"/>
            </a:pPr>
            <a:r>
              <a:rPr lang="en-US" sz="1600" kern="100">
                <a:latin typeface="Calibri"/>
                <a:ea typeface="Calibri"/>
                <a:cs typeface="Calibri"/>
              </a:rPr>
              <a:t>NOT submit indication to CDE given the below analysis</a:t>
            </a:r>
            <a:endParaRPr lang="zh-CN" altLang="en-US" sz="1600"/>
          </a:p>
          <a:p>
            <a:pPr marL="800100" lvl="1" indent="-342900" algn="just">
              <a:lnSpc>
                <a:spcPct val="130000"/>
              </a:lnSpc>
              <a:buFont typeface="Arial" panose="05000000000000000000" pitchFamily="2" charset="2"/>
              <a:buChar char="•"/>
            </a:pPr>
            <a:r>
              <a:rPr lang="en-US" altLang="zh-CN" sz="1400" kern="100">
                <a:solidFill>
                  <a:srgbClr val="000000"/>
                </a:solidFill>
                <a:latin typeface="Calibri"/>
                <a:ea typeface="DengXian"/>
                <a:cs typeface="Times New Roman"/>
              </a:rPr>
              <a:t>Primary</a:t>
            </a:r>
            <a:r>
              <a:rPr lang="en-US" altLang="zh-CN" sz="1400" kern="100">
                <a:solidFill>
                  <a:srgbClr val="000000"/>
                </a:solidFill>
                <a:effectLst/>
                <a:latin typeface="Calibri"/>
                <a:ea typeface="DengXian"/>
                <a:cs typeface="Times New Roman"/>
              </a:rPr>
              <a:t> endpoint</a:t>
            </a:r>
            <a:r>
              <a:rPr lang="en-US" altLang="zh-CN" sz="1400" kern="100">
                <a:solidFill>
                  <a:srgbClr val="000000"/>
                </a:solidFill>
                <a:latin typeface="Calibri"/>
                <a:ea typeface="DengXian"/>
                <a:cs typeface="Times New Roman"/>
              </a:rPr>
              <a:t> not met, while EMPA demonstrated significant benefit just as exploratory endpoint</a:t>
            </a:r>
            <a:r>
              <a:rPr lang="en-US" altLang="zh-CN" sz="1400" kern="100">
                <a:solidFill>
                  <a:srgbClr val="000000"/>
                </a:solidFill>
                <a:effectLst/>
                <a:latin typeface="Calibri"/>
                <a:ea typeface="DengXian"/>
                <a:cs typeface="Times New Roman"/>
              </a:rPr>
              <a:t>. Although COVID-19 would have some negative impact in HHF</a:t>
            </a:r>
            <a:r>
              <a:rPr lang="en-US" altLang="zh-CN" sz="1400" kern="100">
                <a:solidFill>
                  <a:srgbClr val="000000"/>
                </a:solidFill>
                <a:latin typeface="Calibri"/>
                <a:ea typeface="DengXian"/>
                <a:cs typeface="Times New Roman"/>
              </a:rPr>
              <a:t>,</a:t>
            </a:r>
            <a:r>
              <a:rPr lang="en-US" altLang="zh-CN" sz="1400" kern="100">
                <a:solidFill>
                  <a:srgbClr val="000000"/>
                </a:solidFill>
                <a:effectLst/>
                <a:latin typeface="Calibri"/>
                <a:ea typeface="DengXian"/>
                <a:cs typeface="Times New Roman"/>
              </a:rPr>
              <a:t> it is hard to provide strong evidence to support the explanation.</a:t>
            </a:r>
            <a:endParaRPr lang="zh-CN" altLang="zh-CN" sz="1400" kern="100">
              <a:effectLst/>
              <a:latin typeface="Calibri"/>
              <a:ea typeface="DengXian"/>
              <a:cs typeface="Times New Roman"/>
            </a:endParaRPr>
          </a:p>
          <a:p>
            <a:pPr marL="800100" lvl="1" indent="-342900" algn="just">
              <a:lnSpc>
                <a:spcPct val="130000"/>
              </a:lnSpc>
              <a:buFont typeface="Arial" panose="05000000000000000000" pitchFamily="2" charset="2"/>
              <a:buChar char="•"/>
            </a:pPr>
            <a:r>
              <a:rPr lang="en-US" altLang="zh-CN" sz="1400" kern="100">
                <a:solidFill>
                  <a:srgbClr val="000000"/>
                </a:solidFill>
                <a:effectLst/>
                <a:latin typeface="Calibri"/>
                <a:ea typeface="DengXian"/>
                <a:cs typeface="Times New Roman"/>
              </a:rPr>
              <a:t>FDA reject submission of post-MI indication, and global has decided no submission to FDA or EMA.</a:t>
            </a:r>
            <a:r>
              <a:rPr lang="en-US" altLang="zh-CN" sz="1400" kern="100">
                <a:solidFill>
                  <a:srgbClr val="000000"/>
                </a:solidFill>
                <a:latin typeface="Calibri"/>
                <a:ea typeface="DengXian"/>
                <a:cs typeface="Times New Roman"/>
              </a:rPr>
              <a:t> </a:t>
            </a:r>
            <a:endParaRPr lang="zh-CN" altLang="zh-CN" sz="1400" kern="100">
              <a:effectLst/>
              <a:latin typeface="DengXian" panose="02010600030101010101" pitchFamily="2" charset="-122"/>
              <a:ea typeface="DengXian" panose="02010600030101010101" pitchFamily="2" charset="-122"/>
              <a:cs typeface="Times New Roman" panose="02020603050405020304" pitchFamily="18" charset="0"/>
            </a:endParaRPr>
          </a:p>
          <a:p>
            <a:pPr marL="800100" lvl="1" indent="-342900" algn="just">
              <a:lnSpc>
                <a:spcPct val="130000"/>
              </a:lnSpc>
              <a:buFont typeface="Arial" panose="05000000000000000000" pitchFamily="2" charset="2"/>
              <a:buChar char="•"/>
            </a:pPr>
            <a:r>
              <a:rPr lang="en-US" altLang="zh-CN" sz="1400" kern="100">
                <a:solidFill>
                  <a:srgbClr val="000000"/>
                </a:solidFill>
                <a:effectLst/>
                <a:latin typeface="Calibri"/>
                <a:ea typeface="DengXian"/>
                <a:cs typeface="Times New Roman"/>
              </a:rPr>
              <a:t>Potential risk that CDE may reject to approve the indication or require to provide PAC result in form of RCT or RWS.</a:t>
            </a:r>
            <a:endParaRPr lang="zh-CN" altLang="zh-CN" sz="1400" kern="100">
              <a:effectLst/>
              <a:latin typeface="Calibri"/>
              <a:ea typeface="DengXian"/>
              <a:cs typeface="Times New Roman"/>
            </a:endParaRPr>
          </a:p>
          <a:p>
            <a:pPr marL="800100" lvl="1" indent="-342900" algn="just">
              <a:lnSpc>
                <a:spcPct val="130000"/>
              </a:lnSpc>
              <a:buFont typeface="Arial" panose="05000000000000000000" pitchFamily="2" charset="2"/>
              <a:buChar char="•"/>
            </a:pPr>
            <a:r>
              <a:rPr lang="en-US" altLang="zh-CN" sz="1400" kern="100">
                <a:solidFill>
                  <a:srgbClr val="000000"/>
                </a:solidFill>
                <a:effectLst/>
                <a:latin typeface="Calibri"/>
                <a:ea typeface="DengXian"/>
                <a:cs typeface="Times New Roman"/>
              </a:rPr>
              <a:t>There is no existing database of AMI that PAC would be difficult to be conducted.</a:t>
            </a:r>
            <a:endParaRPr lang="zh-CN" altLang="zh-CN" sz="1400" kern="100">
              <a:effectLst/>
              <a:latin typeface="Calibri"/>
              <a:ea typeface="DengXian"/>
              <a:cs typeface="Times New Roman"/>
            </a:endParaRPr>
          </a:p>
          <a:p>
            <a:pPr marL="800100" lvl="1" indent="-342900" algn="just">
              <a:lnSpc>
                <a:spcPct val="130000"/>
              </a:lnSpc>
              <a:buFont typeface="Arial" panose="05000000000000000000" pitchFamily="2" charset="2"/>
              <a:buChar char="•"/>
            </a:pPr>
            <a:r>
              <a:rPr lang="en-US" altLang="zh-CN" sz="1400" kern="100">
                <a:solidFill>
                  <a:srgbClr val="000000"/>
                </a:solidFill>
                <a:latin typeface="Calibri"/>
                <a:ea typeface="DengXian"/>
                <a:cs typeface="Times New Roman"/>
              </a:rPr>
              <a:t>Updated </a:t>
            </a:r>
            <a:r>
              <a:rPr lang="en-US" altLang="zh-CN" sz="1400" kern="100">
                <a:solidFill>
                  <a:srgbClr val="000000"/>
                </a:solidFill>
                <a:effectLst/>
                <a:latin typeface="Calibri"/>
                <a:ea typeface="DengXian"/>
                <a:cs typeface="Times New Roman"/>
              </a:rPr>
              <a:t>international and local guideline has</a:t>
            </a:r>
            <a:r>
              <a:rPr lang="en-US" altLang="zh-CN" sz="1400" kern="100">
                <a:solidFill>
                  <a:srgbClr val="000000"/>
                </a:solidFill>
                <a:latin typeface="Calibri"/>
                <a:ea typeface="DengXian"/>
                <a:cs typeface="Times New Roman"/>
              </a:rPr>
              <a:t> </a:t>
            </a:r>
            <a:r>
              <a:rPr lang="en-US" altLang="zh-CN" sz="1400" kern="100">
                <a:solidFill>
                  <a:srgbClr val="000000"/>
                </a:solidFill>
                <a:effectLst/>
                <a:latin typeface="Calibri"/>
                <a:ea typeface="DengXian"/>
                <a:cs typeface="Times New Roman"/>
              </a:rPr>
              <a:t>already </a:t>
            </a:r>
            <a:r>
              <a:rPr lang="en-US" altLang="zh-CN" sz="1400" kern="100">
                <a:solidFill>
                  <a:srgbClr val="000000"/>
                </a:solidFill>
                <a:latin typeface="Calibri"/>
                <a:ea typeface="DengXian"/>
                <a:cs typeface="Times New Roman"/>
              </a:rPr>
              <a:t>extended</a:t>
            </a:r>
            <a:r>
              <a:rPr lang="en-US" altLang="zh-CN" sz="1400" kern="100">
                <a:solidFill>
                  <a:srgbClr val="000000"/>
                </a:solidFill>
                <a:effectLst/>
                <a:latin typeface="Calibri"/>
                <a:ea typeface="DengXian"/>
                <a:cs typeface="Times New Roman"/>
              </a:rPr>
              <a:t> SGLT2i to HF prevention in</a:t>
            </a:r>
            <a:r>
              <a:rPr lang="en-US" altLang="zh-CN" sz="1400" kern="100">
                <a:solidFill>
                  <a:srgbClr val="000000"/>
                </a:solidFill>
                <a:latin typeface="Calibri"/>
                <a:ea typeface="DengXian"/>
                <a:cs typeface="Times New Roman"/>
              </a:rPr>
              <a:t> </a:t>
            </a:r>
            <a:r>
              <a:rPr lang="en-US" altLang="zh-CN" sz="1400" kern="100">
                <a:solidFill>
                  <a:srgbClr val="000000"/>
                </a:solidFill>
                <a:effectLst/>
                <a:latin typeface="Calibri"/>
                <a:ea typeface="DengXian"/>
                <a:cs typeface="Times New Roman"/>
              </a:rPr>
              <a:t>specific patient</a:t>
            </a:r>
            <a:r>
              <a:rPr lang="en-US" altLang="zh-CN" sz="1400" kern="100">
                <a:solidFill>
                  <a:srgbClr val="000000"/>
                </a:solidFill>
                <a:latin typeface="Calibri"/>
                <a:ea typeface="DengXian"/>
                <a:cs typeface="Times New Roman"/>
              </a:rPr>
              <a:t>. From clinical practice perspective, the guideline recommendation has covered a certain part of Post-MI population</a:t>
            </a:r>
            <a:r>
              <a:rPr lang="en-US" altLang="zh-CN" sz="1400" kern="100">
                <a:solidFill>
                  <a:srgbClr val="000000"/>
                </a:solidFill>
                <a:effectLst/>
                <a:latin typeface="Calibri"/>
                <a:ea typeface="DengXian"/>
                <a:cs typeface="Times New Roman"/>
              </a:rPr>
              <a:t>.</a:t>
            </a:r>
            <a:endParaRPr lang="zh-CN" altLang="zh-CN" sz="1400" kern="100">
              <a:effectLst/>
              <a:latin typeface="Calibri"/>
              <a:ea typeface="DengXian"/>
              <a:cs typeface="Times New Roman"/>
            </a:endParaRPr>
          </a:p>
          <a:p>
            <a:pPr marL="285750" indent="-285750" algn="just">
              <a:buFont typeface="Wingdings"/>
              <a:buChar char="Ø"/>
            </a:pPr>
            <a:r>
              <a:rPr lang="en-US" sz="1600" kern="100">
                <a:solidFill>
                  <a:srgbClr val="000000"/>
                </a:solidFill>
                <a:latin typeface="Calibri"/>
                <a:ea typeface="Calibri"/>
                <a:cs typeface="Calibri"/>
              </a:rPr>
              <a:t>NOT submit </a:t>
            </a:r>
            <a:r>
              <a:rPr lang="en-US" sz="1600" kern="100">
                <a:solidFill>
                  <a:srgbClr val="000000"/>
                </a:solidFill>
                <a:effectLst/>
                <a:latin typeface="Calibri"/>
                <a:ea typeface="Calibri"/>
                <a:cs typeface="Calibri"/>
              </a:rPr>
              <a:t>label </a:t>
            </a:r>
            <a:r>
              <a:rPr lang="en-US" sz="1600" kern="100">
                <a:solidFill>
                  <a:srgbClr val="000000"/>
                </a:solidFill>
                <a:latin typeface="Calibri"/>
                <a:ea typeface="Calibri"/>
                <a:cs typeface="Calibri"/>
              </a:rPr>
              <a:t>update request to </a:t>
            </a:r>
            <a:r>
              <a:rPr lang="en-US" sz="1600" kern="100">
                <a:solidFill>
                  <a:srgbClr val="000000"/>
                </a:solidFill>
                <a:effectLst/>
                <a:latin typeface="Calibri"/>
                <a:ea typeface="Calibri"/>
                <a:cs typeface="Calibri"/>
              </a:rPr>
              <a:t>CDE</a:t>
            </a:r>
            <a:r>
              <a:rPr lang="en-US" sz="1600" kern="100">
                <a:solidFill>
                  <a:srgbClr val="000000"/>
                </a:solidFill>
                <a:latin typeface="Calibri"/>
                <a:ea typeface="Calibri"/>
                <a:cs typeface="Calibri"/>
              </a:rPr>
              <a:t>: Clinical section part update is based on entire population instead of </a:t>
            </a:r>
            <a:r>
              <a:rPr lang="en-US" sz="1600" kern="100">
                <a:solidFill>
                  <a:srgbClr val="000000"/>
                </a:solidFill>
                <a:effectLst/>
                <a:latin typeface="Calibri"/>
                <a:ea typeface="Calibri"/>
                <a:cs typeface="Calibri"/>
              </a:rPr>
              <a:t>subgroup </a:t>
            </a:r>
            <a:r>
              <a:rPr lang="en-US" sz="1600" kern="100">
                <a:solidFill>
                  <a:srgbClr val="000000"/>
                </a:solidFill>
                <a:latin typeface="Calibri"/>
                <a:ea typeface="Calibri"/>
                <a:cs typeface="Calibri"/>
              </a:rPr>
              <a:t>level data alone</a:t>
            </a:r>
            <a:r>
              <a:rPr lang="en-US" sz="1600" kern="100">
                <a:solidFill>
                  <a:srgbClr val="000000"/>
                </a:solidFill>
                <a:effectLst/>
                <a:latin typeface="Calibri"/>
                <a:ea typeface="Calibri"/>
                <a:cs typeface="Calibri"/>
              </a:rPr>
              <a:t>.</a:t>
            </a:r>
            <a:r>
              <a:rPr lang="en-US" sz="1600" kern="100">
                <a:solidFill>
                  <a:srgbClr val="000000"/>
                </a:solidFill>
                <a:latin typeface="Calibri"/>
                <a:ea typeface="Calibri"/>
                <a:cs typeface="Calibri"/>
              </a:rPr>
              <a:t> </a:t>
            </a:r>
            <a:endParaRPr lang="en-US" sz="1600">
              <a:latin typeface="Calibri"/>
              <a:ea typeface="Calibri"/>
              <a:cs typeface="Calibri"/>
            </a:endParaRPr>
          </a:p>
        </p:txBody>
      </p:sp>
      <p:sp>
        <p:nvSpPr>
          <p:cNvPr id="2" name="文本框 1">
            <a:extLst>
              <a:ext uri="{FF2B5EF4-FFF2-40B4-BE49-F238E27FC236}">
                <a16:creationId xmlns:a16="http://schemas.microsoft.com/office/drawing/2014/main" id="{296EAF5D-FE7F-6211-EB4D-E291CEE33BEA}"/>
              </a:ext>
            </a:extLst>
          </p:cNvPr>
          <p:cNvSpPr txBox="1"/>
          <p:nvPr/>
        </p:nvSpPr>
        <p:spPr bwMode="gray">
          <a:xfrm>
            <a:off x="490099" y="1609141"/>
            <a:ext cx="11211800" cy="1230017"/>
          </a:xfrm>
          <a:prstGeom prst="rect">
            <a:avLst/>
          </a:prstGeom>
          <a:noFill/>
        </p:spPr>
        <p:txBody>
          <a:bodyPr wrap="square" lIns="91440" tIns="45720" rIns="91440" bIns="45720" anchor="t">
            <a:spAutoFit/>
          </a:bodyPr>
          <a:lstStyle/>
          <a:p>
            <a:pPr algn="just">
              <a:lnSpc>
                <a:spcPct val="130000"/>
              </a:lnSpc>
            </a:pPr>
            <a:r>
              <a:rPr lang="en-US" sz="1600" b="1" kern="100">
                <a:latin typeface="Calibri"/>
                <a:ea typeface="Calibri"/>
                <a:cs typeface="Calibri"/>
              </a:rPr>
              <a:t>Background:</a:t>
            </a:r>
          </a:p>
          <a:p>
            <a:pPr marL="285750" indent="-285750" algn="just">
              <a:lnSpc>
                <a:spcPct val="130000"/>
              </a:lnSpc>
              <a:buFont typeface="Wingdings"/>
              <a:buChar char="Ø"/>
            </a:pPr>
            <a:r>
              <a:rPr lang="en-US" sz="1400" kern="100">
                <a:latin typeface="Calibri"/>
                <a:ea typeface="DengXian"/>
                <a:cs typeface="Calibri"/>
              </a:rPr>
              <a:t>EMPACT-MI result has been published in </a:t>
            </a:r>
            <a:r>
              <a:rPr lang="en-US" altLang="zh-CN" sz="1400" kern="100">
                <a:latin typeface="Calibri"/>
                <a:ea typeface="DengXian"/>
                <a:cs typeface="Calibri"/>
              </a:rPr>
              <a:t>ACC 2024 on 5</a:t>
            </a:r>
            <a:r>
              <a:rPr lang="en-US" altLang="zh-CN" sz="1400" kern="100" baseline="30000">
                <a:latin typeface="Calibri"/>
                <a:ea typeface="DengXian"/>
                <a:cs typeface="Calibri"/>
              </a:rPr>
              <a:t>th</a:t>
            </a:r>
            <a:r>
              <a:rPr lang="en-US" altLang="zh-CN" sz="1400" kern="100">
                <a:latin typeface="Calibri"/>
                <a:ea typeface="DengXian"/>
                <a:cs typeface="Calibri"/>
              </a:rPr>
              <a:t> Apr: </a:t>
            </a:r>
            <a:r>
              <a:rPr lang="en-US" sz="1400" kern="100">
                <a:latin typeface="Calibri"/>
                <a:ea typeface="DengXian"/>
                <a:cs typeface="Calibri"/>
              </a:rPr>
              <a:t>Point estimate for primary endpoint was 0.90, with 95%CI 0.76-1.06. While exploratory, EMPA demonstrated 23% RRR  for first HHF (HR 0.77; 95% CI: 0.60, 0.98), and 33% RRR for total HHF (RR 0.67; 95% CI: 0.51, 0.89).</a:t>
            </a:r>
          </a:p>
          <a:p>
            <a:pPr marL="285750" indent="-285750" algn="just">
              <a:lnSpc>
                <a:spcPct val="130000"/>
              </a:lnSpc>
              <a:buFont typeface="Wingdings"/>
              <a:buChar char="Ø"/>
            </a:pPr>
            <a:r>
              <a:rPr lang="en-US" sz="1400" kern="100">
                <a:latin typeface="Calibri"/>
                <a:ea typeface="DengXian"/>
                <a:cs typeface="Calibri"/>
              </a:rPr>
              <a:t>FDA rejected submission of post-MI indication, and there will be no submission to FDA or EMA. Japan is communicating with HA about submission. </a:t>
            </a:r>
          </a:p>
        </p:txBody>
      </p:sp>
      <p:sp>
        <p:nvSpPr>
          <p:cNvPr id="4" name="矩形 3">
            <a:extLst>
              <a:ext uri="{FF2B5EF4-FFF2-40B4-BE49-F238E27FC236}">
                <a16:creationId xmlns:a16="http://schemas.microsoft.com/office/drawing/2014/main" id="{D60DB3A2-D9F7-7348-0954-B3094139E9D4}"/>
              </a:ext>
            </a:extLst>
          </p:cNvPr>
          <p:cNvSpPr/>
          <p:nvPr/>
        </p:nvSpPr>
        <p:spPr bwMode="gray">
          <a:xfrm>
            <a:off x="-2116" y="6030383"/>
            <a:ext cx="2544233" cy="7344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7" name="文本框 6">
            <a:extLst>
              <a:ext uri="{FF2B5EF4-FFF2-40B4-BE49-F238E27FC236}">
                <a16:creationId xmlns:a16="http://schemas.microsoft.com/office/drawing/2014/main" id="{246925E1-A276-30FA-6961-4FAA7D6AF902}"/>
              </a:ext>
            </a:extLst>
          </p:cNvPr>
          <p:cNvSpPr txBox="1"/>
          <p:nvPr/>
        </p:nvSpPr>
        <p:spPr bwMode="gray">
          <a:xfrm>
            <a:off x="490100" y="6026612"/>
            <a:ext cx="11211800" cy="553998"/>
          </a:xfrm>
          <a:prstGeom prst="rect">
            <a:avLst/>
          </a:prstGeom>
          <a:noFill/>
        </p:spPr>
        <p:txBody>
          <a:bodyPr wrap="square" lIns="91440" tIns="45720" rIns="91440" bIns="45720" anchor="t">
            <a:spAutoFit/>
          </a:bodyPr>
          <a:lstStyle/>
          <a:p>
            <a:pPr algn="just"/>
            <a:r>
              <a:rPr lang="en-US" altLang="zh-CN" sz="1600" b="1" kern="100">
                <a:solidFill>
                  <a:srgbClr val="000000"/>
                </a:solidFill>
                <a:effectLst/>
                <a:latin typeface="Calibri"/>
                <a:ea typeface="DengXian"/>
                <a:cs typeface="Times New Roman"/>
              </a:rPr>
              <a:t>Next step:</a:t>
            </a:r>
            <a:endParaRPr lang="zh-CN" altLang="zh-CN" sz="1600" kern="100">
              <a:effectLst/>
              <a:latin typeface="Calibri"/>
              <a:ea typeface="DengXian"/>
              <a:cs typeface="Times New Roman"/>
            </a:endParaRPr>
          </a:p>
          <a:p>
            <a:r>
              <a:rPr lang="en-US" altLang="zh-CN" sz="1400">
                <a:solidFill>
                  <a:srgbClr val="000000"/>
                </a:solidFill>
                <a:effectLst/>
                <a:latin typeface="Calibri"/>
                <a:ea typeface="DengXian"/>
                <a:cs typeface="Calibri"/>
              </a:rPr>
              <a:t>Communicate with both global and local evidence team to decide whether to publish Chinese subgroup analysis.</a:t>
            </a:r>
            <a:endParaRPr lang="zh-CN" altLang="en-US" sz="1400">
              <a:latin typeface="Calibri"/>
              <a:ea typeface="DengXian"/>
              <a:cs typeface="Calibri"/>
            </a:endParaRPr>
          </a:p>
        </p:txBody>
      </p:sp>
    </p:spTree>
    <p:extLst>
      <p:ext uri="{BB962C8B-B14F-4D97-AF65-F5344CB8AC3E}">
        <p14:creationId xmlns:p14="http://schemas.microsoft.com/office/powerpoint/2010/main" val="999243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2FD74-3389-0442-428E-DC7DEBD225FF}"/>
              </a:ext>
            </a:extLst>
          </p:cNvPr>
          <p:cNvSpPr>
            <a:spLocks noGrp="1"/>
          </p:cNvSpPr>
          <p:nvPr>
            <p:ph type="title"/>
          </p:nvPr>
        </p:nvSpPr>
        <p:spPr/>
        <p:txBody>
          <a:bodyPr/>
          <a:lstStyle/>
          <a:p>
            <a:pPr>
              <a:lnSpc>
                <a:spcPct val="85000"/>
              </a:lnSpc>
            </a:pPr>
            <a:r>
              <a:rPr lang="en-US" sz="2000" u="sng">
                <a:solidFill>
                  <a:schemeClr val="accent1">
                    <a:lumMod val="90000"/>
                    <a:lumOff val="10000"/>
                  </a:schemeClr>
                </a:solidFill>
                <a:cs typeface="Calibri" panose="020F0502020204030204" pitchFamily="34" charset="0"/>
              </a:rPr>
              <a:t>Ongoing:</a:t>
            </a:r>
            <a:br>
              <a:rPr lang="en-US" sz="2000" u="sng">
                <a:solidFill>
                  <a:schemeClr val="accent1">
                    <a:lumMod val="90000"/>
                    <a:lumOff val="10000"/>
                  </a:schemeClr>
                </a:solidFill>
                <a:cs typeface="Calibri" panose="020F0502020204030204" pitchFamily="34" charset="0"/>
              </a:rPr>
            </a:br>
            <a:r>
              <a:rPr lang="en-US" sz="2000">
                <a:solidFill>
                  <a:schemeClr val="accent1">
                    <a:lumMod val="90000"/>
                    <a:lumOff val="10000"/>
                  </a:schemeClr>
                </a:solidFill>
                <a:cs typeface="Calibri" panose="020F0502020204030204" pitchFamily="34" charset="0"/>
              </a:rPr>
              <a:t>Empagliflozin (SGLT2 inhibitor): Post Myocardial Infarction (Post MI)</a:t>
            </a:r>
          </a:p>
        </p:txBody>
      </p:sp>
      <p:sp>
        <p:nvSpPr>
          <p:cNvPr id="4" name="Footer Placeholder 3">
            <a:extLst>
              <a:ext uri="{FF2B5EF4-FFF2-40B4-BE49-F238E27FC236}">
                <a16:creationId xmlns:a16="http://schemas.microsoft.com/office/drawing/2014/main" id="{CA24C1E2-DBA3-EEEE-E15E-16ABC159454D}"/>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094DF17B-A833-A675-7746-7D7019AE82F6}"/>
              </a:ext>
            </a:extLst>
          </p:cNvPr>
          <p:cNvSpPr>
            <a:spLocks noGrp="1"/>
          </p:cNvSpPr>
          <p:nvPr>
            <p:ph type="sldNum" sz="quarter" idx="11"/>
          </p:nvPr>
        </p:nvSpPr>
        <p:spPr/>
        <p:txBody>
          <a:bodyPr/>
          <a:lstStyle/>
          <a:p>
            <a:fld id="{8FF9B0DE-3FEB-4AA0-B465-B80EF7C1333D}" type="slidenum">
              <a:rPr lang="en-US" smtClean="0"/>
              <a:pPr/>
              <a:t>45</a:t>
            </a:fld>
            <a:endParaRPr lang="en-US"/>
          </a:p>
        </p:txBody>
      </p:sp>
      <p:cxnSp>
        <p:nvCxnSpPr>
          <p:cNvPr id="6" name="Straight Connector 182">
            <a:extLst>
              <a:ext uri="{FF2B5EF4-FFF2-40B4-BE49-F238E27FC236}">
                <a16:creationId xmlns:a16="http://schemas.microsoft.com/office/drawing/2014/main" id="{6C694EE7-BD90-E355-8BFE-C87E699C3848}"/>
              </a:ext>
            </a:extLst>
          </p:cNvPr>
          <p:cNvCxnSpPr>
            <a:cxnSpLocks/>
          </p:cNvCxnSpPr>
          <p:nvPr/>
        </p:nvCxnSpPr>
        <p:spPr bwMode="auto">
          <a:xfrm flipH="1">
            <a:off x="8712493" y="4892852"/>
            <a:ext cx="1005840" cy="0"/>
          </a:xfrm>
          <a:prstGeom prst="line">
            <a:avLst/>
          </a:prstGeom>
          <a:solidFill>
            <a:schemeClr val="accent1"/>
          </a:solidFill>
          <a:ln w="15875" cap="flat" cmpd="sng" algn="ctr">
            <a:solidFill>
              <a:schemeClr val="tx1"/>
            </a:solidFill>
            <a:prstDash val="sysDash"/>
            <a:round/>
            <a:headEnd type="none" w="med" len="med"/>
            <a:tailEnd type="none" w="med" len="med"/>
          </a:ln>
          <a:effectLst/>
        </p:spPr>
      </p:cxnSp>
      <p:sp>
        <p:nvSpPr>
          <p:cNvPr id="7" name="OTLSHAPE_T_5a934a26f311425e8ebaa0f45e6533ad_Shape">
            <a:extLst>
              <a:ext uri="{FF2B5EF4-FFF2-40B4-BE49-F238E27FC236}">
                <a16:creationId xmlns:a16="http://schemas.microsoft.com/office/drawing/2014/main" id="{029DD57B-AB9D-52E8-22DB-502E38E7C5A9}"/>
              </a:ext>
            </a:extLst>
          </p:cNvPr>
          <p:cNvSpPr/>
          <p:nvPr>
            <p:custDataLst>
              <p:tags r:id="rId1"/>
            </p:custDataLst>
          </p:nvPr>
        </p:nvSpPr>
        <p:spPr bwMode="auto">
          <a:xfrm>
            <a:off x="7778053" y="4751957"/>
            <a:ext cx="980964" cy="1757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9" name="灯片编号占位符 10">
            <a:extLst>
              <a:ext uri="{FF2B5EF4-FFF2-40B4-BE49-F238E27FC236}">
                <a16:creationId xmlns:a16="http://schemas.microsoft.com/office/drawing/2014/main" id="{FEFDE84F-E824-AFCA-36AB-0E8580B8CB46}"/>
              </a:ext>
            </a:extLst>
          </p:cNvPr>
          <p:cNvSpPr txBox="1">
            <a:spLocks/>
          </p:cNvSpPr>
          <p:nvPr/>
        </p:nvSpPr>
        <p:spPr bwMode="gray">
          <a:xfrm>
            <a:off x="10680600" y="5376914"/>
            <a:ext cx="216000" cy="216000"/>
          </a:xfrm>
          <a:prstGeom prst="rect">
            <a:avLst/>
          </a:prstGeom>
        </p:spPr>
        <p:txBody>
          <a:bodyPr vert="horz" lIns="0" tIns="0" rIns="0" bIns="0" rtlCol="0" anchor="b">
            <a:noAutofit/>
          </a:bodyPr>
          <a:lstStyle>
            <a:defPPr>
              <a:defRPr lang="en-US"/>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3B55C4-4F5A-416B-997D-6CE47EB0A945}" type="slidenum">
              <a:rPr lang="en-GB" smtClean="0"/>
              <a:pPr/>
              <a:t>45</a:t>
            </a:fld>
            <a:endParaRPr lang="en-GB"/>
          </a:p>
        </p:txBody>
      </p:sp>
      <p:graphicFrame>
        <p:nvGraphicFramePr>
          <p:cNvPr id="10" name="Table 9">
            <a:extLst>
              <a:ext uri="{FF2B5EF4-FFF2-40B4-BE49-F238E27FC236}">
                <a16:creationId xmlns:a16="http://schemas.microsoft.com/office/drawing/2014/main" id="{A6FBB2A1-33CD-4BB1-B987-5C270FECEF30}"/>
              </a:ext>
            </a:extLst>
          </p:cNvPr>
          <p:cNvGraphicFramePr>
            <a:graphicFrameLocks noGrp="1"/>
          </p:cNvGraphicFramePr>
          <p:nvPr>
            <p:extLst>
              <p:ext uri="{D42A27DB-BD31-4B8C-83A1-F6EECF244321}">
                <p14:modId xmlns:p14="http://schemas.microsoft.com/office/powerpoint/2010/main" val="37486709"/>
              </p:ext>
            </p:extLst>
          </p:nvPr>
        </p:nvGraphicFramePr>
        <p:xfrm>
          <a:off x="1440747" y="1428533"/>
          <a:ext cx="10047360" cy="502920"/>
        </p:xfrm>
        <a:graphic>
          <a:graphicData uri="http://schemas.openxmlformats.org/drawingml/2006/table">
            <a:tbl>
              <a:tblPr firstRow="1" bandRow="1"/>
              <a:tblGrid>
                <a:gridCol w="502368">
                  <a:extLst>
                    <a:ext uri="{9D8B030D-6E8A-4147-A177-3AD203B41FA5}">
                      <a16:colId xmlns:a16="http://schemas.microsoft.com/office/drawing/2014/main" val="3091663135"/>
                    </a:ext>
                  </a:extLst>
                </a:gridCol>
                <a:gridCol w="502368">
                  <a:extLst>
                    <a:ext uri="{9D8B030D-6E8A-4147-A177-3AD203B41FA5}">
                      <a16:colId xmlns:a16="http://schemas.microsoft.com/office/drawing/2014/main" val="2003423086"/>
                    </a:ext>
                  </a:extLst>
                </a:gridCol>
                <a:gridCol w="502368">
                  <a:extLst>
                    <a:ext uri="{9D8B030D-6E8A-4147-A177-3AD203B41FA5}">
                      <a16:colId xmlns:a16="http://schemas.microsoft.com/office/drawing/2014/main" val="2466911814"/>
                    </a:ext>
                  </a:extLst>
                </a:gridCol>
                <a:gridCol w="502368">
                  <a:extLst>
                    <a:ext uri="{9D8B030D-6E8A-4147-A177-3AD203B41FA5}">
                      <a16:colId xmlns:a16="http://schemas.microsoft.com/office/drawing/2014/main" val="3023231563"/>
                    </a:ext>
                  </a:extLst>
                </a:gridCol>
                <a:gridCol w="502368">
                  <a:extLst>
                    <a:ext uri="{9D8B030D-6E8A-4147-A177-3AD203B41FA5}">
                      <a16:colId xmlns:a16="http://schemas.microsoft.com/office/drawing/2014/main" val="3411862845"/>
                    </a:ext>
                  </a:extLst>
                </a:gridCol>
                <a:gridCol w="502368">
                  <a:extLst>
                    <a:ext uri="{9D8B030D-6E8A-4147-A177-3AD203B41FA5}">
                      <a16:colId xmlns:a16="http://schemas.microsoft.com/office/drawing/2014/main" val="2851474774"/>
                    </a:ext>
                  </a:extLst>
                </a:gridCol>
                <a:gridCol w="502368">
                  <a:extLst>
                    <a:ext uri="{9D8B030D-6E8A-4147-A177-3AD203B41FA5}">
                      <a16:colId xmlns:a16="http://schemas.microsoft.com/office/drawing/2014/main" val="107595344"/>
                    </a:ext>
                  </a:extLst>
                </a:gridCol>
                <a:gridCol w="502368">
                  <a:extLst>
                    <a:ext uri="{9D8B030D-6E8A-4147-A177-3AD203B41FA5}">
                      <a16:colId xmlns:a16="http://schemas.microsoft.com/office/drawing/2014/main" val="1666999431"/>
                    </a:ext>
                  </a:extLst>
                </a:gridCol>
                <a:gridCol w="502368">
                  <a:extLst>
                    <a:ext uri="{9D8B030D-6E8A-4147-A177-3AD203B41FA5}">
                      <a16:colId xmlns:a16="http://schemas.microsoft.com/office/drawing/2014/main" val="3696607442"/>
                    </a:ext>
                  </a:extLst>
                </a:gridCol>
                <a:gridCol w="502368">
                  <a:extLst>
                    <a:ext uri="{9D8B030D-6E8A-4147-A177-3AD203B41FA5}">
                      <a16:colId xmlns:a16="http://schemas.microsoft.com/office/drawing/2014/main" val="223989776"/>
                    </a:ext>
                  </a:extLst>
                </a:gridCol>
                <a:gridCol w="502368">
                  <a:extLst>
                    <a:ext uri="{9D8B030D-6E8A-4147-A177-3AD203B41FA5}">
                      <a16:colId xmlns:a16="http://schemas.microsoft.com/office/drawing/2014/main" val="124731204"/>
                    </a:ext>
                  </a:extLst>
                </a:gridCol>
                <a:gridCol w="502368">
                  <a:extLst>
                    <a:ext uri="{9D8B030D-6E8A-4147-A177-3AD203B41FA5}">
                      <a16:colId xmlns:a16="http://schemas.microsoft.com/office/drawing/2014/main" val="3066978585"/>
                    </a:ext>
                  </a:extLst>
                </a:gridCol>
                <a:gridCol w="502368">
                  <a:extLst>
                    <a:ext uri="{9D8B030D-6E8A-4147-A177-3AD203B41FA5}">
                      <a16:colId xmlns:a16="http://schemas.microsoft.com/office/drawing/2014/main" val="1064917641"/>
                    </a:ext>
                  </a:extLst>
                </a:gridCol>
                <a:gridCol w="502368">
                  <a:extLst>
                    <a:ext uri="{9D8B030D-6E8A-4147-A177-3AD203B41FA5}">
                      <a16:colId xmlns:a16="http://schemas.microsoft.com/office/drawing/2014/main" val="4221117315"/>
                    </a:ext>
                  </a:extLst>
                </a:gridCol>
                <a:gridCol w="502368">
                  <a:extLst>
                    <a:ext uri="{9D8B030D-6E8A-4147-A177-3AD203B41FA5}">
                      <a16:colId xmlns:a16="http://schemas.microsoft.com/office/drawing/2014/main" val="3266065341"/>
                    </a:ext>
                  </a:extLst>
                </a:gridCol>
                <a:gridCol w="502368">
                  <a:extLst>
                    <a:ext uri="{9D8B030D-6E8A-4147-A177-3AD203B41FA5}">
                      <a16:colId xmlns:a16="http://schemas.microsoft.com/office/drawing/2014/main" val="2374051224"/>
                    </a:ext>
                  </a:extLst>
                </a:gridCol>
                <a:gridCol w="502368">
                  <a:extLst>
                    <a:ext uri="{9D8B030D-6E8A-4147-A177-3AD203B41FA5}">
                      <a16:colId xmlns:a16="http://schemas.microsoft.com/office/drawing/2014/main" val="1840388365"/>
                    </a:ext>
                  </a:extLst>
                </a:gridCol>
                <a:gridCol w="502368">
                  <a:extLst>
                    <a:ext uri="{9D8B030D-6E8A-4147-A177-3AD203B41FA5}">
                      <a16:colId xmlns:a16="http://schemas.microsoft.com/office/drawing/2014/main" val="267750830"/>
                    </a:ext>
                  </a:extLst>
                </a:gridCol>
                <a:gridCol w="502368">
                  <a:extLst>
                    <a:ext uri="{9D8B030D-6E8A-4147-A177-3AD203B41FA5}">
                      <a16:colId xmlns:a16="http://schemas.microsoft.com/office/drawing/2014/main" val="3966469970"/>
                    </a:ext>
                  </a:extLst>
                </a:gridCol>
                <a:gridCol w="502368">
                  <a:extLst>
                    <a:ext uri="{9D8B030D-6E8A-4147-A177-3AD203B41FA5}">
                      <a16:colId xmlns:a16="http://schemas.microsoft.com/office/drawing/2014/main" val="2522973146"/>
                    </a:ext>
                  </a:extLst>
                </a:gridCol>
              </a:tblGrid>
              <a:tr h="163181">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2020</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2021</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2022</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2023</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2024</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2025</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2" name="Isosceles Triangle 11">
            <a:extLst>
              <a:ext uri="{FF2B5EF4-FFF2-40B4-BE49-F238E27FC236}">
                <a16:creationId xmlns:a16="http://schemas.microsoft.com/office/drawing/2014/main" id="{2CCEE3F4-0551-94F6-0FCC-EC9FC2E65C5D}"/>
              </a:ext>
            </a:extLst>
          </p:cNvPr>
          <p:cNvSpPr/>
          <p:nvPr/>
        </p:nvSpPr>
        <p:spPr>
          <a:xfrm rot="16200000" flipH="1">
            <a:off x="1119396" y="1599141"/>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13" name="Isosceles Triangle 12">
            <a:extLst>
              <a:ext uri="{FF2B5EF4-FFF2-40B4-BE49-F238E27FC236}">
                <a16:creationId xmlns:a16="http://schemas.microsoft.com/office/drawing/2014/main" id="{D13FDDA1-6C85-1A3B-C946-0E60F23BD155}"/>
              </a:ext>
            </a:extLst>
          </p:cNvPr>
          <p:cNvSpPr/>
          <p:nvPr/>
        </p:nvSpPr>
        <p:spPr>
          <a:xfrm rot="5400000">
            <a:off x="11330196" y="1598823"/>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14" name="TextBox 19">
            <a:extLst>
              <a:ext uri="{FF2B5EF4-FFF2-40B4-BE49-F238E27FC236}">
                <a16:creationId xmlns:a16="http://schemas.microsoft.com/office/drawing/2014/main" id="{DE7B95EF-4635-A072-1F42-245B77E11AEE}"/>
              </a:ext>
            </a:extLst>
          </p:cNvPr>
          <p:cNvSpPr txBox="1"/>
          <p:nvPr/>
        </p:nvSpPr>
        <p:spPr>
          <a:xfrm>
            <a:off x="671114" y="2214756"/>
            <a:ext cx="708463"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Empa post MI Ph3-1245.202</a:t>
            </a:r>
          </a:p>
        </p:txBody>
      </p:sp>
      <p:sp>
        <p:nvSpPr>
          <p:cNvPr id="15" name="TextBox 149">
            <a:extLst>
              <a:ext uri="{FF2B5EF4-FFF2-40B4-BE49-F238E27FC236}">
                <a16:creationId xmlns:a16="http://schemas.microsoft.com/office/drawing/2014/main" id="{3202F611-143C-4EE5-BB2A-4B590735EFA1}"/>
              </a:ext>
            </a:extLst>
          </p:cNvPr>
          <p:cNvSpPr txBox="1"/>
          <p:nvPr/>
        </p:nvSpPr>
        <p:spPr>
          <a:xfrm>
            <a:off x="671114" y="4320057"/>
            <a:ext cx="769633" cy="369332"/>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Empa post MI Ph3-1245.202 (FSO to LabCorp)</a:t>
            </a:r>
          </a:p>
        </p:txBody>
      </p:sp>
      <p:sp>
        <p:nvSpPr>
          <p:cNvPr id="16" name="OTLSHAPE_T_5a934a26f311425e8ebaa0f45e6533ad_Shape">
            <a:extLst>
              <a:ext uri="{FF2B5EF4-FFF2-40B4-BE49-F238E27FC236}">
                <a16:creationId xmlns:a16="http://schemas.microsoft.com/office/drawing/2014/main" id="{88852EEC-63E9-84C0-B861-8D7D3F14D64F}"/>
              </a:ext>
            </a:extLst>
          </p:cNvPr>
          <p:cNvSpPr/>
          <p:nvPr>
            <p:custDataLst>
              <p:tags r:id="rId2"/>
            </p:custDataLst>
          </p:nvPr>
        </p:nvSpPr>
        <p:spPr bwMode="auto">
          <a:xfrm>
            <a:off x="5019749" y="4772010"/>
            <a:ext cx="2743200" cy="178497"/>
          </a:xfrm>
          <a:prstGeom prst="roundRect">
            <a:avLst/>
          </a:prstGeom>
          <a:solidFill>
            <a:srgbClr val="CFF1DD"/>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chemeClr val="bg1">
                  <a:lumMod val="50000"/>
                </a:schemeClr>
              </a:solidFill>
            </a:endParaRPr>
          </a:p>
        </p:txBody>
      </p:sp>
      <p:sp>
        <p:nvSpPr>
          <p:cNvPr id="17" name="OTLSHAPE_T_e17f3958430f4cff8650518c93c7635e_StartDate">
            <a:extLst>
              <a:ext uri="{FF2B5EF4-FFF2-40B4-BE49-F238E27FC236}">
                <a16:creationId xmlns:a16="http://schemas.microsoft.com/office/drawing/2014/main" id="{C6BF71F9-D9D5-1E60-CA02-636BBAAF9C20}"/>
              </a:ext>
            </a:extLst>
          </p:cNvPr>
          <p:cNvSpPr txBox="1"/>
          <p:nvPr>
            <p:custDataLst>
              <p:tags r:id="rId3"/>
            </p:custDataLst>
          </p:nvPr>
        </p:nvSpPr>
        <p:spPr>
          <a:xfrm>
            <a:off x="5257800" y="4832550"/>
            <a:ext cx="2020751" cy="107722"/>
          </a:xfrm>
          <a:prstGeom prst="rect">
            <a:avLst/>
          </a:prstGeom>
          <a:noFill/>
        </p:spPr>
        <p:txBody>
          <a:bodyPr vert="horz" wrap="square" lIns="0" tIns="0" rIns="0" bIns="0" rtlCol="0" anchor="ctr" anchorCtr="0">
            <a:spAutoFit/>
          </a:bodyPr>
          <a:lstStyle/>
          <a:p>
            <a:pPr algn="ctr"/>
            <a:r>
              <a:rPr lang="en-US" altLang="zh-CN" sz="700" b="1">
                <a:cs typeface="Calibri"/>
              </a:rPr>
              <a:t>N= 208/220</a:t>
            </a:r>
            <a:endParaRPr lang="en-US" altLang="zh-CN" sz="700" b="1">
              <a:cs typeface="Calibri" panose="020F0502020204030204" pitchFamily="34" charset="0"/>
            </a:endParaRPr>
          </a:p>
        </p:txBody>
      </p:sp>
      <p:sp>
        <p:nvSpPr>
          <p:cNvPr id="18" name="OTLSHAPE_T_5a934a26f311425e8ebaa0f45e6533ad_Shape">
            <a:extLst>
              <a:ext uri="{FF2B5EF4-FFF2-40B4-BE49-F238E27FC236}">
                <a16:creationId xmlns:a16="http://schemas.microsoft.com/office/drawing/2014/main" id="{D5C24B5A-6B89-B890-3B01-A7385BB045C1}"/>
              </a:ext>
            </a:extLst>
          </p:cNvPr>
          <p:cNvSpPr/>
          <p:nvPr>
            <p:custDataLst>
              <p:tags r:id="rId4"/>
            </p:custDataLst>
          </p:nvPr>
        </p:nvSpPr>
        <p:spPr bwMode="auto">
          <a:xfrm>
            <a:off x="7772400" y="2292021"/>
            <a:ext cx="1280160" cy="17498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19" name="Rectangle 37">
            <a:extLst>
              <a:ext uri="{FF2B5EF4-FFF2-40B4-BE49-F238E27FC236}">
                <a16:creationId xmlns:a16="http://schemas.microsoft.com/office/drawing/2014/main" id="{7C83E83C-A506-0650-30F1-07C7AB41FFF6}"/>
              </a:ext>
            </a:extLst>
          </p:cNvPr>
          <p:cNvSpPr/>
          <p:nvPr/>
        </p:nvSpPr>
        <p:spPr>
          <a:xfrm>
            <a:off x="3132958" y="2431971"/>
            <a:ext cx="375424" cy="21544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FSS</a:t>
            </a:r>
            <a:endParaRPr lang="zh-CN" altLang="en-US" sz="800" b="1">
              <a:solidFill>
                <a:schemeClr val="accent1">
                  <a:lumMod val="90000"/>
                  <a:lumOff val="10000"/>
                </a:schemeClr>
              </a:solidFill>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F881C571-01E9-6F6C-2A29-9AEF02903268}"/>
              </a:ext>
            </a:extLst>
          </p:cNvPr>
          <p:cNvSpPr txBox="1"/>
          <p:nvPr>
            <p:custDataLst>
              <p:tags r:id="rId5"/>
            </p:custDataLst>
          </p:nvPr>
        </p:nvSpPr>
        <p:spPr>
          <a:xfrm>
            <a:off x="2971800" y="1988188"/>
            <a:ext cx="511967"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10 Dec 2020</a:t>
            </a:r>
            <a:endParaRPr lang="zh-CN" altLang="en-US" sz="800" b="1">
              <a:solidFill>
                <a:schemeClr val="accent1">
                  <a:lumMod val="90000"/>
                  <a:lumOff val="10000"/>
                </a:schemeClr>
              </a:solidFill>
              <a:cs typeface="Calibri" panose="020F0502020204030204" pitchFamily="34" charset="0"/>
            </a:endParaRPr>
          </a:p>
        </p:txBody>
      </p:sp>
      <p:sp>
        <p:nvSpPr>
          <p:cNvPr id="21" name="Rectangle 22">
            <a:extLst>
              <a:ext uri="{FF2B5EF4-FFF2-40B4-BE49-F238E27FC236}">
                <a16:creationId xmlns:a16="http://schemas.microsoft.com/office/drawing/2014/main" id="{4AE9F025-1994-1877-853B-A2B4D9AC743E}"/>
              </a:ext>
            </a:extLst>
          </p:cNvPr>
          <p:cNvSpPr/>
          <p:nvPr/>
        </p:nvSpPr>
        <p:spPr>
          <a:xfrm>
            <a:off x="8857392" y="2453422"/>
            <a:ext cx="386645" cy="21544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LSC</a:t>
            </a:r>
            <a:endParaRPr lang="zh-CN" altLang="en-US" sz="800" b="1">
              <a:solidFill>
                <a:schemeClr val="accent1">
                  <a:lumMod val="90000"/>
                  <a:lumOff val="10000"/>
                </a:schemeClr>
              </a:solidFill>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15A44FFF-5B84-676D-5AF8-E0BFD0A67491}"/>
              </a:ext>
            </a:extLst>
          </p:cNvPr>
          <p:cNvSpPr txBox="1"/>
          <p:nvPr>
            <p:custDataLst>
              <p:tags r:id="rId6"/>
            </p:custDataLst>
          </p:nvPr>
        </p:nvSpPr>
        <p:spPr>
          <a:xfrm>
            <a:off x="8632765" y="2075638"/>
            <a:ext cx="622819" cy="12311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27Oct2023</a:t>
            </a:r>
            <a:endParaRPr lang="zh-CN" altLang="en-US" sz="800" b="1">
              <a:solidFill>
                <a:schemeClr val="accent1">
                  <a:lumMod val="90000"/>
                  <a:lumOff val="10000"/>
                </a:schemeClr>
              </a:solidFill>
              <a:cs typeface="Calibri" panose="020F0502020204030204" pitchFamily="34" charset="0"/>
            </a:endParaRPr>
          </a:p>
        </p:txBody>
      </p:sp>
      <p:sp>
        <p:nvSpPr>
          <p:cNvPr id="23" name="Rectangle 174">
            <a:extLst>
              <a:ext uri="{FF2B5EF4-FFF2-40B4-BE49-F238E27FC236}">
                <a16:creationId xmlns:a16="http://schemas.microsoft.com/office/drawing/2014/main" id="{559E1C8D-4E4C-D6E3-867B-23229226D092}"/>
              </a:ext>
            </a:extLst>
          </p:cNvPr>
          <p:cNvSpPr/>
          <p:nvPr/>
        </p:nvSpPr>
        <p:spPr>
          <a:xfrm>
            <a:off x="7579577" y="2533867"/>
            <a:ext cx="375424" cy="21544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LSS</a:t>
            </a:r>
            <a:endParaRPr lang="zh-CN" altLang="en-US" sz="800" b="1">
              <a:solidFill>
                <a:schemeClr val="accent1">
                  <a:lumMod val="90000"/>
                  <a:lumOff val="10000"/>
                </a:schemeClr>
              </a:solidFill>
              <a:cs typeface="Calibri" panose="020F0502020204030204" pitchFamily="34" charset="0"/>
            </a:endParaRPr>
          </a:p>
        </p:txBody>
      </p:sp>
      <p:sp>
        <p:nvSpPr>
          <p:cNvPr id="24" name="Star: 4 Points 143">
            <a:extLst>
              <a:ext uri="{FF2B5EF4-FFF2-40B4-BE49-F238E27FC236}">
                <a16:creationId xmlns:a16="http://schemas.microsoft.com/office/drawing/2014/main" id="{4981598B-5D94-0D50-7102-6EBC977DC6BF}"/>
              </a:ext>
            </a:extLst>
          </p:cNvPr>
          <p:cNvSpPr/>
          <p:nvPr/>
        </p:nvSpPr>
        <p:spPr bwMode="auto">
          <a:xfrm>
            <a:off x="8985982" y="237541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25" name="OTLSHAPE_T_5a934a26f311425e8ebaa0f45e6533ad_Shape">
            <a:extLst>
              <a:ext uri="{FF2B5EF4-FFF2-40B4-BE49-F238E27FC236}">
                <a16:creationId xmlns:a16="http://schemas.microsoft.com/office/drawing/2014/main" id="{8CE9DC78-62F8-DA71-AAA1-ECE29CBF6440}"/>
              </a:ext>
            </a:extLst>
          </p:cNvPr>
          <p:cNvSpPr/>
          <p:nvPr>
            <p:custDataLst>
              <p:tags r:id="rId7"/>
            </p:custDataLst>
          </p:nvPr>
        </p:nvSpPr>
        <p:spPr bwMode="auto">
          <a:xfrm>
            <a:off x="2545709" y="4778395"/>
            <a:ext cx="2468880" cy="176769"/>
          </a:xfrm>
          <a:prstGeom prst="roundRect">
            <a:avLst/>
          </a:prstGeom>
          <a:solidFill>
            <a:srgbClr val="CCCED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rgbClr val="000000"/>
              </a:solidFill>
            </a:endParaRPr>
          </a:p>
        </p:txBody>
      </p:sp>
      <p:sp>
        <p:nvSpPr>
          <p:cNvPr id="26" name="Rectangle 37">
            <a:extLst>
              <a:ext uri="{FF2B5EF4-FFF2-40B4-BE49-F238E27FC236}">
                <a16:creationId xmlns:a16="http://schemas.microsoft.com/office/drawing/2014/main" id="{A8846481-E6A4-4B13-EA0A-2D1EABD14EBE}"/>
              </a:ext>
            </a:extLst>
          </p:cNvPr>
          <p:cNvSpPr/>
          <p:nvPr/>
        </p:nvSpPr>
        <p:spPr>
          <a:xfrm>
            <a:off x="2131000" y="5026196"/>
            <a:ext cx="662776" cy="338554"/>
          </a:xfrm>
          <a:prstGeom prst="rect">
            <a:avLst/>
          </a:prstGeom>
        </p:spPr>
        <p:txBody>
          <a:bodyPr wrap="square">
            <a:spAutoFit/>
          </a:bodyPr>
          <a:lstStyle/>
          <a:p>
            <a:pPr algn="ctr"/>
            <a:r>
              <a:rPr lang="en-US" altLang="zh-CN" sz="800" b="1">
                <a:solidFill>
                  <a:schemeClr val="accent1">
                    <a:lumMod val="90000"/>
                    <a:lumOff val="10000"/>
                  </a:schemeClr>
                </a:solidFill>
                <a:cs typeface="Calibri" panose="020F0502020204030204" pitchFamily="34" charset="0"/>
              </a:rPr>
              <a:t>CTA </a:t>
            </a:r>
          </a:p>
          <a:p>
            <a:pPr algn="ctr"/>
            <a:r>
              <a:rPr lang="en-US" altLang="zh-CN" sz="800" b="1">
                <a:solidFill>
                  <a:schemeClr val="accent1">
                    <a:lumMod val="90000"/>
                    <a:lumOff val="10000"/>
                  </a:schemeClr>
                </a:solidFill>
                <a:cs typeface="Calibri" panose="020F0502020204030204" pitchFamily="34" charset="0"/>
              </a:rPr>
              <a:t>kickoff</a:t>
            </a:r>
            <a:endParaRPr lang="zh-CN" altLang="en-US" sz="800" b="1">
              <a:solidFill>
                <a:schemeClr val="accent1">
                  <a:lumMod val="90000"/>
                  <a:lumOff val="10000"/>
                </a:schemeClr>
              </a:solidFill>
              <a:cs typeface="Calibri" panose="020F0502020204030204" pitchFamily="34" charset="0"/>
            </a:endParaRPr>
          </a:p>
        </p:txBody>
      </p:sp>
      <p:sp>
        <p:nvSpPr>
          <p:cNvPr id="27" name="Rectangle 37">
            <a:extLst>
              <a:ext uri="{FF2B5EF4-FFF2-40B4-BE49-F238E27FC236}">
                <a16:creationId xmlns:a16="http://schemas.microsoft.com/office/drawing/2014/main" id="{F0B197DB-1AF9-E1F2-A255-66AC8FE5991A}"/>
              </a:ext>
            </a:extLst>
          </p:cNvPr>
          <p:cNvSpPr/>
          <p:nvPr/>
        </p:nvSpPr>
        <p:spPr>
          <a:xfrm>
            <a:off x="4557349" y="5008609"/>
            <a:ext cx="538009" cy="215444"/>
          </a:xfrm>
          <a:prstGeom prst="rect">
            <a:avLst/>
          </a:prstGeom>
        </p:spPr>
        <p:txBody>
          <a:bodyPr wrap="square" lIns="91440" tIns="45720" rIns="91440" bIns="45720" anchor="t">
            <a:spAutoFit/>
          </a:bodyPr>
          <a:lstStyle/>
          <a:p>
            <a:pPr algn="ctr"/>
            <a:r>
              <a:rPr lang="en-US" altLang="zh-CN" sz="800" b="1">
                <a:solidFill>
                  <a:schemeClr val="accent1">
                    <a:lumMod val="90000"/>
                    <a:lumOff val="10000"/>
                  </a:schemeClr>
                </a:solidFill>
                <a:cs typeface="Calibri"/>
              </a:rPr>
              <a:t>1</a:t>
            </a:r>
            <a:r>
              <a:rPr lang="en-US" altLang="zh-CN" sz="800" b="1" baseline="30000">
                <a:solidFill>
                  <a:schemeClr val="accent1">
                    <a:lumMod val="90000"/>
                    <a:lumOff val="10000"/>
                  </a:schemeClr>
                </a:solidFill>
                <a:cs typeface="Calibri"/>
              </a:rPr>
              <a:t>st</a:t>
            </a:r>
            <a:r>
              <a:rPr lang="en-US" altLang="zh-CN" sz="800" b="1">
                <a:solidFill>
                  <a:schemeClr val="accent1">
                    <a:lumMod val="90000"/>
                    <a:lumOff val="10000"/>
                  </a:schemeClr>
                </a:solidFill>
                <a:cs typeface="Calibri"/>
              </a:rPr>
              <a:t> SIV</a:t>
            </a:r>
            <a:endParaRPr lang="en-US" altLang="zh-CN" sz="800" b="1">
              <a:solidFill>
                <a:schemeClr val="accent1">
                  <a:lumMod val="90000"/>
                  <a:lumOff val="10000"/>
                </a:schemeClr>
              </a:solidFill>
              <a:cs typeface="Calibri" panose="020F0502020204030204" pitchFamily="34" charset="0"/>
            </a:endParaRPr>
          </a:p>
        </p:txBody>
      </p:sp>
      <p:sp>
        <p:nvSpPr>
          <p:cNvPr id="28" name="Star: 4 Points 143">
            <a:extLst>
              <a:ext uri="{FF2B5EF4-FFF2-40B4-BE49-F238E27FC236}">
                <a16:creationId xmlns:a16="http://schemas.microsoft.com/office/drawing/2014/main" id="{C0CA507B-CC26-52F6-9080-3075D878A9A1}"/>
              </a:ext>
            </a:extLst>
          </p:cNvPr>
          <p:cNvSpPr/>
          <p:nvPr/>
        </p:nvSpPr>
        <p:spPr bwMode="auto">
          <a:xfrm>
            <a:off x="8685010" y="489953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29" name="Rectangle 22">
            <a:extLst>
              <a:ext uri="{FF2B5EF4-FFF2-40B4-BE49-F238E27FC236}">
                <a16:creationId xmlns:a16="http://schemas.microsoft.com/office/drawing/2014/main" id="{CB646049-FD39-6689-2A93-6CED9DA84EE0}"/>
              </a:ext>
            </a:extLst>
          </p:cNvPr>
          <p:cNvSpPr/>
          <p:nvPr/>
        </p:nvSpPr>
        <p:spPr>
          <a:xfrm>
            <a:off x="8535451" y="5007431"/>
            <a:ext cx="386645" cy="21544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LSC</a:t>
            </a:r>
            <a:endParaRPr lang="zh-CN" altLang="en-US" sz="800" b="1">
              <a:solidFill>
                <a:schemeClr val="accent1">
                  <a:lumMod val="90000"/>
                  <a:lumOff val="10000"/>
                </a:schemeClr>
              </a:solidFill>
              <a:cs typeface="Calibri" panose="020F0502020204030204" pitchFamily="34" charset="0"/>
            </a:endParaRPr>
          </a:p>
        </p:txBody>
      </p:sp>
      <p:sp>
        <p:nvSpPr>
          <p:cNvPr id="30" name="Rectangle 174">
            <a:extLst>
              <a:ext uri="{FF2B5EF4-FFF2-40B4-BE49-F238E27FC236}">
                <a16:creationId xmlns:a16="http://schemas.microsoft.com/office/drawing/2014/main" id="{E80CAB3F-4B47-C98F-2BEE-841788C4C6E1}"/>
              </a:ext>
            </a:extLst>
          </p:cNvPr>
          <p:cNvSpPr/>
          <p:nvPr/>
        </p:nvSpPr>
        <p:spPr>
          <a:xfrm>
            <a:off x="7566251" y="5055590"/>
            <a:ext cx="362600" cy="207749"/>
          </a:xfrm>
          <a:prstGeom prst="rect">
            <a:avLst/>
          </a:prstGeom>
        </p:spPr>
        <p:txBody>
          <a:bodyPr wrap="none">
            <a:spAutoFit/>
          </a:bodyPr>
          <a:lstStyle/>
          <a:p>
            <a:pPr algn="ctr"/>
            <a:r>
              <a:rPr lang="en-US" altLang="zh-CN" sz="750" b="1">
                <a:solidFill>
                  <a:schemeClr val="accent1">
                    <a:lumMod val="90000"/>
                    <a:lumOff val="10000"/>
                  </a:schemeClr>
                </a:solidFill>
                <a:cs typeface="Calibri" panose="020F0502020204030204" pitchFamily="34" charset="0"/>
              </a:rPr>
              <a:t>LSS</a:t>
            </a:r>
            <a:endParaRPr lang="zh-CN" altLang="en-US" sz="750" b="1">
              <a:solidFill>
                <a:schemeClr val="accent1">
                  <a:lumMod val="90000"/>
                  <a:lumOff val="10000"/>
                </a:schemeClr>
              </a:solidFill>
              <a:cs typeface="Calibri" panose="020F0502020204030204" pitchFamily="34" charset="0"/>
            </a:endParaRPr>
          </a:p>
        </p:txBody>
      </p:sp>
      <p:sp>
        <p:nvSpPr>
          <p:cNvPr id="31" name="Star: 4 Points 143">
            <a:extLst>
              <a:ext uri="{FF2B5EF4-FFF2-40B4-BE49-F238E27FC236}">
                <a16:creationId xmlns:a16="http://schemas.microsoft.com/office/drawing/2014/main" id="{30DBEEF0-7BCA-4CB2-AE13-3AB0ED734EA3}"/>
              </a:ext>
            </a:extLst>
          </p:cNvPr>
          <p:cNvSpPr/>
          <p:nvPr/>
        </p:nvSpPr>
        <p:spPr bwMode="auto">
          <a:xfrm>
            <a:off x="7698198" y="486125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000">
              <a:solidFill>
                <a:schemeClr val="accent1">
                  <a:lumMod val="90000"/>
                  <a:lumOff val="10000"/>
                </a:schemeClr>
              </a:solidFill>
              <a:cs typeface="Calibri" panose="020F0502020204030204" pitchFamily="34" charset="0"/>
            </a:endParaRPr>
          </a:p>
        </p:txBody>
      </p:sp>
      <p:sp>
        <p:nvSpPr>
          <p:cNvPr id="32" name="Freeform: Shape 147">
            <a:extLst>
              <a:ext uri="{FF2B5EF4-FFF2-40B4-BE49-F238E27FC236}">
                <a16:creationId xmlns:a16="http://schemas.microsoft.com/office/drawing/2014/main" id="{436474AE-F5A2-3C5B-2E4F-207C00FCBD6C}"/>
              </a:ext>
            </a:extLst>
          </p:cNvPr>
          <p:cNvSpPr/>
          <p:nvPr/>
        </p:nvSpPr>
        <p:spPr bwMode="auto">
          <a:xfrm>
            <a:off x="636233" y="1928400"/>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25" b="1" kern="0">
                <a:solidFill>
                  <a:srgbClr val="FFFFFF"/>
                </a:solidFill>
                <a:latin typeface="BISans" panose="02000503040000020004"/>
                <a:cs typeface="Calibri" panose="020F0502020204030204" pitchFamily="34" charset="0"/>
              </a:rPr>
              <a:t>Global</a:t>
            </a:r>
            <a:endParaRPr lang="zh-CN" altLang="en-US" sz="825" b="1" kern="0">
              <a:solidFill>
                <a:srgbClr val="FFFFFF"/>
              </a:solidFill>
              <a:latin typeface="BISans" panose="02000503040000020004"/>
              <a:cs typeface="Calibri" panose="020F0502020204030204" pitchFamily="34" charset="0"/>
            </a:endParaRPr>
          </a:p>
        </p:txBody>
      </p:sp>
      <p:sp>
        <p:nvSpPr>
          <p:cNvPr id="33" name="Oval 4">
            <a:extLst>
              <a:ext uri="{FF2B5EF4-FFF2-40B4-BE49-F238E27FC236}">
                <a16:creationId xmlns:a16="http://schemas.microsoft.com/office/drawing/2014/main" id="{947F7C90-40D5-5E11-0759-47CFB427E46A}"/>
              </a:ext>
            </a:extLst>
          </p:cNvPr>
          <p:cNvSpPr/>
          <p:nvPr/>
        </p:nvSpPr>
        <p:spPr>
          <a:xfrm>
            <a:off x="624365" y="1856143"/>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latin typeface="BISans" panose="02000503040000020004"/>
            </a:endParaRPr>
          </a:p>
        </p:txBody>
      </p:sp>
      <p:sp>
        <p:nvSpPr>
          <p:cNvPr id="34" name="Rectangle: Rounded Corners 116">
            <a:extLst>
              <a:ext uri="{FF2B5EF4-FFF2-40B4-BE49-F238E27FC236}">
                <a16:creationId xmlns:a16="http://schemas.microsoft.com/office/drawing/2014/main" id="{840882E0-EA6F-3339-0635-6C337D029629}"/>
              </a:ext>
            </a:extLst>
          </p:cNvPr>
          <p:cNvSpPr/>
          <p:nvPr/>
        </p:nvSpPr>
        <p:spPr bwMode="auto">
          <a:xfrm>
            <a:off x="1396481" y="1893984"/>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cs typeface="Calibri" panose="020F0502020204030204" pitchFamily="34" charset="0"/>
            </a:endParaRPr>
          </a:p>
        </p:txBody>
      </p:sp>
      <p:pic>
        <p:nvPicPr>
          <p:cNvPr id="35" name="Picture 6" descr="Image result for world circle png">
            <a:extLst>
              <a:ext uri="{FF2B5EF4-FFF2-40B4-BE49-F238E27FC236}">
                <a16:creationId xmlns:a16="http://schemas.microsoft.com/office/drawing/2014/main" id="{DA02485C-AF9D-15E0-1521-384CBC510280}"/>
              </a:ext>
            </a:extLst>
          </p:cNvPr>
          <p:cNvPicPr>
            <a:picLocks noChangeAspect="1" noChangeArrowheads="1"/>
          </p:cNvPicPr>
          <p:nvPr/>
        </p:nvPicPr>
        <p:blipFill rotWithShape="1">
          <a:blip r:embed="rId40">
            <a:extLst>
              <a:ext uri="{28A0092B-C50C-407E-A947-70E740481C1C}">
                <a14:useLocalDpi xmlns:a14="http://schemas.microsoft.com/office/drawing/2010/main" val="0"/>
              </a:ext>
            </a:extLst>
          </a:blip>
          <a:srcRect l="4094" t="4010" r="4094" b="4010"/>
          <a:stretch/>
        </p:blipFill>
        <p:spPr bwMode="auto">
          <a:xfrm>
            <a:off x="651914" y="1883305"/>
            <a:ext cx="280325" cy="281098"/>
          </a:xfrm>
          <a:prstGeom prst="rect">
            <a:avLst/>
          </a:prstGeom>
          <a:noFill/>
          <a:extLst>
            <a:ext uri="{909E8E84-426E-40DD-AFC4-6F175D3DCCD1}">
              <a14:hiddenFill xmlns:a14="http://schemas.microsoft.com/office/drawing/2010/main">
                <a:solidFill>
                  <a:srgbClr val="FFFFFF"/>
                </a:solidFill>
              </a14:hiddenFill>
            </a:ext>
          </a:extLst>
        </p:spPr>
      </p:pic>
      <p:sp>
        <p:nvSpPr>
          <p:cNvPr id="36" name="Freeform: Shape 152">
            <a:extLst>
              <a:ext uri="{FF2B5EF4-FFF2-40B4-BE49-F238E27FC236}">
                <a16:creationId xmlns:a16="http://schemas.microsoft.com/office/drawing/2014/main" id="{9DA6185D-88CC-D78D-B5AF-E30B7E7657B5}"/>
              </a:ext>
            </a:extLst>
          </p:cNvPr>
          <p:cNvSpPr/>
          <p:nvPr/>
        </p:nvSpPr>
        <p:spPr bwMode="auto">
          <a:xfrm>
            <a:off x="651914" y="3780593"/>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37" name="Oval 134">
            <a:extLst>
              <a:ext uri="{FF2B5EF4-FFF2-40B4-BE49-F238E27FC236}">
                <a16:creationId xmlns:a16="http://schemas.microsoft.com/office/drawing/2014/main" id="{2E213071-FA6B-D847-D321-1AA390B89314}"/>
              </a:ext>
            </a:extLst>
          </p:cNvPr>
          <p:cNvSpPr/>
          <p:nvPr/>
        </p:nvSpPr>
        <p:spPr>
          <a:xfrm>
            <a:off x="640046" y="3708336"/>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latin typeface="BISans" panose="02000503040000020004"/>
            </a:endParaRPr>
          </a:p>
        </p:txBody>
      </p:sp>
      <p:sp>
        <p:nvSpPr>
          <p:cNvPr id="38" name="Rectangle: Rounded Corners 116">
            <a:extLst>
              <a:ext uri="{FF2B5EF4-FFF2-40B4-BE49-F238E27FC236}">
                <a16:creationId xmlns:a16="http://schemas.microsoft.com/office/drawing/2014/main" id="{915D5105-5E43-589B-2458-B83DAE0EB60A}"/>
              </a:ext>
            </a:extLst>
          </p:cNvPr>
          <p:cNvSpPr/>
          <p:nvPr/>
        </p:nvSpPr>
        <p:spPr bwMode="auto">
          <a:xfrm>
            <a:off x="1412162" y="3746177"/>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cs typeface="Calibri" panose="020F0502020204030204" pitchFamily="34" charset="0"/>
            </a:endParaRPr>
          </a:p>
        </p:txBody>
      </p:sp>
      <p:pic>
        <p:nvPicPr>
          <p:cNvPr id="39" name="Picture 2" descr="Image result for China flag circle png">
            <a:extLst>
              <a:ext uri="{FF2B5EF4-FFF2-40B4-BE49-F238E27FC236}">
                <a16:creationId xmlns:a16="http://schemas.microsoft.com/office/drawing/2014/main" id="{C805A845-4004-F887-1885-B9C33E73FF6B}"/>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67208" y="3735498"/>
            <a:ext cx="281099" cy="281098"/>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37">
            <a:extLst>
              <a:ext uri="{FF2B5EF4-FFF2-40B4-BE49-F238E27FC236}">
                <a16:creationId xmlns:a16="http://schemas.microsoft.com/office/drawing/2014/main" id="{360850FF-6DE5-6542-7029-10004B90F46D}"/>
              </a:ext>
            </a:extLst>
          </p:cNvPr>
          <p:cNvSpPr/>
          <p:nvPr/>
        </p:nvSpPr>
        <p:spPr>
          <a:xfrm>
            <a:off x="2828368" y="5026196"/>
            <a:ext cx="423514" cy="33855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CTA </a:t>
            </a:r>
          </a:p>
          <a:p>
            <a:pPr algn="ctr"/>
            <a:r>
              <a:rPr lang="en-US" altLang="zh-CN" sz="800" b="1">
                <a:solidFill>
                  <a:schemeClr val="accent1">
                    <a:lumMod val="90000"/>
                    <a:lumOff val="10000"/>
                  </a:schemeClr>
                </a:solidFill>
                <a:cs typeface="Calibri" panose="020F0502020204030204" pitchFamily="34" charset="0"/>
              </a:rPr>
              <a:t>Sub</a:t>
            </a:r>
            <a:endParaRPr lang="zh-CN" altLang="en-US" sz="800" b="1">
              <a:solidFill>
                <a:schemeClr val="accent1">
                  <a:lumMod val="90000"/>
                  <a:lumOff val="10000"/>
                </a:schemeClr>
              </a:solidFill>
              <a:cs typeface="Calibri" panose="020F0502020204030204" pitchFamily="34" charset="0"/>
            </a:endParaRPr>
          </a:p>
        </p:txBody>
      </p:sp>
      <p:sp>
        <p:nvSpPr>
          <p:cNvPr id="44" name="OTLSHAPE_T_e17f3958430f4cff8650518c93c7635e_StartDate">
            <a:extLst>
              <a:ext uri="{FF2B5EF4-FFF2-40B4-BE49-F238E27FC236}">
                <a16:creationId xmlns:a16="http://schemas.microsoft.com/office/drawing/2014/main" id="{C1843892-C60D-E9CD-5914-6D43AA13F5D6}"/>
              </a:ext>
            </a:extLst>
          </p:cNvPr>
          <p:cNvSpPr txBox="1"/>
          <p:nvPr>
            <p:custDataLst>
              <p:tags r:id="rId8"/>
            </p:custDataLst>
          </p:nvPr>
        </p:nvSpPr>
        <p:spPr>
          <a:xfrm>
            <a:off x="2791985" y="4512991"/>
            <a:ext cx="567358"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26 Nov </a:t>
            </a:r>
          </a:p>
          <a:p>
            <a:pPr algn="ctr"/>
            <a:r>
              <a:rPr lang="en-US" altLang="zh-CN" sz="800" b="1">
                <a:solidFill>
                  <a:schemeClr val="accent1">
                    <a:lumMod val="90000"/>
                    <a:lumOff val="10000"/>
                  </a:schemeClr>
                </a:solidFill>
                <a:cs typeface="Calibri" panose="020F0502020204030204" pitchFamily="34" charset="0"/>
              </a:rPr>
              <a:t>2020 </a:t>
            </a:r>
          </a:p>
        </p:txBody>
      </p:sp>
      <p:sp>
        <p:nvSpPr>
          <p:cNvPr id="45" name="OTLSHAPE_T_e17f3958430f4cff8650518c93c7635e_StartDate">
            <a:extLst>
              <a:ext uri="{FF2B5EF4-FFF2-40B4-BE49-F238E27FC236}">
                <a16:creationId xmlns:a16="http://schemas.microsoft.com/office/drawing/2014/main" id="{A8DCBEDD-525D-2B98-9638-E5A3CCD0250D}"/>
              </a:ext>
            </a:extLst>
          </p:cNvPr>
          <p:cNvSpPr txBox="1"/>
          <p:nvPr>
            <p:custDataLst>
              <p:tags r:id="rId9"/>
            </p:custDataLst>
          </p:nvPr>
        </p:nvSpPr>
        <p:spPr>
          <a:xfrm>
            <a:off x="4610942" y="4473534"/>
            <a:ext cx="396065"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15 Sep</a:t>
            </a:r>
          </a:p>
          <a:p>
            <a:pPr algn="ctr"/>
            <a:r>
              <a:rPr lang="en-US" altLang="zh-CN" sz="800" b="1">
                <a:solidFill>
                  <a:schemeClr val="accent1">
                    <a:lumMod val="90000"/>
                    <a:lumOff val="10000"/>
                  </a:schemeClr>
                </a:solidFill>
                <a:cs typeface="Calibri" panose="020F0502020204030204" pitchFamily="34" charset="0"/>
              </a:rPr>
              <a:t>2021</a:t>
            </a:r>
            <a:endParaRPr lang="zh-CN" altLang="en-US" sz="800" b="1">
              <a:solidFill>
                <a:schemeClr val="accent1">
                  <a:lumMod val="90000"/>
                  <a:lumOff val="10000"/>
                </a:schemeClr>
              </a:solidFill>
              <a:cs typeface="Calibri" panose="020F0502020204030204" pitchFamily="34" charset="0"/>
            </a:endParaRPr>
          </a:p>
        </p:txBody>
      </p:sp>
      <p:sp>
        <p:nvSpPr>
          <p:cNvPr id="46" name="Rectangle 37">
            <a:extLst>
              <a:ext uri="{FF2B5EF4-FFF2-40B4-BE49-F238E27FC236}">
                <a16:creationId xmlns:a16="http://schemas.microsoft.com/office/drawing/2014/main" id="{3FBFA7D3-73CE-1929-8844-07105BA5B40D}"/>
              </a:ext>
            </a:extLst>
          </p:cNvPr>
          <p:cNvSpPr/>
          <p:nvPr/>
        </p:nvSpPr>
        <p:spPr>
          <a:xfrm>
            <a:off x="3525750" y="5016056"/>
            <a:ext cx="428322" cy="338554"/>
          </a:xfrm>
          <a:prstGeom prst="rect">
            <a:avLst/>
          </a:prstGeom>
        </p:spPr>
        <p:txBody>
          <a:bodyPr wrap="none">
            <a:spAutoFit/>
          </a:bodyPr>
          <a:lstStyle/>
          <a:p>
            <a:pPr algn="ctr"/>
            <a:r>
              <a:rPr lang="en-US" altLang="zh-CN" sz="800" b="1">
                <a:solidFill>
                  <a:schemeClr val="accent1">
                    <a:lumMod val="90000"/>
                    <a:lumOff val="10000"/>
                  </a:schemeClr>
                </a:solidFill>
                <a:cs typeface="Calibri" panose="020F0502020204030204" pitchFamily="34" charset="0"/>
              </a:rPr>
              <a:t>CTA </a:t>
            </a:r>
          </a:p>
          <a:p>
            <a:pPr algn="ctr"/>
            <a:r>
              <a:rPr lang="en-US" altLang="zh-CN" sz="800" b="1">
                <a:solidFill>
                  <a:schemeClr val="accent1">
                    <a:lumMod val="90000"/>
                    <a:lumOff val="10000"/>
                  </a:schemeClr>
                </a:solidFill>
                <a:cs typeface="Calibri" panose="020F0502020204030204" pitchFamily="34" charset="0"/>
              </a:rPr>
              <a:t>Appr</a:t>
            </a:r>
            <a:endParaRPr lang="zh-CN" altLang="en-US" sz="800" b="1">
              <a:solidFill>
                <a:schemeClr val="accent1">
                  <a:lumMod val="90000"/>
                  <a:lumOff val="10000"/>
                </a:schemeClr>
              </a:solidFill>
              <a:cs typeface="Calibri" panose="020F0502020204030204" pitchFamily="34" charset="0"/>
            </a:endParaRPr>
          </a:p>
        </p:txBody>
      </p:sp>
      <p:sp>
        <p:nvSpPr>
          <p:cNvPr id="47" name="OTLSHAPE_T_e17f3958430f4cff8650518c93c7635e_StartDate">
            <a:extLst>
              <a:ext uri="{FF2B5EF4-FFF2-40B4-BE49-F238E27FC236}">
                <a16:creationId xmlns:a16="http://schemas.microsoft.com/office/drawing/2014/main" id="{5D8BC52F-AC98-B75F-40AA-297B53A15B4D}"/>
              </a:ext>
            </a:extLst>
          </p:cNvPr>
          <p:cNvSpPr txBox="1"/>
          <p:nvPr>
            <p:custDataLst>
              <p:tags r:id="rId10"/>
            </p:custDataLst>
          </p:nvPr>
        </p:nvSpPr>
        <p:spPr>
          <a:xfrm>
            <a:off x="3551151" y="4535112"/>
            <a:ext cx="376965"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5 Feb 2021</a:t>
            </a:r>
            <a:endParaRPr lang="zh-CN" altLang="en-US" sz="800" b="1">
              <a:solidFill>
                <a:schemeClr val="accent1">
                  <a:lumMod val="90000"/>
                  <a:lumOff val="10000"/>
                </a:schemeClr>
              </a:solidFill>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547575C4-15CF-7CDC-079A-E6F35363CD4C}"/>
              </a:ext>
            </a:extLst>
          </p:cNvPr>
          <p:cNvSpPr txBox="1"/>
          <p:nvPr>
            <p:custDataLst>
              <p:tags r:id="rId11"/>
            </p:custDataLst>
          </p:nvPr>
        </p:nvSpPr>
        <p:spPr>
          <a:xfrm>
            <a:off x="2222449" y="4534049"/>
            <a:ext cx="567358"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15 Sep </a:t>
            </a:r>
          </a:p>
          <a:p>
            <a:pPr algn="ctr"/>
            <a:r>
              <a:rPr lang="en-US" altLang="zh-CN" sz="800" b="1">
                <a:solidFill>
                  <a:schemeClr val="accent1">
                    <a:lumMod val="90000"/>
                    <a:lumOff val="10000"/>
                  </a:schemeClr>
                </a:solidFill>
                <a:cs typeface="Calibri" panose="020F0502020204030204" pitchFamily="34" charset="0"/>
              </a:rPr>
              <a:t>2020</a:t>
            </a:r>
          </a:p>
        </p:txBody>
      </p:sp>
      <p:sp>
        <p:nvSpPr>
          <p:cNvPr id="49" name="OTLSHAPE_T_e17f3958430f4cff8650518c93c7635e_Shape">
            <a:extLst>
              <a:ext uri="{FF2B5EF4-FFF2-40B4-BE49-F238E27FC236}">
                <a16:creationId xmlns:a16="http://schemas.microsoft.com/office/drawing/2014/main" id="{05F65DC0-61A7-2536-DA3F-2C21BBB4F407}"/>
              </a:ext>
            </a:extLst>
          </p:cNvPr>
          <p:cNvSpPr/>
          <p:nvPr>
            <p:custDataLst>
              <p:tags r:id="rId12"/>
            </p:custDataLst>
          </p:nvPr>
        </p:nvSpPr>
        <p:spPr bwMode="auto">
          <a:xfrm>
            <a:off x="9566215" y="2280693"/>
            <a:ext cx="548640" cy="205445"/>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r>
              <a:rPr lang="en-US" altLang="zh-CN" sz="800" b="1">
                <a:cs typeface="Calibri" panose="020F0502020204030204" pitchFamily="34" charset="0"/>
              </a:rPr>
              <a:t>NDA review</a:t>
            </a:r>
            <a:endParaRPr lang="zh-CN" altLang="en-US" sz="800" b="1">
              <a:cs typeface="Calibri" panose="020F0502020204030204" pitchFamily="34" charset="0"/>
            </a:endParaRPr>
          </a:p>
        </p:txBody>
      </p:sp>
      <p:sp>
        <p:nvSpPr>
          <p:cNvPr id="50" name="OTLSHAPE_T_e17f3958430f4cff8650518c93c7635e_StartDate">
            <a:extLst>
              <a:ext uri="{FF2B5EF4-FFF2-40B4-BE49-F238E27FC236}">
                <a16:creationId xmlns:a16="http://schemas.microsoft.com/office/drawing/2014/main" id="{811A733C-E2D3-6BE5-BADE-019D59B0F905}"/>
              </a:ext>
            </a:extLst>
          </p:cNvPr>
          <p:cNvSpPr txBox="1"/>
          <p:nvPr>
            <p:custDataLst>
              <p:tags r:id="rId13"/>
            </p:custDataLst>
          </p:nvPr>
        </p:nvSpPr>
        <p:spPr>
          <a:xfrm>
            <a:off x="9312492" y="2110141"/>
            <a:ext cx="622911" cy="12311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Feb2024</a:t>
            </a:r>
          </a:p>
        </p:txBody>
      </p:sp>
      <p:sp>
        <p:nvSpPr>
          <p:cNvPr id="51" name="OTLSHAPE_T_e17f3958430f4cff8650518c93c7635e_StartDate">
            <a:extLst>
              <a:ext uri="{FF2B5EF4-FFF2-40B4-BE49-F238E27FC236}">
                <a16:creationId xmlns:a16="http://schemas.microsoft.com/office/drawing/2014/main" id="{F38102AC-81C6-8418-0000-D6A00A96D9F5}"/>
              </a:ext>
            </a:extLst>
          </p:cNvPr>
          <p:cNvSpPr txBox="1"/>
          <p:nvPr>
            <p:custDataLst>
              <p:tags r:id="rId14"/>
            </p:custDataLst>
          </p:nvPr>
        </p:nvSpPr>
        <p:spPr>
          <a:xfrm>
            <a:off x="9786571" y="1980989"/>
            <a:ext cx="1033829"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a:rPr>
              <a:t> </a:t>
            </a:r>
            <a:r>
              <a:rPr lang="en-US" altLang="zh-CN" sz="800" b="1">
                <a:solidFill>
                  <a:schemeClr val="accent1">
                    <a:lumMod val="90000"/>
                    <a:lumOff val="10000"/>
                  </a:schemeClr>
                </a:solidFill>
                <a:cs typeface="Calibri" panose="020F0502020204030204" pitchFamily="34" charset="0"/>
              </a:rPr>
              <a:t>Aug2024 (PR)</a:t>
            </a:r>
          </a:p>
          <a:p>
            <a:pPr algn="ctr"/>
            <a:r>
              <a:rPr lang="en-US" altLang="zh-CN" sz="800" b="1">
                <a:solidFill>
                  <a:schemeClr val="accent1">
                    <a:lumMod val="90000"/>
                    <a:lumOff val="10000"/>
                  </a:schemeClr>
                </a:solidFill>
                <a:cs typeface="Calibri" panose="020F0502020204030204" pitchFamily="34" charset="0"/>
              </a:rPr>
              <a:t>Dec2024 (Base)</a:t>
            </a:r>
            <a:endParaRPr lang="zh-CN" altLang="en-US" sz="800" b="1">
              <a:solidFill>
                <a:schemeClr val="accent1">
                  <a:lumMod val="90000"/>
                  <a:lumOff val="10000"/>
                </a:schemeClr>
              </a:solidFill>
              <a:cs typeface="Calibri" panose="020F0502020204030204" pitchFamily="34" charset="0"/>
            </a:endParaRPr>
          </a:p>
        </p:txBody>
      </p:sp>
      <p:cxnSp>
        <p:nvCxnSpPr>
          <p:cNvPr id="52" name="Straight Connector 182">
            <a:extLst>
              <a:ext uri="{FF2B5EF4-FFF2-40B4-BE49-F238E27FC236}">
                <a16:creationId xmlns:a16="http://schemas.microsoft.com/office/drawing/2014/main" id="{1088DD80-ED81-B06E-44E3-9C87C67827B5}"/>
              </a:ext>
            </a:extLst>
          </p:cNvPr>
          <p:cNvCxnSpPr>
            <a:cxnSpLocks/>
            <a:stCxn id="49" idx="1"/>
            <a:endCxn id="18" idx="3"/>
          </p:cNvCxnSpPr>
          <p:nvPr/>
        </p:nvCxnSpPr>
        <p:spPr bwMode="auto">
          <a:xfrm flipH="1" flipV="1">
            <a:off x="9052560" y="2379512"/>
            <a:ext cx="513655" cy="3904"/>
          </a:xfrm>
          <a:prstGeom prst="line">
            <a:avLst/>
          </a:prstGeom>
          <a:solidFill>
            <a:schemeClr val="accent1"/>
          </a:solidFill>
          <a:ln w="15875" cap="flat" cmpd="sng" algn="ctr">
            <a:solidFill>
              <a:schemeClr val="tx1"/>
            </a:solidFill>
            <a:prstDash val="sysDash"/>
            <a:round/>
            <a:headEnd type="none" w="med" len="med"/>
            <a:tailEnd type="none" w="med" len="med"/>
          </a:ln>
          <a:effectLst/>
        </p:spPr>
      </p:cxnSp>
      <p:sp>
        <p:nvSpPr>
          <p:cNvPr id="53" name="OTLSHAPE_M_39ea6ebc19a94c9fab6ef5006c31df58_Shape">
            <a:extLst>
              <a:ext uri="{FF2B5EF4-FFF2-40B4-BE49-F238E27FC236}">
                <a16:creationId xmlns:a16="http://schemas.microsoft.com/office/drawing/2014/main" id="{CC1E2F55-AE80-8E49-F9C8-C188B3B43FBB}"/>
              </a:ext>
            </a:extLst>
          </p:cNvPr>
          <p:cNvSpPr/>
          <p:nvPr>
            <p:custDataLst>
              <p:tags r:id="rId15"/>
            </p:custDataLst>
          </p:nvPr>
        </p:nvSpPr>
        <p:spPr bwMode="auto">
          <a:xfrm rot="16200000">
            <a:off x="9305045" y="2645035"/>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54" name="五角星 55">
            <a:extLst>
              <a:ext uri="{FF2B5EF4-FFF2-40B4-BE49-F238E27FC236}">
                <a16:creationId xmlns:a16="http://schemas.microsoft.com/office/drawing/2014/main" id="{9D57B53D-DE45-950A-2F04-97925716C1C0}"/>
              </a:ext>
            </a:extLst>
          </p:cNvPr>
          <p:cNvSpPr/>
          <p:nvPr/>
        </p:nvSpPr>
        <p:spPr bwMode="auto">
          <a:xfrm>
            <a:off x="10058731" y="2411607"/>
            <a:ext cx="152986" cy="15256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sz="2000">
              <a:solidFill>
                <a:schemeClr val="accent1">
                  <a:lumMod val="90000"/>
                  <a:lumOff val="10000"/>
                </a:schemeClr>
              </a:solidFill>
            </a:endParaRPr>
          </a:p>
        </p:txBody>
      </p:sp>
      <p:sp>
        <p:nvSpPr>
          <p:cNvPr id="55" name="OTLSHAPE_T_e17f3958430f4cff8650518c93c7635e_Shape">
            <a:extLst>
              <a:ext uri="{FF2B5EF4-FFF2-40B4-BE49-F238E27FC236}">
                <a16:creationId xmlns:a16="http://schemas.microsoft.com/office/drawing/2014/main" id="{B52381C6-AB34-576E-09C2-EFD78F13C0BB}"/>
              </a:ext>
            </a:extLst>
          </p:cNvPr>
          <p:cNvSpPr/>
          <p:nvPr>
            <p:custDataLst>
              <p:tags r:id="rId16"/>
            </p:custDataLst>
          </p:nvPr>
        </p:nvSpPr>
        <p:spPr bwMode="auto">
          <a:xfrm>
            <a:off x="9677400" y="4782521"/>
            <a:ext cx="1280160" cy="22066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r>
              <a:rPr lang="en-US" altLang="zh-CN" sz="900" b="1">
                <a:solidFill>
                  <a:schemeClr val="accent1">
                    <a:lumMod val="90000"/>
                    <a:lumOff val="10000"/>
                  </a:schemeClr>
                </a:solidFill>
                <a:cs typeface="Calibri" panose="020F0502020204030204" pitchFamily="34" charset="0"/>
              </a:rPr>
              <a:t>NDA review</a:t>
            </a:r>
            <a:endParaRPr lang="zh-CN" altLang="en-US" sz="900" b="1">
              <a:solidFill>
                <a:schemeClr val="accent1">
                  <a:lumMod val="90000"/>
                  <a:lumOff val="10000"/>
                </a:schemeClr>
              </a:solidFill>
              <a:cs typeface="Calibri" panose="020F0502020204030204" pitchFamily="34" charset="0"/>
            </a:endParaRPr>
          </a:p>
        </p:txBody>
      </p:sp>
      <p:sp>
        <p:nvSpPr>
          <p:cNvPr id="56" name="OTLSHAPE_M_39ea6ebc19a94c9fab6ef5006c31df58_Title">
            <a:extLst>
              <a:ext uri="{FF2B5EF4-FFF2-40B4-BE49-F238E27FC236}">
                <a16:creationId xmlns:a16="http://schemas.microsoft.com/office/drawing/2014/main" id="{7C1A8A7F-87C4-42FA-97B4-6BEB885B232A}"/>
              </a:ext>
            </a:extLst>
          </p:cNvPr>
          <p:cNvSpPr txBox="1"/>
          <p:nvPr>
            <p:custDataLst>
              <p:tags r:id="rId17"/>
            </p:custDataLst>
          </p:nvPr>
        </p:nvSpPr>
        <p:spPr>
          <a:xfrm>
            <a:off x="9387023" y="5059231"/>
            <a:ext cx="662619"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Sub:</a:t>
            </a:r>
          </a:p>
          <a:p>
            <a:pPr algn="ctr"/>
            <a:r>
              <a:rPr lang="en-US" altLang="zh-CN" sz="800" b="1">
                <a:solidFill>
                  <a:schemeClr val="accent1">
                    <a:lumMod val="90000"/>
                    <a:lumOff val="10000"/>
                  </a:schemeClr>
                </a:solidFill>
                <a:cs typeface="Calibri" panose="020F0502020204030204" pitchFamily="34" charset="0"/>
              </a:rPr>
              <a:t>Mar2024</a:t>
            </a:r>
            <a:endParaRPr lang="zh-CN" altLang="en-US" sz="800" b="1">
              <a:solidFill>
                <a:schemeClr val="accent1">
                  <a:lumMod val="90000"/>
                  <a:lumOff val="10000"/>
                </a:schemeClr>
              </a:solidFill>
              <a:cs typeface="Calibri" panose="020F0502020204030204" pitchFamily="34" charset="0"/>
            </a:endParaRPr>
          </a:p>
        </p:txBody>
      </p:sp>
      <p:sp>
        <p:nvSpPr>
          <p:cNvPr id="57" name="OTLSHAPE_M_39ea6ebc19a94c9fab6ef5006c31df58_Title">
            <a:extLst>
              <a:ext uri="{FF2B5EF4-FFF2-40B4-BE49-F238E27FC236}">
                <a16:creationId xmlns:a16="http://schemas.microsoft.com/office/drawing/2014/main" id="{D053630F-9834-9C0F-81E4-11139E71CC5C}"/>
              </a:ext>
            </a:extLst>
          </p:cNvPr>
          <p:cNvSpPr txBox="1"/>
          <p:nvPr>
            <p:custDataLst>
              <p:tags r:id="rId18"/>
            </p:custDataLst>
          </p:nvPr>
        </p:nvSpPr>
        <p:spPr>
          <a:xfrm>
            <a:off x="10474266" y="5030883"/>
            <a:ext cx="681618" cy="36933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App:</a:t>
            </a:r>
          </a:p>
          <a:p>
            <a:pPr algn="ctr"/>
            <a:r>
              <a:rPr lang="en-US" altLang="zh-CN" sz="800" b="1">
                <a:solidFill>
                  <a:schemeClr val="accent1">
                    <a:lumMod val="90000"/>
                    <a:lumOff val="10000"/>
                  </a:schemeClr>
                </a:solidFill>
                <a:cs typeface="Calibri" panose="020F0502020204030204" pitchFamily="34" charset="0"/>
              </a:rPr>
              <a:t>Jun2025 (base)</a:t>
            </a:r>
          </a:p>
        </p:txBody>
      </p:sp>
      <p:sp>
        <p:nvSpPr>
          <p:cNvPr id="58" name="OTLSHAPE_M_39ea6ebc19a94c9fab6ef5006c31df58_Shape">
            <a:extLst>
              <a:ext uri="{FF2B5EF4-FFF2-40B4-BE49-F238E27FC236}">
                <a16:creationId xmlns:a16="http://schemas.microsoft.com/office/drawing/2014/main" id="{99741EC0-BF1E-BF7C-C0E4-6163574C2701}"/>
              </a:ext>
            </a:extLst>
          </p:cNvPr>
          <p:cNvSpPr/>
          <p:nvPr>
            <p:custDataLst>
              <p:tags r:id="rId19"/>
            </p:custDataLst>
          </p:nvPr>
        </p:nvSpPr>
        <p:spPr bwMode="auto">
          <a:xfrm rot="16200000">
            <a:off x="9655194" y="4958690"/>
            <a:ext cx="93703" cy="86722"/>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59" name="五角星 55">
            <a:extLst>
              <a:ext uri="{FF2B5EF4-FFF2-40B4-BE49-F238E27FC236}">
                <a16:creationId xmlns:a16="http://schemas.microsoft.com/office/drawing/2014/main" id="{B65FEC5C-F914-E40C-585A-DE25A5CF307A}"/>
              </a:ext>
            </a:extLst>
          </p:cNvPr>
          <p:cNvSpPr/>
          <p:nvPr/>
        </p:nvSpPr>
        <p:spPr bwMode="auto">
          <a:xfrm>
            <a:off x="10881053" y="4888880"/>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60" name="Rectangle 37">
            <a:extLst>
              <a:ext uri="{FF2B5EF4-FFF2-40B4-BE49-F238E27FC236}">
                <a16:creationId xmlns:a16="http://schemas.microsoft.com/office/drawing/2014/main" id="{13B1D3E5-8887-3877-7481-35935EF83322}"/>
              </a:ext>
            </a:extLst>
          </p:cNvPr>
          <p:cNvSpPr/>
          <p:nvPr/>
        </p:nvSpPr>
        <p:spPr>
          <a:xfrm>
            <a:off x="4927379" y="5020007"/>
            <a:ext cx="538009" cy="215444"/>
          </a:xfrm>
          <a:prstGeom prst="rect">
            <a:avLst/>
          </a:prstGeom>
        </p:spPr>
        <p:txBody>
          <a:bodyPr wrap="square" lIns="91440" tIns="45720" rIns="91440" bIns="45720" anchor="t">
            <a:spAutoFit/>
          </a:bodyPr>
          <a:lstStyle/>
          <a:p>
            <a:pPr algn="ctr"/>
            <a:r>
              <a:rPr lang="en-US" altLang="zh-CN" sz="800" b="1">
                <a:solidFill>
                  <a:schemeClr val="accent1">
                    <a:lumMod val="90000"/>
                    <a:lumOff val="10000"/>
                  </a:schemeClr>
                </a:solidFill>
                <a:cs typeface="Calibri"/>
              </a:rPr>
              <a:t>FSS</a:t>
            </a:r>
            <a:endParaRPr lang="en-US" altLang="zh-CN" sz="800" b="1">
              <a:solidFill>
                <a:schemeClr val="accent1">
                  <a:lumMod val="90000"/>
                  <a:lumOff val="10000"/>
                </a:schemeClr>
              </a:solidFill>
              <a:cs typeface="Calibri" panose="020F0502020204030204" pitchFamily="34" charset="0"/>
            </a:endParaRPr>
          </a:p>
        </p:txBody>
      </p:sp>
      <p:sp>
        <p:nvSpPr>
          <p:cNvPr id="61" name="OTLSHAPE_T_e17f3958430f4cff8650518c93c7635e_StartDate">
            <a:extLst>
              <a:ext uri="{FF2B5EF4-FFF2-40B4-BE49-F238E27FC236}">
                <a16:creationId xmlns:a16="http://schemas.microsoft.com/office/drawing/2014/main" id="{E95B4029-5F19-4440-C87D-1352ACDAD317}"/>
              </a:ext>
            </a:extLst>
          </p:cNvPr>
          <p:cNvSpPr txBox="1"/>
          <p:nvPr>
            <p:custDataLst>
              <p:tags r:id="rId20"/>
            </p:custDataLst>
          </p:nvPr>
        </p:nvSpPr>
        <p:spPr>
          <a:xfrm>
            <a:off x="4955961" y="4467149"/>
            <a:ext cx="553452"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 Oct </a:t>
            </a:r>
          </a:p>
          <a:p>
            <a:pPr algn="ctr"/>
            <a:r>
              <a:rPr lang="en-US" altLang="zh-CN" sz="800" b="1">
                <a:solidFill>
                  <a:schemeClr val="accent1">
                    <a:lumMod val="90000"/>
                    <a:lumOff val="10000"/>
                  </a:schemeClr>
                </a:solidFill>
                <a:cs typeface="Calibri" panose="020F0502020204030204" pitchFamily="34" charset="0"/>
              </a:rPr>
              <a:t>2021  </a:t>
            </a:r>
            <a:endParaRPr lang="zh-CN" altLang="en-US" sz="800" b="1">
              <a:solidFill>
                <a:schemeClr val="accent1">
                  <a:lumMod val="90000"/>
                  <a:lumOff val="10000"/>
                </a:schemeClr>
              </a:solidFill>
              <a:cs typeface="Calibri" panose="020F0502020204030204" pitchFamily="34" charset="0"/>
            </a:endParaRPr>
          </a:p>
        </p:txBody>
      </p:sp>
      <p:sp>
        <p:nvSpPr>
          <p:cNvPr id="62" name="OTLSHAPE_M_39ea6ebc19a94c9fab6ef5006c31df58_Title">
            <a:extLst>
              <a:ext uri="{FF2B5EF4-FFF2-40B4-BE49-F238E27FC236}">
                <a16:creationId xmlns:a16="http://schemas.microsoft.com/office/drawing/2014/main" id="{4F038228-BFC3-C50E-7BB6-B54B8448D720}"/>
              </a:ext>
            </a:extLst>
          </p:cNvPr>
          <p:cNvSpPr txBox="1"/>
          <p:nvPr>
            <p:custDataLst>
              <p:tags r:id="rId21"/>
            </p:custDataLst>
          </p:nvPr>
        </p:nvSpPr>
        <p:spPr>
          <a:xfrm>
            <a:off x="9245063" y="2492934"/>
            <a:ext cx="766804"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a:t>
            </a:r>
          </a:p>
          <a:p>
            <a:pPr algn="ctr"/>
            <a:r>
              <a:rPr lang="en-US" altLang="zh-CN" sz="800" b="1">
                <a:solidFill>
                  <a:schemeClr val="accent1">
                    <a:lumMod val="90000"/>
                    <a:lumOff val="10000"/>
                  </a:schemeClr>
                </a:solidFill>
                <a:cs typeface="Calibri" panose="020F0502020204030204" pitchFamily="34" charset="0"/>
              </a:rPr>
              <a:t>Sub</a:t>
            </a:r>
            <a:endParaRPr lang="zh-CN" altLang="en-US" sz="800" b="1">
              <a:solidFill>
                <a:schemeClr val="accent1">
                  <a:lumMod val="90000"/>
                  <a:lumOff val="10000"/>
                </a:schemeClr>
              </a:solidFill>
              <a:cs typeface="Calibri" panose="020F0502020204030204" pitchFamily="34" charset="0"/>
            </a:endParaRPr>
          </a:p>
        </p:txBody>
      </p:sp>
      <p:sp>
        <p:nvSpPr>
          <p:cNvPr id="63" name="OTLSHAPE_M_39ea6ebc19a94c9fab6ef5006c31df58_Title">
            <a:extLst>
              <a:ext uri="{FF2B5EF4-FFF2-40B4-BE49-F238E27FC236}">
                <a16:creationId xmlns:a16="http://schemas.microsoft.com/office/drawing/2014/main" id="{C0356F32-26CF-F0BE-F6FD-360830D3FC58}"/>
              </a:ext>
            </a:extLst>
          </p:cNvPr>
          <p:cNvSpPr txBox="1"/>
          <p:nvPr>
            <p:custDataLst>
              <p:tags r:id="rId22"/>
            </p:custDataLst>
          </p:nvPr>
        </p:nvSpPr>
        <p:spPr>
          <a:xfrm>
            <a:off x="9801295" y="2559492"/>
            <a:ext cx="681618" cy="115416"/>
          </a:xfrm>
          <a:prstGeom prst="rect">
            <a:avLst/>
          </a:prstGeom>
          <a:noFill/>
        </p:spPr>
        <p:txBody>
          <a:bodyPr vert="horz" wrap="square" lIns="0" tIns="0" rIns="0" bIns="0" rtlCol="0" anchor="ctr" anchorCtr="0">
            <a:spAutoFit/>
          </a:bodyPr>
          <a:lstStyle/>
          <a:p>
            <a:pPr algn="ctr"/>
            <a:r>
              <a:rPr lang="en-US" altLang="zh-CN" sz="750" b="1">
                <a:solidFill>
                  <a:schemeClr val="accent1">
                    <a:lumMod val="90000"/>
                    <a:lumOff val="10000"/>
                  </a:schemeClr>
                </a:solidFill>
                <a:cs typeface="Calibri" panose="020F0502020204030204" pitchFamily="34" charset="0"/>
              </a:rPr>
              <a:t>NDA App</a:t>
            </a:r>
          </a:p>
        </p:txBody>
      </p:sp>
      <p:sp>
        <p:nvSpPr>
          <p:cNvPr id="64" name="OTLSHAPE_T_e17f3958430f4cff8650518c93c7635e_StartDate">
            <a:extLst>
              <a:ext uri="{FF2B5EF4-FFF2-40B4-BE49-F238E27FC236}">
                <a16:creationId xmlns:a16="http://schemas.microsoft.com/office/drawing/2014/main" id="{61452B59-9EAF-1F07-741E-05E77771E2F5}"/>
              </a:ext>
            </a:extLst>
          </p:cNvPr>
          <p:cNvSpPr txBox="1"/>
          <p:nvPr>
            <p:custDataLst>
              <p:tags r:id="rId23"/>
            </p:custDataLst>
          </p:nvPr>
        </p:nvSpPr>
        <p:spPr>
          <a:xfrm>
            <a:off x="7387935" y="4504368"/>
            <a:ext cx="567357"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28 Feb 2023</a:t>
            </a:r>
            <a:endParaRPr lang="zh-CN" altLang="en-US" sz="800" b="1">
              <a:solidFill>
                <a:schemeClr val="accent1">
                  <a:lumMod val="90000"/>
                  <a:lumOff val="10000"/>
                </a:schemeClr>
              </a:solidFill>
              <a:cs typeface="Calibri" panose="020F0502020204030204" pitchFamily="34" charset="0"/>
            </a:endParaRPr>
          </a:p>
        </p:txBody>
      </p:sp>
      <p:sp>
        <p:nvSpPr>
          <p:cNvPr id="65" name="Star: 4 Points 143">
            <a:extLst>
              <a:ext uri="{FF2B5EF4-FFF2-40B4-BE49-F238E27FC236}">
                <a16:creationId xmlns:a16="http://schemas.microsoft.com/office/drawing/2014/main" id="{8B575A96-33B1-7272-284F-17174EC1F676}"/>
              </a:ext>
            </a:extLst>
          </p:cNvPr>
          <p:cNvSpPr/>
          <p:nvPr/>
        </p:nvSpPr>
        <p:spPr bwMode="auto">
          <a:xfrm>
            <a:off x="5092608" y="487933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66" name="OTLSHAPE_M_39ea6ebc19a94c9fab6ef5006c31df58_Shape">
            <a:extLst>
              <a:ext uri="{FF2B5EF4-FFF2-40B4-BE49-F238E27FC236}">
                <a16:creationId xmlns:a16="http://schemas.microsoft.com/office/drawing/2014/main" id="{C402AA58-911B-6E53-8F93-24E4C8F2DC52}"/>
              </a:ext>
            </a:extLst>
          </p:cNvPr>
          <p:cNvSpPr/>
          <p:nvPr>
            <p:custDataLst>
              <p:tags r:id="rId24"/>
            </p:custDataLst>
          </p:nvPr>
        </p:nvSpPr>
        <p:spPr bwMode="auto">
          <a:xfrm rot="16200000">
            <a:off x="7670652" y="2460396"/>
            <a:ext cx="74723" cy="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grpSp>
        <p:nvGrpSpPr>
          <p:cNvPr id="67" name="Group 66">
            <a:extLst>
              <a:ext uri="{FF2B5EF4-FFF2-40B4-BE49-F238E27FC236}">
                <a16:creationId xmlns:a16="http://schemas.microsoft.com/office/drawing/2014/main" id="{1DABD0E8-CE07-F4A3-61B7-B45705560064}"/>
              </a:ext>
            </a:extLst>
          </p:cNvPr>
          <p:cNvGrpSpPr/>
          <p:nvPr/>
        </p:nvGrpSpPr>
        <p:grpSpPr>
          <a:xfrm>
            <a:off x="3331406" y="2275849"/>
            <a:ext cx="4480560" cy="192341"/>
            <a:chOff x="2381489" y="1805459"/>
            <a:chExt cx="3138015" cy="183056"/>
          </a:xfrm>
        </p:grpSpPr>
        <p:sp>
          <p:nvSpPr>
            <p:cNvPr id="68" name="OTLSHAPE_T_5a934a26f311425e8ebaa0f45e6533ad_Shape">
              <a:extLst>
                <a:ext uri="{FF2B5EF4-FFF2-40B4-BE49-F238E27FC236}">
                  <a16:creationId xmlns:a16="http://schemas.microsoft.com/office/drawing/2014/main" id="{68068EE8-FD71-19A9-3F80-E8490B2F3C79}"/>
                </a:ext>
              </a:extLst>
            </p:cNvPr>
            <p:cNvSpPr/>
            <p:nvPr>
              <p:custDataLst>
                <p:tags r:id="rId37"/>
              </p:custDataLst>
            </p:nvPr>
          </p:nvSpPr>
          <p:spPr bwMode="auto">
            <a:xfrm>
              <a:off x="2381489" y="1805459"/>
              <a:ext cx="3138015" cy="183056"/>
            </a:xfrm>
            <a:prstGeom prst="roundRect">
              <a:avLst/>
            </a:prstGeom>
            <a:solidFill>
              <a:srgbClr val="CFF1DD"/>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lvl="0" algn="ctr"/>
              <a:endParaRPr lang="en-US" altLang="zh-CN" sz="825" b="1" spc="-5">
                <a:solidFill>
                  <a:schemeClr val="bg1">
                    <a:lumMod val="50000"/>
                  </a:schemeClr>
                </a:solidFill>
              </a:endParaRPr>
            </a:p>
          </p:txBody>
        </p:sp>
        <p:sp>
          <p:nvSpPr>
            <p:cNvPr id="69" name="OTLSHAPE_T_e17f3958430f4cff8650518c93c7635e_StartDate">
              <a:extLst>
                <a:ext uri="{FF2B5EF4-FFF2-40B4-BE49-F238E27FC236}">
                  <a16:creationId xmlns:a16="http://schemas.microsoft.com/office/drawing/2014/main" id="{CF617629-71F6-820B-33C9-279B7599923B}"/>
                </a:ext>
              </a:extLst>
            </p:cNvPr>
            <p:cNvSpPr txBox="1"/>
            <p:nvPr>
              <p:custDataLst>
                <p:tags r:id="rId38"/>
              </p:custDataLst>
            </p:nvPr>
          </p:nvSpPr>
          <p:spPr>
            <a:xfrm>
              <a:off x="3188037" y="1836761"/>
              <a:ext cx="1567581" cy="120829"/>
            </a:xfrm>
            <a:prstGeom prst="rect">
              <a:avLst/>
            </a:prstGeom>
            <a:noFill/>
          </p:spPr>
          <p:txBody>
            <a:bodyPr vert="horz" wrap="square" lIns="0" tIns="0" rIns="0" bIns="0" rtlCol="0" anchor="ctr" anchorCtr="0">
              <a:spAutoFit/>
            </a:bodyPr>
            <a:lstStyle/>
            <a:p>
              <a:pPr algn="ctr"/>
              <a:r>
                <a:rPr lang="en-US" altLang="zh-CN" sz="825" b="1">
                  <a:cs typeface="Calibri" panose="020F0502020204030204" pitchFamily="34" charset="0"/>
                </a:rPr>
                <a:t>N=~6500</a:t>
              </a:r>
            </a:p>
          </p:txBody>
        </p:sp>
      </p:grpSp>
      <p:sp>
        <p:nvSpPr>
          <p:cNvPr id="70" name="OTLSHAPE_T_e17f3958430f4cff8650518c93c7635e_StartDate">
            <a:extLst>
              <a:ext uri="{FF2B5EF4-FFF2-40B4-BE49-F238E27FC236}">
                <a16:creationId xmlns:a16="http://schemas.microsoft.com/office/drawing/2014/main" id="{58872870-4EEA-C5E1-144F-67F6F777A60D}"/>
              </a:ext>
            </a:extLst>
          </p:cNvPr>
          <p:cNvSpPr txBox="1"/>
          <p:nvPr>
            <p:custDataLst>
              <p:tags r:id="rId25"/>
            </p:custDataLst>
          </p:nvPr>
        </p:nvSpPr>
        <p:spPr>
          <a:xfrm>
            <a:off x="7468541" y="1987031"/>
            <a:ext cx="567357"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28 Feb 2023</a:t>
            </a:r>
            <a:endParaRPr lang="zh-CN" altLang="en-US" sz="800" b="1">
              <a:solidFill>
                <a:schemeClr val="accent1">
                  <a:lumMod val="90000"/>
                  <a:lumOff val="10000"/>
                </a:schemeClr>
              </a:solidFill>
              <a:cs typeface="Calibri" panose="020F0502020204030204" pitchFamily="34" charset="0"/>
            </a:endParaRPr>
          </a:p>
        </p:txBody>
      </p:sp>
      <p:sp>
        <p:nvSpPr>
          <p:cNvPr id="71" name="OTLSHAPE_M_39ea6ebc19a94c9fab6ef5006c31df58_Shape">
            <a:extLst>
              <a:ext uri="{FF2B5EF4-FFF2-40B4-BE49-F238E27FC236}">
                <a16:creationId xmlns:a16="http://schemas.microsoft.com/office/drawing/2014/main" id="{B74E60F1-4A15-8240-AB8D-865B28C5CDDE}"/>
              </a:ext>
            </a:extLst>
          </p:cNvPr>
          <p:cNvSpPr/>
          <p:nvPr>
            <p:custDataLst>
              <p:tags r:id="rId26"/>
            </p:custDataLst>
          </p:nvPr>
        </p:nvSpPr>
        <p:spPr bwMode="auto">
          <a:xfrm rot="16200000">
            <a:off x="8926517" y="4963476"/>
            <a:ext cx="74723" cy="0"/>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72" name="Star: 4 Points 143">
            <a:extLst>
              <a:ext uri="{FF2B5EF4-FFF2-40B4-BE49-F238E27FC236}">
                <a16:creationId xmlns:a16="http://schemas.microsoft.com/office/drawing/2014/main" id="{93B76CED-BBED-3664-715B-FE74FDDC6ED7}"/>
              </a:ext>
            </a:extLst>
          </p:cNvPr>
          <p:cNvSpPr/>
          <p:nvPr/>
        </p:nvSpPr>
        <p:spPr bwMode="auto">
          <a:xfrm>
            <a:off x="7739176" y="235861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73" name="Rectangle: Rounded Corners 4">
            <a:extLst>
              <a:ext uri="{FF2B5EF4-FFF2-40B4-BE49-F238E27FC236}">
                <a16:creationId xmlns:a16="http://schemas.microsoft.com/office/drawing/2014/main" id="{BB592069-C210-3B9D-0A6A-FE407B80AF77}"/>
              </a:ext>
            </a:extLst>
          </p:cNvPr>
          <p:cNvSpPr/>
          <p:nvPr/>
        </p:nvSpPr>
        <p:spPr>
          <a:xfrm>
            <a:off x="484778" y="5305025"/>
            <a:ext cx="8553144" cy="849534"/>
          </a:xfrm>
          <a:prstGeom prst="roundRect">
            <a:avLst>
              <a:gd name="adj" fmla="val 2706"/>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78">
              <a:spcBef>
                <a:spcPts val="300"/>
              </a:spcBef>
              <a:defRPr/>
            </a:pPr>
            <a:r>
              <a:rPr lang="en-US" altLang="zh-CN" sz="900" b="1">
                <a:solidFill>
                  <a:srgbClr val="000000"/>
                </a:solidFill>
                <a:cs typeface="Calibri"/>
              </a:rPr>
              <a:t>China Status:</a:t>
            </a:r>
          </a:p>
          <a:p>
            <a:pPr marL="171450" indent="-171450" defTabSz="914378">
              <a:spcBef>
                <a:spcPts val="300"/>
              </a:spcBef>
              <a:buFont typeface="Arial" panose="020B0604020202020204" pitchFamily="34" charset="0"/>
              <a:buChar char="•"/>
              <a:defRPr/>
            </a:pPr>
            <a:r>
              <a:rPr lang="en-US" altLang="zh-CN" sz="900">
                <a:solidFill>
                  <a:srgbClr val="0E584B"/>
                </a:solidFill>
                <a:cs typeface="Calibri"/>
              </a:rPr>
              <a:t>Waiting for further update from global after the FDA consultation</a:t>
            </a:r>
          </a:p>
          <a:p>
            <a:pPr marL="171450" indent="-171450" defTabSz="914378">
              <a:spcBef>
                <a:spcPts val="300"/>
              </a:spcBef>
              <a:buFont typeface="Arial" panose="020B0604020202020204" pitchFamily="34" charset="0"/>
              <a:buChar char="•"/>
              <a:defRPr/>
            </a:pPr>
            <a:r>
              <a:rPr lang="en-US" altLang="zh-CN" sz="900">
                <a:solidFill>
                  <a:schemeClr val="tx1"/>
                </a:solidFill>
                <a:cs typeface="Calibri"/>
              </a:rPr>
              <a:t>NDA kick-off meeting on Apr 12</a:t>
            </a:r>
            <a:r>
              <a:rPr lang="en-US" altLang="zh-CN" sz="900" baseline="30000">
                <a:solidFill>
                  <a:schemeClr val="tx1"/>
                </a:solidFill>
                <a:cs typeface="Calibri"/>
              </a:rPr>
              <a:t>th</a:t>
            </a:r>
            <a:r>
              <a:rPr lang="en-US" altLang="zh-CN" sz="900">
                <a:solidFill>
                  <a:schemeClr val="tx1"/>
                </a:solidFill>
                <a:cs typeface="Calibri"/>
              </a:rPr>
              <a:t>, team aligned to go for Priority Review (PR) if TLR is positive, will revisit the strategy after TLR available (Oct 2023). </a:t>
            </a:r>
          </a:p>
          <a:p>
            <a:pPr marL="171450" indent="-171450" defTabSz="914378">
              <a:spcBef>
                <a:spcPts val="300"/>
              </a:spcBef>
              <a:buFont typeface="Arial" panose="020B0604020202020204" pitchFamily="34" charset="0"/>
              <a:buChar char="•"/>
              <a:defRPr/>
            </a:pPr>
            <a:r>
              <a:rPr lang="en-US" altLang="zh-CN" sz="900">
                <a:solidFill>
                  <a:schemeClr val="tx1"/>
                </a:solidFill>
                <a:cs typeface="Calibri"/>
              </a:rPr>
              <a:t>High registration risk due to small Chinese patient sample size (3.2%).</a:t>
            </a:r>
          </a:p>
        </p:txBody>
      </p:sp>
      <p:sp>
        <p:nvSpPr>
          <p:cNvPr id="74" name="Rectangle: Rounded Corners 4">
            <a:extLst>
              <a:ext uri="{FF2B5EF4-FFF2-40B4-BE49-F238E27FC236}">
                <a16:creationId xmlns:a16="http://schemas.microsoft.com/office/drawing/2014/main" id="{D413DFF0-BCA9-C379-CE31-71F21F1EE600}"/>
              </a:ext>
            </a:extLst>
          </p:cNvPr>
          <p:cNvSpPr/>
          <p:nvPr/>
        </p:nvSpPr>
        <p:spPr>
          <a:xfrm>
            <a:off x="479368" y="2600173"/>
            <a:ext cx="4711748" cy="919827"/>
          </a:xfrm>
          <a:prstGeom prst="roundRect">
            <a:avLst>
              <a:gd name="adj" fmla="val 2706"/>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78">
              <a:spcBef>
                <a:spcPts val="300"/>
              </a:spcBef>
              <a:defRPr/>
            </a:pPr>
            <a:r>
              <a:rPr lang="en-US" altLang="zh-CN" sz="900" b="1">
                <a:solidFill>
                  <a:srgbClr val="000000"/>
                </a:solidFill>
                <a:cs typeface="Calibri"/>
              </a:rPr>
              <a:t>Global Status:</a:t>
            </a:r>
          </a:p>
          <a:p>
            <a:pPr marL="171450" indent="-171450" defTabSz="914378">
              <a:spcBef>
                <a:spcPts val="300"/>
              </a:spcBef>
              <a:buFont typeface="Arial" panose="020B0604020202020204" pitchFamily="34" charset="0"/>
              <a:buChar char="•"/>
              <a:defRPr/>
            </a:pPr>
            <a:r>
              <a:rPr lang="en-US" altLang="zh-CN" sz="900">
                <a:solidFill>
                  <a:srgbClr val="000000"/>
                </a:solidFill>
                <a:cs typeface="Calibri"/>
              </a:rPr>
              <a:t>LSC shifted to Oct2023, submission timelines shifted accordingly. </a:t>
            </a:r>
          </a:p>
          <a:p>
            <a:pPr marL="171450" indent="-171450" defTabSz="914378">
              <a:spcBef>
                <a:spcPts val="300"/>
              </a:spcBef>
              <a:buFont typeface="Arial" panose="020B0604020202020204" pitchFamily="34" charset="0"/>
              <a:buChar char="•"/>
              <a:defRPr/>
            </a:pPr>
            <a:r>
              <a:rPr lang="en-US" altLang="zh-CN" sz="900">
                <a:solidFill>
                  <a:schemeClr val="tx1"/>
                </a:solidFill>
                <a:cs typeface="Calibri"/>
              </a:rPr>
              <a:t>Breakthrough Therapy Designation will be applied in US if topline result is positive</a:t>
            </a:r>
          </a:p>
          <a:p>
            <a:pPr marL="171450" indent="-171450" defTabSz="914378">
              <a:spcBef>
                <a:spcPts val="300"/>
              </a:spcBef>
              <a:buFont typeface="Arial" panose="020B0604020202020204" pitchFamily="34" charset="0"/>
              <a:buChar char="•"/>
              <a:defRPr/>
            </a:pPr>
            <a:r>
              <a:rPr lang="en-US" altLang="zh-CN" sz="900">
                <a:solidFill>
                  <a:schemeClr val="tx2">
                    <a:lumMod val="50000"/>
                  </a:schemeClr>
                </a:solidFill>
                <a:cs typeface="Calibri"/>
              </a:rPr>
              <a:t>FDA interaction planned in Mar-Apr, timelines would be much clearer after the interaction</a:t>
            </a:r>
          </a:p>
          <a:p>
            <a:pPr marL="171450" indent="-171450" defTabSz="914378">
              <a:spcBef>
                <a:spcPts val="300"/>
              </a:spcBef>
              <a:buFont typeface="Arial" panose="020B0604020202020204" pitchFamily="34" charset="0"/>
              <a:buChar char="•"/>
              <a:defRPr/>
            </a:pPr>
            <a:endParaRPr lang="en-US" altLang="zh-CN" sz="900">
              <a:solidFill>
                <a:schemeClr val="tx1"/>
              </a:solidFill>
              <a:cs typeface="Calibri"/>
            </a:endParaRPr>
          </a:p>
        </p:txBody>
      </p:sp>
      <p:sp>
        <p:nvSpPr>
          <p:cNvPr id="75" name="Star: 4 Points 143">
            <a:extLst>
              <a:ext uri="{FF2B5EF4-FFF2-40B4-BE49-F238E27FC236}">
                <a16:creationId xmlns:a16="http://schemas.microsoft.com/office/drawing/2014/main" id="{FF6BF220-B826-4196-4FD9-F5C12E3B78CE}"/>
              </a:ext>
            </a:extLst>
          </p:cNvPr>
          <p:cNvSpPr/>
          <p:nvPr/>
        </p:nvSpPr>
        <p:spPr bwMode="auto">
          <a:xfrm>
            <a:off x="3238888" y="239054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a:cs typeface="Calibri" panose="020F0502020204030204" pitchFamily="34" charset="0"/>
            </a:endParaRPr>
          </a:p>
        </p:txBody>
      </p:sp>
      <p:sp>
        <p:nvSpPr>
          <p:cNvPr id="77" name="OTLSHAPE_M_39ea6ebc19a94c9fab6ef5006c31df58_Shape">
            <a:extLst>
              <a:ext uri="{FF2B5EF4-FFF2-40B4-BE49-F238E27FC236}">
                <a16:creationId xmlns:a16="http://schemas.microsoft.com/office/drawing/2014/main" id="{9A317BCE-90F5-5208-CE1F-1C562EE59ECC}"/>
              </a:ext>
            </a:extLst>
          </p:cNvPr>
          <p:cNvSpPr/>
          <p:nvPr>
            <p:custDataLst>
              <p:tags r:id="rId27"/>
            </p:custDataLst>
          </p:nvPr>
        </p:nvSpPr>
        <p:spPr bwMode="auto">
          <a:xfrm rot="16200000">
            <a:off x="9544890" y="2437087"/>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78" name="OTLSHAPE_M_39ea6ebc19a94c9fab6ef5006c31df58_Title">
            <a:extLst>
              <a:ext uri="{FF2B5EF4-FFF2-40B4-BE49-F238E27FC236}">
                <a16:creationId xmlns:a16="http://schemas.microsoft.com/office/drawing/2014/main" id="{5AE134BA-84B7-FDBA-8350-31B9278C6DD5}"/>
              </a:ext>
            </a:extLst>
          </p:cNvPr>
          <p:cNvSpPr txBox="1"/>
          <p:nvPr>
            <p:custDataLst>
              <p:tags r:id="rId28"/>
            </p:custDataLst>
          </p:nvPr>
        </p:nvSpPr>
        <p:spPr>
          <a:xfrm>
            <a:off x="8991218" y="2731508"/>
            <a:ext cx="766804" cy="12311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04Dec/DBL</a:t>
            </a:r>
            <a:endParaRPr lang="zh-CN" altLang="en-US" sz="800" b="1">
              <a:solidFill>
                <a:schemeClr val="accent1">
                  <a:lumMod val="90000"/>
                  <a:lumOff val="10000"/>
                </a:schemeClr>
              </a:solidFill>
              <a:cs typeface="Calibri" panose="020F0502020204030204" pitchFamily="34" charset="0"/>
            </a:endParaRPr>
          </a:p>
        </p:txBody>
      </p:sp>
      <p:sp>
        <p:nvSpPr>
          <p:cNvPr id="79" name="OTLSHAPE_T_e17f3958430f4cff8650518c93c7635e_StartDate">
            <a:extLst>
              <a:ext uri="{FF2B5EF4-FFF2-40B4-BE49-F238E27FC236}">
                <a16:creationId xmlns:a16="http://schemas.microsoft.com/office/drawing/2014/main" id="{930555E3-E5A5-CAD7-3A07-E74C477971E2}"/>
              </a:ext>
            </a:extLst>
          </p:cNvPr>
          <p:cNvSpPr txBox="1"/>
          <p:nvPr>
            <p:custDataLst>
              <p:tags r:id="rId29"/>
            </p:custDataLst>
          </p:nvPr>
        </p:nvSpPr>
        <p:spPr>
          <a:xfrm>
            <a:off x="8317491" y="4598428"/>
            <a:ext cx="627354" cy="115416"/>
          </a:xfrm>
          <a:prstGeom prst="rect">
            <a:avLst/>
          </a:prstGeom>
          <a:noFill/>
        </p:spPr>
        <p:txBody>
          <a:bodyPr vert="horz" wrap="square" lIns="0" tIns="0" rIns="0" bIns="0" rtlCol="0" anchor="ctr" anchorCtr="0">
            <a:spAutoFit/>
          </a:bodyPr>
          <a:lstStyle/>
          <a:p>
            <a:pPr algn="ctr"/>
            <a:r>
              <a:rPr lang="en-US" altLang="zh-CN" sz="750" b="1">
                <a:solidFill>
                  <a:schemeClr val="accent1">
                    <a:lumMod val="90000"/>
                    <a:lumOff val="10000"/>
                  </a:schemeClr>
                </a:solidFill>
                <a:cs typeface="Calibri" panose="020F0502020204030204" pitchFamily="34" charset="0"/>
              </a:rPr>
              <a:t>27Oct2023</a:t>
            </a:r>
            <a:endParaRPr lang="zh-CN" altLang="en-US" sz="750" b="1">
              <a:solidFill>
                <a:schemeClr val="accent1">
                  <a:lumMod val="90000"/>
                  <a:lumOff val="10000"/>
                </a:schemeClr>
              </a:solidFill>
              <a:cs typeface="Calibri" panose="020F0502020204030204" pitchFamily="34" charset="0"/>
            </a:endParaRPr>
          </a:p>
        </p:txBody>
      </p:sp>
      <p:sp>
        <p:nvSpPr>
          <p:cNvPr id="80" name="OTLSHAPE_M_39ea6ebc19a94c9fab6ef5006c31df58_Shape">
            <a:extLst>
              <a:ext uri="{FF2B5EF4-FFF2-40B4-BE49-F238E27FC236}">
                <a16:creationId xmlns:a16="http://schemas.microsoft.com/office/drawing/2014/main" id="{E94D9B03-9DA7-CA41-94B7-BF49298C698E}"/>
              </a:ext>
            </a:extLst>
          </p:cNvPr>
          <p:cNvSpPr/>
          <p:nvPr>
            <p:custDataLst>
              <p:tags r:id="rId30"/>
            </p:custDataLst>
          </p:nvPr>
        </p:nvSpPr>
        <p:spPr bwMode="auto">
          <a:xfrm rot="16200000">
            <a:off x="9429907" y="3302559"/>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1" name="OTLSHAPE_M_39ea6ebc19a94c9fab6ef5006c31df58_Title">
            <a:extLst>
              <a:ext uri="{FF2B5EF4-FFF2-40B4-BE49-F238E27FC236}">
                <a16:creationId xmlns:a16="http://schemas.microsoft.com/office/drawing/2014/main" id="{41EA6F88-2587-77BC-9A96-79ABA6EF3FFB}"/>
              </a:ext>
            </a:extLst>
          </p:cNvPr>
          <p:cNvSpPr txBox="1"/>
          <p:nvPr>
            <p:custDataLst>
              <p:tags r:id="rId31"/>
            </p:custDataLst>
          </p:nvPr>
        </p:nvSpPr>
        <p:spPr>
          <a:xfrm>
            <a:off x="9369212" y="3131283"/>
            <a:ext cx="766804" cy="12311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22Dec/TLR</a:t>
            </a:r>
            <a:endParaRPr lang="zh-CN" altLang="en-US" sz="800" b="1">
              <a:solidFill>
                <a:schemeClr val="accent1">
                  <a:lumMod val="90000"/>
                  <a:lumOff val="10000"/>
                </a:schemeClr>
              </a:solidFill>
              <a:cs typeface="Calibri" panose="020F0502020204030204" pitchFamily="34" charset="0"/>
            </a:endParaRPr>
          </a:p>
        </p:txBody>
      </p:sp>
      <p:sp>
        <p:nvSpPr>
          <p:cNvPr id="82" name="OTLSHAPE_M_39ea6ebc19a94c9fab6ef5006c31df58_Shape">
            <a:extLst>
              <a:ext uri="{FF2B5EF4-FFF2-40B4-BE49-F238E27FC236}">
                <a16:creationId xmlns:a16="http://schemas.microsoft.com/office/drawing/2014/main" id="{BCE807C7-0855-B3AE-67E2-0827A07AD1EF}"/>
              </a:ext>
            </a:extLst>
          </p:cNvPr>
          <p:cNvSpPr/>
          <p:nvPr>
            <p:custDataLst>
              <p:tags r:id="rId32"/>
            </p:custDataLst>
          </p:nvPr>
        </p:nvSpPr>
        <p:spPr bwMode="auto">
          <a:xfrm rot="16200000">
            <a:off x="9341904" y="4159801"/>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3" name="OTLSHAPE_T_e17f3958430f4cff8650518c93c7635e_Shape">
            <a:extLst>
              <a:ext uri="{FF2B5EF4-FFF2-40B4-BE49-F238E27FC236}">
                <a16:creationId xmlns:a16="http://schemas.microsoft.com/office/drawing/2014/main" id="{DB361934-8EBB-3706-1A7A-162B8EB66D49}"/>
              </a:ext>
            </a:extLst>
          </p:cNvPr>
          <p:cNvSpPr/>
          <p:nvPr>
            <p:custDataLst>
              <p:tags r:id="rId33"/>
            </p:custDataLst>
          </p:nvPr>
        </p:nvSpPr>
        <p:spPr bwMode="auto">
          <a:xfrm>
            <a:off x="9772785" y="3974234"/>
            <a:ext cx="804672" cy="22066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eaLnBrk="0" fontAlgn="base" hangingPunct="0">
              <a:spcBef>
                <a:spcPct val="0"/>
              </a:spcBef>
              <a:spcAft>
                <a:spcPct val="0"/>
              </a:spcAft>
            </a:pPr>
            <a:r>
              <a:rPr lang="en-US" altLang="zh-CN" sz="900" b="1">
                <a:solidFill>
                  <a:schemeClr val="accent1">
                    <a:lumMod val="90000"/>
                    <a:lumOff val="10000"/>
                  </a:schemeClr>
                </a:solidFill>
                <a:cs typeface="Calibri" panose="020F0502020204030204" pitchFamily="34" charset="0"/>
              </a:rPr>
              <a:t>NDA review</a:t>
            </a:r>
            <a:endParaRPr lang="zh-CN" altLang="en-US" sz="900" b="1">
              <a:solidFill>
                <a:schemeClr val="accent1">
                  <a:lumMod val="90000"/>
                  <a:lumOff val="10000"/>
                </a:schemeClr>
              </a:solidFill>
              <a:cs typeface="Calibri" panose="020F0502020204030204" pitchFamily="34" charset="0"/>
            </a:endParaRPr>
          </a:p>
        </p:txBody>
      </p:sp>
      <p:sp>
        <p:nvSpPr>
          <p:cNvPr id="84" name="Rectangle 250">
            <a:extLst>
              <a:ext uri="{FF2B5EF4-FFF2-40B4-BE49-F238E27FC236}">
                <a16:creationId xmlns:a16="http://schemas.microsoft.com/office/drawing/2014/main" id="{BB0ACBEC-194C-B118-530B-8593D06990FF}"/>
              </a:ext>
            </a:extLst>
          </p:cNvPr>
          <p:cNvSpPr/>
          <p:nvPr/>
        </p:nvSpPr>
        <p:spPr>
          <a:xfrm>
            <a:off x="8872428" y="4213628"/>
            <a:ext cx="1384578" cy="369332"/>
          </a:xfrm>
          <a:prstGeom prst="rect">
            <a:avLst/>
          </a:prstGeom>
        </p:spPr>
        <p:txBody>
          <a:bodyPr wrap="square">
            <a:spAutoFit/>
          </a:bodyPr>
          <a:lstStyle/>
          <a:p>
            <a:pPr marL="0" marR="0" lvl="0" indent="0" defTabSz="685766" rtl="0" eaLnBrk="1" fontAlgn="auto" latinLnBrk="0" hangingPunct="1">
              <a:lnSpc>
                <a:spcPct val="100000"/>
              </a:lnSpc>
              <a:spcBef>
                <a:spcPts val="0"/>
              </a:spcBef>
              <a:spcAft>
                <a:spcPts val="0"/>
              </a:spcAft>
              <a:buClrTx/>
              <a:buSzTx/>
              <a:buFontTx/>
              <a:buNone/>
              <a:tabLst/>
              <a:defRPr/>
            </a:pPr>
            <a:r>
              <a:rPr lang="en-US" sz="900" b="1">
                <a:solidFill>
                  <a:schemeClr val="accent1">
                    <a:lumMod val="90000"/>
                    <a:lumOff val="10000"/>
                  </a:schemeClr>
                </a:solidFill>
                <a:latin typeface="BISansOpti"/>
              </a:rPr>
              <a:t>Pre-NDA sub/feedback</a:t>
            </a:r>
            <a:r>
              <a:rPr lang="en-US" sz="900">
                <a:solidFill>
                  <a:schemeClr val="accent1">
                    <a:lumMod val="90000"/>
                    <a:lumOff val="10000"/>
                  </a:schemeClr>
                </a:solidFill>
                <a:latin typeface="BISansOpti"/>
              </a:rPr>
              <a:t>: 05Jan/Mar 2024</a:t>
            </a:r>
            <a:endParaRPr kumimoji="0" lang="en-US" sz="900" i="0" u="none" strike="noStrike" kern="1200" cap="none" spc="0" normalizeH="0" baseline="0" noProof="0">
              <a:ln>
                <a:noFill/>
              </a:ln>
              <a:solidFill>
                <a:schemeClr val="accent1">
                  <a:lumMod val="90000"/>
                  <a:lumOff val="10000"/>
                </a:schemeClr>
              </a:solidFill>
              <a:effectLst/>
              <a:uLnTx/>
              <a:uFillTx/>
              <a:latin typeface="BISansOpti"/>
              <a:ea typeface="+mn-ea"/>
              <a:cs typeface="+mn-cs"/>
            </a:endParaRPr>
          </a:p>
        </p:txBody>
      </p:sp>
      <p:sp>
        <p:nvSpPr>
          <p:cNvPr id="85" name="OTLSHAPE_M_39ea6ebc19a94c9fab6ef5006c31df58_Shape">
            <a:extLst>
              <a:ext uri="{FF2B5EF4-FFF2-40B4-BE49-F238E27FC236}">
                <a16:creationId xmlns:a16="http://schemas.microsoft.com/office/drawing/2014/main" id="{95A33C55-18CE-253D-5E23-0700190C324F}"/>
              </a:ext>
            </a:extLst>
          </p:cNvPr>
          <p:cNvSpPr/>
          <p:nvPr>
            <p:custDataLst>
              <p:tags r:id="rId34"/>
            </p:custDataLst>
          </p:nvPr>
        </p:nvSpPr>
        <p:spPr bwMode="auto">
          <a:xfrm rot="16200000">
            <a:off x="9504849" y="4159801"/>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zh-CN" altLang="en-US" sz="2700">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91CF57E0-09B2-B0BD-C1C8-E45531C944C6}"/>
              </a:ext>
            </a:extLst>
          </p:cNvPr>
          <p:cNvSpPr txBox="1"/>
          <p:nvPr>
            <p:custDataLst>
              <p:tags r:id="rId35"/>
            </p:custDataLst>
          </p:nvPr>
        </p:nvSpPr>
        <p:spPr>
          <a:xfrm>
            <a:off x="9417415" y="3731686"/>
            <a:ext cx="879157" cy="246221"/>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sub: </a:t>
            </a:r>
          </a:p>
          <a:p>
            <a:pPr algn="ctr"/>
            <a:r>
              <a:rPr lang="en-US" altLang="zh-CN" sz="800" b="1">
                <a:solidFill>
                  <a:schemeClr val="accent1">
                    <a:lumMod val="90000"/>
                    <a:lumOff val="10000"/>
                  </a:schemeClr>
                </a:solidFill>
                <a:cs typeface="Calibri" panose="020F0502020204030204" pitchFamily="34" charset="0"/>
              </a:rPr>
              <a:t>Apr 2024</a:t>
            </a:r>
          </a:p>
        </p:txBody>
      </p:sp>
      <p:sp>
        <p:nvSpPr>
          <p:cNvPr id="87" name="OTLSHAPE_M_39ea6ebc19a94c9fab6ef5006c31df58_Title">
            <a:extLst>
              <a:ext uri="{FF2B5EF4-FFF2-40B4-BE49-F238E27FC236}">
                <a16:creationId xmlns:a16="http://schemas.microsoft.com/office/drawing/2014/main" id="{191213BD-B381-EBE9-E5B5-79238AAE2A48}"/>
              </a:ext>
            </a:extLst>
          </p:cNvPr>
          <p:cNvSpPr txBox="1"/>
          <p:nvPr>
            <p:custDataLst>
              <p:tags r:id="rId36"/>
            </p:custDataLst>
          </p:nvPr>
        </p:nvSpPr>
        <p:spPr>
          <a:xfrm>
            <a:off x="10157734" y="3671320"/>
            <a:ext cx="681618" cy="369332"/>
          </a:xfrm>
          <a:prstGeom prst="rect">
            <a:avLst/>
          </a:prstGeom>
          <a:noFill/>
        </p:spPr>
        <p:txBody>
          <a:bodyPr vert="horz" wrap="square" lIns="0" tIns="0" rIns="0" bIns="0" rtlCol="0" anchor="ctr" anchorCtr="0">
            <a:spAutoFit/>
          </a:bodyPr>
          <a:lstStyle/>
          <a:p>
            <a:pPr algn="ctr"/>
            <a:r>
              <a:rPr lang="en-US" altLang="zh-CN" sz="800" b="1">
                <a:solidFill>
                  <a:schemeClr val="accent1">
                    <a:lumMod val="90000"/>
                    <a:lumOff val="10000"/>
                  </a:schemeClr>
                </a:solidFill>
                <a:cs typeface="Calibri" panose="020F0502020204030204" pitchFamily="34" charset="0"/>
              </a:rPr>
              <a:t>NDA App: Feb2025 (best)  </a:t>
            </a:r>
          </a:p>
        </p:txBody>
      </p:sp>
      <p:sp>
        <p:nvSpPr>
          <p:cNvPr id="88" name="五角星 55">
            <a:extLst>
              <a:ext uri="{FF2B5EF4-FFF2-40B4-BE49-F238E27FC236}">
                <a16:creationId xmlns:a16="http://schemas.microsoft.com/office/drawing/2014/main" id="{C61528DE-951F-CA48-4E87-D134F67D1894}"/>
              </a:ext>
            </a:extLst>
          </p:cNvPr>
          <p:cNvSpPr/>
          <p:nvPr/>
        </p:nvSpPr>
        <p:spPr bwMode="auto">
          <a:xfrm>
            <a:off x="10474266" y="4096086"/>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89" name="Rectangle 88">
            <a:extLst>
              <a:ext uri="{FF2B5EF4-FFF2-40B4-BE49-F238E27FC236}">
                <a16:creationId xmlns:a16="http://schemas.microsoft.com/office/drawing/2014/main" id="{AFCE2429-C14E-4B97-EE20-5E2A772B0C8C}"/>
              </a:ext>
            </a:extLst>
          </p:cNvPr>
          <p:cNvSpPr/>
          <p:nvPr/>
        </p:nvSpPr>
        <p:spPr bwMode="gray">
          <a:xfrm>
            <a:off x="8936444" y="3589882"/>
            <a:ext cx="1923580" cy="985238"/>
          </a:xfrm>
          <a:prstGeom prst="rect">
            <a:avLst/>
          </a:prstGeom>
          <a:noFill/>
          <a:ln w="28575">
            <a:solidFill>
              <a:srgbClr val="EE654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90" name="Rectangle 89">
            <a:extLst>
              <a:ext uri="{FF2B5EF4-FFF2-40B4-BE49-F238E27FC236}">
                <a16:creationId xmlns:a16="http://schemas.microsoft.com/office/drawing/2014/main" id="{3E5C1493-44E6-F318-D369-BDF40B6A73C4}"/>
              </a:ext>
            </a:extLst>
          </p:cNvPr>
          <p:cNvSpPr/>
          <p:nvPr/>
        </p:nvSpPr>
        <p:spPr bwMode="gray">
          <a:xfrm>
            <a:off x="8920944" y="4779666"/>
            <a:ext cx="2312568" cy="619172"/>
          </a:xfrm>
          <a:prstGeom prst="rect">
            <a:avLst/>
          </a:prstGeom>
          <a:noFill/>
          <a:ln w="28575">
            <a:solidFill>
              <a:srgbClr val="EE654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91" name="Speech Bubble: Rectangle with Corners Rounded 90">
            <a:extLst>
              <a:ext uri="{FF2B5EF4-FFF2-40B4-BE49-F238E27FC236}">
                <a16:creationId xmlns:a16="http://schemas.microsoft.com/office/drawing/2014/main" id="{122701AF-13A3-ACA8-9F36-33AE9A67CCD1}"/>
              </a:ext>
            </a:extLst>
          </p:cNvPr>
          <p:cNvSpPr/>
          <p:nvPr/>
        </p:nvSpPr>
        <p:spPr bwMode="gray">
          <a:xfrm>
            <a:off x="7889830" y="3538671"/>
            <a:ext cx="861633" cy="329277"/>
          </a:xfrm>
          <a:prstGeom prst="wedgeRoundRectCallout">
            <a:avLst>
              <a:gd name="adj1" fmla="val 67454"/>
              <a:gd name="adj2" fmla="val 71757"/>
              <a:gd name="adj3" fmla="val 16667"/>
            </a:avLst>
          </a:prstGeom>
          <a:solidFill>
            <a:schemeClr val="bg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685766" rtl="0" eaLnBrk="1" fontAlgn="auto" latinLnBrk="0" hangingPunct="1">
              <a:lnSpc>
                <a:spcPct val="100000"/>
              </a:lnSpc>
              <a:spcBef>
                <a:spcPts val="0"/>
              </a:spcBef>
              <a:spcAft>
                <a:spcPts val="0"/>
              </a:spcAft>
              <a:buClrTx/>
              <a:buSzTx/>
              <a:buFontTx/>
              <a:buNone/>
              <a:tabLst/>
              <a:defRPr/>
            </a:pPr>
            <a:r>
              <a:rPr lang="en-US" sz="800" b="1">
                <a:solidFill>
                  <a:srgbClr val="003366"/>
                </a:solidFill>
                <a:latin typeface="BISansOpti"/>
              </a:rPr>
              <a:t>Option 1</a:t>
            </a:r>
            <a:r>
              <a:rPr lang="en-US" sz="800">
                <a:solidFill>
                  <a:srgbClr val="003366"/>
                </a:solidFill>
                <a:latin typeface="BISansOpti"/>
              </a:rPr>
              <a:t>: </a:t>
            </a:r>
          </a:p>
          <a:p>
            <a:pPr marL="0" marR="0" lvl="0" indent="0" defTabSz="685766" rtl="0" eaLnBrk="1" fontAlgn="auto" latinLnBrk="0" hangingPunct="1">
              <a:lnSpc>
                <a:spcPct val="100000"/>
              </a:lnSpc>
              <a:spcBef>
                <a:spcPts val="0"/>
              </a:spcBef>
              <a:spcAft>
                <a:spcPts val="0"/>
              </a:spcAft>
              <a:buClrTx/>
              <a:buSzTx/>
              <a:buFontTx/>
              <a:buNone/>
              <a:tabLst/>
              <a:defRPr/>
            </a:pPr>
            <a:r>
              <a:rPr lang="en-US" sz="800">
                <a:solidFill>
                  <a:srgbClr val="003366"/>
                </a:solidFill>
                <a:latin typeface="BISansOpti"/>
              </a:rPr>
              <a:t>pre-NDA+PR</a:t>
            </a:r>
            <a:endParaRPr kumimoji="0" lang="en-US" sz="800" i="0" u="none" strike="noStrike" kern="1200" cap="none" spc="0" normalizeH="0" baseline="0" noProof="0">
              <a:ln>
                <a:noFill/>
              </a:ln>
              <a:solidFill>
                <a:srgbClr val="003366"/>
              </a:solidFill>
              <a:effectLst/>
              <a:uLnTx/>
              <a:uFillTx/>
              <a:latin typeface="BISansOpti"/>
              <a:ea typeface="+mn-ea"/>
              <a:cs typeface="+mn-cs"/>
            </a:endParaRPr>
          </a:p>
        </p:txBody>
      </p:sp>
      <p:sp>
        <p:nvSpPr>
          <p:cNvPr id="92" name="Speech Bubble: Rectangle with Corners Rounded 91">
            <a:extLst>
              <a:ext uri="{FF2B5EF4-FFF2-40B4-BE49-F238E27FC236}">
                <a16:creationId xmlns:a16="http://schemas.microsoft.com/office/drawing/2014/main" id="{93E0618F-4983-0ECD-2FD6-B8B919C40E54}"/>
              </a:ext>
            </a:extLst>
          </p:cNvPr>
          <p:cNvSpPr/>
          <p:nvPr/>
        </p:nvSpPr>
        <p:spPr bwMode="gray">
          <a:xfrm>
            <a:off x="7841826" y="5157123"/>
            <a:ext cx="861633" cy="329277"/>
          </a:xfrm>
          <a:prstGeom prst="wedgeRoundRectCallout">
            <a:avLst>
              <a:gd name="adj1" fmla="val 72760"/>
              <a:gd name="adj2" fmla="val -57836"/>
              <a:gd name="adj3" fmla="val 16667"/>
            </a:avLst>
          </a:prstGeom>
          <a:solidFill>
            <a:schemeClr val="bg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685766" rtl="0" eaLnBrk="1" fontAlgn="auto" latinLnBrk="0" hangingPunct="1">
              <a:lnSpc>
                <a:spcPct val="100000"/>
              </a:lnSpc>
              <a:spcBef>
                <a:spcPts val="0"/>
              </a:spcBef>
              <a:spcAft>
                <a:spcPts val="0"/>
              </a:spcAft>
              <a:buClrTx/>
              <a:buSzTx/>
              <a:buFontTx/>
              <a:buNone/>
              <a:tabLst/>
              <a:defRPr/>
            </a:pPr>
            <a:r>
              <a:rPr lang="en-US" sz="800" b="1">
                <a:solidFill>
                  <a:srgbClr val="003366"/>
                </a:solidFill>
                <a:latin typeface="BISansOpti"/>
              </a:rPr>
              <a:t>Option 2</a:t>
            </a:r>
            <a:r>
              <a:rPr lang="en-US" sz="800">
                <a:solidFill>
                  <a:srgbClr val="003366"/>
                </a:solidFill>
                <a:latin typeface="BISansOpti"/>
              </a:rPr>
              <a:t>: </a:t>
            </a:r>
          </a:p>
          <a:p>
            <a:pPr marL="0" marR="0" lvl="0" indent="0" defTabSz="685766" rtl="0" eaLnBrk="1" fontAlgn="auto" latinLnBrk="0" hangingPunct="1">
              <a:lnSpc>
                <a:spcPct val="100000"/>
              </a:lnSpc>
              <a:spcBef>
                <a:spcPts val="0"/>
              </a:spcBef>
              <a:spcAft>
                <a:spcPts val="0"/>
              </a:spcAft>
              <a:buClrTx/>
              <a:buSzTx/>
              <a:buFontTx/>
              <a:buNone/>
              <a:tabLst/>
              <a:defRPr/>
            </a:pPr>
            <a:r>
              <a:rPr lang="en-US" sz="800">
                <a:solidFill>
                  <a:srgbClr val="003366"/>
                </a:solidFill>
                <a:latin typeface="BISansOpti"/>
              </a:rPr>
              <a:t>No pre-NDA+ </a:t>
            </a:r>
            <a:r>
              <a:rPr lang="en-US" altLang="zh-CN" sz="800">
                <a:solidFill>
                  <a:srgbClr val="003366"/>
                </a:solidFill>
                <a:latin typeface="BISansOpti"/>
              </a:rPr>
              <a:t>no </a:t>
            </a:r>
            <a:r>
              <a:rPr lang="en-US" sz="800">
                <a:solidFill>
                  <a:srgbClr val="003366"/>
                </a:solidFill>
                <a:latin typeface="BISansOpti"/>
              </a:rPr>
              <a:t>PR</a:t>
            </a:r>
            <a:endParaRPr kumimoji="0" lang="en-US" sz="800" i="0" u="none" strike="noStrike" kern="1200" cap="none" spc="0" normalizeH="0" baseline="0" noProof="0">
              <a:ln>
                <a:noFill/>
              </a:ln>
              <a:solidFill>
                <a:srgbClr val="003366"/>
              </a:solidFill>
              <a:effectLst/>
              <a:uLnTx/>
              <a:uFillTx/>
              <a:latin typeface="BISansOpti"/>
              <a:ea typeface="+mn-ea"/>
              <a:cs typeface="+mn-cs"/>
            </a:endParaRPr>
          </a:p>
        </p:txBody>
      </p:sp>
      <p:pic>
        <p:nvPicPr>
          <p:cNvPr id="93" name="Picture 8" descr="Traffic light - Simple English Wikipedia, the free ...">
            <a:extLst>
              <a:ext uri="{FF2B5EF4-FFF2-40B4-BE49-F238E27FC236}">
                <a16:creationId xmlns:a16="http://schemas.microsoft.com/office/drawing/2014/main" id="{F7588FF2-81CD-FD83-D98C-5E0F888AB7AB}"/>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805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C0DF-6675-5D8E-08D1-69969009873C}"/>
              </a:ext>
            </a:extLst>
          </p:cNvPr>
          <p:cNvSpPr>
            <a:spLocks noGrp="1"/>
          </p:cNvSpPr>
          <p:nvPr>
            <p:ph type="title"/>
          </p:nvPr>
        </p:nvSpPr>
        <p:spPr/>
        <p:txBody>
          <a:bodyPr/>
          <a:lstStyle/>
          <a:p>
            <a:r>
              <a:rPr lang="en-US"/>
              <a:t>EMPA CKD pediatric study</a:t>
            </a:r>
          </a:p>
        </p:txBody>
      </p:sp>
      <p:sp>
        <p:nvSpPr>
          <p:cNvPr id="12" name="TextBox 11">
            <a:extLst>
              <a:ext uri="{FF2B5EF4-FFF2-40B4-BE49-F238E27FC236}">
                <a16:creationId xmlns:a16="http://schemas.microsoft.com/office/drawing/2014/main" id="{37F53CB1-14FA-0E37-FC2C-06CA2A16F121}"/>
              </a:ext>
            </a:extLst>
          </p:cNvPr>
          <p:cNvSpPr txBox="1"/>
          <p:nvPr/>
        </p:nvSpPr>
        <p:spPr>
          <a:xfrm>
            <a:off x="490100" y="1434777"/>
            <a:ext cx="11211800" cy="338554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2000" b="1"/>
              <a:t>Purpose</a:t>
            </a:r>
            <a:r>
              <a:rPr lang="en-US" sz="2000"/>
              <a:t>: Seek </a:t>
            </a:r>
            <a:r>
              <a:rPr lang="en-US" sz="2000" err="1"/>
              <a:t>Empa</a:t>
            </a:r>
            <a:r>
              <a:rPr lang="en-US" sz="2000"/>
              <a:t> pediatric CKD indication approval ONLY in US and EU to get 6-month patent extension</a:t>
            </a:r>
          </a:p>
          <a:p>
            <a:pPr marL="285750" indent="-285750">
              <a:buFont typeface="Arial" panose="020B0604020202020204" pitchFamily="34" charset="0"/>
              <a:buChar char="•"/>
            </a:pPr>
            <a:r>
              <a:rPr lang="en-US" sz="2000" b="1"/>
              <a:t>China’s participation in this study: </a:t>
            </a:r>
            <a:r>
              <a:rPr lang="en-US" sz="2000"/>
              <a:t>Only to contribute patients and global doesn’t have any plan to get the indication approved in China</a:t>
            </a:r>
          </a:p>
          <a:p>
            <a:pPr marL="285750" indent="-285750">
              <a:buFont typeface="Arial" panose="020B0604020202020204" pitchFamily="34" charset="0"/>
              <a:buChar char="•"/>
            </a:pPr>
            <a:r>
              <a:rPr lang="en-US" sz="2000" b="1"/>
              <a:t>Feasibility is low</a:t>
            </a:r>
            <a:r>
              <a:rPr lang="en-US" sz="2000"/>
              <a:t>:</a:t>
            </a:r>
          </a:p>
          <a:p>
            <a:pPr marL="742950" lvl="1" indent="-285750">
              <a:buFont typeface="Courier New" panose="02070309020205020404" pitchFamily="49" charset="0"/>
              <a:buChar char="o"/>
            </a:pPr>
            <a:r>
              <a:rPr lang="en-US" sz="2000"/>
              <a:t>The prevalence of CKD in adolescent and children in China is around 0.7%</a:t>
            </a:r>
          </a:p>
          <a:p>
            <a:pPr marL="742950" lvl="1" indent="-285750">
              <a:buFont typeface="Courier New" panose="02070309020205020404" pitchFamily="49" charset="0"/>
              <a:buChar char="o"/>
            </a:pPr>
            <a:r>
              <a:rPr lang="en-US" sz="2000"/>
              <a:t>External competitor’s trial FIONA for pediatric CKD: China sites were suspended, assuming no CN patients enrolled</a:t>
            </a:r>
          </a:p>
          <a:p>
            <a:pPr marL="742950" lvl="1" indent="-285750">
              <a:buFont typeface="Courier New" panose="02070309020205020404" pitchFamily="49" charset="0"/>
              <a:buChar char="o"/>
            </a:pPr>
            <a:r>
              <a:rPr lang="en-US" sz="2000"/>
              <a:t>BI internal experience in pediatric T2DM: very hard to enroll any pediatric patient</a:t>
            </a:r>
          </a:p>
          <a:p>
            <a:pPr marL="285750" indent="-285750">
              <a:buFont typeface="Arial" panose="020B0604020202020204" pitchFamily="34" charset="0"/>
              <a:buChar char="•"/>
            </a:pPr>
            <a:r>
              <a:rPr lang="en-US" altLang="zh-CN" sz="2000" b="1"/>
              <a:t>CN</a:t>
            </a:r>
            <a:r>
              <a:rPr lang="en-US" sz="2000" b="1"/>
              <a:t> team’s decision</a:t>
            </a:r>
            <a:r>
              <a:rPr lang="en-US" sz="2000"/>
              <a:t>: China will not join the </a:t>
            </a:r>
            <a:r>
              <a:rPr lang="en-US" sz="2000" err="1"/>
              <a:t>Empa</a:t>
            </a:r>
            <a:r>
              <a:rPr lang="en-US" sz="2000"/>
              <a:t> CKD pediatric study, which has been aligned with marketing colleagues</a:t>
            </a:r>
            <a:endParaRPr lang="en-US" sz="1400"/>
          </a:p>
        </p:txBody>
      </p:sp>
    </p:spTree>
    <p:extLst>
      <p:ext uri="{BB962C8B-B14F-4D97-AF65-F5344CB8AC3E}">
        <p14:creationId xmlns:p14="http://schemas.microsoft.com/office/powerpoint/2010/main" val="3266832434"/>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ltLang="zh-CN" b="1" kern="1200" err="1">
                <a:latin typeface="+mj-lt"/>
                <a:ea typeface="+mj-ea"/>
                <a:cs typeface="+mj-cs"/>
              </a:rPr>
              <a:t>Avenciguat</a:t>
            </a:r>
            <a:r>
              <a:rPr lang="en-US" altLang="zh-CN" b="1" kern="1200">
                <a:latin typeface="+mj-lt"/>
                <a:ea typeface="+mj-ea"/>
                <a:cs typeface="+mj-cs"/>
              </a:rPr>
              <a:t> (</a:t>
            </a:r>
            <a:r>
              <a:rPr lang="en-US" altLang="zh-CN" b="1" kern="1200" err="1">
                <a:latin typeface="+mj-lt"/>
                <a:ea typeface="+mj-ea"/>
                <a:cs typeface="+mj-cs"/>
              </a:rPr>
              <a:t>sGC</a:t>
            </a:r>
            <a:r>
              <a:rPr lang="en-US" altLang="zh-CN" b="1" kern="1200">
                <a:latin typeface="+mj-lt"/>
                <a:ea typeface="+mj-ea"/>
                <a:cs typeface="+mj-cs"/>
              </a:rPr>
              <a:t> activator)</a:t>
            </a:r>
            <a:endParaRPr lang="en-US"/>
          </a:p>
        </p:txBody>
      </p:sp>
      <p:sp>
        <p:nvSpPr>
          <p:cNvPr id="3" name="Subtitle 2">
            <a:extLst>
              <a:ext uri="{FF2B5EF4-FFF2-40B4-BE49-F238E27FC236}">
                <a16:creationId xmlns:a16="http://schemas.microsoft.com/office/drawing/2014/main" id="{7E84BB9D-A560-B107-D02C-6E613DA594C3}"/>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47</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27904847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Box 99">
            <a:extLst>
              <a:ext uri="{FF2B5EF4-FFF2-40B4-BE49-F238E27FC236}">
                <a16:creationId xmlns:a16="http://schemas.microsoft.com/office/drawing/2014/main" id="{85BEE5DA-A751-70F8-5FEF-908651CED0DC}"/>
              </a:ext>
            </a:extLst>
          </p:cNvPr>
          <p:cNvSpPr txBox="1"/>
          <p:nvPr/>
        </p:nvSpPr>
        <p:spPr>
          <a:xfrm>
            <a:off x="4351301" y="2958233"/>
            <a:ext cx="952237"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May2024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7" name="OTLSHAPE_T_e17f3958430f4cff8650518c93c7635e_StartDate">
            <a:extLst>
              <a:ext uri="{FF2B5EF4-FFF2-40B4-BE49-F238E27FC236}">
                <a16:creationId xmlns:a16="http://schemas.microsoft.com/office/drawing/2014/main" id="{10B0D2FB-C095-1BB7-63B6-2A2B51CD082C}"/>
              </a:ext>
            </a:extLst>
          </p:cNvPr>
          <p:cNvSpPr txBox="1"/>
          <p:nvPr>
            <p:custDataLst>
              <p:tags r:id="rId1"/>
            </p:custDataLst>
          </p:nvPr>
        </p:nvSpPr>
        <p:spPr>
          <a:xfrm>
            <a:off x="4384341" y="3164402"/>
            <a:ext cx="64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eDC</a:t>
            </a: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N=40</a:t>
            </a:r>
          </a:p>
        </p:txBody>
      </p:sp>
      <p:sp>
        <p:nvSpPr>
          <p:cNvPr id="2" name="Title 1">
            <a:extLst>
              <a:ext uri="{FF2B5EF4-FFF2-40B4-BE49-F238E27FC236}">
                <a16:creationId xmlns:a16="http://schemas.microsoft.com/office/drawing/2014/main" id="{9DECE83C-F448-52DC-7A26-0B4E7E0F197F}"/>
              </a:ext>
            </a:extLst>
          </p:cNvPr>
          <p:cNvSpPr>
            <a:spLocks noGrp="1"/>
          </p:cNvSpPr>
          <p:nvPr>
            <p:ph type="title"/>
          </p:nvPr>
        </p:nvSpPr>
        <p:spPr/>
        <p:txBody>
          <a:bodyPr/>
          <a:lstStyle/>
          <a:p>
            <a:pPr>
              <a:lnSpc>
                <a:spcPct val="85000"/>
              </a:lnSpc>
            </a:pPr>
            <a:r>
              <a:rPr lang="en-US" sz="2000" u="sng">
                <a:solidFill>
                  <a:schemeClr val="accent1">
                    <a:lumMod val="90000"/>
                    <a:lumOff val="10000"/>
                  </a:schemeClr>
                </a:solidFill>
                <a:cs typeface="Calibri" panose="020F0502020204030204" pitchFamily="34" charset="0"/>
              </a:rPr>
              <a:t>Ongoing:</a:t>
            </a:r>
            <a:br>
              <a:rPr lang="en-US" sz="2000" u="sng">
                <a:solidFill>
                  <a:schemeClr val="accent1">
                    <a:lumMod val="90000"/>
                    <a:lumOff val="10000"/>
                  </a:schemeClr>
                </a:solidFill>
                <a:cs typeface="Calibri" panose="020F0502020204030204" pitchFamily="34" charset="0"/>
              </a:rPr>
            </a:br>
            <a:r>
              <a:rPr lang="en-US" sz="2000" err="1">
                <a:solidFill>
                  <a:schemeClr val="accent1">
                    <a:lumMod val="90000"/>
                    <a:lumOff val="10000"/>
                  </a:schemeClr>
                </a:solidFill>
                <a:cs typeface="Calibri" panose="020F0502020204030204" pitchFamily="34" charset="0"/>
              </a:rPr>
              <a:t>Avenciguat</a:t>
            </a:r>
            <a:r>
              <a:rPr lang="en-US" sz="2000">
                <a:solidFill>
                  <a:schemeClr val="accent1">
                    <a:lumMod val="90000"/>
                    <a:lumOff val="10000"/>
                  </a:schemeClr>
                </a:solidFill>
                <a:cs typeface="Calibri" panose="020F0502020204030204" pitchFamily="34" charset="0"/>
              </a:rPr>
              <a:t> (</a:t>
            </a:r>
            <a:r>
              <a:rPr lang="en-US" sz="2000" err="1">
                <a:solidFill>
                  <a:schemeClr val="accent1">
                    <a:lumMod val="90000"/>
                    <a:lumOff val="10000"/>
                  </a:schemeClr>
                </a:solidFill>
                <a:cs typeface="Calibri" panose="020F0502020204030204" pitchFamily="34" charset="0"/>
              </a:rPr>
              <a:t>sGC</a:t>
            </a:r>
            <a:r>
              <a:rPr lang="en-US" sz="2000">
                <a:solidFill>
                  <a:schemeClr val="accent1">
                    <a:lumMod val="90000"/>
                    <a:lumOff val="10000"/>
                  </a:schemeClr>
                </a:solidFill>
                <a:cs typeface="Calibri" panose="020F0502020204030204" pitchFamily="34" charset="0"/>
              </a:rPr>
              <a:t> activator): Clinically Significant Portal Hypertension with Compensated/Decompensated Cirrhosis (CSPH in CC/DC) </a:t>
            </a:r>
          </a:p>
        </p:txBody>
      </p:sp>
      <p:sp>
        <p:nvSpPr>
          <p:cNvPr id="4" name="Footer Placeholder 3">
            <a:extLst>
              <a:ext uri="{FF2B5EF4-FFF2-40B4-BE49-F238E27FC236}">
                <a16:creationId xmlns:a16="http://schemas.microsoft.com/office/drawing/2014/main" id="{CF290B6A-A650-D106-643B-AE5E780571F2}"/>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855638EF-93F6-97BB-C185-F7825064FB2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Picture 8" descr="Traffic light - Simple English Wikipedia, the free ...">
            <a:extLst>
              <a:ext uri="{FF2B5EF4-FFF2-40B4-BE49-F238E27FC236}">
                <a16:creationId xmlns:a16="http://schemas.microsoft.com/office/drawing/2014/main" id="{1F495A6F-2706-2067-D2BA-64AD74BA5B3C}"/>
              </a:ext>
            </a:extLst>
          </p:cNvPr>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rot="10800000">
            <a:off x="10447338" y="477000"/>
            <a:ext cx="1293812" cy="52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6B0A5725-6F5C-6221-3931-D2CDC4B8F8CC}"/>
              </a:ext>
            </a:extLst>
          </p:cNvPr>
          <p:cNvGraphicFramePr>
            <a:graphicFrameLocks noGrp="1"/>
          </p:cNvGraphicFramePr>
          <p:nvPr/>
        </p:nvGraphicFramePr>
        <p:xfrm>
          <a:off x="1001208" y="1412875"/>
          <a:ext cx="9742992" cy="458117"/>
        </p:xfrm>
        <a:graphic>
          <a:graphicData uri="http://schemas.openxmlformats.org/drawingml/2006/table">
            <a:tbl>
              <a:tblPr firstRow="1" bandRow="1"/>
              <a:tblGrid>
                <a:gridCol w="405958">
                  <a:extLst>
                    <a:ext uri="{9D8B030D-6E8A-4147-A177-3AD203B41FA5}">
                      <a16:colId xmlns:a16="http://schemas.microsoft.com/office/drawing/2014/main" val="3411862845"/>
                    </a:ext>
                  </a:extLst>
                </a:gridCol>
                <a:gridCol w="405958">
                  <a:extLst>
                    <a:ext uri="{9D8B030D-6E8A-4147-A177-3AD203B41FA5}">
                      <a16:colId xmlns:a16="http://schemas.microsoft.com/office/drawing/2014/main" val="2851474774"/>
                    </a:ext>
                  </a:extLst>
                </a:gridCol>
                <a:gridCol w="405958">
                  <a:extLst>
                    <a:ext uri="{9D8B030D-6E8A-4147-A177-3AD203B41FA5}">
                      <a16:colId xmlns:a16="http://schemas.microsoft.com/office/drawing/2014/main" val="107595344"/>
                    </a:ext>
                  </a:extLst>
                </a:gridCol>
                <a:gridCol w="405958">
                  <a:extLst>
                    <a:ext uri="{9D8B030D-6E8A-4147-A177-3AD203B41FA5}">
                      <a16:colId xmlns:a16="http://schemas.microsoft.com/office/drawing/2014/main" val="1666999431"/>
                    </a:ext>
                  </a:extLst>
                </a:gridCol>
                <a:gridCol w="405958">
                  <a:extLst>
                    <a:ext uri="{9D8B030D-6E8A-4147-A177-3AD203B41FA5}">
                      <a16:colId xmlns:a16="http://schemas.microsoft.com/office/drawing/2014/main" val="3696607442"/>
                    </a:ext>
                  </a:extLst>
                </a:gridCol>
                <a:gridCol w="405958">
                  <a:extLst>
                    <a:ext uri="{9D8B030D-6E8A-4147-A177-3AD203B41FA5}">
                      <a16:colId xmlns:a16="http://schemas.microsoft.com/office/drawing/2014/main" val="223989776"/>
                    </a:ext>
                  </a:extLst>
                </a:gridCol>
                <a:gridCol w="405958">
                  <a:extLst>
                    <a:ext uri="{9D8B030D-6E8A-4147-A177-3AD203B41FA5}">
                      <a16:colId xmlns:a16="http://schemas.microsoft.com/office/drawing/2014/main" val="124731204"/>
                    </a:ext>
                  </a:extLst>
                </a:gridCol>
                <a:gridCol w="405958">
                  <a:extLst>
                    <a:ext uri="{9D8B030D-6E8A-4147-A177-3AD203B41FA5}">
                      <a16:colId xmlns:a16="http://schemas.microsoft.com/office/drawing/2014/main" val="3066978585"/>
                    </a:ext>
                  </a:extLst>
                </a:gridCol>
                <a:gridCol w="405958">
                  <a:extLst>
                    <a:ext uri="{9D8B030D-6E8A-4147-A177-3AD203B41FA5}">
                      <a16:colId xmlns:a16="http://schemas.microsoft.com/office/drawing/2014/main" val="1064917641"/>
                    </a:ext>
                  </a:extLst>
                </a:gridCol>
                <a:gridCol w="405958">
                  <a:extLst>
                    <a:ext uri="{9D8B030D-6E8A-4147-A177-3AD203B41FA5}">
                      <a16:colId xmlns:a16="http://schemas.microsoft.com/office/drawing/2014/main" val="4221117315"/>
                    </a:ext>
                  </a:extLst>
                </a:gridCol>
                <a:gridCol w="405958">
                  <a:extLst>
                    <a:ext uri="{9D8B030D-6E8A-4147-A177-3AD203B41FA5}">
                      <a16:colId xmlns:a16="http://schemas.microsoft.com/office/drawing/2014/main" val="3266065341"/>
                    </a:ext>
                  </a:extLst>
                </a:gridCol>
                <a:gridCol w="405958">
                  <a:extLst>
                    <a:ext uri="{9D8B030D-6E8A-4147-A177-3AD203B41FA5}">
                      <a16:colId xmlns:a16="http://schemas.microsoft.com/office/drawing/2014/main" val="2374051224"/>
                    </a:ext>
                  </a:extLst>
                </a:gridCol>
                <a:gridCol w="405958">
                  <a:extLst>
                    <a:ext uri="{9D8B030D-6E8A-4147-A177-3AD203B41FA5}">
                      <a16:colId xmlns:a16="http://schemas.microsoft.com/office/drawing/2014/main" val="1840388365"/>
                    </a:ext>
                  </a:extLst>
                </a:gridCol>
                <a:gridCol w="405958">
                  <a:extLst>
                    <a:ext uri="{9D8B030D-6E8A-4147-A177-3AD203B41FA5}">
                      <a16:colId xmlns:a16="http://schemas.microsoft.com/office/drawing/2014/main" val="267750830"/>
                    </a:ext>
                  </a:extLst>
                </a:gridCol>
                <a:gridCol w="405958">
                  <a:extLst>
                    <a:ext uri="{9D8B030D-6E8A-4147-A177-3AD203B41FA5}">
                      <a16:colId xmlns:a16="http://schemas.microsoft.com/office/drawing/2014/main" val="3966469970"/>
                    </a:ext>
                  </a:extLst>
                </a:gridCol>
                <a:gridCol w="405958">
                  <a:extLst>
                    <a:ext uri="{9D8B030D-6E8A-4147-A177-3AD203B41FA5}">
                      <a16:colId xmlns:a16="http://schemas.microsoft.com/office/drawing/2014/main" val="2522973146"/>
                    </a:ext>
                  </a:extLst>
                </a:gridCol>
                <a:gridCol w="405958">
                  <a:extLst>
                    <a:ext uri="{9D8B030D-6E8A-4147-A177-3AD203B41FA5}">
                      <a16:colId xmlns:a16="http://schemas.microsoft.com/office/drawing/2014/main" val="1925126550"/>
                    </a:ext>
                  </a:extLst>
                </a:gridCol>
                <a:gridCol w="405958">
                  <a:extLst>
                    <a:ext uri="{9D8B030D-6E8A-4147-A177-3AD203B41FA5}">
                      <a16:colId xmlns:a16="http://schemas.microsoft.com/office/drawing/2014/main" val="664415548"/>
                    </a:ext>
                  </a:extLst>
                </a:gridCol>
                <a:gridCol w="405958">
                  <a:extLst>
                    <a:ext uri="{9D8B030D-6E8A-4147-A177-3AD203B41FA5}">
                      <a16:colId xmlns:a16="http://schemas.microsoft.com/office/drawing/2014/main" val="2205877785"/>
                    </a:ext>
                  </a:extLst>
                </a:gridCol>
                <a:gridCol w="405958">
                  <a:extLst>
                    <a:ext uri="{9D8B030D-6E8A-4147-A177-3AD203B41FA5}">
                      <a16:colId xmlns:a16="http://schemas.microsoft.com/office/drawing/2014/main" val="2805166069"/>
                    </a:ext>
                  </a:extLst>
                </a:gridCol>
                <a:gridCol w="405958">
                  <a:extLst>
                    <a:ext uri="{9D8B030D-6E8A-4147-A177-3AD203B41FA5}">
                      <a16:colId xmlns:a16="http://schemas.microsoft.com/office/drawing/2014/main" val="3410478914"/>
                    </a:ext>
                  </a:extLst>
                </a:gridCol>
                <a:gridCol w="405958">
                  <a:extLst>
                    <a:ext uri="{9D8B030D-6E8A-4147-A177-3AD203B41FA5}">
                      <a16:colId xmlns:a16="http://schemas.microsoft.com/office/drawing/2014/main" val="2179354899"/>
                    </a:ext>
                  </a:extLst>
                </a:gridCol>
                <a:gridCol w="405958">
                  <a:extLst>
                    <a:ext uri="{9D8B030D-6E8A-4147-A177-3AD203B41FA5}">
                      <a16:colId xmlns:a16="http://schemas.microsoft.com/office/drawing/2014/main" val="1258267625"/>
                    </a:ext>
                  </a:extLst>
                </a:gridCol>
                <a:gridCol w="405958">
                  <a:extLst>
                    <a:ext uri="{9D8B030D-6E8A-4147-A177-3AD203B41FA5}">
                      <a16:colId xmlns:a16="http://schemas.microsoft.com/office/drawing/2014/main" val="1259290623"/>
                    </a:ext>
                  </a:extLst>
                </a:gridCol>
              </a:tblGrid>
              <a:tr h="163181">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2022</a:t>
                      </a:r>
                      <a:endParaRPr lang="zh-CN" altLang="en-US" sz="800" b="1">
                        <a:latin typeface="Arial"/>
                        <a:cs typeface="Arial"/>
                      </a:endParaRPr>
                    </a:p>
                  </a:txBody>
                  <a:tcPr marL="68580" marR="68580" marT="34290" marB="34290" anchor="ctr">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2023</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2025</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2026</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2027</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8" name="Isosceles Triangle 7">
            <a:extLst>
              <a:ext uri="{FF2B5EF4-FFF2-40B4-BE49-F238E27FC236}">
                <a16:creationId xmlns:a16="http://schemas.microsoft.com/office/drawing/2014/main" id="{CCF60E64-D712-F4C1-773F-9EBEBFA6806A}"/>
              </a:ext>
            </a:extLst>
          </p:cNvPr>
          <p:cNvSpPr/>
          <p:nvPr/>
        </p:nvSpPr>
        <p:spPr>
          <a:xfrm rot="16200000" flipH="1">
            <a:off x="662196" y="1587392"/>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Isosceles Triangle 8">
            <a:extLst>
              <a:ext uri="{FF2B5EF4-FFF2-40B4-BE49-F238E27FC236}">
                <a16:creationId xmlns:a16="http://schemas.microsoft.com/office/drawing/2014/main" id="{2C2C143F-EC29-66F0-322D-F0FB39415D5F}"/>
              </a:ext>
            </a:extLst>
          </p:cNvPr>
          <p:cNvSpPr/>
          <p:nvPr/>
        </p:nvSpPr>
        <p:spPr>
          <a:xfrm rot="5400000">
            <a:off x="10586309" y="1556677"/>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页脚占位符 9">
            <a:extLst>
              <a:ext uri="{FF2B5EF4-FFF2-40B4-BE49-F238E27FC236}">
                <a16:creationId xmlns:a16="http://schemas.microsoft.com/office/drawing/2014/main" id="{635A0523-642B-5132-388A-B4CE49687AEF}"/>
              </a:ext>
            </a:extLst>
          </p:cNvPr>
          <p:cNvSpPr txBox="1">
            <a:spLocks/>
          </p:cNvSpPr>
          <p:nvPr/>
        </p:nvSpPr>
        <p:spPr bwMode="gray">
          <a:xfrm>
            <a:off x="2525544" y="6238196"/>
            <a:ext cx="3780420" cy="216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Confidential</a:t>
            </a:r>
            <a:endParaRPr kumimoji="0" lang="en-GB" sz="8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cxnSp>
        <p:nvCxnSpPr>
          <p:cNvPr id="13" name="Straight Connector 12">
            <a:extLst>
              <a:ext uri="{FF2B5EF4-FFF2-40B4-BE49-F238E27FC236}">
                <a16:creationId xmlns:a16="http://schemas.microsoft.com/office/drawing/2014/main" id="{3E2D9D4E-42B7-103F-1985-4FD1CB09E606}"/>
              </a:ext>
            </a:extLst>
          </p:cNvPr>
          <p:cNvCxnSpPr>
            <a:cxnSpLocks/>
          </p:cNvCxnSpPr>
          <p:nvPr/>
        </p:nvCxnSpPr>
        <p:spPr bwMode="auto">
          <a:xfrm flipH="1">
            <a:off x="445229" y="3610395"/>
            <a:ext cx="107899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4" name="TextBox 146">
            <a:extLst>
              <a:ext uri="{FF2B5EF4-FFF2-40B4-BE49-F238E27FC236}">
                <a16:creationId xmlns:a16="http://schemas.microsoft.com/office/drawing/2014/main" id="{C157D8DD-367D-1353-EABC-00B3810DFFD4}"/>
              </a:ext>
            </a:extLst>
          </p:cNvPr>
          <p:cNvSpPr txBox="1"/>
          <p:nvPr/>
        </p:nvSpPr>
        <p:spPr>
          <a:xfrm>
            <a:off x="250345" y="2234316"/>
            <a:ext cx="464405"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Ph2-1366.21</a:t>
            </a:r>
          </a:p>
        </p:txBody>
      </p:sp>
      <p:sp>
        <p:nvSpPr>
          <p:cNvPr id="15" name="TextBox 149">
            <a:hlinkClick r:id="" action="ppaction://noaction"/>
            <a:extLst>
              <a:ext uri="{FF2B5EF4-FFF2-40B4-BE49-F238E27FC236}">
                <a16:creationId xmlns:a16="http://schemas.microsoft.com/office/drawing/2014/main" id="{6920CEC2-41EE-82D6-A1E0-1ACD018E6707}"/>
              </a:ext>
            </a:extLst>
          </p:cNvPr>
          <p:cNvSpPr txBox="1"/>
          <p:nvPr/>
        </p:nvSpPr>
        <p:spPr>
          <a:xfrm>
            <a:off x="257937" y="4159923"/>
            <a:ext cx="464406"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Ph2-1366.21</a:t>
            </a:r>
          </a:p>
        </p:txBody>
      </p:sp>
      <p:sp>
        <p:nvSpPr>
          <p:cNvPr id="16" name="Rectangle 135">
            <a:extLst>
              <a:ext uri="{FF2B5EF4-FFF2-40B4-BE49-F238E27FC236}">
                <a16:creationId xmlns:a16="http://schemas.microsoft.com/office/drawing/2014/main" id="{E601D745-5F41-7987-D584-FA09535D6DFD}"/>
              </a:ext>
            </a:extLst>
          </p:cNvPr>
          <p:cNvSpPr/>
          <p:nvPr/>
        </p:nvSpPr>
        <p:spPr>
          <a:xfrm>
            <a:off x="1451943" y="2358846"/>
            <a:ext cx="319319"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FSS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7" name="OTLSHAPE_T_e17f3958430f4cff8650518c93c7635e_StartDate">
            <a:extLst>
              <a:ext uri="{FF2B5EF4-FFF2-40B4-BE49-F238E27FC236}">
                <a16:creationId xmlns:a16="http://schemas.microsoft.com/office/drawing/2014/main" id="{5F6DDA68-D064-DF70-21E6-60766C3AC083}"/>
              </a:ext>
            </a:extLst>
          </p:cNvPr>
          <p:cNvSpPr txBox="1"/>
          <p:nvPr>
            <p:custDataLst>
              <p:tags r:id="rId2"/>
            </p:custDataLst>
          </p:nvPr>
        </p:nvSpPr>
        <p:spPr>
          <a:xfrm>
            <a:off x="1367193" y="2054117"/>
            <a:ext cx="511967"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27 Apr 2022</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BB06A85A-B3FB-49EA-381A-F251A158DFAB}"/>
              </a:ext>
            </a:extLst>
          </p:cNvPr>
          <p:cNvSpPr/>
          <p:nvPr/>
        </p:nvSpPr>
        <p:spPr bwMode="auto">
          <a:xfrm>
            <a:off x="1544035" y="23046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hape">
            <a:extLst>
              <a:ext uri="{FF2B5EF4-FFF2-40B4-BE49-F238E27FC236}">
                <a16:creationId xmlns:a16="http://schemas.microsoft.com/office/drawing/2014/main" id="{F5C54BFB-89C9-2E14-3BA6-CA97BB507E90}"/>
              </a:ext>
            </a:extLst>
          </p:cNvPr>
          <p:cNvSpPr/>
          <p:nvPr>
            <p:custDataLst>
              <p:tags r:id="rId3"/>
            </p:custDataLst>
          </p:nvPr>
        </p:nvSpPr>
        <p:spPr bwMode="auto">
          <a:xfrm>
            <a:off x="1630714" y="2195526"/>
            <a:ext cx="2926080" cy="21559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6A24CAE9-0FBF-6E70-B9DD-B0F071E79A28}"/>
              </a:ext>
            </a:extLst>
          </p:cNvPr>
          <p:cNvSpPr txBox="1"/>
          <p:nvPr>
            <p:custDataLst>
              <p:tags r:id="rId4"/>
            </p:custDataLst>
          </p:nvPr>
        </p:nvSpPr>
        <p:spPr>
          <a:xfrm>
            <a:off x="1665489" y="2249929"/>
            <a:ext cx="1801605"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CC due to alcoholic liver disease, N=78</a:t>
            </a:r>
          </a:p>
        </p:txBody>
      </p:sp>
      <p:sp>
        <p:nvSpPr>
          <p:cNvPr id="21" name="Rectangle 135">
            <a:extLst>
              <a:ext uri="{FF2B5EF4-FFF2-40B4-BE49-F238E27FC236}">
                <a16:creationId xmlns:a16="http://schemas.microsoft.com/office/drawing/2014/main" id="{3645E41E-6B28-C60A-4A3D-1DF7030E8907}"/>
              </a:ext>
            </a:extLst>
          </p:cNvPr>
          <p:cNvSpPr/>
          <p:nvPr/>
        </p:nvSpPr>
        <p:spPr>
          <a:xfrm>
            <a:off x="5328148" y="2420908"/>
            <a:ext cx="320921"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22" name="五角星 55">
            <a:extLst>
              <a:ext uri="{FF2B5EF4-FFF2-40B4-BE49-F238E27FC236}">
                <a16:creationId xmlns:a16="http://schemas.microsoft.com/office/drawing/2014/main" id="{8B53F25E-58BE-12D0-96F2-DEEB0548FF54}"/>
              </a:ext>
            </a:extLst>
          </p:cNvPr>
          <p:cNvSpPr/>
          <p:nvPr/>
        </p:nvSpPr>
        <p:spPr bwMode="auto">
          <a:xfrm>
            <a:off x="11210059" y="5246959"/>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23" name="五角星 55">
            <a:extLst>
              <a:ext uri="{FF2B5EF4-FFF2-40B4-BE49-F238E27FC236}">
                <a16:creationId xmlns:a16="http://schemas.microsoft.com/office/drawing/2014/main" id="{57512178-816C-03CB-C694-BB72C37EEE89}"/>
              </a:ext>
            </a:extLst>
          </p:cNvPr>
          <p:cNvSpPr/>
          <p:nvPr/>
        </p:nvSpPr>
        <p:spPr bwMode="auto">
          <a:xfrm>
            <a:off x="10986244" y="3043558"/>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24" name="Freeform: Shape 147">
            <a:extLst>
              <a:ext uri="{FF2B5EF4-FFF2-40B4-BE49-F238E27FC236}">
                <a16:creationId xmlns:a16="http://schemas.microsoft.com/office/drawing/2014/main" id="{2581ACB6-620B-9443-B4DC-33C7CCE376A1}"/>
              </a:ext>
            </a:extLst>
          </p:cNvPr>
          <p:cNvSpPr/>
          <p:nvPr/>
        </p:nvSpPr>
        <p:spPr bwMode="auto">
          <a:xfrm>
            <a:off x="208001" y="1977257"/>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25" name="Oval 4">
            <a:extLst>
              <a:ext uri="{FF2B5EF4-FFF2-40B4-BE49-F238E27FC236}">
                <a16:creationId xmlns:a16="http://schemas.microsoft.com/office/drawing/2014/main" id="{B5C456B3-B551-FCF1-E637-68773323FBC3}"/>
              </a:ext>
            </a:extLst>
          </p:cNvPr>
          <p:cNvSpPr/>
          <p:nvPr/>
        </p:nvSpPr>
        <p:spPr>
          <a:xfrm>
            <a:off x="196133" y="1905000"/>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26" name="Rectangle: Rounded Corners 116">
            <a:extLst>
              <a:ext uri="{FF2B5EF4-FFF2-40B4-BE49-F238E27FC236}">
                <a16:creationId xmlns:a16="http://schemas.microsoft.com/office/drawing/2014/main" id="{9FA691BD-FE79-465A-2FA7-B94EAE6267E6}"/>
              </a:ext>
            </a:extLst>
          </p:cNvPr>
          <p:cNvSpPr/>
          <p:nvPr/>
        </p:nvSpPr>
        <p:spPr bwMode="auto">
          <a:xfrm>
            <a:off x="968249" y="1942841"/>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27" name="Picture 6" descr="Image result for world circle png">
            <a:extLst>
              <a:ext uri="{FF2B5EF4-FFF2-40B4-BE49-F238E27FC236}">
                <a16:creationId xmlns:a16="http://schemas.microsoft.com/office/drawing/2014/main" id="{94003B16-F35F-F83F-DAFE-BC316828796B}"/>
              </a:ext>
            </a:extLst>
          </p:cNvPr>
          <p:cNvPicPr>
            <a:picLocks noChangeAspect="1" noChangeArrowheads="1"/>
          </p:cNvPicPr>
          <p:nvPr/>
        </p:nvPicPr>
        <p:blipFill rotWithShape="1">
          <a:blip r:embed="rId61">
            <a:extLst>
              <a:ext uri="{28A0092B-C50C-407E-A947-70E740481C1C}">
                <a14:useLocalDpi xmlns:a14="http://schemas.microsoft.com/office/drawing/2010/main" val="0"/>
              </a:ext>
            </a:extLst>
          </a:blip>
          <a:srcRect l="4094" t="4010" r="4094" b="4010"/>
          <a:stretch/>
        </p:blipFill>
        <p:spPr bwMode="auto">
          <a:xfrm>
            <a:off x="223682" y="1932162"/>
            <a:ext cx="280325" cy="28109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A38A735A-9E94-D8A0-AD01-51F2ACF41E52}"/>
              </a:ext>
            </a:extLst>
          </p:cNvPr>
          <p:cNvGrpSpPr/>
          <p:nvPr/>
        </p:nvGrpSpPr>
        <p:grpSpPr>
          <a:xfrm>
            <a:off x="211814" y="3698050"/>
            <a:ext cx="808692" cy="335422"/>
            <a:chOff x="36554" y="2831254"/>
            <a:chExt cx="808692" cy="335422"/>
          </a:xfrm>
        </p:grpSpPr>
        <p:sp>
          <p:nvSpPr>
            <p:cNvPr id="29" name="Freeform: Shape 152">
              <a:extLst>
                <a:ext uri="{FF2B5EF4-FFF2-40B4-BE49-F238E27FC236}">
                  <a16:creationId xmlns:a16="http://schemas.microsoft.com/office/drawing/2014/main" id="{67495B94-C0DC-8776-A436-EB180BC9185B}"/>
                </a:ext>
              </a:extLst>
            </p:cNvPr>
            <p:cNvSpPr/>
            <p:nvPr/>
          </p:nvSpPr>
          <p:spPr bwMode="auto">
            <a:xfrm>
              <a:off x="48422" y="2903511"/>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30" name="Oval 134">
              <a:extLst>
                <a:ext uri="{FF2B5EF4-FFF2-40B4-BE49-F238E27FC236}">
                  <a16:creationId xmlns:a16="http://schemas.microsoft.com/office/drawing/2014/main" id="{35037043-0072-71B4-20EB-2BA755F1A090}"/>
                </a:ext>
              </a:extLst>
            </p:cNvPr>
            <p:cNvSpPr/>
            <p:nvPr/>
          </p:nvSpPr>
          <p:spPr>
            <a:xfrm>
              <a:off x="36554" y="2831254"/>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31" name="Rectangle: Rounded Corners 116">
              <a:extLst>
                <a:ext uri="{FF2B5EF4-FFF2-40B4-BE49-F238E27FC236}">
                  <a16:creationId xmlns:a16="http://schemas.microsoft.com/office/drawing/2014/main" id="{5F17385C-9928-00EA-1849-8737099852CC}"/>
                </a:ext>
              </a:extLst>
            </p:cNvPr>
            <p:cNvSpPr/>
            <p:nvPr/>
          </p:nvSpPr>
          <p:spPr bwMode="auto">
            <a:xfrm>
              <a:off x="808670" y="2869095"/>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32" name="Picture 2" descr="Image result for China flag circle png">
              <a:extLst>
                <a:ext uri="{FF2B5EF4-FFF2-40B4-BE49-F238E27FC236}">
                  <a16:creationId xmlns:a16="http://schemas.microsoft.com/office/drawing/2014/main" id="{5961DA62-2378-6D9B-2ED4-EC5507AE6D7F}"/>
                </a:ext>
              </a:extLst>
            </p:cNvPr>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63716" y="2858416"/>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33" name="OTLSHAPE_T_5a934a26f311425e8ebaa0f45e6533ad_Shape">
            <a:extLst>
              <a:ext uri="{FF2B5EF4-FFF2-40B4-BE49-F238E27FC236}">
                <a16:creationId xmlns:a16="http://schemas.microsoft.com/office/drawing/2014/main" id="{0CE1FAD5-A3EA-8A80-CE06-0157F1955E98}"/>
              </a:ext>
            </a:extLst>
          </p:cNvPr>
          <p:cNvSpPr/>
          <p:nvPr>
            <p:custDataLst>
              <p:tags r:id="rId5"/>
            </p:custDataLst>
          </p:nvPr>
        </p:nvSpPr>
        <p:spPr bwMode="auto">
          <a:xfrm>
            <a:off x="4566544" y="2205828"/>
            <a:ext cx="914400" cy="2133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00000"/>
              </a:solidFill>
              <a:effectLst/>
              <a:uLnTx/>
              <a:uFillTx/>
              <a:latin typeface="Calibri" panose="020F0502020204030204" pitchFamily="34" charset="0"/>
              <a:ea typeface="+mn-ea"/>
              <a:cs typeface="+mn-cs"/>
            </a:endParaRPr>
          </a:p>
        </p:txBody>
      </p:sp>
      <p:sp>
        <p:nvSpPr>
          <p:cNvPr id="34" name="Star: 4 Points 143">
            <a:extLst>
              <a:ext uri="{FF2B5EF4-FFF2-40B4-BE49-F238E27FC236}">
                <a16:creationId xmlns:a16="http://schemas.microsoft.com/office/drawing/2014/main" id="{FB325808-6EA0-294F-FFB8-904EE76BE1B2}"/>
              </a:ext>
            </a:extLst>
          </p:cNvPr>
          <p:cNvSpPr/>
          <p:nvPr/>
        </p:nvSpPr>
        <p:spPr bwMode="auto">
          <a:xfrm>
            <a:off x="5393740" y="233541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35" name="Star: 4 Points 143">
            <a:extLst>
              <a:ext uri="{FF2B5EF4-FFF2-40B4-BE49-F238E27FC236}">
                <a16:creationId xmlns:a16="http://schemas.microsoft.com/office/drawing/2014/main" id="{DC590FB7-7F26-E8A0-38CA-278F7328838B}"/>
              </a:ext>
            </a:extLst>
          </p:cNvPr>
          <p:cNvSpPr/>
          <p:nvPr/>
        </p:nvSpPr>
        <p:spPr bwMode="auto">
          <a:xfrm>
            <a:off x="4495365" y="23138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38" name="TextBox 146">
            <a:extLst>
              <a:ext uri="{FF2B5EF4-FFF2-40B4-BE49-F238E27FC236}">
                <a16:creationId xmlns:a16="http://schemas.microsoft.com/office/drawing/2014/main" id="{642C8E8D-8022-09BB-683A-CC01CB93C037}"/>
              </a:ext>
            </a:extLst>
          </p:cNvPr>
          <p:cNvSpPr txBox="1"/>
          <p:nvPr/>
        </p:nvSpPr>
        <p:spPr>
          <a:xfrm>
            <a:off x="248639" y="2588458"/>
            <a:ext cx="464405"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Ph2-1366.29</a:t>
            </a:r>
          </a:p>
        </p:txBody>
      </p:sp>
      <p:sp>
        <p:nvSpPr>
          <p:cNvPr id="39" name="Rectangle 135">
            <a:extLst>
              <a:ext uri="{FF2B5EF4-FFF2-40B4-BE49-F238E27FC236}">
                <a16:creationId xmlns:a16="http://schemas.microsoft.com/office/drawing/2014/main" id="{C763D5B1-427E-79BE-9E71-0D868C86F6FA}"/>
              </a:ext>
            </a:extLst>
          </p:cNvPr>
          <p:cNvSpPr/>
          <p:nvPr/>
        </p:nvSpPr>
        <p:spPr>
          <a:xfrm>
            <a:off x="1665489" y="2838950"/>
            <a:ext cx="319319"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FSS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16D66784-F2A1-C025-AED5-FB91F12A3712}"/>
              </a:ext>
            </a:extLst>
          </p:cNvPr>
          <p:cNvSpPr txBox="1"/>
          <p:nvPr>
            <p:custDataLst>
              <p:tags r:id="rId6"/>
            </p:custDataLst>
          </p:nvPr>
        </p:nvSpPr>
        <p:spPr>
          <a:xfrm>
            <a:off x="1561737" y="2543138"/>
            <a:ext cx="511967"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28 Jun 2022</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1" name="Star: 4 Points 143">
            <a:extLst>
              <a:ext uri="{FF2B5EF4-FFF2-40B4-BE49-F238E27FC236}">
                <a16:creationId xmlns:a16="http://schemas.microsoft.com/office/drawing/2014/main" id="{BB2C7D31-A7E4-74E6-6D96-83DA086661BD}"/>
              </a:ext>
            </a:extLst>
          </p:cNvPr>
          <p:cNvSpPr/>
          <p:nvPr/>
        </p:nvSpPr>
        <p:spPr bwMode="auto">
          <a:xfrm>
            <a:off x="1747421" y="278295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2" name="OTLSHAPE_T_e17f3958430f4cff8650518c93c7635e_Shape">
            <a:extLst>
              <a:ext uri="{FF2B5EF4-FFF2-40B4-BE49-F238E27FC236}">
                <a16:creationId xmlns:a16="http://schemas.microsoft.com/office/drawing/2014/main" id="{576816AA-CD24-9EF5-8EB6-57C1998E0ACC}"/>
              </a:ext>
            </a:extLst>
          </p:cNvPr>
          <p:cNvSpPr/>
          <p:nvPr>
            <p:custDataLst>
              <p:tags r:id="rId7"/>
            </p:custDataLst>
          </p:nvPr>
        </p:nvSpPr>
        <p:spPr bwMode="auto">
          <a:xfrm>
            <a:off x="1090963" y="2666630"/>
            <a:ext cx="3383280" cy="21113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8FF504B9-D7B0-3FFD-4C86-1FFCDC6ADC92}"/>
              </a:ext>
            </a:extLst>
          </p:cNvPr>
          <p:cNvSpPr txBox="1"/>
          <p:nvPr>
            <p:custDataLst>
              <p:tags r:id="rId8"/>
            </p:custDataLst>
          </p:nvPr>
        </p:nvSpPr>
        <p:spPr>
          <a:xfrm>
            <a:off x="1338613" y="2715225"/>
            <a:ext cx="1751357"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CC due to NASH, HBV, HCV, N=80</a:t>
            </a:r>
          </a:p>
        </p:txBody>
      </p:sp>
      <p:sp>
        <p:nvSpPr>
          <p:cNvPr id="44" name="OTLSHAPE_T_5a934a26f311425e8ebaa0f45e6533ad_Shape">
            <a:extLst>
              <a:ext uri="{FF2B5EF4-FFF2-40B4-BE49-F238E27FC236}">
                <a16:creationId xmlns:a16="http://schemas.microsoft.com/office/drawing/2014/main" id="{3D70A23D-E151-0342-14DB-FBE868F90090}"/>
              </a:ext>
            </a:extLst>
          </p:cNvPr>
          <p:cNvSpPr/>
          <p:nvPr>
            <p:custDataLst>
              <p:tags r:id="rId9"/>
            </p:custDataLst>
          </p:nvPr>
        </p:nvSpPr>
        <p:spPr bwMode="auto">
          <a:xfrm>
            <a:off x="4481468" y="2652642"/>
            <a:ext cx="548640" cy="2080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8312A">
                  <a:lumMod val="90000"/>
                  <a:lumOff val="10000"/>
                </a:srgbClr>
              </a:solidFill>
              <a:effectLst/>
              <a:uLnTx/>
              <a:uFillTx/>
              <a:latin typeface="Calibri" panose="020F0502020204030204" pitchFamily="34" charset="0"/>
              <a:ea typeface="+mn-ea"/>
              <a:cs typeface="+mn-cs"/>
            </a:endParaRPr>
          </a:p>
        </p:txBody>
      </p:sp>
      <p:sp>
        <p:nvSpPr>
          <p:cNvPr id="45" name="OTLSHAPE_T_e17f3958430f4cff8650518c93c7635e_StartDate">
            <a:extLst>
              <a:ext uri="{FF2B5EF4-FFF2-40B4-BE49-F238E27FC236}">
                <a16:creationId xmlns:a16="http://schemas.microsoft.com/office/drawing/2014/main" id="{1C344CE8-B7D2-E601-A53B-5BC050712146}"/>
              </a:ext>
            </a:extLst>
          </p:cNvPr>
          <p:cNvSpPr txBox="1"/>
          <p:nvPr>
            <p:custDataLst>
              <p:tags r:id="rId10"/>
            </p:custDataLst>
          </p:nvPr>
        </p:nvSpPr>
        <p:spPr>
          <a:xfrm>
            <a:off x="4766973" y="2649076"/>
            <a:ext cx="721882"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11Jun2024</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6" name="Star: 4 Points 143">
            <a:extLst>
              <a:ext uri="{FF2B5EF4-FFF2-40B4-BE49-F238E27FC236}">
                <a16:creationId xmlns:a16="http://schemas.microsoft.com/office/drawing/2014/main" id="{4F836EAC-33B2-D41B-8197-2EA52E79E4FC}"/>
              </a:ext>
            </a:extLst>
          </p:cNvPr>
          <p:cNvSpPr/>
          <p:nvPr/>
        </p:nvSpPr>
        <p:spPr bwMode="auto">
          <a:xfrm>
            <a:off x="4955989" y="278252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7" name="Star: 4 Points 143">
            <a:extLst>
              <a:ext uri="{FF2B5EF4-FFF2-40B4-BE49-F238E27FC236}">
                <a16:creationId xmlns:a16="http://schemas.microsoft.com/office/drawing/2014/main" id="{8953130D-F720-1F99-CADD-B0FC3D2D3384}"/>
              </a:ext>
            </a:extLst>
          </p:cNvPr>
          <p:cNvSpPr/>
          <p:nvPr/>
        </p:nvSpPr>
        <p:spPr bwMode="auto">
          <a:xfrm>
            <a:off x="4397312" y="280006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49" name="OTLSHAPE_T_e17f3958430f4cff8650518c93c7635e_StartDate">
            <a:extLst>
              <a:ext uri="{FF2B5EF4-FFF2-40B4-BE49-F238E27FC236}">
                <a16:creationId xmlns:a16="http://schemas.microsoft.com/office/drawing/2014/main" id="{6352F2DA-334B-CA60-CADD-FDF8BB831DC6}"/>
              </a:ext>
            </a:extLst>
          </p:cNvPr>
          <p:cNvSpPr txBox="1"/>
          <p:nvPr>
            <p:custDataLst>
              <p:tags r:id="rId11"/>
            </p:custDataLst>
          </p:nvPr>
        </p:nvSpPr>
        <p:spPr>
          <a:xfrm>
            <a:off x="4073876" y="2906236"/>
            <a:ext cx="609675"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15Feb2024/LSS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0" name="OTLSHAPE_M_39ea6ebc19a94c9fab6ef5006c31df58_Shape">
            <a:extLst>
              <a:ext uri="{FF2B5EF4-FFF2-40B4-BE49-F238E27FC236}">
                <a16:creationId xmlns:a16="http://schemas.microsoft.com/office/drawing/2014/main" id="{10BCA817-3864-43BF-72A3-1F1EC6222959}"/>
              </a:ext>
            </a:extLst>
          </p:cNvPr>
          <p:cNvSpPr/>
          <p:nvPr>
            <p:custDataLst>
              <p:tags r:id="rId12"/>
            </p:custDataLst>
          </p:nvPr>
        </p:nvSpPr>
        <p:spPr bwMode="auto">
          <a:xfrm rot="16200000">
            <a:off x="1084378" y="2824635"/>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1" name="OTLSHAPE_M_39ea6ebc19a94c9fab6ef5006c31df58_Title">
            <a:extLst>
              <a:ext uri="{FF2B5EF4-FFF2-40B4-BE49-F238E27FC236}">
                <a16:creationId xmlns:a16="http://schemas.microsoft.com/office/drawing/2014/main" id="{8E7EAFFC-1909-EBB3-276D-43BDCBF71D09}"/>
              </a:ext>
            </a:extLst>
          </p:cNvPr>
          <p:cNvSpPr txBox="1"/>
          <p:nvPr>
            <p:custDataLst>
              <p:tags r:id="rId13"/>
            </p:custDataLst>
          </p:nvPr>
        </p:nvSpPr>
        <p:spPr>
          <a:xfrm>
            <a:off x="777166" y="2951067"/>
            <a:ext cx="69615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Sub</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2" name="OTLSHAPE_T_e17f3958430f4cff8650518c93c7635e_StartDate">
            <a:extLst>
              <a:ext uri="{FF2B5EF4-FFF2-40B4-BE49-F238E27FC236}">
                <a16:creationId xmlns:a16="http://schemas.microsoft.com/office/drawing/2014/main" id="{C07D9DAA-34DD-FFDE-8982-FAED7F05EED5}"/>
              </a:ext>
            </a:extLst>
          </p:cNvPr>
          <p:cNvSpPr txBox="1"/>
          <p:nvPr>
            <p:custDataLst>
              <p:tags r:id="rId14"/>
            </p:custDataLst>
          </p:nvPr>
        </p:nvSpPr>
        <p:spPr>
          <a:xfrm>
            <a:off x="838200" y="2546985"/>
            <a:ext cx="511967"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 Jan 2022</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3" name="TextBox 149">
            <a:extLst>
              <a:ext uri="{FF2B5EF4-FFF2-40B4-BE49-F238E27FC236}">
                <a16:creationId xmlns:a16="http://schemas.microsoft.com/office/drawing/2014/main" id="{8B82A4EB-04F6-EE3D-1899-6DA650F1BC1A}"/>
              </a:ext>
            </a:extLst>
          </p:cNvPr>
          <p:cNvSpPr txBox="1"/>
          <p:nvPr/>
        </p:nvSpPr>
        <p:spPr>
          <a:xfrm>
            <a:off x="245326" y="4604015"/>
            <a:ext cx="464406"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Ph2-1366.29</a:t>
            </a:r>
          </a:p>
        </p:txBody>
      </p:sp>
      <p:sp>
        <p:nvSpPr>
          <p:cNvPr id="54" name="OTLSHAPE_T_e17f3958430f4cff8650518c93c7635e_Shape">
            <a:extLst>
              <a:ext uri="{FF2B5EF4-FFF2-40B4-BE49-F238E27FC236}">
                <a16:creationId xmlns:a16="http://schemas.microsoft.com/office/drawing/2014/main" id="{AB4CC16C-61C0-8638-64F3-A92BB4D947ED}"/>
              </a:ext>
            </a:extLst>
          </p:cNvPr>
          <p:cNvSpPr/>
          <p:nvPr>
            <p:custDataLst>
              <p:tags r:id="rId15"/>
            </p:custDataLst>
          </p:nvPr>
        </p:nvSpPr>
        <p:spPr bwMode="auto">
          <a:xfrm>
            <a:off x="2486052" y="4727125"/>
            <a:ext cx="1737360" cy="26000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5" name="OTLSHAPE_M_39ea6ebc19a94c9fab6ef5006c31df58_Shape">
            <a:extLst>
              <a:ext uri="{FF2B5EF4-FFF2-40B4-BE49-F238E27FC236}">
                <a16:creationId xmlns:a16="http://schemas.microsoft.com/office/drawing/2014/main" id="{22292CF8-0B5A-9AA1-8FBE-1206023860E4}"/>
              </a:ext>
            </a:extLst>
          </p:cNvPr>
          <p:cNvSpPr/>
          <p:nvPr>
            <p:custDataLst>
              <p:tags r:id="rId16"/>
            </p:custDataLst>
          </p:nvPr>
        </p:nvSpPr>
        <p:spPr bwMode="auto">
          <a:xfrm rot="16200000">
            <a:off x="1319394" y="4926075"/>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6" name="OTLSHAPE_M_39ea6ebc19a94c9fab6ef5006c31df58_Title">
            <a:extLst>
              <a:ext uri="{FF2B5EF4-FFF2-40B4-BE49-F238E27FC236}">
                <a16:creationId xmlns:a16="http://schemas.microsoft.com/office/drawing/2014/main" id="{8B12455A-3017-2812-5F8F-7999D26265E7}"/>
              </a:ext>
            </a:extLst>
          </p:cNvPr>
          <p:cNvSpPr txBox="1"/>
          <p:nvPr>
            <p:custDataLst>
              <p:tags r:id="rId17"/>
            </p:custDataLst>
          </p:nvPr>
        </p:nvSpPr>
        <p:spPr>
          <a:xfrm>
            <a:off x="1130269" y="5069268"/>
            <a:ext cx="69615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Sub*</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7" name="OTLSHAPE_T_e17f3958430f4cff8650518c93c7635e_Shape">
            <a:extLst>
              <a:ext uri="{FF2B5EF4-FFF2-40B4-BE49-F238E27FC236}">
                <a16:creationId xmlns:a16="http://schemas.microsoft.com/office/drawing/2014/main" id="{23F71D17-6C53-BC5D-8018-7E0DA707DB21}"/>
              </a:ext>
            </a:extLst>
          </p:cNvPr>
          <p:cNvSpPr/>
          <p:nvPr>
            <p:custDataLst>
              <p:tags r:id="rId18"/>
            </p:custDataLst>
          </p:nvPr>
        </p:nvSpPr>
        <p:spPr bwMode="auto">
          <a:xfrm>
            <a:off x="1342420" y="4727664"/>
            <a:ext cx="1115444" cy="22555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5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49B10F15-E8FD-D9BD-65AA-2F38E8A70D2D}"/>
              </a:ext>
            </a:extLst>
          </p:cNvPr>
          <p:cNvSpPr txBox="1"/>
          <p:nvPr>
            <p:custDataLst>
              <p:tags r:id="rId19"/>
            </p:custDataLst>
          </p:nvPr>
        </p:nvSpPr>
        <p:spPr>
          <a:xfrm>
            <a:off x="1034319" y="4628351"/>
            <a:ext cx="69615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3 Mar 2022</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59" name="OTLSHAPE_T_e17f3958430f4cff8650518c93c7635e_StartDate">
            <a:extLst>
              <a:ext uri="{FF2B5EF4-FFF2-40B4-BE49-F238E27FC236}">
                <a16:creationId xmlns:a16="http://schemas.microsoft.com/office/drawing/2014/main" id="{D923AF55-5305-847C-9EBA-59E3B4A2B732}"/>
              </a:ext>
            </a:extLst>
          </p:cNvPr>
          <p:cNvSpPr txBox="1"/>
          <p:nvPr>
            <p:custDataLst>
              <p:tags r:id="rId20"/>
            </p:custDataLst>
          </p:nvPr>
        </p:nvSpPr>
        <p:spPr>
          <a:xfrm>
            <a:off x="1929742" y="4570012"/>
            <a:ext cx="85199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0" name="Star: 4 Points 143">
            <a:extLst>
              <a:ext uri="{FF2B5EF4-FFF2-40B4-BE49-F238E27FC236}">
                <a16:creationId xmlns:a16="http://schemas.microsoft.com/office/drawing/2014/main" id="{1AD5380E-89EF-0746-09B6-195A395B7D10}"/>
              </a:ext>
            </a:extLst>
          </p:cNvPr>
          <p:cNvSpPr/>
          <p:nvPr/>
        </p:nvSpPr>
        <p:spPr bwMode="auto">
          <a:xfrm>
            <a:off x="2387362" y="488820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1" name="Rectangle 71">
            <a:extLst>
              <a:ext uri="{FF2B5EF4-FFF2-40B4-BE49-F238E27FC236}">
                <a16:creationId xmlns:a16="http://schemas.microsoft.com/office/drawing/2014/main" id="{756F8866-C063-55AB-B93F-89FCF818A50E}"/>
              </a:ext>
            </a:extLst>
          </p:cNvPr>
          <p:cNvSpPr/>
          <p:nvPr/>
        </p:nvSpPr>
        <p:spPr>
          <a:xfrm>
            <a:off x="2127739" y="5023101"/>
            <a:ext cx="413895"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a:t>
            </a:r>
            <a:r>
              <a:rPr kumimoji="0" lang="en-US" altLang="zh-CN" sz="70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2" name="Rectangle 73">
            <a:extLst>
              <a:ext uri="{FF2B5EF4-FFF2-40B4-BE49-F238E27FC236}">
                <a16:creationId xmlns:a16="http://schemas.microsoft.com/office/drawing/2014/main" id="{80932F22-DBEA-C13E-7AFB-4ECF5BEE9E95}"/>
              </a:ext>
            </a:extLst>
          </p:cNvPr>
          <p:cNvSpPr/>
          <p:nvPr/>
        </p:nvSpPr>
        <p:spPr>
          <a:xfrm>
            <a:off x="4075808" y="5016211"/>
            <a:ext cx="3064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LSS</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3" name="OTLSHAPE_T_e17f3958430f4cff8650518c93c7635e_StartDate">
            <a:extLst>
              <a:ext uri="{FF2B5EF4-FFF2-40B4-BE49-F238E27FC236}">
                <a16:creationId xmlns:a16="http://schemas.microsoft.com/office/drawing/2014/main" id="{5072A0AE-341B-0DD2-71C2-C2695018CD3A}"/>
              </a:ext>
            </a:extLst>
          </p:cNvPr>
          <p:cNvSpPr txBox="1"/>
          <p:nvPr>
            <p:custDataLst>
              <p:tags r:id="rId21"/>
            </p:custDataLst>
          </p:nvPr>
        </p:nvSpPr>
        <p:spPr>
          <a:xfrm>
            <a:off x="2533526" y="4758770"/>
            <a:ext cx="1920240" cy="12311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lumMod val="90000"/>
                    <a:lumOff val="10000"/>
                  </a:srgbClr>
                </a:solidFill>
                <a:effectLst/>
                <a:uLnTx/>
                <a:uFillTx/>
                <a:latin typeface="Calibri"/>
                <a:ea typeface="Calibri"/>
                <a:cs typeface="Calibri"/>
              </a:rPr>
              <a:t>n= 9 /5</a:t>
            </a:r>
            <a:endParaRPr kumimoji="0" lang="en-US" altLang="zh-CN" sz="800" b="1" i="0" u="none" strike="noStrike" kern="1200" cap="none" spc="0" normalizeH="0" baseline="0" noProof="0">
              <a:ln>
                <a:noFill/>
              </a:ln>
              <a:solidFill>
                <a:srgbClr val="08312A">
                  <a:lumMod val="90000"/>
                  <a:lumOff val="10000"/>
                </a:srgbClr>
              </a:solidFill>
              <a:effectLst/>
              <a:highlight>
                <a:srgbClr val="FFFF00"/>
              </a:highlight>
              <a:uLnTx/>
              <a:uFillTx/>
              <a:latin typeface="Calibri" panose="020F0502020204030204" pitchFamily="34" charset="0"/>
              <a:ea typeface="Calibri"/>
              <a:cs typeface="Calibri" panose="020F0502020204030204" pitchFamily="34" charset="0"/>
            </a:endParaRPr>
          </a:p>
        </p:txBody>
      </p:sp>
      <p:sp>
        <p:nvSpPr>
          <p:cNvPr id="64" name="OTLSHAPE_T_e17f3958430f4cff8650518c93c7635e_StartDate">
            <a:extLst>
              <a:ext uri="{FF2B5EF4-FFF2-40B4-BE49-F238E27FC236}">
                <a16:creationId xmlns:a16="http://schemas.microsoft.com/office/drawing/2014/main" id="{DEC60D2A-FC29-D6C0-AC9D-77E96144AEC7}"/>
              </a:ext>
            </a:extLst>
          </p:cNvPr>
          <p:cNvSpPr txBox="1"/>
          <p:nvPr>
            <p:custDataLst>
              <p:tags r:id="rId22"/>
            </p:custDataLst>
          </p:nvPr>
        </p:nvSpPr>
        <p:spPr>
          <a:xfrm>
            <a:off x="2202358" y="4520937"/>
            <a:ext cx="36576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24 Oct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2022</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5" name="Rectangle 135">
            <a:extLst>
              <a:ext uri="{FF2B5EF4-FFF2-40B4-BE49-F238E27FC236}">
                <a16:creationId xmlns:a16="http://schemas.microsoft.com/office/drawing/2014/main" id="{DDDA3C75-CB29-36E9-DA98-80F49B092DC1}"/>
              </a:ext>
            </a:extLst>
          </p:cNvPr>
          <p:cNvSpPr/>
          <p:nvPr/>
        </p:nvSpPr>
        <p:spPr>
          <a:xfrm>
            <a:off x="5128123" y="5039173"/>
            <a:ext cx="516067" cy="20702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6" name="Star: 4 Points 143">
            <a:extLst>
              <a:ext uri="{FF2B5EF4-FFF2-40B4-BE49-F238E27FC236}">
                <a16:creationId xmlns:a16="http://schemas.microsoft.com/office/drawing/2014/main" id="{FFD08E48-6898-F9C0-3748-AC0CBDE5C92B}"/>
              </a:ext>
            </a:extLst>
          </p:cNvPr>
          <p:cNvSpPr/>
          <p:nvPr/>
        </p:nvSpPr>
        <p:spPr bwMode="auto">
          <a:xfrm>
            <a:off x="2514600" y="48883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7" name="Rectangle 71">
            <a:extLst>
              <a:ext uri="{FF2B5EF4-FFF2-40B4-BE49-F238E27FC236}">
                <a16:creationId xmlns:a16="http://schemas.microsoft.com/office/drawing/2014/main" id="{DD50429A-8E2B-072E-4E0E-D5FA6E7D4416}"/>
              </a:ext>
            </a:extLst>
          </p:cNvPr>
          <p:cNvSpPr/>
          <p:nvPr/>
        </p:nvSpPr>
        <p:spPr>
          <a:xfrm>
            <a:off x="2514600" y="5007033"/>
            <a:ext cx="309700"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FSS</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0" name="TextBox 69">
            <a:extLst>
              <a:ext uri="{FF2B5EF4-FFF2-40B4-BE49-F238E27FC236}">
                <a16:creationId xmlns:a16="http://schemas.microsoft.com/office/drawing/2014/main" id="{12132157-555C-4338-4FD1-7314EF7DE39A}"/>
              </a:ext>
            </a:extLst>
          </p:cNvPr>
          <p:cNvSpPr txBox="1"/>
          <p:nvPr/>
        </p:nvSpPr>
        <p:spPr>
          <a:xfrm>
            <a:off x="1381019" y="4718509"/>
            <a:ext cx="1089660" cy="27699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Review + EC + HGRAC + 1</a:t>
            </a:r>
            <a:r>
              <a:rPr kumimoji="0" lang="en-US" altLang="zh-CN" sz="60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 (7 M)</a:t>
            </a:r>
            <a:endParaRPr kumimoji="0" lang="zh-CN" altLang="en-US"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grpSp>
        <p:nvGrpSpPr>
          <p:cNvPr id="71" name="Group 70">
            <a:extLst>
              <a:ext uri="{FF2B5EF4-FFF2-40B4-BE49-F238E27FC236}">
                <a16:creationId xmlns:a16="http://schemas.microsoft.com/office/drawing/2014/main" id="{FF504D1A-268F-DFC6-0EE3-612E0A9B237C}"/>
              </a:ext>
            </a:extLst>
          </p:cNvPr>
          <p:cNvGrpSpPr/>
          <p:nvPr/>
        </p:nvGrpSpPr>
        <p:grpSpPr>
          <a:xfrm>
            <a:off x="1183200" y="3953796"/>
            <a:ext cx="4472693" cy="683126"/>
            <a:chOff x="3517075" y="3170616"/>
            <a:chExt cx="4472693" cy="683126"/>
          </a:xfrm>
        </p:grpSpPr>
        <p:sp>
          <p:nvSpPr>
            <p:cNvPr id="72" name="OTLSHAPE_T_e17f3958430f4cff8650518c93c7635e_Shape">
              <a:extLst>
                <a:ext uri="{FF2B5EF4-FFF2-40B4-BE49-F238E27FC236}">
                  <a16:creationId xmlns:a16="http://schemas.microsoft.com/office/drawing/2014/main" id="{E4F206D3-7183-0AE0-D5FA-E8ACB7F51CC4}"/>
                </a:ext>
              </a:extLst>
            </p:cNvPr>
            <p:cNvSpPr/>
            <p:nvPr>
              <p:custDataLst>
                <p:tags r:id="rId53"/>
              </p:custDataLst>
            </p:nvPr>
          </p:nvSpPr>
          <p:spPr bwMode="auto">
            <a:xfrm>
              <a:off x="3707952" y="3280476"/>
              <a:ext cx="3200400" cy="26628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7" name="Rectangle 73">
              <a:extLst>
                <a:ext uri="{FF2B5EF4-FFF2-40B4-BE49-F238E27FC236}">
                  <a16:creationId xmlns:a16="http://schemas.microsoft.com/office/drawing/2014/main" id="{A6B8FCA9-09D2-161F-BEA5-3D1D82BD1061}"/>
                </a:ext>
              </a:extLst>
            </p:cNvPr>
            <p:cNvSpPr/>
            <p:nvPr/>
          </p:nvSpPr>
          <p:spPr>
            <a:xfrm>
              <a:off x="6772605" y="3613405"/>
              <a:ext cx="314510"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9" name="OTLSHAPE_T_e17f3958430f4cff8650518c93c7635e_StartDate">
              <a:extLst>
                <a:ext uri="{FF2B5EF4-FFF2-40B4-BE49-F238E27FC236}">
                  <a16:creationId xmlns:a16="http://schemas.microsoft.com/office/drawing/2014/main" id="{7DF6A08E-4A99-F499-6204-659BA917269E}"/>
                </a:ext>
              </a:extLst>
            </p:cNvPr>
            <p:cNvSpPr txBox="1"/>
            <p:nvPr>
              <p:custDataLst>
                <p:tags r:id="rId54"/>
              </p:custDataLst>
            </p:nvPr>
          </p:nvSpPr>
          <p:spPr>
            <a:xfrm>
              <a:off x="4104219" y="3331322"/>
              <a:ext cx="1021963" cy="18466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N = 7/6 (China ML)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N =1/2 (TW)</a:t>
              </a:r>
              <a:endParaRPr kumimoji="0" lang="zh-CN" altLang="en-US"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3" name="Star: 4 Points 143">
              <a:extLst>
                <a:ext uri="{FF2B5EF4-FFF2-40B4-BE49-F238E27FC236}">
                  <a16:creationId xmlns:a16="http://schemas.microsoft.com/office/drawing/2014/main" id="{D7444C97-376D-F625-B93A-1E8D607ABD66}"/>
                </a:ext>
              </a:extLst>
            </p:cNvPr>
            <p:cNvSpPr/>
            <p:nvPr/>
          </p:nvSpPr>
          <p:spPr bwMode="auto">
            <a:xfrm>
              <a:off x="3658815" y="347168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4" name="Rectangle 71">
              <a:extLst>
                <a:ext uri="{FF2B5EF4-FFF2-40B4-BE49-F238E27FC236}">
                  <a16:creationId xmlns:a16="http://schemas.microsoft.com/office/drawing/2014/main" id="{AA57D686-6899-3A1B-B577-8677C16CD491}"/>
                </a:ext>
              </a:extLst>
            </p:cNvPr>
            <p:cNvSpPr/>
            <p:nvPr/>
          </p:nvSpPr>
          <p:spPr>
            <a:xfrm>
              <a:off x="3517075" y="3627482"/>
              <a:ext cx="429926"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a:t>
              </a:r>
              <a:r>
                <a:rPr kumimoji="0" lang="en-US" altLang="zh-CN" sz="75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5" name="OTLSHAPE_T_e17f3958430f4cff8650518c93c7635e_StartDate">
              <a:extLst>
                <a:ext uri="{FF2B5EF4-FFF2-40B4-BE49-F238E27FC236}">
                  <a16:creationId xmlns:a16="http://schemas.microsoft.com/office/drawing/2014/main" id="{991D0CA7-E364-B77A-459D-31097F25756B}"/>
                </a:ext>
              </a:extLst>
            </p:cNvPr>
            <p:cNvSpPr txBox="1"/>
            <p:nvPr>
              <p:custDataLst>
                <p:tags r:id="rId55"/>
              </p:custDataLst>
            </p:nvPr>
          </p:nvSpPr>
          <p:spPr>
            <a:xfrm>
              <a:off x="3532847" y="3170616"/>
              <a:ext cx="451028"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22Mar</a:t>
              </a:r>
            </a:p>
          </p:txBody>
        </p:sp>
        <p:sp>
          <p:nvSpPr>
            <p:cNvPr id="86" name="Rectangle 135">
              <a:extLst>
                <a:ext uri="{FF2B5EF4-FFF2-40B4-BE49-F238E27FC236}">
                  <a16:creationId xmlns:a16="http://schemas.microsoft.com/office/drawing/2014/main" id="{0B81B3D4-55EC-BAEE-49EB-DE44912FE4C2}"/>
                </a:ext>
              </a:extLst>
            </p:cNvPr>
            <p:cNvSpPr/>
            <p:nvPr/>
          </p:nvSpPr>
          <p:spPr>
            <a:xfrm>
              <a:off x="7607813" y="3601290"/>
              <a:ext cx="381955"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7" name="OTLSHAPE_T_5a934a26f311425e8ebaa0f45e6533ad_Shape">
              <a:extLst>
                <a:ext uri="{FF2B5EF4-FFF2-40B4-BE49-F238E27FC236}">
                  <a16:creationId xmlns:a16="http://schemas.microsoft.com/office/drawing/2014/main" id="{3C9DB3CC-7E12-4BF1-AE1B-7B957D3E1227}"/>
                </a:ext>
              </a:extLst>
            </p:cNvPr>
            <p:cNvSpPr/>
            <p:nvPr>
              <p:custDataLst>
                <p:tags r:id="rId56"/>
              </p:custDataLst>
            </p:nvPr>
          </p:nvSpPr>
          <p:spPr bwMode="auto">
            <a:xfrm>
              <a:off x="6898081" y="3300383"/>
              <a:ext cx="914400" cy="27479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8312A">
                    <a:lumMod val="90000"/>
                    <a:lumOff val="10000"/>
                  </a:srgbClr>
                </a:solidFill>
                <a:effectLst/>
                <a:uLnTx/>
                <a:uFillTx/>
                <a:latin typeface="Calibri" panose="020F0502020204030204" pitchFamily="34" charset="0"/>
                <a:ea typeface="+mn-ea"/>
                <a:cs typeface="+mn-cs"/>
              </a:endParaRPr>
            </a:p>
          </p:txBody>
        </p:sp>
        <p:sp>
          <p:nvSpPr>
            <p:cNvPr id="88" name="Star: 4 Points 143">
              <a:extLst>
                <a:ext uri="{FF2B5EF4-FFF2-40B4-BE49-F238E27FC236}">
                  <a16:creationId xmlns:a16="http://schemas.microsoft.com/office/drawing/2014/main" id="{1F7E9B9D-2CC1-A796-6CB5-AFFD390E9A0F}"/>
                </a:ext>
              </a:extLst>
            </p:cNvPr>
            <p:cNvSpPr/>
            <p:nvPr/>
          </p:nvSpPr>
          <p:spPr bwMode="auto">
            <a:xfrm>
              <a:off x="6837378" y="3470312"/>
              <a:ext cx="189284" cy="186687"/>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9" name="Rectangle 71">
              <a:extLst>
                <a:ext uri="{FF2B5EF4-FFF2-40B4-BE49-F238E27FC236}">
                  <a16:creationId xmlns:a16="http://schemas.microsoft.com/office/drawing/2014/main" id="{D4A5FC89-A376-49D9-4B42-FE334C6EC3F2}"/>
                </a:ext>
              </a:extLst>
            </p:cNvPr>
            <p:cNvSpPr/>
            <p:nvPr/>
          </p:nvSpPr>
          <p:spPr>
            <a:xfrm>
              <a:off x="3887135" y="3645993"/>
              <a:ext cx="319319"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FSS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90" name="Star: 4 Points 143">
              <a:extLst>
                <a:ext uri="{FF2B5EF4-FFF2-40B4-BE49-F238E27FC236}">
                  <a16:creationId xmlns:a16="http://schemas.microsoft.com/office/drawing/2014/main" id="{3DE71F23-798D-EE6A-62E8-C6BE53271BCF}"/>
                </a:ext>
              </a:extLst>
            </p:cNvPr>
            <p:cNvSpPr/>
            <p:nvPr/>
          </p:nvSpPr>
          <p:spPr bwMode="auto">
            <a:xfrm>
              <a:off x="3960681" y="3479818"/>
              <a:ext cx="163330" cy="15682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91" name="OTLSHAPE_T_e17f3958430f4cff8650518c93c7635e_StartDate">
              <a:extLst>
                <a:ext uri="{FF2B5EF4-FFF2-40B4-BE49-F238E27FC236}">
                  <a16:creationId xmlns:a16="http://schemas.microsoft.com/office/drawing/2014/main" id="{4A076931-A21D-D148-A415-7E97AB468DEC}"/>
                </a:ext>
              </a:extLst>
            </p:cNvPr>
            <p:cNvSpPr txBox="1"/>
            <p:nvPr>
              <p:custDataLst>
                <p:tags r:id="rId57"/>
              </p:custDataLst>
            </p:nvPr>
          </p:nvSpPr>
          <p:spPr>
            <a:xfrm>
              <a:off x="3843980" y="3171685"/>
              <a:ext cx="451028"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9 May</a:t>
              </a:r>
            </a:p>
          </p:txBody>
        </p:sp>
        <p:sp>
          <p:nvSpPr>
            <p:cNvPr id="92" name="Star: 4 Points 143">
              <a:extLst>
                <a:ext uri="{FF2B5EF4-FFF2-40B4-BE49-F238E27FC236}">
                  <a16:creationId xmlns:a16="http://schemas.microsoft.com/office/drawing/2014/main" id="{7383A05C-3E05-23C3-D1A9-291CB7DF6027}"/>
                </a:ext>
              </a:extLst>
            </p:cNvPr>
            <p:cNvSpPr/>
            <p:nvPr/>
          </p:nvSpPr>
          <p:spPr bwMode="auto">
            <a:xfrm>
              <a:off x="7728833" y="3456300"/>
              <a:ext cx="178696" cy="1828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grpSp>
      <p:sp>
        <p:nvSpPr>
          <p:cNvPr id="93" name="OTLSHAPE_T_e17f3958430f4cff8650518c93c7635e_Shape">
            <a:extLst>
              <a:ext uri="{FF2B5EF4-FFF2-40B4-BE49-F238E27FC236}">
                <a16:creationId xmlns:a16="http://schemas.microsoft.com/office/drawing/2014/main" id="{751B4DA8-69F1-BFD0-06D5-3BB0D7BE84E2}"/>
              </a:ext>
            </a:extLst>
          </p:cNvPr>
          <p:cNvSpPr/>
          <p:nvPr>
            <p:custDataLst>
              <p:tags r:id="rId23"/>
            </p:custDataLst>
          </p:nvPr>
        </p:nvSpPr>
        <p:spPr bwMode="auto">
          <a:xfrm>
            <a:off x="4358640" y="3122875"/>
            <a:ext cx="64800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94" name="OTLSHAPE_T_5a934a26f311425e8ebaa0f45e6533ad_Shape">
            <a:extLst>
              <a:ext uri="{FF2B5EF4-FFF2-40B4-BE49-F238E27FC236}">
                <a16:creationId xmlns:a16="http://schemas.microsoft.com/office/drawing/2014/main" id="{E7144EE7-341A-85A0-186E-83B53666FDDA}"/>
              </a:ext>
            </a:extLst>
          </p:cNvPr>
          <p:cNvSpPr/>
          <p:nvPr>
            <p:custDataLst>
              <p:tags r:id="rId24"/>
            </p:custDataLst>
          </p:nvPr>
        </p:nvSpPr>
        <p:spPr bwMode="auto">
          <a:xfrm>
            <a:off x="4911652" y="3133603"/>
            <a:ext cx="274320" cy="17215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8312A">
                  <a:lumMod val="90000"/>
                  <a:lumOff val="10000"/>
                </a:srgbClr>
              </a:solidFill>
              <a:effectLst/>
              <a:uLnTx/>
              <a:uFillTx/>
              <a:latin typeface="Calibri" panose="020F0502020204030204" pitchFamily="34" charset="0"/>
              <a:ea typeface="+mn-ea"/>
              <a:cs typeface="+mn-cs"/>
            </a:endParaRPr>
          </a:p>
        </p:txBody>
      </p:sp>
      <p:sp>
        <p:nvSpPr>
          <p:cNvPr id="96" name="Star: 4 Points 143">
            <a:extLst>
              <a:ext uri="{FF2B5EF4-FFF2-40B4-BE49-F238E27FC236}">
                <a16:creationId xmlns:a16="http://schemas.microsoft.com/office/drawing/2014/main" id="{F1804031-04CD-2267-61F3-73D45BF61825}"/>
              </a:ext>
            </a:extLst>
          </p:cNvPr>
          <p:cNvSpPr/>
          <p:nvPr/>
        </p:nvSpPr>
        <p:spPr bwMode="auto">
          <a:xfrm>
            <a:off x="5114872" y="322932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97" name="TextBox 96">
            <a:extLst>
              <a:ext uri="{FF2B5EF4-FFF2-40B4-BE49-F238E27FC236}">
                <a16:creationId xmlns:a16="http://schemas.microsoft.com/office/drawing/2014/main" id="{256475F5-3C7B-DA84-FA0B-85C4608276F8}"/>
              </a:ext>
            </a:extLst>
          </p:cNvPr>
          <p:cNvSpPr txBox="1"/>
          <p:nvPr/>
        </p:nvSpPr>
        <p:spPr>
          <a:xfrm>
            <a:off x="3886200" y="3004223"/>
            <a:ext cx="64008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Jan</a:t>
            </a: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2024</a:t>
            </a:r>
          </a:p>
        </p:txBody>
      </p:sp>
      <p:sp>
        <p:nvSpPr>
          <p:cNvPr id="98" name="Rectangle 135">
            <a:extLst>
              <a:ext uri="{FF2B5EF4-FFF2-40B4-BE49-F238E27FC236}">
                <a16:creationId xmlns:a16="http://schemas.microsoft.com/office/drawing/2014/main" id="{61BC59E2-7EB7-1E18-9F05-3AA95D11584D}"/>
              </a:ext>
            </a:extLst>
          </p:cNvPr>
          <p:cNvSpPr/>
          <p:nvPr/>
        </p:nvSpPr>
        <p:spPr>
          <a:xfrm>
            <a:off x="4715307" y="3326002"/>
            <a:ext cx="344581"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99" name="Rectangle 135">
            <a:extLst>
              <a:ext uri="{FF2B5EF4-FFF2-40B4-BE49-F238E27FC236}">
                <a16:creationId xmlns:a16="http://schemas.microsoft.com/office/drawing/2014/main" id="{3B4E3557-ABB5-8B9C-B03D-98F7E2D92C90}"/>
              </a:ext>
            </a:extLst>
          </p:cNvPr>
          <p:cNvSpPr/>
          <p:nvPr/>
        </p:nvSpPr>
        <p:spPr>
          <a:xfrm>
            <a:off x="5006617" y="3321693"/>
            <a:ext cx="320921"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1" name="OTLSHAPE_M_39ea6ebc19a94c9fab6ef5006c31df58_Shape">
            <a:extLst>
              <a:ext uri="{FF2B5EF4-FFF2-40B4-BE49-F238E27FC236}">
                <a16:creationId xmlns:a16="http://schemas.microsoft.com/office/drawing/2014/main" id="{5F5E8CF2-339F-BFC9-4C57-DC4A895DC0EA}"/>
              </a:ext>
            </a:extLst>
          </p:cNvPr>
          <p:cNvSpPr/>
          <p:nvPr>
            <p:custDataLst>
              <p:tags r:id="rId25"/>
            </p:custDataLst>
          </p:nvPr>
        </p:nvSpPr>
        <p:spPr bwMode="auto">
          <a:xfrm rot="16200000">
            <a:off x="3341395" y="3274899"/>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2" name="OTLSHAPE_M_39ea6ebc19a94c9fab6ef5006c31df58_Title">
            <a:extLst>
              <a:ext uri="{FF2B5EF4-FFF2-40B4-BE49-F238E27FC236}">
                <a16:creationId xmlns:a16="http://schemas.microsoft.com/office/drawing/2014/main" id="{9EF883E1-FB8D-85E7-FF0E-A9065256C1AE}"/>
              </a:ext>
            </a:extLst>
          </p:cNvPr>
          <p:cNvSpPr txBox="1"/>
          <p:nvPr>
            <p:custDataLst>
              <p:tags r:id="rId26"/>
            </p:custDataLst>
          </p:nvPr>
        </p:nvSpPr>
        <p:spPr>
          <a:xfrm>
            <a:off x="2848845" y="3289436"/>
            <a:ext cx="69615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protocol</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3" name="TextBox 102">
            <a:extLst>
              <a:ext uri="{FF2B5EF4-FFF2-40B4-BE49-F238E27FC236}">
                <a16:creationId xmlns:a16="http://schemas.microsoft.com/office/drawing/2014/main" id="{29C6B307-8C2B-9CE7-16C1-3C5BACE8F521}"/>
              </a:ext>
            </a:extLst>
          </p:cNvPr>
          <p:cNvSpPr txBox="1"/>
          <p:nvPr/>
        </p:nvSpPr>
        <p:spPr>
          <a:xfrm>
            <a:off x="2755478" y="3065570"/>
            <a:ext cx="960124"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30Jun</a:t>
            </a:r>
          </a:p>
        </p:txBody>
      </p:sp>
      <p:sp>
        <p:nvSpPr>
          <p:cNvPr id="104" name="TextBox 146">
            <a:extLst>
              <a:ext uri="{FF2B5EF4-FFF2-40B4-BE49-F238E27FC236}">
                <a16:creationId xmlns:a16="http://schemas.microsoft.com/office/drawing/2014/main" id="{6D52628F-A762-86C9-4E51-EEB76CFD9F40}"/>
              </a:ext>
            </a:extLst>
          </p:cNvPr>
          <p:cNvSpPr txBox="1"/>
          <p:nvPr/>
        </p:nvSpPr>
        <p:spPr>
          <a:xfrm>
            <a:off x="244177" y="3051257"/>
            <a:ext cx="602008"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Ph2-1366.55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N=40</a:t>
            </a:r>
          </a:p>
        </p:txBody>
      </p:sp>
      <p:sp>
        <p:nvSpPr>
          <p:cNvPr id="105" name="OTLSHAPE_T_e17f3958430f4cff8650518c93c7635e_StartDate">
            <a:extLst>
              <a:ext uri="{FF2B5EF4-FFF2-40B4-BE49-F238E27FC236}">
                <a16:creationId xmlns:a16="http://schemas.microsoft.com/office/drawing/2014/main" id="{A640013E-6613-E536-8A3C-1FDF0396A054}"/>
              </a:ext>
            </a:extLst>
          </p:cNvPr>
          <p:cNvSpPr txBox="1"/>
          <p:nvPr>
            <p:custDataLst>
              <p:tags r:id="rId27"/>
            </p:custDataLst>
          </p:nvPr>
        </p:nvSpPr>
        <p:spPr>
          <a:xfrm>
            <a:off x="4515687" y="1931019"/>
            <a:ext cx="546747" cy="123111"/>
          </a:xfrm>
          <a:prstGeom prst="rect">
            <a:avLst/>
          </a:prstGeom>
          <a:noFill/>
          <a:ln w="12700">
            <a:noFill/>
          </a:ln>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We are here</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107" name="Rectangle 71">
            <a:extLst>
              <a:ext uri="{FF2B5EF4-FFF2-40B4-BE49-F238E27FC236}">
                <a16:creationId xmlns:a16="http://schemas.microsoft.com/office/drawing/2014/main" id="{FC2D9796-FF5A-3652-0D90-9A792C16672F}"/>
              </a:ext>
            </a:extLst>
          </p:cNvPr>
          <p:cNvSpPr/>
          <p:nvPr/>
        </p:nvSpPr>
        <p:spPr>
          <a:xfrm>
            <a:off x="4178055" y="3333555"/>
            <a:ext cx="413895"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a:t>
            </a:r>
            <a:r>
              <a:rPr kumimoji="0" lang="en-US" altLang="zh-CN" sz="70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8" name="Star: 4 Points 143">
            <a:extLst>
              <a:ext uri="{FF2B5EF4-FFF2-40B4-BE49-F238E27FC236}">
                <a16:creationId xmlns:a16="http://schemas.microsoft.com/office/drawing/2014/main" id="{0C9EC432-28E4-4D45-B263-81AB3792336D}"/>
              </a:ext>
            </a:extLst>
          </p:cNvPr>
          <p:cNvSpPr/>
          <p:nvPr/>
        </p:nvSpPr>
        <p:spPr bwMode="auto">
          <a:xfrm>
            <a:off x="4290101" y="323099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9" name="OTLSHAPE_T_e17f3958430f4cff8650518c93c7635e_Shape">
            <a:extLst>
              <a:ext uri="{FF2B5EF4-FFF2-40B4-BE49-F238E27FC236}">
                <a16:creationId xmlns:a16="http://schemas.microsoft.com/office/drawing/2014/main" id="{7CAE5744-30EB-2616-82AD-354EE00A9781}"/>
              </a:ext>
            </a:extLst>
          </p:cNvPr>
          <p:cNvSpPr/>
          <p:nvPr>
            <p:custDataLst>
              <p:tags r:id="rId28"/>
            </p:custDataLst>
          </p:nvPr>
        </p:nvSpPr>
        <p:spPr bwMode="auto">
          <a:xfrm>
            <a:off x="4396409" y="5431927"/>
            <a:ext cx="54000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a:ea typeface="Calibri"/>
                <a:cs typeface="Calibri"/>
              </a:rPr>
              <a:t>n=2</a:t>
            </a:r>
            <a:endParaRPr kumimoji="0" lang="en-US" altLang="zh-CN" sz="700" b="1" i="0" u="none" strike="noStrike" kern="1200" cap="none" spc="0" normalizeH="0" baseline="0" noProof="0">
              <a:ln>
                <a:noFill/>
              </a:ln>
              <a:solidFill>
                <a:srgbClr val="08312A">
                  <a:lumMod val="90000"/>
                  <a:lumOff val="10000"/>
                </a:srgbClr>
              </a:solidFill>
              <a:effectLst/>
              <a:highlight>
                <a:srgbClr val="FFFF00"/>
              </a:highlight>
              <a:uLnTx/>
              <a:uFillTx/>
              <a:latin typeface="Calibri" panose="020F0502020204030204" pitchFamily="34" charset="0"/>
              <a:ea typeface="Calibri"/>
              <a:cs typeface="Calibri" panose="020F0502020204030204" pitchFamily="34" charset="0"/>
            </a:endParaRPr>
          </a:p>
        </p:txBody>
      </p:sp>
      <p:sp>
        <p:nvSpPr>
          <p:cNvPr id="111" name="Rectangle 71">
            <a:extLst>
              <a:ext uri="{FF2B5EF4-FFF2-40B4-BE49-F238E27FC236}">
                <a16:creationId xmlns:a16="http://schemas.microsoft.com/office/drawing/2014/main" id="{DC9CB81F-CF04-47C8-36EC-D4E0D1A321A7}"/>
              </a:ext>
            </a:extLst>
          </p:cNvPr>
          <p:cNvSpPr/>
          <p:nvPr/>
        </p:nvSpPr>
        <p:spPr>
          <a:xfrm>
            <a:off x="4239140" y="5638215"/>
            <a:ext cx="413895"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a:t>
            </a:r>
            <a:r>
              <a:rPr kumimoji="0" lang="en-US" altLang="zh-CN" sz="70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2" name="TextBox 111">
            <a:extLst>
              <a:ext uri="{FF2B5EF4-FFF2-40B4-BE49-F238E27FC236}">
                <a16:creationId xmlns:a16="http://schemas.microsoft.com/office/drawing/2014/main" id="{E1B3705B-1C17-2E67-F008-CCB38B209F8D}"/>
              </a:ext>
            </a:extLst>
          </p:cNvPr>
          <p:cNvSpPr txBox="1"/>
          <p:nvPr/>
        </p:nvSpPr>
        <p:spPr>
          <a:xfrm>
            <a:off x="3549742" y="5429648"/>
            <a:ext cx="956310" cy="27699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Review + EC + HGRAC + 1</a:t>
            </a:r>
            <a:r>
              <a:rPr kumimoji="0" lang="en-US" altLang="zh-CN" sz="600" b="1" i="0" u="none" strike="noStrike" kern="1200" cap="none" spc="0" normalizeH="0" baseline="3000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st</a:t>
            </a:r>
            <a:r>
              <a:rPr kumimoji="0" lang="en-US" altLang="zh-CN"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SIV (5M)</a:t>
            </a:r>
            <a:endParaRPr kumimoji="0" lang="zh-CN" altLang="en-US" sz="6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3" name="OTLSHAPE_T_e17f3958430f4cff8650518c93c7635e_Shape">
            <a:extLst>
              <a:ext uri="{FF2B5EF4-FFF2-40B4-BE49-F238E27FC236}">
                <a16:creationId xmlns:a16="http://schemas.microsoft.com/office/drawing/2014/main" id="{2BAD1E12-0857-D671-C6F9-BDA26DB0C848}"/>
              </a:ext>
            </a:extLst>
          </p:cNvPr>
          <p:cNvSpPr/>
          <p:nvPr>
            <p:custDataLst>
              <p:tags r:id="rId29"/>
            </p:custDataLst>
          </p:nvPr>
        </p:nvSpPr>
        <p:spPr bwMode="auto">
          <a:xfrm>
            <a:off x="3657600" y="5433681"/>
            <a:ext cx="731520" cy="22555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5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4" name="OTLSHAPE_M_39ea6ebc19a94c9fab6ef5006c31df58_Title">
            <a:extLst>
              <a:ext uri="{FF2B5EF4-FFF2-40B4-BE49-F238E27FC236}">
                <a16:creationId xmlns:a16="http://schemas.microsoft.com/office/drawing/2014/main" id="{8ED95A29-0C86-2CF9-DA43-34682A588689}"/>
              </a:ext>
            </a:extLst>
          </p:cNvPr>
          <p:cNvSpPr txBox="1"/>
          <p:nvPr>
            <p:custDataLst>
              <p:tags r:id="rId30"/>
            </p:custDataLst>
          </p:nvPr>
        </p:nvSpPr>
        <p:spPr>
          <a:xfrm>
            <a:off x="3400398" y="3383231"/>
            <a:ext cx="69615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Sub</a:t>
            </a:r>
            <a:endParaRPr kumimoji="0" lang="zh-CN" altLang="en-US" sz="7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5" name="OTLSHAPE_M_39ea6ebc19a94c9fab6ef5006c31df58_Shape">
            <a:extLst>
              <a:ext uri="{FF2B5EF4-FFF2-40B4-BE49-F238E27FC236}">
                <a16:creationId xmlns:a16="http://schemas.microsoft.com/office/drawing/2014/main" id="{75A3A154-5B09-A47A-746C-2682628457D9}"/>
              </a:ext>
            </a:extLst>
          </p:cNvPr>
          <p:cNvSpPr/>
          <p:nvPr>
            <p:custDataLst>
              <p:tags r:id="rId31"/>
            </p:custDataLst>
          </p:nvPr>
        </p:nvSpPr>
        <p:spPr bwMode="auto">
          <a:xfrm rot="16200000">
            <a:off x="3635604" y="3285359"/>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6" name="TextBox 115">
            <a:extLst>
              <a:ext uri="{FF2B5EF4-FFF2-40B4-BE49-F238E27FC236}">
                <a16:creationId xmlns:a16="http://schemas.microsoft.com/office/drawing/2014/main" id="{12840D92-8524-8D86-62A7-79561AA4DDE0}"/>
              </a:ext>
            </a:extLst>
          </p:cNvPr>
          <p:cNvSpPr txBox="1"/>
          <p:nvPr/>
        </p:nvSpPr>
        <p:spPr>
          <a:xfrm>
            <a:off x="3446561" y="3025034"/>
            <a:ext cx="513782"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 Aug</a:t>
            </a:r>
          </a:p>
        </p:txBody>
      </p:sp>
      <p:sp>
        <p:nvSpPr>
          <p:cNvPr id="117" name="OTLSHAPE_M_39ea6ebc19a94c9fab6ef5006c31df58_Title">
            <a:extLst>
              <a:ext uri="{FF2B5EF4-FFF2-40B4-BE49-F238E27FC236}">
                <a16:creationId xmlns:a16="http://schemas.microsoft.com/office/drawing/2014/main" id="{DD2A7591-516A-963F-4B65-549440AB658C}"/>
              </a:ext>
            </a:extLst>
          </p:cNvPr>
          <p:cNvSpPr txBox="1"/>
          <p:nvPr>
            <p:custDataLst>
              <p:tags r:id="rId32"/>
            </p:custDataLst>
          </p:nvPr>
        </p:nvSpPr>
        <p:spPr>
          <a:xfrm>
            <a:off x="3274472" y="5692595"/>
            <a:ext cx="69615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Sub</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8" name="OTLSHAPE_M_39ea6ebc19a94c9fab6ef5006c31df58_Shape">
            <a:extLst>
              <a:ext uri="{FF2B5EF4-FFF2-40B4-BE49-F238E27FC236}">
                <a16:creationId xmlns:a16="http://schemas.microsoft.com/office/drawing/2014/main" id="{B19418D7-5C3F-5176-B76F-DC0D6801C137}"/>
              </a:ext>
            </a:extLst>
          </p:cNvPr>
          <p:cNvSpPr/>
          <p:nvPr>
            <p:custDataLst>
              <p:tags r:id="rId33"/>
            </p:custDataLst>
          </p:nvPr>
        </p:nvSpPr>
        <p:spPr bwMode="auto">
          <a:xfrm rot="16200000">
            <a:off x="3650877" y="5624393"/>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19" name="TextBox 118">
            <a:extLst>
              <a:ext uri="{FF2B5EF4-FFF2-40B4-BE49-F238E27FC236}">
                <a16:creationId xmlns:a16="http://schemas.microsoft.com/office/drawing/2014/main" id="{A06FB33D-F08D-192C-9903-5B53FCA8E9F5}"/>
              </a:ext>
            </a:extLst>
          </p:cNvPr>
          <p:cNvSpPr txBox="1"/>
          <p:nvPr/>
        </p:nvSpPr>
        <p:spPr>
          <a:xfrm>
            <a:off x="3342573" y="5273284"/>
            <a:ext cx="45720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11Aug</a:t>
            </a:r>
          </a:p>
        </p:txBody>
      </p:sp>
      <p:sp>
        <p:nvSpPr>
          <p:cNvPr id="120" name="Star: 4 Points 143">
            <a:extLst>
              <a:ext uri="{FF2B5EF4-FFF2-40B4-BE49-F238E27FC236}">
                <a16:creationId xmlns:a16="http://schemas.microsoft.com/office/drawing/2014/main" id="{B6D51B6D-8C55-7440-1989-841B9AD46041}"/>
              </a:ext>
            </a:extLst>
          </p:cNvPr>
          <p:cNvSpPr/>
          <p:nvPr/>
        </p:nvSpPr>
        <p:spPr bwMode="auto">
          <a:xfrm>
            <a:off x="4337973" y="557717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1" name="OTLSHAPE_M_39ea6ebc19a94c9fab6ef5006c31df58_Shape">
            <a:extLst>
              <a:ext uri="{FF2B5EF4-FFF2-40B4-BE49-F238E27FC236}">
                <a16:creationId xmlns:a16="http://schemas.microsoft.com/office/drawing/2014/main" id="{BACFDEC3-592D-1978-D2D1-650A0A49EE86}"/>
              </a:ext>
            </a:extLst>
          </p:cNvPr>
          <p:cNvSpPr/>
          <p:nvPr>
            <p:custDataLst>
              <p:tags r:id="rId34"/>
            </p:custDataLst>
          </p:nvPr>
        </p:nvSpPr>
        <p:spPr bwMode="auto">
          <a:xfrm rot="16200000">
            <a:off x="5309419" y="327540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2" name="Rectangle 135">
            <a:extLst>
              <a:ext uri="{FF2B5EF4-FFF2-40B4-BE49-F238E27FC236}">
                <a16:creationId xmlns:a16="http://schemas.microsoft.com/office/drawing/2014/main" id="{D5C13048-8372-484F-31BF-732D9579E5F3}"/>
              </a:ext>
            </a:extLst>
          </p:cNvPr>
          <p:cNvSpPr/>
          <p:nvPr/>
        </p:nvSpPr>
        <p:spPr>
          <a:xfrm>
            <a:off x="5202201" y="3320380"/>
            <a:ext cx="370322"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DBL</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3" name="TextBox 122">
            <a:extLst>
              <a:ext uri="{FF2B5EF4-FFF2-40B4-BE49-F238E27FC236}">
                <a16:creationId xmlns:a16="http://schemas.microsoft.com/office/drawing/2014/main" id="{A9720BDD-5CCB-C448-3798-2C22E157693D}"/>
              </a:ext>
            </a:extLst>
          </p:cNvPr>
          <p:cNvSpPr txBox="1"/>
          <p:nvPr/>
        </p:nvSpPr>
        <p:spPr>
          <a:xfrm>
            <a:off x="5119713" y="3102842"/>
            <a:ext cx="683083"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Sep2024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4" name="OTLSHAPE_T_5a934a26f311425e8ebaa0f45e6533ad_Shape">
            <a:extLst>
              <a:ext uri="{FF2B5EF4-FFF2-40B4-BE49-F238E27FC236}">
                <a16:creationId xmlns:a16="http://schemas.microsoft.com/office/drawing/2014/main" id="{0F52F483-94D8-86CF-3F4A-25458C53D3AC}"/>
              </a:ext>
            </a:extLst>
          </p:cNvPr>
          <p:cNvSpPr/>
          <p:nvPr>
            <p:custDataLst>
              <p:tags r:id="rId35"/>
            </p:custDataLst>
          </p:nvPr>
        </p:nvSpPr>
        <p:spPr bwMode="auto">
          <a:xfrm>
            <a:off x="4915230" y="5432720"/>
            <a:ext cx="274320" cy="2133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8312A">
                  <a:lumMod val="90000"/>
                  <a:lumOff val="10000"/>
                </a:srgbClr>
              </a:solidFill>
              <a:effectLst/>
              <a:uLnTx/>
              <a:uFillTx/>
              <a:latin typeface="Calibri" panose="020F0502020204030204" pitchFamily="34" charset="0"/>
              <a:ea typeface="+mn-ea"/>
              <a:cs typeface="+mn-cs"/>
            </a:endParaRPr>
          </a:p>
        </p:txBody>
      </p:sp>
      <p:sp>
        <p:nvSpPr>
          <p:cNvPr id="125" name="Star: 4 Points 143">
            <a:extLst>
              <a:ext uri="{FF2B5EF4-FFF2-40B4-BE49-F238E27FC236}">
                <a16:creationId xmlns:a16="http://schemas.microsoft.com/office/drawing/2014/main" id="{D98C65F2-5D54-87F3-E837-06685D806325}"/>
              </a:ext>
            </a:extLst>
          </p:cNvPr>
          <p:cNvSpPr/>
          <p:nvPr/>
        </p:nvSpPr>
        <p:spPr bwMode="auto">
          <a:xfrm>
            <a:off x="4847010" y="555960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6" name="Rectangle 135">
            <a:extLst>
              <a:ext uri="{FF2B5EF4-FFF2-40B4-BE49-F238E27FC236}">
                <a16:creationId xmlns:a16="http://schemas.microsoft.com/office/drawing/2014/main" id="{D32FE219-9504-BF46-8E95-AD2070F00874}"/>
              </a:ext>
            </a:extLst>
          </p:cNvPr>
          <p:cNvSpPr/>
          <p:nvPr/>
        </p:nvSpPr>
        <p:spPr>
          <a:xfrm>
            <a:off x="4751524" y="5660136"/>
            <a:ext cx="320921"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7" name="Rectangle 135">
            <a:extLst>
              <a:ext uri="{FF2B5EF4-FFF2-40B4-BE49-F238E27FC236}">
                <a16:creationId xmlns:a16="http://schemas.microsoft.com/office/drawing/2014/main" id="{6E3EB94F-8229-E116-8AD2-4EDC33D79246}"/>
              </a:ext>
            </a:extLst>
          </p:cNvPr>
          <p:cNvSpPr/>
          <p:nvPr/>
        </p:nvSpPr>
        <p:spPr>
          <a:xfrm>
            <a:off x="4850070" y="2858519"/>
            <a:ext cx="344581"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28" name="OTLSHAPE_T_5a934a26f311425e8ebaa0f45e6533ad_Shape">
            <a:extLst>
              <a:ext uri="{FF2B5EF4-FFF2-40B4-BE49-F238E27FC236}">
                <a16:creationId xmlns:a16="http://schemas.microsoft.com/office/drawing/2014/main" id="{7B8DAAD8-75FF-D2F6-C92A-BFDA55FDCC03}"/>
              </a:ext>
            </a:extLst>
          </p:cNvPr>
          <p:cNvSpPr/>
          <p:nvPr>
            <p:custDataLst>
              <p:tags r:id="rId36"/>
            </p:custDataLst>
          </p:nvPr>
        </p:nvSpPr>
        <p:spPr bwMode="auto">
          <a:xfrm>
            <a:off x="4240037" y="4746994"/>
            <a:ext cx="1097280" cy="20806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825" b="1" i="0" u="none" strike="noStrike" kern="1200" cap="none" spc="-5" normalizeH="0" baseline="0" noProof="0">
              <a:ln>
                <a:noFill/>
              </a:ln>
              <a:solidFill>
                <a:srgbClr val="08312A">
                  <a:lumMod val="90000"/>
                  <a:lumOff val="10000"/>
                </a:srgbClr>
              </a:solidFill>
              <a:effectLst/>
              <a:uLnTx/>
              <a:uFillTx/>
              <a:latin typeface="Calibri" panose="020F0502020204030204" pitchFamily="34" charset="0"/>
              <a:ea typeface="+mn-ea"/>
              <a:cs typeface="+mn-cs"/>
            </a:endParaRPr>
          </a:p>
        </p:txBody>
      </p:sp>
      <p:sp>
        <p:nvSpPr>
          <p:cNvPr id="129" name="Star: 4 Points 143">
            <a:extLst>
              <a:ext uri="{FF2B5EF4-FFF2-40B4-BE49-F238E27FC236}">
                <a16:creationId xmlns:a16="http://schemas.microsoft.com/office/drawing/2014/main" id="{0F4DBB44-1013-F981-9838-0C04F979AD58}"/>
              </a:ext>
            </a:extLst>
          </p:cNvPr>
          <p:cNvSpPr/>
          <p:nvPr/>
        </p:nvSpPr>
        <p:spPr bwMode="auto">
          <a:xfrm>
            <a:off x="5296909" y="492553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0" name="OTLSHAPE_T_e17f3958430f4cff8650518c93c7635e_StartDate">
            <a:extLst>
              <a:ext uri="{FF2B5EF4-FFF2-40B4-BE49-F238E27FC236}">
                <a16:creationId xmlns:a16="http://schemas.microsoft.com/office/drawing/2014/main" id="{555E815A-C31E-9C3E-C815-20A27FE65515}"/>
              </a:ext>
            </a:extLst>
          </p:cNvPr>
          <p:cNvSpPr txBox="1"/>
          <p:nvPr>
            <p:custDataLst>
              <p:tags r:id="rId37"/>
            </p:custDataLst>
          </p:nvPr>
        </p:nvSpPr>
        <p:spPr>
          <a:xfrm>
            <a:off x="4993118" y="4579938"/>
            <a:ext cx="721882"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11Jun2024</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1" name="TextBox 130">
            <a:extLst>
              <a:ext uri="{FF2B5EF4-FFF2-40B4-BE49-F238E27FC236}">
                <a16:creationId xmlns:a16="http://schemas.microsoft.com/office/drawing/2014/main" id="{B1725457-89AE-3CC6-CCFA-D3A1DABB354E}"/>
              </a:ext>
            </a:extLst>
          </p:cNvPr>
          <p:cNvSpPr txBox="1"/>
          <p:nvPr/>
        </p:nvSpPr>
        <p:spPr>
          <a:xfrm>
            <a:off x="4123567" y="5287666"/>
            <a:ext cx="615948"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3Jan2024</a:t>
            </a:r>
          </a:p>
        </p:txBody>
      </p:sp>
      <p:cxnSp>
        <p:nvCxnSpPr>
          <p:cNvPr id="132" name="Straight Connector 131">
            <a:extLst>
              <a:ext uri="{FF2B5EF4-FFF2-40B4-BE49-F238E27FC236}">
                <a16:creationId xmlns:a16="http://schemas.microsoft.com/office/drawing/2014/main" id="{FA7A2B8E-28CA-E9D6-3819-978BD8930CAE}"/>
              </a:ext>
            </a:extLst>
          </p:cNvPr>
          <p:cNvCxnSpPr>
            <a:cxnSpLocks/>
          </p:cNvCxnSpPr>
          <p:nvPr/>
        </p:nvCxnSpPr>
        <p:spPr bwMode="auto">
          <a:xfrm flipH="1" flipV="1">
            <a:off x="4744039" y="2057400"/>
            <a:ext cx="7498" cy="3840480"/>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33" name="OTLSHAPE_T_e17f3958430f4cff8650518c93c7635e_StartDate">
            <a:extLst>
              <a:ext uri="{FF2B5EF4-FFF2-40B4-BE49-F238E27FC236}">
                <a16:creationId xmlns:a16="http://schemas.microsoft.com/office/drawing/2014/main" id="{3F28E7DC-7575-F9AE-6DF9-B820140E80A1}"/>
              </a:ext>
            </a:extLst>
          </p:cNvPr>
          <p:cNvSpPr txBox="1"/>
          <p:nvPr>
            <p:custDataLst>
              <p:tags r:id="rId38"/>
            </p:custDataLst>
          </p:nvPr>
        </p:nvSpPr>
        <p:spPr>
          <a:xfrm>
            <a:off x="4120038" y="2077818"/>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16Feb2024/LSS</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4" name="OTLSHAPE_T_e17f3958430f4cff8650518c93c7635e_StartDate">
            <a:extLst>
              <a:ext uri="{FF2B5EF4-FFF2-40B4-BE49-F238E27FC236}">
                <a16:creationId xmlns:a16="http://schemas.microsoft.com/office/drawing/2014/main" id="{F30D99C0-9E13-2D19-812F-E170C672FD62}"/>
              </a:ext>
            </a:extLst>
          </p:cNvPr>
          <p:cNvSpPr txBox="1"/>
          <p:nvPr>
            <p:custDataLst>
              <p:tags r:id="rId39"/>
            </p:custDataLst>
          </p:nvPr>
        </p:nvSpPr>
        <p:spPr>
          <a:xfrm>
            <a:off x="3977652" y="4584393"/>
            <a:ext cx="522268"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28Nov2023</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5" name="Star: 4 Points 143">
            <a:extLst>
              <a:ext uri="{FF2B5EF4-FFF2-40B4-BE49-F238E27FC236}">
                <a16:creationId xmlns:a16="http://schemas.microsoft.com/office/drawing/2014/main" id="{5AF97139-541B-B3C2-BD5A-3F13353D17F0}"/>
              </a:ext>
            </a:extLst>
          </p:cNvPr>
          <p:cNvSpPr/>
          <p:nvPr/>
        </p:nvSpPr>
        <p:spPr bwMode="auto">
          <a:xfrm>
            <a:off x="4170049" y="489831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8" name="Star: 4 Points 143">
            <a:extLst>
              <a:ext uri="{FF2B5EF4-FFF2-40B4-BE49-F238E27FC236}">
                <a16:creationId xmlns:a16="http://schemas.microsoft.com/office/drawing/2014/main" id="{2557BCFA-98A1-250A-94F4-D461C8F296BF}"/>
              </a:ext>
            </a:extLst>
          </p:cNvPr>
          <p:cNvSpPr/>
          <p:nvPr/>
        </p:nvSpPr>
        <p:spPr bwMode="auto">
          <a:xfrm>
            <a:off x="4829939" y="324196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9" name="TextBox 138">
            <a:extLst>
              <a:ext uri="{FF2B5EF4-FFF2-40B4-BE49-F238E27FC236}">
                <a16:creationId xmlns:a16="http://schemas.microsoft.com/office/drawing/2014/main" id="{E19E9A09-D1EC-44EF-EF25-B9CF49498EA6}"/>
              </a:ext>
            </a:extLst>
          </p:cNvPr>
          <p:cNvSpPr txBox="1"/>
          <p:nvPr/>
        </p:nvSpPr>
        <p:spPr>
          <a:xfrm>
            <a:off x="4911287" y="2960573"/>
            <a:ext cx="64008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Aug2024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0" name="Rectangle 135">
            <a:extLst>
              <a:ext uri="{FF2B5EF4-FFF2-40B4-BE49-F238E27FC236}">
                <a16:creationId xmlns:a16="http://schemas.microsoft.com/office/drawing/2014/main" id="{F7110198-51B2-4463-1014-AB1D89D2C048}"/>
              </a:ext>
            </a:extLst>
          </p:cNvPr>
          <p:cNvSpPr/>
          <p:nvPr/>
        </p:nvSpPr>
        <p:spPr>
          <a:xfrm>
            <a:off x="5050801" y="5660136"/>
            <a:ext cx="353184"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LSC</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1" name="Star: 4 Points 143">
            <a:extLst>
              <a:ext uri="{FF2B5EF4-FFF2-40B4-BE49-F238E27FC236}">
                <a16:creationId xmlns:a16="http://schemas.microsoft.com/office/drawing/2014/main" id="{832A1EC1-6551-2B33-F25A-568001BB0C23}"/>
              </a:ext>
            </a:extLst>
          </p:cNvPr>
          <p:cNvSpPr/>
          <p:nvPr/>
        </p:nvSpPr>
        <p:spPr bwMode="auto">
          <a:xfrm>
            <a:off x="5125410" y="555698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2" name="TextBox 141">
            <a:extLst>
              <a:ext uri="{FF2B5EF4-FFF2-40B4-BE49-F238E27FC236}">
                <a16:creationId xmlns:a16="http://schemas.microsoft.com/office/drawing/2014/main" id="{5CE93C61-15C3-6A62-4464-F1F5B68CDEE5}"/>
              </a:ext>
            </a:extLst>
          </p:cNvPr>
          <p:cNvSpPr txBox="1"/>
          <p:nvPr/>
        </p:nvSpPr>
        <p:spPr>
          <a:xfrm>
            <a:off x="4362250" y="5281859"/>
            <a:ext cx="952237"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May2024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3" name="TextBox 142">
            <a:extLst>
              <a:ext uri="{FF2B5EF4-FFF2-40B4-BE49-F238E27FC236}">
                <a16:creationId xmlns:a16="http://schemas.microsoft.com/office/drawing/2014/main" id="{D47C6B33-931E-E7EE-C6BC-B931E3EEB7B6}"/>
              </a:ext>
            </a:extLst>
          </p:cNvPr>
          <p:cNvSpPr txBox="1"/>
          <p:nvPr/>
        </p:nvSpPr>
        <p:spPr>
          <a:xfrm>
            <a:off x="4924985" y="5269386"/>
            <a:ext cx="64008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Aug2024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4" name="OTLSHAPE_M_39ea6ebc19a94c9fab6ef5006c31df58_Shape">
            <a:extLst>
              <a:ext uri="{FF2B5EF4-FFF2-40B4-BE49-F238E27FC236}">
                <a16:creationId xmlns:a16="http://schemas.microsoft.com/office/drawing/2014/main" id="{61C2B15A-4A71-2205-8A8C-44D846CA0A89}"/>
              </a:ext>
            </a:extLst>
          </p:cNvPr>
          <p:cNvSpPr/>
          <p:nvPr>
            <p:custDataLst>
              <p:tags r:id="rId40"/>
            </p:custDataLst>
          </p:nvPr>
        </p:nvSpPr>
        <p:spPr bwMode="auto">
          <a:xfrm rot="16200000">
            <a:off x="4086519" y="5638422"/>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5" name="OTLSHAPE_M_39ea6ebc19a94c9fab6ef5006c31df58_Title">
            <a:extLst>
              <a:ext uri="{FF2B5EF4-FFF2-40B4-BE49-F238E27FC236}">
                <a16:creationId xmlns:a16="http://schemas.microsoft.com/office/drawing/2014/main" id="{CA5E8EA5-8570-C0EA-044C-6CA5F4ABC0F5}"/>
              </a:ext>
            </a:extLst>
          </p:cNvPr>
          <p:cNvSpPr txBox="1"/>
          <p:nvPr>
            <p:custDataLst>
              <p:tags r:id="rId41"/>
            </p:custDataLst>
          </p:nvPr>
        </p:nvSpPr>
        <p:spPr>
          <a:xfrm>
            <a:off x="3739449" y="5691493"/>
            <a:ext cx="69615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CTA appr</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6" name="TextBox 145">
            <a:extLst>
              <a:ext uri="{FF2B5EF4-FFF2-40B4-BE49-F238E27FC236}">
                <a16:creationId xmlns:a16="http://schemas.microsoft.com/office/drawing/2014/main" id="{6EDD7269-4857-268D-BDAB-E2B35BC5CC8B}"/>
              </a:ext>
            </a:extLst>
          </p:cNvPr>
          <p:cNvSpPr txBox="1"/>
          <p:nvPr/>
        </p:nvSpPr>
        <p:spPr>
          <a:xfrm>
            <a:off x="3885945" y="5233579"/>
            <a:ext cx="45720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31</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Oct</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8" name="OTLSHAPE_T_e17f3958430f4cff8650518c93c7635e_StartDate">
            <a:extLst>
              <a:ext uri="{FF2B5EF4-FFF2-40B4-BE49-F238E27FC236}">
                <a16:creationId xmlns:a16="http://schemas.microsoft.com/office/drawing/2014/main" id="{349D2A1D-7E8C-B2FB-928F-0D12DAC1E002}"/>
              </a:ext>
            </a:extLst>
          </p:cNvPr>
          <p:cNvSpPr txBox="1"/>
          <p:nvPr>
            <p:custDataLst>
              <p:tags r:id="rId42"/>
            </p:custDataLst>
          </p:nvPr>
        </p:nvSpPr>
        <p:spPr>
          <a:xfrm>
            <a:off x="4253492" y="3934308"/>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16Feb2024</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49" name="Rectangle 71">
            <a:extLst>
              <a:ext uri="{FF2B5EF4-FFF2-40B4-BE49-F238E27FC236}">
                <a16:creationId xmlns:a16="http://schemas.microsoft.com/office/drawing/2014/main" id="{C3D482FF-86A1-0129-0B58-62F85D0B4354}"/>
              </a:ext>
            </a:extLst>
          </p:cNvPr>
          <p:cNvSpPr/>
          <p:nvPr/>
        </p:nvSpPr>
        <p:spPr>
          <a:xfrm>
            <a:off x="2474953" y="4492734"/>
            <a:ext cx="441146" cy="2077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18Nov</a:t>
            </a:r>
          </a:p>
        </p:txBody>
      </p:sp>
      <p:sp>
        <p:nvSpPr>
          <p:cNvPr id="150" name="OTLSHAPE_T_e17f3958430f4cff8650518c93c7635e_StartDate">
            <a:extLst>
              <a:ext uri="{FF2B5EF4-FFF2-40B4-BE49-F238E27FC236}">
                <a16:creationId xmlns:a16="http://schemas.microsoft.com/office/drawing/2014/main" id="{C5B60FF9-2567-FE34-2E5B-1F10E58E775F}"/>
              </a:ext>
            </a:extLst>
          </p:cNvPr>
          <p:cNvSpPr txBox="1"/>
          <p:nvPr>
            <p:custDataLst>
              <p:tags r:id="rId43"/>
            </p:custDataLst>
          </p:nvPr>
        </p:nvSpPr>
        <p:spPr>
          <a:xfrm>
            <a:off x="5053828" y="2078101"/>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24Oct2024</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51" name="OTLSHAPE_T_e17f3958430f4cff8650518c93c7635e_StartDate">
            <a:extLst>
              <a:ext uri="{FF2B5EF4-FFF2-40B4-BE49-F238E27FC236}">
                <a16:creationId xmlns:a16="http://schemas.microsoft.com/office/drawing/2014/main" id="{E8F5C01B-3A7E-E06A-3F94-BC51422FBE23}"/>
              </a:ext>
            </a:extLst>
          </p:cNvPr>
          <p:cNvSpPr txBox="1"/>
          <p:nvPr>
            <p:custDataLst>
              <p:tags r:id="rId44"/>
            </p:custDataLst>
          </p:nvPr>
        </p:nvSpPr>
        <p:spPr>
          <a:xfrm>
            <a:off x="5178561" y="3925943"/>
            <a:ext cx="640080" cy="11541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24Oct2024</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52" name="OTLSHAPE_M_39ea6ebc19a94c9fab6ef5006c31df58_Title">
            <a:extLst>
              <a:ext uri="{FF2B5EF4-FFF2-40B4-BE49-F238E27FC236}">
                <a16:creationId xmlns:a16="http://schemas.microsoft.com/office/drawing/2014/main" id="{633FAA8C-E7A4-DBEC-0856-8D433C2BCC6E}"/>
              </a:ext>
            </a:extLst>
          </p:cNvPr>
          <p:cNvSpPr txBox="1"/>
          <p:nvPr>
            <p:custDataLst>
              <p:tags r:id="rId45"/>
            </p:custDataLst>
          </p:nvPr>
        </p:nvSpPr>
        <p:spPr>
          <a:xfrm>
            <a:off x="10346176" y="3169178"/>
            <a:ext cx="1364885"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NDA sub/app (</a:t>
            </a:r>
            <a:r>
              <a:rPr kumimoji="0" lang="en-US" altLang="zh-CN" sz="750" b="1" i="0" u="none" strike="noStrike" kern="1200" cap="none" spc="0" normalizeH="0" baseline="0" noProof="0" err="1">
                <a:ln>
                  <a:noFill/>
                </a:ln>
                <a:solidFill>
                  <a:srgbClr val="08312A">
                    <a:lumMod val="90000"/>
                    <a:lumOff val="10000"/>
                  </a:srgbClr>
                </a:solidFill>
                <a:effectLst/>
                <a:uLnTx/>
                <a:uFillTx/>
                <a:latin typeface="Calibri"/>
                <a:ea typeface="+mn-ea"/>
                <a:cs typeface="Calibri"/>
              </a:rPr>
              <a:t>eDC</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50" b="1">
                <a:solidFill>
                  <a:srgbClr val="08312A">
                    <a:lumMod val="90000"/>
                    <a:lumOff val="10000"/>
                  </a:srgbClr>
                </a:solidFill>
                <a:latin typeface="Calibri"/>
                <a:cs typeface="Calibri"/>
              </a:rPr>
              <a:t>Jan/</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Oct 2029</a:t>
            </a:r>
            <a:endPar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53" name="OTLSHAPE_M_39ea6ebc19a94c9fab6ef5006c31df58_Title">
            <a:extLst>
              <a:ext uri="{FF2B5EF4-FFF2-40B4-BE49-F238E27FC236}">
                <a16:creationId xmlns:a16="http://schemas.microsoft.com/office/drawing/2014/main" id="{531F2A4B-3F77-31AB-8615-5171A4D011FA}"/>
              </a:ext>
            </a:extLst>
          </p:cNvPr>
          <p:cNvSpPr txBox="1"/>
          <p:nvPr>
            <p:custDataLst>
              <p:tags r:id="rId46"/>
            </p:custDataLst>
          </p:nvPr>
        </p:nvSpPr>
        <p:spPr>
          <a:xfrm>
            <a:off x="10666916" y="5388245"/>
            <a:ext cx="1364885"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NDA sub/app (</a:t>
            </a:r>
            <a:r>
              <a:rPr kumimoji="0" lang="en-US" altLang="zh-CN" sz="750" b="1" i="0" u="none" strike="noStrike" kern="1200" cap="none" spc="0" normalizeH="0" baseline="0" noProof="0" err="1">
                <a:ln>
                  <a:noFill/>
                </a:ln>
                <a:solidFill>
                  <a:srgbClr val="08312A">
                    <a:lumMod val="90000"/>
                    <a:lumOff val="10000"/>
                  </a:srgbClr>
                </a:solidFill>
                <a:effectLst/>
                <a:uLnTx/>
                <a:uFillTx/>
                <a:latin typeface="Calibri"/>
                <a:ea typeface="+mn-ea"/>
                <a:cs typeface="Calibri"/>
              </a:rPr>
              <a:t>eDC</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Feb 2029/Aug 2030</a:t>
            </a:r>
          </a:p>
        </p:txBody>
      </p:sp>
      <p:sp>
        <p:nvSpPr>
          <p:cNvPr id="3" name="Rectangle 135">
            <a:extLst>
              <a:ext uri="{FF2B5EF4-FFF2-40B4-BE49-F238E27FC236}">
                <a16:creationId xmlns:a16="http://schemas.microsoft.com/office/drawing/2014/main" id="{6F105D30-09D5-5070-F828-8D5C03607B53}"/>
              </a:ext>
            </a:extLst>
          </p:cNvPr>
          <p:cNvSpPr/>
          <p:nvPr/>
        </p:nvSpPr>
        <p:spPr>
          <a:xfrm>
            <a:off x="5621889" y="2418772"/>
            <a:ext cx="370322"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DBL</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37" name="TextBox 36">
            <a:extLst>
              <a:ext uri="{FF2B5EF4-FFF2-40B4-BE49-F238E27FC236}">
                <a16:creationId xmlns:a16="http://schemas.microsoft.com/office/drawing/2014/main" id="{5F509301-3F23-9483-30E7-4122EF507F0E}"/>
              </a:ext>
            </a:extLst>
          </p:cNvPr>
          <p:cNvSpPr txBox="1"/>
          <p:nvPr/>
        </p:nvSpPr>
        <p:spPr>
          <a:xfrm>
            <a:off x="5404920" y="2210780"/>
            <a:ext cx="759350"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14Nov2024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68" name="OTLSHAPE_M_39ea6ebc19a94c9fab6ef5006c31df58_Shape">
            <a:extLst>
              <a:ext uri="{FF2B5EF4-FFF2-40B4-BE49-F238E27FC236}">
                <a16:creationId xmlns:a16="http://schemas.microsoft.com/office/drawing/2014/main" id="{F8E4245C-60A9-452A-79A3-9A15A4C6CFAA}"/>
              </a:ext>
            </a:extLst>
          </p:cNvPr>
          <p:cNvSpPr/>
          <p:nvPr>
            <p:custDataLst>
              <p:tags r:id="rId47"/>
            </p:custDataLst>
          </p:nvPr>
        </p:nvSpPr>
        <p:spPr bwMode="auto">
          <a:xfrm rot="16200000">
            <a:off x="5676822" y="2399848"/>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4" name="OTLSHAPE_M_39ea6ebc19a94c9fab6ef5006c31df58_Shape">
            <a:extLst>
              <a:ext uri="{FF2B5EF4-FFF2-40B4-BE49-F238E27FC236}">
                <a16:creationId xmlns:a16="http://schemas.microsoft.com/office/drawing/2014/main" id="{39525787-90FC-5A0D-3119-3153444985C8}"/>
              </a:ext>
            </a:extLst>
          </p:cNvPr>
          <p:cNvSpPr/>
          <p:nvPr>
            <p:custDataLst>
              <p:tags r:id="rId48"/>
            </p:custDataLst>
          </p:nvPr>
        </p:nvSpPr>
        <p:spPr bwMode="auto">
          <a:xfrm rot="16200000">
            <a:off x="5183885" y="2824996"/>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5" name="Rectangle 135">
            <a:extLst>
              <a:ext uri="{FF2B5EF4-FFF2-40B4-BE49-F238E27FC236}">
                <a16:creationId xmlns:a16="http://schemas.microsoft.com/office/drawing/2014/main" id="{0E477BB7-4607-E031-6F60-151AA351D4C6}"/>
              </a:ext>
            </a:extLst>
          </p:cNvPr>
          <p:cNvSpPr/>
          <p:nvPr/>
        </p:nvSpPr>
        <p:spPr>
          <a:xfrm>
            <a:off x="5073376" y="2837806"/>
            <a:ext cx="443918"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DBL</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6" name="OTLSHAPE_M_6b1a73d763be4fac8983a757de742681_Shape">
            <a:extLst>
              <a:ext uri="{FF2B5EF4-FFF2-40B4-BE49-F238E27FC236}">
                <a16:creationId xmlns:a16="http://schemas.microsoft.com/office/drawing/2014/main" id="{765277D6-4E52-9DAD-1BCB-6E33904756D5}"/>
              </a:ext>
            </a:extLst>
          </p:cNvPr>
          <p:cNvSpPr>
            <a:spLocks noChangeAspect="1"/>
          </p:cNvSpPr>
          <p:nvPr>
            <p:custDataLst>
              <p:tags r:id="rId49"/>
            </p:custDataLst>
          </p:nvPr>
        </p:nvSpPr>
        <p:spPr>
          <a:xfrm>
            <a:off x="4564380" y="2452231"/>
            <a:ext cx="91440" cy="107629"/>
          </a:xfrm>
          <a:prstGeom prst="diamond">
            <a:avLst/>
          </a:prstGeom>
          <a:solidFill>
            <a:srgbClr val="C0000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err="1">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endParaRPr>
          </a:p>
        </p:txBody>
      </p:sp>
      <p:sp>
        <p:nvSpPr>
          <p:cNvPr id="78" name="TextBox 77">
            <a:extLst>
              <a:ext uri="{FF2B5EF4-FFF2-40B4-BE49-F238E27FC236}">
                <a16:creationId xmlns:a16="http://schemas.microsoft.com/office/drawing/2014/main" id="{B2247C2E-C828-D01C-FA1A-50B2B2EA98E7}"/>
              </a:ext>
            </a:extLst>
          </p:cNvPr>
          <p:cNvSpPr txBox="1"/>
          <p:nvPr/>
        </p:nvSpPr>
        <p:spPr bwMode="gray">
          <a:xfrm>
            <a:off x="4671407" y="2442448"/>
            <a:ext cx="640080" cy="118494"/>
          </a:xfrm>
          <a:prstGeom prst="rect">
            <a:avLst/>
          </a:prstGeom>
          <a:solidFill>
            <a:schemeClr val="accent3">
              <a:lumMod val="90000"/>
            </a:schemeClr>
          </a:solid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Interim analysis</a:t>
            </a:r>
          </a:p>
        </p:txBody>
      </p:sp>
      <p:sp>
        <p:nvSpPr>
          <p:cNvPr id="80" name="TextBox 79">
            <a:extLst>
              <a:ext uri="{FF2B5EF4-FFF2-40B4-BE49-F238E27FC236}">
                <a16:creationId xmlns:a16="http://schemas.microsoft.com/office/drawing/2014/main" id="{754D7411-AB6F-E53C-2465-F22C94F23C34}"/>
              </a:ext>
            </a:extLst>
          </p:cNvPr>
          <p:cNvSpPr txBox="1"/>
          <p:nvPr/>
        </p:nvSpPr>
        <p:spPr>
          <a:xfrm>
            <a:off x="4200239" y="2396229"/>
            <a:ext cx="457200" cy="1828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19Mar</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1" name="TextBox 80">
            <a:extLst>
              <a:ext uri="{FF2B5EF4-FFF2-40B4-BE49-F238E27FC236}">
                <a16:creationId xmlns:a16="http://schemas.microsoft.com/office/drawing/2014/main" id="{0E1D2AAA-6DF8-CC71-E0E8-93B41B0AD64F}"/>
              </a:ext>
            </a:extLst>
          </p:cNvPr>
          <p:cNvSpPr txBox="1"/>
          <p:nvPr/>
        </p:nvSpPr>
        <p:spPr>
          <a:xfrm>
            <a:off x="5121097" y="2708911"/>
            <a:ext cx="614518"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Jul2024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82" name="OTLSHAPE_M_39ea6ebc19a94c9fab6ef5006c31df58_Shape">
            <a:extLst>
              <a:ext uri="{FF2B5EF4-FFF2-40B4-BE49-F238E27FC236}">
                <a16:creationId xmlns:a16="http://schemas.microsoft.com/office/drawing/2014/main" id="{5D21F0FC-9A6E-A12B-4CF3-0A2985CB702F}"/>
              </a:ext>
            </a:extLst>
          </p:cNvPr>
          <p:cNvSpPr/>
          <p:nvPr>
            <p:custDataLst>
              <p:tags r:id="rId50"/>
            </p:custDataLst>
          </p:nvPr>
        </p:nvSpPr>
        <p:spPr bwMode="auto">
          <a:xfrm rot="16200000">
            <a:off x="5327248" y="5614671"/>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06" name="Rectangle 135">
            <a:extLst>
              <a:ext uri="{FF2B5EF4-FFF2-40B4-BE49-F238E27FC236}">
                <a16:creationId xmlns:a16="http://schemas.microsoft.com/office/drawing/2014/main" id="{C9CAB8F5-0916-29D7-0F95-9C499CFC682D}"/>
              </a:ext>
            </a:extLst>
          </p:cNvPr>
          <p:cNvSpPr/>
          <p:nvPr/>
        </p:nvSpPr>
        <p:spPr>
          <a:xfrm>
            <a:off x="5220030" y="5659651"/>
            <a:ext cx="370322" cy="20774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DBL</a:t>
            </a:r>
            <a:endParaRPr kumimoji="0" lang="zh-CN" alt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136" name="TextBox 135">
            <a:extLst>
              <a:ext uri="{FF2B5EF4-FFF2-40B4-BE49-F238E27FC236}">
                <a16:creationId xmlns:a16="http://schemas.microsoft.com/office/drawing/2014/main" id="{6DB2883F-1E9E-E667-6AE0-5221E7D09E95}"/>
              </a:ext>
            </a:extLst>
          </p:cNvPr>
          <p:cNvSpPr txBox="1"/>
          <p:nvPr/>
        </p:nvSpPr>
        <p:spPr>
          <a:xfrm>
            <a:off x="4998964" y="5447889"/>
            <a:ext cx="939524" cy="2077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Sep2024</a:t>
            </a:r>
            <a:endParaRPr kumimoji="0" lang="en-US"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36" name="TextBox 146">
            <a:extLst>
              <a:ext uri="{FF2B5EF4-FFF2-40B4-BE49-F238E27FC236}">
                <a16:creationId xmlns:a16="http://schemas.microsoft.com/office/drawing/2014/main" id="{83F6BA2D-0E33-D2CD-BD2A-E84033CF098A}"/>
              </a:ext>
            </a:extLst>
          </p:cNvPr>
          <p:cNvSpPr txBox="1"/>
          <p:nvPr/>
        </p:nvSpPr>
        <p:spPr>
          <a:xfrm>
            <a:off x="258350" y="5308983"/>
            <a:ext cx="546409"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Ph2-1366.55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n=2/40</a:t>
            </a:r>
          </a:p>
        </p:txBody>
      </p:sp>
      <p:sp>
        <p:nvSpPr>
          <p:cNvPr id="10" name="文本框 9">
            <a:extLst>
              <a:ext uri="{FF2B5EF4-FFF2-40B4-BE49-F238E27FC236}">
                <a16:creationId xmlns:a16="http://schemas.microsoft.com/office/drawing/2014/main" id="{446C6AE3-325D-70A2-5A5D-1C99F541A39D}"/>
              </a:ext>
            </a:extLst>
          </p:cNvPr>
          <p:cNvSpPr txBox="1"/>
          <p:nvPr/>
        </p:nvSpPr>
        <p:spPr>
          <a:xfrm>
            <a:off x="6465319" y="1887628"/>
            <a:ext cx="3370203" cy="1691243"/>
          </a:xfrm>
          <a:prstGeom prst="roundRect">
            <a:avLst/>
          </a:prstGeom>
          <a:no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IA results of .21 </a:t>
            </a:r>
            <a:r>
              <a:rPr lang="en-US" altLang="zh-CN" sz="800">
                <a:solidFill>
                  <a:prstClr val="black"/>
                </a:solidFill>
                <a:ea typeface="等线" panose="02010600030101010101" pitchFamily="2" charset="-122"/>
                <a:cs typeface="Calibri" panose="020F0502020204030204" pitchFamily="34" charset="0"/>
              </a:rPr>
              <a:t>(CC-ARLD) to be released</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Development decision to be made in May HPSC</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BTD application pending</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Timeline of following milestones may be adjusted</a:t>
            </a:r>
          </a:p>
          <a:p>
            <a:pPr marL="72000" indent="-72000">
              <a:spcAft>
                <a:spcPts val="200"/>
              </a:spcAft>
              <a:buFont typeface="Arial" panose="020B0604020202020204" pitchFamily="34" charset="0"/>
              <a:buChar char="•"/>
              <a:defRPr/>
            </a:pPr>
            <a:r>
              <a:rPr lang="en-US" altLang="zh-CN" sz="800">
                <a:solidFill>
                  <a:prstClr val="black"/>
                </a:solidFill>
                <a:ea typeface="等线" panose="02010600030101010101" pitchFamily="2" charset="-122"/>
                <a:cs typeface="Calibri" panose="020F0502020204030204" pitchFamily="34" charset="0"/>
              </a:rPr>
              <a:t>HPSC endorsed </a:t>
            </a:r>
            <a:r>
              <a:rPr lang="en-US" altLang="zh-CN" sz="800" b="1">
                <a:solidFill>
                  <a:prstClr val="black"/>
                </a:solidFill>
                <a:ea typeface="等线" panose="02010600030101010101" pitchFamily="2" charset="-122"/>
                <a:cs typeface="Calibri" panose="020F0502020204030204" pitchFamily="34" charset="0"/>
              </a:rPr>
              <a:t>re-assessment of development in CKD </a:t>
            </a:r>
            <a:r>
              <a:rPr lang="en-US" altLang="zh-CN" sz="800">
                <a:solidFill>
                  <a:prstClr val="black"/>
                </a:solidFill>
                <a:ea typeface="等线" panose="02010600030101010101" pitchFamily="2" charset="-122"/>
                <a:cs typeface="Calibri" panose="020F0502020204030204" pitchFamily="34" charset="0"/>
              </a:rPr>
              <a:t>with focus on glomerular diseases</a:t>
            </a:r>
          </a:p>
          <a:p>
            <a:pPr marL="279450" lvl="1" indent="-171450">
              <a:spcAft>
                <a:spcPts val="200"/>
              </a:spcAft>
              <a:buFont typeface="Wingdings" panose="05000000000000000000" pitchFamily="2" charset="2"/>
              <a:buChar char="Ø"/>
              <a:defRPr/>
            </a:pPr>
            <a:r>
              <a:rPr lang="en-US" altLang="zh-CN" sz="800" err="1">
                <a:solidFill>
                  <a:prstClr val="black"/>
                </a:solidFill>
                <a:ea typeface="等线" panose="02010600030101010101" pitchFamily="2" charset="-122"/>
                <a:cs typeface="Calibri" panose="020F0502020204030204" pitchFamily="34" charset="0"/>
              </a:rPr>
              <a:t>PoCC</a:t>
            </a:r>
            <a:r>
              <a:rPr lang="en-US" altLang="zh-CN" sz="800">
                <a:solidFill>
                  <a:prstClr val="black"/>
                </a:solidFill>
                <a:ea typeface="等线" panose="02010600030101010101" pitchFamily="2" charset="-122"/>
                <a:cs typeface="Calibri" panose="020F0502020204030204" pitchFamily="34" charset="0"/>
              </a:rPr>
              <a:t> met in both Ph II CKD trials</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Targeting </a:t>
            </a:r>
            <a:r>
              <a:rPr lang="en-US" altLang="zh-CN" sz="800" err="1">
                <a:solidFill>
                  <a:prstClr val="black"/>
                </a:solidFill>
                <a:ea typeface="等线" panose="02010600030101010101" pitchFamily="2" charset="-122"/>
                <a:cs typeface="Calibri" panose="020F0502020204030204" pitchFamily="34" charset="0"/>
              </a:rPr>
              <a:t>niSOD</a:t>
            </a:r>
            <a:r>
              <a:rPr lang="en-US" altLang="zh-CN" sz="800">
                <a:solidFill>
                  <a:prstClr val="black"/>
                </a:solidFill>
                <a:ea typeface="等线" panose="02010600030101010101" pitchFamily="2" charset="-122"/>
                <a:cs typeface="Calibri" panose="020F0502020204030204" pitchFamily="34" charset="0"/>
              </a:rPr>
              <a:t> in Jun HPSC</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LSR achieved in .21 and .29 </a:t>
            </a:r>
            <a:r>
              <a:rPr lang="en-US" altLang="zh-CN" sz="800">
                <a:solidFill>
                  <a:prstClr val="black"/>
                </a:solidFill>
                <a:ea typeface="等线" panose="02010600030101010101" pitchFamily="2" charset="-122"/>
                <a:cs typeface="Calibri" panose="020F0502020204030204" pitchFamily="34" charset="0"/>
              </a:rPr>
              <a:t>(CC-ARLD, CC-MASH) in end Mar</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Enrollment of .55 </a:t>
            </a:r>
            <a:r>
              <a:rPr lang="en-US" altLang="zh-CN" sz="800">
                <a:solidFill>
                  <a:prstClr val="black"/>
                </a:solidFill>
                <a:ea typeface="等线" panose="02010600030101010101" pitchFamily="2" charset="-122"/>
                <a:cs typeface="Calibri" panose="020F0502020204030204" pitchFamily="34" charset="0"/>
              </a:rPr>
              <a:t>(</a:t>
            </a:r>
            <a:r>
              <a:rPr lang="en-US" altLang="zh-CN" sz="800" err="1">
                <a:solidFill>
                  <a:prstClr val="black"/>
                </a:solidFill>
                <a:ea typeface="等线" panose="02010600030101010101" pitchFamily="2" charset="-122"/>
                <a:cs typeface="Calibri" panose="020F0502020204030204" pitchFamily="34" charset="0"/>
              </a:rPr>
              <a:t>eDC</a:t>
            </a:r>
            <a:r>
              <a:rPr lang="en-US" altLang="zh-CN" sz="800">
                <a:solidFill>
                  <a:prstClr val="black"/>
                </a:solidFill>
                <a:ea typeface="等线" panose="02010600030101010101" pitchFamily="2" charset="-122"/>
                <a:cs typeface="Calibri" panose="020F0502020204030204" pitchFamily="34" charset="0"/>
              </a:rPr>
              <a:t>) extended from Mar to May</a:t>
            </a:r>
          </a:p>
        </p:txBody>
      </p:sp>
      <p:sp>
        <p:nvSpPr>
          <p:cNvPr id="12" name="五角星 55">
            <a:extLst>
              <a:ext uri="{FF2B5EF4-FFF2-40B4-BE49-F238E27FC236}">
                <a16:creationId xmlns:a16="http://schemas.microsoft.com/office/drawing/2014/main" id="{73A0BB2A-5D0D-D3CC-2C21-28584433A9BD}"/>
              </a:ext>
            </a:extLst>
          </p:cNvPr>
          <p:cNvSpPr/>
          <p:nvPr/>
        </p:nvSpPr>
        <p:spPr bwMode="auto">
          <a:xfrm>
            <a:off x="11211765" y="2491363"/>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69" name="OTLSHAPE_M_39ea6ebc19a94c9fab6ef5006c31df58_Title">
            <a:extLst>
              <a:ext uri="{FF2B5EF4-FFF2-40B4-BE49-F238E27FC236}">
                <a16:creationId xmlns:a16="http://schemas.microsoft.com/office/drawing/2014/main" id="{71313DF2-BD8C-AD15-3775-5680DB7B6F13}"/>
              </a:ext>
            </a:extLst>
          </p:cNvPr>
          <p:cNvSpPr txBox="1"/>
          <p:nvPr>
            <p:custDataLst>
              <p:tags r:id="rId51"/>
            </p:custDataLst>
          </p:nvPr>
        </p:nvSpPr>
        <p:spPr>
          <a:xfrm>
            <a:off x="10571697" y="2616983"/>
            <a:ext cx="1364885"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NDA sub/app (</a:t>
            </a:r>
            <a:r>
              <a:rPr lang="en-US" altLang="zh-CN" sz="750" b="1">
                <a:solidFill>
                  <a:srgbClr val="08312A">
                    <a:lumMod val="90000"/>
                    <a:lumOff val="10000"/>
                  </a:srgbClr>
                </a:solidFill>
                <a:latin typeface="Calibri"/>
                <a:cs typeface="Calibri"/>
              </a:rPr>
              <a:t>C</a:t>
            </a: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Jan/Oct 2030</a:t>
            </a:r>
            <a:endParaRPr kumimoji="0" lang="en-US" altLang="zh-CN" sz="75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endParaRPr>
          </a:p>
        </p:txBody>
      </p:sp>
      <p:sp>
        <p:nvSpPr>
          <p:cNvPr id="73" name="文本框 72">
            <a:extLst>
              <a:ext uri="{FF2B5EF4-FFF2-40B4-BE49-F238E27FC236}">
                <a16:creationId xmlns:a16="http://schemas.microsoft.com/office/drawing/2014/main" id="{3FEAA8EF-0E8B-51B4-BED6-9862EE757C7D}"/>
              </a:ext>
            </a:extLst>
          </p:cNvPr>
          <p:cNvSpPr txBox="1"/>
          <p:nvPr/>
        </p:nvSpPr>
        <p:spPr>
          <a:xfrm>
            <a:off x="6463839" y="5335980"/>
            <a:ext cx="3370203" cy="374571"/>
          </a:xfrm>
          <a:prstGeom prst="roundRect">
            <a:avLst/>
          </a:prstGeom>
          <a:noFill/>
          <a:ln>
            <a:solidFill>
              <a:srgbClr val="FF0000"/>
            </a:solidFill>
          </a:ln>
        </p:spPr>
        <p:txBody>
          <a:bodyPr wrap="square" rtlCol="0">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.55 (</a:t>
            </a:r>
            <a:r>
              <a:rPr lang="en-US" altLang="zh-CN" sz="800" err="1">
                <a:solidFill>
                  <a:prstClr val="black"/>
                </a:solidFill>
                <a:ea typeface="等线" panose="02010600030101010101" pitchFamily="2" charset="-122"/>
                <a:cs typeface="Calibri" panose="020F0502020204030204" pitchFamily="34" charset="0"/>
              </a:rPr>
              <a:t>eDC</a:t>
            </a:r>
            <a:r>
              <a:rPr lang="en-US" altLang="zh-CN" sz="800">
                <a:solidFill>
                  <a:prstClr val="black"/>
                </a:solidFill>
                <a:ea typeface="等线" panose="02010600030101010101" pitchFamily="2" charset="-122"/>
                <a:cs typeface="Calibri" panose="020F0502020204030204" pitchFamily="34" charset="0"/>
              </a:rPr>
              <a:t>) </a:t>
            </a:r>
            <a:r>
              <a:rPr lang="en-US" altLang="zh-CN" sz="800" b="1">
                <a:solidFill>
                  <a:prstClr val="black"/>
                </a:solidFill>
                <a:ea typeface="等线" panose="02010600030101010101" pitchFamily="2" charset="-122"/>
                <a:cs typeface="Calibri" panose="020F0502020204030204" pitchFamily="34" charset="0"/>
              </a:rPr>
              <a:t>Global First Subject Randomization </a:t>
            </a:r>
            <a:r>
              <a:rPr lang="en-US" altLang="zh-CN" sz="800">
                <a:solidFill>
                  <a:prstClr val="black"/>
                </a:solidFill>
                <a:ea typeface="等线" panose="02010600030101010101" pitchFamily="2" charset="-122"/>
                <a:cs typeface="Calibri" panose="020F0502020204030204" pitchFamily="34" charset="0"/>
              </a:rPr>
              <a:t>achieved in </a:t>
            </a:r>
            <a:r>
              <a:rPr lang="en-US" altLang="zh-CN" sz="800" err="1">
                <a:solidFill>
                  <a:prstClr val="black"/>
                </a:solidFill>
                <a:ea typeface="等线" panose="02010600030101010101" pitchFamily="2" charset="-122"/>
                <a:cs typeface="Calibri" panose="020F0502020204030204" pitchFamily="34" charset="0"/>
              </a:rPr>
              <a:t>Nanfang</a:t>
            </a:r>
            <a:r>
              <a:rPr lang="en-US" altLang="zh-CN" sz="800">
                <a:solidFill>
                  <a:prstClr val="black"/>
                </a:solidFill>
                <a:ea typeface="等线" panose="02010600030101010101" pitchFamily="2" charset="-122"/>
                <a:cs typeface="Calibri" panose="020F0502020204030204" pitchFamily="34" charset="0"/>
              </a:rPr>
              <a:t> Hospital  </a:t>
            </a:r>
          </a:p>
        </p:txBody>
      </p:sp>
      <p:sp>
        <p:nvSpPr>
          <p:cNvPr id="110" name="五角星 55">
            <a:extLst>
              <a:ext uri="{FF2B5EF4-FFF2-40B4-BE49-F238E27FC236}">
                <a16:creationId xmlns:a16="http://schemas.microsoft.com/office/drawing/2014/main" id="{78865124-8BC5-BD84-3144-0AF02F3617DA}"/>
              </a:ext>
            </a:extLst>
          </p:cNvPr>
          <p:cNvSpPr/>
          <p:nvPr/>
        </p:nvSpPr>
        <p:spPr bwMode="auto">
          <a:xfrm>
            <a:off x="11498985" y="4217350"/>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37" name="OTLSHAPE_M_39ea6ebc19a94c9fab6ef5006c31df58_Title">
            <a:extLst>
              <a:ext uri="{FF2B5EF4-FFF2-40B4-BE49-F238E27FC236}">
                <a16:creationId xmlns:a16="http://schemas.microsoft.com/office/drawing/2014/main" id="{AB115A59-A33F-0061-F4A9-19C5B40C0D9C}"/>
              </a:ext>
            </a:extLst>
          </p:cNvPr>
          <p:cNvSpPr txBox="1"/>
          <p:nvPr>
            <p:custDataLst>
              <p:tags r:id="rId52"/>
            </p:custDataLst>
          </p:nvPr>
        </p:nvSpPr>
        <p:spPr>
          <a:xfrm>
            <a:off x="10831550" y="4358636"/>
            <a:ext cx="1364885" cy="2308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NDA sub/app (CC)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8312A">
                    <a:lumMod val="90000"/>
                    <a:lumOff val="10000"/>
                  </a:srgbClr>
                </a:solidFill>
                <a:effectLst/>
                <a:uLnTx/>
                <a:uFillTx/>
                <a:latin typeface="Calibri"/>
                <a:ea typeface="+mn-ea"/>
                <a:cs typeface="Calibri"/>
              </a:rPr>
              <a:t>Feb 2030/May 2031</a:t>
            </a:r>
          </a:p>
        </p:txBody>
      </p:sp>
      <p:sp>
        <p:nvSpPr>
          <p:cNvPr id="154" name="文本框 153">
            <a:extLst>
              <a:ext uri="{FF2B5EF4-FFF2-40B4-BE49-F238E27FC236}">
                <a16:creationId xmlns:a16="http://schemas.microsoft.com/office/drawing/2014/main" id="{57CD4ACF-FE32-6E28-80F9-252DB2C26B18}"/>
              </a:ext>
            </a:extLst>
          </p:cNvPr>
          <p:cNvSpPr txBox="1"/>
          <p:nvPr/>
        </p:nvSpPr>
        <p:spPr bwMode="gray">
          <a:xfrm>
            <a:off x="10196549" y="2996887"/>
            <a:ext cx="832069" cy="157992"/>
          </a:xfrm>
          <a:prstGeom prst="rect">
            <a:avLst/>
          </a:prstGeom>
          <a:noFill/>
        </p:spPr>
        <p:txBody>
          <a:bodyPr wrap="square" lIns="0" tIns="0" rIns="0" bIns="0" rtlCol="0">
            <a:spAutoFit/>
          </a:bodyPr>
          <a:lstStyle/>
          <a:p>
            <a:pPr algn="l">
              <a:lnSpc>
                <a:spcPct val="140000"/>
              </a:lnSpc>
            </a:pPr>
            <a:r>
              <a:rPr lang="en-US" altLang="zh-CN" sz="800"/>
              <a:t>1366.30 (</a:t>
            </a:r>
            <a:r>
              <a:rPr lang="en-US" altLang="zh-CN" sz="800" err="1"/>
              <a:t>gPh</a:t>
            </a:r>
            <a:r>
              <a:rPr lang="en-US" altLang="zh-CN" sz="800"/>
              <a:t> III)</a:t>
            </a:r>
            <a:endParaRPr lang="zh-CN" altLang="en-US" sz="800"/>
          </a:p>
        </p:txBody>
      </p:sp>
      <p:sp>
        <p:nvSpPr>
          <p:cNvPr id="155" name="文本框 154">
            <a:extLst>
              <a:ext uri="{FF2B5EF4-FFF2-40B4-BE49-F238E27FC236}">
                <a16:creationId xmlns:a16="http://schemas.microsoft.com/office/drawing/2014/main" id="{AB36A372-E490-4D5A-69FE-989859E9A017}"/>
              </a:ext>
            </a:extLst>
          </p:cNvPr>
          <p:cNvSpPr txBox="1"/>
          <p:nvPr/>
        </p:nvSpPr>
        <p:spPr bwMode="gray">
          <a:xfrm>
            <a:off x="10401780" y="5208670"/>
            <a:ext cx="832069" cy="157992"/>
          </a:xfrm>
          <a:prstGeom prst="rect">
            <a:avLst/>
          </a:prstGeom>
          <a:noFill/>
        </p:spPr>
        <p:txBody>
          <a:bodyPr wrap="square" lIns="0" tIns="0" rIns="0" bIns="0" rtlCol="0">
            <a:spAutoFit/>
          </a:bodyPr>
          <a:lstStyle/>
          <a:p>
            <a:pPr algn="l">
              <a:lnSpc>
                <a:spcPct val="140000"/>
              </a:lnSpc>
            </a:pPr>
            <a:r>
              <a:rPr lang="en-US" altLang="zh-CN" sz="800"/>
              <a:t>1366.30 (</a:t>
            </a:r>
            <a:r>
              <a:rPr lang="en-US" altLang="zh-CN" sz="800" err="1"/>
              <a:t>gPh</a:t>
            </a:r>
            <a:r>
              <a:rPr lang="en-US" altLang="zh-CN" sz="800"/>
              <a:t> III)</a:t>
            </a:r>
            <a:endParaRPr lang="zh-CN" altLang="en-US" sz="800"/>
          </a:p>
        </p:txBody>
      </p:sp>
      <p:sp>
        <p:nvSpPr>
          <p:cNvPr id="156" name="文本框 155">
            <a:extLst>
              <a:ext uri="{FF2B5EF4-FFF2-40B4-BE49-F238E27FC236}">
                <a16:creationId xmlns:a16="http://schemas.microsoft.com/office/drawing/2014/main" id="{5E092CE7-A0BD-763C-A694-971E27BF82DB}"/>
              </a:ext>
            </a:extLst>
          </p:cNvPr>
          <p:cNvSpPr txBox="1"/>
          <p:nvPr/>
        </p:nvSpPr>
        <p:spPr bwMode="gray">
          <a:xfrm>
            <a:off x="10395951" y="2448200"/>
            <a:ext cx="832069" cy="157992"/>
          </a:xfrm>
          <a:prstGeom prst="rect">
            <a:avLst/>
          </a:prstGeom>
          <a:noFill/>
        </p:spPr>
        <p:txBody>
          <a:bodyPr wrap="square" lIns="0" tIns="0" rIns="0" bIns="0" rtlCol="0">
            <a:spAutoFit/>
          </a:bodyPr>
          <a:lstStyle/>
          <a:p>
            <a:pPr algn="l">
              <a:lnSpc>
                <a:spcPct val="140000"/>
              </a:lnSpc>
            </a:pPr>
            <a:r>
              <a:rPr lang="en-US" altLang="zh-CN" sz="800"/>
              <a:t>1366.27 (</a:t>
            </a:r>
            <a:r>
              <a:rPr lang="en-US" altLang="zh-CN" sz="800" err="1"/>
              <a:t>gPh</a:t>
            </a:r>
            <a:r>
              <a:rPr lang="en-US" altLang="zh-CN" sz="800"/>
              <a:t> III)</a:t>
            </a:r>
            <a:endParaRPr lang="zh-CN" altLang="en-US" sz="800"/>
          </a:p>
        </p:txBody>
      </p:sp>
      <p:sp>
        <p:nvSpPr>
          <p:cNvPr id="157" name="文本框 156">
            <a:extLst>
              <a:ext uri="{FF2B5EF4-FFF2-40B4-BE49-F238E27FC236}">
                <a16:creationId xmlns:a16="http://schemas.microsoft.com/office/drawing/2014/main" id="{8DBD91B9-E39F-2914-4884-816D624E7FBD}"/>
              </a:ext>
            </a:extLst>
          </p:cNvPr>
          <p:cNvSpPr txBox="1"/>
          <p:nvPr/>
        </p:nvSpPr>
        <p:spPr bwMode="gray">
          <a:xfrm>
            <a:off x="10676868" y="4170761"/>
            <a:ext cx="832069" cy="157992"/>
          </a:xfrm>
          <a:prstGeom prst="rect">
            <a:avLst/>
          </a:prstGeom>
          <a:noFill/>
        </p:spPr>
        <p:txBody>
          <a:bodyPr wrap="square" lIns="0" tIns="0" rIns="0" bIns="0" rtlCol="0">
            <a:spAutoFit/>
          </a:bodyPr>
          <a:lstStyle/>
          <a:p>
            <a:pPr algn="l">
              <a:lnSpc>
                <a:spcPct val="140000"/>
              </a:lnSpc>
            </a:pPr>
            <a:r>
              <a:rPr lang="en-US" altLang="zh-CN" sz="800"/>
              <a:t>1366.27 (</a:t>
            </a:r>
            <a:r>
              <a:rPr lang="en-US" altLang="zh-CN" sz="800" err="1"/>
              <a:t>gPh</a:t>
            </a:r>
            <a:r>
              <a:rPr lang="en-US" altLang="zh-CN" sz="800"/>
              <a:t> III)</a:t>
            </a:r>
            <a:endParaRPr lang="zh-CN" altLang="en-US" sz="800"/>
          </a:p>
        </p:txBody>
      </p:sp>
      <p:sp>
        <p:nvSpPr>
          <p:cNvPr id="158" name="文本框 157">
            <a:extLst>
              <a:ext uri="{FF2B5EF4-FFF2-40B4-BE49-F238E27FC236}">
                <a16:creationId xmlns:a16="http://schemas.microsoft.com/office/drawing/2014/main" id="{859CF1CF-0D8B-FFE4-6C8A-DE5A9A9B6D35}"/>
              </a:ext>
            </a:extLst>
          </p:cNvPr>
          <p:cNvSpPr txBox="1"/>
          <p:nvPr/>
        </p:nvSpPr>
        <p:spPr bwMode="gray">
          <a:xfrm>
            <a:off x="6164270" y="6116667"/>
            <a:ext cx="3158773" cy="847411"/>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altLang="zh-CN" sz="800">
                <a:solidFill>
                  <a:schemeClr val="bg2"/>
                </a:solidFill>
              </a:rPr>
              <a:t>ARLD: alcohol-related liver disease</a:t>
            </a:r>
          </a:p>
          <a:p>
            <a:pPr marL="180000" indent="-180000" algn="l">
              <a:lnSpc>
                <a:spcPct val="140000"/>
              </a:lnSpc>
              <a:buFont typeface="Arial" panose="020B0604020202020204" pitchFamily="34" charset="0"/>
              <a:buChar char="•"/>
            </a:pPr>
            <a:r>
              <a:rPr lang="en-US" altLang="zh-CN" sz="800">
                <a:solidFill>
                  <a:schemeClr val="bg2"/>
                </a:solidFill>
              </a:rPr>
              <a:t>CC: compensated cirrhosis</a:t>
            </a:r>
          </a:p>
          <a:p>
            <a:pPr marL="180000" indent="-180000" algn="l">
              <a:lnSpc>
                <a:spcPct val="140000"/>
              </a:lnSpc>
              <a:buFont typeface="Arial" panose="020B0604020202020204" pitchFamily="34" charset="0"/>
              <a:buChar char="•"/>
            </a:pPr>
            <a:r>
              <a:rPr lang="en-US" altLang="zh-CN" sz="800" err="1">
                <a:solidFill>
                  <a:schemeClr val="bg2"/>
                </a:solidFill>
              </a:rPr>
              <a:t>eDC</a:t>
            </a:r>
            <a:r>
              <a:rPr lang="en-US" altLang="zh-CN" sz="800">
                <a:solidFill>
                  <a:schemeClr val="bg2"/>
                </a:solidFill>
              </a:rPr>
              <a:t>: early decompensated cirrhosis</a:t>
            </a:r>
          </a:p>
          <a:p>
            <a:pPr marL="180000" indent="-180000" algn="l">
              <a:lnSpc>
                <a:spcPct val="140000"/>
              </a:lnSpc>
              <a:buFont typeface="Arial" panose="020B0604020202020204" pitchFamily="34" charset="0"/>
              <a:buChar char="•"/>
            </a:pPr>
            <a:r>
              <a:rPr lang="en-US" altLang="zh-CN" sz="800" err="1">
                <a:solidFill>
                  <a:schemeClr val="bg2"/>
                </a:solidFill>
              </a:rPr>
              <a:t>siSOD</a:t>
            </a:r>
            <a:r>
              <a:rPr lang="en-US" altLang="zh-CN" sz="800">
                <a:solidFill>
                  <a:schemeClr val="bg2"/>
                </a:solidFill>
              </a:rPr>
              <a:t>: new indication start of development</a:t>
            </a:r>
          </a:p>
          <a:p>
            <a:pPr marL="180000" indent="-180000" algn="l">
              <a:lnSpc>
                <a:spcPct val="140000"/>
              </a:lnSpc>
              <a:buFont typeface="Arial" panose="020B0604020202020204" pitchFamily="34" charset="0"/>
              <a:buChar char="•"/>
            </a:pPr>
            <a:endParaRPr lang="zh-CN" altLang="en-US" sz="800">
              <a:solidFill>
                <a:schemeClr val="bg2"/>
              </a:solidFill>
            </a:endParaRPr>
          </a:p>
        </p:txBody>
      </p:sp>
    </p:spTree>
    <p:extLst>
      <p:ext uri="{BB962C8B-B14F-4D97-AF65-F5344CB8AC3E}">
        <p14:creationId xmlns:p14="http://schemas.microsoft.com/office/powerpoint/2010/main" val="42882240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9A283-2124-3732-DD25-E507D1B49BD6}"/>
              </a:ext>
            </a:extLst>
          </p:cNvPr>
          <p:cNvSpPr>
            <a:spLocks noGrp="1"/>
          </p:cNvSpPr>
          <p:nvPr>
            <p:ph type="title"/>
          </p:nvPr>
        </p:nvSpPr>
        <p:spPr>
          <a:xfrm>
            <a:off x="559769" y="413921"/>
            <a:ext cx="11211800" cy="369332"/>
          </a:xfrm>
        </p:spPr>
        <p:txBody>
          <a:bodyPr vert="horz" wrap="square" lIns="0" tIns="0" rIns="0" bIns="0" rtlCol="0" anchor="t" anchorCtr="0">
            <a:noAutofit/>
          </a:bodyPr>
          <a:lstStyle/>
          <a:p>
            <a:r>
              <a:rPr lang="en-US" altLang="zh-CN" sz="2800"/>
              <a:t>1366.21 </a:t>
            </a:r>
            <a:r>
              <a:rPr lang="en-US" altLang="zh-CN" sz="2800" err="1"/>
              <a:t>sGCa</a:t>
            </a:r>
            <a:r>
              <a:rPr lang="en-US" altLang="zh-CN" sz="2800"/>
              <a:t>-CSPH/CC-ARLD e</a:t>
            </a:r>
            <a:r>
              <a:rPr lang="zh-CN" altLang="en-US" sz="2800"/>
              <a:t>nrollment -Global (cut off date: </a:t>
            </a:r>
            <a:r>
              <a:rPr lang="en-US" altLang="zh-CN" sz="2800"/>
              <a:t>15Apr</a:t>
            </a:r>
            <a:r>
              <a:rPr lang="zh-CN" altLang="en-US" sz="2800"/>
              <a:t>2024)</a:t>
            </a:r>
          </a:p>
        </p:txBody>
      </p:sp>
      <p:sp>
        <p:nvSpPr>
          <p:cNvPr id="7" name="文本框 6">
            <a:extLst>
              <a:ext uri="{FF2B5EF4-FFF2-40B4-BE49-F238E27FC236}">
                <a16:creationId xmlns:a16="http://schemas.microsoft.com/office/drawing/2014/main" id="{CD574263-DBF9-2AAB-859D-8D3348A8A47C}"/>
              </a:ext>
            </a:extLst>
          </p:cNvPr>
          <p:cNvSpPr txBox="1"/>
          <p:nvPr/>
        </p:nvSpPr>
        <p:spPr>
          <a:xfrm>
            <a:off x="659500" y="1012231"/>
            <a:ext cx="9442088"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3366"/>
                </a:solidFill>
                <a:effectLst/>
                <a:uLnTx/>
                <a:uFillTx/>
                <a:latin typeface="BISans"/>
                <a:ea typeface="+mn-ea"/>
                <a:cs typeface="+mn-cs"/>
              </a:rPr>
              <a:t>Global staus: </a:t>
            </a:r>
            <a:r>
              <a:rPr kumimoji="0" lang="en-US" altLang="zh-CN" sz="1400" b="0" i="0" u="none" strike="noStrike" kern="1200" cap="none" spc="0" normalizeH="0" baseline="0" noProof="0">
                <a:ln>
                  <a:noFill/>
                </a:ln>
                <a:solidFill>
                  <a:srgbClr val="003366"/>
                </a:solidFill>
                <a:effectLst/>
                <a:uLnTx/>
                <a:uFillTx/>
                <a:latin typeface="BISans"/>
                <a:ea typeface="+mn-lt"/>
                <a:cs typeface="+mn-cs"/>
              </a:rPr>
              <a:t>159 </a:t>
            </a:r>
            <a:r>
              <a:rPr kumimoji="0" lang="en-US" altLang="zh-CN" sz="1400" b="0" i="0" u="none" strike="noStrike" kern="1200" cap="none" spc="0" normalizeH="0" baseline="0" noProof="0">
                <a:ln>
                  <a:noFill/>
                </a:ln>
                <a:solidFill>
                  <a:srgbClr val="003366"/>
                </a:solidFill>
                <a:effectLst/>
                <a:uLnTx/>
                <a:uFillTx/>
                <a:latin typeface="BISans"/>
                <a:ea typeface="+mn-ea"/>
                <a:cs typeface="+mn-cs"/>
              </a:rPr>
              <a:t>pts screened, 80</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pts randomized, 7</a:t>
            </a:r>
            <a:r>
              <a:rPr kumimoji="0" lang="en-US" altLang="zh-CN" sz="1400" b="0" i="0" u="none" strike="noStrike" kern="1200" cap="none" spc="0" normalizeH="0" baseline="0" noProof="0">
                <a:ln>
                  <a:noFill/>
                </a:ln>
                <a:solidFill>
                  <a:srgbClr val="003366"/>
                </a:solidFill>
                <a:effectLst/>
                <a:uLnTx/>
                <a:uFillTx/>
                <a:latin typeface="BISans"/>
                <a:ea typeface="+mn-ea"/>
                <a:cs typeface="+mn-cs"/>
              </a:rPr>
              <a:t>9</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screened failure (SF </a:t>
            </a:r>
            <a:r>
              <a:rPr kumimoji="0" lang="en-US" altLang="zh-CN" sz="1400" b="0" i="0" u="none" strike="noStrike" kern="1200" cap="none" spc="0" normalizeH="0" baseline="0" noProof="0">
                <a:ln>
                  <a:noFill/>
                </a:ln>
                <a:solidFill>
                  <a:srgbClr val="003366"/>
                </a:solidFill>
                <a:effectLst/>
                <a:uLnTx/>
                <a:uFillTx/>
                <a:latin typeface="BISans"/>
                <a:ea typeface="+mn-ea"/>
                <a:cs typeface="+mn-cs"/>
              </a:rPr>
              <a:t>51</a:t>
            </a:r>
            <a:r>
              <a:rPr kumimoji="0" lang="zh-CN" altLang="en-US" sz="1400" b="0" i="0" u="none" strike="noStrike" kern="1200" cap="none" spc="0" normalizeH="0" baseline="0" noProof="0">
                <a:ln>
                  <a:noFill/>
                </a:ln>
                <a:solidFill>
                  <a:srgbClr val="003366"/>
                </a:solidFill>
                <a:effectLst/>
                <a:uLnTx/>
                <a:uFillTx/>
                <a:latin typeface="BISans"/>
                <a:ea typeface="+mn-ea"/>
                <a:cs typeface="+mn-cs"/>
              </a:rPr>
              <a:t>%)</a:t>
            </a:r>
            <a:endParaRPr kumimoji="0" lang="zh-CN" altLang="en-US" sz="1800" b="0" i="0" u="none" strike="noStrike" kern="1200" cap="none" spc="0" normalizeH="0" baseline="0" noProof="0">
              <a:ln>
                <a:noFill/>
              </a:ln>
              <a:solidFill>
                <a:prstClr val="black"/>
              </a:solidFill>
              <a:effectLst/>
              <a:uLnTx/>
              <a:uFillTx/>
              <a:latin typeface="BISans"/>
              <a:ea typeface="+mn-ea"/>
              <a:cs typeface="+mn-cs"/>
            </a:endParaRPr>
          </a:p>
        </p:txBody>
      </p:sp>
      <p:pic>
        <p:nvPicPr>
          <p:cNvPr id="9" name="图片 8">
            <a:extLst>
              <a:ext uri="{FF2B5EF4-FFF2-40B4-BE49-F238E27FC236}">
                <a16:creationId xmlns:a16="http://schemas.microsoft.com/office/drawing/2014/main" id="{4BDA137D-8225-239E-B545-CA254F1768FE}"/>
              </a:ext>
            </a:extLst>
          </p:cNvPr>
          <p:cNvPicPr>
            <a:picLocks noChangeAspect="1"/>
          </p:cNvPicPr>
          <p:nvPr/>
        </p:nvPicPr>
        <p:blipFill>
          <a:blip r:embed="rId2"/>
          <a:stretch>
            <a:fillRect/>
          </a:stretch>
        </p:blipFill>
        <p:spPr>
          <a:xfrm>
            <a:off x="659500" y="1350929"/>
            <a:ext cx="8771883" cy="4955417"/>
          </a:xfrm>
          <a:prstGeom prst="rect">
            <a:avLst/>
          </a:prstGeom>
        </p:spPr>
      </p:pic>
    </p:spTree>
    <p:extLst>
      <p:ext uri="{BB962C8B-B14F-4D97-AF65-F5344CB8AC3E}">
        <p14:creationId xmlns:p14="http://schemas.microsoft.com/office/powerpoint/2010/main" val="904909221"/>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9A283-2124-3732-DD25-E507D1B49BD6}"/>
              </a:ext>
            </a:extLst>
          </p:cNvPr>
          <p:cNvSpPr>
            <a:spLocks noGrp="1"/>
          </p:cNvSpPr>
          <p:nvPr>
            <p:ph type="title"/>
          </p:nvPr>
        </p:nvSpPr>
        <p:spPr>
          <a:xfrm>
            <a:off x="582650" y="377038"/>
            <a:ext cx="11211800" cy="369332"/>
          </a:xfrm>
        </p:spPr>
        <p:txBody>
          <a:bodyPr wrap="square" anchor="t">
            <a:normAutofit fontScale="90000"/>
          </a:bodyPr>
          <a:lstStyle/>
          <a:p>
            <a:r>
              <a:rPr lang="en-US" altLang="zh-CN" sz="2800"/>
              <a:t>1366.21 </a:t>
            </a:r>
            <a:r>
              <a:rPr lang="en-US" altLang="zh-CN" sz="2800" err="1"/>
              <a:t>sGCa</a:t>
            </a:r>
            <a:r>
              <a:rPr lang="en-US" altLang="zh-CN" sz="2800"/>
              <a:t>-CSPH/CC-ARLD e</a:t>
            </a:r>
            <a:r>
              <a:rPr lang="zh-CN" altLang="en-US" sz="2800"/>
              <a:t>nrollment </a:t>
            </a:r>
            <a:r>
              <a:rPr lang="en-US" altLang="zh-CN" sz="2800"/>
              <a:t>–China Mainland</a:t>
            </a:r>
            <a:r>
              <a:rPr lang="zh-CN" altLang="en-US" sz="2800"/>
              <a:t> (cut off date: </a:t>
            </a:r>
            <a:r>
              <a:rPr lang="en-US" altLang="zh-CN" sz="2800"/>
              <a:t>15Apr</a:t>
            </a:r>
            <a:r>
              <a:rPr lang="zh-CN" altLang="en-US" sz="2800"/>
              <a:t>2024)</a:t>
            </a:r>
          </a:p>
        </p:txBody>
      </p:sp>
      <p:sp>
        <p:nvSpPr>
          <p:cNvPr id="5" name="文本框 4">
            <a:extLst>
              <a:ext uri="{FF2B5EF4-FFF2-40B4-BE49-F238E27FC236}">
                <a16:creationId xmlns:a16="http://schemas.microsoft.com/office/drawing/2014/main" id="{A4808D9A-7C38-41CE-3828-7D3FCB16C646}"/>
              </a:ext>
            </a:extLst>
          </p:cNvPr>
          <p:cNvSpPr txBox="1"/>
          <p:nvPr/>
        </p:nvSpPr>
        <p:spPr>
          <a:xfrm>
            <a:off x="705120" y="939437"/>
            <a:ext cx="9256996"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3366"/>
                </a:solidFill>
                <a:effectLst/>
                <a:uLnTx/>
                <a:uFillTx/>
                <a:latin typeface="BISans"/>
                <a:ea typeface="+mn-ea"/>
                <a:cs typeface="+mn-cs"/>
              </a:rPr>
              <a:t>China staus:  </a:t>
            </a:r>
            <a:r>
              <a:rPr kumimoji="0" lang="en-US" sz="1400" b="0" i="0" u="none" strike="noStrike" kern="1200" cap="none" spc="0" normalizeH="0" baseline="0" noProof="0">
                <a:ln>
                  <a:noFill/>
                </a:ln>
                <a:solidFill>
                  <a:srgbClr val="003366"/>
                </a:solidFill>
                <a:effectLst/>
                <a:uLnTx/>
                <a:uFillTx/>
                <a:latin typeface="BISans"/>
                <a:ea typeface="+mn-ea"/>
                <a:cs typeface="+mn-cs"/>
              </a:rPr>
              <a:t>16</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a:t>
            </a:r>
            <a:r>
              <a:rPr kumimoji="0" lang="en-US" altLang="zh-CN" sz="1400" b="0" i="0" u="none" strike="noStrike" kern="1200" cap="none" spc="0" normalizeH="0" baseline="0" noProof="0">
                <a:ln>
                  <a:noFill/>
                </a:ln>
                <a:solidFill>
                  <a:srgbClr val="003366"/>
                </a:solidFill>
                <a:effectLst/>
                <a:uLnTx/>
                <a:uFillTx/>
                <a:latin typeface="BISans"/>
                <a:ea typeface="+mn-ea"/>
                <a:cs typeface="+mn-cs"/>
              </a:rPr>
              <a:t>pts</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a:t>
            </a:r>
            <a:r>
              <a:rPr kumimoji="0" lang="en-US" altLang="zh-CN" sz="1400" b="0" i="0" u="none" strike="noStrike" kern="1200" cap="none" spc="0" normalizeH="0" baseline="0" noProof="0">
                <a:ln>
                  <a:noFill/>
                </a:ln>
                <a:solidFill>
                  <a:srgbClr val="003366"/>
                </a:solidFill>
                <a:effectLst/>
                <a:uLnTx/>
                <a:uFillTx/>
                <a:latin typeface="BISans"/>
                <a:ea typeface="+mn-ea"/>
                <a:cs typeface="+mn-cs"/>
              </a:rPr>
              <a:t>screened,</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a:t>
            </a:r>
            <a:r>
              <a:rPr kumimoji="0" lang="en-US" altLang="zh-CN" sz="1400" b="0" i="0" u="none" strike="noStrike" kern="1200" cap="none" spc="0" normalizeH="0" baseline="0" noProof="0">
                <a:ln>
                  <a:noFill/>
                </a:ln>
                <a:solidFill>
                  <a:srgbClr val="003366"/>
                </a:solidFill>
                <a:effectLst/>
                <a:uLnTx/>
                <a:uFillTx/>
                <a:latin typeface="BISans"/>
                <a:ea typeface="+mn-ea"/>
                <a:cs typeface="+mn-cs"/>
              </a:rPr>
              <a:t>7</a:t>
            </a:r>
            <a:r>
              <a:rPr kumimoji="0" lang="zh-CN" altLang="en-US" sz="1400" b="0" i="0" u="none" strike="noStrike" kern="1200" cap="none" spc="0" normalizeH="0" baseline="0" noProof="0">
                <a:ln>
                  <a:noFill/>
                </a:ln>
                <a:solidFill>
                  <a:srgbClr val="003366"/>
                </a:solidFill>
                <a:effectLst/>
                <a:uLnTx/>
                <a:uFillTx/>
                <a:latin typeface="BISans"/>
                <a:ea typeface="+mn-ea"/>
                <a:cs typeface="+mn-cs"/>
              </a:rPr>
              <a:t> pts randomized, 9 pts screen failure (SF 56%)</a:t>
            </a:r>
            <a:endParaRPr kumimoji="0" lang="zh-CN" altLang="en-US" sz="1800" b="0" i="0" u="none" strike="noStrike" kern="1200" cap="none" spc="0" normalizeH="0" baseline="0" noProof="0">
              <a:ln>
                <a:noFill/>
              </a:ln>
              <a:solidFill>
                <a:srgbClr val="003366"/>
              </a:solidFill>
              <a:effectLst/>
              <a:uLnTx/>
              <a:uFillTx/>
              <a:latin typeface="BISans"/>
              <a:ea typeface="+mn-ea"/>
              <a:cs typeface="+mn-cs"/>
            </a:endParaRPr>
          </a:p>
        </p:txBody>
      </p:sp>
      <p:pic>
        <p:nvPicPr>
          <p:cNvPr id="6" name="图片 5">
            <a:extLst>
              <a:ext uri="{FF2B5EF4-FFF2-40B4-BE49-F238E27FC236}">
                <a16:creationId xmlns:a16="http://schemas.microsoft.com/office/drawing/2014/main" id="{DBFB36F8-B0A5-017A-5ED8-BA1D9C35B841}"/>
              </a:ext>
            </a:extLst>
          </p:cNvPr>
          <p:cNvPicPr>
            <a:picLocks noChangeAspect="1"/>
          </p:cNvPicPr>
          <p:nvPr/>
        </p:nvPicPr>
        <p:blipFill>
          <a:blip r:embed="rId2"/>
          <a:stretch>
            <a:fillRect/>
          </a:stretch>
        </p:blipFill>
        <p:spPr>
          <a:xfrm>
            <a:off x="705120" y="1347948"/>
            <a:ext cx="9503814" cy="4724492"/>
          </a:xfrm>
          <a:prstGeom prst="rect">
            <a:avLst/>
          </a:prstGeom>
        </p:spPr>
      </p:pic>
    </p:spTree>
    <p:extLst>
      <p:ext uri="{BB962C8B-B14F-4D97-AF65-F5344CB8AC3E}">
        <p14:creationId xmlns:p14="http://schemas.microsoft.com/office/powerpoint/2010/main" val="157320878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23FB5481-AF8F-2904-C5EF-20BA5F1A55FE}"/>
              </a:ext>
            </a:extLst>
          </p:cNvPr>
          <p:cNvPicPr>
            <a:picLocks noChangeAspect="1"/>
          </p:cNvPicPr>
          <p:nvPr/>
        </p:nvPicPr>
        <p:blipFill>
          <a:blip r:embed="rId3"/>
          <a:stretch>
            <a:fillRect/>
          </a:stretch>
        </p:blipFill>
        <p:spPr>
          <a:xfrm>
            <a:off x="1130461" y="1234700"/>
            <a:ext cx="9590412" cy="5370630"/>
          </a:xfrm>
          <a:prstGeom prst="rect">
            <a:avLst/>
          </a:prstGeom>
          <a:noFill/>
        </p:spPr>
      </p:pic>
      <p:sp>
        <p:nvSpPr>
          <p:cNvPr id="2" name="标题 1">
            <a:extLst>
              <a:ext uri="{FF2B5EF4-FFF2-40B4-BE49-F238E27FC236}">
                <a16:creationId xmlns:a16="http://schemas.microsoft.com/office/drawing/2014/main" id="{DA086923-866C-4B25-ACFB-6C1060EE647A}"/>
              </a:ext>
            </a:extLst>
          </p:cNvPr>
          <p:cNvSpPr>
            <a:spLocks noGrp="1"/>
          </p:cNvSpPr>
          <p:nvPr>
            <p:ph type="title"/>
          </p:nvPr>
        </p:nvSpPr>
        <p:spPr/>
        <p:txBody>
          <a:bodyPr wrap="square" anchor="t">
            <a:normAutofit/>
          </a:bodyPr>
          <a:lstStyle/>
          <a:p>
            <a:r>
              <a:rPr lang="en-US" altLang="zh-CN" sz="2400"/>
              <a:t>1366.21 </a:t>
            </a:r>
            <a:r>
              <a:rPr lang="en-US" altLang="zh-CN" sz="2400" err="1"/>
              <a:t>sGCa</a:t>
            </a:r>
            <a:r>
              <a:rPr lang="en-US" altLang="zh-CN" sz="2400"/>
              <a:t>-CSPH/CC-ARLD e</a:t>
            </a:r>
            <a:r>
              <a:rPr lang="zh-CN" altLang="en-US" sz="2400"/>
              <a:t>nrollment </a:t>
            </a:r>
            <a:r>
              <a:rPr lang="en-US" altLang="zh-CN" sz="2400"/>
              <a:t>–Taiwan </a:t>
            </a:r>
            <a:r>
              <a:rPr lang="zh-CN" altLang="en-US" sz="2400"/>
              <a:t>(cut off date: </a:t>
            </a:r>
            <a:r>
              <a:rPr lang="en-US" altLang="zh-CN" sz="2400"/>
              <a:t>15Apr</a:t>
            </a:r>
            <a:r>
              <a:rPr lang="zh-CN" altLang="en-US" sz="2400"/>
              <a:t>2024)</a:t>
            </a:r>
            <a:endParaRPr lang="zh-CN" altLang="en-US"/>
          </a:p>
        </p:txBody>
      </p:sp>
    </p:spTree>
    <p:extLst>
      <p:ext uri="{BB962C8B-B14F-4D97-AF65-F5344CB8AC3E}">
        <p14:creationId xmlns:p14="http://schemas.microsoft.com/office/powerpoint/2010/main" val="38629796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D97622-54C6-6CBA-C7F7-B0E0EF3CA1CA}"/>
              </a:ext>
            </a:extLst>
          </p:cNvPr>
          <p:cNvSpPr>
            <a:spLocks noGrp="1"/>
          </p:cNvSpPr>
          <p:nvPr>
            <p:ph type="title"/>
          </p:nvPr>
        </p:nvSpPr>
        <p:spPr>
          <a:xfrm>
            <a:off x="490100" y="387429"/>
            <a:ext cx="11211800" cy="369332"/>
          </a:xfrm>
        </p:spPr>
        <p:txBody>
          <a:bodyPr/>
          <a:lstStyle/>
          <a:p>
            <a:r>
              <a:rPr lang="en-US" altLang="zh-CN" sz="2400"/>
              <a:t>1366.29 </a:t>
            </a:r>
            <a:r>
              <a:rPr lang="en-US" altLang="zh-CN" sz="2400" err="1"/>
              <a:t>sGCa</a:t>
            </a:r>
            <a:r>
              <a:rPr lang="en-US" altLang="zh-CN" sz="2400"/>
              <a:t>-CSPH/CC-MASH e</a:t>
            </a:r>
            <a:r>
              <a:rPr lang="zh-CN" altLang="en-US" sz="2400"/>
              <a:t>nrollment </a:t>
            </a:r>
            <a:r>
              <a:rPr lang="en-US" altLang="zh-CN" sz="2400"/>
              <a:t>completion- Global </a:t>
            </a:r>
            <a:r>
              <a:rPr lang="zh-CN" altLang="en-US" sz="2400"/>
              <a:t>(cut off date: </a:t>
            </a:r>
            <a:r>
              <a:rPr lang="en-US" altLang="zh-CN"/>
              <a:t>28Mar</a:t>
            </a:r>
            <a:r>
              <a:rPr lang="zh-CN" altLang="en-US" sz="2400"/>
              <a:t>2024)</a:t>
            </a:r>
            <a:endParaRPr lang="zh-CN" altLang="en-US">
              <a:ea typeface="+mj-lt"/>
              <a:cs typeface="+mj-lt"/>
            </a:endParaRPr>
          </a:p>
        </p:txBody>
      </p:sp>
      <p:pic>
        <p:nvPicPr>
          <p:cNvPr id="5" name="图片 4" descr="图表, 直方图&#10;&#10;已自动生成说明">
            <a:extLst>
              <a:ext uri="{FF2B5EF4-FFF2-40B4-BE49-F238E27FC236}">
                <a16:creationId xmlns:a16="http://schemas.microsoft.com/office/drawing/2014/main" id="{8CE827F9-BCC7-E735-2256-CCDED53C2032}"/>
              </a:ext>
            </a:extLst>
          </p:cNvPr>
          <p:cNvPicPr>
            <a:picLocks noChangeAspect="1"/>
          </p:cNvPicPr>
          <p:nvPr/>
        </p:nvPicPr>
        <p:blipFill>
          <a:blip r:embed="rId2"/>
          <a:stretch>
            <a:fillRect/>
          </a:stretch>
        </p:blipFill>
        <p:spPr>
          <a:xfrm>
            <a:off x="973627" y="1124660"/>
            <a:ext cx="10292447" cy="4839777"/>
          </a:xfrm>
          <a:prstGeom prst="rect">
            <a:avLst/>
          </a:prstGeom>
        </p:spPr>
      </p:pic>
      <p:sp>
        <p:nvSpPr>
          <p:cNvPr id="4" name="TextBox 3">
            <a:extLst>
              <a:ext uri="{FF2B5EF4-FFF2-40B4-BE49-F238E27FC236}">
                <a16:creationId xmlns:a16="http://schemas.microsoft.com/office/drawing/2014/main" id="{FF9A81B7-B6D9-4AF0-657C-6BE8297198AF}"/>
              </a:ext>
            </a:extLst>
          </p:cNvPr>
          <p:cNvSpPr txBox="1"/>
          <p:nvPr/>
        </p:nvSpPr>
        <p:spPr>
          <a:xfrm>
            <a:off x="387997" y="1462233"/>
            <a:ext cx="3372872" cy="8309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36699"/>
                </a:solidFill>
                <a:effectLst/>
                <a:uLnTx/>
                <a:uFillTx/>
                <a:latin typeface="BISans"/>
                <a:ea typeface="+mn-ea"/>
                <a:cs typeface="+mn-cs"/>
              </a:rPr>
              <a:t>90randomized</a:t>
            </a:r>
            <a:endParaRPr kumimoji="0" lang="en-US" sz="2400" b="0" i="0" u="none" strike="noStrike" kern="1200" cap="none" spc="0" normalizeH="0" baseline="0" noProof="0">
              <a:ln>
                <a:noFill/>
              </a:ln>
              <a:solidFill>
                <a:prstClr val="black"/>
              </a:solidFill>
              <a:effectLst/>
              <a:uLnTx/>
              <a:uFillTx/>
              <a:latin typeface="BI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36699"/>
                </a:solidFill>
                <a:effectLst/>
                <a:uLnTx/>
                <a:uFillTx/>
                <a:latin typeface="BISans"/>
                <a:ea typeface="+mn-ea"/>
                <a:cs typeface="+mn-cs"/>
              </a:rPr>
              <a:t>210 screened </a:t>
            </a:r>
            <a:endParaRPr kumimoji="0" lang="en-US" sz="2400" b="0" i="0" u="none" strike="noStrike" kern="1200" cap="none" spc="0" normalizeH="0" baseline="0" noProof="0">
              <a:ln>
                <a:noFill/>
              </a:ln>
              <a:solidFill>
                <a:srgbClr val="000000"/>
              </a:solidFill>
              <a:effectLst/>
              <a:uLnTx/>
              <a:uFillTx/>
              <a:latin typeface="BI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36699"/>
                </a:solidFill>
                <a:effectLst/>
                <a:uLnTx/>
                <a:uFillTx/>
                <a:latin typeface="BISans"/>
                <a:ea typeface="+mn-ea"/>
                <a:cs typeface="+mn-cs"/>
              </a:rPr>
              <a:t>SF rate 57.1% </a:t>
            </a:r>
            <a:endParaRPr kumimoji="0" lang="en-US" sz="2400" b="0" i="0" u="none" strike="noStrike" kern="1200" cap="none" spc="0" normalizeH="0" baseline="0" noProof="0">
              <a:ln>
                <a:noFill/>
              </a:ln>
              <a:solidFill>
                <a:prstClr val="black"/>
              </a:solidFill>
              <a:effectLst/>
              <a:uLnTx/>
              <a:uFillTx/>
              <a:latin typeface="BISans"/>
              <a:ea typeface="+mn-ea"/>
              <a:cs typeface="+mn-cs"/>
            </a:endParaRPr>
          </a:p>
        </p:txBody>
      </p:sp>
    </p:spTree>
    <p:extLst>
      <p:ext uri="{BB962C8B-B14F-4D97-AF65-F5344CB8AC3E}">
        <p14:creationId xmlns:p14="http://schemas.microsoft.com/office/powerpoint/2010/main" val="3367972871"/>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表&#10;&#10;已自动生成说明">
            <a:extLst>
              <a:ext uri="{FF2B5EF4-FFF2-40B4-BE49-F238E27FC236}">
                <a16:creationId xmlns:a16="http://schemas.microsoft.com/office/drawing/2014/main" id="{1BA76AF1-8A5A-0C2A-9E77-A629DE96FA1F}"/>
              </a:ext>
            </a:extLst>
          </p:cNvPr>
          <p:cNvPicPr>
            <a:picLocks noChangeAspect="1"/>
          </p:cNvPicPr>
          <p:nvPr/>
        </p:nvPicPr>
        <p:blipFill>
          <a:blip r:embed="rId2"/>
          <a:stretch>
            <a:fillRect/>
          </a:stretch>
        </p:blipFill>
        <p:spPr>
          <a:xfrm>
            <a:off x="103481" y="864359"/>
            <a:ext cx="11985038" cy="5422043"/>
          </a:xfrm>
          <a:prstGeom prst="rect">
            <a:avLst/>
          </a:prstGeom>
        </p:spPr>
      </p:pic>
      <p:sp>
        <p:nvSpPr>
          <p:cNvPr id="2" name="标题 1">
            <a:extLst>
              <a:ext uri="{FF2B5EF4-FFF2-40B4-BE49-F238E27FC236}">
                <a16:creationId xmlns:a16="http://schemas.microsoft.com/office/drawing/2014/main" id="{4C45B68B-25C3-F3EF-4CDC-51B2ED2852CF}"/>
              </a:ext>
            </a:extLst>
          </p:cNvPr>
          <p:cNvSpPr>
            <a:spLocks noGrp="1"/>
          </p:cNvSpPr>
          <p:nvPr>
            <p:ph type="title"/>
          </p:nvPr>
        </p:nvSpPr>
        <p:spPr>
          <a:xfrm>
            <a:off x="559769" y="413921"/>
            <a:ext cx="11211800" cy="369332"/>
          </a:xfrm>
        </p:spPr>
        <p:txBody>
          <a:bodyPr vert="horz" wrap="square" lIns="0" tIns="0" rIns="0" bIns="0" rtlCol="0" anchor="t" anchorCtr="0">
            <a:noAutofit/>
          </a:bodyPr>
          <a:lstStyle/>
          <a:p>
            <a:r>
              <a:rPr lang="en-US" altLang="zh-CN" sz="2800"/>
              <a:t>1366.55 </a:t>
            </a:r>
            <a:r>
              <a:rPr lang="en-US" altLang="zh-CN" sz="2800" err="1"/>
              <a:t>sGCa</a:t>
            </a:r>
            <a:r>
              <a:rPr lang="en-US" altLang="zh-CN" sz="2800"/>
              <a:t>-CSPH/</a:t>
            </a:r>
            <a:r>
              <a:rPr lang="en-US" altLang="zh-CN" sz="2800" err="1"/>
              <a:t>eDC</a:t>
            </a:r>
            <a:r>
              <a:rPr lang="en-US" altLang="zh-CN" sz="2800"/>
              <a:t> e</a:t>
            </a:r>
            <a:r>
              <a:rPr lang="zh-CN" altLang="en-US" sz="2800"/>
              <a:t>nrollment </a:t>
            </a:r>
            <a:r>
              <a:rPr lang="en-US" altLang="zh-CN" sz="2800"/>
              <a:t>–</a:t>
            </a:r>
            <a:r>
              <a:rPr lang="zh-CN" altLang="en-US" sz="2800"/>
              <a:t>Global (cut off date: </a:t>
            </a:r>
            <a:r>
              <a:rPr lang="en-US" altLang="zh-CN" sz="2800"/>
              <a:t>10Apr</a:t>
            </a:r>
            <a:r>
              <a:rPr lang="zh-CN" altLang="en-US" sz="2800"/>
              <a:t>2024)</a:t>
            </a:r>
          </a:p>
        </p:txBody>
      </p:sp>
    </p:spTree>
    <p:extLst>
      <p:ext uri="{BB962C8B-B14F-4D97-AF65-F5344CB8AC3E}">
        <p14:creationId xmlns:p14="http://schemas.microsoft.com/office/powerpoint/2010/main" val="318730151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19590C1-D178-DC20-80F9-3D2FC0AE2820}"/>
              </a:ext>
            </a:extLst>
          </p:cNvPr>
          <p:cNvPicPr>
            <a:picLocks noChangeAspect="1"/>
          </p:cNvPicPr>
          <p:nvPr/>
        </p:nvPicPr>
        <p:blipFill>
          <a:blip r:embed="rId2"/>
          <a:stretch>
            <a:fillRect/>
          </a:stretch>
        </p:blipFill>
        <p:spPr>
          <a:xfrm>
            <a:off x="150519" y="785758"/>
            <a:ext cx="11868386" cy="5145751"/>
          </a:xfrm>
          <a:prstGeom prst="rect">
            <a:avLst/>
          </a:prstGeom>
        </p:spPr>
      </p:pic>
      <p:sp>
        <p:nvSpPr>
          <p:cNvPr id="2" name="标题 1">
            <a:extLst>
              <a:ext uri="{FF2B5EF4-FFF2-40B4-BE49-F238E27FC236}">
                <a16:creationId xmlns:a16="http://schemas.microsoft.com/office/drawing/2014/main" id="{6D45E95C-25AF-8369-112A-99DC15861065}"/>
              </a:ext>
            </a:extLst>
          </p:cNvPr>
          <p:cNvSpPr>
            <a:spLocks noGrp="1"/>
          </p:cNvSpPr>
          <p:nvPr>
            <p:ph type="title"/>
          </p:nvPr>
        </p:nvSpPr>
        <p:spPr>
          <a:xfrm>
            <a:off x="559769" y="413921"/>
            <a:ext cx="11211800" cy="369332"/>
          </a:xfrm>
        </p:spPr>
        <p:txBody>
          <a:bodyPr vert="horz" wrap="square" lIns="0" tIns="0" rIns="0" bIns="0" rtlCol="0" anchor="t" anchorCtr="0">
            <a:noAutofit/>
          </a:bodyPr>
          <a:lstStyle/>
          <a:p>
            <a:r>
              <a:rPr lang="en-US" altLang="zh-CN" sz="2800"/>
              <a:t>1366.55 </a:t>
            </a:r>
            <a:r>
              <a:rPr lang="en-US" altLang="zh-CN" sz="2800" err="1"/>
              <a:t>sGCa</a:t>
            </a:r>
            <a:r>
              <a:rPr lang="en-US" altLang="zh-CN" sz="2800"/>
              <a:t>-CSPH/</a:t>
            </a:r>
            <a:r>
              <a:rPr lang="en-US" altLang="zh-CN" sz="2800" err="1"/>
              <a:t>eDC</a:t>
            </a:r>
            <a:r>
              <a:rPr lang="en-US" altLang="zh-CN" sz="2800"/>
              <a:t> e</a:t>
            </a:r>
            <a:r>
              <a:rPr lang="zh-CN" altLang="en-US" sz="2800"/>
              <a:t>nrollment -</a:t>
            </a:r>
            <a:r>
              <a:rPr lang="en-US" altLang="zh-CN" sz="2800"/>
              <a:t>China</a:t>
            </a:r>
            <a:r>
              <a:rPr lang="zh-CN" altLang="en-US" sz="2800"/>
              <a:t> (cut off date: </a:t>
            </a:r>
            <a:r>
              <a:rPr lang="en-US" altLang="zh-CN" sz="2800"/>
              <a:t>10Apr</a:t>
            </a:r>
            <a:r>
              <a:rPr lang="zh-CN" altLang="en-US" sz="2800"/>
              <a:t>2024)</a:t>
            </a:r>
          </a:p>
        </p:txBody>
      </p:sp>
      <p:pic>
        <p:nvPicPr>
          <p:cNvPr id="8" name="图片 7">
            <a:extLst>
              <a:ext uri="{FF2B5EF4-FFF2-40B4-BE49-F238E27FC236}">
                <a16:creationId xmlns:a16="http://schemas.microsoft.com/office/drawing/2014/main" id="{7AC4F3C5-7A18-617E-F518-E5B5BABBFA93}"/>
              </a:ext>
            </a:extLst>
          </p:cNvPr>
          <p:cNvPicPr>
            <a:picLocks noChangeAspect="1"/>
          </p:cNvPicPr>
          <p:nvPr/>
        </p:nvPicPr>
        <p:blipFill>
          <a:blip r:embed="rId3"/>
          <a:stretch>
            <a:fillRect/>
          </a:stretch>
        </p:blipFill>
        <p:spPr>
          <a:xfrm>
            <a:off x="3793658" y="2455819"/>
            <a:ext cx="98181" cy="180000"/>
          </a:xfrm>
          <a:prstGeom prst="rect">
            <a:avLst/>
          </a:prstGeom>
        </p:spPr>
      </p:pic>
    </p:spTree>
    <p:extLst>
      <p:ext uri="{BB962C8B-B14F-4D97-AF65-F5344CB8AC3E}">
        <p14:creationId xmlns:p14="http://schemas.microsoft.com/office/powerpoint/2010/main" val="1464325467"/>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t>BI 764198 (TRPC6 inhibitor)</a:t>
            </a:r>
          </a:p>
        </p:txBody>
      </p:sp>
      <p:sp>
        <p:nvSpPr>
          <p:cNvPr id="3" name="Subtitle 2">
            <a:extLst>
              <a:ext uri="{FF2B5EF4-FFF2-40B4-BE49-F238E27FC236}">
                <a16:creationId xmlns:a16="http://schemas.microsoft.com/office/drawing/2014/main" id="{7E84BB9D-A560-B107-D02C-6E613DA594C3}"/>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55</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13821176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14F65-1020-B018-474D-629D1E02C4C5}"/>
              </a:ext>
            </a:extLst>
          </p:cNvPr>
          <p:cNvSpPr>
            <a:spLocks noGrp="1"/>
          </p:cNvSpPr>
          <p:nvPr>
            <p:ph type="title"/>
          </p:nvPr>
        </p:nvSpPr>
        <p:spPr/>
        <p:txBody>
          <a:bodyPr/>
          <a:lstStyle/>
          <a:p>
            <a:pPr marL="0" marR="0" lvl="0" indent="0" defTabSz="914400" rtl="0" eaLnBrk="1" fontAlgn="auto" latinLnBrk="0" hangingPunct="1">
              <a:lnSpc>
                <a:spcPct val="100000"/>
              </a:lnSpc>
              <a:spcBef>
                <a:spcPts val="0"/>
              </a:spcBef>
              <a:spcAft>
                <a:spcPts val="0"/>
              </a:spcAft>
              <a:tabLst/>
              <a:defRPr/>
            </a:pPr>
            <a:r>
              <a:rPr lang="en-US" sz="2000" u="sng">
                <a:solidFill>
                  <a:schemeClr val="accent1">
                    <a:lumMod val="90000"/>
                    <a:lumOff val="10000"/>
                  </a:schemeClr>
                </a:solidFill>
                <a:cs typeface="Calibri" panose="020F0502020204030204" pitchFamily="34" charset="0"/>
              </a:rPr>
              <a:t>Ongoing:</a:t>
            </a:r>
            <a:br>
              <a:rPr lang="en-US" sz="2000" u="sng">
                <a:solidFill>
                  <a:schemeClr val="accent1">
                    <a:lumMod val="90000"/>
                    <a:lumOff val="10000"/>
                  </a:schemeClr>
                </a:solidFill>
                <a:cs typeface="Calibri" panose="020F0502020204030204" pitchFamily="34" charset="0"/>
              </a:rPr>
            </a:br>
            <a:r>
              <a:rPr lang="en-US" sz="2000">
                <a:solidFill>
                  <a:schemeClr val="accent1">
                    <a:lumMod val="90000"/>
                    <a:lumOff val="10000"/>
                  </a:schemeClr>
                </a:solidFill>
                <a:cs typeface="Calibri" panose="020F0502020204030204" pitchFamily="34" charset="0"/>
              </a:rPr>
              <a:t>BI 764198 (TRPC6 inhibitor): FSGS (Focal Segmental Glomerulosclerosis)</a:t>
            </a:r>
            <a:br>
              <a:rPr lang="en-US" sz="2000" u="sng">
                <a:solidFill>
                  <a:schemeClr val="accent1">
                    <a:lumMod val="90000"/>
                    <a:lumOff val="10000"/>
                  </a:schemeClr>
                </a:solidFill>
                <a:cs typeface="Calibri" panose="020F0502020204030204" pitchFamily="34" charset="0"/>
              </a:rPr>
            </a:br>
            <a:endParaRPr lang="en-US" sz="2000" u="sng">
              <a:solidFill>
                <a:schemeClr val="accent1">
                  <a:lumMod val="90000"/>
                  <a:lumOff val="10000"/>
                </a:schemeClr>
              </a:solidFill>
              <a:cs typeface="Calibri" panose="020F0502020204030204" pitchFamily="34" charset="0"/>
            </a:endParaRPr>
          </a:p>
        </p:txBody>
      </p:sp>
      <p:sp>
        <p:nvSpPr>
          <p:cNvPr id="3" name="Text Placeholder 2">
            <a:extLst>
              <a:ext uri="{FF2B5EF4-FFF2-40B4-BE49-F238E27FC236}">
                <a16:creationId xmlns:a16="http://schemas.microsoft.com/office/drawing/2014/main" id="{BC600613-C7A4-864E-4546-6B03A0A8B877}"/>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65AA60DC-1AEC-C627-F73F-2BBEE6515463}"/>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239B996B-9BFD-C56D-923D-5DFF23E00BA2}"/>
              </a:ext>
            </a:extLst>
          </p:cNvPr>
          <p:cNvSpPr>
            <a:spLocks noGrp="1"/>
          </p:cNvSpPr>
          <p:nvPr>
            <p:ph type="sldNum" sz="quarter" idx="11"/>
          </p:nvPr>
        </p:nvSpPr>
        <p:spPr/>
        <p:txBody>
          <a:bodyPr/>
          <a:lstStyle/>
          <a:p>
            <a:fld id="{8FF9B0DE-3FEB-4AA0-B465-B80EF7C1333D}" type="slidenum">
              <a:rPr lang="en-US" smtClean="0"/>
              <a:pPr/>
              <a:t>56</a:t>
            </a:fld>
            <a:endParaRPr lang="en-US"/>
          </a:p>
        </p:txBody>
      </p:sp>
      <p:sp>
        <p:nvSpPr>
          <p:cNvPr id="6" name="OTLSHAPE_T_e17f3958430f4cff8650518c93c7635e_Shape">
            <a:extLst>
              <a:ext uri="{FF2B5EF4-FFF2-40B4-BE49-F238E27FC236}">
                <a16:creationId xmlns:a16="http://schemas.microsoft.com/office/drawing/2014/main" id="{A445ABEC-0459-CA92-42FA-8F662CB0382C}"/>
              </a:ext>
            </a:extLst>
          </p:cNvPr>
          <p:cNvSpPr/>
          <p:nvPr>
            <p:custDataLst>
              <p:tags r:id="rId1"/>
            </p:custDataLst>
          </p:nvPr>
        </p:nvSpPr>
        <p:spPr bwMode="auto">
          <a:xfrm>
            <a:off x="1249680" y="4038600"/>
            <a:ext cx="640080" cy="252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600" b="1">
                <a:latin typeface="Calibri" panose="020F0502020204030204" pitchFamily="34" charset="0"/>
                <a:cs typeface="Calibri" panose="020F0502020204030204" pitchFamily="34" charset="0"/>
              </a:rPr>
              <a:t>CTA review + EC +HGRAC </a:t>
            </a:r>
          </a:p>
          <a:p>
            <a:pPr algn="ctr" eaLnBrk="0" fontAlgn="base" hangingPunct="0">
              <a:spcBef>
                <a:spcPct val="0"/>
              </a:spcBef>
              <a:spcAft>
                <a:spcPct val="0"/>
              </a:spcAft>
            </a:pPr>
            <a:r>
              <a:rPr lang="en-US" altLang="zh-CN" sz="600" b="1">
                <a:latin typeface="Calibri" panose="020F0502020204030204" pitchFamily="34" charset="0"/>
                <a:cs typeface="Calibri" panose="020F0502020204030204" pitchFamily="34" charset="0"/>
              </a:rPr>
              <a:t>+ 1</a:t>
            </a:r>
            <a:r>
              <a:rPr lang="en-US" altLang="zh-CN" sz="600" b="1" baseline="30000">
                <a:latin typeface="Calibri" panose="020F0502020204030204" pitchFamily="34" charset="0"/>
                <a:cs typeface="Calibri" panose="020F0502020204030204" pitchFamily="34" charset="0"/>
              </a:rPr>
              <a:t>st</a:t>
            </a:r>
            <a:r>
              <a:rPr lang="en-US" altLang="zh-CN" sz="600" b="1">
                <a:latin typeface="Calibri" panose="020F0502020204030204" pitchFamily="34" charset="0"/>
                <a:cs typeface="Calibri" panose="020F0502020204030204" pitchFamily="34" charset="0"/>
              </a:rPr>
              <a:t> SIV (</a:t>
            </a:r>
            <a:r>
              <a:rPr lang="en-US" altLang="zh-CN" sz="600" b="1">
                <a:solidFill>
                  <a:srgbClr val="C00000"/>
                </a:solidFill>
                <a:latin typeface="Calibri" panose="020F0502020204030204" pitchFamily="34" charset="0"/>
                <a:cs typeface="Calibri" panose="020F0502020204030204" pitchFamily="34" charset="0"/>
              </a:rPr>
              <a:t>8.5 </a:t>
            </a:r>
            <a:r>
              <a:rPr lang="en-US" altLang="zh-CN" sz="600" b="1">
                <a:latin typeface="Calibri" panose="020F0502020204030204" pitchFamily="34" charset="0"/>
                <a:cs typeface="Calibri" panose="020F0502020204030204" pitchFamily="34" charset="0"/>
              </a:rPr>
              <a:t>M)</a:t>
            </a:r>
            <a:endParaRPr lang="zh-CN" altLang="en-US" sz="600" b="1">
              <a:latin typeface="Calibri" panose="020F0502020204030204" pitchFamily="34" charset="0"/>
              <a:cs typeface="Calibri" panose="020F0502020204030204" pitchFamily="34" charset="0"/>
            </a:endParaRPr>
          </a:p>
        </p:txBody>
      </p:sp>
      <p:sp>
        <p:nvSpPr>
          <p:cNvPr id="7" name="OTLSHAPE_T_e17f3958430f4cff8650518c93c7635e_Shape">
            <a:extLst>
              <a:ext uri="{FF2B5EF4-FFF2-40B4-BE49-F238E27FC236}">
                <a16:creationId xmlns:a16="http://schemas.microsoft.com/office/drawing/2014/main" id="{2251968C-1B2C-7CAC-F8F8-7BFA8EC9D847}"/>
              </a:ext>
            </a:extLst>
          </p:cNvPr>
          <p:cNvSpPr/>
          <p:nvPr>
            <p:custDataLst>
              <p:tags r:id="rId2"/>
            </p:custDataLst>
          </p:nvPr>
        </p:nvSpPr>
        <p:spPr bwMode="auto">
          <a:xfrm>
            <a:off x="1878151" y="4042856"/>
            <a:ext cx="246888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700" b="1">
                <a:solidFill>
                  <a:srgbClr val="002060"/>
                </a:solidFill>
                <a:latin typeface="Calibri" panose="020F0502020204030204" pitchFamily="34" charset="0"/>
                <a:cs typeface="Calibri" panose="020F0502020204030204" pitchFamily="34" charset="0"/>
              </a:rPr>
              <a:t>N= </a:t>
            </a:r>
            <a:r>
              <a:rPr lang="en-US" altLang="zh-CN" sz="700" b="1">
                <a:solidFill>
                  <a:srgbClr val="C00000"/>
                </a:solidFill>
                <a:latin typeface="Calibri" panose="020F0502020204030204" pitchFamily="34" charset="0"/>
                <a:cs typeface="Calibri" panose="020F0502020204030204" pitchFamily="34" charset="0"/>
              </a:rPr>
              <a:t>5</a:t>
            </a:r>
            <a:r>
              <a:rPr lang="en-US" altLang="zh-CN" sz="700" b="1">
                <a:solidFill>
                  <a:srgbClr val="002060"/>
                </a:solidFill>
                <a:latin typeface="Calibri" panose="020F0502020204030204" pitchFamily="34" charset="0"/>
                <a:cs typeface="Calibri" panose="020F0502020204030204" pitchFamily="34" charset="0"/>
              </a:rPr>
              <a:t>/3 (China)</a:t>
            </a:r>
            <a:endParaRPr lang="zh-CN" altLang="en-US" sz="700" b="1">
              <a:solidFill>
                <a:srgbClr val="002060"/>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5B2FE8D-FA8C-C26C-136B-11F4AE9A9434}"/>
              </a:ext>
            </a:extLst>
          </p:cNvPr>
          <p:cNvSpPr txBox="1"/>
          <p:nvPr/>
        </p:nvSpPr>
        <p:spPr>
          <a:xfrm>
            <a:off x="1500983" y="3117315"/>
            <a:ext cx="881156" cy="246221"/>
          </a:xfrm>
          <a:prstGeom prst="rect">
            <a:avLst/>
          </a:prstGeom>
          <a:noFill/>
        </p:spPr>
        <p:txBody>
          <a:bodyPr wrap="square" lIns="0" tIns="0" rIns="0" bIns="0" rtlCol="0">
            <a:spAutoFit/>
          </a:bodyPr>
          <a:lstStyle/>
          <a:p>
            <a:pPr algn="ctr"/>
            <a:r>
              <a:rPr lang="en-US" sz="800" b="1">
                <a:solidFill>
                  <a:srgbClr val="FF9900"/>
                </a:solidFill>
              </a:rPr>
              <a:t>China participation decision in Mar</a:t>
            </a:r>
          </a:p>
        </p:txBody>
      </p:sp>
      <p:sp>
        <p:nvSpPr>
          <p:cNvPr id="9" name="OTLSHAPE_M_6b1a73d763be4fac8983a757de742681_Shape">
            <a:extLst>
              <a:ext uri="{FF2B5EF4-FFF2-40B4-BE49-F238E27FC236}">
                <a16:creationId xmlns:a16="http://schemas.microsoft.com/office/drawing/2014/main" id="{C9513DE5-DCE7-1D18-1A17-AC9CE8581EA7}"/>
              </a:ext>
            </a:extLst>
          </p:cNvPr>
          <p:cNvSpPr/>
          <p:nvPr>
            <p:custDataLst>
              <p:tags r:id="rId3"/>
            </p:custDataLst>
          </p:nvPr>
        </p:nvSpPr>
        <p:spPr>
          <a:xfrm>
            <a:off x="1290002" y="3212589"/>
            <a:ext cx="108000" cy="144000"/>
          </a:xfrm>
          <a:prstGeom prst="diamond">
            <a:avLst/>
          </a:prstGeom>
          <a:solidFill>
            <a:srgbClr val="FF990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10" name="OTLSHAPE_T_e17f3958430f4cff8650518c93c7635e_StartDate">
            <a:extLst>
              <a:ext uri="{FF2B5EF4-FFF2-40B4-BE49-F238E27FC236}">
                <a16:creationId xmlns:a16="http://schemas.microsoft.com/office/drawing/2014/main" id="{4D05388D-62A2-A40E-EFE1-347A42BCF937}"/>
              </a:ext>
            </a:extLst>
          </p:cNvPr>
          <p:cNvSpPr txBox="1"/>
          <p:nvPr>
            <p:custDataLst>
              <p:tags r:id="rId4"/>
            </p:custDataLst>
          </p:nvPr>
        </p:nvSpPr>
        <p:spPr>
          <a:xfrm>
            <a:off x="1663119" y="3831738"/>
            <a:ext cx="674451" cy="123111"/>
          </a:xfrm>
          <a:prstGeom prst="rect">
            <a:avLst/>
          </a:prstGeom>
          <a:noFill/>
        </p:spPr>
        <p:txBody>
          <a:bodyPr vert="horz" wrap="square" lIns="0" tIns="0" rIns="0" bIns="0" rtlCol="0" anchor="ctr" anchorCtr="0">
            <a:spAutoFit/>
          </a:bodyPr>
          <a:lstStyle/>
          <a:p>
            <a:pPr algn="ctr"/>
            <a:r>
              <a:rPr lang="en-US" altLang="zh-CN" sz="800" b="1">
                <a:solidFill>
                  <a:schemeClr val="accent2">
                    <a:lumMod val="50000"/>
                  </a:schemeClr>
                </a:solidFill>
                <a:latin typeface="Calibri"/>
                <a:cs typeface="Calibri"/>
              </a:rPr>
              <a:t>27Feb2023</a:t>
            </a:r>
          </a:p>
        </p:txBody>
      </p:sp>
      <p:sp>
        <p:nvSpPr>
          <p:cNvPr id="11" name="Rectangle 10">
            <a:extLst>
              <a:ext uri="{FF2B5EF4-FFF2-40B4-BE49-F238E27FC236}">
                <a16:creationId xmlns:a16="http://schemas.microsoft.com/office/drawing/2014/main" id="{8B6E1F75-13D0-EDDD-02AC-464DA588A0D3}"/>
              </a:ext>
            </a:extLst>
          </p:cNvPr>
          <p:cNvSpPr/>
          <p:nvPr/>
        </p:nvSpPr>
        <p:spPr>
          <a:xfrm>
            <a:off x="1655174" y="4404777"/>
            <a:ext cx="445955" cy="215444"/>
          </a:xfrm>
          <a:prstGeom prst="rect">
            <a:avLst/>
          </a:prstGeom>
        </p:spPr>
        <p:txBody>
          <a:bodyPr wrap="none">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1</a:t>
            </a:r>
            <a:r>
              <a:rPr lang="en-US" altLang="zh-CN" sz="800" b="1" baseline="30000">
                <a:solidFill>
                  <a:schemeClr val="accent2">
                    <a:lumMod val="50000"/>
                  </a:schemeClr>
                </a:solidFill>
                <a:latin typeface="Calibri" panose="020F0502020204030204" pitchFamily="34" charset="0"/>
                <a:cs typeface="Calibri" panose="020F0502020204030204" pitchFamily="34" charset="0"/>
              </a:rPr>
              <a:t>st</a:t>
            </a:r>
            <a:r>
              <a:rPr lang="en-US" altLang="zh-CN" sz="800" b="1">
                <a:solidFill>
                  <a:schemeClr val="accent2">
                    <a:lumMod val="50000"/>
                  </a:schemeClr>
                </a:solidFill>
                <a:latin typeface="Calibri" panose="020F0502020204030204" pitchFamily="34" charset="0"/>
                <a:cs typeface="Calibri" panose="020F0502020204030204" pitchFamily="34" charset="0"/>
              </a:rPr>
              <a:t> SIV</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12" name="Star: 4 Points 143">
            <a:extLst>
              <a:ext uri="{FF2B5EF4-FFF2-40B4-BE49-F238E27FC236}">
                <a16:creationId xmlns:a16="http://schemas.microsoft.com/office/drawing/2014/main" id="{800B7460-39AB-F1C3-BBB8-5F1F413ED221}"/>
              </a:ext>
            </a:extLst>
          </p:cNvPr>
          <p:cNvSpPr/>
          <p:nvPr/>
        </p:nvSpPr>
        <p:spPr bwMode="auto">
          <a:xfrm>
            <a:off x="1779581" y="4207265"/>
            <a:ext cx="182905" cy="16201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13" name="OTLSHAPE_T_5a934a26f311425e8ebaa0f45e6533ad_Shape">
            <a:extLst>
              <a:ext uri="{FF2B5EF4-FFF2-40B4-BE49-F238E27FC236}">
                <a16:creationId xmlns:a16="http://schemas.microsoft.com/office/drawing/2014/main" id="{92347B75-7357-B4BA-98DF-D2F1B6B8BFB5}"/>
              </a:ext>
            </a:extLst>
          </p:cNvPr>
          <p:cNvSpPr/>
          <p:nvPr>
            <p:custDataLst>
              <p:tags r:id="rId5"/>
            </p:custDataLst>
          </p:nvPr>
        </p:nvSpPr>
        <p:spPr bwMode="auto">
          <a:xfrm>
            <a:off x="4343400" y="4052912"/>
            <a:ext cx="822960" cy="23495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1100" b="1" spc="-7">
              <a:solidFill>
                <a:srgbClr val="000000"/>
              </a:solidFill>
              <a:latin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683DD745-60F2-D923-39FC-91B275FDF1D0}"/>
              </a:ext>
            </a:extLst>
          </p:cNvPr>
          <p:cNvSpPr txBox="1"/>
          <p:nvPr>
            <p:custDataLst>
              <p:tags r:id="rId6"/>
            </p:custDataLst>
          </p:nvPr>
        </p:nvSpPr>
        <p:spPr>
          <a:xfrm>
            <a:off x="843144" y="3799153"/>
            <a:ext cx="682623" cy="246221"/>
          </a:xfrm>
          <a:prstGeom prst="rect">
            <a:avLst/>
          </a:prstGeom>
          <a:noFill/>
        </p:spPr>
        <p:txBody>
          <a:bodyPr vert="horz" wrap="square" lIns="0" tIns="0" rIns="0" bIns="0" rtlCol="0" anchor="ctr" anchorCtr="0">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Jun</a:t>
            </a:r>
          </a:p>
          <a:p>
            <a:pPr algn="ctr"/>
            <a:r>
              <a:rPr lang="en-US" altLang="zh-CN" sz="800" b="1">
                <a:solidFill>
                  <a:schemeClr val="accent2">
                    <a:lumMod val="50000"/>
                  </a:schemeClr>
                </a:solidFill>
                <a:latin typeface="Calibri" panose="020F0502020204030204" pitchFamily="34" charset="0"/>
                <a:cs typeface="Calibri" panose="020F0502020204030204" pitchFamily="34" charset="0"/>
              </a:rPr>
              <a:t>2022 </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15" name="OTLSHAPE_M_39ea6ebc19a94c9fab6ef5006c31df58_Shape">
            <a:extLst>
              <a:ext uri="{FF2B5EF4-FFF2-40B4-BE49-F238E27FC236}">
                <a16:creationId xmlns:a16="http://schemas.microsoft.com/office/drawing/2014/main" id="{1A24537E-9ECB-9598-4B45-FB9B8121A94B}"/>
              </a:ext>
            </a:extLst>
          </p:cNvPr>
          <p:cNvSpPr/>
          <p:nvPr>
            <p:custDataLst>
              <p:tags r:id="rId7"/>
            </p:custDataLst>
          </p:nvPr>
        </p:nvSpPr>
        <p:spPr bwMode="auto">
          <a:xfrm rot="16200000">
            <a:off x="1261057" y="4258594"/>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16" name="OTLSHAPE_M_39ea6ebc19a94c9fab6ef5006c31df58_Title">
            <a:extLst>
              <a:ext uri="{FF2B5EF4-FFF2-40B4-BE49-F238E27FC236}">
                <a16:creationId xmlns:a16="http://schemas.microsoft.com/office/drawing/2014/main" id="{B9ED34D1-7A08-D4FB-B3F6-59C03CA3B1CD}"/>
              </a:ext>
            </a:extLst>
          </p:cNvPr>
          <p:cNvSpPr txBox="1"/>
          <p:nvPr>
            <p:custDataLst>
              <p:tags r:id="rId8"/>
            </p:custDataLst>
          </p:nvPr>
        </p:nvSpPr>
        <p:spPr>
          <a:xfrm>
            <a:off x="1137282" y="4363259"/>
            <a:ext cx="318503" cy="246221"/>
          </a:xfrm>
          <a:prstGeom prst="rect">
            <a:avLst/>
          </a:prstGeom>
          <a:noFill/>
        </p:spPr>
        <p:txBody>
          <a:bodyPr vert="horz" wrap="square" lIns="0" tIns="0" rIns="0" bIns="0" rtlCol="0" anchor="ctr" anchorCtr="0">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CTA</a:t>
            </a:r>
          </a:p>
          <a:p>
            <a:pPr algn="ctr"/>
            <a:r>
              <a:rPr lang="en-US" altLang="zh-CN" sz="800" b="1">
                <a:solidFill>
                  <a:schemeClr val="accent2">
                    <a:lumMod val="50000"/>
                  </a:schemeClr>
                </a:solidFill>
                <a:latin typeface="Calibri" panose="020F0502020204030204" pitchFamily="34" charset="0"/>
                <a:cs typeface="Calibri" panose="020F0502020204030204" pitchFamily="34" charset="0"/>
              </a:rPr>
              <a:t>sub</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17" name="TextBox 146">
            <a:extLst>
              <a:ext uri="{FF2B5EF4-FFF2-40B4-BE49-F238E27FC236}">
                <a16:creationId xmlns:a16="http://schemas.microsoft.com/office/drawing/2014/main" id="{ED590053-7607-3796-AAC2-6075CD8DC28C}"/>
              </a:ext>
            </a:extLst>
          </p:cNvPr>
          <p:cNvSpPr txBox="1"/>
          <p:nvPr/>
        </p:nvSpPr>
        <p:spPr>
          <a:xfrm>
            <a:off x="609600" y="2902520"/>
            <a:ext cx="457211"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Ph2/3-1434.XX</a:t>
            </a:r>
          </a:p>
        </p:txBody>
      </p:sp>
      <p:sp>
        <p:nvSpPr>
          <p:cNvPr id="18" name="TextBox 146">
            <a:extLst>
              <a:ext uri="{FF2B5EF4-FFF2-40B4-BE49-F238E27FC236}">
                <a16:creationId xmlns:a16="http://schemas.microsoft.com/office/drawing/2014/main" id="{A9202056-34DB-2624-5CEA-F6C725A87266}"/>
              </a:ext>
            </a:extLst>
          </p:cNvPr>
          <p:cNvSpPr txBox="1"/>
          <p:nvPr/>
        </p:nvSpPr>
        <p:spPr>
          <a:xfrm>
            <a:off x="617492" y="2373158"/>
            <a:ext cx="464405"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Ph2a-1434.0004</a:t>
            </a:r>
          </a:p>
        </p:txBody>
      </p:sp>
      <p:sp>
        <p:nvSpPr>
          <p:cNvPr id="19" name="TextBox 146">
            <a:extLst>
              <a:ext uri="{FF2B5EF4-FFF2-40B4-BE49-F238E27FC236}">
                <a16:creationId xmlns:a16="http://schemas.microsoft.com/office/drawing/2014/main" id="{847CDFAC-F8B6-FA9D-C971-0B230FA6D050}"/>
              </a:ext>
            </a:extLst>
          </p:cNvPr>
          <p:cNvSpPr txBox="1"/>
          <p:nvPr/>
        </p:nvSpPr>
        <p:spPr>
          <a:xfrm>
            <a:off x="609600" y="4044428"/>
            <a:ext cx="464405"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Ph2a-1434.0004</a:t>
            </a:r>
          </a:p>
        </p:txBody>
      </p:sp>
      <p:sp>
        <p:nvSpPr>
          <p:cNvPr id="20" name="五角星 55">
            <a:extLst>
              <a:ext uri="{FF2B5EF4-FFF2-40B4-BE49-F238E27FC236}">
                <a16:creationId xmlns:a16="http://schemas.microsoft.com/office/drawing/2014/main" id="{72C6AC5F-AC0D-CE84-CAF6-B8AE38FFCE68}"/>
              </a:ext>
            </a:extLst>
          </p:cNvPr>
          <p:cNvSpPr/>
          <p:nvPr/>
        </p:nvSpPr>
        <p:spPr bwMode="auto">
          <a:xfrm>
            <a:off x="11537104" y="263758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21" name="五角星 55">
            <a:extLst>
              <a:ext uri="{FF2B5EF4-FFF2-40B4-BE49-F238E27FC236}">
                <a16:creationId xmlns:a16="http://schemas.microsoft.com/office/drawing/2014/main" id="{91B161E6-C6C3-8F1D-2A9B-EAFDF74929DD}"/>
              </a:ext>
            </a:extLst>
          </p:cNvPr>
          <p:cNvSpPr/>
          <p:nvPr/>
        </p:nvSpPr>
        <p:spPr bwMode="auto">
          <a:xfrm>
            <a:off x="11616532" y="520265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eaLnBrk="0" hangingPunct="0">
              <a:defRPr/>
            </a:pPr>
            <a:endParaRPr lang="zh-CN" altLang="en-US">
              <a:solidFill>
                <a:srgbClr val="FF0000"/>
              </a:solidFill>
            </a:endParaRPr>
          </a:p>
        </p:txBody>
      </p:sp>
      <p:sp>
        <p:nvSpPr>
          <p:cNvPr id="22" name="OTLSHAPE_M_39ea6ebc19a94c9fab6ef5006c31df58_Title">
            <a:extLst>
              <a:ext uri="{FF2B5EF4-FFF2-40B4-BE49-F238E27FC236}">
                <a16:creationId xmlns:a16="http://schemas.microsoft.com/office/drawing/2014/main" id="{6133C3C1-924D-7789-7EA5-1DF3C6468296}"/>
              </a:ext>
            </a:extLst>
          </p:cNvPr>
          <p:cNvSpPr txBox="1"/>
          <p:nvPr>
            <p:custDataLst>
              <p:tags r:id="rId9"/>
            </p:custDataLst>
          </p:nvPr>
        </p:nvSpPr>
        <p:spPr>
          <a:xfrm>
            <a:off x="11277052" y="5450042"/>
            <a:ext cx="822960" cy="230832"/>
          </a:xfrm>
          <a:prstGeom prst="rect">
            <a:avLst/>
          </a:prstGeom>
          <a:noFill/>
        </p:spPr>
        <p:txBody>
          <a:bodyPr vert="horz" wrap="square" lIns="0" tIns="0" rIns="0" bIns="0" rtlCol="0" anchor="ctr" anchorCtr="0">
            <a:spAutoFit/>
          </a:bodyPr>
          <a:lstStyle/>
          <a:p>
            <a:pPr algn="ctr"/>
            <a:r>
              <a:rPr lang="en-US" altLang="zh-CN" sz="750" b="1">
                <a:solidFill>
                  <a:schemeClr val="accent2">
                    <a:lumMod val="50000"/>
                  </a:schemeClr>
                </a:solidFill>
                <a:latin typeface="Calibri" panose="020F0502020204030204" pitchFamily="34" charset="0"/>
                <a:cs typeface="Calibri" panose="020F0502020204030204" pitchFamily="34" charset="0"/>
              </a:rPr>
              <a:t>NDA App: </a:t>
            </a:r>
          </a:p>
          <a:p>
            <a:pPr algn="ctr"/>
            <a:r>
              <a:rPr lang="en-US" altLang="zh-CN" sz="750" b="1">
                <a:solidFill>
                  <a:schemeClr val="accent2">
                    <a:lumMod val="50000"/>
                  </a:schemeClr>
                </a:solidFill>
                <a:latin typeface="Calibri" panose="020F0502020204030204" pitchFamily="34" charset="0"/>
                <a:cs typeface="Calibri" panose="020F0502020204030204" pitchFamily="34" charset="0"/>
              </a:rPr>
              <a:t>Mar 2030</a:t>
            </a:r>
          </a:p>
        </p:txBody>
      </p:sp>
      <p:sp>
        <p:nvSpPr>
          <p:cNvPr id="23" name="TextBox 146">
            <a:extLst>
              <a:ext uri="{FF2B5EF4-FFF2-40B4-BE49-F238E27FC236}">
                <a16:creationId xmlns:a16="http://schemas.microsoft.com/office/drawing/2014/main" id="{2EC65A26-8EB8-B085-D991-1B0DBC3E8A6F}"/>
              </a:ext>
            </a:extLst>
          </p:cNvPr>
          <p:cNvSpPr txBox="1"/>
          <p:nvPr/>
        </p:nvSpPr>
        <p:spPr>
          <a:xfrm>
            <a:off x="617491" y="4686135"/>
            <a:ext cx="464405" cy="246221"/>
          </a:xfrm>
          <a:prstGeom prst="rect">
            <a:avLst/>
          </a:prstGeom>
          <a:noFill/>
          <a:ln>
            <a:solidFill>
              <a:schemeClr val="accent1"/>
            </a:solidFill>
          </a:ln>
        </p:spPr>
        <p:txBody>
          <a:bodyPr wrap="square" lIns="0" tIns="0" rIns="0" bIns="0" rtlCol="0">
            <a:spAutoFit/>
          </a:bodyPr>
          <a:lstStyle/>
          <a:p>
            <a:pPr algn="ctr"/>
            <a:r>
              <a:rPr lang="en-US" sz="800" b="1">
                <a:solidFill>
                  <a:srgbClr val="0066CC"/>
                </a:solidFill>
                <a:latin typeface="Calibri" panose="020F0502020204030204" pitchFamily="34" charset="0"/>
                <a:cs typeface="Calibri" panose="020F0502020204030204" pitchFamily="34" charset="0"/>
              </a:rPr>
              <a:t>Ph2/3-1434.XX</a:t>
            </a:r>
          </a:p>
        </p:txBody>
      </p:sp>
      <p:grpSp>
        <p:nvGrpSpPr>
          <p:cNvPr id="24" name="Group 23">
            <a:extLst>
              <a:ext uri="{FF2B5EF4-FFF2-40B4-BE49-F238E27FC236}">
                <a16:creationId xmlns:a16="http://schemas.microsoft.com/office/drawing/2014/main" id="{C5B171C9-69F2-3458-1332-296A1249CAB1}"/>
              </a:ext>
            </a:extLst>
          </p:cNvPr>
          <p:cNvGrpSpPr/>
          <p:nvPr/>
        </p:nvGrpSpPr>
        <p:grpSpPr>
          <a:xfrm>
            <a:off x="1019114" y="2048714"/>
            <a:ext cx="4446748" cy="607930"/>
            <a:chOff x="1656322" y="1316972"/>
            <a:chExt cx="4446748" cy="607930"/>
          </a:xfrm>
        </p:grpSpPr>
        <p:sp>
          <p:nvSpPr>
            <p:cNvPr id="25" name="OTLSHAPE_T_5a934a26f311425e8ebaa0f45e6533ad_Shape">
              <a:extLst>
                <a:ext uri="{FF2B5EF4-FFF2-40B4-BE49-F238E27FC236}">
                  <a16:creationId xmlns:a16="http://schemas.microsoft.com/office/drawing/2014/main" id="{469E6E0A-1393-D860-A2EB-61B65F78B0C3}"/>
                </a:ext>
              </a:extLst>
            </p:cNvPr>
            <p:cNvSpPr/>
            <p:nvPr>
              <p:custDataLst>
                <p:tags r:id="rId18"/>
              </p:custDataLst>
            </p:nvPr>
          </p:nvSpPr>
          <p:spPr bwMode="auto">
            <a:xfrm>
              <a:off x="5056808" y="1450545"/>
              <a:ext cx="914400" cy="22787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a:endParaRPr lang="en-US" altLang="zh-CN" sz="800" b="1" spc="-7">
                <a:solidFill>
                  <a:schemeClr val="accent2">
                    <a:lumMod val="50000"/>
                  </a:schemeClr>
                </a:solidFill>
                <a:latin typeface="Calibri" panose="020F0502020204030204" pitchFamily="34" charset="0"/>
              </a:endParaRPr>
            </a:p>
          </p:txBody>
        </p:sp>
        <p:sp>
          <p:nvSpPr>
            <p:cNvPr id="26" name="TextBox 25">
              <a:extLst>
                <a:ext uri="{FF2B5EF4-FFF2-40B4-BE49-F238E27FC236}">
                  <a16:creationId xmlns:a16="http://schemas.microsoft.com/office/drawing/2014/main" id="{F9D96A19-DC9E-40BD-4176-D90202E95AB1}"/>
                </a:ext>
              </a:extLst>
            </p:cNvPr>
            <p:cNvSpPr txBox="1"/>
            <p:nvPr/>
          </p:nvSpPr>
          <p:spPr>
            <a:xfrm>
              <a:off x="4925470" y="1734941"/>
              <a:ext cx="429011"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LSS</a:t>
              </a:r>
            </a:p>
          </p:txBody>
        </p:sp>
        <p:sp>
          <p:nvSpPr>
            <p:cNvPr id="27" name="TextBox 26">
              <a:extLst>
                <a:ext uri="{FF2B5EF4-FFF2-40B4-BE49-F238E27FC236}">
                  <a16:creationId xmlns:a16="http://schemas.microsoft.com/office/drawing/2014/main" id="{2F02C9B4-7827-590E-B6FE-5867A0E9BB3F}"/>
                </a:ext>
              </a:extLst>
            </p:cNvPr>
            <p:cNvSpPr txBox="1"/>
            <p:nvPr/>
          </p:nvSpPr>
          <p:spPr>
            <a:xfrm>
              <a:off x="1656322" y="1353241"/>
              <a:ext cx="629956" cy="123111"/>
            </a:xfrm>
            <a:prstGeom prst="rect">
              <a:avLst/>
            </a:prstGeom>
            <a:noFill/>
          </p:spPr>
          <p:txBody>
            <a:bodyPr wrap="square" lIns="0" tIns="0" rIns="0" bIns="0" rtlCol="0">
              <a:spAutoFit/>
            </a:bodyPr>
            <a:lstStyle/>
            <a:p>
              <a:pPr algn="ctr"/>
              <a:r>
                <a:rPr lang="en-US" sz="800" b="1">
                  <a:solidFill>
                    <a:schemeClr val="accent2">
                      <a:lumMod val="50000"/>
                    </a:schemeClr>
                  </a:solidFill>
                  <a:latin typeface="Calibri" panose="020F0502020204030204" pitchFamily="34" charset="0"/>
                  <a:cs typeface="Calibri" panose="020F0502020204030204" pitchFamily="34" charset="0"/>
                </a:rPr>
                <a:t>15 Jun 2022</a:t>
              </a:r>
            </a:p>
          </p:txBody>
        </p:sp>
        <p:sp>
          <p:nvSpPr>
            <p:cNvPr id="28" name="TextBox 27">
              <a:extLst>
                <a:ext uri="{FF2B5EF4-FFF2-40B4-BE49-F238E27FC236}">
                  <a16:creationId xmlns:a16="http://schemas.microsoft.com/office/drawing/2014/main" id="{AC72FA8E-A8CB-09FC-3B94-BA1127589CC9}"/>
                </a:ext>
              </a:extLst>
            </p:cNvPr>
            <p:cNvSpPr txBox="1"/>
            <p:nvPr/>
          </p:nvSpPr>
          <p:spPr>
            <a:xfrm>
              <a:off x="5864714" y="1749659"/>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LSC</a:t>
              </a:r>
            </a:p>
          </p:txBody>
        </p:sp>
        <p:sp>
          <p:nvSpPr>
            <p:cNvPr id="29" name="TextBox 28">
              <a:extLst>
                <a:ext uri="{FF2B5EF4-FFF2-40B4-BE49-F238E27FC236}">
                  <a16:creationId xmlns:a16="http://schemas.microsoft.com/office/drawing/2014/main" id="{F8844B6A-7D5F-1F0C-1F41-B9AD8C6CA896}"/>
                </a:ext>
              </a:extLst>
            </p:cNvPr>
            <p:cNvSpPr txBox="1"/>
            <p:nvPr/>
          </p:nvSpPr>
          <p:spPr>
            <a:xfrm>
              <a:off x="4758621" y="1316972"/>
              <a:ext cx="745016" cy="123111"/>
            </a:xfrm>
            <a:prstGeom prst="rect">
              <a:avLst/>
            </a:prstGeom>
            <a:noFill/>
          </p:spPr>
          <p:txBody>
            <a:bodyPr wrap="square" lIns="0" tIns="0" rIns="0" bIns="0" rtlCol="0">
              <a:spAutoFit/>
            </a:bodyPr>
            <a:lstStyle/>
            <a:p>
              <a:r>
                <a:rPr lang="en-US" altLang="zh-CN" sz="800" b="1">
                  <a:solidFill>
                    <a:schemeClr val="accent2">
                      <a:lumMod val="50000"/>
                    </a:schemeClr>
                  </a:solidFill>
                  <a:latin typeface="Calibri" panose="020F0502020204030204" pitchFamily="34" charset="0"/>
                  <a:cs typeface="Calibri" panose="020F0502020204030204" pitchFamily="34" charset="0"/>
                </a:rPr>
                <a:t>Sep 2024</a:t>
              </a:r>
              <a:endParaRPr lang="en-US" sz="800" b="1" strike="sngStrike">
                <a:solidFill>
                  <a:schemeClr val="accent2">
                    <a:lumMod val="50000"/>
                  </a:schemeClr>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904E730C-6729-6041-E405-8C5C3E033E49}"/>
                </a:ext>
              </a:extLst>
            </p:cNvPr>
            <p:cNvSpPr txBox="1"/>
            <p:nvPr/>
          </p:nvSpPr>
          <p:spPr>
            <a:xfrm>
              <a:off x="1758511" y="1801791"/>
              <a:ext cx="573394"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FSS</a:t>
              </a:r>
            </a:p>
          </p:txBody>
        </p:sp>
        <p:sp>
          <p:nvSpPr>
            <p:cNvPr id="31" name="OTLSHAPE_T_e17f3958430f4cff8650518c93c7635e_Shape">
              <a:extLst>
                <a:ext uri="{FF2B5EF4-FFF2-40B4-BE49-F238E27FC236}">
                  <a16:creationId xmlns:a16="http://schemas.microsoft.com/office/drawing/2014/main" id="{E79BF47D-EF4A-8AFD-D696-6B4BDCB0BFF3}"/>
                </a:ext>
              </a:extLst>
            </p:cNvPr>
            <p:cNvSpPr/>
            <p:nvPr>
              <p:custDataLst>
                <p:tags r:id="rId19"/>
              </p:custDataLst>
            </p:nvPr>
          </p:nvSpPr>
          <p:spPr bwMode="auto">
            <a:xfrm>
              <a:off x="1764968" y="1478058"/>
              <a:ext cx="329184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a:solidFill>
                    <a:schemeClr val="accent2">
                      <a:lumMod val="50000"/>
                    </a:schemeClr>
                  </a:solidFill>
                  <a:latin typeface="Calibri" panose="020F0502020204030204" pitchFamily="34" charset="0"/>
                  <a:cs typeface="Calibri" panose="020F0502020204030204" pitchFamily="34" charset="0"/>
                </a:rPr>
                <a:t>N=60</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32" name="OTLSHAPE_M_39ea6ebc19a94c9fab6ef5006c31df58_Shape">
              <a:extLst>
                <a:ext uri="{FF2B5EF4-FFF2-40B4-BE49-F238E27FC236}">
                  <a16:creationId xmlns:a16="http://schemas.microsoft.com/office/drawing/2014/main" id="{FB3F9EF5-44CF-5F33-5732-3999731B71EE}"/>
                </a:ext>
              </a:extLst>
            </p:cNvPr>
            <p:cNvSpPr/>
            <p:nvPr>
              <p:custDataLst>
                <p:tags r:id="rId20"/>
              </p:custDataLst>
            </p:nvPr>
          </p:nvSpPr>
          <p:spPr bwMode="auto">
            <a:xfrm rot="10800000">
              <a:off x="1756777" y="1644603"/>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800">
                <a:solidFill>
                  <a:schemeClr val="accent2">
                    <a:lumMod val="50000"/>
                  </a:schemeClr>
                </a:solidFill>
                <a:latin typeface="Calibri" panose="020F0502020204030204" pitchFamily="34" charset="0"/>
                <a:cs typeface="Calibri" panose="020F0502020204030204" pitchFamily="34" charset="0"/>
              </a:endParaRPr>
            </a:p>
          </p:txBody>
        </p:sp>
        <p:sp>
          <p:nvSpPr>
            <p:cNvPr id="33" name="OTLSHAPE_M_39ea6ebc19a94c9fab6ef5006c31df58_Shape">
              <a:extLst>
                <a:ext uri="{FF2B5EF4-FFF2-40B4-BE49-F238E27FC236}">
                  <a16:creationId xmlns:a16="http://schemas.microsoft.com/office/drawing/2014/main" id="{49CD8973-F901-45F9-F308-862A0E93FBAD}"/>
                </a:ext>
              </a:extLst>
            </p:cNvPr>
            <p:cNvSpPr/>
            <p:nvPr>
              <p:custDataLst>
                <p:tags r:id="rId21"/>
              </p:custDataLst>
            </p:nvPr>
          </p:nvSpPr>
          <p:spPr bwMode="auto">
            <a:xfrm rot="7197524">
              <a:off x="4991104" y="1631578"/>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800">
                <a:solidFill>
                  <a:schemeClr val="accent2">
                    <a:lumMod val="50000"/>
                  </a:schemeClr>
                </a:solidFill>
                <a:latin typeface="Calibri" panose="020F0502020204030204" pitchFamily="34" charset="0"/>
                <a:cs typeface="Calibri" panose="020F0502020204030204" pitchFamily="34" charset="0"/>
              </a:endParaRPr>
            </a:p>
          </p:txBody>
        </p:sp>
        <p:sp>
          <p:nvSpPr>
            <p:cNvPr id="34" name="Star: 4 Points 143">
              <a:extLst>
                <a:ext uri="{FF2B5EF4-FFF2-40B4-BE49-F238E27FC236}">
                  <a16:creationId xmlns:a16="http://schemas.microsoft.com/office/drawing/2014/main" id="{5ADD7C78-7A5D-816A-575D-4F1D7B07DA50}"/>
                </a:ext>
              </a:extLst>
            </p:cNvPr>
            <p:cNvSpPr/>
            <p:nvPr/>
          </p:nvSpPr>
          <p:spPr bwMode="auto">
            <a:xfrm>
              <a:off x="5877604" y="1607366"/>
              <a:ext cx="144000" cy="144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800">
                <a:solidFill>
                  <a:schemeClr val="accent2">
                    <a:lumMod val="50000"/>
                  </a:schemeClr>
                </a:solidFill>
                <a:latin typeface="Calibri" panose="020F0502020204030204" pitchFamily="34" charset="0"/>
                <a:cs typeface="Calibri" panose="020F0502020204030204" pitchFamily="34" charset="0"/>
              </a:endParaRPr>
            </a:p>
          </p:txBody>
        </p:sp>
      </p:grpSp>
      <p:sp>
        <p:nvSpPr>
          <p:cNvPr id="35" name="TextBox 34">
            <a:extLst>
              <a:ext uri="{FF2B5EF4-FFF2-40B4-BE49-F238E27FC236}">
                <a16:creationId xmlns:a16="http://schemas.microsoft.com/office/drawing/2014/main" id="{33CAEFB3-13A1-99C1-CBDE-4A0B0D313AE8}"/>
              </a:ext>
            </a:extLst>
          </p:cNvPr>
          <p:cNvSpPr txBox="1"/>
          <p:nvPr/>
        </p:nvSpPr>
        <p:spPr>
          <a:xfrm>
            <a:off x="4333105" y="4400649"/>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LSC</a:t>
            </a:r>
          </a:p>
        </p:txBody>
      </p:sp>
      <p:sp>
        <p:nvSpPr>
          <p:cNvPr id="36" name="Star: 4 Points 143">
            <a:extLst>
              <a:ext uri="{FF2B5EF4-FFF2-40B4-BE49-F238E27FC236}">
                <a16:creationId xmlns:a16="http://schemas.microsoft.com/office/drawing/2014/main" id="{78D4C653-BEE2-5F4E-D9D6-FA1D759BE4A8}"/>
              </a:ext>
            </a:extLst>
          </p:cNvPr>
          <p:cNvSpPr/>
          <p:nvPr/>
        </p:nvSpPr>
        <p:spPr bwMode="auto">
          <a:xfrm>
            <a:off x="5087038" y="4273624"/>
            <a:ext cx="108000" cy="108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8C8AA6DC-A7B2-42B9-1E9E-3E9292584D7E}"/>
              </a:ext>
            </a:extLst>
          </p:cNvPr>
          <p:cNvSpPr txBox="1"/>
          <p:nvPr/>
        </p:nvSpPr>
        <p:spPr>
          <a:xfrm>
            <a:off x="5035504" y="4371165"/>
            <a:ext cx="429011"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LSS</a:t>
            </a:r>
          </a:p>
        </p:txBody>
      </p:sp>
      <p:sp>
        <p:nvSpPr>
          <p:cNvPr id="38" name="TextBox 37">
            <a:extLst>
              <a:ext uri="{FF2B5EF4-FFF2-40B4-BE49-F238E27FC236}">
                <a16:creationId xmlns:a16="http://schemas.microsoft.com/office/drawing/2014/main" id="{5D8B50DB-C560-DD06-FB30-A8B2ECA45E7A}"/>
              </a:ext>
            </a:extLst>
          </p:cNvPr>
          <p:cNvSpPr txBox="1"/>
          <p:nvPr/>
        </p:nvSpPr>
        <p:spPr>
          <a:xfrm>
            <a:off x="4198953" y="3882740"/>
            <a:ext cx="745016" cy="123111"/>
          </a:xfrm>
          <a:prstGeom prst="rect">
            <a:avLst/>
          </a:prstGeom>
          <a:noFill/>
        </p:spPr>
        <p:txBody>
          <a:bodyPr wrap="square" lIns="0" tIns="0" rIns="0" bIns="0" rtlCol="0">
            <a:spAutoFit/>
          </a:bodyPr>
          <a:lstStyle/>
          <a:p>
            <a:r>
              <a:rPr lang="en-US" altLang="zh-CN" sz="800" b="1">
                <a:solidFill>
                  <a:schemeClr val="accent2">
                    <a:lumMod val="50000"/>
                  </a:schemeClr>
                </a:solidFill>
                <a:latin typeface="Calibri" panose="020F0502020204030204" pitchFamily="34" charset="0"/>
                <a:cs typeface="Calibri" panose="020F0502020204030204" pitchFamily="34" charset="0"/>
              </a:rPr>
              <a:t>Sep 2024</a:t>
            </a:r>
            <a:endParaRPr lang="en-US" sz="800" b="1" strike="sngStrike">
              <a:solidFill>
                <a:schemeClr val="accent2">
                  <a:lumMod val="50000"/>
                </a:schemeClr>
              </a:solidFill>
              <a:latin typeface="Calibri" panose="020F0502020204030204" pitchFamily="34" charset="0"/>
              <a:cs typeface="Calibri" panose="020F0502020204030204" pitchFamily="34" charset="0"/>
            </a:endParaRPr>
          </a:p>
        </p:txBody>
      </p:sp>
      <p:sp>
        <p:nvSpPr>
          <p:cNvPr id="39" name="OTLSHAPE_M_39ea6ebc19a94c9fab6ef5006c31df58_Shape">
            <a:extLst>
              <a:ext uri="{FF2B5EF4-FFF2-40B4-BE49-F238E27FC236}">
                <a16:creationId xmlns:a16="http://schemas.microsoft.com/office/drawing/2014/main" id="{45F245B4-5C96-9A65-A332-2383A24E4D15}"/>
              </a:ext>
            </a:extLst>
          </p:cNvPr>
          <p:cNvSpPr/>
          <p:nvPr>
            <p:custDataLst>
              <p:tags r:id="rId10"/>
            </p:custDataLst>
          </p:nvPr>
        </p:nvSpPr>
        <p:spPr bwMode="auto">
          <a:xfrm rot="7197524">
            <a:off x="4310351" y="4237626"/>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29A32B8E-BE77-B3E1-E74F-9520F42F0A24}"/>
              </a:ext>
            </a:extLst>
          </p:cNvPr>
          <p:cNvSpPr txBox="1"/>
          <p:nvPr>
            <p:custDataLst>
              <p:tags r:id="rId11"/>
            </p:custDataLst>
          </p:nvPr>
        </p:nvSpPr>
        <p:spPr>
          <a:xfrm>
            <a:off x="1169384" y="3744191"/>
            <a:ext cx="682623" cy="246221"/>
          </a:xfrm>
          <a:prstGeom prst="rect">
            <a:avLst/>
          </a:prstGeom>
          <a:noFill/>
        </p:spPr>
        <p:txBody>
          <a:bodyPr vert="horz" wrap="square" lIns="0" tIns="0" rIns="0" bIns="0" rtlCol="0" anchor="ctr" anchorCtr="0">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Sep</a:t>
            </a:r>
          </a:p>
          <a:p>
            <a:pPr algn="ctr"/>
            <a:r>
              <a:rPr lang="en-US" altLang="zh-CN" sz="800" b="1">
                <a:solidFill>
                  <a:schemeClr val="accent2">
                    <a:lumMod val="50000"/>
                  </a:schemeClr>
                </a:solidFill>
                <a:latin typeface="Calibri" panose="020F0502020204030204" pitchFamily="34" charset="0"/>
                <a:cs typeface="Calibri" panose="020F0502020204030204" pitchFamily="34" charset="0"/>
              </a:rPr>
              <a:t>2022</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DFDC7C1F-58A9-7955-B5D8-F419E3CF6647}"/>
              </a:ext>
            </a:extLst>
          </p:cNvPr>
          <p:cNvSpPr/>
          <p:nvPr/>
        </p:nvSpPr>
        <p:spPr>
          <a:xfrm>
            <a:off x="1406082" y="4329855"/>
            <a:ext cx="381835" cy="338554"/>
          </a:xfrm>
          <a:prstGeom prst="rect">
            <a:avLst/>
          </a:prstGeom>
        </p:spPr>
        <p:txBody>
          <a:bodyPr wrap="none">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CTA</a:t>
            </a:r>
          </a:p>
          <a:p>
            <a:pPr algn="ctr"/>
            <a:r>
              <a:rPr lang="en-US" altLang="zh-CN" sz="800" b="1">
                <a:solidFill>
                  <a:schemeClr val="accent2">
                    <a:lumMod val="50000"/>
                  </a:schemeClr>
                </a:solidFill>
                <a:latin typeface="Calibri" panose="020F0502020204030204" pitchFamily="34" charset="0"/>
                <a:cs typeface="Calibri" panose="020F0502020204030204" pitchFamily="34" charset="0"/>
              </a:rPr>
              <a:t>appr</a:t>
            </a:r>
            <a:endParaRPr lang="zh-CN" altLang="en-US" sz="800" b="1">
              <a:solidFill>
                <a:schemeClr val="accent2">
                  <a:lumMod val="50000"/>
                </a:schemeClr>
              </a:solidFill>
              <a:latin typeface="Calibri" panose="020F0502020204030204" pitchFamily="34" charset="0"/>
              <a:cs typeface="Calibri" panose="020F0502020204030204" pitchFamily="34" charset="0"/>
            </a:endParaRPr>
          </a:p>
        </p:txBody>
      </p:sp>
      <p:sp>
        <p:nvSpPr>
          <p:cNvPr id="42" name="Star: 4 Points 143">
            <a:extLst>
              <a:ext uri="{FF2B5EF4-FFF2-40B4-BE49-F238E27FC236}">
                <a16:creationId xmlns:a16="http://schemas.microsoft.com/office/drawing/2014/main" id="{4D07D5A2-B62D-147C-D821-923BE0FB8D67}"/>
              </a:ext>
            </a:extLst>
          </p:cNvPr>
          <p:cNvSpPr/>
          <p:nvPr/>
        </p:nvSpPr>
        <p:spPr bwMode="auto">
          <a:xfrm>
            <a:off x="1438448" y="4205730"/>
            <a:ext cx="182905" cy="16201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2400">
              <a:latin typeface="Calibri" panose="020F0502020204030204" pitchFamily="34" charset="0"/>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528362C7-6C5A-899D-F770-56DB33A7325C}"/>
              </a:ext>
            </a:extLst>
          </p:cNvPr>
          <p:cNvSpPr txBox="1"/>
          <p:nvPr>
            <p:custDataLst>
              <p:tags r:id="rId12"/>
            </p:custDataLst>
          </p:nvPr>
        </p:nvSpPr>
        <p:spPr>
          <a:xfrm>
            <a:off x="3169632" y="1970509"/>
            <a:ext cx="546747" cy="123111"/>
          </a:xfrm>
          <a:prstGeom prst="rect">
            <a:avLst/>
          </a:prstGeom>
          <a:noFill/>
          <a:ln w="12700">
            <a:noFill/>
          </a:ln>
        </p:spPr>
        <p:txBody>
          <a:bodyPr vert="horz" wrap="square" lIns="0" tIns="0" rIns="0" bIns="0" rtlCol="0" anchor="ctr" anchorCtr="0">
            <a:spAutoFit/>
          </a:bodyPr>
          <a:lstStyle/>
          <a:p>
            <a:pPr algn="ct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B43982A0-5AFB-6F01-DD3F-5992206AE22B}"/>
              </a:ext>
            </a:extLst>
          </p:cNvPr>
          <p:cNvSpPr txBox="1"/>
          <p:nvPr/>
        </p:nvSpPr>
        <p:spPr>
          <a:xfrm>
            <a:off x="4866429" y="2010924"/>
            <a:ext cx="673869" cy="123111"/>
          </a:xfrm>
          <a:prstGeom prst="rect">
            <a:avLst/>
          </a:prstGeom>
          <a:noFill/>
        </p:spPr>
        <p:txBody>
          <a:bodyPr wrap="square" lIns="0" tIns="0" rIns="0" bIns="0" rtlCol="0">
            <a:spAutoFit/>
          </a:bodyPr>
          <a:lstStyle/>
          <a:p>
            <a:pPr algn="ctr"/>
            <a:r>
              <a:rPr lang="en-US" sz="800" b="1">
                <a:solidFill>
                  <a:schemeClr val="accent2">
                    <a:lumMod val="50000"/>
                  </a:schemeClr>
                </a:solidFill>
                <a:latin typeface="Calibri" panose="020F0502020204030204" pitchFamily="34" charset="0"/>
                <a:cs typeface="Calibri" panose="020F0502020204030204" pitchFamily="34" charset="0"/>
              </a:rPr>
              <a:t>Feb 2025</a:t>
            </a:r>
          </a:p>
        </p:txBody>
      </p:sp>
      <p:graphicFrame>
        <p:nvGraphicFramePr>
          <p:cNvPr id="45" name="Table 44">
            <a:extLst>
              <a:ext uri="{FF2B5EF4-FFF2-40B4-BE49-F238E27FC236}">
                <a16:creationId xmlns:a16="http://schemas.microsoft.com/office/drawing/2014/main" id="{4C22C5F7-1973-E434-1946-D859A2A90A92}"/>
              </a:ext>
            </a:extLst>
          </p:cNvPr>
          <p:cNvGraphicFramePr>
            <a:graphicFrameLocks noGrp="1"/>
          </p:cNvGraphicFramePr>
          <p:nvPr>
            <p:extLst>
              <p:ext uri="{D42A27DB-BD31-4B8C-83A1-F6EECF244321}">
                <p14:modId xmlns:p14="http://schemas.microsoft.com/office/powerpoint/2010/main" val="3029648252"/>
              </p:ext>
            </p:extLst>
          </p:nvPr>
        </p:nvGraphicFramePr>
        <p:xfrm>
          <a:off x="609600" y="1450126"/>
          <a:ext cx="10972800" cy="502920"/>
        </p:xfrm>
        <a:graphic>
          <a:graphicData uri="http://schemas.openxmlformats.org/drawingml/2006/table">
            <a:tbl>
              <a:tblPr firstRow="1" bandRow="1"/>
              <a:tblGrid>
                <a:gridCol w="548640">
                  <a:extLst>
                    <a:ext uri="{9D8B030D-6E8A-4147-A177-3AD203B41FA5}">
                      <a16:colId xmlns:a16="http://schemas.microsoft.com/office/drawing/2014/main" val="3091663135"/>
                    </a:ext>
                  </a:extLst>
                </a:gridCol>
                <a:gridCol w="548640">
                  <a:extLst>
                    <a:ext uri="{9D8B030D-6E8A-4147-A177-3AD203B41FA5}">
                      <a16:colId xmlns:a16="http://schemas.microsoft.com/office/drawing/2014/main" val="2466911814"/>
                    </a:ext>
                  </a:extLst>
                </a:gridCol>
                <a:gridCol w="548640">
                  <a:extLst>
                    <a:ext uri="{9D8B030D-6E8A-4147-A177-3AD203B41FA5}">
                      <a16:colId xmlns:a16="http://schemas.microsoft.com/office/drawing/2014/main" val="3580514666"/>
                    </a:ext>
                  </a:extLst>
                </a:gridCol>
                <a:gridCol w="548640">
                  <a:extLst>
                    <a:ext uri="{9D8B030D-6E8A-4147-A177-3AD203B41FA5}">
                      <a16:colId xmlns:a16="http://schemas.microsoft.com/office/drawing/2014/main" val="3957188506"/>
                    </a:ext>
                  </a:extLst>
                </a:gridCol>
                <a:gridCol w="548640">
                  <a:extLst>
                    <a:ext uri="{9D8B030D-6E8A-4147-A177-3AD203B41FA5}">
                      <a16:colId xmlns:a16="http://schemas.microsoft.com/office/drawing/2014/main" val="3411862845"/>
                    </a:ext>
                  </a:extLst>
                </a:gridCol>
                <a:gridCol w="548640">
                  <a:extLst>
                    <a:ext uri="{9D8B030D-6E8A-4147-A177-3AD203B41FA5}">
                      <a16:colId xmlns:a16="http://schemas.microsoft.com/office/drawing/2014/main" val="2851474774"/>
                    </a:ext>
                  </a:extLst>
                </a:gridCol>
                <a:gridCol w="548640">
                  <a:extLst>
                    <a:ext uri="{9D8B030D-6E8A-4147-A177-3AD203B41FA5}">
                      <a16:colId xmlns:a16="http://schemas.microsoft.com/office/drawing/2014/main" val="107595344"/>
                    </a:ext>
                  </a:extLst>
                </a:gridCol>
                <a:gridCol w="548640">
                  <a:extLst>
                    <a:ext uri="{9D8B030D-6E8A-4147-A177-3AD203B41FA5}">
                      <a16:colId xmlns:a16="http://schemas.microsoft.com/office/drawing/2014/main" val="1666999431"/>
                    </a:ext>
                  </a:extLst>
                </a:gridCol>
                <a:gridCol w="548640">
                  <a:extLst>
                    <a:ext uri="{9D8B030D-6E8A-4147-A177-3AD203B41FA5}">
                      <a16:colId xmlns:a16="http://schemas.microsoft.com/office/drawing/2014/main" val="3696607442"/>
                    </a:ext>
                  </a:extLst>
                </a:gridCol>
                <a:gridCol w="548640">
                  <a:extLst>
                    <a:ext uri="{9D8B030D-6E8A-4147-A177-3AD203B41FA5}">
                      <a16:colId xmlns:a16="http://schemas.microsoft.com/office/drawing/2014/main" val="223989776"/>
                    </a:ext>
                  </a:extLst>
                </a:gridCol>
                <a:gridCol w="548640">
                  <a:extLst>
                    <a:ext uri="{9D8B030D-6E8A-4147-A177-3AD203B41FA5}">
                      <a16:colId xmlns:a16="http://schemas.microsoft.com/office/drawing/2014/main" val="124731204"/>
                    </a:ext>
                  </a:extLst>
                </a:gridCol>
                <a:gridCol w="548640">
                  <a:extLst>
                    <a:ext uri="{9D8B030D-6E8A-4147-A177-3AD203B41FA5}">
                      <a16:colId xmlns:a16="http://schemas.microsoft.com/office/drawing/2014/main" val="3066978585"/>
                    </a:ext>
                  </a:extLst>
                </a:gridCol>
                <a:gridCol w="548640">
                  <a:extLst>
                    <a:ext uri="{9D8B030D-6E8A-4147-A177-3AD203B41FA5}">
                      <a16:colId xmlns:a16="http://schemas.microsoft.com/office/drawing/2014/main" val="1064917641"/>
                    </a:ext>
                  </a:extLst>
                </a:gridCol>
                <a:gridCol w="548640">
                  <a:extLst>
                    <a:ext uri="{9D8B030D-6E8A-4147-A177-3AD203B41FA5}">
                      <a16:colId xmlns:a16="http://schemas.microsoft.com/office/drawing/2014/main" val="4221117315"/>
                    </a:ext>
                  </a:extLst>
                </a:gridCol>
                <a:gridCol w="548640">
                  <a:extLst>
                    <a:ext uri="{9D8B030D-6E8A-4147-A177-3AD203B41FA5}">
                      <a16:colId xmlns:a16="http://schemas.microsoft.com/office/drawing/2014/main" val="3266065341"/>
                    </a:ext>
                  </a:extLst>
                </a:gridCol>
                <a:gridCol w="548640">
                  <a:extLst>
                    <a:ext uri="{9D8B030D-6E8A-4147-A177-3AD203B41FA5}">
                      <a16:colId xmlns:a16="http://schemas.microsoft.com/office/drawing/2014/main" val="2374051224"/>
                    </a:ext>
                  </a:extLst>
                </a:gridCol>
                <a:gridCol w="548640">
                  <a:extLst>
                    <a:ext uri="{9D8B030D-6E8A-4147-A177-3AD203B41FA5}">
                      <a16:colId xmlns:a16="http://schemas.microsoft.com/office/drawing/2014/main" val="1840388365"/>
                    </a:ext>
                  </a:extLst>
                </a:gridCol>
                <a:gridCol w="548640">
                  <a:extLst>
                    <a:ext uri="{9D8B030D-6E8A-4147-A177-3AD203B41FA5}">
                      <a16:colId xmlns:a16="http://schemas.microsoft.com/office/drawing/2014/main" val="267750830"/>
                    </a:ext>
                  </a:extLst>
                </a:gridCol>
                <a:gridCol w="548640">
                  <a:extLst>
                    <a:ext uri="{9D8B030D-6E8A-4147-A177-3AD203B41FA5}">
                      <a16:colId xmlns:a16="http://schemas.microsoft.com/office/drawing/2014/main" val="3966469970"/>
                    </a:ext>
                  </a:extLst>
                </a:gridCol>
                <a:gridCol w="548640">
                  <a:extLst>
                    <a:ext uri="{9D8B030D-6E8A-4147-A177-3AD203B41FA5}">
                      <a16:colId xmlns:a16="http://schemas.microsoft.com/office/drawing/2014/main" val="2522973146"/>
                    </a:ext>
                  </a:extLst>
                </a:gridCol>
              </a:tblGrid>
              <a:tr h="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800" b="1" kern="1200">
                          <a:solidFill>
                            <a:schemeClr val="lt1"/>
                          </a:solidFill>
                          <a:latin typeface="Arial"/>
                          <a:ea typeface="+mn-ea"/>
                          <a:cs typeface="Arial"/>
                        </a:rPr>
                        <a:t>2022</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2023</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2025</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2026</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2027</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46" name="Isosceles Triangle 45">
            <a:extLst>
              <a:ext uri="{FF2B5EF4-FFF2-40B4-BE49-F238E27FC236}">
                <a16:creationId xmlns:a16="http://schemas.microsoft.com/office/drawing/2014/main" id="{871B19F1-7554-0524-C062-F64C7071F378}"/>
              </a:ext>
            </a:extLst>
          </p:cNvPr>
          <p:cNvSpPr/>
          <p:nvPr/>
        </p:nvSpPr>
        <p:spPr>
          <a:xfrm rot="16200000" flipH="1">
            <a:off x="281196" y="162327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47" name="Isosceles Triangle 46">
            <a:extLst>
              <a:ext uri="{FF2B5EF4-FFF2-40B4-BE49-F238E27FC236}">
                <a16:creationId xmlns:a16="http://schemas.microsoft.com/office/drawing/2014/main" id="{E28260D0-1017-A9CC-A23D-A19284AB9394}"/>
              </a:ext>
            </a:extLst>
          </p:cNvPr>
          <p:cNvSpPr/>
          <p:nvPr/>
        </p:nvSpPr>
        <p:spPr>
          <a:xfrm rot="5400000">
            <a:off x="11406396" y="1623239"/>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400" err="1">
              <a:solidFill>
                <a:schemeClr val="tx1"/>
              </a:solidFill>
            </a:endParaRPr>
          </a:p>
        </p:txBody>
      </p:sp>
      <p:sp>
        <p:nvSpPr>
          <p:cNvPr id="48" name="OTLSHAPE_M_39ea6ebc19a94c9fab6ef5006c31df58_Shape">
            <a:extLst>
              <a:ext uri="{FF2B5EF4-FFF2-40B4-BE49-F238E27FC236}">
                <a16:creationId xmlns:a16="http://schemas.microsoft.com/office/drawing/2014/main" id="{57B70A74-8B8E-EE6C-489A-CA5805FD6B3E}"/>
              </a:ext>
            </a:extLst>
          </p:cNvPr>
          <p:cNvSpPr/>
          <p:nvPr>
            <p:custDataLst>
              <p:tags r:id="rId13"/>
            </p:custDataLst>
          </p:nvPr>
        </p:nvSpPr>
        <p:spPr bwMode="auto">
          <a:xfrm rot="16200000">
            <a:off x="5454585" y="2368840"/>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1D88A81C-2070-C5D9-A874-999640E1A6E0}"/>
              </a:ext>
            </a:extLst>
          </p:cNvPr>
          <p:cNvSpPr txBox="1"/>
          <p:nvPr/>
        </p:nvSpPr>
        <p:spPr>
          <a:xfrm>
            <a:off x="5345931" y="2198200"/>
            <a:ext cx="673869" cy="123111"/>
          </a:xfrm>
          <a:prstGeom prst="rect">
            <a:avLst/>
          </a:prstGeom>
          <a:noFill/>
        </p:spPr>
        <p:txBody>
          <a:bodyPr wrap="square" lIns="0" tIns="0" rIns="0" bIns="0" rtlCol="0">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Mar</a:t>
            </a:r>
            <a:r>
              <a:rPr lang="en-US" sz="800" b="1">
                <a:solidFill>
                  <a:schemeClr val="accent2">
                    <a:lumMod val="50000"/>
                  </a:schemeClr>
                </a:solidFill>
                <a:latin typeface="Calibri" panose="020F0502020204030204" pitchFamily="34" charset="0"/>
                <a:cs typeface="Calibri" panose="020F0502020204030204" pitchFamily="34" charset="0"/>
              </a:rPr>
              <a:t> 2025</a:t>
            </a:r>
          </a:p>
        </p:txBody>
      </p:sp>
      <p:sp>
        <p:nvSpPr>
          <p:cNvPr id="50" name="TextBox 49">
            <a:extLst>
              <a:ext uri="{FF2B5EF4-FFF2-40B4-BE49-F238E27FC236}">
                <a16:creationId xmlns:a16="http://schemas.microsoft.com/office/drawing/2014/main" id="{736D2D36-C2BF-7B01-5CB4-AA0DA4212D01}"/>
              </a:ext>
            </a:extLst>
          </p:cNvPr>
          <p:cNvSpPr txBox="1"/>
          <p:nvPr/>
        </p:nvSpPr>
        <p:spPr>
          <a:xfrm>
            <a:off x="5502086" y="2475847"/>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DBL</a:t>
            </a:r>
          </a:p>
        </p:txBody>
      </p:sp>
      <p:sp>
        <p:nvSpPr>
          <p:cNvPr id="51" name="OTLSHAPE_M_39ea6ebc19a94c9fab6ef5006c31df58_Shape">
            <a:extLst>
              <a:ext uri="{FF2B5EF4-FFF2-40B4-BE49-F238E27FC236}">
                <a16:creationId xmlns:a16="http://schemas.microsoft.com/office/drawing/2014/main" id="{5925DA99-4588-208C-6009-5E4936BEA446}"/>
              </a:ext>
            </a:extLst>
          </p:cNvPr>
          <p:cNvSpPr/>
          <p:nvPr>
            <p:custDataLst>
              <p:tags r:id="rId14"/>
            </p:custDataLst>
          </p:nvPr>
        </p:nvSpPr>
        <p:spPr bwMode="auto">
          <a:xfrm rot="16200000">
            <a:off x="5406168" y="4258594"/>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32096498-C98E-B160-30B1-0C2A5DA1046C}"/>
              </a:ext>
            </a:extLst>
          </p:cNvPr>
          <p:cNvSpPr txBox="1"/>
          <p:nvPr/>
        </p:nvSpPr>
        <p:spPr>
          <a:xfrm>
            <a:off x="5337705" y="3859027"/>
            <a:ext cx="673869" cy="123111"/>
          </a:xfrm>
          <a:prstGeom prst="rect">
            <a:avLst/>
          </a:prstGeom>
          <a:noFill/>
        </p:spPr>
        <p:txBody>
          <a:bodyPr wrap="square" lIns="0" tIns="0" rIns="0" bIns="0" rtlCol="0">
            <a:spAutoFit/>
          </a:bodyPr>
          <a:lstStyle/>
          <a:p>
            <a:pPr algn="ctr"/>
            <a:r>
              <a:rPr lang="en-US" altLang="zh-CN" sz="800" b="1">
                <a:solidFill>
                  <a:schemeClr val="accent2">
                    <a:lumMod val="50000"/>
                  </a:schemeClr>
                </a:solidFill>
                <a:latin typeface="Calibri" panose="020F0502020204030204" pitchFamily="34" charset="0"/>
                <a:cs typeface="Calibri" panose="020F0502020204030204" pitchFamily="34" charset="0"/>
              </a:rPr>
              <a:t>Mar</a:t>
            </a:r>
            <a:r>
              <a:rPr lang="en-US" sz="800" b="1">
                <a:solidFill>
                  <a:schemeClr val="accent2">
                    <a:lumMod val="50000"/>
                  </a:schemeClr>
                </a:solidFill>
                <a:latin typeface="Calibri" panose="020F0502020204030204" pitchFamily="34" charset="0"/>
                <a:cs typeface="Calibri" panose="020F0502020204030204" pitchFamily="34" charset="0"/>
              </a:rPr>
              <a:t> 2025</a:t>
            </a:r>
          </a:p>
        </p:txBody>
      </p:sp>
      <p:sp>
        <p:nvSpPr>
          <p:cNvPr id="53" name="TextBox 52">
            <a:extLst>
              <a:ext uri="{FF2B5EF4-FFF2-40B4-BE49-F238E27FC236}">
                <a16:creationId xmlns:a16="http://schemas.microsoft.com/office/drawing/2014/main" id="{5E86E199-2003-4864-85BC-737F87831F06}"/>
              </a:ext>
            </a:extLst>
          </p:cNvPr>
          <p:cNvSpPr txBox="1"/>
          <p:nvPr/>
        </p:nvSpPr>
        <p:spPr>
          <a:xfrm>
            <a:off x="5421120" y="4348295"/>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DBL</a:t>
            </a:r>
          </a:p>
        </p:txBody>
      </p:sp>
      <p:sp>
        <p:nvSpPr>
          <p:cNvPr id="54" name="OTLSHAPE_M_39ea6ebc19a94c9fab6ef5006c31df58_Shape">
            <a:extLst>
              <a:ext uri="{FF2B5EF4-FFF2-40B4-BE49-F238E27FC236}">
                <a16:creationId xmlns:a16="http://schemas.microsoft.com/office/drawing/2014/main" id="{5A849BEC-3A78-3F56-9360-B9F5C618CE3B}"/>
              </a:ext>
            </a:extLst>
          </p:cNvPr>
          <p:cNvSpPr/>
          <p:nvPr>
            <p:custDataLst>
              <p:tags r:id="rId15"/>
            </p:custDataLst>
          </p:nvPr>
        </p:nvSpPr>
        <p:spPr bwMode="auto">
          <a:xfrm rot="16200000">
            <a:off x="6539699" y="2371445"/>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55" name="TextBox 54">
            <a:extLst>
              <a:ext uri="{FF2B5EF4-FFF2-40B4-BE49-F238E27FC236}">
                <a16:creationId xmlns:a16="http://schemas.microsoft.com/office/drawing/2014/main" id="{051A482F-11DF-E7AA-3820-27FE11A339DB}"/>
              </a:ext>
            </a:extLst>
          </p:cNvPr>
          <p:cNvSpPr txBox="1"/>
          <p:nvPr/>
        </p:nvSpPr>
        <p:spPr>
          <a:xfrm>
            <a:off x="6488931" y="2338035"/>
            <a:ext cx="673869" cy="123111"/>
          </a:xfrm>
          <a:prstGeom prst="rect">
            <a:avLst/>
          </a:prstGeom>
          <a:noFill/>
        </p:spPr>
        <p:txBody>
          <a:bodyPr wrap="square" lIns="0" tIns="0" rIns="0" bIns="0" rtlCol="0">
            <a:spAutoFit/>
          </a:bodyPr>
          <a:lstStyle/>
          <a:p>
            <a:pPr algn="ctr"/>
            <a:r>
              <a:rPr lang="en-US" sz="800" b="1">
                <a:solidFill>
                  <a:schemeClr val="accent2">
                    <a:lumMod val="50000"/>
                  </a:schemeClr>
                </a:solidFill>
                <a:latin typeface="Calibri" panose="020F0502020204030204" pitchFamily="34" charset="0"/>
                <a:cs typeface="Calibri" panose="020F0502020204030204" pitchFamily="34" charset="0"/>
              </a:rPr>
              <a:t>Sep 2025</a:t>
            </a:r>
          </a:p>
        </p:txBody>
      </p:sp>
      <p:sp>
        <p:nvSpPr>
          <p:cNvPr id="56" name="TextBox 55">
            <a:extLst>
              <a:ext uri="{FF2B5EF4-FFF2-40B4-BE49-F238E27FC236}">
                <a16:creationId xmlns:a16="http://schemas.microsoft.com/office/drawing/2014/main" id="{70645C00-D8B1-9808-EB82-39B30C8C582F}"/>
              </a:ext>
            </a:extLst>
          </p:cNvPr>
          <p:cNvSpPr txBox="1"/>
          <p:nvPr/>
        </p:nvSpPr>
        <p:spPr>
          <a:xfrm>
            <a:off x="6450708" y="2461146"/>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CTR</a:t>
            </a:r>
          </a:p>
        </p:txBody>
      </p:sp>
      <p:sp>
        <p:nvSpPr>
          <p:cNvPr id="57" name="OTLSHAPE_M_39ea6ebc19a94c9fab6ef5006c31df58_Shape">
            <a:extLst>
              <a:ext uri="{FF2B5EF4-FFF2-40B4-BE49-F238E27FC236}">
                <a16:creationId xmlns:a16="http://schemas.microsoft.com/office/drawing/2014/main" id="{52D84A2B-78DC-BE20-C779-4600A5B2A9EF}"/>
              </a:ext>
            </a:extLst>
          </p:cNvPr>
          <p:cNvSpPr/>
          <p:nvPr>
            <p:custDataLst>
              <p:tags r:id="rId16"/>
            </p:custDataLst>
          </p:nvPr>
        </p:nvSpPr>
        <p:spPr bwMode="auto">
          <a:xfrm rot="16200000">
            <a:off x="6642948" y="4240154"/>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defTabSz="914377" eaLnBrk="0" fontAlgn="base" hangingPunct="0">
              <a:spcBef>
                <a:spcPct val="0"/>
              </a:spcBef>
              <a:spcAft>
                <a:spcPct val="0"/>
              </a:spcAft>
            </a:pPr>
            <a:endParaRPr lang="zh-CN" altLang="en-US" sz="3600">
              <a:latin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6FC123B1-8350-65F0-C62B-9312F037E216}"/>
              </a:ext>
            </a:extLst>
          </p:cNvPr>
          <p:cNvSpPr txBox="1"/>
          <p:nvPr/>
        </p:nvSpPr>
        <p:spPr>
          <a:xfrm>
            <a:off x="6662559" y="4206744"/>
            <a:ext cx="673869" cy="123111"/>
          </a:xfrm>
          <a:prstGeom prst="rect">
            <a:avLst/>
          </a:prstGeom>
          <a:noFill/>
        </p:spPr>
        <p:txBody>
          <a:bodyPr wrap="square" lIns="0" tIns="0" rIns="0" bIns="0" rtlCol="0">
            <a:spAutoFit/>
          </a:bodyPr>
          <a:lstStyle/>
          <a:p>
            <a:pPr algn="ctr"/>
            <a:r>
              <a:rPr lang="en-US" sz="800" b="1">
                <a:solidFill>
                  <a:schemeClr val="accent2">
                    <a:lumMod val="50000"/>
                  </a:schemeClr>
                </a:solidFill>
                <a:latin typeface="Calibri" panose="020F0502020204030204" pitchFamily="34" charset="0"/>
                <a:cs typeface="Calibri" panose="020F0502020204030204" pitchFamily="34" charset="0"/>
              </a:rPr>
              <a:t>Sep 2025</a:t>
            </a:r>
          </a:p>
        </p:txBody>
      </p:sp>
      <p:sp>
        <p:nvSpPr>
          <p:cNvPr id="59" name="TextBox 58">
            <a:extLst>
              <a:ext uri="{FF2B5EF4-FFF2-40B4-BE49-F238E27FC236}">
                <a16:creationId xmlns:a16="http://schemas.microsoft.com/office/drawing/2014/main" id="{97E9B0A7-450B-2D11-B1D3-5D1F71F96DF6}"/>
              </a:ext>
            </a:extLst>
          </p:cNvPr>
          <p:cNvSpPr txBox="1"/>
          <p:nvPr/>
        </p:nvSpPr>
        <p:spPr>
          <a:xfrm>
            <a:off x="6624336" y="4329855"/>
            <a:ext cx="238356" cy="123111"/>
          </a:xfrm>
          <a:prstGeom prst="rect">
            <a:avLst/>
          </a:prstGeom>
          <a:noFill/>
        </p:spPr>
        <p:txBody>
          <a:bodyPr wrap="square" lIns="0" tIns="0" rIns="0" bIns="0" rtlCol="0">
            <a:spAutoFit/>
          </a:bodyPr>
          <a:lstStyle/>
          <a:p>
            <a:r>
              <a:rPr lang="en-US" sz="800" b="1">
                <a:solidFill>
                  <a:schemeClr val="accent2">
                    <a:lumMod val="50000"/>
                  </a:schemeClr>
                </a:solidFill>
                <a:latin typeface="Calibri" panose="020F0502020204030204" pitchFamily="34" charset="0"/>
                <a:cs typeface="Calibri" panose="020F0502020204030204" pitchFamily="34" charset="0"/>
              </a:rPr>
              <a:t>CTR</a:t>
            </a:r>
          </a:p>
        </p:txBody>
      </p:sp>
      <p:sp>
        <p:nvSpPr>
          <p:cNvPr id="60" name="TextBox 59">
            <a:extLst>
              <a:ext uri="{FF2B5EF4-FFF2-40B4-BE49-F238E27FC236}">
                <a16:creationId xmlns:a16="http://schemas.microsoft.com/office/drawing/2014/main" id="{C86E623D-BB7B-795B-C099-9066FCAB0CE5}"/>
              </a:ext>
            </a:extLst>
          </p:cNvPr>
          <p:cNvSpPr txBox="1"/>
          <p:nvPr/>
        </p:nvSpPr>
        <p:spPr>
          <a:xfrm>
            <a:off x="4790646" y="3893293"/>
            <a:ext cx="673869" cy="123111"/>
          </a:xfrm>
          <a:prstGeom prst="rect">
            <a:avLst/>
          </a:prstGeom>
          <a:noFill/>
        </p:spPr>
        <p:txBody>
          <a:bodyPr wrap="square" lIns="0" tIns="0" rIns="0" bIns="0" rtlCol="0">
            <a:spAutoFit/>
          </a:bodyPr>
          <a:lstStyle/>
          <a:p>
            <a:pPr algn="ctr"/>
            <a:r>
              <a:rPr lang="en-US" sz="800" b="1">
                <a:solidFill>
                  <a:schemeClr val="accent2">
                    <a:lumMod val="50000"/>
                  </a:schemeClr>
                </a:solidFill>
                <a:latin typeface="Calibri" panose="020F0502020204030204" pitchFamily="34" charset="0"/>
                <a:cs typeface="Calibri" panose="020F0502020204030204" pitchFamily="34" charset="0"/>
              </a:rPr>
              <a:t>Feb 2025</a:t>
            </a:r>
          </a:p>
        </p:txBody>
      </p:sp>
      <p:sp>
        <p:nvSpPr>
          <p:cNvPr id="61" name="OTLSHAPE_M_39ea6ebc19a94c9fab6ef5006c31df58_Title">
            <a:extLst>
              <a:ext uri="{FF2B5EF4-FFF2-40B4-BE49-F238E27FC236}">
                <a16:creationId xmlns:a16="http://schemas.microsoft.com/office/drawing/2014/main" id="{F3C1CD15-944B-5B92-BD53-BB8792EF1C20}"/>
              </a:ext>
            </a:extLst>
          </p:cNvPr>
          <p:cNvSpPr txBox="1"/>
          <p:nvPr>
            <p:custDataLst>
              <p:tags r:id="rId17"/>
            </p:custDataLst>
          </p:nvPr>
        </p:nvSpPr>
        <p:spPr>
          <a:xfrm>
            <a:off x="11250772" y="2834887"/>
            <a:ext cx="731520" cy="230832"/>
          </a:xfrm>
          <a:prstGeom prst="rect">
            <a:avLst/>
          </a:prstGeom>
          <a:noFill/>
        </p:spPr>
        <p:txBody>
          <a:bodyPr vert="horz" wrap="square" lIns="0" tIns="0" rIns="0" bIns="0" rtlCol="0" anchor="ctr" anchorCtr="0">
            <a:spAutoFit/>
          </a:bodyPr>
          <a:lstStyle/>
          <a:p>
            <a:pPr algn="ctr"/>
            <a:r>
              <a:rPr lang="en-US" altLang="zh-CN" sz="750" b="1">
                <a:solidFill>
                  <a:schemeClr val="accent2">
                    <a:lumMod val="50000"/>
                  </a:schemeClr>
                </a:solidFill>
                <a:latin typeface="Calibri" panose="020F0502020204030204" pitchFamily="34" charset="0"/>
                <a:cs typeface="Calibri" panose="020F0502020204030204" pitchFamily="34" charset="0"/>
              </a:rPr>
              <a:t>NDA App: Jul </a:t>
            </a:r>
          </a:p>
          <a:p>
            <a:pPr algn="ctr"/>
            <a:r>
              <a:rPr lang="en-US" altLang="zh-CN" sz="750" b="1">
                <a:solidFill>
                  <a:schemeClr val="accent2">
                    <a:lumMod val="50000"/>
                  </a:schemeClr>
                </a:solidFill>
                <a:latin typeface="Calibri" panose="020F0502020204030204" pitchFamily="34" charset="0"/>
                <a:cs typeface="Calibri" panose="020F0502020204030204" pitchFamily="34" charset="0"/>
              </a:rPr>
              <a:t>2030</a:t>
            </a:r>
          </a:p>
        </p:txBody>
      </p:sp>
      <p:pic>
        <p:nvPicPr>
          <p:cNvPr id="62" name="Picture 8" descr="Traffic light - Simple English Wikipedia, the free ...">
            <a:extLst>
              <a:ext uri="{FF2B5EF4-FFF2-40B4-BE49-F238E27FC236}">
                <a16:creationId xmlns:a16="http://schemas.microsoft.com/office/drawing/2014/main" id="{CF073D01-A5E5-1838-CB9D-FA1E8AB7BAE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cxnSp>
        <p:nvCxnSpPr>
          <p:cNvPr id="63" name="Straight Connector 62">
            <a:extLst>
              <a:ext uri="{FF2B5EF4-FFF2-40B4-BE49-F238E27FC236}">
                <a16:creationId xmlns:a16="http://schemas.microsoft.com/office/drawing/2014/main" id="{BA0BB5DB-70F0-2417-CDC4-EA6A0EC2A82F}"/>
              </a:ext>
            </a:extLst>
          </p:cNvPr>
          <p:cNvCxnSpPr>
            <a:cxnSpLocks/>
          </p:cNvCxnSpPr>
          <p:nvPr/>
        </p:nvCxnSpPr>
        <p:spPr bwMode="auto">
          <a:xfrm flipH="1" flipV="1">
            <a:off x="3487284" y="2151404"/>
            <a:ext cx="7194" cy="3185574"/>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4" name="Freeform: Shape 147">
            <a:extLst>
              <a:ext uri="{FF2B5EF4-FFF2-40B4-BE49-F238E27FC236}">
                <a16:creationId xmlns:a16="http://schemas.microsoft.com/office/drawing/2014/main" id="{523042ED-4CFF-8632-A47D-CCC6F98D0B56}"/>
              </a:ext>
            </a:extLst>
          </p:cNvPr>
          <p:cNvSpPr/>
          <p:nvPr/>
        </p:nvSpPr>
        <p:spPr bwMode="auto">
          <a:xfrm>
            <a:off x="208001" y="1977257"/>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25" b="1" kern="0">
                <a:solidFill>
                  <a:srgbClr val="FFFFFF"/>
                </a:solidFill>
                <a:latin typeface="BISans" panose="02000503040000020004"/>
                <a:cs typeface="Calibri" panose="020F0502020204030204" pitchFamily="34" charset="0"/>
              </a:rPr>
              <a:t>Global</a:t>
            </a:r>
            <a:endParaRPr lang="zh-CN" altLang="en-US" sz="825" b="1" kern="0">
              <a:solidFill>
                <a:srgbClr val="FFFFFF"/>
              </a:solidFill>
              <a:latin typeface="BISans" panose="02000503040000020004"/>
              <a:cs typeface="Calibri" panose="020F0502020204030204" pitchFamily="34" charset="0"/>
            </a:endParaRPr>
          </a:p>
        </p:txBody>
      </p:sp>
      <p:sp>
        <p:nvSpPr>
          <p:cNvPr id="65" name="Oval 4">
            <a:extLst>
              <a:ext uri="{FF2B5EF4-FFF2-40B4-BE49-F238E27FC236}">
                <a16:creationId xmlns:a16="http://schemas.microsoft.com/office/drawing/2014/main" id="{44E4046B-51D1-F354-84F8-4C98DC2114F3}"/>
              </a:ext>
            </a:extLst>
          </p:cNvPr>
          <p:cNvSpPr/>
          <p:nvPr/>
        </p:nvSpPr>
        <p:spPr>
          <a:xfrm>
            <a:off x="196133" y="1905000"/>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latin typeface="BISans" panose="02000503040000020004"/>
            </a:endParaRPr>
          </a:p>
        </p:txBody>
      </p:sp>
      <p:sp>
        <p:nvSpPr>
          <p:cNvPr id="66" name="Rectangle: Rounded Corners 116">
            <a:extLst>
              <a:ext uri="{FF2B5EF4-FFF2-40B4-BE49-F238E27FC236}">
                <a16:creationId xmlns:a16="http://schemas.microsoft.com/office/drawing/2014/main" id="{CB761346-ECB8-373E-1582-9444ADCD8B22}"/>
              </a:ext>
            </a:extLst>
          </p:cNvPr>
          <p:cNvSpPr/>
          <p:nvPr/>
        </p:nvSpPr>
        <p:spPr bwMode="auto">
          <a:xfrm>
            <a:off x="968249" y="1942841"/>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latin typeface="BISans" panose="02000503040000020004"/>
              <a:cs typeface="Calibri" panose="020F0502020204030204" pitchFamily="34" charset="0"/>
            </a:endParaRPr>
          </a:p>
        </p:txBody>
      </p:sp>
      <p:pic>
        <p:nvPicPr>
          <p:cNvPr id="67" name="Picture 6" descr="Image result for world circle png">
            <a:extLst>
              <a:ext uri="{FF2B5EF4-FFF2-40B4-BE49-F238E27FC236}">
                <a16:creationId xmlns:a16="http://schemas.microsoft.com/office/drawing/2014/main" id="{67465CBC-29FF-51CF-FFDF-9AE2C1F91665}"/>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4094" t="4010" r="4094" b="4010"/>
          <a:stretch/>
        </p:blipFill>
        <p:spPr bwMode="auto">
          <a:xfrm>
            <a:off x="225509" y="1933858"/>
            <a:ext cx="280325" cy="281098"/>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Group 67">
            <a:extLst>
              <a:ext uri="{FF2B5EF4-FFF2-40B4-BE49-F238E27FC236}">
                <a16:creationId xmlns:a16="http://schemas.microsoft.com/office/drawing/2014/main" id="{8B8061E7-E9BC-21F7-AE43-94EE4BF455DF}"/>
              </a:ext>
            </a:extLst>
          </p:cNvPr>
          <p:cNvGrpSpPr/>
          <p:nvPr/>
        </p:nvGrpSpPr>
        <p:grpSpPr>
          <a:xfrm>
            <a:off x="211814" y="3698050"/>
            <a:ext cx="808692" cy="335422"/>
            <a:chOff x="36554" y="2831254"/>
            <a:chExt cx="808692" cy="335422"/>
          </a:xfrm>
        </p:grpSpPr>
        <p:sp>
          <p:nvSpPr>
            <p:cNvPr id="69" name="Freeform: Shape 152">
              <a:extLst>
                <a:ext uri="{FF2B5EF4-FFF2-40B4-BE49-F238E27FC236}">
                  <a16:creationId xmlns:a16="http://schemas.microsoft.com/office/drawing/2014/main" id="{5484894F-CF45-425D-07D7-CFCCF4A8EABC}"/>
                </a:ext>
              </a:extLst>
            </p:cNvPr>
            <p:cNvSpPr/>
            <p:nvPr/>
          </p:nvSpPr>
          <p:spPr bwMode="auto">
            <a:xfrm>
              <a:off x="48422" y="2903511"/>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lvl="0" eaLnBrk="0" fontAlgn="base" hangingPunct="0">
                <a:spcBef>
                  <a:spcPct val="0"/>
                </a:spcBef>
                <a:spcAft>
                  <a:spcPct val="0"/>
                </a:spcAft>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70" name="Oval 134">
              <a:extLst>
                <a:ext uri="{FF2B5EF4-FFF2-40B4-BE49-F238E27FC236}">
                  <a16:creationId xmlns:a16="http://schemas.microsoft.com/office/drawing/2014/main" id="{1B791BD6-AE03-0519-36B4-24F79A6B6066}"/>
                </a:ext>
              </a:extLst>
            </p:cNvPr>
            <p:cNvSpPr/>
            <p:nvPr/>
          </p:nvSpPr>
          <p:spPr>
            <a:xfrm>
              <a:off x="36554" y="2831254"/>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US" sz="1050" err="1">
                <a:solidFill>
                  <a:schemeClr val="bg1"/>
                </a:solidFill>
                <a:latin typeface="BISans" panose="02000503040000020004"/>
              </a:endParaRPr>
            </a:p>
          </p:txBody>
        </p:sp>
        <p:sp>
          <p:nvSpPr>
            <p:cNvPr id="71" name="Rectangle: Rounded Corners 116">
              <a:extLst>
                <a:ext uri="{FF2B5EF4-FFF2-40B4-BE49-F238E27FC236}">
                  <a16:creationId xmlns:a16="http://schemas.microsoft.com/office/drawing/2014/main" id="{55DD217C-5D6D-E835-466A-C3A5F5F7EB69}"/>
                </a:ext>
              </a:extLst>
            </p:cNvPr>
            <p:cNvSpPr/>
            <p:nvPr/>
          </p:nvSpPr>
          <p:spPr bwMode="auto">
            <a:xfrm>
              <a:off x="808670" y="2869095"/>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lvl="0" algn="ctr" eaLnBrk="0" fontAlgn="base" hangingPunct="0">
                <a:spcBef>
                  <a:spcPct val="0"/>
                </a:spcBef>
                <a:spcAft>
                  <a:spcPct val="0"/>
                </a:spcAft>
              </a:pPr>
              <a:endParaRPr lang="zh-CN" altLang="en-US" sz="825" b="1" kern="0">
                <a:solidFill>
                  <a:srgbClr val="FFFFFF"/>
                </a:solidFill>
                <a:latin typeface="BISans" panose="02000503040000020004"/>
                <a:cs typeface="Calibri" panose="020F0502020204030204" pitchFamily="34" charset="0"/>
              </a:endParaRPr>
            </a:p>
          </p:txBody>
        </p:sp>
        <p:pic>
          <p:nvPicPr>
            <p:cNvPr id="72" name="Picture 2" descr="Image result for China flag circle png">
              <a:extLst>
                <a:ext uri="{FF2B5EF4-FFF2-40B4-BE49-F238E27FC236}">
                  <a16:creationId xmlns:a16="http://schemas.microsoft.com/office/drawing/2014/main" id="{1C030858-C5F0-A772-730B-8B7E621B7E7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3716" y="2858416"/>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73" name="文本框 72">
            <a:extLst>
              <a:ext uri="{FF2B5EF4-FFF2-40B4-BE49-F238E27FC236}">
                <a16:creationId xmlns:a16="http://schemas.microsoft.com/office/drawing/2014/main" id="{5709F30F-DAC5-4633-99B2-653DD7A40FA4}"/>
              </a:ext>
            </a:extLst>
          </p:cNvPr>
          <p:cNvSpPr txBox="1"/>
          <p:nvPr/>
        </p:nvSpPr>
        <p:spPr>
          <a:xfrm>
            <a:off x="7576724" y="2388527"/>
            <a:ext cx="3370203" cy="732115"/>
          </a:xfrm>
          <a:prstGeom prst="roundRect">
            <a:avLst/>
          </a:prstGeom>
          <a:noFill/>
          <a:ln>
            <a:solidFill>
              <a:srgbClr val="FF0000"/>
            </a:solidFill>
          </a:ln>
        </p:spPr>
        <p:txBody>
          <a:bodyPr wrap="square" rtlCol="0">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Recruitment</a:t>
            </a:r>
            <a:r>
              <a:rPr lang="en-US" altLang="zh-CN" sz="800">
                <a:solidFill>
                  <a:prstClr val="black"/>
                </a:solidFill>
                <a:ea typeface="等线" panose="02010600030101010101" pitchFamily="2" charset="-122"/>
                <a:cs typeface="Calibri" panose="020F0502020204030204" pitchFamily="34" charset="0"/>
              </a:rPr>
              <a:t> on track to achieve LSS in Sep 2024</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Interim analysis </a:t>
            </a:r>
            <a:r>
              <a:rPr lang="en-US" altLang="zh-CN" sz="800">
                <a:solidFill>
                  <a:prstClr val="black"/>
                </a:solidFill>
                <a:ea typeface="等线" panose="02010600030101010101" pitchFamily="2" charset="-122"/>
                <a:cs typeface="Calibri" panose="020F0502020204030204" pitchFamily="34" charset="0"/>
              </a:rPr>
              <a:t>performed in Mar</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Results remain confidential</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Advisory Board meeting to be held in May</a:t>
            </a:r>
          </a:p>
        </p:txBody>
      </p:sp>
      <p:cxnSp>
        <p:nvCxnSpPr>
          <p:cNvPr id="74" name="Straight Connector 12">
            <a:extLst>
              <a:ext uri="{FF2B5EF4-FFF2-40B4-BE49-F238E27FC236}">
                <a16:creationId xmlns:a16="http://schemas.microsoft.com/office/drawing/2014/main" id="{AB101A4A-F1EE-65E5-974E-39F2C08531C8}"/>
              </a:ext>
            </a:extLst>
          </p:cNvPr>
          <p:cNvCxnSpPr>
            <a:cxnSpLocks/>
          </p:cNvCxnSpPr>
          <p:nvPr/>
        </p:nvCxnSpPr>
        <p:spPr bwMode="auto">
          <a:xfrm flipH="1">
            <a:off x="601982" y="3601686"/>
            <a:ext cx="107899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75" name="文本框 74">
            <a:extLst>
              <a:ext uri="{FF2B5EF4-FFF2-40B4-BE49-F238E27FC236}">
                <a16:creationId xmlns:a16="http://schemas.microsoft.com/office/drawing/2014/main" id="{DA2FE55F-E352-F2FA-663D-71F63CF06D20}"/>
              </a:ext>
            </a:extLst>
          </p:cNvPr>
          <p:cNvSpPr txBox="1"/>
          <p:nvPr/>
        </p:nvSpPr>
        <p:spPr>
          <a:xfrm>
            <a:off x="7576724" y="4114445"/>
            <a:ext cx="3370203" cy="238363"/>
          </a:xfrm>
          <a:prstGeom prst="roundRect">
            <a:avLst/>
          </a:prstGeom>
          <a:noFill/>
          <a:ln>
            <a:solidFill>
              <a:srgbClr val="FF0000"/>
            </a:solidFill>
          </a:ln>
        </p:spPr>
        <p:txBody>
          <a:bodyPr wrap="square" rtlCol="0">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China randomized the </a:t>
            </a:r>
            <a:r>
              <a:rPr lang="en-US" altLang="zh-CN" sz="800" b="1">
                <a:solidFill>
                  <a:prstClr val="black"/>
                </a:solidFill>
                <a:ea typeface="等线" panose="02010600030101010101" pitchFamily="2" charset="-122"/>
                <a:cs typeface="Calibri" panose="020F0502020204030204" pitchFamily="34" charset="0"/>
              </a:rPr>
              <a:t>5</a:t>
            </a:r>
            <a:r>
              <a:rPr lang="en-US" altLang="zh-CN" sz="800" b="1" baseline="30000">
                <a:solidFill>
                  <a:prstClr val="black"/>
                </a:solidFill>
                <a:ea typeface="等线" panose="02010600030101010101" pitchFamily="2" charset="-122"/>
                <a:cs typeface="Calibri" panose="020F0502020204030204" pitchFamily="34" charset="0"/>
              </a:rPr>
              <a:t>th</a:t>
            </a:r>
            <a:r>
              <a:rPr lang="en-US" altLang="zh-CN" sz="800" b="1">
                <a:solidFill>
                  <a:prstClr val="black"/>
                </a:solidFill>
                <a:ea typeface="等线" panose="02010600030101010101" pitchFamily="2" charset="-122"/>
                <a:cs typeface="Calibri" panose="020F0502020204030204" pitchFamily="34" charset="0"/>
              </a:rPr>
              <a:t> patient</a:t>
            </a:r>
            <a:endParaRPr lang="en-US" altLang="zh-CN" sz="800">
              <a:solidFill>
                <a:prstClr val="black"/>
              </a:solidFill>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0699408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633F126-FD14-426F-8CC0-B4D05D656D04}"/>
              </a:ext>
            </a:extLst>
          </p:cNvPr>
          <p:cNvSpPr>
            <a:spLocks noGrp="1"/>
          </p:cNvSpPr>
          <p:nvPr>
            <p:ph type="title"/>
          </p:nvPr>
        </p:nvSpPr>
        <p:spPr/>
        <p:txBody>
          <a:bodyPr/>
          <a:lstStyle/>
          <a:p>
            <a:r>
              <a:rPr lang="en-US" altLang="zh-CN"/>
              <a:t>BI 764198 (TRPC6 inhibitor) FSGS enrollment – Global (Cut-off date:</a:t>
            </a:r>
            <a:r>
              <a:rPr lang="en-US" altLang="zh-CN">
                <a:solidFill>
                  <a:srgbClr val="3333FF"/>
                </a:solidFill>
              </a:rPr>
              <a:t> </a:t>
            </a:r>
            <a:r>
              <a:rPr lang="en-US" altLang="zh-CN">
                <a:solidFill>
                  <a:schemeClr val="accent1"/>
                </a:solidFill>
              </a:rPr>
              <a:t>15Apr2024)</a:t>
            </a:r>
            <a:endParaRPr lang="en-US">
              <a:solidFill>
                <a:schemeClr val="accent1"/>
              </a:solidFill>
            </a:endParaRPr>
          </a:p>
        </p:txBody>
      </p:sp>
      <p:sp>
        <p:nvSpPr>
          <p:cNvPr id="4" name="文本框 3">
            <a:extLst>
              <a:ext uri="{FF2B5EF4-FFF2-40B4-BE49-F238E27FC236}">
                <a16:creationId xmlns:a16="http://schemas.microsoft.com/office/drawing/2014/main" id="{CEE908E1-0230-B676-F2AE-C4C6A22FCA59}"/>
              </a:ext>
            </a:extLst>
          </p:cNvPr>
          <p:cNvSpPr txBox="1"/>
          <p:nvPr/>
        </p:nvSpPr>
        <p:spPr>
          <a:xfrm>
            <a:off x="1027586" y="898153"/>
            <a:ext cx="9994962"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3366"/>
                </a:solidFill>
                <a:effectLst/>
                <a:uLnTx/>
                <a:uFillTx/>
                <a:latin typeface="BISans"/>
                <a:ea typeface="+mn-ea"/>
                <a:cs typeface="+mn-cs"/>
              </a:rPr>
              <a:t>Global status: 112 pts screened, 53 pts randomized, 56 screened failure (SF 50%), currently 4 pts in screening</a:t>
            </a:r>
            <a:endParaRPr kumimoji="0" lang="zh-CN" altLang="en-US" sz="1800" b="0" i="0" u="none" strike="noStrike" kern="1200" cap="none" spc="0" normalizeH="0" baseline="0" noProof="0">
              <a:ln>
                <a:noFill/>
              </a:ln>
              <a:solidFill>
                <a:srgbClr val="003366"/>
              </a:solidFill>
              <a:effectLst/>
              <a:uLnTx/>
              <a:uFillTx/>
              <a:latin typeface="BISansOpti"/>
              <a:ea typeface="+mn-ea"/>
              <a:cs typeface="+mn-cs"/>
            </a:endParaRPr>
          </a:p>
        </p:txBody>
      </p:sp>
      <p:pic>
        <p:nvPicPr>
          <p:cNvPr id="3" name="图片 2">
            <a:extLst>
              <a:ext uri="{FF2B5EF4-FFF2-40B4-BE49-F238E27FC236}">
                <a16:creationId xmlns:a16="http://schemas.microsoft.com/office/drawing/2014/main" id="{C4DD83EE-CFA9-C0CD-D420-9CDE706DD93B}"/>
              </a:ext>
            </a:extLst>
          </p:cNvPr>
          <p:cNvPicPr>
            <a:picLocks noChangeAspect="1"/>
          </p:cNvPicPr>
          <p:nvPr/>
        </p:nvPicPr>
        <p:blipFill>
          <a:blip r:embed="rId2"/>
          <a:stretch>
            <a:fillRect/>
          </a:stretch>
        </p:blipFill>
        <p:spPr>
          <a:xfrm>
            <a:off x="1115844" y="1315332"/>
            <a:ext cx="8630451" cy="4998381"/>
          </a:xfrm>
          <a:prstGeom prst="rect">
            <a:avLst/>
          </a:prstGeom>
        </p:spPr>
      </p:pic>
    </p:spTree>
    <p:extLst>
      <p:ext uri="{BB962C8B-B14F-4D97-AF65-F5344CB8AC3E}">
        <p14:creationId xmlns:p14="http://schemas.microsoft.com/office/powerpoint/2010/main" val="324030067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2E486E0-1C13-A076-30BC-31B437FF06A3}"/>
              </a:ext>
            </a:extLst>
          </p:cNvPr>
          <p:cNvSpPr txBox="1">
            <a:spLocks/>
          </p:cNvSpPr>
          <p:nvPr/>
        </p:nvSpPr>
        <p:spPr>
          <a:xfrm>
            <a:off x="230188" y="381000"/>
            <a:ext cx="11210925" cy="369332"/>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400" kern="1200">
                <a:solidFill>
                  <a:srgbClr val="00336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400" b="0" i="0" u="none" strike="noStrike" kern="1200" cap="none" spc="0" normalizeH="0" baseline="0" noProof="0">
                <a:ln>
                  <a:noFill/>
                </a:ln>
                <a:solidFill>
                  <a:srgbClr val="003366"/>
                </a:solidFill>
                <a:effectLst/>
                <a:uLnTx/>
                <a:uFillTx/>
                <a:latin typeface="BISansCond"/>
                <a:ea typeface="+mj-ea"/>
                <a:cs typeface="+mj-cs"/>
              </a:rPr>
              <a:t>BI 764198 (TRPC6 inhibitor) FSGS Enrollment – China (Cut off date: 15Apr</a:t>
            </a:r>
            <a:r>
              <a:rPr kumimoji="0" lang="en-US" sz="2400" b="0" i="0" u="none" strike="noStrike" kern="1200" cap="none" spc="0" normalizeH="0" baseline="0" noProof="0">
                <a:ln>
                  <a:noFill/>
                </a:ln>
                <a:solidFill>
                  <a:srgbClr val="003366"/>
                </a:solidFill>
                <a:effectLst/>
                <a:uLnTx/>
                <a:uFillTx/>
                <a:latin typeface="BISansCond"/>
                <a:ea typeface="+mj-ea"/>
                <a:cs typeface="+mj-cs"/>
              </a:rPr>
              <a:t>2024</a:t>
            </a:r>
            <a:r>
              <a:rPr kumimoji="0" lang="en-US" altLang="zh-CN" sz="2400" b="0" i="0" u="none" strike="noStrike" kern="1200" cap="none" spc="0" normalizeH="0" baseline="0" noProof="0">
                <a:ln>
                  <a:noFill/>
                </a:ln>
                <a:solidFill>
                  <a:srgbClr val="003366"/>
                </a:solidFill>
                <a:effectLst/>
                <a:uLnTx/>
                <a:uFillTx/>
                <a:latin typeface="BISansCond"/>
                <a:ea typeface="+mj-ea"/>
                <a:cs typeface="+mj-cs"/>
              </a:rPr>
              <a:t>) </a:t>
            </a:r>
            <a:endParaRPr kumimoji="0" lang="en-US" altLang="zh-CN" sz="2400" b="0" i="0" u="none" strike="noStrike" kern="1200" cap="none" spc="0" normalizeH="0" baseline="0" noProof="0">
              <a:ln>
                <a:noFill/>
              </a:ln>
              <a:solidFill>
                <a:srgbClr val="3333FF"/>
              </a:solidFill>
              <a:effectLst/>
              <a:uLnTx/>
              <a:uFillTx/>
              <a:latin typeface="BISansCond"/>
              <a:ea typeface="+mj-ea"/>
              <a:cs typeface="+mj-cs"/>
            </a:endParaRPr>
          </a:p>
        </p:txBody>
      </p:sp>
      <p:sp>
        <p:nvSpPr>
          <p:cNvPr id="9" name="文本框 8">
            <a:extLst>
              <a:ext uri="{FF2B5EF4-FFF2-40B4-BE49-F238E27FC236}">
                <a16:creationId xmlns:a16="http://schemas.microsoft.com/office/drawing/2014/main" id="{6E6EBCB9-565E-0E7D-9C17-4F531FA02900}"/>
              </a:ext>
            </a:extLst>
          </p:cNvPr>
          <p:cNvSpPr txBox="1"/>
          <p:nvPr/>
        </p:nvSpPr>
        <p:spPr>
          <a:xfrm>
            <a:off x="880403" y="1017880"/>
            <a:ext cx="8624790"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3366"/>
                </a:solidFill>
                <a:effectLst/>
                <a:uLnTx/>
                <a:uFillTx/>
                <a:latin typeface="BISans"/>
                <a:ea typeface="+mn-ea"/>
                <a:cs typeface="+mn-cs"/>
              </a:rPr>
              <a:t>China status: 7 pts screened, 5 pts randomized, 2 patient screen failure (SF 29%), currently 0 </a:t>
            </a:r>
            <a:r>
              <a:rPr kumimoji="0" lang="en-US" sz="1400" b="0" i="0" u="none" strike="noStrike" kern="1200" cap="none" spc="0" normalizeH="0" baseline="0" noProof="0">
                <a:ln>
                  <a:noFill/>
                </a:ln>
                <a:solidFill>
                  <a:srgbClr val="003366"/>
                </a:solidFill>
                <a:effectLst/>
                <a:uLnTx/>
                <a:uFillTx/>
                <a:latin typeface="BISans"/>
                <a:ea typeface="+mn-ea"/>
                <a:cs typeface="+mn-cs"/>
              </a:rPr>
              <a:t>pt in screening</a:t>
            </a:r>
            <a:endParaRPr kumimoji="0" lang="en-US" altLang="zh-CN" sz="1400" b="0" i="0" u="none" strike="noStrike" kern="1200" cap="none" spc="0" normalizeH="0" baseline="0" noProof="0">
              <a:ln>
                <a:noFill/>
              </a:ln>
              <a:solidFill>
                <a:srgbClr val="003366"/>
              </a:solidFill>
              <a:effectLst/>
              <a:uLnTx/>
              <a:uFillTx/>
              <a:latin typeface="BISans"/>
              <a:ea typeface="+mn-ea"/>
              <a:cs typeface="+mn-cs"/>
            </a:endParaRPr>
          </a:p>
        </p:txBody>
      </p:sp>
      <p:pic>
        <p:nvPicPr>
          <p:cNvPr id="4" name="图片 3">
            <a:extLst>
              <a:ext uri="{FF2B5EF4-FFF2-40B4-BE49-F238E27FC236}">
                <a16:creationId xmlns:a16="http://schemas.microsoft.com/office/drawing/2014/main" id="{606D128A-6E91-D139-940A-52B1AAA70ADE}"/>
              </a:ext>
            </a:extLst>
          </p:cNvPr>
          <p:cNvPicPr>
            <a:picLocks noChangeAspect="1"/>
          </p:cNvPicPr>
          <p:nvPr/>
        </p:nvPicPr>
        <p:blipFill>
          <a:blip r:embed="rId2"/>
          <a:stretch>
            <a:fillRect/>
          </a:stretch>
        </p:blipFill>
        <p:spPr>
          <a:xfrm>
            <a:off x="554255" y="1428205"/>
            <a:ext cx="10833595" cy="4737463"/>
          </a:xfrm>
          <a:prstGeom prst="rect">
            <a:avLst/>
          </a:prstGeom>
        </p:spPr>
      </p:pic>
    </p:spTree>
    <p:extLst>
      <p:ext uri="{BB962C8B-B14F-4D97-AF65-F5344CB8AC3E}">
        <p14:creationId xmlns:p14="http://schemas.microsoft.com/office/powerpoint/2010/main" val="2391934468"/>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5E56-1FAB-3421-78F8-3D3B12C85B36}"/>
              </a:ext>
            </a:extLst>
          </p:cNvPr>
          <p:cNvSpPr>
            <a:spLocks noGrp="1"/>
          </p:cNvSpPr>
          <p:nvPr>
            <p:ph type="title"/>
          </p:nvPr>
        </p:nvSpPr>
        <p:spPr/>
        <p:txBody>
          <a:bodyPr/>
          <a:lstStyle/>
          <a:p>
            <a:r>
              <a:rPr lang="en-US"/>
              <a:t>BI 1820237 </a:t>
            </a:r>
            <a:br>
              <a:rPr lang="en-US"/>
            </a:br>
            <a:r>
              <a:rPr lang="en-US"/>
              <a:t>(NPY2+Survodutide FDC)</a:t>
            </a:r>
          </a:p>
        </p:txBody>
      </p:sp>
      <p:sp>
        <p:nvSpPr>
          <p:cNvPr id="3" name="Subtitle 2">
            <a:extLst>
              <a:ext uri="{FF2B5EF4-FFF2-40B4-BE49-F238E27FC236}">
                <a16:creationId xmlns:a16="http://schemas.microsoft.com/office/drawing/2014/main" id="{7E84BB9D-A560-B107-D02C-6E613DA594C3}"/>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49AFD584-2A3E-9598-F88E-AB9EACF53A05}"/>
              </a:ext>
            </a:extLst>
          </p:cNvPr>
          <p:cNvSpPr>
            <a:spLocks noGrp="1"/>
          </p:cNvSpPr>
          <p:nvPr>
            <p:ph type="sldNum" sz="quarter" idx="16"/>
          </p:nvPr>
        </p:nvSpPr>
        <p:spPr/>
        <p:txBody>
          <a:bodyPr/>
          <a:lstStyle/>
          <a:p>
            <a:fld id="{8FF9B0DE-3FEB-4AA0-B465-B80EF7C1333D}" type="slidenum">
              <a:rPr lang="en-US" smtClean="0"/>
              <a:pPr/>
              <a:t>59</a:t>
            </a:fld>
            <a:endParaRPr lang="en-US"/>
          </a:p>
        </p:txBody>
      </p:sp>
      <p:sp>
        <p:nvSpPr>
          <p:cNvPr id="5" name="Footer Placeholder 4">
            <a:extLst>
              <a:ext uri="{FF2B5EF4-FFF2-40B4-BE49-F238E27FC236}">
                <a16:creationId xmlns:a16="http://schemas.microsoft.com/office/drawing/2014/main" id="{D71392C8-F76F-6253-C90E-71B6267D49C5}"/>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331471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14F65-1020-B018-474D-629D1E02C4C5}"/>
              </a:ext>
            </a:extLst>
          </p:cNvPr>
          <p:cNvSpPr>
            <a:spLocks noGrp="1"/>
          </p:cNvSpPr>
          <p:nvPr>
            <p:ph type="title"/>
          </p:nvPr>
        </p:nvSpPr>
        <p:spPr/>
        <p:txBody>
          <a:bodyPr/>
          <a:lstStyle/>
          <a:p>
            <a:pPr marL="0" marR="0" lvl="0" indent="0" defTabSz="914400" rtl="0" eaLnBrk="1" fontAlgn="auto" latinLnBrk="0" hangingPunct="1">
              <a:lnSpc>
                <a:spcPct val="100000"/>
              </a:lnSpc>
              <a:spcBef>
                <a:spcPts val="0"/>
              </a:spcBef>
              <a:spcAft>
                <a:spcPts val="0"/>
              </a:spcAft>
              <a:tabLst/>
              <a:defRPr/>
            </a:pPr>
            <a:r>
              <a:rPr lang="en-US" sz="2000" u="sng">
                <a:solidFill>
                  <a:schemeClr val="accent1">
                    <a:lumMod val="90000"/>
                    <a:lumOff val="10000"/>
                  </a:schemeClr>
                </a:solidFill>
                <a:cs typeface="Calibri" panose="020F0502020204030204" pitchFamily="34" charset="0"/>
              </a:rPr>
              <a:t>Ongoing:</a:t>
            </a:r>
            <a:br>
              <a:rPr lang="en-US" sz="2000" u="sng">
                <a:solidFill>
                  <a:schemeClr val="accent1">
                    <a:lumMod val="90000"/>
                    <a:lumOff val="10000"/>
                  </a:schemeClr>
                </a:solidFill>
                <a:cs typeface="Calibri" panose="020F0502020204030204" pitchFamily="34" charset="0"/>
              </a:rPr>
            </a:br>
            <a:r>
              <a:rPr lang="en-US" sz="2000">
                <a:solidFill>
                  <a:schemeClr val="accent1">
                    <a:lumMod val="90000"/>
                    <a:lumOff val="10000"/>
                  </a:schemeClr>
                </a:solidFill>
                <a:cs typeface="Calibri" panose="020F0502020204030204" pitchFamily="34" charset="0"/>
              </a:rPr>
              <a:t>BI 1820237 (NPY2+survodutide FDC): Obesity</a:t>
            </a:r>
            <a:br>
              <a:rPr lang="en-US" sz="2000" u="sng">
                <a:solidFill>
                  <a:schemeClr val="accent1">
                    <a:lumMod val="90000"/>
                    <a:lumOff val="10000"/>
                  </a:schemeClr>
                </a:solidFill>
                <a:cs typeface="Calibri" panose="020F0502020204030204" pitchFamily="34" charset="0"/>
              </a:rPr>
            </a:br>
            <a:endParaRPr lang="en-US" sz="2000" u="sng">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65AA60DC-1AEC-C627-F73F-2BBEE6515463}"/>
              </a:ext>
            </a:extLst>
          </p:cNvPr>
          <p:cNvSpPr>
            <a:spLocks noGrp="1"/>
          </p:cNvSpPr>
          <p:nvPr>
            <p:ph type="ftr" sz="quarter" idx="10"/>
          </p:nvPr>
        </p:nvSpPr>
        <p:spPr>
          <a:xfrm>
            <a:off x="6312024" y="6451023"/>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239B996B-9BFD-C56D-923D-5DFF23E00BA2}"/>
              </a:ext>
            </a:extLst>
          </p:cNvPr>
          <p:cNvSpPr>
            <a:spLocks noGrp="1"/>
          </p:cNvSpPr>
          <p:nvPr>
            <p:ph type="sldNum" sz="quarter" idx="11"/>
          </p:nvPr>
        </p:nvSpPr>
        <p:spPr>
          <a:xfrm>
            <a:off x="11424592" y="6451023"/>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3" name="OTLSHAPE_T_e17f3958430f4cff8650518c93c7635e_StartDate">
            <a:extLst>
              <a:ext uri="{FF2B5EF4-FFF2-40B4-BE49-F238E27FC236}">
                <a16:creationId xmlns:a16="http://schemas.microsoft.com/office/drawing/2014/main" id="{528362C7-6C5A-899D-F770-56DB33A7325C}"/>
              </a:ext>
            </a:extLst>
          </p:cNvPr>
          <p:cNvSpPr txBox="1"/>
          <p:nvPr>
            <p:custDataLst>
              <p:tags r:id="rId1"/>
            </p:custDataLst>
          </p:nvPr>
        </p:nvSpPr>
        <p:spPr>
          <a:xfrm>
            <a:off x="1316434" y="1979813"/>
            <a:ext cx="546747" cy="123111"/>
          </a:xfrm>
          <a:prstGeom prst="rect">
            <a:avLst/>
          </a:prstGeom>
          <a:noFill/>
          <a:ln w="12700">
            <a:noFill/>
          </a:ln>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aphicFrame>
        <p:nvGraphicFramePr>
          <p:cNvPr id="45" name="Table 44">
            <a:extLst>
              <a:ext uri="{FF2B5EF4-FFF2-40B4-BE49-F238E27FC236}">
                <a16:creationId xmlns:a16="http://schemas.microsoft.com/office/drawing/2014/main" id="{4C22C5F7-1973-E434-1946-D859A2A90A92}"/>
              </a:ext>
            </a:extLst>
          </p:cNvPr>
          <p:cNvGraphicFramePr>
            <a:graphicFrameLocks noGrp="1"/>
          </p:cNvGraphicFramePr>
          <p:nvPr/>
        </p:nvGraphicFramePr>
        <p:xfrm>
          <a:off x="1081895" y="1476195"/>
          <a:ext cx="10482388" cy="458117"/>
        </p:xfrm>
        <a:graphic>
          <a:graphicData uri="http://schemas.openxmlformats.org/drawingml/2006/table">
            <a:tbl>
              <a:tblPr firstRow="1" bandRow="1"/>
              <a:tblGrid>
                <a:gridCol w="374371">
                  <a:extLst>
                    <a:ext uri="{9D8B030D-6E8A-4147-A177-3AD203B41FA5}">
                      <a16:colId xmlns:a16="http://schemas.microsoft.com/office/drawing/2014/main" val="3411862845"/>
                    </a:ext>
                  </a:extLst>
                </a:gridCol>
                <a:gridCol w="374371">
                  <a:extLst>
                    <a:ext uri="{9D8B030D-6E8A-4147-A177-3AD203B41FA5}">
                      <a16:colId xmlns:a16="http://schemas.microsoft.com/office/drawing/2014/main" val="2851474774"/>
                    </a:ext>
                  </a:extLst>
                </a:gridCol>
                <a:gridCol w="374371">
                  <a:extLst>
                    <a:ext uri="{9D8B030D-6E8A-4147-A177-3AD203B41FA5}">
                      <a16:colId xmlns:a16="http://schemas.microsoft.com/office/drawing/2014/main" val="107595344"/>
                    </a:ext>
                  </a:extLst>
                </a:gridCol>
                <a:gridCol w="374371">
                  <a:extLst>
                    <a:ext uri="{9D8B030D-6E8A-4147-A177-3AD203B41FA5}">
                      <a16:colId xmlns:a16="http://schemas.microsoft.com/office/drawing/2014/main" val="1666999431"/>
                    </a:ext>
                  </a:extLst>
                </a:gridCol>
                <a:gridCol w="374371">
                  <a:extLst>
                    <a:ext uri="{9D8B030D-6E8A-4147-A177-3AD203B41FA5}">
                      <a16:colId xmlns:a16="http://schemas.microsoft.com/office/drawing/2014/main" val="3696607442"/>
                    </a:ext>
                  </a:extLst>
                </a:gridCol>
                <a:gridCol w="374371">
                  <a:extLst>
                    <a:ext uri="{9D8B030D-6E8A-4147-A177-3AD203B41FA5}">
                      <a16:colId xmlns:a16="http://schemas.microsoft.com/office/drawing/2014/main" val="223989776"/>
                    </a:ext>
                  </a:extLst>
                </a:gridCol>
                <a:gridCol w="374371">
                  <a:extLst>
                    <a:ext uri="{9D8B030D-6E8A-4147-A177-3AD203B41FA5}">
                      <a16:colId xmlns:a16="http://schemas.microsoft.com/office/drawing/2014/main" val="124731204"/>
                    </a:ext>
                  </a:extLst>
                </a:gridCol>
                <a:gridCol w="374371">
                  <a:extLst>
                    <a:ext uri="{9D8B030D-6E8A-4147-A177-3AD203B41FA5}">
                      <a16:colId xmlns:a16="http://schemas.microsoft.com/office/drawing/2014/main" val="3066978585"/>
                    </a:ext>
                  </a:extLst>
                </a:gridCol>
                <a:gridCol w="374371">
                  <a:extLst>
                    <a:ext uri="{9D8B030D-6E8A-4147-A177-3AD203B41FA5}">
                      <a16:colId xmlns:a16="http://schemas.microsoft.com/office/drawing/2014/main" val="1064917641"/>
                    </a:ext>
                  </a:extLst>
                </a:gridCol>
                <a:gridCol w="374371">
                  <a:extLst>
                    <a:ext uri="{9D8B030D-6E8A-4147-A177-3AD203B41FA5}">
                      <a16:colId xmlns:a16="http://schemas.microsoft.com/office/drawing/2014/main" val="4221117315"/>
                    </a:ext>
                  </a:extLst>
                </a:gridCol>
                <a:gridCol w="374371">
                  <a:extLst>
                    <a:ext uri="{9D8B030D-6E8A-4147-A177-3AD203B41FA5}">
                      <a16:colId xmlns:a16="http://schemas.microsoft.com/office/drawing/2014/main" val="3266065341"/>
                    </a:ext>
                  </a:extLst>
                </a:gridCol>
                <a:gridCol w="374371">
                  <a:extLst>
                    <a:ext uri="{9D8B030D-6E8A-4147-A177-3AD203B41FA5}">
                      <a16:colId xmlns:a16="http://schemas.microsoft.com/office/drawing/2014/main" val="2374051224"/>
                    </a:ext>
                  </a:extLst>
                </a:gridCol>
                <a:gridCol w="374371">
                  <a:extLst>
                    <a:ext uri="{9D8B030D-6E8A-4147-A177-3AD203B41FA5}">
                      <a16:colId xmlns:a16="http://schemas.microsoft.com/office/drawing/2014/main" val="1840388365"/>
                    </a:ext>
                  </a:extLst>
                </a:gridCol>
                <a:gridCol w="374371">
                  <a:extLst>
                    <a:ext uri="{9D8B030D-6E8A-4147-A177-3AD203B41FA5}">
                      <a16:colId xmlns:a16="http://schemas.microsoft.com/office/drawing/2014/main" val="267750830"/>
                    </a:ext>
                  </a:extLst>
                </a:gridCol>
                <a:gridCol w="374371">
                  <a:extLst>
                    <a:ext uri="{9D8B030D-6E8A-4147-A177-3AD203B41FA5}">
                      <a16:colId xmlns:a16="http://schemas.microsoft.com/office/drawing/2014/main" val="3966469970"/>
                    </a:ext>
                  </a:extLst>
                </a:gridCol>
                <a:gridCol w="374371">
                  <a:extLst>
                    <a:ext uri="{9D8B030D-6E8A-4147-A177-3AD203B41FA5}">
                      <a16:colId xmlns:a16="http://schemas.microsoft.com/office/drawing/2014/main" val="2522973146"/>
                    </a:ext>
                  </a:extLst>
                </a:gridCol>
                <a:gridCol w="374371">
                  <a:extLst>
                    <a:ext uri="{9D8B030D-6E8A-4147-A177-3AD203B41FA5}">
                      <a16:colId xmlns:a16="http://schemas.microsoft.com/office/drawing/2014/main" val="4178794024"/>
                    </a:ext>
                  </a:extLst>
                </a:gridCol>
                <a:gridCol w="374371">
                  <a:extLst>
                    <a:ext uri="{9D8B030D-6E8A-4147-A177-3AD203B41FA5}">
                      <a16:colId xmlns:a16="http://schemas.microsoft.com/office/drawing/2014/main" val="3518359519"/>
                    </a:ext>
                  </a:extLst>
                </a:gridCol>
                <a:gridCol w="374371">
                  <a:extLst>
                    <a:ext uri="{9D8B030D-6E8A-4147-A177-3AD203B41FA5}">
                      <a16:colId xmlns:a16="http://schemas.microsoft.com/office/drawing/2014/main" val="135799613"/>
                    </a:ext>
                  </a:extLst>
                </a:gridCol>
                <a:gridCol w="374371">
                  <a:extLst>
                    <a:ext uri="{9D8B030D-6E8A-4147-A177-3AD203B41FA5}">
                      <a16:colId xmlns:a16="http://schemas.microsoft.com/office/drawing/2014/main" val="30073791"/>
                    </a:ext>
                  </a:extLst>
                </a:gridCol>
                <a:gridCol w="374371">
                  <a:extLst>
                    <a:ext uri="{9D8B030D-6E8A-4147-A177-3AD203B41FA5}">
                      <a16:colId xmlns:a16="http://schemas.microsoft.com/office/drawing/2014/main" val="995205513"/>
                    </a:ext>
                  </a:extLst>
                </a:gridCol>
                <a:gridCol w="374371">
                  <a:extLst>
                    <a:ext uri="{9D8B030D-6E8A-4147-A177-3AD203B41FA5}">
                      <a16:colId xmlns:a16="http://schemas.microsoft.com/office/drawing/2014/main" val="1601882645"/>
                    </a:ext>
                  </a:extLst>
                </a:gridCol>
                <a:gridCol w="374371">
                  <a:extLst>
                    <a:ext uri="{9D8B030D-6E8A-4147-A177-3AD203B41FA5}">
                      <a16:colId xmlns:a16="http://schemas.microsoft.com/office/drawing/2014/main" val="1574065487"/>
                    </a:ext>
                  </a:extLst>
                </a:gridCol>
                <a:gridCol w="374371">
                  <a:extLst>
                    <a:ext uri="{9D8B030D-6E8A-4147-A177-3AD203B41FA5}">
                      <a16:colId xmlns:a16="http://schemas.microsoft.com/office/drawing/2014/main" val="4066851324"/>
                    </a:ext>
                  </a:extLst>
                </a:gridCol>
                <a:gridCol w="374371">
                  <a:extLst>
                    <a:ext uri="{9D8B030D-6E8A-4147-A177-3AD203B41FA5}">
                      <a16:colId xmlns:a16="http://schemas.microsoft.com/office/drawing/2014/main" val="2531652082"/>
                    </a:ext>
                  </a:extLst>
                </a:gridCol>
                <a:gridCol w="374371">
                  <a:extLst>
                    <a:ext uri="{9D8B030D-6E8A-4147-A177-3AD203B41FA5}">
                      <a16:colId xmlns:a16="http://schemas.microsoft.com/office/drawing/2014/main" val="299482538"/>
                    </a:ext>
                  </a:extLst>
                </a:gridCol>
                <a:gridCol w="374371">
                  <a:extLst>
                    <a:ext uri="{9D8B030D-6E8A-4147-A177-3AD203B41FA5}">
                      <a16:colId xmlns:a16="http://schemas.microsoft.com/office/drawing/2014/main" val="1135879085"/>
                    </a:ext>
                  </a:extLst>
                </a:gridCol>
                <a:gridCol w="374371">
                  <a:extLst>
                    <a:ext uri="{9D8B030D-6E8A-4147-A177-3AD203B41FA5}">
                      <a16:colId xmlns:a16="http://schemas.microsoft.com/office/drawing/2014/main" val="1574261725"/>
                    </a:ext>
                  </a:extLst>
                </a:gridCol>
              </a:tblGrid>
              <a:tr h="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2025</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2026</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2027</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2028</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2029</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2030</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46" name="Isosceles Triangle 45">
            <a:extLst>
              <a:ext uri="{FF2B5EF4-FFF2-40B4-BE49-F238E27FC236}">
                <a16:creationId xmlns:a16="http://schemas.microsoft.com/office/drawing/2014/main" id="{871B19F1-7554-0524-C062-F64C7071F378}"/>
              </a:ext>
            </a:extLst>
          </p:cNvPr>
          <p:cNvSpPr/>
          <p:nvPr/>
        </p:nvSpPr>
        <p:spPr>
          <a:xfrm rot="16200000" flipH="1">
            <a:off x="756509" y="162327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47" name="Isosceles Triangle 46">
            <a:extLst>
              <a:ext uri="{FF2B5EF4-FFF2-40B4-BE49-F238E27FC236}">
                <a16:creationId xmlns:a16="http://schemas.microsoft.com/office/drawing/2014/main" id="{E28260D0-1017-A9CC-A23D-A19284AB9394}"/>
              </a:ext>
            </a:extLst>
          </p:cNvPr>
          <p:cNvSpPr/>
          <p:nvPr/>
        </p:nvSpPr>
        <p:spPr>
          <a:xfrm rot="5400000">
            <a:off x="11406396" y="1623239"/>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62" name="Picture 8" descr="Traffic light - Simple English Wikipedia, the free ...">
            <a:extLst>
              <a:ext uri="{FF2B5EF4-FFF2-40B4-BE49-F238E27FC236}">
                <a16:creationId xmlns:a16="http://schemas.microsoft.com/office/drawing/2014/main" id="{CF073D01-A5E5-1838-CB9D-FA1E8AB7BAE4}"/>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rot="10800000">
            <a:off x="10418763" y="485887"/>
            <a:ext cx="1293812" cy="523875"/>
          </a:xfrm>
          <a:prstGeom prst="rect">
            <a:avLst/>
          </a:prstGeom>
          <a:noFill/>
          <a:extLst>
            <a:ext uri="{909E8E84-426E-40DD-AFC4-6F175D3DCCD1}">
              <a14:hiddenFill xmlns:a14="http://schemas.microsoft.com/office/drawing/2010/main">
                <a:solidFill>
                  <a:srgbClr val="FFFFFF"/>
                </a:solidFill>
              </a14:hiddenFill>
            </a:ext>
          </a:extLst>
        </p:spPr>
      </p:pic>
      <p:cxnSp>
        <p:nvCxnSpPr>
          <p:cNvPr id="63" name="Straight Connector 62">
            <a:extLst>
              <a:ext uri="{FF2B5EF4-FFF2-40B4-BE49-F238E27FC236}">
                <a16:creationId xmlns:a16="http://schemas.microsoft.com/office/drawing/2014/main" id="{BA0BB5DB-70F0-2417-CDC4-EA6A0EC2A82F}"/>
              </a:ext>
            </a:extLst>
          </p:cNvPr>
          <p:cNvCxnSpPr>
            <a:cxnSpLocks/>
          </p:cNvCxnSpPr>
          <p:nvPr/>
        </p:nvCxnSpPr>
        <p:spPr bwMode="auto">
          <a:xfrm flipH="1" flipV="1">
            <a:off x="1536611" y="2140062"/>
            <a:ext cx="7194" cy="3185574"/>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nvGrpSpPr>
          <p:cNvPr id="64" name="Group 63">
            <a:extLst>
              <a:ext uri="{FF2B5EF4-FFF2-40B4-BE49-F238E27FC236}">
                <a16:creationId xmlns:a16="http://schemas.microsoft.com/office/drawing/2014/main" id="{520698DF-F169-6A10-1EB1-837D0A57A1D3}"/>
              </a:ext>
            </a:extLst>
          </p:cNvPr>
          <p:cNvGrpSpPr/>
          <p:nvPr/>
        </p:nvGrpSpPr>
        <p:grpSpPr>
          <a:xfrm>
            <a:off x="211814" y="3857850"/>
            <a:ext cx="808692" cy="335422"/>
            <a:chOff x="36554" y="2831254"/>
            <a:chExt cx="808692" cy="335422"/>
          </a:xfrm>
        </p:grpSpPr>
        <p:sp>
          <p:nvSpPr>
            <p:cNvPr id="65" name="Freeform: Shape 152">
              <a:extLst>
                <a:ext uri="{FF2B5EF4-FFF2-40B4-BE49-F238E27FC236}">
                  <a16:creationId xmlns:a16="http://schemas.microsoft.com/office/drawing/2014/main" id="{CF9106E8-BE52-8671-6206-DB933F214623}"/>
                </a:ext>
              </a:extLst>
            </p:cNvPr>
            <p:cNvSpPr/>
            <p:nvPr/>
          </p:nvSpPr>
          <p:spPr bwMode="auto">
            <a:xfrm>
              <a:off x="48422" y="2903511"/>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66" name="Oval 134">
              <a:extLst>
                <a:ext uri="{FF2B5EF4-FFF2-40B4-BE49-F238E27FC236}">
                  <a16:creationId xmlns:a16="http://schemas.microsoft.com/office/drawing/2014/main" id="{39043E9A-2341-C9E9-8ADF-BE2BD8E4E81C}"/>
                </a:ext>
              </a:extLst>
            </p:cNvPr>
            <p:cNvSpPr/>
            <p:nvPr/>
          </p:nvSpPr>
          <p:spPr>
            <a:xfrm>
              <a:off x="36554" y="2831254"/>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ISans" panose="02000503040000020004"/>
                <a:ea typeface="+mn-ea"/>
                <a:cs typeface="+mn-cs"/>
              </a:endParaRPr>
            </a:p>
          </p:txBody>
        </p:sp>
        <p:sp>
          <p:nvSpPr>
            <p:cNvPr id="67" name="Rectangle: Rounded Corners 116">
              <a:extLst>
                <a:ext uri="{FF2B5EF4-FFF2-40B4-BE49-F238E27FC236}">
                  <a16:creationId xmlns:a16="http://schemas.microsoft.com/office/drawing/2014/main" id="{DA526506-6F26-2B60-7634-6DC54A2012D7}"/>
                </a:ext>
              </a:extLst>
            </p:cNvPr>
            <p:cNvSpPr/>
            <p:nvPr/>
          </p:nvSpPr>
          <p:spPr bwMode="auto">
            <a:xfrm>
              <a:off x="808670" y="2869095"/>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68" name="Picture 2" descr="Image result for China flag circle png">
              <a:extLst>
                <a:ext uri="{FF2B5EF4-FFF2-40B4-BE49-F238E27FC236}">
                  <a16:creationId xmlns:a16="http://schemas.microsoft.com/office/drawing/2014/main" id="{D4EE21F5-FF67-9899-0E9C-AF31AEB12E3E}"/>
                </a:ext>
              </a:extLst>
            </p:cNvPr>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63716" y="2858416"/>
              <a:ext cx="281099" cy="281098"/>
            </a:xfrm>
            <a:prstGeom prst="rect">
              <a:avLst/>
            </a:prstGeom>
            <a:noFill/>
            <a:extLst>
              <a:ext uri="{909E8E84-426E-40DD-AFC4-6F175D3DCCD1}">
                <a14:hiddenFill xmlns:a14="http://schemas.microsoft.com/office/drawing/2010/main">
                  <a:solidFill>
                    <a:srgbClr val="FFFFFF"/>
                  </a:solidFill>
                </a14:hiddenFill>
              </a:ext>
            </a:extLst>
          </p:spPr>
        </p:pic>
      </p:grpSp>
      <p:sp>
        <p:nvSpPr>
          <p:cNvPr id="69" name="Freeform: Shape 147">
            <a:extLst>
              <a:ext uri="{FF2B5EF4-FFF2-40B4-BE49-F238E27FC236}">
                <a16:creationId xmlns:a16="http://schemas.microsoft.com/office/drawing/2014/main" id="{1D1042E5-EBCE-9B67-EB99-82A768A36017}"/>
              </a:ext>
            </a:extLst>
          </p:cNvPr>
          <p:cNvSpPr/>
          <p:nvPr/>
        </p:nvSpPr>
        <p:spPr bwMode="auto">
          <a:xfrm>
            <a:off x="208001" y="1977257"/>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70" name="Rectangle: Rounded Corners 116">
            <a:extLst>
              <a:ext uri="{FF2B5EF4-FFF2-40B4-BE49-F238E27FC236}">
                <a16:creationId xmlns:a16="http://schemas.microsoft.com/office/drawing/2014/main" id="{96B15BBE-A220-DB5B-BCA9-1344B73A0D46}"/>
              </a:ext>
            </a:extLst>
          </p:cNvPr>
          <p:cNvSpPr/>
          <p:nvPr/>
        </p:nvSpPr>
        <p:spPr bwMode="auto">
          <a:xfrm>
            <a:off x="968249" y="1942841"/>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71" name="Picture 6" descr="Image result for world circle png">
            <a:extLst>
              <a:ext uri="{FF2B5EF4-FFF2-40B4-BE49-F238E27FC236}">
                <a16:creationId xmlns:a16="http://schemas.microsoft.com/office/drawing/2014/main" id="{663348F3-B1FA-7961-2F35-4E053CEEB6BB}"/>
              </a:ext>
            </a:extLst>
          </p:cNvPr>
          <p:cNvPicPr>
            <a:picLocks noChangeAspect="1" noChangeArrowheads="1"/>
          </p:cNvPicPr>
          <p:nvPr/>
        </p:nvPicPr>
        <p:blipFill rotWithShape="1">
          <a:blip r:embed="rId63">
            <a:extLst>
              <a:ext uri="{28A0092B-C50C-407E-A947-70E740481C1C}">
                <a14:useLocalDpi xmlns:a14="http://schemas.microsoft.com/office/drawing/2010/main" val="0"/>
              </a:ext>
            </a:extLst>
          </a:blip>
          <a:srcRect l="4094" t="4010" r="4094" b="4010"/>
          <a:stretch/>
        </p:blipFill>
        <p:spPr bwMode="auto">
          <a:xfrm>
            <a:off x="225509" y="1933858"/>
            <a:ext cx="280325" cy="281098"/>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19">
            <a:extLst>
              <a:ext uri="{FF2B5EF4-FFF2-40B4-BE49-F238E27FC236}">
                <a16:creationId xmlns:a16="http://schemas.microsoft.com/office/drawing/2014/main" id="{969E9A63-1381-7C1B-87D2-EEBD8879B178}"/>
              </a:ext>
            </a:extLst>
          </p:cNvPr>
          <p:cNvSpPr txBox="1"/>
          <p:nvPr/>
        </p:nvSpPr>
        <p:spPr>
          <a:xfrm>
            <a:off x="479424" y="2287229"/>
            <a:ext cx="619208" cy="276999"/>
          </a:xfrm>
          <a:prstGeom prst="rect">
            <a:avLst/>
          </a:prstGeom>
          <a:noFill/>
          <a:ln>
            <a:solidFill>
              <a:schemeClr val="accent1"/>
            </a:solidFill>
          </a:ln>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1458.4</a:t>
            </a:r>
          </a:p>
        </p:txBody>
      </p:sp>
      <p:sp>
        <p:nvSpPr>
          <p:cNvPr id="73" name="TextBox 19">
            <a:extLst>
              <a:ext uri="{FF2B5EF4-FFF2-40B4-BE49-F238E27FC236}">
                <a16:creationId xmlns:a16="http://schemas.microsoft.com/office/drawing/2014/main" id="{99313FA3-8C55-5F8D-BB68-81F271580520}"/>
              </a:ext>
            </a:extLst>
          </p:cNvPr>
          <p:cNvSpPr txBox="1"/>
          <p:nvPr/>
        </p:nvSpPr>
        <p:spPr>
          <a:xfrm>
            <a:off x="479424" y="3006323"/>
            <a:ext cx="619208" cy="138499"/>
          </a:xfrm>
          <a:prstGeom prst="rect">
            <a:avLst/>
          </a:prstGeom>
          <a:noFill/>
          <a:ln>
            <a:solidFill>
              <a:schemeClr val="accent1"/>
            </a:solidFill>
          </a:ln>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74" name="TextBox 19">
            <a:extLst>
              <a:ext uri="{FF2B5EF4-FFF2-40B4-BE49-F238E27FC236}">
                <a16:creationId xmlns:a16="http://schemas.microsoft.com/office/drawing/2014/main" id="{432161AA-D75E-8C97-EAED-D20AE084340D}"/>
              </a:ext>
            </a:extLst>
          </p:cNvPr>
          <p:cNvSpPr txBox="1"/>
          <p:nvPr/>
        </p:nvSpPr>
        <p:spPr>
          <a:xfrm>
            <a:off x="479424" y="4373385"/>
            <a:ext cx="619208" cy="276999"/>
          </a:xfrm>
          <a:prstGeom prst="rect">
            <a:avLst/>
          </a:prstGeom>
          <a:noFill/>
          <a:ln>
            <a:solidFill>
              <a:schemeClr val="accent1"/>
            </a:solidFill>
          </a:ln>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1458.4</a:t>
            </a:r>
          </a:p>
        </p:txBody>
      </p:sp>
      <p:sp>
        <p:nvSpPr>
          <p:cNvPr id="75" name="TextBox 19">
            <a:extLst>
              <a:ext uri="{FF2B5EF4-FFF2-40B4-BE49-F238E27FC236}">
                <a16:creationId xmlns:a16="http://schemas.microsoft.com/office/drawing/2014/main" id="{EC289FFF-8AE9-F66D-2FDD-118BC8D6FED6}"/>
              </a:ext>
            </a:extLst>
          </p:cNvPr>
          <p:cNvSpPr txBox="1"/>
          <p:nvPr/>
        </p:nvSpPr>
        <p:spPr>
          <a:xfrm>
            <a:off x="479424" y="4827465"/>
            <a:ext cx="667801" cy="553998"/>
          </a:xfrm>
          <a:prstGeom prst="rect">
            <a:avLst/>
          </a:prstGeom>
          <a:noFill/>
          <a:ln>
            <a:solidFill>
              <a:schemeClr val="accent1"/>
            </a:solidFill>
          </a:ln>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China MRD PK/PD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w/ </a:t>
            </a:r>
            <a:r>
              <a:rPr kumimoji="0" lang="en-US" sz="900" b="1" i="0" u="none" strike="noStrike" kern="1200" cap="none" spc="0" normalizeH="0" baseline="0" noProof="0" err="1">
                <a:ln>
                  <a:noFill/>
                </a:ln>
                <a:solidFill>
                  <a:srgbClr val="0066CC"/>
                </a:solidFill>
                <a:effectLst/>
                <a:uLnTx/>
                <a:uFillTx/>
                <a:latin typeface="Calibri" panose="020F0502020204030204" pitchFamily="34" charset="0"/>
                <a:ea typeface="+mn-ea"/>
                <a:cs typeface="Calibri" panose="020F0502020204030204" pitchFamily="34" charset="0"/>
              </a:rPr>
              <a:t>Pbo</a:t>
            </a: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 arm</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1458.7</a:t>
            </a:r>
          </a:p>
        </p:txBody>
      </p:sp>
      <p:sp>
        <p:nvSpPr>
          <p:cNvPr id="76" name="TextBox 19">
            <a:extLst>
              <a:ext uri="{FF2B5EF4-FFF2-40B4-BE49-F238E27FC236}">
                <a16:creationId xmlns:a16="http://schemas.microsoft.com/office/drawing/2014/main" id="{EF5607BC-19D8-C125-4C75-A46F27BAF36F}"/>
              </a:ext>
            </a:extLst>
          </p:cNvPr>
          <p:cNvSpPr txBox="1"/>
          <p:nvPr/>
        </p:nvSpPr>
        <p:spPr>
          <a:xfrm>
            <a:off x="479424" y="5583901"/>
            <a:ext cx="619208" cy="138499"/>
          </a:xfrm>
          <a:prstGeom prst="rect">
            <a:avLst/>
          </a:prstGeom>
          <a:noFill/>
          <a:ln>
            <a:solidFill>
              <a:schemeClr val="accent1"/>
            </a:solidFill>
          </a:ln>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78" name="Rectangle 37">
            <a:extLst>
              <a:ext uri="{FF2B5EF4-FFF2-40B4-BE49-F238E27FC236}">
                <a16:creationId xmlns:a16="http://schemas.microsoft.com/office/drawing/2014/main" id="{C538537A-E837-C3DE-5F82-43A42D87836D}"/>
              </a:ext>
            </a:extLst>
          </p:cNvPr>
          <p:cNvSpPr/>
          <p:nvPr/>
        </p:nvSpPr>
        <p:spPr>
          <a:xfrm>
            <a:off x="2407961" y="2317139"/>
            <a:ext cx="327333" cy="1231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9" name="OTLSHAPE_T_e17f3958430f4cff8650518c93c7635e_Shape">
            <a:extLst>
              <a:ext uri="{FF2B5EF4-FFF2-40B4-BE49-F238E27FC236}">
                <a16:creationId xmlns:a16="http://schemas.microsoft.com/office/drawing/2014/main" id="{A50A4678-ED0F-1A3F-AB50-09F03C8023B4}"/>
              </a:ext>
            </a:extLst>
          </p:cNvPr>
          <p:cNvSpPr/>
          <p:nvPr>
            <p:custDataLst>
              <p:tags r:id="rId2"/>
            </p:custDataLst>
          </p:nvPr>
        </p:nvSpPr>
        <p:spPr bwMode="auto">
          <a:xfrm>
            <a:off x="2571628" y="2174479"/>
            <a:ext cx="1920240" cy="12343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(N = 400)</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0" name="Rectangle 22">
            <a:extLst>
              <a:ext uri="{FF2B5EF4-FFF2-40B4-BE49-F238E27FC236}">
                <a16:creationId xmlns:a16="http://schemas.microsoft.com/office/drawing/2014/main" id="{BC5604D9-8F34-5433-DF1F-8BB485A0F38A}"/>
              </a:ext>
            </a:extLst>
          </p:cNvPr>
          <p:cNvSpPr/>
          <p:nvPr/>
        </p:nvSpPr>
        <p:spPr>
          <a:xfrm>
            <a:off x="4337001" y="2282431"/>
            <a:ext cx="330540" cy="123120"/>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1" name="OTLSHAPE_T_e17f3958430f4cff8650518c93c7635e_StartDate">
            <a:extLst>
              <a:ext uri="{FF2B5EF4-FFF2-40B4-BE49-F238E27FC236}">
                <a16:creationId xmlns:a16="http://schemas.microsoft.com/office/drawing/2014/main" id="{CDBD8888-C63C-0CBC-F9F3-1B59E5852A71}"/>
              </a:ext>
            </a:extLst>
          </p:cNvPr>
          <p:cNvSpPr txBox="1"/>
          <p:nvPr>
            <p:custDataLst>
              <p:tags r:id="rId3"/>
            </p:custDataLst>
          </p:nvPr>
        </p:nvSpPr>
        <p:spPr>
          <a:xfrm>
            <a:off x="3948500" y="1987956"/>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May2026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82" name="Star: 4 Points 143">
            <a:extLst>
              <a:ext uri="{FF2B5EF4-FFF2-40B4-BE49-F238E27FC236}">
                <a16:creationId xmlns:a16="http://schemas.microsoft.com/office/drawing/2014/main" id="{CF6395AD-71BA-6454-FE6F-571E496BE08A}"/>
              </a:ext>
            </a:extLst>
          </p:cNvPr>
          <p:cNvSpPr/>
          <p:nvPr/>
        </p:nvSpPr>
        <p:spPr bwMode="auto">
          <a:xfrm>
            <a:off x="2469174" y="2245949"/>
            <a:ext cx="180000" cy="10286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3" name="Star: 4 Points 143">
            <a:extLst>
              <a:ext uri="{FF2B5EF4-FFF2-40B4-BE49-F238E27FC236}">
                <a16:creationId xmlns:a16="http://schemas.microsoft.com/office/drawing/2014/main" id="{5B3BE466-F7F4-08E1-0818-5213E83F947F}"/>
              </a:ext>
            </a:extLst>
          </p:cNvPr>
          <p:cNvSpPr/>
          <p:nvPr/>
        </p:nvSpPr>
        <p:spPr bwMode="auto">
          <a:xfrm>
            <a:off x="4401164" y="2211241"/>
            <a:ext cx="180000" cy="10286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7910FC75-C8DF-BC22-5E26-D28CBD58DF10}"/>
              </a:ext>
            </a:extLst>
          </p:cNvPr>
          <p:cNvSpPr txBox="1"/>
          <p:nvPr>
            <p:custDataLst>
              <p:tags r:id="rId4"/>
            </p:custDataLst>
          </p:nvPr>
        </p:nvSpPr>
        <p:spPr>
          <a:xfrm>
            <a:off x="1561170" y="2115900"/>
            <a:ext cx="682623" cy="70354"/>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28 Jul 2024</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85" name="Rectangle 37">
            <a:extLst>
              <a:ext uri="{FF2B5EF4-FFF2-40B4-BE49-F238E27FC236}">
                <a16:creationId xmlns:a16="http://schemas.microsoft.com/office/drawing/2014/main" id="{96FC4E95-3A66-CD98-8B09-679B9EF3B28F}"/>
              </a:ext>
            </a:extLst>
          </p:cNvPr>
          <p:cNvSpPr/>
          <p:nvPr/>
        </p:nvSpPr>
        <p:spPr>
          <a:xfrm>
            <a:off x="2919717" y="2341806"/>
            <a:ext cx="605024" cy="215444"/>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LSS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6" name="Star: 4 Points 143">
            <a:extLst>
              <a:ext uri="{FF2B5EF4-FFF2-40B4-BE49-F238E27FC236}">
                <a16:creationId xmlns:a16="http://schemas.microsoft.com/office/drawing/2014/main" id="{98D2D776-F36D-254D-52A1-03939581DDEE}"/>
              </a:ext>
            </a:extLst>
          </p:cNvPr>
          <p:cNvSpPr/>
          <p:nvPr/>
        </p:nvSpPr>
        <p:spPr bwMode="auto">
          <a:xfrm>
            <a:off x="3125671" y="2259149"/>
            <a:ext cx="180000" cy="102864"/>
          </a:xfrm>
          <a:prstGeom prst="star4">
            <a:avLst>
              <a:gd name="adj" fmla="val 12500"/>
            </a:avLst>
          </a:prstGeom>
          <a:solidFill>
            <a:schemeClr val="bg1">
              <a:lumMod val="50000"/>
            </a:schemeClr>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7" name="OTLSHAPE_M_39ea6ebc19a94c9fab6ef5006c31df58_Shape">
            <a:extLst>
              <a:ext uri="{FF2B5EF4-FFF2-40B4-BE49-F238E27FC236}">
                <a16:creationId xmlns:a16="http://schemas.microsoft.com/office/drawing/2014/main" id="{475754E4-A0C7-B0F1-02C8-1984A3DC5F3C}"/>
              </a:ext>
            </a:extLst>
          </p:cNvPr>
          <p:cNvSpPr/>
          <p:nvPr>
            <p:custDataLst>
              <p:tags r:id="rId5"/>
            </p:custDataLst>
          </p:nvPr>
        </p:nvSpPr>
        <p:spPr bwMode="auto">
          <a:xfrm rot="16200000">
            <a:off x="1912846" y="2241647"/>
            <a:ext cx="56936"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8" name="OTLSHAPE_M_39ea6ebc19a94c9fab6ef5006c31df58_Title">
            <a:extLst>
              <a:ext uri="{FF2B5EF4-FFF2-40B4-BE49-F238E27FC236}">
                <a16:creationId xmlns:a16="http://schemas.microsoft.com/office/drawing/2014/main" id="{FE748043-3791-92AD-CE58-797EFC8972AA}"/>
              </a:ext>
            </a:extLst>
          </p:cNvPr>
          <p:cNvSpPr txBox="1"/>
          <p:nvPr>
            <p:custDataLst>
              <p:tags r:id="rId6"/>
            </p:custDataLst>
          </p:nvPr>
        </p:nvSpPr>
        <p:spPr>
          <a:xfrm>
            <a:off x="1420840" y="2343522"/>
            <a:ext cx="850445" cy="70354"/>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Final Protocol</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9" name="OTLSHAPE_T_e17f3958430f4cff8650518c93c7635e_StartDate">
            <a:extLst>
              <a:ext uri="{FF2B5EF4-FFF2-40B4-BE49-F238E27FC236}">
                <a16:creationId xmlns:a16="http://schemas.microsoft.com/office/drawing/2014/main" id="{7208CECA-04EA-ED00-1546-7DEC34334750}"/>
              </a:ext>
            </a:extLst>
          </p:cNvPr>
          <p:cNvSpPr txBox="1"/>
          <p:nvPr>
            <p:custDataLst>
              <p:tags r:id="rId7"/>
            </p:custDataLst>
          </p:nvPr>
        </p:nvSpPr>
        <p:spPr>
          <a:xfrm>
            <a:off x="2230316" y="2115900"/>
            <a:ext cx="682623" cy="70354"/>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Nov 2024</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grpSp>
        <p:nvGrpSpPr>
          <p:cNvPr id="90" name="Group 89">
            <a:extLst>
              <a:ext uri="{FF2B5EF4-FFF2-40B4-BE49-F238E27FC236}">
                <a16:creationId xmlns:a16="http://schemas.microsoft.com/office/drawing/2014/main" id="{78C41371-A28B-BDFF-9557-0700E1548E9A}"/>
              </a:ext>
            </a:extLst>
          </p:cNvPr>
          <p:cNvGrpSpPr/>
          <p:nvPr/>
        </p:nvGrpSpPr>
        <p:grpSpPr>
          <a:xfrm>
            <a:off x="9176199" y="2646199"/>
            <a:ext cx="577401" cy="474956"/>
            <a:chOff x="11217109" y="2972426"/>
            <a:chExt cx="577401" cy="474956"/>
          </a:xfrm>
        </p:grpSpPr>
        <p:sp>
          <p:nvSpPr>
            <p:cNvPr id="91" name="Rectangle 37">
              <a:extLst>
                <a:ext uri="{FF2B5EF4-FFF2-40B4-BE49-F238E27FC236}">
                  <a16:creationId xmlns:a16="http://schemas.microsoft.com/office/drawing/2014/main" id="{E556771A-1D46-6A0C-3334-09872853DD15}"/>
                </a:ext>
              </a:extLst>
            </p:cNvPr>
            <p:cNvSpPr/>
            <p:nvPr/>
          </p:nvSpPr>
          <p:spPr>
            <a:xfrm>
              <a:off x="11217109" y="3108828"/>
              <a:ext cx="577401" cy="33855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2029</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2" name="Isosceles Triangle 91">
              <a:extLst>
                <a:ext uri="{FF2B5EF4-FFF2-40B4-BE49-F238E27FC236}">
                  <a16:creationId xmlns:a16="http://schemas.microsoft.com/office/drawing/2014/main" id="{399C2EC1-7C35-3EF5-DF4B-DE2D4396AF8F}"/>
                </a:ext>
              </a:extLst>
            </p:cNvPr>
            <p:cNvSpPr/>
            <p:nvPr/>
          </p:nvSpPr>
          <p:spPr>
            <a:xfrm flipV="1">
              <a:off x="11420129" y="2972426"/>
              <a:ext cx="159461" cy="131569"/>
            </a:xfrm>
            <a:prstGeom prst="triangl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grpSp>
      <p:grpSp>
        <p:nvGrpSpPr>
          <p:cNvPr id="93" name="Group 92">
            <a:extLst>
              <a:ext uri="{FF2B5EF4-FFF2-40B4-BE49-F238E27FC236}">
                <a16:creationId xmlns:a16="http://schemas.microsoft.com/office/drawing/2014/main" id="{597F449F-EA83-1302-6ABD-4432F7D3AD38}"/>
              </a:ext>
            </a:extLst>
          </p:cNvPr>
          <p:cNvGrpSpPr/>
          <p:nvPr/>
        </p:nvGrpSpPr>
        <p:grpSpPr>
          <a:xfrm>
            <a:off x="10723358" y="2649059"/>
            <a:ext cx="577401" cy="474956"/>
            <a:chOff x="11653795" y="2972426"/>
            <a:chExt cx="577401" cy="474956"/>
          </a:xfrm>
        </p:grpSpPr>
        <p:sp>
          <p:nvSpPr>
            <p:cNvPr id="94" name="Rectangle 37">
              <a:extLst>
                <a:ext uri="{FF2B5EF4-FFF2-40B4-BE49-F238E27FC236}">
                  <a16:creationId xmlns:a16="http://schemas.microsoft.com/office/drawing/2014/main" id="{B3CEA618-8895-A76E-F093-F4B440C8644E}"/>
                </a:ext>
              </a:extLst>
            </p:cNvPr>
            <p:cNvSpPr/>
            <p:nvPr/>
          </p:nvSpPr>
          <p:spPr>
            <a:xfrm>
              <a:off x="11653795" y="3108828"/>
              <a:ext cx="577401" cy="33855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2030</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5" name="Isosceles Triangle 94">
              <a:extLst>
                <a:ext uri="{FF2B5EF4-FFF2-40B4-BE49-F238E27FC236}">
                  <a16:creationId xmlns:a16="http://schemas.microsoft.com/office/drawing/2014/main" id="{83504468-8414-4FE7-B761-DD7126D0663E}"/>
                </a:ext>
              </a:extLst>
            </p:cNvPr>
            <p:cNvSpPr/>
            <p:nvPr/>
          </p:nvSpPr>
          <p:spPr>
            <a:xfrm flipH="1">
              <a:off x="11848823" y="2972426"/>
              <a:ext cx="159461" cy="131569"/>
            </a:xfrm>
            <a:prstGeom prst="triangl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grpSp>
      <p:sp>
        <p:nvSpPr>
          <p:cNvPr id="104" name="Star: 4 Points 143">
            <a:extLst>
              <a:ext uri="{FF2B5EF4-FFF2-40B4-BE49-F238E27FC236}">
                <a16:creationId xmlns:a16="http://schemas.microsoft.com/office/drawing/2014/main" id="{E8E81B4F-5670-2C94-D97C-14861FE659C3}"/>
              </a:ext>
            </a:extLst>
          </p:cNvPr>
          <p:cNvSpPr/>
          <p:nvPr/>
        </p:nvSpPr>
        <p:spPr bwMode="auto">
          <a:xfrm>
            <a:off x="4576003" y="2187935"/>
            <a:ext cx="18000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5" name="Rectangle 22">
            <a:extLst>
              <a:ext uri="{FF2B5EF4-FFF2-40B4-BE49-F238E27FC236}">
                <a16:creationId xmlns:a16="http://schemas.microsoft.com/office/drawing/2014/main" id="{043042F1-A3E1-5884-4D03-63E62505ED2D}"/>
              </a:ext>
            </a:extLst>
          </p:cNvPr>
          <p:cNvSpPr/>
          <p:nvPr/>
        </p:nvSpPr>
        <p:spPr>
          <a:xfrm>
            <a:off x="4527907" y="2277273"/>
            <a:ext cx="640080" cy="18288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6" name="OTLSHAPE_T_e17f3958430f4cff8650518c93c7635e_StartDate">
            <a:extLst>
              <a:ext uri="{FF2B5EF4-FFF2-40B4-BE49-F238E27FC236}">
                <a16:creationId xmlns:a16="http://schemas.microsoft.com/office/drawing/2014/main" id="{F6C6F41E-D62A-2B02-3C72-576A30C571F1}"/>
              </a:ext>
            </a:extLst>
          </p:cNvPr>
          <p:cNvSpPr txBox="1"/>
          <p:nvPr>
            <p:custDataLst>
              <p:tags r:id="rId8"/>
            </p:custDataLst>
          </p:nvPr>
        </p:nvSpPr>
        <p:spPr>
          <a:xfrm>
            <a:off x="4438838" y="1946802"/>
            <a:ext cx="682623" cy="24622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June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15" name="OTLSHAPE_M_39ea6ebc19a94c9fab6ef5006c31df58_Shape">
            <a:extLst>
              <a:ext uri="{FF2B5EF4-FFF2-40B4-BE49-F238E27FC236}">
                <a16:creationId xmlns:a16="http://schemas.microsoft.com/office/drawing/2014/main" id="{6EA15066-152D-F847-EE8E-670D9A814F5F}"/>
              </a:ext>
            </a:extLst>
          </p:cNvPr>
          <p:cNvSpPr/>
          <p:nvPr>
            <p:custDataLst>
              <p:tags r:id="rId9"/>
            </p:custDataLst>
          </p:nvPr>
        </p:nvSpPr>
        <p:spPr bwMode="auto">
          <a:xfrm rot="16200000">
            <a:off x="1739099" y="2502279"/>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6" name="OTLSHAPE_M_39ea6ebc19a94c9fab6ef5006c31df58_Title">
            <a:extLst>
              <a:ext uri="{FF2B5EF4-FFF2-40B4-BE49-F238E27FC236}">
                <a16:creationId xmlns:a16="http://schemas.microsoft.com/office/drawing/2014/main" id="{DB43B66F-94F3-6E7F-C6A1-39A0CCEA86E0}"/>
              </a:ext>
            </a:extLst>
          </p:cNvPr>
          <p:cNvSpPr txBox="1"/>
          <p:nvPr>
            <p:custDataLst>
              <p:tags r:id="rId10"/>
            </p:custDataLst>
          </p:nvPr>
        </p:nvSpPr>
        <p:spPr>
          <a:xfrm>
            <a:off x="1317980" y="2620089"/>
            <a:ext cx="850445"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FF0000"/>
                </a:solidFill>
                <a:effectLst/>
                <a:uLnTx/>
                <a:uFillTx/>
                <a:latin typeface="Calibri" panose="020F0502020204030204" pitchFamily="34" charset="0"/>
                <a:ea typeface="+mn-ea"/>
                <a:cs typeface="Calibri" panose="020F0502020204030204" pitchFamily="34" charset="0"/>
              </a:rPr>
              <a:t>PoCC</a:t>
            </a: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 June 2024</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nvGrpSpPr>
          <p:cNvPr id="125" name="Group 124">
            <a:extLst>
              <a:ext uri="{FF2B5EF4-FFF2-40B4-BE49-F238E27FC236}">
                <a16:creationId xmlns:a16="http://schemas.microsoft.com/office/drawing/2014/main" id="{8C88499F-D817-CC9F-E044-D11904D44788}"/>
              </a:ext>
            </a:extLst>
          </p:cNvPr>
          <p:cNvGrpSpPr/>
          <p:nvPr/>
        </p:nvGrpSpPr>
        <p:grpSpPr>
          <a:xfrm>
            <a:off x="967325" y="4080142"/>
            <a:ext cx="4234984" cy="757906"/>
            <a:chOff x="3175623" y="3732182"/>
            <a:chExt cx="4234984" cy="757906"/>
          </a:xfrm>
        </p:grpSpPr>
        <p:grpSp>
          <p:nvGrpSpPr>
            <p:cNvPr id="126" name="Group 125">
              <a:extLst>
                <a:ext uri="{FF2B5EF4-FFF2-40B4-BE49-F238E27FC236}">
                  <a16:creationId xmlns:a16="http://schemas.microsoft.com/office/drawing/2014/main" id="{33390471-E2DE-0474-63EC-CBCC96FC4DB4}"/>
                </a:ext>
              </a:extLst>
            </p:cNvPr>
            <p:cNvGrpSpPr/>
            <p:nvPr/>
          </p:nvGrpSpPr>
          <p:grpSpPr>
            <a:xfrm>
              <a:off x="4123474" y="3791967"/>
              <a:ext cx="2855139" cy="698121"/>
              <a:chOff x="3523119" y="3572353"/>
              <a:chExt cx="2855139" cy="698121"/>
            </a:xfrm>
          </p:grpSpPr>
          <p:sp>
            <p:nvSpPr>
              <p:cNvPr id="139" name="Rectangle 71">
                <a:extLst>
                  <a:ext uri="{FF2B5EF4-FFF2-40B4-BE49-F238E27FC236}">
                    <a16:creationId xmlns:a16="http://schemas.microsoft.com/office/drawing/2014/main" id="{8DAB8A94-6AC5-3950-A01A-9A843C6BF83E}"/>
                  </a:ext>
                </a:extLst>
              </p:cNvPr>
              <p:cNvSpPr/>
              <p:nvPr/>
            </p:nvSpPr>
            <p:spPr>
              <a:xfrm>
                <a:off x="4418876" y="4055030"/>
                <a:ext cx="320921"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140" name="Group 139">
                <a:extLst>
                  <a:ext uri="{FF2B5EF4-FFF2-40B4-BE49-F238E27FC236}">
                    <a16:creationId xmlns:a16="http://schemas.microsoft.com/office/drawing/2014/main" id="{8FB87E0E-BDB0-E27D-F30F-81C1220DC921}"/>
                  </a:ext>
                </a:extLst>
              </p:cNvPr>
              <p:cNvGrpSpPr/>
              <p:nvPr/>
            </p:nvGrpSpPr>
            <p:grpSpPr>
              <a:xfrm>
                <a:off x="3523119" y="3572353"/>
                <a:ext cx="2855139" cy="552283"/>
                <a:chOff x="3523119" y="3696239"/>
                <a:chExt cx="2855139" cy="552283"/>
              </a:xfrm>
            </p:grpSpPr>
            <p:sp>
              <p:nvSpPr>
                <p:cNvPr id="141" name="OTLSHAPE_T_e17f3958430f4cff8650518c93c7635e_Shape">
                  <a:extLst>
                    <a:ext uri="{FF2B5EF4-FFF2-40B4-BE49-F238E27FC236}">
                      <a16:creationId xmlns:a16="http://schemas.microsoft.com/office/drawing/2014/main" id="{DA698D6C-5239-FE7B-C7A3-7B7125866C8F}"/>
                    </a:ext>
                  </a:extLst>
                </p:cNvPr>
                <p:cNvSpPr/>
                <p:nvPr>
                  <p:custDataLst>
                    <p:tags r:id="rId57"/>
                  </p:custDataLst>
                </p:nvPr>
              </p:nvSpPr>
              <p:spPr bwMode="auto">
                <a:xfrm>
                  <a:off x="4529768" y="3928033"/>
                  <a:ext cx="1651225"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Ph2</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42" name="OTLSHAPE_T_e17f3958430f4cff8650518c93c7635e_Shape">
                  <a:extLst>
                    <a:ext uri="{FF2B5EF4-FFF2-40B4-BE49-F238E27FC236}">
                      <a16:creationId xmlns:a16="http://schemas.microsoft.com/office/drawing/2014/main" id="{98FB64B6-AC59-99D6-8E3B-CE074CA46F20}"/>
                    </a:ext>
                  </a:extLst>
                </p:cNvPr>
                <p:cNvSpPr/>
                <p:nvPr>
                  <p:custDataLst>
                    <p:tags r:id="rId58"/>
                  </p:custDataLst>
                </p:nvPr>
              </p:nvSpPr>
              <p:spPr bwMode="auto">
                <a:xfrm>
                  <a:off x="3523119" y="3925719"/>
                  <a:ext cx="1004541" cy="216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EC + HGRAC + SIV (6M)</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3" name="Star: 4 Points 143">
                  <a:extLst>
                    <a:ext uri="{FF2B5EF4-FFF2-40B4-BE49-F238E27FC236}">
                      <a16:creationId xmlns:a16="http://schemas.microsoft.com/office/drawing/2014/main" id="{93D423CC-4656-43F6-0059-F55B55F8A1C4}"/>
                    </a:ext>
                  </a:extLst>
                </p:cNvPr>
                <p:cNvSpPr/>
                <p:nvPr/>
              </p:nvSpPr>
              <p:spPr bwMode="auto">
                <a:xfrm>
                  <a:off x="4448273" y="4068522"/>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44" name="Star: 4 Points 143">
                  <a:extLst>
                    <a:ext uri="{FF2B5EF4-FFF2-40B4-BE49-F238E27FC236}">
                      <a16:creationId xmlns:a16="http://schemas.microsoft.com/office/drawing/2014/main" id="{76666AFC-2525-1F7C-A50F-C62449691226}"/>
                    </a:ext>
                  </a:extLst>
                </p:cNvPr>
                <p:cNvSpPr/>
                <p:nvPr/>
              </p:nvSpPr>
              <p:spPr bwMode="auto">
                <a:xfrm>
                  <a:off x="6090993" y="4038771"/>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5" name="OTLSHAPE_T_e17f3958430f4cff8650518c93c7635e_StartDate">
                  <a:extLst>
                    <a:ext uri="{FF2B5EF4-FFF2-40B4-BE49-F238E27FC236}">
                      <a16:creationId xmlns:a16="http://schemas.microsoft.com/office/drawing/2014/main" id="{533ACC3B-7B5A-7E5F-7B38-2FB92DBBE88A}"/>
                    </a:ext>
                  </a:extLst>
                </p:cNvPr>
                <p:cNvSpPr txBox="1"/>
                <p:nvPr>
                  <p:custDataLst>
                    <p:tags r:id="rId59"/>
                  </p:custDataLst>
                </p:nvPr>
              </p:nvSpPr>
              <p:spPr>
                <a:xfrm>
                  <a:off x="5695635" y="3696239"/>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May2026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grpSp>
        </p:grpSp>
        <p:sp>
          <p:nvSpPr>
            <p:cNvPr id="127" name="OTLSHAPE_M_39ea6ebc19a94c9fab6ef5006c31df58_Shape">
              <a:extLst>
                <a:ext uri="{FF2B5EF4-FFF2-40B4-BE49-F238E27FC236}">
                  <a16:creationId xmlns:a16="http://schemas.microsoft.com/office/drawing/2014/main" id="{F4E9A910-81DC-DE85-91E5-3266CE45E93D}"/>
                </a:ext>
              </a:extLst>
            </p:cNvPr>
            <p:cNvSpPr/>
            <p:nvPr>
              <p:custDataLst>
                <p:tags r:id="rId48"/>
              </p:custDataLst>
            </p:nvPr>
          </p:nvSpPr>
          <p:spPr bwMode="auto">
            <a:xfrm rot="16200000">
              <a:off x="4074699" y="4201942"/>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28" name="OTLSHAPE_M_39ea6ebc19a94c9fab6ef5006c31df58_Title">
              <a:extLst>
                <a:ext uri="{FF2B5EF4-FFF2-40B4-BE49-F238E27FC236}">
                  <a16:creationId xmlns:a16="http://schemas.microsoft.com/office/drawing/2014/main" id="{74DC6BA0-0E03-DCBF-F487-A0560353B4B4}"/>
                </a:ext>
              </a:extLst>
            </p:cNvPr>
            <p:cNvSpPr txBox="1"/>
            <p:nvPr>
              <p:custDataLst>
                <p:tags r:id="rId49"/>
              </p:custDataLst>
            </p:nvPr>
          </p:nvSpPr>
          <p:spPr>
            <a:xfrm>
              <a:off x="3959489" y="4323015"/>
              <a:ext cx="36900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29" name="Rectangle 22">
              <a:extLst>
                <a:ext uri="{FF2B5EF4-FFF2-40B4-BE49-F238E27FC236}">
                  <a16:creationId xmlns:a16="http://schemas.microsoft.com/office/drawing/2014/main" id="{F1D2C9D9-460A-FE1C-5483-84217B434649}"/>
                </a:ext>
              </a:extLst>
            </p:cNvPr>
            <p:cNvSpPr/>
            <p:nvPr/>
          </p:nvSpPr>
          <p:spPr>
            <a:xfrm>
              <a:off x="6582308" y="4270638"/>
              <a:ext cx="331552"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0" name="Star: 4 Points 143">
              <a:extLst>
                <a:ext uri="{FF2B5EF4-FFF2-40B4-BE49-F238E27FC236}">
                  <a16:creationId xmlns:a16="http://schemas.microsoft.com/office/drawing/2014/main" id="{50359E3E-9FDE-8AD0-7396-47ED0742CEBE}"/>
                </a:ext>
              </a:extLst>
            </p:cNvPr>
            <p:cNvSpPr/>
            <p:nvPr/>
          </p:nvSpPr>
          <p:spPr bwMode="auto">
            <a:xfrm>
              <a:off x="6871348" y="4140880"/>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1" name="Rectangle 22">
              <a:extLst>
                <a:ext uri="{FF2B5EF4-FFF2-40B4-BE49-F238E27FC236}">
                  <a16:creationId xmlns:a16="http://schemas.microsoft.com/office/drawing/2014/main" id="{2F610484-B801-E9B4-B4ED-483E44B49099}"/>
                </a:ext>
              </a:extLst>
            </p:cNvPr>
            <p:cNvSpPr/>
            <p:nvPr/>
          </p:nvSpPr>
          <p:spPr>
            <a:xfrm>
              <a:off x="6802748" y="4266330"/>
              <a:ext cx="607859"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2" name="OTLSHAPE_T_e17f3958430f4cff8650518c93c7635e_StartDate">
              <a:extLst>
                <a:ext uri="{FF2B5EF4-FFF2-40B4-BE49-F238E27FC236}">
                  <a16:creationId xmlns:a16="http://schemas.microsoft.com/office/drawing/2014/main" id="{5AE28107-D981-895C-95E4-B4CCC04F6DF6}"/>
                </a:ext>
              </a:extLst>
            </p:cNvPr>
            <p:cNvSpPr txBox="1"/>
            <p:nvPr>
              <p:custDataLst>
                <p:tags r:id="rId50"/>
              </p:custDataLst>
            </p:nvPr>
          </p:nvSpPr>
          <p:spPr>
            <a:xfrm>
              <a:off x="6704098" y="3732182"/>
              <a:ext cx="682623" cy="24622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June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33" name="OTLSHAPE_T_e17f3958430f4cff8650518c93c7635e_Shape">
              <a:extLst>
                <a:ext uri="{FF2B5EF4-FFF2-40B4-BE49-F238E27FC236}">
                  <a16:creationId xmlns:a16="http://schemas.microsoft.com/office/drawing/2014/main" id="{47C0206C-4D3A-EA5A-08A8-B9B2C4C1402E}"/>
                </a:ext>
              </a:extLst>
            </p:cNvPr>
            <p:cNvSpPr/>
            <p:nvPr>
              <p:custDataLst>
                <p:tags r:id="rId51"/>
              </p:custDataLst>
            </p:nvPr>
          </p:nvSpPr>
          <p:spPr bwMode="auto">
            <a:xfrm>
              <a:off x="3611584" y="4026296"/>
              <a:ext cx="506135" cy="216000"/>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a:t>
              </a:r>
              <a:r>
                <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p>
          </p:txBody>
        </p:sp>
        <p:sp>
          <p:nvSpPr>
            <p:cNvPr id="134" name="OTLSHAPE_M_39ea6ebc19a94c9fab6ef5006c31df58_Title">
              <a:extLst>
                <a:ext uri="{FF2B5EF4-FFF2-40B4-BE49-F238E27FC236}">
                  <a16:creationId xmlns:a16="http://schemas.microsoft.com/office/drawing/2014/main" id="{1EE3FF83-EC85-8E88-DA56-A1F3D13CB53A}"/>
                </a:ext>
              </a:extLst>
            </p:cNvPr>
            <p:cNvSpPr txBox="1"/>
            <p:nvPr>
              <p:custDataLst>
                <p:tags r:id="rId52"/>
              </p:custDataLst>
            </p:nvPr>
          </p:nvSpPr>
          <p:spPr>
            <a:xfrm>
              <a:off x="3175623" y="4317489"/>
              <a:ext cx="710679"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pre-IND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5" name="OTLSHAPE_M_39ea6ebc19a94c9fab6ef5006c31df58_Shape">
              <a:extLst>
                <a:ext uri="{FF2B5EF4-FFF2-40B4-BE49-F238E27FC236}">
                  <a16:creationId xmlns:a16="http://schemas.microsoft.com/office/drawing/2014/main" id="{0B4CEF12-A369-3907-C6D5-28517850CAC7}"/>
                </a:ext>
              </a:extLst>
            </p:cNvPr>
            <p:cNvSpPr/>
            <p:nvPr>
              <p:custDataLst>
                <p:tags r:id="rId53"/>
              </p:custDataLst>
            </p:nvPr>
          </p:nvSpPr>
          <p:spPr bwMode="auto">
            <a:xfrm rot="16200000">
              <a:off x="3600702" y="4198488"/>
              <a:ext cx="99631" cy="80015"/>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OTLSHAPE_T_e17f3958430f4cff8650518c93c7635e_StartDate">
              <a:extLst>
                <a:ext uri="{FF2B5EF4-FFF2-40B4-BE49-F238E27FC236}">
                  <a16:creationId xmlns:a16="http://schemas.microsoft.com/office/drawing/2014/main" id="{68F04867-C962-3E1D-3A45-6063E3B816F5}"/>
                </a:ext>
              </a:extLst>
            </p:cNvPr>
            <p:cNvSpPr txBox="1"/>
            <p:nvPr>
              <p:custDataLst>
                <p:tags r:id="rId54"/>
              </p:custDataLst>
            </p:nvPr>
          </p:nvSpPr>
          <p:spPr>
            <a:xfrm>
              <a:off x="3427629" y="3873174"/>
              <a:ext cx="529697"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Mar2024 </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37" name="OTLSHAPE_T_e17f3958430f4cff8650518c93c7635e_StartDate">
              <a:extLst>
                <a:ext uri="{FF2B5EF4-FFF2-40B4-BE49-F238E27FC236}">
                  <a16:creationId xmlns:a16="http://schemas.microsoft.com/office/drawing/2014/main" id="{EDB96221-808C-A468-D5B7-3011CA25566B}"/>
                </a:ext>
              </a:extLst>
            </p:cNvPr>
            <p:cNvSpPr txBox="1"/>
            <p:nvPr>
              <p:custDataLst>
                <p:tags r:id="rId55"/>
              </p:custDataLst>
            </p:nvPr>
          </p:nvSpPr>
          <p:spPr>
            <a:xfrm>
              <a:off x="3903008" y="3864013"/>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Jul/Aug 2024</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38" name="OTLSHAPE_T_e17f3958430f4cff8650518c93c7635e_StartDate">
              <a:extLst>
                <a:ext uri="{FF2B5EF4-FFF2-40B4-BE49-F238E27FC236}">
                  <a16:creationId xmlns:a16="http://schemas.microsoft.com/office/drawing/2014/main" id="{C6FCEA8A-E78C-9AAB-B042-EBF6ED566CB5}"/>
                </a:ext>
              </a:extLst>
            </p:cNvPr>
            <p:cNvSpPr txBox="1"/>
            <p:nvPr>
              <p:custDataLst>
                <p:tags r:id="rId56"/>
              </p:custDataLst>
            </p:nvPr>
          </p:nvSpPr>
          <p:spPr>
            <a:xfrm>
              <a:off x="4852820" y="3873174"/>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Feb 2025</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grpSp>
      <p:sp>
        <p:nvSpPr>
          <p:cNvPr id="146" name="OTLSHAPE_T_e17f3958430f4cff8650518c93c7635e_StartDate">
            <a:extLst>
              <a:ext uri="{FF2B5EF4-FFF2-40B4-BE49-F238E27FC236}">
                <a16:creationId xmlns:a16="http://schemas.microsoft.com/office/drawing/2014/main" id="{54793466-1BCC-EC2D-8D8C-B49F9BC6FFD3}"/>
              </a:ext>
            </a:extLst>
          </p:cNvPr>
          <p:cNvSpPr txBox="1"/>
          <p:nvPr>
            <p:custDataLst>
              <p:tags r:id="rId11"/>
            </p:custDataLst>
          </p:nvPr>
        </p:nvSpPr>
        <p:spPr>
          <a:xfrm>
            <a:off x="4427654" y="4992019"/>
            <a:ext cx="548640"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Mar2026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47" name="Star: 4 Points 143">
            <a:extLst>
              <a:ext uri="{FF2B5EF4-FFF2-40B4-BE49-F238E27FC236}">
                <a16:creationId xmlns:a16="http://schemas.microsoft.com/office/drawing/2014/main" id="{BC6E04F8-80EB-DB08-B407-8D030E2C96DB}"/>
              </a:ext>
            </a:extLst>
          </p:cNvPr>
          <p:cNvSpPr/>
          <p:nvPr/>
        </p:nvSpPr>
        <p:spPr bwMode="auto">
          <a:xfrm>
            <a:off x="4419600" y="5237600"/>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8" name="OTLSHAPE_T_e17f3958430f4cff8650518c93c7635e_Shape">
            <a:extLst>
              <a:ext uri="{FF2B5EF4-FFF2-40B4-BE49-F238E27FC236}">
                <a16:creationId xmlns:a16="http://schemas.microsoft.com/office/drawing/2014/main" id="{FF663EC0-79CF-DDD0-C5CB-875F70A93815}"/>
              </a:ext>
            </a:extLst>
          </p:cNvPr>
          <p:cNvSpPr/>
          <p:nvPr>
            <p:custDataLst>
              <p:tags r:id="rId12"/>
            </p:custDataLst>
          </p:nvPr>
        </p:nvSpPr>
        <p:spPr bwMode="auto">
          <a:xfrm>
            <a:off x="3526084" y="5089827"/>
            <a:ext cx="796015" cy="216000"/>
          </a:xfrm>
          <a:prstGeom prst="roundRect">
            <a:avLst/>
          </a:prstGeom>
          <a:solidFill>
            <a:srgbClr val="C5EADA"/>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Treatment </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(~25 w</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TBC)</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49" name="Star: 4 Points 143">
            <a:extLst>
              <a:ext uri="{FF2B5EF4-FFF2-40B4-BE49-F238E27FC236}">
                <a16:creationId xmlns:a16="http://schemas.microsoft.com/office/drawing/2014/main" id="{91A44DB6-5816-4305-99D8-6434F8E6A61D}"/>
              </a:ext>
            </a:extLst>
          </p:cNvPr>
          <p:cNvSpPr/>
          <p:nvPr/>
        </p:nvSpPr>
        <p:spPr bwMode="auto">
          <a:xfrm>
            <a:off x="4220612" y="5231300"/>
            <a:ext cx="180552"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0" name="OTLSHAPE_T_e17f3958430f4cff8650518c93c7635e_Shape">
            <a:extLst>
              <a:ext uri="{FF2B5EF4-FFF2-40B4-BE49-F238E27FC236}">
                <a16:creationId xmlns:a16="http://schemas.microsoft.com/office/drawing/2014/main" id="{74ADC4BC-5678-21F9-6D50-121D34EBC0CE}"/>
              </a:ext>
            </a:extLst>
          </p:cNvPr>
          <p:cNvSpPr/>
          <p:nvPr>
            <p:custDataLst>
              <p:tags r:id="rId13"/>
            </p:custDataLst>
          </p:nvPr>
        </p:nvSpPr>
        <p:spPr bwMode="auto">
          <a:xfrm>
            <a:off x="3084640" y="5089827"/>
            <a:ext cx="441444" cy="216000"/>
          </a:xfrm>
          <a:prstGeom prst="roundRect">
            <a:avLst/>
          </a:prstGeom>
          <a:pattFill prst="pct60">
            <a:fgClr>
              <a:srgbClr val="C5EADA"/>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N=30</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51" name="Star: 4 Points 143">
            <a:extLst>
              <a:ext uri="{FF2B5EF4-FFF2-40B4-BE49-F238E27FC236}">
                <a16:creationId xmlns:a16="http://schemas.microsoft.com/office/drawing/2014/main" id="{A9B3F1F2-5022-76DA-7F31-A1F91D73BF4A}"/>
              </a:ext>
            </a:extLst>
          </p:cNvPr>
          <p:cNvSpPr/>
          <p:nvPr/>
        </p:nvSpPr>
        <p:spPr bwMode="auto">
          <a:xfrm>
            <a:off x="3426149" y="5222959"/>
            <a:ext cx="180552"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2" name="OTLSHAPE_T_e17f3958430f4cff8650518c93c7635e_Shape">
            <a:extLst>
              <a:ext uri="{FF2B5EF4-FFF2-40B4-BE49-F238E27FC236}">
                <a16:creationId xmlns:a16="http://schemas.microsoft.com/office/drawing/2014/main" id="{855D41F3-AB0F-8628-5344-7B24F69C9798}"/>
              </a:ext>
            </a:extLst>
          </p:cNvPr>
          <p:cNvSpPr/>
          <p:nvPr>
            <p:custDataLst>
              <p:tags r:id="rId14"/>
            </p:custDataLst>
          </p:nvPr>
        </p:nvSpPr>
        <p:spPr bwMode="auto">
          <a:xfrm>
            <a:off x="2235442" y="5080718"/>
            <a:ext cx="850671" cy="216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EC + HGRAC + 1</a:t>
            </a:r>
            <a:r>
              <a:rPr kumimoji="0" lang="en-US" altLang="zh-CN" sz="8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(6M)</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3" name="OTLSHAPE_M_39ea6ebc19a94c9fab6ef5006c31df58_Title">
            <a:extLst>
              <a:ext uri="{FF2B5EF4-FFF2-40B4-BE49-F238E27FC236}">
                <a16:creationId xmlns:a16="http://schemas.microsoft.com/office/drawing/2014/main" id="{08A3C033-B010-0DD6-0D9D-A6FE6FFAD1B2}"/>
              </a:ext>
            </a:extLst>
          </p:cNvPr>
          <p:cNvSpPr txBox="1"/>
          <p:nvPr>
            <p:custDataLst>
              <p:tags r:id="rId15"/>
            </p:custDataLst>
          </p:nvPr>
        </p:nvSpPr>
        <p:spPr>
          <a:xfrm>
            <a:off x="1808182" y="5370689"/>
            <a:ext cx="700838"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54" name="OTLSHAPE_M_39ea6ebc19a94c9fab6ef5006c31df58_Shape">
            <a:extLst>
              <a:ext uri="{FF2B5EF4-FFF2-40B4-BE49-F238E27FC236}">
                <a16:creationId xmlns:a16="http://schemas.microsoft.com/office/drawing/2014/main" id="{19FDFC7A-B185-63BE-33D6-3813C32E6596}"/>
              </a:ext>
            </a:extLst>
          </p:cNvPr>
          <p:cNvSpPr/>
          <p:nvPr>
            <p:custDataLst>
              <p:tags r:id="rId16"/>
            </p:custDataLst>
          </p:nvPr>
        </p:nvSpPr>
        <p:spPr bwMode="auto">
          <a:xfrm rot="16200000">
            <a:off x="2158617" y="5251342"/>
            <a:ext cx="99631" cy="80015"/>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5" name="Star: 4 Points 143">
            <a:extLst>
              <a:ext uri="{FF2B5EF4-FFF2-40B4-BE49-F238E27FC236}">
                <a16:creationId xmlns:a16="http://schemas.microsoft.com/office/drawing/2014/main" id="{480BF9E7-783E-EF57-B5DC-11970C1AD6E3}"/>
              </a:ext>
            </a:extLst>
          </p:cNvPr>
          <p:cNvSpPr/>
          <p:nvPr/>
        </p:nvSpPr>
        <p:spPr bwMode="auto">
          <a:xfrm>
            <a:off x="3001858" y="5215827"/>
            <a:ext cx="180552"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56" name="OTLSHAPE_T_e17f3958430f4cff8650518c93c7635e_Shape">
            <a:extLst>
              <a:ext uri="{FF2B5EF4-FFF2-40B4-BE49-F238E27FC236}">
                <a16:creationId xmlns:a16="http://schemas.microsoft.com/office/drawing/2014/main" id="{B42B6F19-C851-CA76-7EB7-873AC6C54241}"/>
              </a:ext>
            </a:extLst>
          </p:cNvPr>
          <p:cNvSpPr/>
          <p:nvPr>
            <p:custDataLst>
              <p:tags r:id="rId17"/>
            </p:custDataLst>
          </p:nvPr>
        </p:nvSpPr>
        <p:spPr bwMode="auto">
          <a:xfrm>
            <a:off x="1689723" y="5101075"/>
            <a:ext cx="536921" cy="216000"/>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 (3M)</a:t>
            </a:r>
            <a:r>
              <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p>
        </p:txBody>
      </p:sp>
      <p:sp>
        <p:nvSpPr>
          <p:cNvPr id="157" name="OTLSHAPE_M_39ea6ebc19a94c9fab6ef5006c31df58_Shape">
            <a:extLst>
              <a:ext uri="{FF2B5EF4-FFF2-40B4-BE49-F238E27FC236}">
                <a16:creationId xmlns:a16="http://schemas.microsoft.com/office/drawing/2014/main" id="{54AC2228-CE4E-DE3C-3625-91E99EA9C720}"/>
              </a:ext>
            </a:extLst>
          </p:cNvPr>
          <p:cNvSpPr/>
          <p:nvPr>
            <p:custDataLst>
              <p:tags r:id="rId18"/>
            </p:custDataLst>
          </p:nvPr>
        </p:nvSpPr>
        <p:spPr bwMode="auto">
          <a:xfrm rot="16200000">
            <a:off x="1676049" y="5268433"/>
            <a:ext cx="99631" cy="80015"/>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8" name="OTLSHAPE_M_39ea6ebc19a94c9fab6ef5006c31df58_Title">
            <a:extLst>
              <a:ext uri="{FF2B5EF4-FFF2-40B4-BE49-F238E27FC236}">
                <a16:creationId xmlns:a16="http://schemas.microsoft.com/office/drawing/2014/main" id="{A6C1373D-2C5D-959F-ED58-EF9D408F061D}"/>
              </a:ext>
            </a:extLst>
          </p:cNvPr>
          <p:cNvSpPr txBox="1"/>
          <p:nvPr>
            <p:custDataLst>
              <p:tags r:id="rId19"/>
            </p:custDataLst>
          </p:nvPr>
        </p:nvSpPr>
        <p:spPr>
          <a:xfrm>
            <a:off x="1293670" y="5366094"/>
            <a:ext cx="710679"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pre-IND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59" name="OTLSHAPE_T_e17f3958430f4cff8650518c93c7635e_StartDate">
            <a:extLst>
              <a:ext uri="{FF2B5EF4-FFF2-40B4-BE49-F238E27FC236}">
                <a16:creationId xmlns:a16="http://schemas.microsoft.com/office/drawing/2014/main" id="{BD46B6F7-109F-9FC8-DB3C-85B550F5CC7D}"/>
              </a:ext>
            </a:extLst>
          </p:cNvPr>
          <p:cNvSpPr txBox="1"/>
          <p:nvPr>
            <p:custDataLst>
              <p:tags r:id="rId20"/>
            </p:custDataLst>
          </p:nvPr>
        </p:nvSpPr>
        <p:spPr>
          <a:xfrm>
            <a:off x="1439517" y="4878987"/>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June2024</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60" name="OTLSHAPE_T_e17f3958430f4cff8650518c93c7635e_StartDate">
            <a:extLst>
              <a:ext uri="{FF2B5EF4-FFF2-40B4-BE49-F238E27FC236}">
                <a16:creationId xmlns:a16="http://schemas.microsoft.com/office/drawing/2014/main" id="{3328AE0C-ED8B-6E75-E6B3-4F42179C17BC}"/>
              </a:ext>
            </a:extLst>
          </p:cNvPr>
          <p:cNvSpPr txBox="1"/>
          <p:nvPr>
            <p:custDataLst>
              <p:tags r:id="rId21"/>
            </p:custDataLst>
          </p:nvPr>
        </p:nvSpPr>
        <p:spPr>
          <a:xfrm>
            <a:off x="1969565" y="4875847"/>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Sep2024</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61" name="OTLSHAPE_T_e17f3958430f4cff8650518c93c7635e_StartDate">
            <a:extLst>
              <a:ext uri="{FF2B5EF4-FFF2-40B4-BE49-F238E27FC236}">
                <a16:creationId xmlns:a16="http://schemas.microsoft.com/office/drawing/2014/main" id="{E07E5FA6-1C36-D29E-54ED-FED454824A11}"/>
              </a:ext>
            </a:extLst>
          </p:cNvPr>
          <p:cNvSpPr txBox="1"/>
          <p:nvPr>
            <p:custDataLst>
              <p:tags r:id="rId22"/>
            </p:custDataLst>
          </p:nvPr>
        </p:nvSpPr>
        <p:spPr>
          <a:xfrm>
            <a:off x="2831565" y="4918528"/>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Mar 2025</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62" name="OTLSHAPE_T_e17f3958430f4cff8650518c93c7635e_StartDate">
            <a:extLst>
              <a:ext uri="{FF2B5EF4-FFF2-40B4-BE49-F238E27FC236}">
                <a16:creationId xmlns:a16="http://schemas.microsoft.com/office/drawing/2014/main" id="{A287E72A-094C-A88D-C294-6AE89C714C07}"/>
              </a:ext>
            </a:extLst>
          </p:cNvPr>
          <p:cNvSpPr txBox="1"/>
          <p:nvPr>
            <p:custDataLst>
              <p:tags r:id="rId23"/>
            </p:custDataLst>
          </p:nvPr>
        </p:nvSpPr>
        <p:spPr>
          <a:xfrm>
            <a:off x="3273804" y="4905911"/>
            <a:ext cx="68471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June 2025</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63" name="OTLSHAPE_T_e17f3958430f4cff8650518c93c7635e_StartDate">
            <a:extLst>
              <a:ext uri="{FF2B5EF4-FFF2-40B4-BE49-F238E27FC236}">
                <a16:creationId xmlns:a16="http://schemas.microsoft.com/office/drawing/2014/main" id="{22655BE7-7763-8199-0741-B9539C31F72B}"/>
              </a:ext>
            </a:extLst>
          </p:cNvPr>
          <p:cNvSpPr txBox="1"/>
          <p:nvPr>
            <p:custDataLst>
              <p:tags r:id="rId24"/>
            </p:custDataLst>
          </p:nvPr>
        </p:nvSpPr>
        <p:spPr>
          <a:xfrm>
            <a:off x="3948501" y="4882953"/>
            <a:ext cx="682623" cy="24622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Jan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grpSp>
        <p:nvGrpSpPr>
          <p:cNvPr id="164" name="Group 163">
            <a:extLst>
              <a:ext uri="{FF2B5EF4-FFF2-40B4-BE49-F238E27FC236}">
                <a16:creationId xmlns:a16="http://schemas.microsoft.com/office/drawing/2014/main" id="{8C264A59-D379-291F-0694-DB113BCA2C02}"/>
              </a:ext>
            </a:extLst>
          </p:cNvPr>
          <p:cNvGrpSpPr/>
          <p:nvPr/>
        </p:nvGrpSpPr>
        <p:grpSpPr>
          <a:xfrm>
            <a:off x="4586686" y="5680709"/>
            <a:ext cx="3566714" cy="661445"/>
            <a:chOff x="7850911" y="5346653"/>
            <a:chExt cx="3566714" cy="661445"/>
          </a:xfrm>
        </p:grpSpPr>
        <p:sp>
          <p:nvSpPr>
            <p:cNvPr id="165" name="OTLSHAPE_T_e17f3958430f4cff8650518c93c7635e_Shape">
              <a:extLst>
                <a:ext uri="{FF2B5EF4-FFF2-40B4-BE49-F238E27FC236}">
                  <a16:creationId xmlns:a16="http://schemas.microsoft.com/office/drawing/2014/main" id="{5DCCC730-A2DE-3427-0BEB-D1AC7DD46111}"/>
                </a:ext>
              </a:extLst>
            </p:cNvPr>
            <p:cNvSpPr/>
            <p:nvPr>
              <p:custDataLst>
                <p:tags r:id="rId39"/>
              </p:custDataLst>
            </p:nvPr>
          </p:nvSpPr>
          <p:spPr bwMode="auto">
            <a:xfrm>
              <a:off x="9484529" y="5480713"/>
              <a:ext cx="1595194" cy="23564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pivotal</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66" name="Rectangle 37">
              <a:extLst>
                <a:ext uri="{FF2B5EF4-FFF2-40B4-BE49-F238E27FC236}">
                  <a16:creationId xmlns:a16="http://schemas.microsoft.com/office/drawing/2014/main" id="{C7301818-487A-D12B-0EC9-47E7726B0A4A}"/>
                </a:ext>
              </a:extLst>
            </p:cNvPr>
            <p:cNvSpPr/>
            <p:nvPr/>
          </p:nvSpPr>
          <p:spPr>
            <a:xfrm>
              <a:off x="9343964" y="5728344"/>
              <a:ext cx="320921"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67" name="Star: 4 Points 143">
              <a:extLst>
                <a:ext uri="{FF2B5EF4-FFF2-40B4-BE49-F238E27FC236}">
                  <a16:creationId xmlns:a16="http://schemas.microsoft.com/office/drawing/2014/main" id="{7017082E-5AC3-3A97-4C7B-00601D3EF01E}"/>
                </a:ext>
              </a:extLst>
            </p:cNvPr>
            <p:cNvSpPr/>
            <p:nvPr/>
          </p:nvSpPr>
          <p:spPr bwMode="auto">
            <a:xfrm>
              <a:off x="9383518" y="5587554"/>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68" name="OTLSHAPE_T_e17f3958430f4cff8650518c93c7635e_StartDate">
              <a:extLst>
                <a:ext uri="{FF2B5EF4-FFF2-40B4-BE49-F238E27FC236}">
                  <a16:creationId xmlns:a16="http://schemas.microsoft.com/office/drawing/2014/main" id="{FADBFDE6-FD36-6BF3-908E-883C4B7CCC01}"/>
                </a:ext>
              </a:extLst>
            </p:cNvPr>
            <p:cNvSpPr txBox="1"/>
            <p:nvPr>
              <p:custDataLst>
                <p:tags r:id="rId40"/>
              </p:custDataLst>
            </p:nvPr>
          </p:nvSpPr>
          <p:spPr>
            <a:xfrm>
              <a:off x="9186889" y="5378698"/>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Mar 2027</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169" name="Rectangle 22">
              <a:extLst>
                <a:ext uri="{FF2B5EF4-FFF2-40B4-BE49-F238E27FC236}">
                  <a16:creationId xmlns:a16="http://schemas.microsoft.com/office/drawing/2014/main" id="{9B9E2BAA-97CD-D48E-8F23-F24BD81601D9}"/>
                </a:ext>
              </a:extLst>
            </p:cNvPr>
            <p:cNvSpPr/>
            <p:nvPr/>
          </p:nvSpPr>
          <p:spPr>
            <a:xfrm>
              <a:off x="10909734" y="5724578"/>
              <a:ext cx="330540" cy="215444"/>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0" name="OTLSHAPE_T_e17f3958430f4cff8650518c93c7635e_StartDate">
              <a:extLst>
                <a:ext uri="{FF2B5EF4-FFF2-40B4-BE49-F238E27FC236}">
                  <a16:creationId xmlns:a16="http://schemas.microsoft.com/office/drawing/2014/main" id="{B111CD3D-B83F-5A9E-0B7F-EDA54BFE5D18}"/>
                </a:ext>
              </a:extLst>
            </p:cNvPr>
            <p:cNvSpPr txBox="1"/>
            <p:nvPr>
              <p:custDataLst>
                <p:tags r:id="rId41"/>
              </p:custDataLst>
            </p:nvPr>
          </p:nvSpPr>
          <p:spPr>
            <a:xfrm>
              <a:off x="10735002" y="5346653"/>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71" name="Star: 4 Points 143">
              <a:extLst>
                <a:ext uri="{FF2B5EF4-FFF2-40B4-BE49-F238E27FC236}">
                  <a16:creationId xmlns:a16="http://schemas.microsoft.com/office/drawing/2014/main" id="{030CA0B7-0A48-7112-7F53-8905B33B680A}"/>
                </a:ext>
              </a:extLst>
            </p:cNvPr>
            <p:cNvSpPr/>
            <p:nvPr/>
          </p:nvSpPr>
          <p:spPr bwMode="auto">
            <a:xfrm>
              <a:off x="10967331" y="5596505"/>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2" name="OTLSHAPE_M_39ea6ebc19a94c9fab6ef5006c31df58_Shape">
              <a:extLst>
                <a:ext uri="{FF2B5EF4-FFF2-40B4-BE49-F238E27FC236}">
                  <a16:creationId xmlns:a16="http://schemas.microsoft.com/office/drawing/2014/main" id="{322109F4-FB3E-A3B8-9F9C-8B1F6A1665AA}"/>
                </a:ext>
              </a:extLst>
            </p:cNvPr>
            <p:cNvSpPr/>
            <p:nvPr>
              <p:custDataLst>
                <p:tags r:id="rId42"/>
              </p:custDataLst>
            </p:nvPr>
          </p:nvSpPr>
          <p:spPr bwMode="auto">
            <a:xfrm rot="16200000">
              <a:off x="8779300" y="5659192"/>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73" name="OTLSHAPE_M_39ea6ebc19a94c9fab6ef5006c31df58_Title">
              <a:extLst>
                <a:ext uri="{FF2B5EF4-FFF2-40B4-BE49-F238E27FC236}">
                  <a16:creationId xmlns:a16="http://schemas.microsoft.com/office/drawing/2014/main" id="{DF372E10-031B-559F-E6A3-65EFB6E208D5}"/>
                </a:ext>
              </a:extLst>
            </p:cNvPr>
            <p:cNvSpPr txBox="1"/>
            <p:nvPr>
              <p:custDataLst>
                <p:tags r:id="rId43"/>
              </p:custDataLst>
            </p:nvPr>
          </p:nvSpPr>
          <p:spPr>
            <a:xfrm>
              <a:off x="8654074" y="5785728"/>
              <a:ext cx="369004"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4" name="OTLSHAPE_T_e17f3958430f4cff8650518c93c7635e_StartDate">
              <a:extLst>
                <a:ext uri="{FF2B5EF4-FFF2-40B4-BE49-F238E27FC236}">
                  <a16:creationId xmlns:a16="http://schemas.microsoft.com/office/drawing/2014/main" id="{8BE594AF-69C4-337B-6E62-D36D16F07766}"/>
                </a:ext>
              </a:extLst>
            </p:cNvPr>
            <p:cNvSpPr txBox="1"/>
            <p:nvPr>
              <p:custDataLst>
                <p:tags r:id="rId44"/>
              </p:custDataLst>
            </p:nvPr>
          </p:nvSpPr>
          <p:spPr>
            <a:xfrm>
              <a:off x="8472650" y="5884987"/>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Sep 2026</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75" name="OTLSHAPE_T_e17f3958430f4cff8650518c93c7635e_StartDate">
              <a:extLst>
                <a:ext uri="{FF2B5EF4-FFF2-40B4-BE49-F238E27FC236}">
                  <a16:creationId xmlns:a16="http://schemas.microsoft.com/office/drawing/2014/main" id="{7E1BF76A-D962-3650-11F8-878917BCCD5C}"/>
                </a:ext>
              </a:extLst>
            </p:cNvPr>
            <p:cNvSpPr txBox="1"/>
            <p:nvPr>
              <p:custDataLst>
                <p:tags r:id="rId45"/>
              </p:custDataLst>
            </p:nvPr>
          </p:nvSpPr>
          <p:spPr>
            <a:xfrm>
              <a:off x="7928161" y="5884986"/>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Jun 2026</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176" name="OTLSHAPE_M_39ea6ebc19a94c9fab6ef5006c31df58_Title">
              <a:extLst>
                <a:ext uri="{FF2B5EF4-FFF2-40B4-BE49-F238E27FC236}">
                  <a16:creationId xmlns:a16="http://schemas.microsoft.com/office/drawing/2014/main" id="{BC3F48C2-D061-B508-192F-DCAC2D0B5EF0}"/>
                </a:ext>
              </a:extLst>
            </p:cNvPr>
            <p:cNvSpPr txBox="1"/>
            <p:nvPr>
              <p:custDataLst>
                <p:tags r:id="rId46"/>
              </p:custDataLst>
            </p:nvPr>
          </p:nvSpPr>
          <p:spPr>
            <a:xfrm>
              <a:off x="7850911" y="5789422"/>
              <a:ext cx="708509"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pre-IND Sub</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7" name="OTLSHAPE_M_39ea6ebc19a94c9fab6ef5006c31df58_Shape">
              <a:extLst>
                <a:ext uri="{FF2B5EF4-FFF2-40B4-BE49-F238E27FC236}">
                  <a16:creationId xmlns:a16="http://schemas.microsoft.com/office/drawing/2014/main" id="{1EEFAE97-4160-F430-F0B5-D29F51AAB18C}"/>
                </a:ext>
              </a:extLst>
            </p:cNvPr>
            <p:cNvSpPr/>
            <p:nvPr>
              <p:custDataLst>
                <p:tags r:id="rId47"/>
              </p:custDataLst>
            </p:nvPr>
          </p:nvSpPr>
          <p:spPr bwMode="auto">
            <a:xfrm rot="16200000">
              <a:off x="8230369" y="5662538"/>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pSp>
        <p:nvGrpSpPr>
          <p:cNvPr id="178" name="Group 194">
            <a:extLst>
              <a:ext uri="{FF2B5EF4-FFF2-40B4-BE49-F238E27FC236}">
                <a16:creationId xmlns:a16="http://schemas.microsoft.com/office/drawing/2014/main" id="{C2B03E14-7F12-E4A5-F693-E3AEF48EE270}"/>
              </a:ext>
            </a:extLst>
          </p:cNvPr>
          <p:cNvGrpSpPr/>
          <p:nvPr/>
        </p:nvGrpSpPr>
        <p:grpSpPr>
          <a:xfrm>
            <a:off x="5927477" y="6212631"/>
            <a:ext cx="2466769" cy="563806"/>
            <a:chOff x="9395240" y="5391043"/>
            <a:chExt cx="2466769" cy="563806"/>
          </a:xfrm>
        </p:grpSpPr>
        <p:sp>
          <p:nvSpPr>
            <p:cNvPr id="179" name="OTLSHAPE_T_e17f3958430f4cff8650518c93c7635e_Shape">
              <a:extLst>
                <a:ext uri="{FF2B5EF4-FFF2-40B4-BE49-F238E27FC236}">
                  <a16:creationId xmlns:a16="http://schemas.microsoft.com/office/drawing/2014/main" id="{E8249C35-1652-C336-85CC-5738513C8DE5}"/>
                </a:ext>
              </a:extLst>
            </p:cNvPr>
            <p:cNvSpPr/>
            <p:nvPr>
              <p:custDataLst>
                <p:tags r:id="rId37"/>
              </p:custDataLst>
            </p:nvPr>
          </p:nvSpPr>
          <p:spPr bwMode="auto">
            <a:xfrm>
              <a:off x="9587080" y="5480712"/>
              <a:ext cx="1961553" cy="23276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cardio safety</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0" name="Rectangle 37">
              <a:extLst>
                <a:ext uri="{FF2B5EF4-FFF2-40B4-BE49-F238E27FC236}">
                  <a16:creationId xmlns:a16="http://schemas.microsoft.com/office/drawing/2014/main" id="{3858EBCE-A20F-6E46-9441-1639DB130C64}"/>
                </a:ext>
              </a:extLst>
            </p:cNvPr>
            <p:cNvSpPr/>
            <p:nvPr/>
          </p:nvSpPr>
          <p:spPr>
            <a:xfrm>
              <a:off x="9395240" y="5728344"/>
              <a:ext cx="320921"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1" name="Star: 4 Points 143">
              <a:extLst>
                <a:ext uri="{FF2B5EF4-FFF2-40B4-BE49-F238E27FC236}">
                  <a16:creationId xmlns:a16="http://schemas.microsoft.com/office/drawing/2014/main" id="{078842D6-1F76-D145-7360-F1C6367FD477}"/>
                </a:ext>
              </a:extLst>
            </p:cNvPr>
            <p:cNvSpPr/>
            <p:nvPr/>
          </p:nvSpPr>
          <p:spPr bwMode="auto">
            <a:xfrm>
              <a:off x="9494616" y="5587554"/>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2" name="Rectangle 22">
              <a:extLst>
                <a:ext uri="{FF2B5EF4-FFF2-40B4-BE49-F238E27FC236}">
                  <a16:creationId xmlns:a16="http://schemas.microsoft.com/office/drawing/2014/main" id="{F5950D56-9C1D-AE9B-D7F3-B7DB932FE95B}"/>
                </a:ext>
              </a:extLst>
            </p:cNvPr>
            <p:cNvSpPr/>
            <p:nvPr/>
          </p:nvSpPr>
          <p:spPr>
            <a:xfrm>
              <a:off x="11318052" y="5739405"/>
              <a:ext cx="348081" cy="215444"/>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3" name="OTLSHAPE_T_e17f3958430f4cff8650518c93c7635e_StartDate">
              <a:extLst>
                <a:ext uri="{FF2B5EF4-FFF2-40B4-BE49-F238E27FC236}">
                  <a16:creationId xmlns:a16="http://schemas.microsoft.com/office/drawing/2014/main" id="{4372FC6B-EE4E-6C75-2AC5-BD5D0F0C97CC}"/>
                </a:ext>
              </a:extLst>
            </p:cNvPr>
            <p:cNvSpPr txBox="1"/>
            <p:nvPr>
              <p:custDataLst>
                <p:tags r:id="rId38"/>
              </p:custDataLst>
            </p:nvPr>
          </p:nvSpPr>
          <p:spPr>
            <a:xfrm>
              <a:off x="11179386" y="5391043"/>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Mar 2029</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84" name="Star: 4 Points 143">
              <a:extLst>
                <a:ext uri="{FF2B5EF4-FFF2-40B4-BE49-F238E27FC236}">
                  <a16:creationId xmlns:a16="http://schemas.microsoft.com/office/drawing/2014/main" id="{6ED598A7-2E67-9242-3A09-AB0A3644B003}"/>
                </a:ext>
              </a:extLst>
            </p:cNvPr>
            <p:cNvSpPr/>
            <p:nvPr/>
          </p:nvSpPr>
          <p:spPr bwMode="auto">
            <a:xfrm>
              <a:off x="11454445" y="5596505"/>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185" name="OTLSHAPE_T_e17f3958430f4cff8650518c93c7635e_StartDate">
            <a:extLst>
              <a:ext uri="{FF2B5EF4-FFF2-40B4-BE49-F238E27FC236}">
                <a16:creationId xmlns:a16="http://schemas.microsoft.com/office/drawing/2014/main" id="{39241577-F044-905D-6C8C-184F187222BF}"/>
              </a:ext>
            </a:extLst>
          </p:cNvPr>
          <p:cNvSpPr txBox="1"/>
          <p:nvPr>
            <p:custDataLst>
              <p:tags r:id="rId25"/>
            </p:custDataLst>
          </p:nvPr>
        </p:nvSpPr>
        <p:spPr>
          <a:xfrm>
            <a:off x="7469242" y="5705331"/>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Oct 2028</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87" name="OTLSHAPE_T_e17f3958430f4cff8650518c93c7635e_Shape">
            <a:extLst>
              <a:ext uri="{FF2B5EF4-FFF2-40B4-BE49-F238E27FC236}">
                <a16:creationId xmlns:a16="http://schemas.microsoft.com/office/drawing/2014/main" id="{12898DC9-73D6-D5FC-8751-34FB6E9EBF6D}"/>
              </a:ext>
            </a:extLst>
          </p:cNvPr>
          <p:cNvSpPr/>
          <p:nvPr>
            <p:custDataLst>
              <p:tags r:id="rId26"/>
            </p:custDataLst>
          </p:nvPr>
        </p:nvSpPr>
        <p:spPr bwMode="auto">
          <a:xfrm>
            <a:off x="5495094" y="2331395"/>
            <a:ext cx="2926080" cy="9563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pivotal</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8" name="Rectangle 37">
            <a:extLst>
              <a:ext uri="{FF2B5EF4-FFF2-40B4-BE49-F238E27FC236}">
                <a16:creationId xmlns:a16="http://schemas.microsoft.com/office/drawing/2014/main" id="{70FD837E-17B1-23C6-F956-E6F63AF0704E}"/>
              </a:ext>
            </a:extLst>
          </p:cNvPr>
          <p:cNvSpPr/>
          <p:nvPr/>
        </p:nvSpPr>
        <p:spPr>
          <a:xfrm>
            <a:off x="5334689" y="2474639"/>
            <a:ext cx="327333" cy="191539"/>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9" name="Star: 4 Points 143">
            <a:extLst>
              <a:ext uri="{FF2B5EF4-FFF2-40B4-BE49-F238E27FC236}">
                <a16:creationId xmlns:a16="http://schemas.microsoft.com/office/drawing/2014/main" id="{C81AE74D-39A5-DAFE-6D49-295D27BAC3F8}"/>
              </a:ext>
            </a:extLst>
          </p:cNvPr>
          <p:cNvSpPr/>
          <p:nvPr/>
        </p:nvSpPr>
        <p:spPr bwMode="auto">
          <a:xfrm>
            <a:off x="5395902" y="2366005"/>
            <a:ext cx="180000" cy="16002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0" name="OTLSHAPE_T_e17f3958430f4cff8650518c93c7635e_StartDate">
            <a:extLst>
              <a:ext uri="{FF2B5EF4-FFF2-40B4-BE49-F238E27FC236}">
                <a16:creationId xmlns:a16="http://schemas.microsoft.com/office/drawing/2014/main" id="{E38636C3-E30F-A538-F0A6-DB21C6D38F2F}"/>
              </a:ext>
            </a:extLst>
          </p:cNvPr>
          <p:cNvSpPr txBox="1"/>
          <p:nvPr>
            <p:custDataLst>
              <p:tags r:id="rId27"/>
            </p:custDataLst>
          </p:nvPr>
        </p:nvSpPr>
        <p:spPr>
          <a:xfrm>
            <a:off x="5157044" y="2209844"/>
            <a:ext cx="682623" cy="10945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Dec 2026</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191" name="Rectangle 22">
            <a:extLst>
              <a:ext uri="{FF2B5EF4-FFF2-40B4-BE49-F238E27FC236}">
                <a16:creationId xmlns:a16="http://schemas.microsoft.com/office/drawing/2014/main" id="{9584E13C-25E4-D385-6713-B51C51D69D45}"/>
              </a:ext>
            </a:extLst>
          </p:cNvPr>
          <p:cNvSpPr/>
          <p:nvPr/>
        </p:nvSpPr>
        <p:spPr>
          <a:xfrm>
            <a:off x="7986682" y="2466934"/>
            <a:ext cx="649538" cy="191539"/>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2" name="OTLSHAPE_T_e17f3958430f4cff8650518c93c7635e_StartDate">
            <a:extLst>
              <a:ext uri="{FF2B5EF4-FFF2-40B4-BE49-F238E27FC236}">
                <a16:creationId xmlns:a16="http://schemas.microsoft.com/office/drawing/2014/main" id="{2A900F63-07F2-736C-DDA2-30CBFA660911}"/>
              </a:ext>
            </a:extLst>
          </p:cNvPr>
          <p:cNvSpPr txBox="1"/>
          <p:nvPr>
            <p:custDataLst>
              <p:tags r:id="rId28"/>
            </p:custDataLst>
          </p:nvPr>
        </p:nvSpPr>
        <p:spPr>
          <a:xfrm>
            <a:off x="7970139" y="2187126"/>
            <a:ext cx="682623" cy="10945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Dec 2028</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193" name="Star: 4 Points 143">
            <a:extLst>
              <a:ext uri="{FF2B5EF4-FFF2-40B4-BE49-F238E27FC236}">
                <a16:creationId xmlns:a16="http://schemas.microsoft.com/office/drawing/2014/main" id="{8A235F52-1DD9-5A99-983D-566A03C1847A}"/>
              </a:ext>
            </a:extLst>
          </p:cNvPr>
          <p:cNvSpPr/>
          <p:nvPr/>
        </p:nvSpPr>
        <p:spPr bwMode="auto">
          <a:xfrm>
            <a:off x="8326680" y="2333861"/>
            <a:ext cx="180000" cy="16002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194" name="Group 193">
            <a:extLst>
              <a:ext uri="{FF2B5EF4-FFF2-40B4-BE49-F238E27FC236}">
                <a16:creationId xmlns:a16="http://schemas.microsoft.com/office/drawing/2014/main" id="{935E475E-5616-E20B-6A19-C744F8F5A88F}"/>
              </a:ext>
            </a:extLst>
          </p:cNvPr>
          <p:cNvGrpSpPr/>
          <p:nvPr/>
        </p:nvGrpSpPr>
        <p:grpSpPr>
          <a:xfrm>
            <a:off x="5164774" y="2945900"/>
            <a:ext cx="4120126" cy="559745"/>
            <a:chOff x="8329922" y="2009115"/>
            <a:chExt cx="4120126" cy="803509"/>
          </a:xfrm>
        </p:grpSpPr>
        <p:sp>
          <p:nvSpPr>
            <p:cNvPr id="195" name="OTLSHAPE_T_e17f3958430f4cff8650518c93c7635e_Shape">
              <a:extLst>
                <a:ext uri="{FF2B5EF4-FFF2-40B4-BE49-F238E27FC236}">
                  <a16:creationId xmlns:a16="http://schemas.microsoft.com/office/drawing/2014/main" id="{BBDD0D7A-85DB-14D0-FF62-6E66F29A5C47}"/>
                </a:ext>
              </a:extLst>
            </p:cNvPr>
            <p:cNvSpPr/>
            <p:nvPr>
              <p:custDataLst>
                <p:tags r:id="rId34"/>
              </p:custDataLst>
            </p:nvPr>
          </p:nvSpPr>
          <p:spPr bwMode="auto">
            <a:xfrm>
              <a:off x="8667289" y="2256525"/>
              <a:ext cx="356616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cardio safety</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6" name="Rectangle 37">
              <a:extLst>
                <a:ext uri="{FF2B5EF4-FFF2-40B4-BE49-F238E27FC236}">
                  <a16:creationId xmlns:a16="http://schemas.microsoft.com/office/drawing/2014/main" id="{C6142626-6213-5D98-D996-4F94F84EE664}"/>
                </a:ext>
              </a:extLst>
            </p:cNvPr>
            <p:cNvSpPr/>
            <p:nvPr/>
          </p:nvSpPr>
          <p:spPr>
            <a:xfrm>
              <a:off x="8506882" y="2503357"/>
              <a:ext cx="327333"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7" name="Star: 4 Points 143">
              <a:extLst>
                <a:ext uri="{FF2B5EF4-FFF2-40B4-BE49-F238E27FC236}">
                  <a16:creationId xmlns:a16="http://schemas.microsoft.com/office/drawing/2014/main" id="{B775D9A0-F48D-915C-6DCA-C39A8A412F84}"/>
                </a:ext>
              </a:extLst>
            </p:cNvPr>
            <p:cNvSpPr/>
            <p:nvPr/>
          </p:nvSpPr>
          <p:spPr bwMode="auto">
            <a:xfrm>
              <a:off x="8568095" y="2362567"/>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8" name="OTLSHAPE_T_e17f3958430f4cff8650518c93c7635e_StartDate">
              <a:extLst>
                <a:ext uri="{FF2B5EF4-FFF2-40B4-BE49-F238E27FC236}">
                  <a16:creationId xmlns:a16="http://schemas.microsoft.com/office/drawing/2014/main" id="{806EBA90-E7D1-E61E-9B9D-4A20203347A1}"/>
                </a:ext>
              </a:extLst>
            </p:cNvPr>
            <p:cNvSpPr txBox="1"/>
            <p:nvPr>
              <p:custDataLst>
                <p:tags r:id="rId35"/>
              </p:custDataLst>
            </p:nvPr>
          </p:nvSpPr>
          <p:spPr>
            <a:xfrm>
              <a:off x="8329922" y="2236216"/>
              <a:ext cx="682623" cy="176725"/>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Dec 2026</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199" name="Rectangle 22">
              <a:extLst>
                <a:ext uri="{FF2B5EF4-FFF2-40B4-BE49-F238E27FC236}">
                  <a16:creationId xmlns:a16="http://schemas.microsoft.com/office/drawing/2014/main" id="{17B58724-6384-DF16-3EBE-318E442A6776}"/>
                </a:ext>
              </a:extLst>
            </p:cNvPr>
            <p:cNvSpPr/>
            <p:nvPr/>
          </p:nvSpPr>
          <p:spPr>
            <a:xfrm>
              <a:off x="11800510" y="2503356"/>
              <a:ext cx="649538" cy="309268"/>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00" name="OTLSHAPE_T_e17f3958430f4cff8650518c93c7635e_StartDate">
              <a:extLst>
                <a:ext uri="{FF2B5EF4-FFF2-40B4-BE49-F238E27FC236}">
                  <a16:creationId xmlns:a16="http://schemas.microsoft.com/office/drawing/2014/main" id="{009AA327-70B6-7C39-5108-C2B13756EF39}"/>
                </a:ext>
              </a:extLst>
            </p:cNvPr>
            <p:cNvSpPr txBox="1"/>
            <p:nvPr>
              <p:custDataLst>
                <p:tags r:id="rId36"/>
              </p:custDataLst>
            </p:nvPr>
          </p:nvSpPr>
          <p:spPr>
            <a:xfrm>
              <a:off x="11767425" y="2009115"/>
              <a:ext cx="682623" cy="176725"/>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May 2029</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201" name="Star: 4 Points 143">
              <a:extLst>
                <a:ext uri="{FF2B5EF4-FFF2-40B4-BE49-F238E27FC236}">
                  <a16:creationId xmlns:a16="http://schemas.microsoft.com/office/drawing/2014/main" id="{EF50E35C-40C5-5A7A-EE54-33341606713F}"/>
                </a:ext>
              </a:extLst>
            </p:cNvPr>
            <p:cNvSpPr/>
            <p:nvPr/>
          </p:nvSpPr>
          <p:spPr bwMode="auto">
            <a:xfrm>
              <a:off x="12118908" y="2397941"/>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pSp>
        <p:nvGrpSpPr>
          <p:cNvPr id="202" name="Group 201">
            <a:extLst>
              <a:ext uri="{FF2B5EF4-FFF2-40B4-BE49-F238E27FC236}">
                <a16:creationId xmlns:a16="http://schemas.microsoft.com/office/drawing/2014/main" id="{4280A651-8880-A0B3-5CF6-0E22641531EC}"/>
              </a:ext>
            </a:extLst>
          </p:cNvPr>
          <p:cNvGrpSpPr/>
          <p:nvPr/>
        </p:nvGrpSpPr>
        <p:grpSpPr>
          <a:xfrm>
            <a:off x="5155250" y="2645303"/>
            <a:ext cx="3536247" cy="401251"/>
            <a:chOff x="8329237" y="2092845"/>
            <a:chExt cx="3536247" cy="480863"/>
          </a:xfrm>
        </p:grpSpPr>
        <p:sp>
          <p:nvSpPr>
            <p:cNvPr id="203" name="OTLSHAPE_T_e17f3958430f4cff8650518c93c7635e_Shape">
              <a:extLst>
                <a:ext uri="{FF2B5EF4-FFF2-40B4-BE49-F238E27FC236}">
                  <a16:creationId xmlns:a16="http://schemas.microsoft.com/office/drawing/2014/main" id="{410F54A7-FCCE-24FE-6523-78D79D20D915}"/>
                </a:ext>
              </a:extLst>
            </p:cNvPr>
            <p:cNvSpPr/>
            <p:nvPr>
              <p:custDataLst>
                <p:tags r:id="rId31"/>
              </p:custDataLst>
            </p:nvPr>
          </p:nvSpPr>
          <p:spPr bwMode="auto">
            <a:xfrm>
              <a:off x="8667287" y="2256525"/>
              <a:ext cx="2926080" cy="10756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pivotal</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04" name="Rectangle 37">
              <a:extLst>
                <a:ext uri="{FF2B5EF4-FFF2-40B4-BE49-F238E27FC236}">
                  <a16:creationId xmlns:a16="http://schemas.microsoft.com/office/drawing/2014/main" id="{0C9749B7-72E4-C5B8-8FAA-5055E1D09EB1}"/>
                </a:ext>
              </a:extLst>
            </p:cNvPr>
            <p:cNvSpPr/>
            <p:nvPr/>
          </p:nvSpPr>
          <p:spPr>
            <a:xfrm>
              <a:off x="8527677" y="2315143"/>
              <a:ext cx="327333"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05" name="Star: 4 Points 143">
              <a:extLst>
                <a:ext uri="{FF2B5EF4-FFF2-40B4-BE49-F238E27FC236}">
                  <a16:creationId xmlns:a16="http://schemas.microsoft.com/office/drawing/2014/main" id="{200CDE9E-DAB5-DB1A-0F28-18B720C13F30}"/>
                </a:ext>
              </a:extLst>
            </p:cNvPr>
            <p:cNvSpPr/>
            <p:nvPr/>
          </p:nvSpPr>
          <p:spPr bwMode="auto">
            <a:xfrm>
              <a:off x="8568095" y="2295455"/>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06" name="OTLSHAPE_T_e17f3958430f4cff8650518c93c7635e_StartDate">
              <a:extLst>
                <a:ext uri="{FF2B5EF4-FFF2-40B4-BE49-F238E27FC236}">
                  <a16:creationId xmlns:a16="http://schemas.microsoft.com/office/drawing/2014/main" id="{3CE04D4F-630F-923B-14BF-2254C44B96EB}"/>
                </a:ext>
              </a:extLst>
            </p:cNvPr>
            <p:cNvSpPr txBox="1"/>
            <p:nvPr>
              <p:custDataLst>
                <p:tags r:id="rId32"/>
              </p:custDataLst>
            </p:nvPr>
          </p:nvSpPr>
          <p:spPr>
            <a:xfrm>
              <a:off x="8329237" y="2119804"/>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Dec 2026</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207" name="Rectangle 22">
              <a:extLst>
                <a:ext uri="{FF2B5EF4-FFF2-40B4-BE49-F238E27FC236}">
                  <a16:creationId xmlns:a16="http://schemas.microsoft.com/office/drawing/2014/main" id="{CBEC3B0E-E3E5-BFBC-9BFB-F09BD22D7D96}"/>
                </a:ext>
              </a:extLst>
            </p:cNvPr>
            <p:cNvSpPr/>
            <p:nvPr/>
          </p:nvSpPr>
          <p:spPr>
            <a:xfrm>
              <a:off x="11215946" y="2358264"/>
              <a:ext cx="649538"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08" name="OTLSHAPE_T_e17f3958430f4cff8650518c93c7635e_StartDate">
              <a:extLst>
                <a:ext uri="{FF2B5EF4-FFF2-40B4-BE49-F238E27FC236}">
                  <a16:creationId xmlns:a16="http://schemas.microsoft.com/office/drawing/2014/main" id="{D0C576B7-5C20-DC86-4C64-C1DDD1C4F5BF}"/>
                </a:ext>
              </a:extLst>
            </p:cNvPr>
            <p:cNvSpPr txBox="1"/>
            <p:nvPr>
              <p:custDataLst>
                <p:tags r:id="rId33"/>
              </p:custDataLst>
            </p:nvPr>
          </p:nvSpPr>
          <p:spPr>
            <a:xfrm>
              <a:off x="11144180" y="2092845"/>
              <a:ext cx="682623" cy="123112"/>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rPr>
                <a:t>Dec 2028</a:t>
              </a:r>
              <a:endParaRPr kumimoji="0" lang="zh-CN" altLang="en-US" sz="800" b="1" i="0" u="none" strike="noStrike" kern="1200" cap="none" spc="0" normalizeH="0" baseline="0" noProof="0">
                <a:ln>
                  <a:noFill/>
                </a:ln>
                <a:solidFill>
                  <a:srgbClr val="002060"/>
                </a:solidFill>
                <a:effectLst/>
                <a:uLnTx/>
                <a:uFillTx/>
                <a:latin typeface="Calibri" panose="020F0502020204030204" pitchFamily="34" charset="0"/>
                <a:ea typeface="+mn-ea"/>
                <a:cs typeface="Calibri" panose="020F0502020204030204" pitchFamily="34" charset="0"/>
              </a:endParaRPr>
            </a:p>
          </p:txBody>
        </p:sp>
        <p:sp>
          <p:nvSpPr>
            <p:cNvPr id="209" name="Star: 4 Points 143">
              <a:extLst>
                <a:ext uri="{FF2B5EF4-FFF2-40B4-BE49-F238E27FC236}">
                  <a16:creationId xmlns:a16="http://schemas.microsoft.com/office/drawing/2014/main" id="{5CAC3964-11B8-B88A-BEA9-9CC276A5F172}"/>
                </a:ext>
              </a:extLst>
            </p:cNvPr>
            <p:cNvSpPr/>
            <p:nvPr/>
          </p:nvSpPr>
          <p:spPr bwMode="auto">
            <a:xfrm>
              <a:off x="11499918" y="2249175"/>
              <a:ext cx="180000" cy="1800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210" name="Rectangle 22">
            <a:extLst>
              <a:ext uri="{FF2B5EF4-FFF2-40B4-BE49-F238E27FC236}">
                <a16:creationId xmlns:a16="http://schemas.microsoft.com/office/drawing/2014/main" id="{9A94D188-9C65-5EC5-88E0-42E86DDDDA53}"/>
              </a:ext>
            </a:extLst>
          </p:cNvPr>
          <p:cNvSpPr/>
          <p:nvPr/>
        </p:nvSpPr>
        <p:spPr>
          <a:xfrm>
            <a:off x="4137251" y="5394669"/>
            <a:ext cx="331552"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13" name="Rectangle 22">
            <a:extLst>
              <a:ext uri="{FF2B5EF4-FFF2-40B4-BE49-F238E27FC236}">
                <a16:creationId xmlns:a16="http://schemas.microsoft.com/office/drawing/2014/main" id="{01248341-3880-C1CA-63BA-D9B77BDA9562}"/>
              </a:ext>
            </a:extLst>
          </p:cNvPr>
          <p:cNvSpPr/>
          <p:nvPr/>
        </p:nvSpPr>
        <p:spPr>
          <a:xfrm>
            <a:off x="4384384" y="5387873"/>
            <a:ext cx="607859"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14" name="Rectangle 71">
            <a:extLst>
              <a:ext uri="{FF2B5EF4-FFF2-40B4-BE49-F238E27FC236}">
                <a16:creationId xmlns:a16="http://schemas.microsoft.com/office/drawing/2014/main" id="{50014B61-7536-D4F5-279D-6B3BC1963929}"/>
              </a:ext>
            </a:extLst>
          </p:cNvPr>
          <p:cNvSpPr/>
          <p:nvPr/>
        </p:nvSpPr>
        <p:spPr>
          <a:xfrm>
            <a:off x="2919717" y="5351332"/>
            <a:ext cx="320921" cy="21544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15" name="Rectangle 37">
            <a:extLst>
              <a:ext uri="{FF2B5EF4-FFF2-40B4-BE49-F238E27FC236}">
                <a16:creationId xmlns:a16="http://schemas.microsoft.com/office/drawing/2014/main" id="{7439E729-185E-CDEF-D836-5FCB2BF5F732}"/>
              </a:ext>
            </a:extLst>
          </p:cNvPr>
          <p:cNvSpPr/>
          <p:nvPr/>
        </p:nvSpPr>
        <p:spPr>
          <a:xfrm>
            <a:off x="3190325" y="5366094"/>
            <a:ext cx="605024" cy="215444"/>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LSS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16" name="OTLSHAPE_T_e17f3958430f4cff8650518c93c7635e_StartDate">
            <a:extLst>
              <a:ext uri="{FF2B5EF4-FFF2-40B4-BE49-F238E27FC236}">
                <a16:creationId xmlns:a16="http://schemas.microsoft.com/office/drawing/2014/main" id="{A0B22247-BDB1-3F7B-2771-BF074B19B214}"/>
              </a:ext>
            </a:extLst>
          </p:cNvPr>
          <p:cNvSpPr txBox="1"/>
          <p:nvPr>
            <p:custDataLst>
              <p:tags r:id="rId29"/>
            </p:custDataLst>
          </p:nvPr>
        </p:nvSpPr>
        <p:spPr>
          <a:xfrm>
            <a:off x="2871719" y="2007071"/>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May2025</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sp>
        <p:nvSpPr>
          <p:cNvPr id="217" name="Rectangle 37">
            <a:extLst>
              <a:ext uri="{FF2B5EF4-FFF2-40B4-BE49-F238E27FC236}">
                <a16:creationId xmlns:a16="http://schemas.microsoft.com/office/drawing/2014/main" id="{7482350A-FAEB-0C77-21F1-8FFF6CFFB21A}"/>
              </a:ext>
            </a:extLst>
          </p:cNvPr>
          <p:cNvSpPr/>
          <p:nvPr/>
        </p:nvSpPr>
        <p:spPr>
          <a:xfrm>
            <a:off x="2897448" y="4615983"/>
            <a:ext cx="605024" cy="215444"/>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LSS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19" name="Star: 4 Points 143">
            <a:extLst>
              <a:ext uri="{FF2B5EF4-FFF2-40B4-BE49-F238E27FC236}">
                <a16:creationId xmlns:a16="http://schemas.microsoft.com/office/drawing/2014/main" id="{71F6EA96-341D-BF83-6897-5AF92F707AC8}"/>
              </a:ext>
            </a:extLst>
          </p:cNvPr>
          <p:cNvSpPr/>
          <p:nvPr/>
        </p:nvSpPr>
        <p:spPr bwMode="auto">
          <a:xfrm>
            <a:off x="3084640" y="4530362"/>
            <a:ext cx="180000" cy="102864"/>
          </a:xfrm>
          <a:prstGeom prst="star4">
            <a:avLst>
              <a:gd name="adj" fmla="val 12500"/>
            </a:avLst>
          </a:prstGeom>
          <a:solidFill>
            <a:schemeClr val="bg1">
              <a:lumMod val="50000"/>
            </a:schemeClr>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0" name="OTLSHAPE_T_e17f3958430f4cff8650518c93c7635e_StartDate">
            <a:extLst>
              <a:ext uri="{FF2B5EF4-FFF2-40B4-BE49-F238E27FC236}">
                <a16:creationId xmlns:a16="http://schemas.microsoft.com/office/drawing/2014/main" id="{2138B4F1-C411-C66D-D027-101AD46DE308}"/>
              </a:ext>
            </a:extLst>
          </p:cNvPr>
          <p:cNvSpPr txBox="1"/>
          <p:nvPr>
            <p:custDataLst>
              <p:tags r:id="rId30"/>
            </p:custDataLst>
          </p:nvPr>
        </p:nvSpPr>
        <p:spPr>
          <a:xfrm>
            <a:off x="2946993" y="4323533"/>
            <a:ext cx="682623" cy="123111"/>
          </a:xfrm>
          <a:prstGeom prst="rect">
            <a:avLst/>
          </a:prstGeom>
          <a:noFill/>
        </p:spPr>
        <p:txBody>
          <a:bodyPr vert="horz" wrap="squar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rPr>
              <a:t>May2025</a:t>
            </a:r>
            <a:endParaRPr kumimoji="0" lang="zh-CN" altLang="en-US" sz="800" b="1" i="0" u="none" strike="noStrike" kern="1200" cap="none" spc="0" normalizeH="0" baseline="0" noProof="0">
              <a:ln>
                <a:noFill/>
              </a:ln>
              <a:solidFill>
                <a:srgbClr val="1F497D"/>
              </a:solidFill>
              <a:effectLst/>
              <a:uLnTx/>
              <a:uFillTx/>
              <a:latin typeface="Calibri" panose="020F0502020204030204" pitchFamily="34" charset="0"/>
              <a:ea typeface="+mn-ea"/>
              <a:cs typeface="Calibri" panose="020F0502020204030204" pitchFamily="34" charset="0"/>
            </a:endParaRPr>
          </a:p>
        </p:txBody>
      </p:sp>
      <p:grpSp>
        <p:nvGrpSpPr>
          <p:cNvPr id="221" name="Group 220">
            <a:extLst>
              <a:ext uri="{FF2B5EF4-FFF2-40B4-BE49-F238E27FC236}">
                <a16:creationId xmlns:a16="http://schemas.microsoft.com/office/drawing/2014/main" id="{50E04ED4-E9FC-4BDD-79EB-05597880CB4C}"/>
              </a:ext>
            </a:extLst>
          </p:cNvPr>
          <p:cNvGrpSpPr/>
          <p:nvPr/>
        </p:nvGrpSpPr>
        <p:grpSpPr>
          <a:xfrm>
            <a:off x="9301774" y="5877470"/>
            <a:ext cx="577401" cy="474956"/>
            <a:chOff x="11217109" y="2972426"/>
            <a:chExt cx="577401" cy="474956"/>
          </a:xfrm>
        </p:grpSpPr>
        <p:sp>
          <p:nvSpPr>
            <p:cNvPr id="222" name="Rectangle 37">
              <a:extLst>
                <a:ext uri="{FF2B5EF4-FFF2-40B4-BE49-F238E27FC236}">
                  <a16:creationId xmlns:a16="http://schemas.microsoft.com/office/drawing/2014/main" id="{24D6DF92-CF26-6271-6DA3-D6B90B9F6644}"/>
                </a:ext>
              </a:extLst>
            </p:cNvPr>
            <p:cNvSpPr/>
            <p:nvPr/>
          </p:nvSpPr>
          <p:spPr>
            <a:xfrm>
              <a:off x="11217109" y="3108828"/>
              <a:ext cx="577401" cy="33855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2029</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23" name="Isosceles Triangle 222">
              <a:extLst>
                <a:ext uri="{FF2B5EF4-FFF2-40B4-BE49-F238E27FC236}">
                  <a16:creationId xmlns:a16="http://schemas.microsoft.com/office/drawing/2014/main" id="{AD062F7F-300C-4810-6019-89B416B6FD8F}"/>
                </a:ext>
              </a:extLst>
            </p:cNvPr>
            <p:cNvSpPr/>
            <p:nvPr/>
          </p:nvSpPr>
          <p:spPr>
            <a:xfrm flipV="1">
              <a:off x="11420129" y="2972426"/>
              <a:ext cx="159461" cy="131569"/>
            </a:xfrm>
            <a:prstGeom prst="triangl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grpSp>
      <p:grpSp>
        <p:nvGrpSpPr>
          <p:cNvPr id="224" name="Group 223">
            <a:extLst>
              <a:ext uri="{FF2B5EF4-FFF2-40B4-BE49-F238E27FC236}">
                <a16:creationId xmlns:a16="http://schemas.microsoft.com/office/drawing/2014/main" id="{12835DB0-D7A8-2213-F713-C4DDCB01952F}"/>
              </a:ext>
            </a:extLst>
          </p:cNvPr>
          <p:cNvGrpSpPr/>
          <p:nvPr/>
        </p:nvGrpSpPr>
        <p:grpSpPr>
          <a:xfrm>
            <a:off x="11327996" y="5873575"/>
            <a:ext cx="590226" cy="474956"/>
            <a:chOff x="11647383" y="2972426"/>
            <a:chExt cx="590226" cy="474956"/>
          </a:xfrm>
        </p:grpSpPr>
        <p:sp>
          <p:nvSpPr>
            <p:cNvPr id="225" name="Rectangle 37">
              <a:extLst>
                <a:ext uri="{FF2B5EF4-FFF2-40B4-BE49-F238E27FC236}">
                  <a16:creationId xmlns:a16="http://schemas.microsoft.com/office/drawing/2014/main" id="{3CD576E4-35F4-4DFF-7D3E-4E24070495AE}"/>
                </a:ext>
              </a:extLst>
            </p:cNvPr>
            <p:cNvSpPr/>
            <p:nvPr/>
          </p:nvSpPr>
          <p:spPr>
            <a:xfrm>
              <a:off x="11647383" y="3108828"/>
              <a:ext cx="590226" cy="338554"/>
            </a:xfrm>
            <a:prstGeom prst="rect">
              <a:avLst/>
            </a:prstGeom>
          </p:spPr>
          <p:txBody>
            <a:bodyPr wrap="non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2031</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26" name="Isosceles Triangle 225">
              <a:extLst>
                <a:ext uri="{FF2B5EF4-FFF2-40B4-BE49-F238E27FC236}">
                  <a16:creationId xmlns:a16="http://schemas.microsoft.com/office/drawing/2014/main" id="{599E43AD-A34F-650B-8F2E-669DBEA7F012}"/>
                </a:ext>
              </a:extLst>
            </p:cNvPr>
            <p:cNvSpPr/>
            <p:nvPr/>
          </p:nvSpPr>
          <p:spPr>
            <a:xfrm flipH="1">
              <a:off x="11848823" y="2972426"/>
              <a:ext cx="159461" cy="131569"/>
            </a:xfrm>
            <a:prstGeom prst="triangl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grpSp>
      <p:sp>
        <p:nvSpPr>
          <p:cNvPr id="3" name="文本框 2">
            <a:extLst>
              <a:ext uri="{FF2B5EF4-FFF2-40B4-BE49-F238E27FC236}">
                <a16:creationId xmlns:a16="http://schemas.microsoft.com/office/drawing/2014/main" id="{3F389B26-DA2A-FC1F-226E-B17E21E573EB}"/>
              </a:ext>
            </a:extLst>
          </p:cNvPr>
          <p:cNvSpPr txBox="1"/>
          <p:nvPr/>
        </p:nvSpPr>
        <p:spPr bwMode="gray">
          <a:xfrm>
            <a:off x="1781874" y="3193049"/>
            <a:ext cx="3534953" cy="691151"/>
          </a:xfrm>
          <a:prstGeom prst="rect">
            <a:avLst/>
          </a:prstGeom>
          <a:noFill/>
        </p:spPr>
        <p:txBody>
          <a:bodyPr wrap="square" lIns="0" tIns="0" rIns="0" bIns="0" rtlCol="0">
            <a:spAutoFit/>
          </a:bodyPr>
          <a:lstStyle/>
          <a:p>
            <a:pPr algn="l">
              <a:lnSpc>
                <a:spcPct val="140000"/>
              </a:lnSpc>
            </a:pPr>
            <a:r>
              <a:rPr lang="en-US" altLang="zh-CN" sz="1100">
                <a:highlight>
                  <a:srgbClr val="FFFF00"/>
                </a:highlight>
              </a:rPr>
              <a:t>global Ph II preparation on hold until Oct 2024 when the full final Ph I MRD results (including NPY2R + </a:t>
            </a:r>
            <a:r>
              <a:rPr lang="en-US" altLang="zh-CN" sz="1100" err="1">
                <a:highlight>
                  <a:srgbClr val="FFFF00"/>
                </a:highlight>
              </a:rPr>
              <a:t>survo</a:t>
            </a:r>
            <a:r>
              <a:rPr lang="en-US" altLang="zh-CN" sz="1100">
                <a:highlight>
                  <a:srgbClr val="FFFF00"/>
                </a:highlight>
              </a:rPr>
              <a:t> combination) are available and shared with HPSC  </a:t>
            </a:r>
            <a:endParaRPr lang="zh-CN" altLang="en-US" sz="1100">
              <a:highlight>
                <a:srgbClr val="FFFF00"/>
              </a:highlight>
            </a:endParaRPr>
          </a:p>
        </p:txBody>
      </p:sp>
      <p:sp>
        <p:nvSpPr>
          <p:cNvPr id="6" name="矩形 5">
            <a:extLst>
              <a:ext uri="{FF2B5EF4-FFF2-40B4-BE49-F238E27FC236}">
                <a16:creationId xmlns:a16="http://schemas.microsoft.com/office/drawing/2014/main" id="{9E9D068A-2387-2CB0-BB79-A4322DE4CCF3}"/>
              </a:ext>
            </a:extLst>
          </p:cNvPr>
          <p:cNvSpPr/>
          <p:nvPr/>
        </p:nvSpPr>
        <p:spPr bwMode="gray">
          <a:xfrm>
            <a:off x="1357764" y="3248420"/>
            <a:ext cx="360000" cy="360000"/>
          </a:xfrm>
          <a:prstGeom prst="rect">
            <a:avLst/>
          </a:prstGeom>
          <a:solidFill>
            <a:srgbClr val="C0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b="1">
                <a:solidFill>
                  <a:schemeClr val="bg1"/>
                </a:solidFill>
              </a:rPr>
              <a:t>II</a:t>
            </a:r>
            <a:endParaRPr lang="zh-CN" altLang="en-US" sz="1600">
              <a:solidFill>
                <a:schemeClr val="bg1"/>
              </a:solidFill>
            </a:endParaRPr>
          </a:p>
        </p:txBody>
      </p:sp>
      <p:sp>
        <p:nvSpPr>
          <p:cNvPr id="7" name="文本框 6">
            <a:extLst>
              <a:ext uri="{FF2B5EF4-FFF2-40B4-BE49-F238E27FC236}">
                <a16:creationId xmlns:a16="http://schemas.microsoft.com/office/drawing/2014/main" id="{C15E296E-07A3-A4C9-98AF-3AEF96CE6082}"/>
              </a:ext>
            </a:extLst>
          </p:cNvPr>
          <p:cNvSpPr txBox="1"/>
          <p:nvPr/>
        </p:nvSpPr>
        <p:spPr>
          <a:xfrm>
            <a:off x="6597980" y="3606754"/>
            <a:ext cx="4302839" cy="1855827"/>
          </a:xfrm>
          <a:prstGeom prst="roundRect">
            <a:avLst/>
          </a:prstGeom>
          <a:noFill/>
          <a:ln>
            <a:solidFill>
              <a:srgbClr val="FF0000"/>
            </a:solidFill>
          </a:ln>
        </p:spPr>
        <p:txBody>
          <a:bodyPr wrap="square" rtlCol="0">
            <a:spAutoFit/>
          </a:bodyPr>
          <a:lstStyle/>
          <a:p>
            <a:pPr marR="0" lvl="0" algn="l" defTabSz="914400" rtl="0" eaLnBrk="1" fontAlgn="auto" latinLnBrk="0" hangingPunct="1">
              <a:lnSpc>
                <a:spcPct val="100000"/>
              </a:lnSpc>
              <a:spcBef>
                <a:spcPts val="0"/>
              </a:spcBef>
              <a:spcAft>
                <a:spcPts val="200"/>
              </a:spcAft>
              <a:buClrTx/>
              <a:buSzTx/>
              <a:tabLst/>
              <a:defRPr/>
            </a:pPr>
            <a:r>
              <a:rPr lang="en-US" altLang="zh-CN" sz="800" b="1">
                <a:solidFill>
                  <a:prstClr val="black"/>
                </a:solidFill>
                <a:ea typeface="等线" panose="02010600030101010101" pitchFamily="2" charset="-122"/>
                <a:cs typeface="Calibri" panose="020F0502020204030204" pitchFamily="34" charset="0"/>
              </a:rPr>
              <a:t>Global</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Global Ph II (.4) </a:t>
            </a:r>
            <a:r>
              <a:rPr lang="en-US" altLang="zh-CN" sz="800">
                <a:solidFill>
                  <a:prstClr val="black"/>
                </a:solidFill>
                <a:ea typeface="等线" panose="02010600030101010101" pitchFamily="2" charset="-122"/>
                <a:cs typeface="Calibri" panose="020F0502020204030204" pitchFamily="34" charset="0"/>
              </a:rPr>
              <a:t>preparation on hold</a:t>
            </a:r>
          </a:p>
          <a:p>
            <a:pPr marL="279450" marR="0" lvl="1" indent="-171450" fontAlgn="auto">
              <a:lnSpc>
                <a:spcPct val="100000"/>
              </a:lnSpc>
              <a:spcBef>
                <a:spcPts val="0"/>
              </a:spcBef>
              <a:spcAft>
                <a:spcPts val="200"/>
              </a:spcAft>
              <a:buClrTx/>
              <a:buSzTx/>
              <a:buFont typeface="Wingdings" panose="05000000000000000000" pitchFamily="2" charset="2"/>
              <a:buChar char="Ø"/>
              <a:tabLst/>
              <a:defRPr/>
            </a:pPr>
            <a:r>
              <a:rPr lang="en-US" altLang="zh-CN" sz="800">
                <a:solidFill>
                  <a:prstClr val="black"/>
                </a:solidFill>
                <a:ea typeface="等线" panose="02010600030101010101" pitchFamily="2" charset="-122"/>
                <a:cs typeface="Calibri" panose="020F0502020204030204" pitchFamily="34" charset="0"/>
              </a:rPr>
              <a:t>Value proposition for NPY2R FDC commercially challenging</a:t>
            </a:r>
          </a:p>
          <a:p>
            <a:pPr marL="279450" lvl="1" indent="-171450">
              <a:spcAft>
                <a:spcPts val="200"/>
              </a:spcAft>
              <a:buFont typeface="Wingdings" panose="05000000000000000000" pitchFamily="2" charset="2"/>
              <a:buChar char="Ø"/>
              <a:defRPr/>
            </a:pPr>
            <a:r>
              <a:rPr lang="en-US" altLang="zh-CN" sz="800">
                <a:solidFill>
                  <a:prstClr val="black"/>
                </a:solidFill>
                <a:ea typeface="等线" panose="02010600030101010101" pitchFamily="2" charset="-122"/>
                <a:cs typeface="Calibri" panose="020F0502020204030204" pitchFamily="34" charset="0"/>
              </a:rPr>
              <a:t>NPY2R + </a:t>
            </a:r>
            <a:r>
              <a:rPr lang="en-US" altLang="zh-CN" sz="800" err="1">
                <a:solidFill>
                  <a:prstClr val="black"/>
                </a:solidFill>
                <a:ea typeface="等线" panose="02010600030101010101" pitchFamily="2" charset="-122"/>
                <a:cs typeface="Calibri" panose="020F0502020204030204" pitchFamily="34" charset="0"/>
              </a:rPr>
              <a:t>survo</a:t>
            </a:r>
            <a:r>
              <a:rPr lang="en-US" altLang="zh-CN" sz="800">
                <a:solidFill>
                  <a:prstClr val="black"/>
                </a:solidFill>
                <a:ea typeface="等线" panose="02010600030101010101" pitchFamily="2" charset="-122"/>
                <a:cs typeface="Calibri" panose="020F0502020204030204" pitchFamily="34" charset="0"/>
              </a:rPr>
              <a:t> combination data pending </a:t>
            </a:r>
            <a:r>
              <a:rPr lang="en-US" altLang="zh-CN" sz="800">
                <a:solidFill>
                  <a:prstClr val="black"/>
                </a:solidFill>
                <a:ea typeface="等线" panose="02010600030101010101" pitchFamily="2" charset="-122"/>
                <a:cs typeface="Calibri" panose="020F0502020204030204" pitchFamily="34" charset="0"/>
                <a:sym typeface="Wingdings" panose="05000000000000000000" pitchFamily="2" charset="2"/>
              </a:rPr>
              <a:t> Sep 2024</a:t>
            </a:r>
            <a:endParaRPr lang="en-US" altLang="zh-CN" sz="800">
              <a:solidFill>
                <a:prstClr val="black"/>
              </a:solidFill>
              <a:ea typeface="等线" panose="02010600030101010101" pitchFamily="2" charset="-122"/>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err="1">
                <a:solidFill>
                  <a:prstClr val="black"/>
                </a:solidFill>
                <a:ea typeface="等线" panose="02010600030101010101" pitchFamily="2" charset="-122"/>
                <a:cs typeface="Calibri" panose="020F0502020204030204" pitchFamily="34" charset="0"/>
              </a:rPr>
              <a:t>PoCC</a:t>
            </a:r>
            <a:r>
              <a:rPr lang="en-US" altLang="zh-CN" sz="800" b="1">
                <a:solidFill>
                  <a:prstClr val="black"/>
                </a:solidFill>
                <a:ea typeface="等线" panose="02010600030101010101" pitchFamily="2" charset="-122"/>
                <a:cs typeface="Calibri" panose="020F0502020204030204" pitchFamily="34" charset="0"/>
              </a:rPr>
              <a:t>:</a:t>
            </a:r>
          </a:p>
          <a:p>
            <a:pPr marL="279450" marR="0" lvl="1" indent="-171450" fontAlgn="auto">
              <a:lnSpc>
                <a:spcPct val="100000"/>
              </a:lnSpc>
              <a:spcBef>
                <a:spcPts val="0"/>
              </a:spcBef>
              <a:spcAft>
                <a:spcPts val="200"/>
              </a:spcAft>
              <a:buClrTx/>
              <a:buSzTx/>
              <a:buFont typeface="Wingdings" panose="05000000000000000000" pitchFamily="2" charset="2"/>
              <a:buChar char="Ø"/>
              <a:tabLst/>
              <a:defRPr/>
            </a:pPr>
            <a:r>
              <a:rPr lang="en-US" altLang="zh-CN" sz="800">
                <a:solidFill>
                  <a:prstClr val="black"/>
                </a:solidFill>
                <a:ea typeface="等线" panose="02010600030101010101" pitchFamily="2" charset="-122"/>
                <a:cs typeface="Calibri" panose="020F0502020204030204" pitchFamily="34" charset="0"/>
              </a:rPr>
              <a:t>IA results of Ph I NPY2R + </a:t>
            </a:r>
            <a:r>
              <a:rPr lang="en-US" altLang="zh-CN" sz="800" err="1">
                <a:solidFill>
                  <a:prstClr val="black"/>
                </a:solidFill>
                <a:ea typeface="等线" panose="02010600030101010101" pitchFamily="2" charset="-122"/>
                <a:cs typeface="Calibri" panose="020F0502020204030204" pitchFamily="34" charset="0"/>
              </a:rPr>
              <a:t>semaglutide</a:t>
            </a:r>
            <a:r>
              <a:rPr lang="en-US" altLang="zh-CN" sz="800">
                <a:solidFill>
                  <a:prstClr val="black"/>
                </a:solidFill>
                <a:ea typeface="等线" panose="02010600030101010101" pitchFamily="2" charset="-122"/>
                <a:cs typeface="Calibri" panose="020F0502020204030204" pitchFamily="34" charset="0"/>
              </a:rPr>
              <a:t> (GLP-1 agonist) combo to be available on 13 May to support </a:t>
            </a:r>
            <a:r>
              <a:rPr lang="en-US" altLang="zh-CN" sz="800" err="1">
                <a:solidFill>
                  <a:prstClr val="black"/>
                </a:solidFill>
                <a:ea typeface="等线" panose="02010600030101010101" pitchFamily="2" charset="-122"/>
                <a:cs typeface="Calibri" panose="020F0502020204030204" pitchFamily="34" charset="0"/>
              </a:rPr>
              <a:t>PoCC</a:t>
            </a:r>
            <a:r>
              <a:rPr lang="en-US" altLang="zh-CN" sz="800">
                <a:solidFill>
                  <a:prstClr val="black"/>
                </a:solidFill>
                <a:ea typeface="等线" panose="02010600030101010101" pitchFamily="2" charset="-122"/>
                <a:cs typeface="Calibri" panose="020F0502020204030204" pitchFamily="34" charset="0"/>
              </a:rPr>
              <a:t> </a:t>
            </a:r>
          </a:p>
          <a:p>
            <a:pPr marL="279450" marR="0" lvl="1" indent="-171450" fontAlgn="auto">
              <a:lnSpc>
                <a:spcPct val="100000"/>
              </a:lnSpc>
              <a:spcBef>
                <a:spcPts val="0"/>
              </a:spcBef>
              <a:spcAft>
                <a:spcPts val="200"/>
              </a:spcAft>
              <a:buClrTx/>
              <a:buSzTx/>
              <a:buFont typeface="Wingdings" panose="05000000000000000000" pitchFamily="2" charset="2"/>
              <a:buChar char="Ø"/>
              <a:tabLst/>
              <a:defRPr/>
            </a:pPr>
            <a:r>
              <a:rPr lang="en-US" altLang="zh-CN" sz="800" err="1">
                <a:solidFill>
                  <a:prstClr val="black"/>
                </a:solidFill>
                <a:ea typeface="等线" panose="02010600030101010101" pitchFamily="2" charset="-122"/>
                <a:cs typeface="Calibri" panose="020F0502020204030204" pitchFamily="34" charset="0"/>
              </a:rPr>
              <a:t>gAT</a:t>
            </a:r>
            <a:r>
              <a:rPr lang="en-US" altLang="zh-CN" sz="800">
                <a:solidFill>
                  <a:prstClr val="black"/>
                </a:solidFill>
                <a:ea typeface="等线" panose="02010600030101010101" pitchFamily="2" charset="-122"/>
                <a:cs typeface="Calibri" panose="020F0502020204030204" pitchFamily="34" charset="0"/>
              </a:rPr>
              <a:t> to present the IA data and a lean economic evaluation in Jun HPSC</a:t>
            </a:r>
          </a:p>
          <a:p>
            <a:pPr marR="0" lvl="0" algn="l" defTabSz="914400" rtl="0" eaLnBrk="1" fontAlgn="auto" latinLnBrk="0" hangingPunct="1">
              <a:lnSpc>
                <a:spcPct val="100000"/>
              </a:lnSpc>
              <a:spcBef>
                <a:spcPts val="0"/>
              </a:spcBef>
              <a:spcAft>
                <a:spcPts val="200"/>
              </a:spcAft>
              <a:buClrTx/>
              <a:buSzTx/>
              <a:tabLst/>
              <a:defRPr/>
            </a:pPr>
            <a:r>
              <a:rPr lang="en-US" altLang="zh-CN" sz="800" b="1">
                <a:solidFill>
                  <a:prstClr val="black"/>
                </a:solidFill>
                <a:ea typeface="等线" panose="02010600030101010101" pitchFamily="2" charset="-122"/>
                <a:cs typeface="Calibri" panose="020F0502020204030204" pitchFamily="34" charset="0"/>
              </a:rPr>
              <a:t>China</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Global Ph II (.4) </a:t>
            </a:r>
            <a:r>
              <a:rPr lang="en-US" altLang="zh-CN" sz="800" b="1">
                <a:solidFill>
                  <a:prstClr val="black"/>
                </a:solidFill>
                <a:ea typeface="等线" panose="02010600030101010101" pitchFamily="2" charset="-122"/>
                <a:cs typeface="Calibri" panose="020F0502020204030204" pitchFamily="34" charset="0"/>
              </a:rPr>
              <a:t>pre-IND submitted </a:t>
            </a:r>
            <a:r>
              <a:rPr lang="en-US" altLang="zh-CN" sz="800">
                <a:solidFill>
                  <a:prstClr val="black"/>
                </a:solidFill>
                <a:ea typeface="等线" panose="02010600030101010101" pitchFamily="2" charset="-122"/>
                <a:cs typeface="Calibri" panose="020F0502020204030204" pitchFamily="34" charset="0"/>
              </a:rPr>
              <a:t>on 30 Mar</a:t>
            </a:r>
          </a:p>
          <a:p>
            <a:pPr marL="171450" indent="-171450">
              <a:spcAft>
                <a:spcPts val="200"/>
              </a:spcAft>
              <a:buFont typeface="Arial" panose="020B0604020202020204" pitchFamily="34" charset="0"/>
              <a:buChar char="•"/>
              <a:defRPr/>
            </a:pPr>
            <a:r>
              <a:rPr lang="en-US" altLang="zh-CN" sz="800" b="1">
                <a:solidFill>
                  <a:prstClr val="black"/>
                </a:solidFill>
                <a:ea typeface="等线" panose="02010600030101010101" pitchFamily="2" charset="-122"/>
                <a:cs typeface="Calibri" panose="020F0502020204030204" pitchFamily="34" charset="0"/>
              </a:rPr>
              <a:t>China Ph I MRD (.7)</a:t>
            </a:r>
            <a:r>
              <a:rPr lang="en-US" altLang="zh-CN" sz="800">
                <a:solidFill>
                  <a:prstClr val="black"/>
                </a:solidFill>
                <a:ea typeface="等线" panose="02010600030101010101" pitchFamily="2" charset="-122"/>
                <a:cs typeface="Calibri" panose="020F0502020204030204" pitchFamily="34" charset="0"/>
              </a:rPr>
              <a:t> also on hold</a:t>
            </a:r>
          </a:p>
        </p:txBody>
      </p:sp>
      <p:sp>
        <p:nvSpPr>
          <p:cNvPr id="8" name="椭圆 7">
            <a:extLst>
              <a:ext uri="{FF2B5EF4-FFF2-40B4-BE49-F238E27FC236}">
                <a16:creationId xmlns:a16="http://schemas.microsoft.com/office/drawing/2014/main" id="{A239B152-C802-F0C6-4163-6E3A91DFEBBB}"/>
              </a:ext>
            </a:extLst>
          </p:cNvPr>
          <p:cNvSpPr/>
          <p:nvPr/>
        </p:nvSpPr>
        <p:spPr bwMode="gray">
          <a:xfrm>
            <a:off x="10490334" y="551264"/>
            <a:ext cx="342000" cy="342000"/>
          </a:xfrm>
          <a:prstGeom prst="ellipse">
            <a:avLst/>
          </a:prstGeom>
          <a:solidFill>
            <a:srgbClr val="FFFF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1525338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C91AA-35DB-51D8-8EEE-94552CE2BD76}"/>
              </a:ext>
            </a:extLst>
          </p:cNvPr>
          <p:cNvSpPr>
            <a:spLocks noGrp="1"/>
          </p:cNvSpPr>
          <p:nvPr>
            <p:ph type="title"/>
          </p:nvPr>
        </p:nvSpPr>
        <p:spPr/>
        <p:txBody>
          <a:bodyPr/>
          <a:lstStyle/>
          <a:p>
            <a:r>
              <a:rPr lang="en-US" altLang="zh-CN" sz="2000">
                <a:solidFill>
                  <a:schemeClr val="accent1">
                    <a:lumMod val="90000"/>
                    <a:lumOff val="10000"/>
                  </a:schemeClr>
                </a:solidFill>
                <a:cs typeface="Calibri" panose="020F0502020204030204" pitchFamily="34" charset="0"/>
              </a:rPr>
              <a:t>China PMO Study Overview - CRM </a:t>
            </a:r>
            <a:endParaRPr lang="en-US" sz="2000">
              <a:solidFill>
                <a:schemeClr val="accent1">
                  <a:lumMod val="90000"/>
                  <a:lumOff val="10000"/>
                </a:schemeClr>
              </a:solidFill>
              <a:cs typeface="Calibri" panose="020F0502020204030204" pitchFamily="34" charset="0"/>
            </a:endParaRPr>
          </a:p>
        </p:txBody>
      </p:sp>
      <p:sp>
        <p:nvSpPr>
          <p:cNvPr id="4" name="Footer Placeholder 3">
            <a:extLst>
              <a:ext uri="{FF2B5EF4-FFF2-40B4-BE49-F238E27FC236}">
                <a16:creationId xmlns:a16="http://schemas.microsoft.com/office/drawing/2014/main" id="{62E4E557-F0AA-7373-00BB-1970A6744F47}"/>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67145A30-C3EA-2DF5-8569-27B6D2ED95A8}"/>
              </a:ext>
            </a:extLst>
          </p:cNvPr>
          <p:cNvSpPr>
            <a:spLocks noGrp="1"/>
          </p:cNvSpPr>
          <p:nvPr>
            <p:ph type="sldNum" sz="quarter" idx="11"/>
          </p:nvPr>
        </p:nvSpPr>
        <p:spPr/>
        <p:txBody>
          <a:bodyPr/>
          <a:lstStyle/>
          <a:p>
            <a:fld id="{8FF9B0DE-3FEB-4AA0-B465-B80EF7C1333D}" type="slidenum">
              <a:rPr lang="en-US" smtClean="0"/>
              <a:pPr/>
              <a:t>61</a:t>
            </a:fld>
            <a:endParaRPr lang="en-US"/>
          </a:p>
        </p:txBody>
      </p:sp>
      <p:graphicFrame>
        <p:nvGraphicFramePr>
          <p:cNvPr id="7" name="表格 6">
            <a:extLst>
              <a:ext uri="{FF2B5EF4-FFF2-40B4-BE49-F238E27FC236}">
                <a16:creationId xmlns:a16="http://schemas.microsoft.com/office/drawing/2014/main" id="{1B735BF2-A7CA-7F3B-8349-F7834AD2FD85}"/>
              </a:ext>
            </a:extLst>
          </p:cNvPr>
          <p:cNvGraphicFramePr>
            <a:graphicFrameLocks noGrp="1"/>
          </p:cNvGraphicFramePr>
          <p:nvPr>
            <p:extLst>
              <p:ext uri="{D42A27DB-BD31-4B8C-83A1-F6EECF244321}">
                <p14:modId xmlns:p14="http://schemas.microsoft.com/office/powerpoint/2010/main" val="1713574722"/>
              </p:ext>
            </p:extLst>
          </p:nvPr>
        </p:nvGraphicFramePr>
        <p:xfrm>
          <a:off x="263610" y="1298538"/>
          <a:ext cx="11857766" cy="3622885"/>
        </p:xfrm>
        <a:graphic>
          <a:graphicData uri="http://schemas.openxmlformats.org/drawingml/2006/table">
            <a:tbl>
              <a:tblPr firstRow="1" bandRow="1">
                <a:tableStyleId>{72833802-FEF1-4C79-8D5D-14CF1EAF98D9}</a:tableStyleId>
              </a:tblPr>
              <a:tblGrid>
                <a:gridCol w="932325">
                  <a:extLst>
                    <a:ext uri="{9D8B030D-6E8A-4147-A177-3AD203B41FA5}">
                      <a16:colId xmlns:a16="http://schemas.microsoft.com/office/drawing/2014/main" val="2087559983"/>
                    </a:ext>
                  </a:extLst>
                </a:gridCol>
                <a:gridCol w="1581555">
                  <a:extLst>
                    <a:ext uri="{9D8B030D-6E8A-4147-A177-3AD203B41FA5}">
                      <a16:colId xmlns:a16="http://schemas.microsoft.com/office/drawing/2014/main" val="873806999"/>
                    </a:ext>
                  </a:extLst>
                </a:gridCol>
                <a:gridCol w="1950627">
                  <a:extLst>
                    <a:ext uri="{9D8B030D-6E8A-4147-A177-3AD203B41FA5}">
                      <a16:colId xmlns:a16="http://schemas.microsoft.com/office/drawing/2014/main" val="3812779303"/>
                    </a:ext>
                  </a:extLst>
                </a:gridCol>
                <a:gridCol w="1271239">
                  <a:extLst>
                    <a:ext uri="{9D8B030D-6E8A-4147-A177-3AD203B41FA5}">
                      <a16:colId xmlns:a16="http://schemas.microsoft.com/office/drawing/2014/main" val="2538639655"/>
                    </a:ext>
                  </a:extLst>
                </a:gridCol>
                <a:gridCol w="1304693">
                  <a:extLst>
                    <a:ext uri="{9D8B030D-6E8A-4147-A177-3AD203B41FA5}">
                      <a16:colId xmlns:a16="http://schemas.microsoft.com/office/drawing/2014/main" val="1362959423"/>
                    </a:ext>
                  </a:extLst>
                </a:gridCol>
                <a:gridCol w="1416205">
                  <a:extLst>
                    <a:ext uri="{9D8B030D-6E8A-4147-A177-3AD203B41FA5}">
                      <a16:colId xmlns:a16="http://schemas.microsoft.com/office/drawing/2014/main" val="1527556270"/>
                    </a:ext>
                  </a:extLst>
                </a:gridCol>
                <a:gridCol w="3155795">
                  <a:extLst>
                    <a:ext uri="{9D8B030D-6E8A-4147-A177-3AD203B41FA5}">
                      <a16:colId xmlns:a16="http://schemas.microsoft.com/office/drawing/2014/main" val="2116820431"/>
                    </a:ext>
                  </a:extLst>
                </a:gridCol>
                <a:gridCol w="245327">
                  <a:extLst>
                    <a:ext uri="{9D8B030D-6E8A-4147-A177-3AD203B41FA5}">
                      <a16:colId xmlns:a16="http://schemas.microsoft.com/office/drawing/2014/main" val="1071587069"/>
                    </a:ext>
                  </a:extLst>
                </a:gridCol>
              </a:tblGrid>
              <a:tr h="1343946">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bg1"/>
                          </a:solidFill>
                          <a:latin typeface="+mn-lt"/>
                        </a:rPr>
                        <a:t>Product</a:t>
                      </a:r>
                      <a:endParaRPr lang="en-US" altLang="zh-CN" sz="1200" kern="1200">
                        <a:solidFill>
                          <a:schemeClr val="bg1"/>
                        </a:solidFill>
                        <a:latin typeface="+mn-lt"/>
                        <a:ea typeface="+mn-ea"/>
                        <a:cs typeface="+mn-cs"/>
                      </a:endParaRPr>
                    </a:p>
                  </a:txBody>
                  <a:tcPr marL="92811" marR="92811" marT="38100" marB="38100" anchor="ct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chemeClr val="bg1"/>
                          </a:solidFill>
                          <a:latin typeface="+mn-lt"/>
                        </a:rPr>
                        <a:t>Indication</a:t>
                      </a:r>
                      <a:endParaRPr lang="en-US" sz="1200" kern="1200">
                        <a:solidFill>
                          <a:schemeClr val="bg1"/>
                        </a:solidFill>
                        <a:latin typeface="+mn-lt"/>
                        <a:ea typeface="+mn-ea"/>
                        <a:cs typeface="+mn-cs"/>
                      </a:endParaRPr>
                    </a:p>
                  </a:txBody>
                  <a:tcPr marL="92811" marR="92811" marT="38100" marB="38100" anchor="ct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bg1"/>
                          </a:solidFill>
                          <a:latin typeface="+mn-lt"/>
                        </a:rPr>
                        <a:t>Study type/Global</a:t>
                      </a:r>
                      <a:r>
                        <a:rPr lang="en-US" altLang="zh-CN" sz="1200" kern="1200" baseline="0">
                          <a:solidFill>
                            <a:schemeClr val="bg1"/>
                          </a:solidFill>
                          <a:latin typeface="+mn-lt"/>
                        </a:rPr>
                        <a:t> </a:t>
                      </a:r>
                      <a:r>
                        <a:rPr lang="en-US" altLang="zh-CN" sz="1200" kern="1200">
                          <a:solidFill>
                            <a:schemeClr val="bg1"/>
                          </a:solidFill>
                          <a:latin typeface="+mn-lt"/>
                        </a:rPr>
                        <a:t>Status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bg1"/>
                          </a:solidFill>
                          <a:latin typeface="+mn-lt"/>
                        </a:rPr>
                        <a:t>(Study</a:t>
                      </a:r>
                      <a:r>
                        <a:rPr lang="en-US" altLang="zh-CN" sz="1200" kern="1200" baseline="0">
                          <a:solidFill>
                            <a:schemeClr val="bg1"/>
                          </a:solidFill>
                          <a:latin typeface="+mn-lt"/>
                        </a:rPr>
                        <a:t> no.: FPI-LPO,</a:t>
                      </a:r>
                      <a:r>
                        <a:rPr lang="zh-CN" altLang="en-US" sz="1200" kern="1200" baseline="0">
                          <a:solidFill>
                            <a:schemeClr val="bg1"/>
                          </a:solidFill>
                          <a:latin typeface="+mn-lt"/>
                        </a:rPr>
                        <a:t> </a:t>
                      </a:r>
                      <a:r>
                        <a:rPr lang="en-US" altLang="zh-CN" sz="1200" kern="1200" baseline="0">
                          <a:solidFill>
                            <a:schemeClr val="bg1"/>
                          </a:solidFill>
                          <a:latin typeface="+mn-lt"/>
                        </a:rPr>
                        <a:t>CTR</a:t>
                      </a:r>
                      <a:r>
                        <a:rPr lang="en-US" altLang="zh-CN" sz="1200" kern="1200">
                          <a:solidFill>
                            <a:schemeClr val="bg1"/>
                          </a:solidFill>
                          <a:latin typeface="+mn-lt"/>
                        </a:rPr>
                        <a:t>)</a:t>
                      </a:r>
                      <a:endParaRPr lang="zh-CN" altLang="en-US" sz="1200" kern="1200">
                        <a:solidFill>
                          <a:schemeClr val="bg1"/>
                        </a:solidFill>
                        <a:latin typeface="+mn-lt"/>
                        <a:ea typeface="+mn-ea"/>
                        <a:cs typeface="+mn-cs"/>
                      </a:endParaRPr>
                    </a:p>
                  </a:txBody>
                  <a:tcPr marL="92811" marR="92811" anchor="ctr"/>
                </a:tc>
                <a:tc>
                  <a:txBody>
                    <a:bodyPr/>
                    <a:lstStyle/>
                    <a:p>
                      <a:pPr marL="0" marR="0" lvl="0" indent="0" algn="ctr" rtl="0" eaLnBrk="1" fontAlgn="auto" latinLnBrk="0" hangingPunct="1">
                        <a:lnSpc>
                          <a:spcPct val="100000"/>
                        </a:lnSpc>
                        <a:spcBef>
                          <a:spcPts val="0"/>
                        </a:spcBef>
                        <a:spcAft>
                          <a:spcPts val="0"/>
                        </a:spcAft>
                        <a:buFontTx/>
                        <a:buNone/>
                      </a:pPr>
                      <a:r>
                        <a:rPr lang="en-US" altLang="zh-CN" sz="1200" b="1" kern="1200">
                          <a:solidFill>
                            <a:schemeClr val="bg1"/>
                          </a:solidFill>
                          <a:latin typeface="+mn-lt"/>
                        </a:rPr>
                        <a:t>China</a:t>
                      </a:r>
                      <a:r>
                        <a:rPr lang="en-US" altLang="zh-CN" sz="1200" b="1" kern="1200" baseline="0">
                          <a:solidFill>
                            <a:schemeClr val="bg1"/>
                          </a:solidFill>
                          <a:latin typeface="+mn-l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baseline="0">
                          <a:solidFill>
                            <a:schemeClr val="bg1"/>
                          </a:solidFill>
                          <a:latin typeface="+mn-lt"/>
                        </a:rPr>
                        <a:t>Dev. Strat.</a:t>
                      </a:r>
                      <a:r>
                        <a:rPr lang="en-US" altLang="zh-CN" sz="1200" b="1" kern="1200">
                          <a:solidFill>
                            <a:schemeClr val="bg1"/>
                          </a:solidFill>
                          <a:latin typeface="+mn-lt"/>
                        </a:rPr>
                        <a:t>  </a:t>
                      </a:r>
                      <a:endParaRPr lang="zh-CN" altLang="en-US" sz="1200" b="1" kern="1200">
                        <a:solidFill>
                          <a:schemeClr val="bg1"/>
                        </a:solidFill>
                        <a:latin typeface="+mn-lt"/>
                        <a:ea typeface="+mn-ea"/>
                        <a:cs typeface="+mn-cs"/>
                      </a:endParaRPr>
                    </a:p>
                  </a:txBody>
                  <a:tcPr marL="92811" marR="9281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chemeClr val="bg1"/>
                          </a:solidFill>
                          <a:latin typeface="+mn-lt"/>
                        </a:rPr>
                        <a:t>Current Status</a:t>
                      </a:r>
                      <a:endParaRPr lang="zh-CN" altLang="en-US" sz="1200" b="1" kern="1200">
                        <a:solidFill>
                          <a:schemeClr val="bg1"/>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kern="1200">
                        <a:solidFill>
                          <a:schemeClr val="bg1"/>
                        </a:solidFill>
                        <a:latin typeface="+mn-lt"/>
                        <a:ea typeface="+mn-ea"/>
                        <a:cs typeface="+mn-cs"/>
                      </a:endParaRPr>
                    </a:p>
                  </a:txBody>
                  <a:tcPr marL="92811" marR="92811" anchor="ctr"/>
                </a:tc>
                <a:tc>
                  <a:txBody>
                    <a:bodyPr/>
                    <a:lstStyle/>
                    <a:p>
                      <a:pPr marL="0" marR="0" lvl="0" indent="0" algn="ctr" rtl="0" eaLnBrk="1" fontAlgn="auto" latinLnBrk="0" hangingPunct="1">
                        <a:lnSpc>
                          <a:spcPct val="100000"/>
                        </a:lnSpc>
                        <a:spcBef>
                          <a:spcPts val="0"/>
                        </a:spcBef>
                        <a:spcAft>
                          <a:spcPts val="0"/>
                        </a:spcAft>
                        <a:buFontTx/>
                        <a:buNone/>
                      </a:pPr>
                      <a:r>
                        <a:rPr lang="en-US" altLang="zh-CN" sz="1200" b="1" kern="1200">
                          <a:solidFill>
                            <a:schemeClr val="bg1"/>
                          </a:solidFill>
                          <a:latin typeface="+mn-lt"/>
                        </a:rPr>
                        <a:t>Next Milestone</a:t>
                      </a:r>
                      <a:endParaRPr lang="zh-CN" altLang="en-US" sz="1200" b="1" kern="1200">
                        <a:solidFill>
                          <a:schemeClr val="bg1"/>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kern="1200">
                        <a:solidFill>
                          <a:schemeClr val="bg1"/>
                        </a:solidFill>
                        <a:latin typeface="+mn-lt"/>
                        <a:ea typeface="+mn-ea"/>
                        <a:cs typeface="+mn-cs"/>
                      </a:endParaRPr>
                    </a:p>
                  </a:txBody>
                  <a:tcPr marL="92811" marR="92811" anchor="ct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bg1"/>
                          </a:solidFill>
                          <a:latin typeface="+mn-lt"/>
                        </a:rPr>
                        <a:t>Key Updates</a:t>
                      </a:r>
                      <a:endParaRPr lang="zh-CN" altLang="en-US" sz="1200" kern="1200">
                        <a:solidFill>
                          <a:schemeClr val="bg1"/>
                        </a:solidFill>
                        <a:latin typeface="+mn-lt"/>
                        <a:ea typeface="+mn-ea"/>
                        <a:cs typeface="+mn-cs"/>
                      </a:endParaRPr>
                    </a:p>
                  </a:txBody>
                  <a:tcPr marL="92811" marR="9281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kern="1200">
                        <a:solidFill>
                          <a:schemeClr val="bg1"/>
                        </a:solidFill>
                        <a:latin typeface="+mn-ea"/>
                        <a:ea typeface="+mn-ea"/>
                        <a:cs typeface="+mn-cs"/>
                      </a:endParaRPr>
                    </a:p>
                  </a:txBody>
                  <a:tcPr marL="92811" marR="92811" anchor="ctr"/>
                </a:tc>
                <a:extLst>
                  <a:ext uri="{0D108BD9-81ED-4DB2-BD59-A6C34878D82A}">
                    <a16:rowId xmlns:a16="http://schemas.microsoft.com/office/drawing/2014/main" val="25406406"/>
                  </a:ext>
                </a:extLst>
              </a:tr>
              <a:tr h="512453">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Jardiance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(Empagliflozin)</a:t>
                      </a:r>
                      <a:endParaRPr kumimoji="0" lang="zh-CN" altLang="en-US" sz="800" b="0" i="0" u="none" strike="noStrike" kern="1200" cap="none" spc="0" normalizeH="0" baseline="0">
                        <a:ln>
                          <a:noFill/>
                        </a:ln>
                        <a:solidFill>
                          <a:schemeClr val="tx1"/>
                        </a:solidFill>
                        <a:effectLst/>
                        <a:uLnTx/>
                        <a:uFillTx/>
                        <a:latin typeface="+mn-ea"/>
                        <a:ea typeface="+mn-ea"/>
                        <a:cs typeface="Calibri"/>
                      </a:endParaRPr>
                    </a:p>
                  </a:txBody>
                  <a:tcPr marL="92811" marR="92811" marT="38099" marB="38099" anchor="ctr"/>
                </a:tc>
                <a:tc>
                  <a:txBody>
                    <a:bodyPr/>
                    <a:lstStyle/>
                    <a:p>
                      <a:pPr marL="0" lvl="0" indent="0" algn="ctr">
                        <a:lnSpc>
                          <a:spcPct val="100000"/>
                        </a:lnSpc>
                        <a:spcBef>
                          <a:spcPts val="0"/>
                        </a:spcBef>
                        <a:spcAft>
                          <a:spcPts val="0"/>
                        </a:spcAft>
                        <a:buNone/>
                      </a:pPr>
                      <a:r>
                        <a:rPr kumimoji="0" lang="en-US" sz="800" b="0" u="none" strike="noStrike" kern="1200" cap="none" spc="0" normalizeH="0" baseline="0" noProof="0" err="1">
                          <a:ln>
                            <a:noFill/>
                          </a:ln>
                          <a:solidFill>
                            <a:schemeClr val="tx1"/>
                          </a:solidFill>
                          <a:effectLst/>
                          <a:uLnTx/>
                          <a:uFillTx/>
                        </a:rPr>
                        <a:t>HFrEF</a:t>
                      </a:r>
                      <a:r>
                        <a:rPr lang="en-US" sz="800" b="0" u="none" strike="noStrike" kern="1200" cap="none" spc="0" normalizeH="0" baseline="0" noProof="0">
                          <a:ln>
                            <a:noFill/>
                          </a:ln>
                          <a:solidFill>
                            <a:schemeClr val="tx1"/>
                          </a:solidFill>
                          <a:effectLst/>
                          <a:uLnTx/>
                          <a:uFillTx/>
                        </a:rPr>
                        <a:t> </a:t>
                      </a:r>
                      <a:endParaRPr kumimoji="0" lang="en-US" sz="800" b="0" i="0" u="none" strike="noStrike" kern="1200" cap="none" spc="0" normalizeH="0" baseline="0" noProof="0">
                        <a:ln>
                          <a:noFill/>
                        </a:ln>
                        <a:solidFill>
                          <a:schemeClr val="tx1"/>
                        </a:solidFill>
                        <a:effectLst/>
                        <a:uLnTx/>
                        <a:uFillTx/>
                        <a:latin typeface="+mn-ea"/>
                        <a:ea typeface="+mn-ea"/>
                        <a:cs typeface="Calibri"/>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  China local </a:t>
                      </a:r>
                      <a:r>
                        <a:rPr lang="en-US" altLang="zh-CN" sz="800" b="0" u="none" strike="noStrike" kern="1200" err="1">
                          <a:solidFill>
                            <a:schemeClr val="tx1"/>
                          </a:solidFill>
                        </a:rPr>
                        <a:t>NISed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(1245.0291:Nov 2021-Q1 2026)</a:t>
                      </a:r>
                      <a:endParaRPr lang="en-US" altLang="zh-CN" sz="800" b="0" i="0" u="none" strike="noStrike" kern="1200" noProof="0">
                        <a:solidFill>
                          <a:schemeClr val="tx1"/>
                        </a:solidFill>
                        <a:latin typeface="BISans"/>
                        <a:ea typeface="+mn-ea"/>
                        <a:cs typeface="+mn-cs"/>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IEC approval</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Final results</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800" b="0" u="none" strike="noStrike" kern="1200" noProof="0">
                          <a:solidFill>
                            <a:srgbClr val="000000"/>
                          </a:solidFill>
                        </a:rPr>
                        <a:t>NIS qualification collection collection(2</a:t>
                      </a:r>
                      <a:r>
                        <a:rPr lang="en-US" sz="600" b="0" u="none" strike="noStrike" kern="1200" baseline="30000" noProof="0">
                          <a:solidFill>
                            <a:srgbClr val="000000"/>
                          </a:solidFill>
                        </a:rPr>
                        <a:t>nd</a:t>
                      </a:r>
                      <a:r>
                        <a:rPr lang="en-US" sz="800" b="0" u="none" strike="noStrike" kern="1200" noProof="0">
                          <a:solidFill>
                            <a:srgbClr val="000000"/>
                          </a:solidFill>
                        </a:rPr>
                        <a:t> round)  and SEAP review</a:t>
                      </a:r>
                      <a:endParaRPr lang="zh-CN">
                        <a:latin typeface="BISans"/>
                      </a:endParaRPr>
                    </a:p>
                  </a:txBody>
                  <a:tcPr marL="92811" marR="92811" marT="38099" marB="38099" anchor="ct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latin typeface="+mn-ea"/>
                        <a:ea typeface="+mn-ea"/>
                        <a:cs typeface="Calibri"/>
                      </a:endParaRPr>
                    </a:p>
                  </a:txBody>
                  <a:tcPr marL="92811" marR="92811" marT="38099" marB="38099">
                    <a:solidFill>
                      <a:srgbClr val="00B050"/>
                    </a:solidFill>
                  </a:tcPr>
                </a:tc>
                <a:extLst>
                  <a:ext uri="{0D108BD9-81ED-4DB2-BD59-A6C34878D82A}">
                    <a16:rowId xmlns:a16="http://schemas.microsoft.com/office/drawing/2014/main" val="1124649643"/>
                  </a:ext>
                </a:extLst>
              </a:tr>
              <a:tr h="479384">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Jardiance</a:t>
                      </a:r>
                    </a:p>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(Empagliflozin)</a:t>
                      </a:r>
                    </a:p>
                    <a:p>
                      <a:pPr marL="0" lvl="0" indent="0" algn="ctr" defTabSz="914400">
                        <a:lnSpc>
                          <a:spcPct val="100000"/>
                        </a:lnSpc>
                        <a:spcBef>
                          <a:spcPts val="0"/>
                        </a:spcBef>
                        <a:spcAft>
                          <a:spcPts val="0"/>
                        </a:spcAft>
                        <a:buNone/>
                        <a:tabLst/>
                        <a:defRPr/>
                      </a:pPr>
                      <a:endParaRPr kumimoji="0" lang="en-US" altLang="zh-CN" sz="800" b="0" i="0" u="none" strike="noStrike" kern="1200" cap="none" spc="0" normalizeH="0" baseline="0">
                        <a:ln>
                          <a:noFill/>
                        </a:ln>
                        <a:solidFill>
                          <a:schemeClr val="tx1"/>
                        </a:solidFill>
                        <a:effectLst/>
                        <a:uLnTx/>
                        <a:uFillTx/>
                        <a:latin typeface="+mn-ea"/>
                        <a:ea typeface="+mn-ea"/>
                        <a:cs typeface="Calibri"/>
                      </a:endParaRPr>
                    </a:p>
                  </a:txBody>
                  <a:tcPr marL="92811" marR="92811" marT="38099" marB="38099" anchor="ctr"/>
                </a:tc>
                <a:tc>
                  <a:txBody>
                    <a:bodyPr/>
                    <a:lstStyle/>
                    <a:p>
                      <a:pPr marL="0" lvl="0" indent="0" algn="ctr">
                        <a:lnSpc>
                          <a:spcPct val="100000"/>
                        </a:lnSpc>
                        <a:spcBef>
                          <a:spcPts val="0"/>
                        </a:spcBef>
                        <a:spcAft>
                          <a:spcPts val="0"/>
                        </a:spcAft>
                        <a:buNone/>
                      </a:pPr>
                      <a:r>
                        <a:rPr kumimoji="0" lang="en-US" sz="800" b="0" u="none" strike="noStrike" kern="1200" cap="none" spc="0" normalizeH="0" baseline="0" noProof="0" err="1">
                          <a:ln>
                            <a:noFill/>
                          </a:ln>
                          <a:solidFill>
                            <a:schemeClr val="tx1"/>
                          </a:solidFill>
                          <a:effectLst/>
                          <a:uLnTx/>
                          <a:uFillTx/>
                        </a:rPr>
                        <a:t>HFpEF</a:t>
                      </a:r>
                      <a:endParaRPr kumimoji="0" lang="en-US" sz="800" b="0" i="0" u="none" strike="noStrike" kern="1200" cap="none" spc="0" normalizeH="0" baseline="0" noProof="0">
                        <a:ln>
                          <a:noFill/>
                        </a:ln>
                        <a:solidFill>
                          <a:schemeClr val="tx1"/>
                        </a:solidFill>
                        <a:effectLst/>
                        <a:uLnTx/>
                        <a:uFillTx/>
                        <a:latin typeface="+mn-ea"/>
                        <a:ea typeface="+mn-ea"/>
                        <a:cs typeface="Calibri"/>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  China local </a:t>
                      </a:r>
                      <a:r>
                        <a:rPr lang="en-US" altLang="zh-CN" sz="800" b="0" u="none" strike="noStrike" kern="1200" err="1">
                          <a:solidFill>
                            <a:schemeClr val="tx1"/>
                          </a:solidFill>
                        </a:rPr>
                        <a:t>NISed</a:t>
                      </a:r>
                      <a:endParaRPr lang="en-US" altLang="zh-CN" sz="800" b="0" u="none" strike="noStrike" kern="12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(1245.0313:Q4 2022-Q1 2026)</a:t>
                      </a:r>
                      <a:endParaRPr lang="en-US" altLang="zh-CN" sz="800" b="0" u="none" strike="noStrike" kern="1200" noProof="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800" b="0" i="0" u="none" strike="noStrike" kern="1200" noProof="0">
                        <a:solidFill>
                          <a:schemeClr val="tx1"/>
                        </a:solidFill>
                        <a:latin typeface="BISans"/>
                        <a:ea typeface="+mn-ea"/>
                        <a:cs typeface="+mn-cs"/>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IEC approval</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Final results</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800" b="0" u="none" strike="noStrike" kern="1200" noProof="0">
                          <a:solidFill>
                            <a:schemeClr val="tx1"/>
                          </a:solidFill>
                        </a:rPr>
                        <a:t>NIS qualification collection collection(2</a:t>
                      </a:r>
                      <a:r>
                        <a:rPr lang="en-US" sz="800" b="0" u="none" strike="noStrike" kern="1200" baseline="30000" noProof="0">
                          <a:solidFill>
                            <a:schemeClr val="tx1"/>
                          </a:solidFill>
                        </a:rPr>
                        <a:t>nd</a:t>
                      </a:r>
                      <a:r>
                        <a:rPr lang="en-US" sz="800" b="0" u="none" strike="noStrike" kern="1200" noProof="0">
                          <a:solidFill>
                            <a:schemeClr val="tx1"/>
                          </a:solidFill>
                        </a:rPr>
                        <a:t> round)  and SEAP review</a:t>
                      </a:r>
                      <a:endParaRPr lang="zh-CN"/>
                    </a:p>
                  </a:txBody>
                  <a:tcPr marL="92811" marR="92811" marT="38099" marB="38099" anchor="ct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latin typeface="+mn-ea"/>
                        <a:ea typeface="+mn-ea"/>
                        <a:cs typeface="Calibri"/>
                      </a:endParaRPr>
                    </a:p>
                  </a:txBody>
                  <a:tcPr marL="92811" marR="92811" marT="38099" marB="38099">
                    <a:solidFill>
                      <a:srgbClr val="00B050"/>
                    </a:solidFill>
                  </a:tcPr>
                </a:tc>
                <a:extLst>
                  <a:ext uri="{0D108BD9-81ED-4DB2-BD59-A6C34878D82A}">
                    <a16:rowId xmlns:a16="http://schemas.microsoft.com/office/drawing/2014/main" val="2095487014"/>
                  </a:ext>
                </a:extLst>
              </a:tr>
              <a:tr h="479384">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err="1">
                          <a:ln>
                            <a:noFill/>
                          </a:ln>
                          <a:solidFill>
                            <a:schemeClr val="tx1"/>
                          </a:solidFill>
                          <a:effectLst/>
                          <a:uLnTx/>
                          <a:uFillTx/>
                        </a:rPr>
                        <a:t>Survodutide</a:t>
                      </a:r>
                      <a:endParaRPr kumimoji="0" lang="en-US" altLang="zh-CN" sz="800" b="0" i="0" u="none" strike="noStrike" kern="1200" cap="none" spc="0" normalizeH="0" baseline="0">
                        <a:ln>
                          <a:noFill/>
                        </a:ln>
                        <a:solidFill>
                          <a:schemeClr val="tx1"/>
                        </a:solidFill>
                        <a:effectLst/>
                        <a:uLnTx/>
                        <a:uFillTx/>
                        <a:latin typeface="+mn-lt"/>
                        <a:ea typeface="+mn-ea"/>
                        <a:cs typeface="Calibri"/>
                      </a:endParaRPr>
                    </a:p>
                  </a:txBody>
                  <a:tcPr marL="92811" marR="92811" marT="38099" marB="38099" anchor="ctr"/>
                </a:tc>
                <a:tc>
                  <a:txBody>
                    <a:bodyPr/>
                    <a:lstStyle/>
                    <a:p>
                      <a:pPr marL="0" lvl="0" indent="0" algn="ctr">
                        <a:lnSpc>
                          <a:spcPct val="100000"/>
                        </a:lnSpc>
                        <a:spcBef>
                          <a:spcPts val="0"/>
                        </a:spcBef>
                        <a:spcAft>
                          <a:spcPts val="0"/>
                        </a:spcAft>
                        <a:buNone/>
                      </a:pPr>
                      <a:r>
                        <a:rPr kumimoji="0" lang="en-US" sz="800" b="0" u="none" strike="noStrike" kern="1200" cap="none" spc="0" normalizeH="0" baseline="0" noProof="0">
                          <a:ln>
                            <a:noFill/>
                          </a:ln>
                          <a:solidFill>
                            <a:schemeClr val="tx1"/>
                          </a:solidFill>
                          <a:effectLst/>
                          <a:uLnTx/>
                          <a:uFillTx/>
                        </a:rPr>
                        <a:t>Obesity BMI cutoff definitions among China and Japan</a:t>
                      </a:r>
                      <a:endParaRPr kumimoji="0" lang="en-US"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China local </a:t>
                      </a:r>
                      <a:r>
                        <a:rPr lang="en-US" altLang="zh-CN" sz="800" b="0" u="none" strike="noStrike" kern="1200" err="1">
                          <a:solidFill>
                            <a:schemeClr val="tx1"/>
                          </a:solidFill>
                        </a:rPr>
                        <a:t>NISed</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Global approval</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Protocol approval</a:t>
                      </a:r>
                    </a:p>
                  </a:txBody>
                  <a:tcPr marL="92811" marR="92811" marT="38099" marB="38099" anchor="ct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800" b="0" u="none" strike="noStrike" kern="1200" noProof="0">
                          <a:solidFill>
                            <a:schemeClr val="tx1"/>
                          </a:solidFill>
                        </a:rPr>
                        <a:t>Protocol preparation, database questionnaire review and communication, essential documents collection</a:t>
                      </a:r>
                    </a:p>
                    <a:p>
                      <a:pPr marL="0" marR="0" lvl="0" indent="0" algn="l">
                        <a:lnSpc>
                          <a:spcPct val="100000"/>
                        </a:lnSpc>
                        <a:spcBef>
                          <a:spcPts val="0"/>
                        </a:spcBef>
                        <a:spcAft>
                          <a:spcPts val="0"/>
                        </a:spcAft>
                        <a:buClrTx/>
                        <a:buSzTx/>
                        <a:buFont typeface="Arial" panose="020B0604020202020204" pitchFamily="34" charset="0"/>
                        <a:buNone/>
                      </a:pPr>
                      <a:endParaRPr lang="en-US" sz="800" b="0" u="none" strike="noStrike" kern="1200" noProof="0">
                        <a:solidFill>
                          <a:schemeClr val="tx1"/>
                        </a:solidFill>
                      </a:endParaRPr>
                    </a:p>
                    <a:p>
                      <a:pPr marL="171450" marR="0" lvl="0" indent="-171450" algn="l">
                        <a:lnSpc>
                          <a:spcPct val="100000"/>
                        </a:lnSpc>
                        <a:spcBef>
                          <a:spcPts val="0"/>
                        </a:spcBef>
                        <a:spcAft>
                          <a:spcPts val="0"/>
                        </a:spcAft>
                        <a:buClrTx/>
                        <a:buSzTx/>
                        <a:buFont typeface="Arial" panose="020B0604020202020204" pitchFamily="34" charset="0"/>
                        <a:buChar char="•"/>
                      </a:pPr>
                      <a:r>
                        <a:rPr lang="en-US" sz="800" b="0" u="none" strike="noStrike" kern="1200" noProof="0">
                          <a:solidFill>
                            <a:srgbClr val="00B050"/>
                          </a:solidFill>
                        </a:rPr>
                        <a:t>~ 2 months delay of protocol approval due to the implementation of new ONIS process, leading to changes in the authors and content of protocol</a:t>
                      </a:r>
                    </a:p>
                  </a:txBody>
                  <a:tcPr marL="92811" marR="92811" marT="38099" marB="38099" anchor="ct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latin typeface="+mn-ea"/>
                        <a:ea typeface="+mn-ea"/>
                        <a:cs typeface="Calibri"/>
                      </a:endParaRPr>
                    </a:p>
                  </a:txBody>
                  <a:tcPr marL="92811" marR="92811" marT="38099" marB="38099">
                    <a:solidFill>
                      <a:srgbClr val="FFFF00"/>
                    </a:solidFill>
                  </a:tcPr>
                </a:tc>
                <a:extLst>
                  <a:ext uri="{0D108BD9-81ED-4DB2-BD59-A6C34878D82A}">
                    <a16:rowId xmlns:a16="http://schemas.microsoft.com/office/drawing/2014/main" val="2001208027"/>
                  </a:ext>
                </a:extLst>
              </a:tr>
              <a:tr h="4793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err="1">
                          <a:ln>
                            <a:noFill/>
                          </a:ln>
                          <a:solidFill>
                            <a:schemeClr val="tx1"/>
                          </a:solidFill>
                          <a:effectLst/>
                          <a:uLnTx/>
                          <a:uFillTx/>
                        </a:rPr>
                        <a:t>Survodutide</a:t>
                      </a:r>
                      <a:endParaRPr kumimoji="0" lang="en-US" altLang="zh-CN" sz="800" b="0" i="0" u="none" strike="noStrike" kern="1200" cap="none" spc="0" normalizeH="0" baseline="0">
                        <a:ln>
                          <a:noFill/>
                        </a:ln>
                        <a:solidFill>
                          <a:schemeClr val="tx1"/>
                        </a:solidFill>
                        <a:effectLst/>
                        <a:uLnTx/>
                        <a:uFillTx/>
                        <a:latin typeface="+mn-lt"/>
                        <a:ea typeface="+mn-ea"/>
                        <a:cs typeface="Calibri"/>
                      </a:endParaRPr>
                    </a:p>
                  </a:txBody>
                  <a:tcPr marL="92811" marR="92811" marT="38099" marB="38099" anchor="ctr"/>
                </a:tc>
                <a:tc>
                  <a:txBody>
                    <a:bodyPr/>
                    <a:lstStyle/>
                    <a:p>
                      <a:pPr marL="0" lvl="0" indent="0" algn="ctr">
                        <a:lnSpc>
                          <a:spcPct val="100000"/>
                        </a:lnSpc>
                        <a:spcBef>
                          <a:spcPts val="0"/>
                        </a:spcBef>
                        <a:spcAft>
                          <a:spcPts val="0"/>
                        </a:spcAft>
                        <a:buNone/>
                      </a:pPr>
                      <a:r>
                        <a:rPr lang="en-US" altLang="zh-CN" sz="800" err="1"/>
                        <a:t>Obesity+MASLD</a:t>
                      </a:r>
                      <a:endParaRPr kumimoji="0" lang="en-US"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China local </a:t>
                      </a:r>
                      <a:r>
                        <a:rPr lang="en-US" altLang="zh-CN" sz="800" b="0" u="none" strike="noStrike" kern="1200" err="1">
                          <a:solidFill>
                            <a:schemeClr val="tx1"/>
                          </a:solidFill>
                        </a:rPr>
                        <a:t>NISed</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Global approval</a:t>
                      </a:r>
                      <a:endParaRPr lang="en-US" altLang="zh-CN" sz="800" b="0" i="0" u="none" strike="noStrike" kern="1200" noProof="0">
                        <a:solidFill>
                          <a:schemeClr val="tx1"/>
                        </a:solidFill>
                        <a:latin typeface="+mn-lt"/>
                        <a:ea typeface="+mn-ea"/>
                        <a:cs typeface="+mn-cs"/>
                      </a:endParaRPr>
                    </a:p>
                  </a:txBody>
                  <a:tcPr marL="92811" marR="92811" marT="38099" marB="38099" anchor="ctr"/>
                </a:tc>
                <a:tc>
                  <a:txBody>
                    <a:bodyPr/>
                    <a:lstStyle/>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Protocol approval</a:t>
                      </a:r>
                    </a:p>
                  </a:txBody>
                  <a:tcPr marL="92811" marR="92811" marT="38099" marB="38099" anchor="ct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800" b="0" u="none" strike="noStrike" kern="1200" noProof="0">
                          <a:solidFill>
                            <a:schemeClr val="tx1"/>
                          </a:solidFill>
                        </a:rPr>
                        <a:t>Protocol preparation, database questionnaire review and communication</a:t>
                      </a:r>
                      <a:endParaRPr lang="zh-CN" altLang="en-US"/>
                    </a:p>
                  </a:txBody>
                  <a:tcPr marL="92811" marR="92811" marT="38099" marB="38099" anchor="ct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latin typeface="+mn-ea"/>
                        <a:ea typeface="+mn-ea"/>
                        <a:cs typeface="Calibri"/>
                      </a:endParaRPr>
                    </a:p>
                  </a:txBody>
                  <a:tcPr marL="92811" marR="92811" marT="38099" marB="38099">
                    <a:solidFill>
                      <a:srgbClr val="00B050"/>
                    </a:solidFill>
                  </a:tcPr>
                </a:tc>
                <a:extLst>
                  <a:ext uri="{0D108BD9-81ED-4DB2-BD59-A6C34878D82A}">
                    <a16:rowId xmlns:a16="http://schemas.microsoft.com/office/drawing/2014/main" val="1507200822"/>
                  </a:ext>
                </a:extLst>
              </a:tr>
            </a:tbl>
          </a:graphicData>
        </a:graphic>
      </p:graphicFrame>
    </p:spTree>
    <p:extLst>
      <p:ext uri="{BB962C8B-B14F-4D97-AF65-F5344CB8AC3E}">
        <p14:creationId xmlns:p14="http://schemas.microsoft.com/office/powerpoint/2010/main" val="40745389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ED7FF32F-0FE7-9B3A-8173-33E0EEBF12BE}"/>
              </a:ext>
            </a:extLst>
          </p:cNvPr>
          <p:cNvSpPr>
            <a:spLocks noGrp="1"/>
          </p:cNvSpPr>
          <p:nvPr>
            <p:ph type="title"/>
          </p:nvPr>
        </p:nvSpPr>
        <p:spPr/>
        <p:txBody>
          <a:bodyPr/>
          <a:lstStyle/>
          <a:p>
            <a:r>
              <a:rPr lang="en-US" altLang="zh-CN"/>
              <a:t>Back-up</a:t>
            </a:r>
            <a:endParaRPr lang="zh-CN" altLang="en-US"/>
          </a:p>
        </p:txBody>
      </p:sp>
      <p:sp>
        <p:nvSpPr>
          <p:cNvPr id="9" name="副标题 8">
            <a:extLst>
              <a:ext uri="{FF2B5EF4-FFF2-40B4-BE49-F238E27FC236}">
                <a16:creationId xmlns:a16="http://schemas.microsoft.com/office/drawing/2014/main" id="{4A9E1AE3-EBC3-1DF2-D4BA-8DE1EB359CFB}"/>
              </a:ext>
            </a:extLst>
          </p:cNvPr>
          <p:cNvSpPr>
            <a:spLocks noGrp="1"/>
          </p:cNvSpPr>
          <p:nvPr>
            <p:ph type="subTitle" idx="14"/>
          </p:nvPr>
        </p:nvSpPr>
        <p:spPr/>
        <p:txBody>
          <a:bodyPr/>
          <a:lstStyle/>
          <a:p>
            <a:endParaRPr lang="zh-CN" altLang="en-US"/>
          </a:p>
        </p:txBody>
      </p:sp>
      <p:sp>
        <p:nvSpPr>
          <p:cNvPr id="5" name="灯片编号占位符 4">
            <a:extLst>
              <a:ext uri="{FF2B5EF4-FFF2-40B4-BE49-F238E27FC236}">
                <a16:creationId xmlns:a16="http://schemas.microsoft.com/office/drawing/2014/main" id="{A584B689-B1DB-AA4F-D328-DC8B746291E0}"/>
              </a:ext>
            </a:extLst>
          </p:cNvPr>
          <p:cNvSpPr>
            <a:spLocks noGrp="1"/>
          </p:cNvSpPr>
          <p:nvPr>
            <p:ph type="sldNum" sz="quarter" idx="16"/>
          </p:nvPr>
        </p:nvSpPr>
        <p:spPr/>
        <p:txBody>
          <a:bodyPr/>
          <a:lstStyle/>
          <a:p>
            <a:fld id="{8FF9B0DE-3FEB-4AA0-B465-B80EF7C1333D}" type="slidenum">
              <a:rPr lang="en-US" smtClean="0"/>
              <a:pPr/>
              <a:t>62</a:t>
            </a:fld>
            <a:endParaRPr lang="en-US"/>
          </a:p>
        </p:txBody>
      </p:sp>
      <p:sp>
        <p:nvSpPr>
          <p:cNvPr id="4" name="页脚占位符 3">
            <a:extLst>
              <a:ext uri="{FF2B5EF4-FFF2-40B4-BE49-F238E27FC236}">
                <a16:creationId xmlns:a16="http://schemas.microsoft.com/office/drawing/2014/main" id="{77B9C67C-1CB4-7A83-91A2-DC714633C28F}"/>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2325727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B5C2-26B4-F968-8FD3-49B63C91DB40}"/>
              </a:ext>
            </a:extLst>
          </p:cNvPr>
          <p:cNvSpPr>
            <a:spLocks noGrp="1"/>
          </p:cNvSpPr>
          <p:nvPr>
            <p:ph type="title"/>
          </p:nvPr>
        </p:nvSpPr>
        <p:spPr>
          <a:xfrm>
            <a:off x="134381" y="128658"/>
            <a:ext cx="11233151" cy="720000"/>
          </a:xfrm>
        </p:spPr>
        <p:txBody>
          <a:bodyPr/>
          <a:lstStyle/>
          <a:p>
            <a:r>
              <a:rPr lang="en-US">
                <a:solidFill>
                  <a:schemeClr val="bg2">
                    <a:lumMod val="90000"/>
                    <a:lumOff val="10000"/>
                  </a:schemeClr>
                </a:solidFill>
              </a:rPr>
              <a:t>CRM development pipeline 2023 achievements</a:t>
            </a:r>
          </a:p>
        </p:txBody>
      </p:sp>
      <p:sp>
        <p:nvSpPr>
          <p:cNvPr id="4" name="Footer Placeholder 3">
            <a:extLst>
              <a:ext uri="{FF2B5EF4-FFF2-40B4-BE49-F238E27FC236}">
                <a16:creationId xmlns:a16="http://schemas.microsoft.com/office/drawing/2014/main" id="{8EE48DA4-070C-9F44-B481-1C4D2D8E4658}"/>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FD6E1596-722F-1119-FD34-968CC65E968B}"/>
              </a:ext>
            </a:extLst>
          </p:cNvPr>
          <p:cNvSpPr>
            <a:spLocks noGrp="1"/>
          </p:cNvSpPr>
          <p:nvPr>
            <p:ph type="sldNum" sz="quarter" idx="11"/>
          </p:nvPr>
        </p:nvSpPr>
        <p:spPr/>
        <p:txBody>
          <a:bodyPr/>
          <a:lstStyle/>
          <a:p>
            <a:fld id="{8FF9B0DE-3FEB-4AA0-B465-B80EF7C1333D}" type="slidenum">
              <a:rPr lang="en-US" smtClean="0"/>
              <a:pPr/>
              <a:t>63</a:t>
            </a:fld>
            <a:endParaRPr lang="en-US"/>
          </a:p>
        </p:txBody>
      </p:sp>
      <p:graphicFrame>
        <p:nvGraphicFramePr>
          <p:cNvPr id="7" name="Diagram 6">
            <a:extLst>
              <a:ext uri="{FF2B5EF4-FFF2-40B4-BE49-F238E27FC236}">
                <a16:creationId xmlns:a16="http://schemas.microsoft.com/office/drawing/2014/main" id="{2925AF14-B498-84DC-BC15-4A2B66B933BE}"/>
              </a:ext>
            </a:extLst>
          </p:cNvPr>
          <p:cNvGraphicFramePr/>
          <p:nvPr>
            <p:extLst>
              <p:ext uri="{D42A27DB-BD31-4B8C-83A1-F6EECF244321}">
                <p14:modId xmlns:p14="http://schemas.microsoft.com/office/powerpoint/2010/main" val="3448513348"/>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375CABC7-1B74-3D8B-863F-6937F2CAF644}"/>
              </a:ext>
            </a:extLst>
          </p:cNvPr>
          <p:cNvSpPr txBox="1"/>
          <p:nvPr/>
        </p:nvSpPr>
        <p:spPr bwMode="gray">
          <a:xfrm>
            <a:off x="6851378" y="680334"/>
            <a:ext cx="3907462" cy="594971"/>
          </a:xfrm>
          <a:prstGeom prst="rect">
            <a:avLst/>
          </a:prstGeom>
          <a:noFill/>
        </p:spPr>
        <p:txBody>
          <a:bodyPr wrap="square">
            <a:spAutoFit/>
          </a:bodyPr>
          <a:lstStyle/>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Empagliflozin add on insulin (T2DM)</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Empagliflozin (CKD)</a:t>
            </a:r>
            <a:endParaRPr lang="en-US" sz="1400"/>
          </a:p>
        </p:txBody>
      </p:sp>
      <p:sp>
        <p:nvSpPr>
          <p:cNvPr id="11" name="TextBox 10">
            <a:extLst>
              <a:ext uri="{FF2B5EF4-FFF2-40B4-BE49-F238E27FC236}">
                <a16:creationId xmlns:a16="http://schemas.microsoft.com/office/drawing/2014/main" id="{FAA2B6BD-37CD-66FE-D1DD-ACF7964404B3}"/>
              </a:ext>
            </a:extLst>
          </p:cNvPr>
          <p:cNvSpPr txBox="1"/>
          <p:nvPr/>
        </p:nvSpPr>
        <p:spPr bwMode="gray">
          <a:xfrm>
            <a:off x="134381" y="1635391"/>
            <a:ext cx="3408608" cy="1096647"/>
          </a:xfrm>
          <a:prstGeom prst="rect">
            <a:avLst/>
          </a:prstGeom>
          <a:noFill/>
        </p:spPr>
        <p:txBody>
          <a:bodyPr wrap="square">
            <a:spAutoFit/>
          </a:bodyPr>
          <a:lstStyle/>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1404.0038, 41, 40)</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1404.0061) </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(CN PK, 1404.0013)</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685509 (</a:t>
            </a:r>
            <a:r>
              <a:rPr kumimoji="0" lang="en-US" altLang="zh-CN" sz="1100"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rPr>
              <a:t>sGCa</a:t>
            </a: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CSPH early decompensated, 1366.0055)</a:t>
            </a:r>
            <a:endParaRPr lang="en-US" sz="1100"/>
          </a:p>
        </p:txBody>
      </p:sp>
      <p:sp>
        <p:nvSpPr>
          <p:cNvPr id="13" name="TextBox 12">
            <a:extLst>
              <a:ext uri="{FF2B5EF4-FFF2-40B4-BE49-F238E27FC236}">
                <a16:creationId xmlns:a16="http://schemas.microsoft.com/office/drawing/2014/main" id="{ABBB35C8-603D-333E-4677-62F5A99B6D66}"/>
              </a:ext>
            </a:extLst>
          </p:cNvPr>
          <p:cNvSpPr txBox="1"/>
          <p:nvPr/>
        </p:nvSpPr>
        <p:spPr bwMode="gray">
          <a:xfrm>
            <a:off x="8779583" y="1635391"/>
            <a:ext cx="3408608" cy="690382"/>
          </a:xfrm>
          <a:prstGeom prst="rect">
            <a:avLst/>
          </a:prstGeom>
          <a:noFill/>
        </p:spPr>
        <p:txBody>
          <a:bodyPr wrap="square">
            <a:spAutoFit/>
          </a:bodyPr>
          <a:lstStyle/>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1404.0038, 41, 40, 61)</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685509 (</a:t>
            </a:r>
            <a:r>
              <a:rPr kumimoji="0" lang="en-US" altLang="zh-CN" sz="1100"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rPr>
              <a:t>sGCa</a:t>
            </a: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CSPH early decompensated, 1366.0055) </a:t>
            </a:r>
          </a:p>
        </p:txBody>
      </p:sp>
      <p:sp>
        <p:nvSpPr>
          <p:cNvPr id="15" name="TextBox 14">
            <a:extLst>
              <a:ext uri="{FF2B5EF4-FFF2-40B4-BE49-F238E27FC236}">
                <a16:creationId xmlns:a16="http://schemas.microsoft.com/office/drawing/2014/main" id="{B28995C8-673E-852E-2071-B014916514B3}"/>
              </a:ext>
            </a:extLst>
          </p:cNvPr>
          <p:cNvSpPr txBox="1"/>
          <p:nvPr/>
        </p:nvSpPr>
        <p:spPr bwMode="gray">
          <a:xfrm>
            <a:off x="134381" y="3215522"/>
            <a:ext cx="4176361" cy="207653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Pre-NDA/variation</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Empagliflozin (pediatric T2DM) </a:t>
            </a:r>
          </a:p>
          <a:p>
            <a:pPr marL="0" marR="0" lvl="0" indent="0" algn="l" defTabSz="1219170" rtl="0" eaLnBrk="1" fontAlgn="auto" latinLnBrk="0" hangingPunct="1">
              <a:lnSpc>
                <a:spcPct val="12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Pre-IND</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1404.0038, 41, 40, 61) </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(Asi+Empa, CKD, 1378.0006) </a:t>
            </a:r>
          </a:p>
          <a:p>
            <a:pPr marL="0" marR="0" lvl="0" indent="0" algn="l" defTabSz="1219170" rtl="0" eaLnBrk="1" fontAlgn="auto" latinLnBrk="0" hangingPunct="1">
              <a:lnSpc>
                <a:spcPct val="120000"/>
              </a:lnSpc>
              <a:spcBef>
                <a:spcPts val="0"/>
              </a:spcBef>
              <a:spcAft>
                <a:spcPts val="0"/>
              </a:spcAft>
              <a:buClrTx/>
              <a:buSzTx/>
              <a:buFontTx/>
              <a:buNone/>
              <a:tabLst/>
              <a:defRPr/>
            </a:pPr>
            <a:r>
              <a:rPr kumimoji="0" lang="it-IT"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Type III HAI </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1810237 (NPY2R +survodutide, obesity, Ph2 early integration)</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3006337 (GLP-1/FGF-21, NASH, Ph2 early integration)</a:t>
            </a: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685509 (sGCa, CSPH, Ph3 development plan)</a:t>
            </a:r>
            <a:endParaRPr kumimoji="0" lang="it-IT" altLang="zh-CN" sz="900" b="0" i="0" u="none" strike="noStrike" kern="1200" cap="none" spc="0" normalizeH="0" baseline="0" noProof="0">
              <a:ln>
                <a:noFill/>
              </a:ln>
              <a:solidFill>
                <a:prstClr val="white">
                  <a:lumMod val="50000"/>
                </a:prstClr>
              </a:solidFill>
              <a:effectLst/>
              <a:uLnTx/>
              <a:uFillTx/>
              <a:latin typeface="BISansOpti"/>
              <a:ea typeface="+mn-ea"/>
              <a:cs typeface="+mn-cs"/>
            </a:endParaRPr>
          </a:p>
        </p:txBody>
      </p:sp>
      <p:sp>
        <p:nvSpPr>
          <p:cNvPr id="17" name="TextBox 16">
            <a:extLst>
              <a:ext uri="{FF2B5EF4-FFF2-40B4-BE49-F238E27FC236}">
                <a16:creationId xmlns:a16="http://schemas.microsoft.com/office/drawing/2014/main" id="{4C34D912-A3AC-7960-1F6E-52B81EF4D86C}"/>
              </a:ext>
            </a:extLst>
          </p:cNvPr>
          <p:cNvSpPr txBox="1"/>
          <p:nvPr/>
        </p:nvSpPr>
        <p:spPr bwMode="gray">
          <a:xfrm>
            <a:off x="8968798" y="2971800"/>
            <a:ext cx="3223202" cy="1096647"/>
          </a:xfrm>
          <a:prstGeom prst="rect">
            <a:avLst/>
          </a:prstGeom>
          <a:noFill/>
        </p:spPr>
        <p:txBody>
          <a:bodyPr wrap="square">
            <a:spAutoFit/>
          </a:bodyPr>
          <a:lstStyle/>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685509 (</a:t>
            </a:r>
            <a:r>
              <a:rPr kumimoji="0" lang="en-US" sz="1100"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rPr>
              <a:t>sGC</a:t>
            </a:r>
            <a:r>
              <a:rPr lang="en-US" sz="1100">
                <a:solidFill>
                  <a:srgbClr val="08312A">
                    <a:lumMod val="90000"/>
                    <a:lumOff val="10000"/>
                  </a:srgbClr>
                </a:solidFill>
                <a:latin typeface="Boehringer Forward Text"/>
              </a:rPr>
              <a:t>a</a:t>
            </a:r>
            <a:r>
              <a:rPr kumimoji="0" lang="en-US"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1366.0005 )/DKD Ph2</a:t>
            </a:r>
          </a:p>
          <a:p>
            <a:pPr marL="171450" indent="-171450" defTabSz="1219170">
              <a:lnSpc>
                <a:spcPct val="120000"/>
              </a:lnSpc>
              <a:buFont typeface="Arial" panose="020B0604020202020204" pitchFamily="34" charset="0"/>
              <a:buChar char="•"/>
              <a:defRPr/>
            </a:pPr>
            <a:r>
              <a:rPr lang="en-US" sz="1100">
                <a:solidFill>
                  <a:srgbClr val="08312A">
                    <a:lumMod val="90000"/>
                    <a:lumOff val="10000"/>
                  </a:srgbClr>
                </a:solidFill>
              </a:rPr>
              <a:t>BI 685509 (sGCa 1366.0022 )/non-diabetic CKD Ph2</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a:t>
            </a:r>
            <a:r>
              <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a:t>
            </a:r>
            <a:r>
              <a:rPr kumimoji="0" lang="it-IT"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i 1378.0005 )/CKD Ph2 </a:t>
            </a:r>
            <a:endParaRPr kumimoji="0" lang="en-US" altLang="zh-CN"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de-DE"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Empa/post MI (1245.0202) Ph3</a:t>
            </a:r>
          </a:p>
        </p:txBody>
      </p:sp>
      <p:sp>
        <p:nvSpPr>
          <p:cNvPr id="19" name="TextBox 18">
            <a:extLst>
              <a:ext uri="{FF2B5EF4-FFF2-40B4-BE49-F238E27FC236}">
                <a16:creationId xmlns:a16="http://schemas.microsoft.com/office/drawing/2014/main" id="{100DE1E5-0227-A53A-6C03-EA7058058AE4}"/>
              </a:ext>
            </a:extLst>
          </p:cNvPr>
          <p:cNvSpPr txBox="1"/>
          <p:nvPr/>
        </p:nvSpPr>
        <p:spPr bwMode="gray">
          <a:xfrm>
            <a:off x="2295265" y="5604759"/>
            <a:ext cx="2795814" cy="690382"/>
          </a:xfrm>
          <a:prstGeom prst="rect">
            <a:avLst/>
          </a:prstGeom>
          <a:noFill/>
        </p:spPr>
        <p:txBody>
          <a:bodyPr wrap="square">
            <a:spAutoFit/>
          </a:bodyPr>
          <a:lstStyle/>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Empagliflozin / Post-MI Ph3</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ASi + Empagliflozin/CKD Ph2</a:t>
            </a:r>
          </a:p>
          <a:p>
            <a:pPr marL="17145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sGCa / non-diabetic CKD &amp; DKD Ph2</a:t>
            </a:r>
          </a:p>
        </p:txBody>
      </p:sp>
      <p:sp>
        <p:nvSpPr>
          <p:cNvPr id="21" name="TextBox 20">
            <a:extLst>
              <a:ext uri="{FF2B5EF4-FFF2-40B4-BE49-F238E27FC236}">
                <a16:creationId xmlns:a16="http://schemas.microsoft.com/office/drawing/2014/main" id="{A982B8B5-CA4B-9F16-4202-A7D7FAC8E5BF}"/>
              </a:ext>
            </a:extLst>
          </p:cNvPr>
          <p:cNvSpPr txBox="1"/>
          <p:nvPr/>
        </p:nvSpPr>
        <p:spPr bwMode="gray">
          <a:xfrm>
            <a:off x="8150157" y="4957255"/>
            <a:ext cx="3907462" cy="1299779"/>
          </a:xfrm>
          <a:prstGeom prst="rect">
            <a:avLst/>
          </a:prstGeom>
          <a:noFill/>
        </p:spPr>
        <p:txBody>
          <a:bodyPr wrap="square">
            <a:spAutoFit/>
          </a:bodyPr>
          <a:lstStyle/>
          <a:p>
            <a:pPr marL="171450" marR="0" indent="-171450" defTabSz="1219170">
              <a:lnSpc>
                <a:spcPct val="120000"/>
              </a:lnSpc>
              <a:spcBef>
                <a:spcPts val="0"/>
              </a:spcBef>
              <a:spcAft>
                <a:spcPts val="0"/>
              </a:spcAft>
              <a:buFont typeface="Arial" panose="020B0604020202020204" pitchFamily="34" charset="0"/>
              <a:buChar char="•"/>
              <a:defRPr/>
            </a:pPr>
            <a:r>
              <a:rPr lang="en-US" sz="1100" err="1">
                <a:solidFill>
                  <a:srgbClr val="08312A">
                    <a:lumMod val="90000"/>
                    <a:lumOff val="10000"/>
                  </a:srgbClr>
                </a:solidFill>
                <a:latin typeface="Boehringer Forward Text"/>
              </a:rPr>
              <a:t>ASi</a:t>
            </a:r>
            <a:r>
              <a:rPr lang="en-US" sz="1100">
                <a:solidFill>
                  <a:srgbClr val="08312A">
                    <a:lumMod val="90000"/>
                    <a:lumOff val="10000"/>
                  </a:srgbClr>
                </a:solidFill>
                <a:latin typeface="Boehringer Forward Text"/>
              </a:rPr>
              <a:t> in CKD and CHF </a:t>
            </a:r>
            <a:r>
              <a:rPr lang="en-US" sz="1100" err="1">
                <a:solidFill>
                  <a:srgbClr val="08312A">
                    <a:lumMod val="90000"/>
                    <a:lumOff val="10000"/>
                  </a:srgbClr>
                </a:solidFill>
                <a:latin typeface="Boehringer Forward Text"/>
              </a:rPr>
              <a:t>RoFD</a:t>
            </a:r>
            <a:endParaRPr lang="en-US" sz="1100">
              <a:solidFill>
                <a:srgbClr val="08312A">
                  <a:lumMod val="90000"/>
                  <a:lumOff val="10000"/>
                </a:srgbClr>
              </a:solidFill>
              <a:latin typeface="Boehringer Forward Text"/>
            </a:endParaRPr>
          </a:p>
          <a:p>
            <a:pPr marL="171450" indent="-171450" defTabSz="1219170">
              <a:lnSpc>
                <a:spcPct val="120000"/>
              </a:lnSpc>
              <a:buFont typeface="Arial" panose="020B0604020202020204" pitchFamily="34" charset="0"/>
              <a:buChar char="•"/>
              <a:defRPr/>
            </a:pPr>
            <a:r>
              <a:rPr lang="en-US" sz="1100">
                <a:solidFill>
                  <a:srgbClr val="08312A">
                    <a:lumMod val="90000"/>
                    <a:lumOff val="10000"/>
                  </a:srgbClr>
                </a:solidFill>
                <a:latin typeface="Boehringer Forward Text"/>
              </a:rPr>
              <a:t>MYDGF in STEMI </a:t>
            </a:r>
            <a:r>
              <a:rPr lang="en-US" sz="1100" err="1">
                <a:solidFill>
                  <a:srgbClr val="08312A">
                    <a:lumMod val="90000"/>
                    <a:lumOff val="10000"/>
                  </a:srgbClr>
                </a:solidFill>
                <a:latin typeface="Boehringer Forward Text"/>
              </a:rPr>
              <a:t>PoCP</a:t>
            </a:r>
            <a:endParaRPr lang="en-US" sz="1100">
              <a:solidFill>
                <a:srgbClr val="08312A">
                  <a:lumMod val="90000"/>
                  <a:lumOff val="10000"/>
                </a:srgbClr>
              </a:solidFill>
              <a:latin typeface="Boehringer Forward Text"/>
            </a:endParaRPr>
          </a:p>
          <a:p>
            <a:pPr marL="171450" indent="-171450" defTabSz="1219170">
              <a:lnSpc>
                <a:spcPct val="120000"/>
              </a:lnSpc>
              <a:buFont typeface="Arial" panose="020B0604020202020204" pitchFamily="34" charset="0"/>
              <a:buChar char="•"/>
              <a:defRPr/>
            </a:pPr>
            <a:r>
              <a:rPr lang="en-US" sz="1100" err="1">
                <a:solidFill>
                  <a:srgbClr val="08312A">
                    <a:lumMod val="90000"/>
                    <a:lumOff val="10000"/>
                  </a:srgbClr>
                </a:solidFill>
                <a:latin typeface="Boehringer Forward Text"/>
              </a:rPr>
              <a:t>sGCa</a:t>
            </a:r>
            <a:r>
              <a:rPr lang="en-US" sz="1100">
                <a:solidFill>
                  <a:srgbClr val="08312A">
                    <a:lumMod val="90000"/>
                    <a:lumOff val="10000"/>
                  </a:srgbClr>
                </a:solidFill>
                <a:latin typeface="Boehringer Forward Text"/>
              </a:rPr>
              <a:t> in CSPH </a:t>
            </a:r>
            <a:r>
              <a:rPr lang="en-US" sz="1100" err="1">
                <a:solidFill>
                  <a:srgbClr val="08312A">
                    <a:lumMod val="90000"/>
                    <a:lumOff val="10000"/>
                  </a:srgbClr>
                </a:solidFill>
                <a:latin typeface="Boehringer Forward Text"/>
              </a:rPr>
              <a:t>PoCC</a:t>
            </a:r>
            <a:endParaRPr lang="en-US" sz="1100">
              <a:solidFill>
                <a:srgbClr val="08312A">
                  <a:lumMod val="90000"/>
                  <a:lumOff val="10000"/>
                </a:srgbClr>
              </a:solidFill>
              <a:latin typeface="Boehringer Forward Text"/>
            </a:endParaRPr>
          </a:p>
          <a:p>
            <a:pPr marL="171450" indent="-171450" defTabSz="1219170">
              <a:lnSpc>
                <a:spcPct val="120000"/>
              </a:lnSpc>
              <a:buFont typeface="Arial" panose="020B0604020202020204" pitchFamily="34" charset="0"/>
              <a:buChar char="•"/>
              <a:defRPr/>
            </a:pPr>
            <a:r>
              <a:rPr lang="en-US" sz="1100">
                <a:solidFill>
                  <a:srgbClr val="08312A">
                    <a:lumMod val="90000"/>
                    <a:lumOff val="10000"/>
                  </a:srgbClr>
                </a:solidFill>
                <a:latin typeface="Boehringer Forward Text"/>
              </a:rPr>
              <a:t>Survodutide in NASH </a:t>
            </a:r>
            <a:r>
              <a:rPr lang="en-US" sz="1100" err="1">
                <a:solidFill>
                  <a:srgbClr val="08312A">
                    <a:lumMod val="90000"/>
                    <a:lumOff val="10000"/>
                  </a:srgbClr>
                </a:solidFill>
                <a:latin typeface="Boehringer Forward Text"/>
              </a:rPr>
              <a:t>RoFD</a:t>
            </a:r>
            <a:endParaRPr lang="en-US" sz="1100">
              <a:solidFill>
                <a:srgbClr val="08312A">
                  <a:lumMod val="90000"/>
                  <a:lumOff val="10000"/>
                </a:srgbClr>
              </a:solidFill>
              <a:latin typeface="Boehringer Forward Text"/>
            </a:endParaRPr>
          </a:p>
          <a:p>
            <a:pPr marL="171450" indent="-171450" defTabSz="1219170">
              <a:lnSpc>
                <a:spcPct val="120000"/>
              </a:lnSpc>
              <a:buFont typeface="Arial" panose="020B0604020202020204" pitchFamily="34" charset="0"/>
              <a:buChar char="•"/>
              <a:defRPr/>
            </a:pPr>
            <a:r>
              <a:rPr lang="en-US" sz="1100">
                <a:solidFill>
                  <a:srgbClr val="08312A">
                    <a:lumMod val="90000"/>
                    <a:lumOff val="10000"/>
                  </a:srgbClr>
                </a:solidFill>
                <a:latin typeface="Boehringer Forward Text"/>
              </a:rPr>
              <a:t>Survodutide in CVOT and CVRR</a:t>
            </a:r>
          </a:p>
          <a:p>
            <a:pPr marL="171450" indent="-171450" defTabSz="1219170">
              <a:lnSpc>
                <a:spcPct val="120000"/>
              </a:lnSpc>
              <a:buFont typeface="Arial" panose="020B0604020202020204" pitchFamily="34" charset="0"/>
              <a:buChar char="•"/>
              <a:defRPr/>
            </a:pPr>
            <a:r>
              <a:rPr lang="en-US" sz="1100">
                <a:solidFill>
                  <a:srgbClr val="08312A">
                    <a:lumMod val="90000"/>
                    <a:lumOff val="10000"/>
                  </a:srgbClr>
                </a:solidFill>
                <a:latin typeface="Boehringer Forward Text"/>
              </a:rPr>
              <a:t>Survodutide packaging</a:t>
            </a:r>
          </a:p>
        </p:txBody>
      </p:sp>
    </p:spTree>
    <p:extLst>
      <p:ext uri="{BB962C8B-B14F-4D97-AF65-F5344CB8AC3E}">
        <p14:creationId xmlns:p14="http://schemas.microsoft.com/office/powerpoint/2010/main" val="2145180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25B9-835E-91A2-E55B-F94E95110B7F}"/>
              </a:ext>
            </a:extLst>
          </p:cNvPr>
          <p:cNvSpPr>
            <a:spLocks noGrp="1"/>
          </p:cNvSpPr>
          <p:nvPr>
            <p:ph type="title"/>
          </p:nvPr>
        </p:nvSpPr>
        <p:spPr>
          <a:xfrm>
            <a:off x="460374" y="228600"/>
            <a:ext cx="11233151" cy="454200"/>
          </a:xfrm>
        </p:spPr>
        <p:txBody>
          <a:bodyPr/>
          <a:lstStyle/>
          <a:p>
            <a:r>
              <a:rPr lang="en-US">
                <a:solidFill>
                  <a:srgbClr val="0E584B"/>
                </a:solidFill>
              </a:rPr>
              <a:t>2024 CRM Outlook</a:t>
            </a:r>
          </a:p>
        </p:txBody>
      </p:sp>
      <p:sp>
        <p:nvSpPr>
          <p:cNvPr id="4" name="Footer Placeholder 3">
            <a:extLst>
              <a:ext uri="{FF2B5EF4-FFF2-40B4-BE49-F238E27FC236}">
                <a16:creationId xmlns:a16="http://schemas.microsoft.com/office/drawing/2014/main" id="{E54449DA-8EBB-1F06-D80D-D87CCE21F843}"/>
              </a:ext>
            </a:extLst>
          </p:cNvPr>
          <p:cNvSpPr>
            <a:spLocks noGrp="1"/>
          </p:cNvSpPr>
          <p:nvPr>
            <p:ph type="ftr" sz="quarter" idx="10"/>
          </p:nvPr>
        </p:nvSpPr>
        <p:spPr>
          <a:xfrm>
            <a:off x="6285331"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04A875DE-182F-B70E-BC1D-C76C8D18C138}"/>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36" name="Group 35">
            <a:extLst>
              <a:ext uri="{FF2B5EF4-FFF2-40B4-BE49-F238E27FC236}">
                <a16:creationId xmlns:a16="http://schemas.microsoft.com/office/drawing/2014/main" id="{41313578-CA97-5DEE-4093-D69F2C52126E}"/>
              </a:ext>
            </a:extLst>
          </p:cNvPr>
          <p:cNvGrpSpPr/>
          <p:nvPr/>
        </p:nvGrpSpPr>
        <p:grpSpPr>
          <a:xfrm>
            <a:off x="6096000" y="5105400"/>
            <a:ext cx="5423997" cy="1054503"/>
            <a:chOff x="234162" y="609600"/>
            <a:chExt cx="5423997" cy="1054503"/>
          </a:xfrm>
        </p:grpSpPr>
        <p:grpSp>
          <p:nvGrpSpPr>
            <p:cNvPr id="13" name="Group 12">
              <a:extLst>
                <a:ext uri="{FF2B5EF4-FFF2-40B4-BE49-F238E27FC236}">
                  <a16:creationId xmlns:a16="http://schemas.microsoft.com/office/drawing/2014/main" id="{6B59B979-61BD-B25D-C3E0-BE66F802968A}"/>
                </a:ext>
              </a:extLst>
            </p:cNvPr>
            <p:cNvGrpSpPr/>
            <p:nvPr/>
          </p:nvGrpSpPr>
          <p:grpSpPr>
            <a:xfrm>
              <a:off x="234162" y="609600"/>
              <a:ext cx="5423997" cy="906145"/>
              <a:chOff x="240340" y="1248234"/>
              <a:chExt cx="5423997" cy="906145"/>
            </a:xfrm>
          </p:grpSpPr>
          <p:sp>
            <p:nvSpPr>
              <p:cNvPr id="6" name="Rectangle: Rounded Corners 5">
                <a:extLst>
                  <a:ext uri="{FF2B5EF4-FFF2-40B4-BE49-F238E27FC236}">
                    <a16:creationId xmlns:a16="http://schemas.microsoft.com/office/drawing/2014/main" id="{13D10351-1393-DDEA-F5E2-5DEE196DCB73}"/>
                  </a:ext>
                </a:extLst>
              </p:cNvPr>
              <p:cNvSpPr/>
              <p:nvPr/>
            </p:nvSpPr>
            <p:spPr bwMode="gray">
              <a:xfrm>
                <a:off x="1000897" y="1542982"/>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Boehringer Forward Text"/>
                    <a:ea typeface="+mn-ea"/>
                    <a:cs typeface="+mn-cs"/>
                  </a:rPr>
                  <a:t>NDA </a:t>
                </a:r>
                <a:r>
                  <a:rPr lang="en-US" sz="2000" b="1">
                    <a:solidFill>
                      <a:prstClr val="white"/>
                    </a:solidFill>
                    <a:latin typeface="Boehringer Forward Text"/>
                  </a:rPr>
                  <a:t>submission</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Oval 10">
                <a:extLst>
                  <a:ext uri="{FF2B5EF4-FFF2-40B4-BE49-F238E27FC236}">
                    <a16:creationId xmlns:a16="http://schemas.microsoft.com/office/drawing/2014/main" id="{848FCE86-BD41-6481-BCB8-BECD4E91D2EF}"/>
                  </a:ext>
                </a:extLst>
              </p:cNvPr>
              <p:cNvSpPr>
                <a:spLocks noChangeAspect="1"/>
              </p:cNvSpPr>
              <p:nvPr/>
            </p:nvSpPr>
            <p:spPr bwMode="gray">
              <a:xfrm>
                <a:off x="240340" y="1248234"/>
                <a:ext cx="906145" cy="906145"/>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lang="en-US" sz="4000" b="1">
                    <a:solidFill>
                      <a:prstClr val="white"/>
                    </a:solidFill>
                    <a:latin typeface="Boehringer Forward Text"/>
                  </a:rPr>
                  <a:t>1</a:t>
                </a:r>
                <a:endParaRPr kumimoji="0" lang="en-US" sz="4000" b="1" i="0" u="none" strike="noStrike" kern="1200" cap="none" spc="0" normalizeH="0" baseline="0" noProof="0">
                  <a:ln>
                    <a:noFill/>
                  </a:ln>
                  <a:solidFill>
                    <a:prstClr val="white"/>
                  </a:solidFill>
                  <a:effectLst/>
                  <a:uLnTx/>
                  <a:uFillTx/>
                  <a:latin typeface="Boehringer Forward Text"/>
                  <a:ea typeface="+mn-ea"/>
                  <a:cs typeface="+mn-cs"/>
                </a:endParaRPr>
              </a:p>
            </p:txBody>
          </p:sp>
        </p:grpSp>
        <p:sp>
          <p:nvSpPr>
            <p:cNvPr id="29" name="矩形 112">
              <a:extLst>
                <a:ext uri="{FF2B5EF4-FFF2-40B4-BE49-F238E27FC236}">
                  <a16:creationId xmlns:a16="http://schemas.microsoft.com/office/drawing/2014/main" id="{CCBE3075-4593-1ABF-DAD0-D9B15B17B022}"/>
                </a:ext>
              </a:extLst>
            </p:cNvPr>
            <p:cNvSpPr/>
            <p:nvPr/>
          </p:nvSpPr>
          <p:spPr>
            <a:xfrm>
              <a:off x="1120548" y="1138524"/>
              <a:ext cx="3504197" cy="52557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numCol="1" spcCol="0" rtlCol="0" fromWordArt="0" anchor="t" anchorCtr="0" forceAA="0" compatLnSpc="1">
              <a:noAutofit/>
            </a:bodyPr>
            <a:lstStyle/>
            <a:p>
              <a:pPr marL="342900" marR="0" lvl="0" indent="-34290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a:solidFill>
                    <a:srgbClr val="08312A">
                      <a:lumMod val="90000"/>
                      <a:lumOff val="10000"/>
                    </a:srgbClr>
                  </a:solidFill>
                  <a:latin typeface="Boehringer Forward Text"/>
                </a:rPr>
                <a:t>Empagliflozin (Post- MI)</a:t>
              </a:r>
              <a:r>
                <a:rPr kumimoji="0" lang="en-US" altLang="zh-CN" sz="20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a:t>
              </a:r>
            </a:p>
            <a:p>
              <a:pPr marL="228584" marR="0" lvl="0" indent="-228584"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2000" b="1"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grpSp>
      <p:grpSp>
        <p:nvGrpSpPr>
          <p:cNvPr id="37" name="Group 36">
            <a:extLst>
              <a:ext uri="{FF2B5EF4-FFF2-40B4-BE49-F238E27FC236}">
                <a16:creationId xmlns:a16="http://schemas.microsoft.com/office/drawing/2014/main" id="{8B27A0A6-8BC7-4D44-E5C3-292A0F763A90}"/>
              </a:ext>
            </a:extLst>
          </p:cNvPr>
          <p:cNvGrpSpPr/>
          <p:nvPr/>
        </p:nvGrpSpPr>
        <p:grpSpPr>
          <a:xfrm>
            <a:off x="6059245" y="2514600"/>
            <a:ext cx="5460752" cy="2355141"/>
            <a:chOff x="6497444" y="447700"/>
            <a:chExt cx="5460752" cy="2355141"/>
          </a:xfrm>
        </p:grpSpPr>
        <p:grpSp>
          <p:nvGrpSpPr>
            <p:cNvPr id="17" name="Group 16">
              <a:extLst>
                <a:ext uri="{FF2B5EF4-FFF2-40B4-BE49-F238E27FC236}">
                  <a16:creationId xmlns:a16="http://schemas.microsoft.com/office/drawing/2014/main" id="{C32E7EF0-1C60-B628-B052-ACABD5C33569}"/>
                </a:ext>
              </a:extLst>
            </p:cNvPr>
            <p:cNvGrpSpPr/>
            <p:nvPr/>
          </p:nvGrpSpPr>
          <p:grpSpPr>
            <a:xfrm>
              <a:off x="6497444" y="447700"/>
              <a:ext cx="5460752" cy="905256"/>
              <a:chOff x="249044" y="1086334"/>
              <a:chExt cx="5460752" cy="905256"/>
            </a:xfrm>
          </p:grpSpPr>
          <p:sp>
            <p:nvSpPr>
              <p:cNvPr id="18" name="Rectangle: Rounded Corners 17">
                <a:extLst>
                  <a:ext uri="{FF2B5EF4-FFF2-40B4-BE49-F238E27FC236}">
                    <a16:creationId xmlns:a16="http://schemas.microsoft.com/office/drawing/2014/main" id="{961F5452-F9CA-9B4E-3F74-3DC298356F30}"/>
                  </a:ext>
                </a:extLst>
              </p:cNvPr>
              <p:cNvSpPr/>
              <p:nvPr/>
            </p:nvSpPr>
            <p:spPr bwMode="gray">
              <a:xfrm>
                <a:off x="1046356" y="1372800"/>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prstClr val="white"/>
                    </a:solidFill>
                    <a:effectLst/>
                    <a:uLnTx/>
                    <a:uFillTx/>
                    <a:latin typeface="Boehringer Forward Text"/>
                    <a:ea typeface="+mn-ea"/>
                    <a:cs typeface="+mn-cs"/>
                  </a:rPr>
                  <a:t>Recruitment completion</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9" name="Oval 18">
                <a:extLst>
                  <a:ext uri="{FF2B5EF4-FFF2-40B4-BE49-F238E27FC236}">
                    <a16:creationId xmlns:a16="http://schemas.microsoft.com/office/drawing/2014/main" id="{A211C4D3-D3D5-19C9-5866-24EF6104877A}"/>
                  </a:ext>
                </a:extLst>
              </p:cNvPr>
              <p:cNvSpPr>
                <a:spLocks noChangeAspect="1"/>
              </p:cNvSpPr>
              <p:nvPr/>
            </p:nvSpPr>
            <p:spPr bwMode="gray">
              <a:xfrm>
                <a:off x="249044" y="1086334"/>
                <a:ext cx="905256" cy="905256"/>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Boehringer Forward Text"/>
                    <a:ea typeface="+mn-ea"/>
                    <a:cs typeface="+mn-cs"/>
                  </a:rPr>
                  <a:t>7</a:t>
                </a:r>
              </a:p>
            </p:txBody>
          </p:sp>
        </p:grpSp>
        <p:sp>
          <p:nvSpPr>
            <p:cNvPr id="31" name="TextBox 30">
              <a:extLst>
                <a:ext uri="{FF2B5EF4-FFF2-40B4-BE49-F238E27FC236}">
                  <a16:creationId xmlns:a16="http://schemas.microsoft.com/office/drawing/2014/main" id="{752DA69E-FE43-BC0B-37F4-2D8C46548FD2}"/>
                </a:ext>
              </a:extLst>
            </p:cNvPr>
            <p:cNvSpPr txBox="1"/>
            <p:nvPr/>
          </p:nvSpPr>
          <p:spPr bwMode="gray">
            <a:xfrm>
              <a:off x="7336535" y="1173741"/>
              <a:ext cx="4088057" cy="1629100"/>
            </a:xfrm>
            <a:prstGeom prst="rect">
              <a:avLst/>
            </a:prstGeom>
            <a:noFill/>
          </p:spPr>
          <p:txBody>
            <a:bodyPr wrap="square">
              <a:spAutoFit/>
            </a:bodyPr>
            <a:lstStyle/>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.38, .41, .61, Ph3)</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(CN PK, Ph1)</a:t>
              </a:r>
            </a:p>
            <a:p>
              <a:pPr marL="285750" lvl="0" indent="-285750" defTabSz="1219170">
                <a:lnSpc>
                  <a:spcPct val="120000"/>
                </a:lnSpc>
                <a:buFont typeface="Arial" panose="020B0604020202020204" pitchFamily="34" charset="0"/>
                <a:buChar char="•"/>
                <a:defRPr/>
              </a:pPr>
              <a:r>
                <a:rPr lang="en-US" sz="1400" err="1">
                  <a:solidFill>
                    <a:srgbClr val="08312A">
                      <a:lumMod val="90000"/>
                      <a:lumOff val="10000"/>
                    </a:srgbClr>
                  </a:solidFill>
                </a:rPr>
                <a:t>sGCa</a:t>
              </a: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a:t>
              </a:r>
              <a:r>
                <a:rPr lang="en-US" sz="1400">
                  <a:solidFill>
                    <a:srgbClr val="08312A">
                      <a:lumMod val="90000"/>
                      <a:lumOff val="10000"/>
                    </a:srgbClr>
                  </a:solidFill>
                  <a:latin typeface="Boehringer Forward Text"/>
                </a:rPr>
                <a:t>CSPH, .21, .29, .55,</a:t>
              </a: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Ph2)</a:t>
              </a:r>
            </a:p>
            <a:p>
              <a:pPr marL="0" marR="0" lvl="0" indent="0" algn="l" defTabSz="1219170" rtl="0" eaLnBrk="1" fontAlgn="auto" latinLnBrk="0" hangingPunct="1">
                <a:lnSpc>
                  <a:spcPct val="12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0" marR="0" lvl="0" indent="0" algn="l" defTabSz="1219170" rtl="0" eaLnBrk="1" fontAlgn="auto" latinLnBrk="0" hangingPunct="1">
                <a:lnSpc>
                  <a:spcPct val="12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0" marR="0" lvl="0" indent="0" algn="l" defTabSz="1219170" rtl="0" eaLnBrk="1" fontAlgn="auto" latinLnBrk="0" hangingPunct="1">
                <a:lnSpc>
                  <a:spcPct val="12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grpSp>
      <p:grpSp>
        <p:nvGrpSpPr>
          <p:cNvPr id="38" name="Group 37">
            <a:extLst>
              <a:ext uri="{FF2B5EF4-FFF2-40B4-BE49-F238E27FC236}">
                <a16:creationId xmlns:a16="http://schemas.microsoft.com/office/drawing/2014/main" id="{B7D87D52-4212-E184-E259-9641B74DB0D9}"/>
              </a:ext>
            </a:extLst>
          </p:cNvPr>
          <p:cNvGrpSpPr/>
          <p:nvPr/>
        </p:nvGrpSpPr>
        <p:grpSpPr>
          <a:xfrm>
            <a:off x="298622" y="3276600"/>
            <a:ext cx="5433803" cy="3048000"/>
            <a:chOff x="298622" y="2141855"/>
            <a:chExt cx="5433803" cy="3048000"/>
          </a:xfrm>
        </p:grpSpPr>
        <p:grpSp>
          <p:nvGrpSpPr>
            <p:cNvPr id="14" name="Group 13">
              <a:extLst>
                <a:ext uri="{FF2B5EF4-FFF2-40B4-BE49-F238E27FC236}">
                  <a16:creationId xmlns:a16="http://schemas.microsoft.com/office/drawing/2014/main" id="{1A2ECEF8-937D-34ED-9104-ABDCB4B0C660}"/>
                </a:ext>
              </a:extLst>
            </p:cNvPr>
            <p:cNvGrpSpPr/>
            <p:nvPr/>
          </p:nvGrpSpPr>
          <p:grpSpPr>
            <a:xfrm>
              <a:off x="298622" y="2141855"/>
              <a:ext cx="5349240" cy="906145"/>
              <a:chOff x="304800" y="1248234"/>
              <a:chExt cx="5349240" cy="906145"/>
            </a:xfrm>
          </p:grpSpPr>
          <p:sp>
            <p:nvSpPr>
              <p:cNvPr id="15" name="Rectangle: Rounded Corners 14">
                <a:extLst>
                  <a:ext uri="{FF2B5EF4-FFF2-40B4-BE49-F238E27FC236}">
                    <a16:creationId xmlns:a16="http://schemas.microsoft.com/office/drawing/2014/main" id="{23F1A394-A416-8E0E-EEAD-C43DB2F2E8A9}"/>
                  </a:ext>
                </a:extLst>
              </p:cNvPr>
              <p:cNvSpPr/>
              <p:nvPr/>
            </p:nvSpPr>
            <p:spPr bwMode="gray">
              <a:xfrm>
                <a:off x="990600" y="1456434"/>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prstClr val="white"/>
                    </a:solidFill>
                    <a:effectLst/>
                    <a:uLnTx/>
                    <a:uFillTx/>
                    <a:latin typeface="Boehringer Forward Text"/>
                    <a:ea typeface="+mn-ea"/>
                    <a:cs typeface="+mn-cs"/>
                  </a:rPr>
                  <a:t>CTA submission/approval</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6" name="Oval 15">
                <a:extLst>
                  <a:ext uri="{FF2B5EF4-FFF2-40B4-BE49-F238E27FC236}">
                    <a16:creationId xmlns:a16="http://schemas.microsoft.com/office/drawing/2014/main" id="{BE2DBCA2-209A-6100-B9D0-995500A824FD}"/>
                  </a:ext>
                </a:extLst>
              </p:cNvPr>
              <p:cNvSpPr>
                <a:spLocks noChangeAspect="1"/>
              </p:cNvSpPr>
              <p:nvPr/>
            </p:nvSpPr>
            <p:spPr bwMode="gray">
              <a:xfrm>
                <a:off x="304800" y="1248234"/>
                <a:ext cx="906145" cy="906145"/>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Boehringer Forward Text"/>
                    <a:ea typeface="+mn-ea"/>
                    <a:cs typeface="+mn-cs"/>
                  </a:rPr>
                  <a:t>9</a:t>
                </a:r>
              </a:p>
            </p:txBody>
          </p:sp>
        </p:grpSp>
        <p:sp>
          <p:nvSpPr>
            <p:cNvPr id="32" name="矩形 145">
              <a:extLst>
                <a:ext uri="{FF2B5EF4-FFF2-40B4-BE49-F238E27FC236}">
                  <a16:creationId xmlns:a16="http://schemas.microsoft.com/office/drawing/2014/main" id="{7453535F-B3C5-25B6-AE75-00D0F4B5DC6C}"/>
                </a:ext>
              </a:extLst>
            </p:cNvPr>
            <p:cNvSpPr/>
            <p:nvPr/>
          </p:nvSpPr>
          <p:spPr>
            <a:xfrm>
              <a:off x="1219200" y="2743200"/>
              <a:ext cx="4513225" cy="2446655"/>
            </a:xfrm>
            <a:prstGeom prst="rect">
              <a:avLst/>
            </a:prstGeom>
            <a:solidFill>
              <a:schemeClr val="bg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numCol="1" spcCol="0" rtlCol="0" fromWordArt="0" anchor="t" anchorCtr="0" forceAA="0" compatLnSpc="1">
              <a:noAutofit/>
            </a:bodyPr>
            <a:lstStyle/>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(CN PK, Ph1)</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(NASH F2/3, Ph3) </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(NASH F4, Ph3)</a:t>
              </a:r>
            </a:p>
            <a:p>
              <a:pPr lvl="0" indent="-171450" defTabSz="1219170">
                <a:lnSpc>
                  <a:spcPct val="120000"/>
                </a:lnSpc>
                <a:buFont typeface="Arial" panose="020B0604020202020204" pitchFamily="34" charset="0"/>
                <a:buChar char="•"/>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Survodutide (CKD, Ph3)</a:t>
              </a:r>
            </a:p>
            <a:p>
              <a:pPr lvl="0" indent="-171450" defTabSz="1219170">
                <a:lnSpc>
                  <a:spcPct val="120000"/>
                </a:lnSpc>
                <a:buFont typeface="Arial" panose="020B0604020202020204" pitchFamily="34" charset="0"/>
                <a:buChar char="•"/>
                <a:defRPr/>
              </a:pPr>
              <a:r>
                <a:rPr lang="en-US" altLang="zh-CN" sz="1400">
                  <a:solidFill>
                    <a:srgbClr val="08312A">
                      <a:lumMod val="90000"/>
                      <a:lumOff val="10000"/>
                    </a:srgbClr>
                  </a:solidFill>
                  <a:latin typeface="Boehringer Forward Text"/>
                </a:rPr>
                <a:t>   Survodutide (</a:t>
              </a:r>
              <a:r>
                <a:rPr lang="en-US" altLang="zh-CN" sz="1400" err="1">
                  <a:solidFill>
                    <a:srgbClr val="08312A">
                      <a:lumMod val="90000"/>
                      <a:lumOff val="10000"/>
                    </a:srgbClr>
                  </a:solidFill>
                  <a:latin typeface="Boehringer Forward Text"/>
                </a:rPr>
                <a:t>HFpEF</a:t>
              </a:r>
              <a:r>
                <a:rPr lang="en-US" altLang="zh-CN" sz="1400">
                  <a:solidFill>
                    <a:srgbClr val="08312A">
                      <a:lumMod val="90000"/>
                      <a:lumOff val="10000"/>
                    </a:srgbClr>
                  </a:solidFill>
                  <a:latin typeface="Boehringer Forward Text"/>
                </a:rPr>
                <a:t>, Ph3)</a:t>
              </a:r>
              <a:endPar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a:t>
              </a: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i+Empa, CKD, Ph3) </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AS</a:t>
              </a: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i+Empa, HFpEF, Ph3)</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BI 1810237 (NPY2R +survodutide, obesity, Ph2) </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1810237 (NPY2R +survodutide, obesity, Ph1 CN PK) </a:t>
              </a:r>
            </a:p>
            <a:p>
              <a:pPr marR="0" lvl="0" algn="l" defTabSz="1219170" rtl="0" eaLnBrk="1" fontAlgn="auto" latinLnBrk="0" hangingPunct="1">
                <a:lnSpc>
                  <a:spcPct val="120000"/>
                </a:lnSpc>
                <a:spcBef>
                  <a:spcPts val="0"/>
                </a:spcBef>
                <a:spcAft>
                  <a:spcPts val="0"/>
                </a:spcAft>
                <a:buClrTx/>
                <a:buSzTx/>
                <a:tabLst/>
                <a:defRPr/>
              </a:pPr>
              <a:endPar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0" marR="0" lvl="0" indent="0" algn="l" defTabSz="1219170" rtl="0" eaLnBrk="1" fontAlgn="auto" latinLnBrk="0" hangingPunct="1">
                <a:lnSpc>
                  <a:spcPct val="120000"/>
                </a:lnSpc>
                <a:spcBef>
                  <a:spcPts val="0"/>
                </a:spcBef>
                <a:spcAft>
                  <a:spcPts val="0"/>
                </a:spcAft>
                <a:buClrTx/>
                <a:buSzTx/>
                <a:buFontTx/>
                <a:buNone/>
                <a:tabLst/>
                <a:defRPr/>
              </a:pPr>
              <a:endPar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grpSp>
      <p:grpSp>
        <p:nvGrpSpPr>
          <p:cNvPr id="39" name="Group 38">
            <a:extLst>
              <a:ext uri="{FF2B5EF4-FFF2-40B4-BE49-F238E27FC236}">
                <a16:creationId xmlns:a16="http://schemas.microsoft.com/office/drawing/2014/main" id="{CB0104E2-85DE-99CC-5E03-C9289F57D885}"/>
              </a:ext>
            </a:extLst>
          </p:cNvPr>
          <p:cNvGrpSpPr/>
          <p:nvPr/>
        </p:nvGrpSpPr>
        <p:grpSpPr>
          <a:xfrm>
            <a:off x="6104255" y="3868929"/>
            <a:ext cx="5737287" cy="1617471"/>
            <a:chOff x="6544563" y="2065655"/>
            <a:chExt cx="5737287" cy="1617471"/>
          </a:xfrm>
        </p:grpSpPr>
        <p:grpSp>
          <p:nvGrpSpPr>
            <p:cNvPr id="20" name="Group 19">
              <a:extLst>
                <a:ext uri="{FF2B5EF4-FFF2-40B4-BE49-F238E27FC236}">
                  <a16:creationId xmlns:a16="http://schemas.microsoft.com/office/drawing/2014/main" id="{C5462AE4-6255-33F3-621C-C64B502735B8}"/>
                </a:ext>
              </a:extLst>
            </p:cNvPr>
            <p:cNvGrpSpPr/>
            <p:nvPr/>
          </p:nvGrpSpPr>
          <p:grpSpPr>
            <a:xfrm>
              <a:off x="6544563" y="2065655"/>
              <a:ext cx="5341401" cy="906145"/>
              <a:chOff x="312639" y="1172034"/>
              <a:chExt cx="5341401" cy="906145"/>
            </a:xfrm>
          </p:grpSpPr>
          <p:sp>
            <p:nvSpPr>
              <p:cNvPr id="21" name="Rectangle: Rounded Corners 20">
                <a:extLst>
                  <a:ext uri="{FF2B5EF4-FFF2-40B4-BE49-F238E27FC236}">
                    <a16:creationId xmlns:a16="http://schemas.microsoft.com/office/drawing/2014/main" id="{3A86BE4E-C839-D196-2ABE-B35379348A85}"/>
                  </a:ext>
                </a:extLst>
              </p:cNvPr>
              <p:cNvSpPr/>
              <p:nvPr/>
            </p:nvSpPr>
            <p:spPr bwMode="gray">
              <a:xfrm>
                <a:off x="990600" y="1512532"/>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prstClr val="white"/>
                    </a:solidFill>
                    <a:effectLst/>
                    <a:uLnTx/>
                    <a:uFillTx/>
                    <a:latin typeface="Boehringer Forward Text"/>
                    <a:ea typeface="+mn-ea"/>
                    <a:cs typeface="+mn-cs"/>
                  </a:rPr>
                  <a:t>Readout</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2" name="Oval 21">
                <a:extLst>
                  <a:ext uri="{FF2B5EF4-FFF2-40B4-BE49-F238E27FC236}">
                    <a16:creationId xmlns:a16="http://schemas.microsoft.com/office/drawing/2014/main" id="{E5F7E087-7018-3C69-2B6C-3F197DF0DC01}"/>
                  </a:ext>
                </a:extLst>
              </p:cNvPr>
              <p:cNvSpPr>
                <a:spLocks noChangeAspect="1"/>
              </p:cNvSpPr>
              <p:nvPr/>
            </p:nvSpPr>
            <p:spPr bwMode="gray">
              <a:xfrm>
                <a:off x="312639" y="1172034"/>
                <a:ext cx="906145" cy="906145"/>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lang="en-US" sz="4000" b="1">
                    <a:solidFill>
                      <a:prstClr val="white"/>
                    </a:solidFill>
                    <a:latin typeface="Boehringer Forward Text"/>
                  </a:rPr>
                  <a:t>4</a:t>
                </a:r>
                <a:endParaRPr kumimoji="0" lang="en-US" sz="4000" b="1" i="0" u="none" strike="noStrike" kern="1200" cap="none" spc="0" normalizeH="0" baseline="0" noProof="0">
                  <a:ln>
                    <a:noFill/>
                  </a:ln>
                  <a:solidFill>
                    <a:prstClr val="white"/>
                  </a:solidFill>
                  <a:effectLst/>
                  <a:uLnTx/>
                  <a:uFillTx/>
                  <a:latin typeface="Boehringer Forward Text"/>
                  <a:ea typeface="+mn-ea"/>
                  <a:cs typeface="+mn-cs"/>
                </a:endParaRPr>
              </a:p>
            </p:txBody>
          </p:sp>
        </p:grpSp>
        <p:sp>
          <p:nvSpPr>
            <p:cNvPr id="33" name="矩形 145">
              <a:extLst>
                <a:ext uri="{FF2B5EF4-FFF2-40B4-BE49-F238E27FC236}">
                  <a16:creationId xmlns:a16="http://schemas.microsoft.com/office/drawing/2014/main" id="{0FD11F37-309F-D08B-3E7E-F4E853FD0BEE}"/>
                </a:ext>
              </a:extLst>
            </p:cNvPr>
            <p:cNvSpPr/>
            <p:nvPr/>
          </p:nvSpPr>
          <p:spPr>
            <a:xfrm>
              <a:off x="7348353" y="2763617"/>
              <a:ext cx="4933497" cy="91950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numCol="1" spcCol="0" rtlCol="0" fromWordArt="0" anchor="t" anchorCtr="0" forceAA="0" compatLnSpc="1">
              <a:noAutofit/>
            </a:bodyPr>
            <a:lstStyle/>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(NASH, Ph2)</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rPr>
                <a:t>sGCa</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(CSPH, .21, .29, .55, Ph2)</a:t>
              </a:r>
            </a:p>
          </p:txBody>
        </p:sp>
      </p:grpSp>
      <p:grpSp>
        <p:nvGrpSpPr>
          <p:cNvPr id="40" name="Group 39">
            <a:extLst>
              <a:ext uri="{FF2B5EF4-FFF2-40B4-BE49-F238E27FC236}">
                <a16:creationId xmlns:a16="http://schemas.microsoft.com/office/drawing/2014/main" id="{BC22391B-CFDF-0A44-7992-D32DD1521F86}"/>
              </a:ext>
            </a:extLst>
          </p:cNvPr>
          <p:cNvGrpSpPr/>
          <p:nvPr/>
        </p:nvGrpSpPr>
        <p:grpSpPr>
          <a:xfrm>
            <a:off x="298622" y="709936"/>
            <a:ext cx="6178378" cy="3048133"/>
            <a:chOff x="298622" y="3742055"/>
            <a:chExt cx="6178378" cy="3048133"/>
          </a:xfrm>
        </p:grpSpPr>
        <p:grpSp>
          <p:nvGrpSpPr>
            <p:cNvPr id="23" name="Group 22">
              <a:extLst>
                <a:ext uri="{FF2B5EF4-FFF2-40B4-BE49-F238E27FC236}">
                  <a16:creationId xmlns:a16="http://schemas.microsoft.com/office/drawing/2014/main" id="{3E63A5EC-CE32-B4BB-836E-3494252446AD}"/>
                </a:ext>
              </a:extLst>
            </p:cNvPr>
            <p:cNvGrpSpPr/>
            <p:nvPr/>
          </p:nvGrpSpPr>
          <p:grpSpPr>
            <a:xfrm>
              <a:off x="298622" y="3742055"/>
              <a:ext cx="5349240" cy="906145"/>
              <a:chOff x="304800" y="1248234"/>
              <a:chExt cx="5349240" cy="906145"/>
            </a:xfrm>
          </p:grpSpPr>
          <p:sp>
            <p:nvSpPr>
              <p:cNvPr id="24" name="Rectangle: Rounded Corners 23">
                <a:extLst>
                  <a:ext uri="{FF2B5EF4-FFF2-40B4-BE49-F238E27FC236}">
                    <a16:creationId xmlns:a16="http://schemas.microsoft.com/office/drawing/2014/main" id="{5DD13200-A67B-B589-EA87-13A1B64BF34C}"/>
                  </a:ext>
                </a:extLst>
              </p:cNvPr>
              <p:cNvSpPr/>
              <p:nvPr/>
            </p:nvSpPr>
            <p:spPr bwMode="gray">
              <a:xfrm>
                <a:off x="990600" y="1456434"/>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lang="en-US" altLang="zh-CN" sz="2000" b="1">
                    <a:solidFill>
                      <a:prstClr val="white"/>
                    </a:solidFill>
                    <a:latin typeface="Boehringer Forward Text"/>
                  </a:rPr>
                  <a:t>Pre-IND</a:t>
                </a:r>
                <a:r>
                  <a:rPr kumimoji="0" lang="en-US" altLang="zh-CN" sz="2000" b="1" i="0" u="none" strike="noStrike" kern="1200" cap="none" spc="0" normalizeH="0" baseline="0" noProof="0">
                    <a:ln>
                      <a:noFill/>
                    </a:ln>
                    <a:solidFill>
                      <a:prstClr val="white"/>
                    </a:solidFill>
                    <a:effectLst/>
                    <a:uLnTx/>
                    <a:uFillTx/>
                    <a:latin typeface="Boehringer Forward Text"/>
                    <a:ea typeface="+mn-ea"/>
                    <a:cs typeface="+mn-cs"/>
                  </a:rPr>
                  <a:t> submission/feedback</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5" name="Oval 24">
                <a:extLst>
                  <a:ext uri="{FF2B5EF4-FFF2-40B4-BE49-F238E27FC236}">
                    <a16:creationId xmlns:a16="http://schemas.microsoft.com/office/drawing/2014/main" id="{437B3477-81FA-9BB9-52E4-CF7984B4EF67}"/>
                  </a:ext>
                </a:extLst>
              </p:cNvPr>
              <p:cNvSpPr>
                <a:spLocks noChangeAspect="1"/>
              </p:cNvSpPr>
              <p:nvPr/>
            </p:nvSpPr>
            <p:spPr bwMode="gray">
              <a:xfrm>
                <a:off x="304800" y="1248234"/>
                <a:ext cx="906145" cy="906145"/>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lang="en-US" sz="4000" b="1">
                    <a:solidFill>
                      <a:prstClr val="white"/>
                    </a:solidFill>
                    <a:latin typeface="Boehringer Forward Text"/>
                  </a:rPr>
                  <a:t>8</a:t>
                </a:r>
                <a:endParaRPr kumimoji="0" lang="en-US" sz="4000" b="1" i="0" u="none" strike="noStrike" kern="1200" cap="none" spc="0" normalizeH="0" baseline="0" noProof="0">
                  <a:ln>
                    <a:noFill/>
                  </a:ln>
                  <a:solidFill>
                    <a:prstClr val="white"/>
                  </a:solidFill>
                  <a:effectLst/>
                  <a:uLnTx/>
                  <a:uFillTx/>
                  <a:latin typeface="Boehringer Forward Text"/>
                  <a:ea typeface="+mn-ea"/>
                  <a:cs typeface="+mn-cs"/>
                </a:endParaRPr>
              </a:p>
            </p:txBody>
          </p:sp>
        </p:grpSp>
        <p:sp>
          <p:nvSpPr>
            <p:cNvPr id="34" name="矩形 112">
              <a:extLst>
                <a:ext uri="{FF2B5EF4-FFF2-40B4-BE49-F238E27FC236}">
                  <a16:creationId xmlns:a16="http://schemas.microsoft.com/office/drawing/2014/main" id="{C24BACBF-26D4-2B8C-A395-61EEF6A6E325}"/>
                </a:ext>
              </a:extLst>
            </p:cNvPr>
            <p:cNvSpPr/>
            <p:nvPr/>
          </p:nvSpPr>
          <p:spPr>
            <a:xfrm>
              <a:off x="1204767" y="4371313"/>
              <a:ext cx="5272233" cy="241887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numCol="1" spcCol="0" rtlCol="0" fromWordArt="0" anchor="t" anchorCtr="0" forceAA="0" compatLnSpc="1">
              <a:noAutofit/>
            </a:bodyPr>
            <a:lstStyle/>
            <a:p>
              <a:pPr lvl="0" indent="-171450" defTabSz="1219170">
                <a:lnSpc>
                  <a:spcPct val="120000"/>
                </a:lnSpc>
                <a:buFont typeface="Arial" panose="020B0604020202020204" pitchFamily="34" charset="0"/>
                <a:buChar char="•"/>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(NASH F2/3,</a:t>
              </a:r>
              <a:r>
                <a:rPr lang="en-US" altLang="zh-CN" sz="1400">
                  <a:solidFill>
                    <a:srgbClr val="08312A">
                      <a:lumMod val="90000"/>
                      <a:lumOff val="10000"/>
                    </a:srgbClr>
                  </a:solidFill>
                  <a:latin typeface="Boehringer Forward Text"/>
                </a:rPr>
                <a:t> F4</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Ph3) </a:t>
              </a:r>
            </a:p>
            <a:p>
              <a:pPr lvl="0" indent="-171450" defTabSz="1219170">
                <a:lnSpc>
                  <a:spcPct val="120000"/>
                </a:lnSpc>
                <a:buFont typeface="Arial" panose="020B0604020202020204" pitchFamily="34" charset="0"/>
                <a:buChar char="•"/>
                <a:defRPr/>
              </a:pPr>
              <a:r>
                <a:rPr kumimoji="0" lang="en-US" altLang="zh-CN" sz="1400"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rPr>
                <a:t>Survod</a:t>
              </a:r>
              <a:r>
                <a:rPr lang="en-US" altLang="zh-CN" sz="1400" err="1">
                  <a:solidFill>
                    <a:srgbClr val="08312A">
                      <a:lumMod val="90000"/>
                      <a:lumOff val="10000"/>
                    </a:srgbClr>
                  </a:solidFill>
                  <a:latin typeface="Boehringer Forward Text"/>
                </a:rPr>
                <a:t>utide</a:t>
              </a:r>
              <a:r>
                <a:rPr lang="en-US" altLang="zh-CN" sz="1400">
                  <a:solidFill>
                    <a:srgbClr val="08312A">
                      <a:lumMod val="90000"/>
                      <a:lumOff val="10000"/>
                    </a:srgbClr>
                  </a:solidFill>
                  <a:latin typeface="Boehringer Forward Text"/>
                </a:rPr>
                <a:t> (</a:t>
              </a:r>
              <a:r>
                <a:rPr lang="en-US" altLang="zh-CN" sz="1400" err="1">
                  <a:solidFill>
                    <a:srgbClr val="08312A">
                      <a:lumMod val="90000"/>
                      <a:lumOff val="10000"/>
                    </a:srgbClr>
                  </a:solidFill>
                  <a:latin typeface="Boehringer Forward Text"/>
                </a:rPr>
                <a:t>HFpEF</a:t>
              </a:r>
              <a:r>
                <a:rPr lang="en-US" altLang="zh-CN" sz="1400">
                  <a:solidFill>
                    <a:srgbClr val="08312A">
                      <a:lumMod val="90000"/>
                      <a:lumOff val="10000"/>
                    </a:srgbClr>
                  </a:solidFill>
                  <a:latin typeface="Boehringer Forward Text"/>
                </a:rPr>
                <a:t>, Ph3)</a:t>
              </a:r>
            </a:p>
            <a:p>
              <a:pPr lvl="0" indent="-171450" defTabSz="1219170">
                <a:lnSpc>
                  <a:spcPct val="120000"/>
                </a:lnSpc>
                <a:buFont typeface="Arial" panose="020B0604020202020204" pitchFamily="34" charset="0"/>
                <a:buChar char="•"/>
                <a:defRPr/>
              </a:pP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(CKD, Ph3)</a:t>
              </a:r>
            </a:p>
            <a:p>
              <a:pPr lvl="0" indent="-171450" defTabSz="1219170">
                <a:lnSpc>
                  <a:spcPct val="120000"/>
                </a:lnSpc>
                <a:buFont typeface="Arial" panose="020B0604020202020204" pitchFamily="34" charset="0"/>
                <a:buChar char="•"/>
                <a:defRPr/>
              </a:pPr>
              <a:r>
                <a:rPr lang="en-US" altLang="zh-CN" sz="1400">
                  <a:solidFill>
                    <a:srgbClr val="08312A">
                      <a:lumMod val="90000"/>
                      <a:lumOff val="10000"/>
                    </a:srgbClr>
                  </a:solidFill>
                  <a:latin typeface="Boehringer Forward Text"/>
                </a:rPr>
                <a:t>Survodutide (CVRR, Ph3)</a:t>
              </a:r>
              <a:endPar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(Asi+Empa, CKD, </a:t>
              </a:r>
              <a:r>
                <a:rPr lang="it-IT" altLang="zh-CN" sz="1400">
                  <a:solidFill>
                    <a:srgbClr val="08312A">
                      <a:lumMod val="90000"/>
                      <a:lumOff val="10000"/>
                    </a:srgbClr>
                  </a:solidFill>
                  <a:latin typeface="Boehringer Forward Text"/>
                </a:rPr>
                <a:t>Ph3</a:t>
              </a: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 </a:t>
              </a:r>
            </a:p>
            <a:p>
              <a:pPr indent="-171450" defTabSz="1219170">
                <a:lnSpc>
                  <a:spcPct val="120000"/>
                </a:lnSpc>
                <a:buFont typeface="Arial" panose="020B0604020202020204" pitchFamily="34" charset="0"/>
                <a:buChar char="•"/>
                <a:defRPr/>
              </a:pPr>
              <a:r>
                <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(Asi+Empa, HFpEF, Ph3)</a:t>
              </a:r>
            </a:p>
            <a:p>
              <a:pPr indent="-171450" defTabSz="1219170">
                <a:lnSpc>
                  <a:spcPct val="120000"/>
                </a:lnSpc>
                <a:buFont typeface="Arial" panose="020B0604020202020204" pitchFamily="34" charset="0"/>
                <a:buChar char="•"/>
                <a:defRPr/>
              </a:pPr>
              <a:r>
                <a:rPr lang="it-IT" altLang="zh-CN" sz="1400">
                  <a:solidFill>
                    <a:srgbClr val="08312A">
                      <a:lumMod val="90000"/>
                      <a:lumOff val="10000"/>
                    </a:srgbClr>
                  </a:solidFill>
                </a:rPr>
                <a:t>BI 1810237 (NPY2R +survodutide, obesity, Ph2) </a:t>
              </a:r>
            </a:p>
            <a:p>
              <a:pPr indent="-171450" defTabSz="1219170">
                <a:lnSpc>
                  <a:spcPct val="120000"/>
                </a:lnSpc>
                <a:buFont typeface="Arial" panose="020B0604020202020204" pitchFamily="34" charset="0"/>
                <a:buChar char="•"/>
                <a:defRPr/>
              </a:pPr>
              <a:r>
                <a:rPr lang="pt-BR" altLang="zh-CN" sz="1400">
                  <a:solidFill>
                    <a:srgbClr val="08312A">
                      <a:lumMod val="90000"/>
                      <a:lumOff val="10000"/>
                    </a:srgbClr>
                  </a:solidFill>
                </a:rPr>
                <a:t>BI 1810237 (NPY2R +survodutide, obesity, Ph1 CN PK) </a:t>
              </a:r>
            </a:p>
            <a:p>
              <a:pPr indent="-171450" defTabSz="1219170">
                <a:lnSpc>
                  <a:spcPct val="120000"/>
                </a:lnSpc>
                <a:buFont typeface="Arial" panose="020B0604020202020204" pitchFamily="34" charset="0"/>
                <a:buChar char="•"/>
                <a:defRPr/>
              </a:pPr>
              <a:endParaRPr lang="it-IT" altLang="zh-CN" sz="1400">
                <a:solidFill>
                  <a:srgbClr val="08312A">
                    <a:lumMod val="90000"/>
                    <a:lumOff val="10000"/>
                  </a:srgbClr>
                </a:solidFill>
              </a:endParaRPr>
            </a:p>
            <a:p>
              <a:pPr marL="0" marR="0" lvl="0" indent="-1714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it-IT"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grpSp>
      <p:grpSp>
        <p:nvGrpSpPr>
          <p:cNvPr id="41" name="Group 40">
            <a:extLst>
              <a:ext uri="{FF2B5EF4-FFF2-40B4-BE49-F238E27FC236}">
                <a16:creationId xmlns:a16="http://schemas.microsoft.com/office/drawing/2014/main" id="{21A646ED-AFBC-3F4B-7BC2-05182BAC9ED3}"/>
              </a:ext>
            </a:extLst>
          </p:cNvPr>
          <p:cNvGrpSpPr/>
          <p:nvPr/>
        </p:nvGrpSpPr>
        <p:grpSpPr>
          <a:xfrm>
            <a:off x="6068538" y="685800"/>
            <a:ext cx="5349240" cy="2014483"/>
            <a:chOff x="6553200" y="3742055"/>
            <a:chExt cx="5349240" cy="2014483"/>
          </a:xfrm>
        </p:grpSpPr>
        <p:grpSp>
          <p:nvGrpSpPr>
            <p:cNvPr id="26" name="Group 25">
              <a:extLst>
                <a:ext uri="{FF2B5EF4-FFF2-40B4-BE49-F238E27FC236}">
                  <a16:creationId xmlns:a16="http://schemas.microsoft.com/office/drawing/2014/main" id="{FEB268FC-1EAC-BB65-E695-79345D8526E7}"/>
                </a:ext>
              </a:extLst>
            </p:cNvPr>
            <p:cNvGrpSpPr/>
            <p:nvPr/>
          </p:nvGrpSpPr>
          <p:grpSpPr>
            <a:xfrm>
              <a:off x="6553200" y="3742055"/>
              <a:ext cx="5349240" cy="906145"/>
              <a:chOff x="304800" y="1248234"/>
              <a:chExt cx="5349240" cy="906145"/>
            </a:xfrm>
          </p:grpSpPr>
          <p:sp>
            <p:nvSpPr>
              <p:cNvPr id="27" name="Rectangle: Rounded Corners 26">
                <a:extLst>
                  <a:ext uri="{FF2B5EF4-FFF2-40B4-BE49-F238E27FC236}">
                    <a16:creationId xmlns:a16="http://schemas.microsoft.com/office/drawing/2014/main" id="{0CFC67B5-39D8-94B3-2635-5C480C31A50D}"/>
                  </a:ext>
                </a:extLst>
              </p:cNvPr>
              <p:cNvSpPr/>
              <p:nvPr/>
            </p:nvSpPr>
            <p:spPr bwMode="gray">
              <a:xfrm>
                <a:off x="990600" y="1456434"/>
                <a:ext cx="4663440" cy="365760"/>
              </a:xfrm>
              <a:prstGeom prst="roundRect">
                <a:avLst/>
              </a:prstGeom>
              <a:solidFill>
                <a:schemeClr val="accent1">
                  <a:lumMod val="90000"/>
                  <a:lumOff val="10000"/>
                </a:schemeClr>
              </a:solidFill>
              <a:ln w="63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prstClr val="white"/>
                    </a:solidFill>
                    <a:effectLst/>
                    <a:uLnTx/>
                    <a:uFillTx/>
                    <a:latin typeface="Boehringer Forward Text"/>
                    <a:ea typeface="+mn-ea"/>
                    <a:cs typeface="+mn-cs"/>
                  </a:rPr>
                  <a:t>Trial initiation</a:t>
                </a:r>
                <a:endParaRPr kumimoji="0" lang="en-US" sz="20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8" name="Oval 27">
                <a:extLst>
                  <a:ext uri="{FF2B5EF4-FFF2-40B4-BE49-F238E27FC236}">
                    <a16:creationId xmlns:a16="http://schemas.microsoft.com/office/drawing/2014/main" id="{C2162E30-8302-781B-563E-DDF9969EF3B5}"/>
                  </a:ext>
                </a:extLst>
              </p:cNvPr>
              <p:cNvSpPr>
                <a:spLocks noChangeAspect="1"/>
              </p:cNvSpPr>
              <p:nvPr/>
            </p:nvSpPr>
            <p:spPr bwMode="gray">
              <a:xfrm>
                <a:off x="304800" y="1248234"/>
                <a:ext cx="906145" cy="906145"/>
              </a:xfrm>
              <a:prstGeom prst="ellipse">
                <a:avLst/>
              </a:prstGeom>
              <a:solidFill>
                <a:schemeClr val="accent1">
                  <a:lumMod val="90000"/>
                  <a:lumOff val="1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lang="en-US" sz="4000" b="1">
                    <a:solidFill>
                      <a:prstClr val="white"/>
                    </a:solidFill>
                    <a:latin typeface="Boehringer Forward Text"/>
                  </a:rPr>
                  <a:t>8</a:t>
                </a:r>
                <a:endParaRPr kumimoji="0" lang="en-US" sz="4000" b="1" i="0" u="none" strike="noStrike" kern="1200" cap="none" spc="0" normalizeH="0" baseline="0" noProof="0">
                  <a:ln>
                    <a:noFill/>
                  </a:ln>
                  <a:solidFill>
                    <a:prstClr val="white"/>
                  </a:solidFill>
                  <a:effectLst/>
                  <a:uLnTx/>
                  <a:uFillTx/>
                  <a:latin typeface="Boehringer Forward Text"/>
                  <a:ea typeface="+mn-ea"/>
                  <a:cs typeface="+mn-cs"/>
                </a:endParaRPr>
              </a:p>
            </p:txBody>
          </p:sp>
        </p:grpSp>
        <p:sp>
          <p:nvSpPr>
            <p:cNvPr id="35" name="矩形 145">
              <a:extLst>
                <a:ext uri="{FF2B5EF4-FFF2-40B4-BE49-F238E27FC236}">
                  <a16:creationId xmlns:a16="http://schemas.microsoft.com/office/drawing/2014/main" id="{68172914-6C00-5E9F-3421-454C44556C0C}"/>
                </a:ext>
              </a:extLst>
            </p:cNvPr>
            <p:cNvSpPr/>
            <p:nvPr/>
          </p:nvSpPr>
          <p:spPr>
            <a:xfrm>
              <a:off x="7336535" y="4382396"/>
              <a:ext cx="3855191" cy="137414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numCol="1" spcCol="0" rtlCol="0" fromWordArt="0" anchor="t" anchorCtr="0" forceAA="0" compatLnSpc="1">
              <a:noAutofit/>
            </a:bodyPr>
            <a:lstStyle/>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(Obesity .38, .41, .40, .61, Ph3)</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Survodutide (CN PK, Ph1)</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a:t>
              </a:r>
              <a:r>
                <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i+Empa, CKD, Ph3) </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BI 690517 (A</a:t>
              </a:r>
              <a:r>
                <a:rPr kumimoji="0" lang="en-US" altLang="zh-CN"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a:t>
              </a:r>
              <a:r>
                <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i+Empa, HFpEF, Ph3)</a:t>
              </a:r>
            </a:p>
            <a:p>
              <a:pPr marL="285750" marR="0" lvl="0" indent="-285750" algn="l" defTabSz="121917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rPr>
                <a:t>sGCa (CSPH early decompensated, .55, Ph2)</a:t>
              </a:r>
            </a:p>
            <a:p>
              <a:pPr marL="0" marR="0" lvl="0" indent="0" algn="l" defTabSz="1219170" rtl="0" eaLnBrk="1" fontAlgn="auto" latinLnBrk="0" hangingPunct="1">
                <a:lnSpc>
                  <a:spcPct val="120000"/>
                </a:lnSpc>
                <a:spcBef>
                  <a:spcPts val="0"/>
                </a:spcBef>
                <a:spcAft>
                  <a:spcPts val="0"/>
                </a:spcAft>
                <a:buClrTx/>
                <a:buSzTx/>
                <a:buFontTx/>
                <a:buNone/>
                <a:tabLst/>
                <a:defRPr/>
              </a:pPr>
              <a:endParaRPr kumimoji="0" lang="it-IT" sz="1400"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grpSp>
    </p:spTree>
    <p:extLst>
      <p:ext uri="{BB962C8B-B14F-4D97-AF65-F5344CB8AC3E}">
        <p14:creationId xmlns:p14="http://schemas.microsoft.com/office/powerpoint/2010/main" val="4357615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AD687E-63ED-1351-9FAD-6AE3F2E151EE}"/>
              </a:ext>
            </a:extLst>
          </p:cNvPr>
          <p:cNvSpPr>
            <a:spLocks noGrp="1"/>
          </p:cNvSpPr>
          <p:nvPr>
            <p:ph type="title"/>
          </p:nvPr>
        </p:nvSpPr>
        <p:spPr/>
        <p:txBody>
          <a:bodyPr/>
          <a:lstStyle/>
          <a:p>
            <a:r>
              <a:rPr lang="en-US" altLang="zh-CN"/>
              <a:t>NDA/BLA timeline assumptions</a:t>
            </a:r>
            <a:endParaRPr lang="zh-CN" altLang="en-US"/>
          </a:p>
        </p:txBody>
      </p:sp>
      <p:sp>
        <p:nvSpPr>
          <p:cNvPr id="3" name="内容占位符 2">
            <a:extLst>
              <a:ext uri="{FF2B5EF4-FFF2-40B4-BE49-F238E27FC236}">
                <a16:creationId xmlns:a16="http://schemas.microsoft.com/office/drawing/2014/main" id="{62900118-90EA-D13A-1D85-D1A24C41215E}"/>
              </a:ext>
            </a:extLst>
          </p:cNvPr>
          <p:cNvSpPr>
            <a:spLocks noGrp="1"/>
          </p:cNvSpPr>
          <p:nvPr>
            <p:ph idx="1"/>
          </p:nvPr>
        </p:nvSpPr>
        <p:spPr/>
        <p:txBody>
          <a:bodyPr/>
          <a:lstStyle/>
          <a:p>
            <a:r>
              <a:rPr lang="en-US" altLang="zh-CN"/>
              <a:t>Submission: China NDA/BLA submission within one month from global first NDA submission</a:t>
            </a:r>
          </a:p>
          <a:p>
            <a:r>
              <a:rPr lang="en-US" altLang="zh-CN"/>
              <a:t>Review: </a:t>
            </a:r>
          </a:p>
          <a:p>
            <a:endParaRPr lang="en-US" altLang="zh-CN"/>
          </a:p>
          <a:p>
            <a:endParaRPr lang="zh-CN" altLang="en-US"/>
          </a:p>
        </p:txBody>
      </p:sp>
      <p:sp>
        <p:nvSpPr>
          <p:cNvPr id="4" name="文本占位符 3">
            <a:extLst>
              <a:ext uri="{FF2B5EF4-FFF2-40B4-BE49-F238E27FC236}">
                <a16:creationId xmlns:a16="http://schemas.microsoft.com/office/drawing/2014/main" id="{083B6F83-1BC7-77E5-E264-E2502E9536BA}"/>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DC57DEE7-9C00-730B-AD1B-A097176ADC03}"/>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CEDE8EEE-5FCB-BFBF-FF42-F4B4167E30D8}"/>
              </a:ext>
            </a:extLst>
          </p:cNvPr>
          <p:cNvSpPr>
            <a:spLocks noGrp="1"/>
          </p:cNvSpPr>
          <p:nvPr>
            <p:ph type="sldNum" sz="quarter" idx="20"/>
          </p:nvPr>
        </p:nvSpPr>
        <p:spPr/>
        <p:txBody>
          <a:bodyPr/>
          <a:lstStyle/>
          <a:p>
            <a:fld id="{DF4E8F9F-5B1F-4F5B-BE49-3245D8C18D9F}" type="slidenum">
              <a:rPr lang="en-US" smtClean="0"/>
              <a:pPr/>
              <a:t>65</a:t>
            </a:fld>
            <a:endParaRPr lang="en-US"/>
          </a:p>
        </p:txBody>
      </p:sp>
      <p:pic>
        <p:nvPicPr>
          <p:cNvPr id="7" name="图片 6">
            <a:extLst>
              <a:ext uri="{FF2B5EF4-FFF2-40B4-BE49-F238E27FC236}">
                <a16:creationId xmlns:a16="http://schemas.microsoft.com/office/drawing/2014/main" id="{3CD8DF65-C63E-FD39-5152-72B355E9860A}"/>
              </a:ext>
            </a:extLst>
          </p:cNvPr>
          <p:cNvPicPr>
            <a:picLocks noChangeAspect="1"/>
          </p:cNvPicPr>
          <p:nvPr/>
        </p:nvPicPr>
        <p:blipFill>
          <a:blip r:embed="rId2"/>
          <a:stretch>
            <a:fillRect/>
          </a:stretch>
        </p:blipFill>
        <p:spPr>
          <a:xfrm>
            <a:off x="1239505" y="2366027"/>
            <a:ext cx="9712987" cy="1451647"/>
          </a:xfrm>
          <a:prstGeom prst="rect">
            <a:avLst/>
          </a:prstGeom>
        </p:spPr>
      </p:pic>
    </p:spTree>
    <p:extLst>
      <p:ext uri="{BB962C8B-B14F-4D97-AF65-F5344CB8AC3E}">
        <p14:creationId xmlns:p14="http://schemas.microsoft.com/office/powerpoint/2010/main" val="1525784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HPSC"/>
  <p:tag name="OTLPOSITIONONTASK" val="None"/>
  <p:tag name="OTLRELATEDTASKID" val="00000000-0000-0000-0000-000000000000"/>
  <p:tag name="OTLDATE" val="2022-03-22T23:59:00.0000000Z"/>
  <p:tag name="OTLDATEFORMATSTRING" val="MMM yyyy"/>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ags/tag348.xml><?xml version="1.0" encoding="utf-8"?>
<p:tagLst xmlns:a="http://schemas.openxmlformats.org/drawingml/2006/main" xmlns:r="http://schemas.openxmlformats.org/officeDocument/2006/relationships" xmlns:p="http://schemas.openxmlformats.org/presentationml/2006/main">
  <p:tag name="OTLMARKERSHAPE" val="OTL"/>
</p:tagLst>
</file>

<file path=ppt/tags/tag349.xml><?xml version="1.0" encoding="utf-8"?>
<p:tagLst xmlns:a="http://schemas.openxmlformats.org/drawingml/2006/main" xmlns:r="http://schemas.openxmlformats.org/officeDocument/2006/relationships" xmlns:p="http://schemas.openxmlformats.org/presentationml/2006/main">
  <p:tag name="OTLMARKERSHAPE" val="OTL"/>
</p:tagLst>
</file>

<file path=ppt/tags/tag350.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Präsentation15" id="{2EE0B740-C1E2-5F47-9DC9-1AB0F3EB6989}" vid="{318FD161-97DC-7F45-B134-E4A575C46A90}"/>
    </a:ext>
  </a:extLst>
</a:theme>
</file>

<file path=ppt/theme/theme3.xml><?xml version="1.0" encoding="utf-8"?>
<a:theme xmlns:a="http://schemas.openxmlformats.org/drawingml/2006/main" name="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Bao,Leo (HP Medicine) BII-CN-S</DisplayName>
        <AccountId>515</AccountId>
        <AccountType/>
      </UserInfo>
    </SharedWithUsers>
    <MediaLengthInSeconds xmlns="abec3d6c-dc49-43d8-9f5f-fe75434a2497" xsi:nil="true"/>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52C3F0F1-6A6B-4BEE-BD61-B5DC962FA8C2}">
  <ds:schemaRefs>
    <ds:schemaRef ds:uri="http://schemas.microsoft.com/sharepoint/v3/contenttype/forms"/>
  </ds:schemaRefs>
</ds:datastoreItem>
</file>

<file path=customXml/itemProps2.xml><?xml version="1.0" encoding="utf-8"?>
<ds:datastoreItem xmlns:ds="http://schemas.openxmlformats.org/officeDocument/2006/customXml" ds:itemID="{883E7FAA-BDBA-4BBE-9927-5824C85914CA}"/>
</file>

<file path=customXml/itemProps3.xml><?xml version="1.0" encoding="utf-8"?>
<ds:datastoreItem xmlns:ds="http://schemas.openxmlformats.org/officeDocument/2006/customXml" ds:itemID="{EA0AD926-1C5C-4F7A-82C7-04A492D29124}">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65</Slides>
  <Notes>20</Notes>
  <HiddenSlides>33</HiddenSlides>
  <ScaleCrop>false</ScaleCrop>
  <HeadingPairs>
    <vt:vector size="4" baseType="variant">
      <vt:variant>
        <vt:lpstr>Theme</vt:lpstr>
      </vt:variant>
      <vt:variant>
        <vt:i4>4</vt:i4>
      </vt:variant>
      <vt:variant>
        <vt:lpstr>Slide Titles</vt:lpstr>
      </vt:variant>
      <vt:variant>
        <vt:i4>65</vt:i4>
      </vt:variant>
    </vt:vector>
  </HeadingPairs>
  <TitlesOfParts>
    <vt:vector size="69" baseType="lpstr">
      <vt:lpstr>Boehringer Ingelheim 16:9</vt:lpstr>
      <vt:lpstr>BI_Corporate_16_9</vt:lpstr>
      <vt:lpstr>主题1</vt:lpstr>
      <vt:lpstr>Office 主题​​</vt:lpstr>
      <vt:lpstr>Portfolio Executive Committee (PEC) Review Meeting Portfolio Overview Update, TA CRM </vt:lpstr>
      <vt:lpstr>Agenda</vt:lpstr>
      <vt:lpstr>CRM Summary</vt:lpstr>
      <vt:lpstr>CDE feedback on Actilyse &gt;80y BLA application</vt:lpstr>
      <vt:lpstr>PowerPoint Presentation</vt:lpstr>
      <vt:lpstr>PowerPoint Presentation</vt:lpstr>
      <vt:lpstr>Survodutide (GLP-1/GCGR dual agonist) Projects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Site Initiation Status of SYNCHRONIZETM Studies</vt:lpstr>
      <vt:lpstr>SYNCHRONIZE-1 Global enrollment and recruitment plan (cut-off date: 22-Apr-2024)</vt:lpstr>
      <vt:lpstr>SYNCHRONIZE-1 China enrollment plan (cut-off date: 22-Apr-2024) </vt:lpstr>
      <vt:lpstr>China sample size calculation for SYCHRONIZE-1</vt:lpstr>
      <vt:lpstr>SYNCHRONIZE-2 Global enrollment and recruitment plan (cut-off date: 20-Apr-2024)</vt:lpstr>
      <vt:lpstr>SYNCHRONIZE-2 China enrollment plan (cut-off date: 20-Apr-2024)</vt:lpstr>
      <vt:lpstr>SYNCHRONIZE-CVOT Global enrollment and recruitment plan (cut-off date: 22-Apr-2024 )</vt:lpstr>
      <vt:lpstr>SYNCHRONIZE-CVOT China enrollment plan (cut-off date: 22 Apr 2024)</vt:lpstr>
      <vt:lpstr>SYNCHRONIZE-CVOT Hong Kong enrollment plan (cut-off date: 22 Apr 2024)</vt:lpstr>
      <vt:lpstr>SYNCHRONIZE-CVOT Taiwan enrollment plan (cut-off date: 22-Apr-2024)  </vt:lpstr>
      <vt:lpstr>Intensive Competing Environment for CWM in China Market </vt:lpstr>
      <vt:lpstr>Ongoing: Survodutide (GLP1/GCGR agonist): Metabolic dysfunction-associated steatohepatitis (MASH)</vt:lpstr>
      <vt:lpstr>MASH Phase 3 Program China Leading PI Selection</vt:lpstr>
      <vt:lpstr>Key item about leading PI discussion*</vt:lpstr>
      <vt:lpstr>Key item about leading PI discussion*</vt:lpstr>
      <vt:lpstr>PowerPoint Presentation</vt:lpstr>
      <vt:lpstr>NASH faces huge unmet needs that will not be fulfilled soon</vt:lpstr>
      <vt:lpstr>Planning: Survodutide (GLP1/GCGR agonist): CKD &amp; HFpEF </vt:lpstr>
      <vt:lpstr>ASi+EMPA Projects</vt:lpstr>
      <vt:lpstr>Ongoing: BI 690517 (AS inhibitor): Chronic Kidney Disease (CKD)</vt:lpstr>
      <vt:lpstr>RCC issue</vt:lpstr>
      <vt:lpstr>PowerPoint Presentation</vt:lpstr>
      <vt:lpstr>Strategic priority of Evidence team: CKD is the prioritized indication</vt:lpstr>
      <vt:lpstr>EMPA Projects</vt:lpstr>
      <vt:lpstr>PowerPoint Presentation</vt:lpstr>
      <vt:lpstr>PowerPoint Presentation</vt:lpstr>
      <vt:lpstr>PowerPoint Presentation</vt:lpstr>
      <vt:lpstr>PowerPoint Presentation</vt:lpstr>
      <vt:lpstr>PowerPoint Presentation</vt:lpstr>
      <vt:lpstr>Ongoing: Empagliflozin (SGLT2 inhibitor): Post Myocardial Infarction (Post MI)</vt:lpstr>
      <vt:lpstr>EMPA CKD pediatric study</vt:lpstr>
      <vt:lpstr>Avenciguat (sGC activator)</vt:lpstr>
      <vt:lpstr>Ongoing: Avenciguat (sGC activator): Clinically Significant Portal Hypertension with Compensated/Decompensated Cirrhosis (CSPH in CC/DC) </vt:lpstr>
      <vt:lpstr>1366.21 sGCa-CSPH/CC-ARLD enrollment -Global (cut off date: 15Apr2024)</vt:lpstr>
      <vt:lpstr>1366.21 sGCa-CSPH/CC-ARLD enrollment –China Mainland (cut off date: 15Apr2024)</vt:lpstr>
      <vt:lpstr>1366.21 sGCa-CSPH/CC-ARLD enrollment –Taiwan (cut off date: 15Apr2024)</vt:lpstr>
      <vt:lpstr>1366.29 sGCa-CSPH/CC-MASH enrollment completion- Global (cut off date: 28Mar2024)</vt:lpstr>
      <vt:lpstr>1366.55 sGCa-CSPH/eDC enrollment –Global (cut off date: 10Apr2024)</vt:lpstr>
      <vt:lpstr>1366.55 sGCa-CSPH/eDC enrollment -China (cut off date: 10Apr2024)</vt:lpstr>
      <vt:lpstr>BI 764198 (TRPC6 inhibitor)</vt:lpstr>
      <vt:lpstr>Ongoing: BI 764198 (TRPC6 inhibitor): FSGS (Focal Segmental Glomerulosclerosis) </vt:lpstr>
      <vt:lpstr>BI 764198 (TRPC6 inhibitor) FSGS enrollment – Global (Cut-off date: 15Apr2024)</vt:lpstr>
      <vt:lpstr>PowerPoint Presentation</vt:lpstr>
      <vt:lpstr>BI 1820237  (NPY2+Survodutide FDC)</vt:lpstr>
      <vt:lpstr>Ongoing: BI 1820237 (NPY2+survodutide FDC): Obesity </vt:lpstr>
      <vt:lpstr>China PMO Study Overview - CRM </vt:lpstr>
      <vt:lpstr>Back-up</vt:lpstr>
      <vt:lpstr>CRM development pipeline 2023 achievements</vt:lpstr>
      <vt:lpstr>2024 CRM Outlook</vt:lpstr>
      <vt:lpstr>NDA/BLA timeline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Executive Committee (PEC) Review Meeting Portfolio Overview Update, TA CMR</dc:title>
  <dc:creator>Han,Keri (HP Medicine) BII-CN-S</dc:creator>
  <dc:description>Optimized for Office 365</dc:description>
  <cp:revision>1</cp:revision>
  <dcterms:created xsi:type="dcterms:W3CDTF">2023-12-07T06:56:45Z</dcterms:created>
  <dcterms:modified xsi:type="dcterms:W3CDTF">2024-09-12T02:52:16Z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1895800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